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64" r:id="rId3"/>
    <p:sldId id="257" r:id="rId4"/>
    <p:sldId id="258" r:id="rId5"/>
    <p:sldId id="259" r:id="rId6"/>
    <p:sldId id="260" r:id="rId7"/>
    <p:sldId id="261" r:id="rId8"/>
    <p:sldId id="262" r:id="rId9"/>
    <p:sldId id="263" r:id="rId10"/>
  </p:sldIdLst>
  <p:sldSz cx="9144000" cy="6858000" type="screen4x3"/>
  <p:notesSz cx="6858000" cy="9144000"/>
  <p:custDataLst>
    <p:tags r:id="rId11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658"/>
    <p:restoredTop sz="94646"/>
  </p:normalViewPr>
  <p:slideViewPr>
    <p:cSldViewPr>
      <p:cViewPr varScale="1">
        <p:scale>
          <a:sx n="104" d="100"/>
          <a:sy n="104" d="100"/>
        </p:scale>
        <p:origin x="1648" y="19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gs" Target="tags/tag1.xml"/><Relationship Id="rId5" Type="http://schemas.openxmlformats.org/officeDocument/2006/relationships/slide" Target="slides/slide4.xml"/><Relationship Id="rId15" Type="http://schemas.openxmlformats.org/officeDocument/2006/relationships/tableStyles" Target="tableStyle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31" name="Group 10230">
            <a:extLst>
              <a:ext uri="{FF2B5EF4-FFF2-40B4-BE49-F238E27FC236}">
                <a16:creationId xmlns:a16="http://schemas.microsoft.com/office/drawing/2014/main" id="{F057B370-F6EB-A1C2-EC24-32CA926C8365}"/>
              </a:ext>
            </a:extLst>
          </p:cNvPr>
          <p:cNvGrpSpPr/>
          <p:nvPr/>
        </p:nvGrpSpPr>
        <p:grpSpPr>
          <a:xfrm>
            <a:off x="914400" y="723040"/>
            <a:ext cx="5943600" cy="3848960"/>
            <a:chOff x="914400" y="723040"/>
            <a:chExt cx="5943600" cy="384896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723040"/>
              <a:ext cx="5943600" cy="3848960"/>
              <a:chOff x="914400" y="723040"/>
              <a:chExt cx="5943600" cy="3848960"/>
            </a:xfrm>
          </p:grpSpPr>
          <p:sp>
            <p:nvSpPr>
              <p:cNvPr id="3" name="rc3"/>
              <p:cNvSpPr/>
              <p:nvPr/>
            </p:nvSpPr>
            <p:spPr>
              <a:xfrm>
                <a:off x="914400" y="914400"/>
                <a:ext cx="5943600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9525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" name="rc4"/>
              <p:cNvSpPr/>
              <p:nvPr/>
            </p:nvSpPr>
            <p:spPr>
              <a:xfrm>
                <a:off x="1917497" y="914400"/>
                <a:ext cx="3937404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/>
              <p:cNvSpPr/>
              <p:nvPr/>
            </p:nvSpPr>
            <p:spPr>
              <a:xfrm>
                <a:off x="2574859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/>
              <p:cNvSpPr/>
              <p:nvPr/>
            </p:nvSpPr>
            <p:spPr>
              <a:xfrm>
                <a:off x="2945348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/>
              <p:cNvSpPr/>
              <p:nvPr/>
            </p:nvSpPr>
            <p:spPr>
              <a:xfrm>
                <a:off x="3315837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/>
              <p:cNvSpPr/>
              <p:nvPr/>
            </p:nvSpPr>
            <p:spPr>
              <a:xfrm>
                <a:off x="3686326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/>
              <p:cNvSpPr/>
              <p:nvPr/>
            </p:nvSpPr>
            <p:spPr>
              <a:xfrm>
                <a:off x="4056815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/>
              <p:cNvSpPr/>
              <p:nvPr/>
            </p:nvSpPr>
            <p:spPr>
              <a:xfrm>
                <a:off x="4427303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/>
              <p:cNvSpPr/>
              <p:nvPr/>
            </p:nvSpPr>
            <p:spPr>
              <a:xfrm>
                <a:off x="4797792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/>
              <p:cNvSpPr/>
              <p:nvPr/>
            </p:nvSpPr>
            <p:spPr>
              <a:xfrm>
                <a:off x="2463713" y="4049590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/>
              <p:cNvSpPr/>
              <p:nvPr/>
            </p:nvSpPr>
            <p:spPr>
              <a:xfrm>
                <a:off x="2463713" y="370482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/>
              <p:cNvSpPr/>
              <p:nvPr/>
            </p:nvSpPr>
            <p:spPr>
              <a:xfrm>
                <a:off x="2463713" y="336005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/>
              <p:cNvSpPr/>
              <p:nvPr/>
            </p:nvSpPr>
            <p:spPr>
              <a:xfrm>
                <a:off x="2463713" y="3015282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/>
              <p:cNvSpPr/>
              <p:nvPr/>
            </p:nvSpPr>
            <p:spPr>
              <a:xfrm>
                <a:off x="2463713" y="2670513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/>
              <p:cNvSpPr/>
              <p:nvPr/>
            </p:nvSpPr>
            <p:spPr>
              <a:xfrm>
                <a:off x="2463713" y="232574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l19"/>
              <p:cNvSpPr/>
              <p:nvPr/>
            </p:nvSpPr>
            <p:spPr>
              <a:xfrm>
                <a:off x="2463713" y="198097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l20"/>
              <p:cNvSpPr/>
              <p:nvPr/>
            </p:nvSpPr>
            <p:spPr>
              <a:xfrm>
                <a:off x="2463713" y="1636205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h21"/>
              <p:cNvSpPr/>
              <p:nvPr/>
            </p:nvSpPr>
            <p:spPr>
              <a:xfrm>
                <a:off x="2577439" y="2860610"/>
                <a:ext cx="914400" cy="9147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69">
                    <a:moveTo>
                      <a:pt x="914400" y="914400"/>
                    </a:moveTo>
                    <a:lnTo>
                      <a:pt x="914400" y="914769"/>
                    </a:lnTo>
                    <a:lnTo>
                      <a:pt x="913610" y="914551"/>
                    </a:lnTo>
                    <a:lnTo>
                      <a:pt x="913063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h22"/>
              <p:cNvSpPr/>
              <p:nvPr/>
            </p:nvSpPr>
            <p:spPr>
              <a:xfrm>
                <a:off x="2577439" y="2860610"/>
                <a:ext cx="923662" cy="9173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3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44" y="917330"/>
                    </a:lnTo>
                    <a:lnTo>
                      <a:pt x="922390" y="916982"/>
                    </a:lnTo>
                    <a:lnTo>
                      <a:pt x="921136" y="916634"/>
                    </a:lnTo>
                    <a:lnTo>
                      <a:pt x="919882" y="916287"/>
                    </a:lnTo>
                    <a:lnTo>
                      <a:pt x="918628" y="915939"/>
                    </a:lnTo>
                    <a:lnTo>
                      <a:pt x="917373" y="915592"/>
                    </a:lnTo>
                    <a:lnTo>
                      <a:pt x="916119" y="915245"/>
                    </a:lnTo>
                    <a:lnTo>
                      <a:pt x="914865" y="914898"/>
                    </a:lnTo>
                    <a:lnTo>
                      <a:pt x="914400" y="9147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h23"/>
              <p:cNvSpPr/>
              <p:nvPr/>
            </p:nvSpPr>
            <p:spPr>
              <a:xfrm>
                <a:off x="2586701" y="2860610"/>
                <a:ext cx="923662" cy="91990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9909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19909"/>
                    </a:lnTo>
                    <a:lnTo>
                      <a:pt x="923159" y="919769"/>
                    </a:lnTo>
                    <a:lnTo>
                      <a:pt x="921905" y="919420"/>
                    </a:lnTo>
                    <a:lnTo>
                      <a:pt x="920651" y="919071"/>
                    </a:lnTo>
                    <a:lnTo>
                      <a:pt x="919398" y="918723"/>
                    </a:lnTo>
                    <a:lnTo>
                      <a:pt x="918144" y="918374"/>
                    </a:lnTo>
                    <a:lnTo>
                      <a:pt x="916890" y="918026"/>
                    </a:lnTo>
                    <a:lnTo>
                      <a:pt x="915636" y="917678"/>
                    </a:lnTo>
                    <a:lnTo>
                      <a:pt x="914399" y="917335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h24"/>
              <p:cNvSpPr/>
              <p:nvPr/>
            </p:nvSpPr>
            <p:spPr>
              <a:xfrm>
                <a:off x="2595963" y="2860610"/>
                <a:ext cx="923662" cy="92249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49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491"/>
                    </a:lnTo>
                    <a:lnTo>
                      <a:pt x="922670" y="922214"/>
                    </a:lnTo>
                    <a:lnTo>
                      <a:pt x="921417" y="921864"/>
                    </a:lnTo>
                    <a:lnTo>
                      <a:pt x="920163" y="921514"/>
                    </a:lnTo>
                    <a:lnTo>
                      <a:pt x="918910" y="921165"/>
                    </a:lnTo>
                    <a:lnTo>
                      <a:pt x="917657" y="920816"/>
                    </a:lnTo>
                    <a:lnTo>
                      <a:pt x="916403" y="920467"/>
                    </a:lnTo>
                    <a:lnTo>
                      <a:pt x="915150" y="920118"/>
                    </a:lnTo>
                    <a:lnTo>
                      <a:pt x="914400" y="91990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h25"/>
              <p:cNvSpPr/>
              <p:nvPr/>
            </p:nvSpPr>
            <p:spPr>
              <a:xfrm>
                <a:off x="2605226" y="2860610"/>
                <a:ext cx="923662" cy="92508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08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5080"/>
                    </a:lnTo>
                    <a:lnTo>
                      <a:pt x="923430" y="925016"/>
                    </a:lnTo>
                    <a:lnTo>
                      <a:pt x="922178" y="924665"/>
                    </a:lnTo>
                    <a:lnTo>
                      <a:pt x="920925" y="924314"/>
                    </a:lnTo>
                    <a:lnTo>
                      <a:pt x="919672" y="923964"/>
                    </a:lnTo>
                    <a:lnTo>
                      <a:pt x="918419" y="923614"/>
                    </a:lnTo>
                    <a:lnTo>
                      <a:pt x="917167" y="923263"/>
                    </a:lnTo>
                    <a:lnTo>
                      <a:pt x="915914" y="922913"/>
                    </a:lnTo>
                    <a:lnTo>
                      <a:pt x="914661" y="922563"/>
                    </a:lnTo>
                    <a:lnTo>
                      <a:pt x="914400" y="922491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h26"/>
              <p:cNvSpPr/>
              <p:nvPr/>
            </p:nvSpPr>
            <p:spPr>
              <a:xfrm>
                <a:off x="2614488" y="2860610"/>
                <a:ext cx="923662" cy="92767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67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678"/>
                    </a:lnTo>
                    <a:lnTo>
                      <a:pt x="922935" y="927474"/>
                    </a:lnTo>
                    <a:lnTo>
                      <a:pt x="921682" y="927123"/>
                    </a:lnTo>
                    <a:lnTo>
                      <a:pt x="920430" y="926771"/>
                    </a:lnTo>
                    <a:lnTo>
                      <a:pt x="919178" y="926420"/>
                    </a:lnTo>
                    <a:lnTo>
                      <a:pt x="917926" y="926069"/>
                    </a:lnTo>
                    <a:lnTo>
                      <a:pt x="916673" y="925717"/>
                    </a:lnTo>
                    <a:lnTo>
                      <a:pt x="915421" y="925366"/>
                    </a:lnTo>
                    <a:lnTo>
                      <a:pt x="914400" y="92508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h27"/>
              <p:cNvSpPr/>
              <p:nvPr/>
            </p:nvSpPr>
            <p:spPr>
              <a:xfrm>
                <a:off x="2623750" y="2860610"/>
                <a:ext cx="923662" cy="93011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1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111"/>
                    </a:lnTo>
                    <a:lnTo>
                      <a:pt x="920246" y="929323"/>
                    </a:lnTo>
                    <a:lnTo>
                      <a:pt x="919933" y="929235"/>
                    </a:lnTo>
                    <a:lnTo>
                      <a:pt x="918680" y="928882"/>
                    </a:lnTo>
                    <a:lnTo>
                      <a:pt x="917428" y="928530"/>
                    </a:lnTo>
                    <a:lnTo>
                      <a:pt x="916176" y="928178"/>
                    </a:lnTo>
                    <a:lnTo>
                      <a:pt x="914924" y="927826"/>
                    </a:lnTo>
                    <a:lnTo>
                      <a:pt x="914400" y="92767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h28"/>
              <p:cNvSpPr/>
              <p:nvPr/>
            </p:nvSpPr>
            <p:spPr>
              <a:xfrm>
                <a:off x="2633012" y="2860610"/>
                <a:ext cx="923662" cy="93148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48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481"/>
                    </a:lnTo>
                    <a:lnTo>
                      <a:pt x="922785" y="931454"/>
                    </a:lnTo>
                    <a:lnTo>
                      <a:pt x="916869" y="930681"/>
                    </a:lnTo>
                    <a:lnTo>
                      <a:pt x="914400" y="930111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h29"/>
              <p:cNvSpPr/>
              <p:nvPr/>
            </p:nvSpPr>
            <p:spPr>
              <a:xfrm>
                <a:off x="2642274" y="28606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50"/>
                    </a:lnTo>
                    <a:lnTo>
                      <a:pt x="919453" y="931638"/>
                    </a:lnTo>
                    <a:lnTo>
                      <a:pt x="914400" y="931481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h30"/>
              <p:cNvSpPr/>
              <p:nvPr/>
            </p:nvSpPr>
            <p:spPr>
              <a:xfrm>
                <a:off x="2651537" y="2860610"/>
                <a:ext cx="923662" cy="9313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5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00"/>
                    </a:lnTo>
                    <a:lnTo>
                      <a:pt x="922024" y="930241"/>
                    </a:lnTo>
                    <a:lnTo>
                      <a:pt x="916117" y="931233"/>
                    </a:lnTo>
                    <a:lnTo>
                      <a:pt x="914400" y="93135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h31"/>
              <p:cNvSpPr/>
              <p:nvPr/>
            </p:nvSpPr>
            <p:spPr>
              <a:xfrm>
                <a:off x="2660799" y="2860610"/>
                <a:ext cx="923662" cy="9298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0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056"/>
                    </a:lnTo>
                    <a:lnTo>
                      <a:pt x="922814" y="927327"/>
                    </a:lnTo>
                    <a:lnTo>
                      <a:pt x="921421" y="927772"/>
                    </a:lnTo>
                    <a:lnTo>
                      <a:pt x="920028" y="928217"/>
                    </a:lnTo>
                    <a:lnTo>
                      <a:pt x="918631" y="928663"/>
                    </a:lnTo>
                    <a:lnTo>
                      <a:pt x="914400" y="929800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h32"/>
              <p:cNvSpPr/>
              <p:nvPr/>
            </p:nvSpPr>
            <p:spPr>
              <a:xfrm>
                <a:off x="2670061" y="2860610"/>
                <a:ext cx="923662" cy="92705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5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03"/>
                    </a:lnTo>
                    <a:lnTo>
                      <a:pt x="923307" y="924216"/>
                    </a:lnTo>
                    <a:lnTo>
                      <a:pt x="921913" y="924660"/>
                    </a:lnTo>
                    <a:lnTo>
                      <a:pt x="920520" y="925104"/>
                    </a:lnTo>
                    <a:lnTo>
                      <a:pt x="919126" y="925548"/>
                    </a:lnTo>
                    <a:lnTo>
                      <a:pt x="917732" y="925993"/>
                    </a:lnTo>
                    <a:lnTo>
                      <a:pt x="916339" y="926437"/>
                    </a:lnTo>
                    <a:lnTo>
                      <a:pt x="914945" y="926882"/>
                    </a:lnTo>
                    <a:lnTo>
                      <a:pt x="914400" y="927056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h33"/>
              <p:cNvSpPr/>
              <p:nvPr/>
            </p:nvSpPr>
            <p:spPr>
              <a:xfrm>
                <a:off x="2679323" y="2860610"/>
                <a:ext cx="923662" cy="92410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0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159"/>
                    </a:lnTo>
                    <a:lnTo>
                      <a:pt x="922410" y="921556"/>
                    </a:lnTo>
                    <a:lnTo>
                      <a:pt x="921016" y="921999"/>
                    </a:lnTo>
                    <a:lnTo>
                      <a:pt x="919621" y="922442"/>
                    </a:lnTo>
                    <a:lnTo>
                      <a:pt x="918227" y="922886"/>
                    </a:lnTo>
                    <a:lnTo>
                      <a:pt x="916833" y="923329"/>
                    </a:lnTo>
                    <a:lnTo>
                      <a:pt x="915439" y="923773"/>
                    </a:lnTo>
                    <a:lnTo>
                      <a:pt x="914400" y="924103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h34"/>
              <p:cNvSpPr/>
              <p:nvPr/>
            </p:nvSpPr>
            <p:spPr>
              <a:xfrm>
                <a:off x="2688586" y="2860610"/>
                <a:ext cx="923662" cy="92115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15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223"/>
                    </a:lnTo>
                    <a:lnTo>
                      <a:pt x="922912" y="918461"/>
                    </a:lnTo>
                    <a:lnTo>
                      <a:pt x="921516" y="918902"/>
                    </a:lnTo>
                    <a:lnTo>
                      <a:pt x="920122" y="919344"/>
                    </a:lnTo>
                    <a:lnTo>
                      <a:pt x="918727" y="919786"/>
                    </a:lnTo>
                    <a:lnTo>
                      <a:pt x="917332" y="920229"/>
                    </a:lnTo>
                    <a:lnTo>
                      <a:pt x="915937" y="920671"/>
                    </a:lnTo>
                    <a:lnTo>
                      <a:pt x="914543" y="921114"/>
                    </a:lnTo>
                    <a:lnTo>
                      <a:pt x="914400" y="921159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h35"/>
              <p:cNvSpPr/>
              <p:nvPr/>
            </p:nvSpPr>
            <p:spPr>
              <a:xfrm>
                <a:off x="2697848" y="2860610"/>
                <a:ext cx="923662" cy="9182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296"/>
                    </a:lnTo>
                    <a:lnTo>
                      <a:pt x="923417" y="915373"/>
                    </a:lnTo>
                    <a:lnTo>
                      <a:pt x="922022" y="915813"/>
                    </a:lnTo>
                    <a:lnTo>
                      <a:pt x="920626" y="916254"/>
                    </a:lnTo>
                    <a:lnTo>
                      <a:pt x="919231" y="916695"/>
                    </a:lnTo>
                    <a:lnTo>
                      <a:pt x="917835" y="917136"/>
                    </a:lnTo>
                    <a:lnTo>
                      <a:pt x="916440" y="917578"/>
                    </a:lnTo>
                    <a:lnTo>
                      <a:pt x="915044" y="918019"/>
                    </a:lnTo>
                    <a:lnTo>
                      <a:pt x="914400" y="918223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h36"/>
              <p:cNvSpPr/>
              <p:nvPr/>
            </p:nvSpPr>
            <p:spPr>
              <a:xfrm>
                <a:off x="2707110" y="2860610"/>
                <a:ext cx="917240" cy="915296"/>
              </a:xfrm>
              <a:custGeom>
                <a:avLst/>
                <a:gdLst/>
                <a:ahLst/>
                <a:cxnLst/>
                <a:rect l="0" t="0" r="0" b="0"/>
                <a:pathLst>
                  <a:path w="917240" h="915296">
                    <a:moveTo>
                      <a:pt x="914400" y="914400"/>
                    </a:moveTo>
                    <a:lnTo>
                      <a:pt x="917240" y="914400"/>
                    </a:lnTo>
                    <a:lnTo>
                      <a:pt x="916947" y="914492"/>
                    </a:lnTo>
                    <a:lnTo>
                      <a:pt x="915551" y="914932"/>
                    </a:lnTo>
                    <a:lnTo>
                      <a:pt x="914400" y="915296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h37"/>
              <p:cNvSpPr/>
              <p:nvPr/>
            </p:nvSpPr>
            <p:spPr>
              <a:xfrm>
                <a:off x="2781208" y="2860610"/>
                <a:ext cx="914400" cy="9155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12">
                    <a:moveTo>
                      <a:pt x="914400" y="914400"/>
                    </a:moveTo>
                    <a:lnTo>
                      <a:pt x="914400" y="915512"/>
                    </a:lnTo>
                    <a:lnTo>
                      <a:pt x="911827" y="915307"/>
                    </a:lnTo>
                    <a:lnTo>
                      <a:pt x="907119" y="914400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h38"/>
              <p:cNvSpPr/>
              <p:nvPr/>
            </p:nvSpPr>
            <p:spPr>
              <a:xfrm>
                <a:off x="2781208" y="2860610"/>
                <a:ext cx="923662" cy="91584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84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74"/>
                    </a:lnTo>
                    <a:lnTo>
                      <a:pt x="918528" y="915841"/>
                    </a:lnTo>
                    <a:lnTo>
                      <a:pt x="914400" y="915512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h39"/>
              <p:cNvSpPr/>
              <p:nvPr/>
            </p:nvSpPr>
            <p:spPr>
              <a:xfrm>
                <a:off x="2790470" y="2860610"/>
                <a:ext cx="923662" cy="91567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67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41"/>
                    </a:lnTo>
                    <a:lnTo>
                      <a:pt x="922456" y="915047"/>
                    </a:lnTo>
                    <a:lnTo>
                      <a:pt x="920296" y="915238"/>
                    </a:lnTo>
                    <a:lnTo>
                      <a:pt x="918136" y="915430"/>
                    </a:lnTo>
                    <a:lnTo>
                      <a:pt x="915971" y="915622"/>
                    </a:lnTo>
                    <a:lnTo>
                      <a:pt x="914400" y="915674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h40"/>
              <p:cNvSpPr/>
              <p:nvPr/>
            </p:nvSpPr>
            <p:spPr>
              <a:xfrm>
                <a:off x="2799732" y="2860610"/>
                <a:ext cx="920549" cy="914941"/>
              </a:xfrm>
              <a:custGeom>
                <a:avLst/>
                <a:gdLst/>
                <a:ahLst/>
                <a:cxnLst/>
                <a:rect l="0" t="0" r="0" b="0"/>
                <a:pathLst>
                  <a:path w="920549" h="914941">
                    <a:moveTo>
                      <a:pt x="914400" y="914400"/>
                    </a:moveTo>
                    <a:lnTo>
                      <a:pt x="920549" y="914400"/>
                    </a:lnTo>
                    <a:lnTo>
                      <a:pt x="919674" y="914476"/>
                    </a:lnTo>
                    <a:lnTo>
                      <a:pt x="917514" y="914666"/>
                    </a:lnTo>
                    <a:lnTo>
                      <a:pt x="915354" y="914857"/>
                    </a:lnTo>
                    <a:lnTo>
                      <a:pt x="914400" y="914941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h41"/>
              <p:cNvSpPr/>
              <p:nvPr/>
            </p:nvSpPr>
            <p:spPr>
              <a:xfrm>
                <a:off x="2531128" y="2843372"/>
                <a:ext cx="914400" cy="916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267">
                    <a:moveTo>
                      <a:pt x="914400" y="914399"/>
                    </a:moveTo>
                    <a:lnTo>
                      <a:pt x="914400" y="916267"/>
                    </a:lnTo>
                    <a:lnTo>
                      <a:pt x="911459" y="91439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h42"/>
              <p:cNvSpPr/>
              <p:nvPr/>
            </p:nvSpPr>
            <p:spPr>
              <a:xfrm>
                <a:off x="2531128" y="2843372"/>
                <a:ext cx="923662" cy="92104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04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1047"/>
                    </a:lnTo>
                    <a:lnTo>
                      <a:pt x="921255" y="920024"/>
                    </a:lnTo>
                    <a:lnTo>
                      <a:pt x="915678" y="917078"/>
                    </a:lnTo>
                    <a:lnTo>
                      <a:pt x="914400" y="916267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h43"/>
              <p:cNvSpPr/>
              <p:nvPr/>
            </p:nvSpPr>
            <p:spPr>
              <a:xfrm>
                <a:off x="2540390" y="2843372"/>
                <a:ext cx="923662" cy="9243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8"/>
                    </a:lnTo>
                    <a:lnTo>
                      <a:pt x="923354" y="924274"/>
                    </a:lnTo>
                    <a:lnTo>
                      <a:pt x="917643" y="922425"/>
                    </a:lnTo>
                    <a:lnTo>
                      <a:pt x="914400" y="921047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h44"/>
              <p:cNvSpPr/>
              <p:nvPr/>
            </p:nvSpPr>
            <p:spPr>
              <a:xfrm>
                <a:off x="2549652" y="2843372"/>
                <a:ext cx="923662" cy="9269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90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900"/>
                    </a:lnTo>
                    <a:lnTo>
                      <a:pt x="922885" y="926687"/>
                    </a:lnTo>
                    <a:lnTo>
                      <a:pt x="921630" y="926342"/>
                    </a:lnTo>
                    <a:lnTo>
                      <a:pt x="920374" y="925997"/>
                    </a:lnTo>
                    <a:lnTo>
                      <a:pt x="919118" y="925652"/>
                    </a:lnTo>
                    <a:lnTo>
                      <a:pt x="917863" y="925308"/>
                    </a:lnTo>
                    <a:lnTo>
                      <a:pt x="916607" y="924963"/>
                    </a:lnTo>
                    <a:lnTo>
                      <a:pt x="915351" y="924619"/>
                    </a:lnTo>
                    <a:lnTo>
                      <a:pt x="914400" y="92435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h45"/>
              <p:cNvSpPr/>
              <p:nvPr/>
            </p:nvSpPr>
            <p:spPr>
              <a:xfrm>
                <a:off x="2558914" y="2843372"/>
                <a:ext cx="923662" cy="9294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45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450"/>
                    </a:lnTo>
                    <a:lnTo>
                      <a:pt x="923350" y="929364"/>
                    </a:lnTo>
                    <a:lnTo>
                      <a:pt x="923037" y="929277"/>
                    </a:lnTo>
                    <a:lnTo>
                      <a:pt x="922881" y="929227"/>
                    </a:lnTo>
                    <a:lnTo>
                      <a:pt x="922724" y="929191"/>
                    </a:lnTo>
                    <a:lnTo>
                      <a:pt x="922411" y="929105"/>
                    </a:lnTo>
                    <a:lnTo>
                      <a:pt x="921155" y="928759"/>
                    </a:lnTo>
                    <a:lnTo>
                      <a:pt x="919900" y="928413"/>
                    </a:lnTo>
                    <a:lnTo>
                      <a:pt x="918644" y="928068"/>
                    </a:lnTo>
                    <a:lnTo>
                      <a:pt x="917389" y="927722"/>
                    </a:lnTo>
                    <a:lnTo>
                      <a:pt x="916134" y="927377"/>
                    </a:lnTo>
                    <a:lnTo>
                      <a:pt x="914878" y="927032"/>
                    </a:lnTo>
                    <a:lnTo>
                      <a:pt x="914400" y="9269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h46"/>
              <p:cNvSpPr/>
              <p:nvPr/>
            </p:nvSpPr>
            <p:spPr>
              <a:xfrm>
                <a:off x="256817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2325" y="931638"/>
                    </a:lnTo>
                    <a:lnTo>
                      <a:pt x="921618" y="931442"/>
                    </a:lnTo>
                    <a:lnTo>
                      <a:pt x="920363" y="931096"/>
                    </a:lnTo>
                    <a:lnTo>
                      <a:pt x="919108" y="930749"/>
                    </a:lnTo>
                    <a:lnTo>
                      <a:pt x="917854" y="930403"/>
                    </a:lnTo>
                    <a:lnTo>
                      <a:pt x="916599" y="930056"/>
                    </a:lnTo>
                    <a:lnTo>
                      <a:pt x="915344" y="929710"/>
                    </a:lnTo>
                    <a:lnTo>
                      <a:pt x="914400" y="92945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h47"/>
              <p:cNvSpPr/>
              <p:nvPr/>
            </p:nvSpPr>
            <p:spPr>
              <a:xfrm>
                <a:off x="257743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h48"/>
              <p:cNvSpPr/>
              <p:nvPr/>
            </p:nvSpPr>
            <p:spPr>
              <a:xfrm>
                <a:off x="258670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h49"/>
              <p:cNvSpPr/>
              <p:nvPr/>
            </p:nvSpPr>
            <p:spPr>
              <a:xfrm>
                <a:off x="259596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h50"/>
              <p:cNvSpPr/>
              <p:nvPr/>
            </p:nvSpPr>
            <p:spPr>
              <a:xfrm>
                <a:off x="260522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h51"/>
              <p:cNvSpPr/>
              <p:nvPr/>
            </p:nvSpPr>
            <p:spPr>
              <a:xfrm>
                <a:off x="261448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h52"/>
              <p:cNvSpPr/>
              <p:nvPr/>
            </p:nvSpPr>
            <p:spPr>
              <a:xfrm>
                <a:off x="262375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h53"/>
              <p:cNvSpPr/>
              <p:nvPr/>
            </p:nvSpPr>
            <p:spPr>
              <a:xfrm>
                <a:off x="2633012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h54"/>
              <p:cNvSpPr/>
              <p:nvPr/>
            </p:nvSpPr>
            <p:spPr>
              <a:xfrm>
                <a:off x="2642274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h55"/>
              <p:cNvSpPr/>
              <p:nvPr/>
            </p:nvSpPr>
            <p:spPr>
              <a:xfrm>
                <a:off x="265153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h56"/>
              <p:cNvSpPr/>
              <p:nvPr/>
            </p:nvSpPr>
            <p:spPr>
              <a:xfrm>
                <a:off x="266079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h57"/>
              <p:cNvSpPr/>
              <p:nvPr/>
            </p:nvSpPr>
            <p:spPr>
              <a:xfrm>
                <a:off x="267006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h58"/>
              <p:cNvSpPr/>
              <p:nvPr/>
            </p:nvSpPr>
            <p:spPr>
              <a:xfrm>
                <a:off x="267932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h59"/>
              <p:cNvSpPr/>
              <p:nvPr/>
            </p:nvSpPr>
            <p:spPr>
              <a:xfrm>
                <a:off x="268858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h60"/>
              <p:cNvSpPr/>
              <p:nvPr/>
            </p:nvSpPr>
            <p:spPr>
              <a:xfrm>
                <a:off x="269784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h61"/>
              <p:cNvSpPr/>
              <p:nvPr/>
            </p:nvSpPr>
            <p:spPr>
              <a:xfrm>
                <a:off x="2707110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376"/>
                    </a:lnTo>
                    <a:lnTo>
                      <a:pt x="922531" y="912732"/>
                    </a:lnTo>
                    <a:lnTo>
                      <a:pt x="921135" y="913172"/>
                    </a:lnTo>
                    <a:lnTo>
                      <a:pt x="919739" y="913612"/>
                    </a:lnTo>
                    <a:lnTo>
                      <a:pt x="918343" y="914052"/>
                    </a:lnTo>
                    <a:lnTo>
                      <a:pt x="917240" y="914400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h62"/>
              <p:cNvSpPr/>
              <p:nvPr/>
            </p:nvSpPr>
            <p:spPr>
              <a:xfrm>
                <a:off x="2716372" y="2843372"/>
                <a:ext cx="923662" cy="9296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6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704"/>
                    </a:lnTo>
                    <a:lnTo>
                      <a:pt x="923045" y="926897"/>
                    </a:lnTo>
                    <a:lnTo>
                      <a:pt x="921649" y="927336"/>
                    </a:lnTo>
                    <a:lnTo>
                      <a:pt x="920252" y="927775"/>
                    </a:lnTo>
                    <a:lnTo>
                      <a:pt x="918855" y="928214"/>
                    </a:lnTo>
                    <a:lnTo>
                      <a:pt x="917458" y="928653"/>
                    </a:lnTo>
                    <a:lnTo>
                      <a:pt x="916062" y="929092"/>
                    </a:lnTo>
                    <a:lnTo>
                      <a:pt x="914665" y="929531"/>
                    </a:lnTo>
                    <a:lnTo>
                      <a:pt x="914400" y="929615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h63"/>
              <p:cNvSpPr/>
              <p:nvPr/>
            </p:nvSpPr>
            <p:spPr>
              <a:xfrm>
                <a:off x="2725634" y="2843372"/>
                <a:ext cx="923662" cy="92670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704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564" y="923832"/>
                    </a:lnTo>
                    <a:lnTo>
                      <a:pt x="922167" y="924269"/>
                    </a:lnTo>
                    <a:lnTo>
                      <a:pt x="920769" y="924707"/>
                    </a:lnTo>
                    <a:lnTo>
                      <a:pt x="919372" y="925145"/>
                    </a:lnTo>
                    <a:lnTo>
                      <a:pt x="917974" y="925583"/>
                    </a:lnTo>
                    <a:lnTo>
                      <a:pt x="916577" y="926021"/>
                    </a:lnTo>
                    <a:lnTo>
                      <a:pt x="915180" y="926459"/>
                    </a:lnTo>
                    <a:lnTo>
                      <a:pt x="914400" y="926704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h64"/>
              <p:cNvSpPr/>
              <p:nvPr/>
            </p:nvSpPr>
            <p:spPr>
              <a:xfrm>
                <a:off x="2734897" y="2843372"/>
                <a:ext cx="923662" cy="92435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1"/>
                    </a:lnTo>
                    <a:lnTo>
                      <a:pt x="923113" y="924216"/>
                    </a:lnTo>
                    <a:lnTo>
                      <a:pt x="921537" y="923826"/>
                    </a:lnTo>
                    <a:lnTo>
                      <a:pt x="919961" y="923437"/>
                    </a:lnTo>
                    <a:lnTo>
                      <a:pt x="918385" y="923048"/>
                    </a:lnTo>
                    <a:lnTo>
                      <a:pt x="917503" y="922831"/>
                    </a:lnTo>
                    <a:lnTo>
                      <a:pt x="917097" y="922958"/>
                    </a:lnTo>
                    <a:lnTo>
                      <a:pt x="915699" y="923395"/>
                    </a:lnTo>
                    <a:lnTo>
                      <a:pt x="914400" y="923801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h65"/>
              <p:cNvSpPr/>
              <p:nvPr/>
            </p:nvSpPr>
            <p:spPr>
              <a:xfrm>
                <a:off x="2744159" y="2843372"/>
                <a:ext cx="923662" cy="92664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64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645"/>
                    </a:lnTo>
                    <a:lnTo>
                      <a:pt x="923304" y="926556"/>
                    </a:lnTo>
                    <a:lnTo>
                      <a:pt x="921729" y="926165"/>
                    </a:lnTo>
                    <a:lnTo>
                      <a:pt x="920154" y="925775"/>
                    </a:lnTo>
                    <a:lnTo>
                      <a:pt x="918578" y="925385"/>
                    </a:lnTo>
                    <a:lnTo>
                      <a:pt x="917002" y="924995"/>
                    </a:lnTo>
                    <a:lnTo>
                      <a:pt x="915427" y="924605"/>
                    </a:lnTo>
                    <a:lnTo>
                      <a:pt x="914400" y="924351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h66"/>
              <p:cNvSpPr/>
              <p:nvPr/>
            </p:nvSpPr>
            <p:spPr>
              <a:xfrm>
                <a:off x="2753421" y="2843372"/>
                <a:ext cx="923662" cy="92894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946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8946"/>
                    </a:lnTo>
                    <a:lnTo>
                      <a:pt x="923492" y="928904"/>
                    </a:lnTo>
                    <a:lnTo>
                      <a:pt x="921917" y="928512"/>
                    </a:lnTo>
                    <a:lnTo>
                      <a:pt x="920342" y="928120"/>
                    </a:lnTo>
                    <a:lnTo>
                      <a:pt x="918768" y="927729"/>
                    </a:lnTo>
                    <a:lnTo>
                      <a:pt x="917192" y="927338"/>
                    </a:lnTo>
                    <a:lnTo>
                      <a:pt x="915617" y="926947"/>
                    </a:lnTo>
                    <a:lnTo>
                      <a:pt x="914400" y="926645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h67"/>
              <p:cNvSpPr/>
              <p:nvPr/>
            </p:nvSpPr>
            <p:spPr>
              <a:xfrm>
                <a:off x="2762683" y="2843372"/>
                <a:ext cx="923662" cy="9312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25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255"/>
                    </a:lnTo>
                    <a:lnTo>
                      <a:pt x="922102" y="930866"/>
                    </a:lnTo>
                    <a:lnTo>
                      <a:pt x="920528" y="930473"/>
                    </a:lnTo>
                    <a:lnTo>
                      <a:pt x="918954" y="930080"/>
                    </a:lnTo>
                    <a:lnTo>
                      <a:pt x="917379" y="929688"/>
                    </a:lnTo>
                    <a:lnTo>
                      <a:pt x="915805" y="929296"/>
                    </a:lnTo>
                    <a:lnTo>
                      <a:pt x="914400" y="928946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h68"/>
              <p:cNvSpPr/>
              <p:nvPr/>
            </p:nvSpPr>
            <p:spPr>
              <a:xfrm>
                <a:off x="277194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382" y="931638"/>
                    </a:lnTo>
                    <a:lnTo>
                      <a:pt x="914400" y="931255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h69"/>
              <p:cNvSpPr/>
              <p:nvPr/>
            </p:nvSpPr>
            <p:spPr>
              <a:xfrm>
                <a:off x="278120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h70"/>
              <p:cNvSpPr/>
              <p:nvPr/>
            </p:nvSpPr>
            <p:spPr>
              <a:xfrm>
                <a:off x="279047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h71"/>
              <p:cNvSpPr/>
              <p:nvPr/>
            </p:nvSpPr>
            <p:spPr>
              <a:xfrm>
                <a:off x="2799732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127"/>
                    </a:lnTo>
                    <a:lnTo>
                      <a:pt x="921834" y="914287"/>
                    </a:lnTo>
                    <a:lnTo>
                      <a:pt x="920549" y="914400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h72"/>
              <p:cNvSpPr/>
              <p:nvPr/>
            </p:nvSpPr>
            <p:spPr>
              <a:xfrm>
                <a:off x="2808994" y="2843372"/>
                <a:ext cx="923662" cy="9313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813"/>
                    </a:lnTo>
                    <a:lnTo>
                      <a:pt x="920443" y="930561"/>
                    </a:lnTo>
                    <a:lnTo>
                      <a:pt x="914738" y="931335"/>
                    </a:lnTo>
                    <a:lnTo>
                      <a:pt x="914400" y="931365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h73"/>
              <p:cNvSpPr/>
              <p:nvPr/>
            </p:nvSpPr>
            <p:spPr>
              <a:xfrm>
                <a:off x="2818257" y="2843372"/>
                <a:ext cx="923662" cy="92981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13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877"/>
                    </a:lnTo>
                    <a:lnTo>
                      <a:pt x="922490" y="927381"/>
                    </a:lnTo>
                    <a:lnTo>
                      <a:pt x="916858" y="929242"/>
                    </a:lnTo>
                    <a:lnTo>
                      <a:pt x="914400" y="929813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h74"/>
              <p:cNvSpPr/>
              <p:nvPr/>
            </p:nvSpPr>
            <p:spPr>
              <a:xfrm>
                <a:off x="2827519" y="2843372"/>
                <a:ext cx="923662" cy="9268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8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2395"/>
                    </a:lnTo>
                    <a:lnTo>
                      <a:pt x="918802" y="924983"/>
                    </a:lnTo>
                    <a:lnTo>
                      <a:pt x="914400" y="926877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h75"/>
              <p:cNvSpPr/>
              <p:nvPr/>
            </p:nvSpPr>
            <p:spPr>
              <a:xfrm>
                <a:off x="2836781" y="2843372"/>
                <a:ext cx="923662" cy="9223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9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6205"/>
                    </a:lnTo>
                    <a:lnTo>
                      <a:pt x="920451" y="918603"/>
                    </a:lnTo>
                    <a:lnTo>
                      <a:pt x="915040" y="922054"/>
                    </a:lnTo>
                    <a:lnTo>
                      <a:pt x="914400" y="922395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h76"/>
              <p:cNvSpPr/>
              <p:nvPr/>
            </p:nvSpPr>
            <p:spPr>
              <a:xfrm>
                <a:off x="2846043" y="2843372"/>
                <a:ext cx="916775" cy="916205"/>
              </a:xfrm>
              <a:custGeom>
                <a:avLst/>
                <a:gdLst/>
                <a:ahLst/>
                <a:cxnLst/>
                <a:rect l="0" t="0" r="0" b="0"/>
                <a:pathLst>
                  <a:path w="916775" h="916205">
                    <a:moveTo>
                      <a:pt x="914400" y="914399"/>
                    </a:moveTo>
                    <a:lnTo>
                      <a:pt x="916775" y="914399"/>
                    </a:lnTo>
                    <a:lnTo>
                      <a:pt x="916498" y="914638"/>
                    </a:lnTo>
                    <a:lnTo>
                      <a:pt x="914400" y="916205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h77"/>
              <p:cNvSpPr/>
              <p:nvPr/>
            </p:nvSpPr>
            <p:spPr>
              <a:xfrm>
                <a:off x="2512603" y="2826133"/>
                <a:ext cx="914400" cy="9186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691">
                    <a:moveTo>
                      <a:pt x="914400" y="914399"/>
                    </a:moveTo>
                    <a:lnTo>
                      <a:pt x="914400" y="918691"/>
                    </a:lnTo>
                    <a:lnTo>
                      <a:pt x="912947" y="917266"/>
                    </a:lnTo>
                    <a:lnTo>
                      <a:pt x="910363" y="91439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h78"/>
              <p:cNvSpPr/>
              <p:nvPr/>
            </p:nvSpPr>
            <p:spPr>
              <a:xfrm>
                <a:off x="2512603" y="2826133"/>
                <a:ext cx="923662" cy="92706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6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7067"/>
                    </a:lnTo>
                    <a:lnTo>
                      <a:pt x="923336" y="926824"/>
                    </a:lnTo>
                    <a:lnTo>
                      <a:pt x="918075" y="922297"/>
                    </a:lnTo>
                    <a:lnTo>
                      <a:pt x="914400" y="918691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h79"/>
              <p:cNvSpPr/>
              <p:nvPr/>
            </p:nvSpPr>
            <p:spPr>
              <a:xfrm>
                <a:off x="252186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0721" y="931638"/>
                    </a:lnTo>
                    <a:lnTo>
                      <a:pt x="919455" y="930834"/>
                    </a:lnTo>
                    <a:lnTo>
                      <a:pt x="914400" y="927067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h80"/>
              <p:cNvSpPr/>
              <p:nvPr/>
            </p:nvSpPr>
            <p:spPr>
              <a:xfrm>
                <a:off x="253112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h81"/>
              <p:cNvSpPr/>
              <p:nvPr/>
            </p:nvSpPr>
            <p:spPr>
              <a:xfrm>
                <a:off x="254039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h82"/>
              <p:cNvSpPr/>
              <p:nvPr/>
            </p:nvSpPr>
            <p:spPr>
              <a:xfrm>
                <a:off x="254965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h83"/>
              <p:cNvSpPr/>
              <p:nvPr/>
            </p:nvSpPr>
            <p:spPr>
              <a:xfrm>
                <a:off x="255891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h84"/>
              <p:cNvSpPr/>
              <p:nvPr/>
            </p:nvSpPr>
            <p:spPr>
              <a:xfrm>
                <a:off x="256817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h85"/>
              <p:cNvSpPr/>
              <p:nvPr/>
            </p:nvSpPr>
            <p:spPr>
              <a:xfrm>
                <a:off x="257743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h86"/>
              <p:cNvSpPr/>
              <p:nvPr/>
            </p:nvSpPr>
            <p:spPr>
              <a:xfrm>
                <a:off x="258670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h87"/>
              <p:cNvSpPr/>
              <p:nvPr/>
            </p:nvSpPr>
            <p:spPr>
              <a:xfrm>
                <a:off x="259596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h88"/>
              <p:cNvSpPr/>
              <p:nvPr/>
            </p:nvSpPr>
            <p:spPr>
              <a:xfrm>
                <a:off x="260522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h89"/>
              <p:cNvSpPr/>
              <p:nvPr/>
            </p:nvSpPr>
            <p:spPr>
              <a:xfrm>
                <a:off x="261448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h90"/>
              <p:cNvSpPr/>
              <p:nvPr/>
            </p:nvSpPr>
            <p:spPr>
              <a:xfrm>
                <a:off x="262375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h91"/>
              <p:cNvSpPr/>
              <p:nvPr/>
            </p:nvSpPr>
            <p:spPr>
              <a:xfrm>
                <a:off x="263301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h92"/>
              <p:cNvSpPr/>
              <p:nvPr/>
            </p:nvSpPr>
            <p:spPr>
              <a:xfrm>
                <a:off x="264227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h93"/>
              <p:cNvSpPr/>
              <p:nvPr/>
            </p:nvSpPr>
            <p:spPr>
              <a:xfrm>
                <a:off x="265153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h94"/>
              <p:cNvSpPr/>
              <p:nvPr/>
            </p:nvSpPr>
            <p:spPr>
              <a:xfrm>
                <a:off x="266079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h95"/>
              <p:cNvSpPr/>
              <p:nvPr/>
            </p:nvSpPr>
            <p:spPr>
              <a:xfrm>
                <a:off x="267006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h96"/>
              <p:cNvSpPr/>
              <p:nvPr/>
            </p:nvSpPr>
            <p:spPr>
              <a:xfrm>
                <a:off x="267932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h97"/>
              <p:cNvSpPr/>
              <p:nvPr/>
            </p:nvSpPr>
            <p:spPr>
              <a:xfrm>
                <a:off x="268858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h98"/>
              <p:cNvSpPr/>
              <p:nvPr/>
            </p:nvSpPr>
            <p:spPr>
              <a:xfrm>
                <a:off x="269784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h99"/>
              <p:cNvSpPr/>
              <p:nvPr/>
            </p:nvSpPr>
            <p:spPr>
              <a:xfrm>
                <a:off x="270711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h100"/>
              <p:cNvSpPr/>
              <p:nvPr/>
            </p:nvSpPr>
            <p:spPr>
              <a:xfrm>
                <a:off x="271637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h101"/>
              <p:cNvSpPr/>
              <p:nvPr/>
            </p:nvSpPr>
            <p:spPr>
              <a:xfrm>
                <a:off x="272563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h102"/>
              <p:cNvSpPr/>
              <p:nvPr/>
            </p:nvSpPr>
            <p:spPr>
              <a:xfrm>
                <a:off x="273489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h103"/>
              <p:cNvSpPr/>
              <p:nvPr/>
            </p:nvSpPr>
            <p:spPr>
              <a:xfrm>
                <a:off x="274415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h104"/>
              <p:cNvSpPr/>
              <p:nvPr/>
            </p:nvSpPr>
            <p:spPr>
              <a:xfrm>
                <a:off x="275342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h105"/>
              <p:cNvSpPr/>
              <p:nvPr/>
            </p:nvSpPr>
            <p:spPr>
              <a:xfrm>
                <a:off x="276268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h106"/>
              <p:cNvSpPr/>
              <p:nvPr/>
            </p:nvSpPr>
            <p:spPr>
              <a:xfrm>
                <a:off x="277194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h107"/>
              <p:cNvSpPr/>
              <p:nvPr/>
            </p:nvSpPr>
            <p:spPr>
              <a:xfrm>
                <a:off x="278120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h108"/>
              <p:cNvSpPr/>
              <p:nvPr/>
            </p:nvSpPr>
            <p:spPr>
              <a:xfrm>
                <a:off x="279047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h109"/>
              <p:cNvSpPr/>
              <p:nvPr/>
            </p:nvSpPr>
            <p:spPr>
              <a:xfrm>
                <a:off x="279973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h110"/>
              <p:cNvSpPr/>
              <p:nvPr/>
            </p:nvSpPr>
            <p:spPr>
              <a:xfrm>
                <a:off x="280899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h111"/>
              <p:cNvSpPr/>
              <p:nvPr/>
            </p:nvSpPr>
            <p:spPr>
              <a:xfrm>
                <a:off x="281825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h112"/>
              <p:cNvSpPr/>
              <p:nvPr/>
            </p:nvSpPr>
            <p:spPr>
              <a:xfrm>
                <a:off x="282751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h113"/>
              <p:cNvSpPr/>
              <p:nvPr/>
            </p:nvSpPr>
            <p:spPr>
              <a:xfrm>
                <a:off x="283678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h114"/>
              <p:cNvSpPr/>
              <p:nvPr/>
            </p:nvSpPr>
            <p:spPr>
              <a:xfrm>
                <a:off x="2846043" y="284337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38"/>
                    </a:lnTo>
                    <a:lnTo>
                      <a:pt x="921691" y="910169"/>
                    </a:lnTo>
                    <a:lnTo>
                      <a:pt x="916775" y="91439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h115"/>
              <p:cNvSpPr/>
              <p:nvPr/>
            </p:nvSpPr>
            <p:spPr>
              <a:xfrm>
                <a:off x="2855306" y="2826133"/>
                <a:ext cx="923662" cy="9254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4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457"/>
                    </a:lnTo>
                    <a:lnTo>
                      <a:pt x="922409" y="917010"/>
                    </a:lnTo>
                    <a:lnTo>
                      <a:pt x="917491" y="922448"/>
                    </a:lnTo>
                    <a:lnTo>
                      <a:pt x="914400" y="925477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h116"/>
              <p:cNvSpPr/>
              <p:nvPr/>
            </p:nvSpPr>
            <p:spPr>
              <a:xfrm>
                <a:off x="2864568" y="2826133"/>
                <a:ext cx="915253" cy="915457"/>
              </a:xfrm>
              <a:custGeom>
                <a:avLst/>
                <a:gdLst/>
                <a:ahLst/>
                <a:cxnLst/>
                <a:rect l="0" t="0" r="0" b="0"/>
                <a:pathLst>
                  <a:path w="915253" h="915457">
                    <a:moveTo>
                      <a:pt x="914400" y="914399"/>
                    </a:moveTo>
                    <a:lnTo>
                      <a:pt x="915253" y="914399"/>
                    </a:lnTo>
                    <a:lnTo>
                      <a:pt x="914400" y="915457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h117"/>
              <p:cNvSpPr/>
              <p:nvPr/>
            </p:nvSpPr>
            <p:spPr>
              <a:xfrm>
                <a:off x="2503341" y="2808895"/>
                <a:ext cx="914400" cy="92545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59">
                    <a:moveTo>
                      <a:pt x="914400" y="914400"/>
                    </a:moveTo>
                    <a:lnTo>
                      <a:pt x="914400" y="925459"/>
                    </a:lnTo>
                    <a:lnTo>
                      <a:pt x="912412" y="922984"/>
                    </a:lnTo>
                    <a:lnTo>
                      <a:pt x="907768" y="916527"/>
                    </a:lnTo>
                    <a:lnTo>
                      <a:pt x="906394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h118"/>
              <p:cNvSpPr/>
              <p:nvPr/>
            </p:nvSpPr>
            <p:spPr>
              <a:xfrm>
                <a:off x="250334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25" y="931638"/>
                    </a:lnTo>
                    <a:lnTo>
                      <a:pt x="917230" y="928982"/>
                    </a:lnTo>
                    <a:lnTo>
                      <a:pt x="914400" y="92545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h119"/>
              <p:cNvSpPr/>
              <p:nvPr/>
            </p:nvSpPr>
            <p:spPr>
              <a:xfrm>
                <a:off x="251260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h120"/>
              <p:cNvSpPr/>
              <p:nvPr/>
            </p:nvSpPr>
            <p:spPr>
              <a:xfrm>
                <a:off x="252186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h121"/>
              <p:cNvSpPr/>
              <p:nvPr/>
            </p:nvSpPr>
            <p:spPr>
              <a:xfrm>
                <a:off x="253112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h122"/>
              <p:cNvSpPr/>
              <p:nvPr/>
            </p:nvSpPr>
            <p:spPr>
              <a:xfrm>
                <a:off x="254039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h123"/>
              <p:cNvSpPr/>
              <p:nvPr/>
            </p:nvSpPr>
            <p:spPr>
              <a:xfrm>
                <a:off x="254965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h124"/>
              <p:cNvSpPr/>
              <p:nvPr/>
            </p:nvSpPr>
            <p:spPr>
              <a:xfrm>
                <a:off x="255891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h125"/>
              <p:cNvSpPr/>
              <p:nvPr/>
            </p:nvSpPr>
            <p:spPr>
              <a:xfrm>
                <a:off x="256817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h126"/>
              <p:cNvSpPr/>
              <p:nvPr/>
            </p:nvSpPr>
            <p:spPr>
              <a:xfrm>
                <a:off x="257743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h127"/>
              <p:cNvSpPr/>
              <p:nvPr/>
            </p:nvSpPr>
            <p:spPr>
              <a:xfrm>
                <a:off x="258670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h128"/>
              <p:cNvSpPr/>
              <p:nvPr/>
            </p:nvSpPr>
            <p:spPr>
              <a:xfrm>
                <a:off x="259596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h129"/>
              <p:cNvSpPr/>
              <p:nvPr/>
            </p:nvSpPr>
            <p:spPr>
              <a:xfrm>
                <a:off x="260522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h130"/>
              <p:cNvSpPr/>
              <p:nvPr/>
            </p:nvSpPr>
            <p:spPr>
              <a:xfrm>
                <a:off x="261448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h131"/>
              <p:cNvSpPr/>
              <p:nvPr/>
            </p:nvSpPr>
            <p:spPr>
              <a:xfrm>
                <a:off x="262375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h132"/>
              <p:cNvSpPr/>
              <p:nvPr/>
            </p:nvSpPr>
            <p:spPr>
              <a:xfrm>
                <a:off x="263301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h133"/>
              <p:cNvSpPr/>
              <p:nvPr/>
            </p:nvSpPr>
            <p:spPr>
              <a:xfrm>
                <a:off x="264227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h134"/>
              <p:cNvSpPr/>
              <p:nvPr/>
            </p:nvSpPr>
            <p:spPr>
              <a:xfrm>
                <a:off x="265153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h135"/>
              <p:cNvSpPr/>
              <p:nvPr/>
            </p:nvSpPr>
            <p:spPr>
              <a:xfrm>
                <a:off x="266079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h136"/>
              <p:cNvSpPr/>
              <p:nvPr/>
            </p:nvSpPr>
            <p:spPr>
              <a:xfrm>
                <a:off x="267006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h137"/>
              <p:cNvSpPr/>
              <p:nvPr/>
            </p:nvSpPr>
            <p:spPr>
              <a:xfrm>
                <a:off x="267932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h138"/>
              <p:cNvSpPr/>
              <p:nvPr/>
            </p:nvSpPr>
            <p:spPr>
              <a:xfrm>
                <a:off x="268858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h139"/>
              <p:cNvSpPr/>
              <p:nvPr/>
            </p:nvSpPr>
            <p:spPr>
              <a:xfrm>
                <a:off x="269784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h140"/>
              <p:cNvSpPr/>
              <p:nvPr/>
            </p:nvSpPr>
            <p:spPr>
              <a:xfrm>
                <a:off x="270711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h141"/>
              <p:cNvSpPr/>
              <p:nvPr/>
            </p:nvSpPr>
            <p:spPr>
              <a:xfrm>
                <a:off x="271637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h142"/>
              <p:cNvSpPr/>
              <p:nvPr/>
            </p:nvSpPr>
            <p:spPr>
              <a:xfrm>
                <a:off x="272563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h143"/>
              <p:cNvSpPr/>
              <p:nvPr/>
            </p:nvSpPr>
            <p:spPr>
              <a:xfrm>
                <a:off x="273489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h144"/>
              <p:cNvSpPr/>
              <p:nvPr/>
            </p:nvSpPr>
            <p:spPr>
              <a:xfrm>
                <a:off x="274415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h145"/>
              <p:cNvSpPr/>
              <p:nvPr/>
            </p:nvSpPr>
            <p:spPr>
              <a:xfrm>
                <a:off x="275342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h146"/>
              <p:cNvSpPr/>
              <p:nvPr/>
            </p:nvSpPr>
            <p:spPr>
              <a:xfrm>
                <a:off x="276268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h147"/>
              <p:cNvSpPr/>
              <p:nvPr/>
            </p:nvSpPr>
            <p:spPr>
              <a:xfrm>
                <a:off x="277194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h148"/>
              <p:cNvSpPr/>
              <p:nvPr/>
            </p:nvSpPr>
            <p:spPr>
              <a:xfrm>
                <a:off x="278120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h149"/>
              <p:cNvSpPr/>
              <p:nvPr/>
            </p:nvSpPr>
            <p:spPr>
              <a:xfrm>
                <a:off x="279047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h150"/>
              <p:cNvSpPr/>
              <p:nvPr/>
            </p:nvSpPr>
            <p:spPr>
              <a:xfrm>
                <a:off x="279973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h151"/>
              <p:cNvSpPr/>
              <p:nvPr/>
            </p:nvSpPr>
            <p:spPr>
              <a:xfrm>
                <a:off x="280899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h152"/>
              <p:cNvSpPr/>
              <p:nvPr/>
            </p:nvSpPr>
            <p:spPr>
              <a:xfrm>
                <a:off x="281825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h153"/>
              <p:cNvSpPr/>
              <p:nvPr/>
            </p:nvSpPr>
            <p:spPr>
              <a:xfrm>
                <a:off x="282751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h154"/>
              <p:cNvSpPr/>
              <p:nvPr/>
            </p:nvSpPr>
            <p:spPr>
              <a:xfrm>
                <a:off x="283678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h155"/>
              <p:cNvSpPr/>
              <p:nvPr/>
            </p:nvSpPr>
            <p:spPr>
              <a:xfrm>
                <a:off x="284604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h156"/>
              <p:cNvSpPr/>
              <p:nvPr/>
            </p:nvSpPr>
            <p:spPr>
              <a:xfrm>
                <a:off x="285530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h157"/>
              <p:cNvSpPr/>
              <p:nvPr/>
            </p:nvSpPr>
            <p:spPr>
              <a:xfrm>
                <a:off x="2864568" y="28261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065"/>
                    </a:lnTo>
                    <a:lnTo>
                      <a:pt x="923464" y="903353"/>
                    </a:lnTo>
                    <a:lnTo>
                      <a:pt x="922500" y="904759"/>
                    </a:lnTo>
                    <a:lnTo>
                      <a:pt x="917908" y="911109"/>
                    </a:lnTo>
                    <a:lnTo>
                      <a:pt x="915253" y="91439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h158"/>
              <p:cNvSpPr/>
              <p:nvPr/>
            </p:nvSpPr>
            <p:spPr>
              <a:xfrm>
                <a:off x="2873830" y="2808895"/>
                <a:ext cx="918450" cy="920303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20303">
                    <a:moveTo>
                      <a:pt x="914400" y="914400"/>
                    </a:moveTo>
                    <a:lnTo>
                      <a:pt x="918450" y="914400"/>
                    </a:lnTo>
                    <a:lnTo>
                      <a:pt x="918036" y="915003"/>
                    </a:lnTo>
                    <a:lnTo>
                      <a:pt x="917077" y="916400"/>
                    </a:lnTo>
                    <a:lnTo>
                      <a:pt x="916118" y="917797"/>
                    </a:lnTo>
                    <a:lnTo>
                      <a:pt x="915160" y="919194"/>
                    </a:lnTo>
                    <a:lnTo>
                      <a:pt x="914400" y="920303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h159"/>
              <p:cNvSpPr/>
              <p:nvPr/>
            </p:nvSpPr>
            <p:spPr>
              <a:xfrm>
                <a:off x="2494079" y="2791656"/>
                <a:ext cx="914400" cy="9296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693">
                    <a:moveTo>
                      <a:pt x="914400" y="914400"/>
                    </a:moveTo>
                    <a:lnTo>
                      <a:pt x="914400" y="929693"/>
                    </a:lnTo>
                    <a:lnTo>
                      <a:pt x="912574" y="926867"/>
                    </a:lnTo>
                    <a:lnTo>
                      <a:pt x="908317" y="919545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h160"/>
              <p:cNvSpPr/>
              <p:nvPr/>
            </p:nvSpPr>
            <p:spPr>
              <a:xfrm>
                <a:off x="249407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56" y="931638"/>
                    </a:lnTo>
                    <a:lnTo>
                      <a:pt x="914400" y="929693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h161"/>
              <p:cNvSpPr/>
              <p:nvPr/>
            </p:nvSpPr>
            <p:spPr>
              <a:xfrm>
                <a:off x="250334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h162"/>
              <p:cNvSpPr/>
              <p:nvPr/>
            </p:nvSpPr>
            <p:spPr>
              <a:xfrm>
                <a:off x="251260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h163"/>
              <p:cNvSpPr/>
              <p:nvPr/>
            </p:nvSpPr>
            <p:spPr>
              <a:xfrm>
                <a:off x="252186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h164"/>
              <p:cNvSpPr/>
              <p:nvPr/>
            </p:nvSpPr>
            <p:spPr>
              <a:xfrm>
                <a:off x="253112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h165"/>
              <p:cNvSpPr/>
              <p:nvPr/>
            </p:nvSpPr>
            <p:spPr>
              <a:xfrm>
                <a:off x="254039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h166"/>
              <p:cNvSpPr/>
              <p:nvPr/>
            </p:nvSpPr>
            <p:spPr>
              <a:xfrm>
                <a:off x="254965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h167"/>
              <p:cNvSpPr/>
              <p:nvPr/>
            </p:nvSpPr>
            <p:spPr>
              <a:xfrm>
                <a:off x="255891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h168"/>
              <p:cNvSpPr/>
              <p:nvPr/>
            </p:nvSpPr>
            <p:spPr>
              <a:xfrm>
                <a:off x="256817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h169"/>
              <p:cNvSpPr/>
              <p:nvPr/>
            </p:nvSpPr>
            <p:spPr>
              <a:xfrm>
                <a:off x="257743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h170"/>
              <p:cNvSpPr/>
              <p:nvPr/>
            </p:nvSpPr>
            <p:spPr>
              <a:xfrm>
                <a:off x="258670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h171"/>
              <p:cNvSpPr/>
              <p:nvPr/>
            </p:nvSpPr>
            <p:spPr>
              <a:xfrm>
                <a:off x="259596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h172"/>
              <p:cNvSpPr/>
              <p:nvPr/>
            </p:nvSpPr>
            <p:spPr>
              <a:xfrm>
                <a:off x="260522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h173"/>
              <p:cNvSpPr/>
              <p:nvPr/>
            </p:nvSpPr>
            <p:spPr>
              <a:xfrm>
                <a:off x="261448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h174"/>
              <p:cNvSpPr/>
              <p:nvPr/>
            </p:nvSpPr>
            <p:spPr>
              <a:xfrm>
                <a:off x="262375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h175"/>
              <p:cNvSpPr/>
              <p:nvPr/>
            </p:nvSpPr>
            <p:spPr>
              <a:xfrm>
                <a:off x="263301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h176"/>
              <p:cNvSpPr/>
              <p:nvPr/>
            </p:nvSpPr>
            <p:spPr>
              <a:xfrm>
                <a:off x="264227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h177"/>
              <p:cNvSpPr/>
              <p:nvPr/>
            </p:nvSpPr>
            <p:spPr>
              <a:xfrm>
                <a:off x="265153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h178"/>
              <p:cNvSpPr/>
              <p:nvPr/>
            </p:nvSpPr>
            <p:spPr>
              <a:xfrm>
                <a:off x="266079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h179"/>
              <p:cNvSpPr/>
              <p:nvPr/>
            </p:nvSpPr>
            <p:spPr>
              <a:xfrm>
                <a:off x="267006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h180"/>
              <p:cNvSpPr/>
              <p:nvPr/>
            </p:nvSpPr>
            <p:spPr>
              <a:xfrm>
                <a:off x="267932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h181"/>
              <p:cNvSpPr/>
              <p:nvPr/>
            </p:nvSpPr>
            <p:spPr>
              <a:xfrm>
                <a:off x="268858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h182"/>
              <p:cNvSpPr/>
              <p:nvPr/>
            </p:nvSpPr>
            <p:spPr>
              <a:xfrm>
                <a:off x="269784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h183"/>
              <p:cNvSpPr/>
              <p:nvPr/>
            </p:nvSpPr>
            <p:spPr>
              <a:xfrm>
                <a:off x="270711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h184"/>
              <p:cNvSpPr/>
              <p:nvPr/>
            </p:nvSpPr>
            <p:spPr>
              <a:xfrm>
                <a:off x="271637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h185"/>
              <p:cNvSpPr/>
              <p:nvPr/>
            </p:nvSpPr>
            <p:spPr>
              <a:xfrm>
                <a:off x="272563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h186"/>
              <p:cNvSpPr/>
              <p:nvPr/>
            </p:nvSpPr>
            <p:spPr>
              <a:xfrm>
                <a:off x="273489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h187"/>
              <p:cNvSpPr/>
              <p:nvPr/>
            </p:nvSpPr>
            <p:spPr>
              <a:xfrm>
                <a:off x="274415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h188"/>
              <p:cNvSpPr/>
              <p:nvPr/>
            </p:nvSpPr>
            <p:spPr>
              <a:xfrm>
                <a:off x="275342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h189"/>
              <p:cNvSpPr/>
              <p:nvPr/>
            </p:nvSpPr>
            <p:spPr>
              <a:xfrm>
                <a:off x="276268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h190"/>
              <p:cNvSpPr/>
              <p:nvPr/>
            </p:nvSpPr>
            <p:spPr>
              <a:xfrm>
                <a:off x="277194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h191"/>
              <p:cNvSpPr/>
              <p:nvPr/>
            </p:nvSpPr>
            <p:spPr>
              <a:xfrm>
                <a:off x="278120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h192"/>
              <p:cNvSpPr/>
              <p:nvPr/>
            </p:nvSpPr>
            <p:spPr>
              <a:xfrm>
                <a:off x="279047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h193"/>
              <p:cNvSpPr/>
              <p:nvPr/>
            </p:nvSpPr>
            <p:spPr>
              <a:xfrm>
                <a:off x="279973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h194"/>
              <p:cNvSpPr/>
              <p:nvPr/>
            </p:nvSpPr>
            <p:spPr>
              <a:xfrm>
                <a:off x="280899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h195"/>
              <p:cNvSpPr/>
              <p:nvPr/>
            </p:nvSpPr>
            <p:spPr>
              <a:xfrm>
                <a:off x="281825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h196"/>
              <p:cNvSpPr/>
              <p:nvPr/>
            </p:nvSpPr>
            <p:spPr>
              <a:xfrm>
                <a:off x="282751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h197"/>
              <p:cNvSpPr/>
              <p:nvPr/>
            </p:nvSpPr>
            <p:spPr>
              <a:xfrm>
                <a:off x="283678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h198"/>
              <p:cNvSpPr/>
              <p:nvPr/>
            </p:nvSpPr>
            <p:spPr>
              <a:xfrm>
                <a:off x="284604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h199"/>
              <p:cNvSpPr/>
              <p:nvPr/>
            </p:nvSpPr>
            <p:spPr>
              <a:xfrm>
                <a:off x="285530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h200"/>
              <p:cNvSpPr/>
              <p:nvPr/>
            </p:nvSpPr>
            <p:spPr>
              <a:xfrm>
                <a:off x="286456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h201"/>
              <p:cNvSpPr/>
              <p:nvPr/>
            </p:nvSpPr>
            <p:spPr>
              <a:xfrm>
                <a:off x="2873830" y="28088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13"/>
                    </a:lnTo>
                    <a:lnTo>
                      <a:pt x="922833" y="908018"/>
                    </a:lnTo>
                    <a:lnTo>
                      <a:pt x="921874" y="909415"/>
                    </a:lnTo>
                    <a:lnTo>
                      <a:pt x="920914" y="910811"/>
                    </a:lnTo>
                    <a:lnTo>
                      <a:pt x="919954" y="912208"/>
                    </a:lnTo>
                    <a:lnTo>
                      <a:pt x="918995" y="913605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h202"/>
              <p:cNvSpPr/>
              <p:nvPr/>
            </p:nvSpPr>
            <p:spPr>
              <a:xfrm>
                <a:off x="2883092" y="2791656"/>
                <a:ext cx="921041" cy="924051"/>
              </a:xfrm>
              <a:custGeom>
                <a:avLst/>
                <a:gdLst/>
                <a:ahLst/>
                <a:cxnLst/>
                <a:rect l="0" t="0" r="0" b="0"/>
                <a:pathLst>
                  <a:path w="921041" h="924051">
                    <a:moveTo>
                      <a:pt x="914400" y="914400"/>
                    </a:moveTo>
                    <a:lnTo>
                      <a:pt x="921041" y="914400"/>
                    </a:lnTo>
                    <a:lnTo>
                      <a:pt x="920296" y="915481"/>
                    </a:lnTo>
                    <a:lnTo>
                      <a:pt x="919335" y="916877"/>
                    </a:lnTo>
                    <a:lnTo>
                      <a:pt x="918374" y="918273"/>
                    </a:lnTo>
                    <a:lnTo>
                      <a:pt x="917413" y="919670"/>
                    </a:lnTo>
                    <a:lnTo>
                      <a:pt x="916452" y="921066"/>
                    </a:lnTo>
                    <a:lnTo>
                      <a:pt x="915492" y="922463"/>
                    </a:lnTo>
                    <a:lnTo>
                      <a:pt x="914531" y="923860"/>
                    </a:lnTo>
                    <a:lnTo>
                      <a:pt x="914400" y="924051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h203"/>
              <p:cNvSpPr/>
              <p:nvPr/>
            </p:nvSpPr>
            <p:spPr>
              <a:xfrm>
                <a:off x="2484817" y="2774418"/>
                <a:ext cx="914400" cy="9307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13">
                    <a:moveTo>
                      <a:pt x="914400" y="914399"/>
                    </a:moveTo>
                    <a:lnTo>
                      <a:pt x="914400" y="930713"/>
                    </a:lnTo>
                    <a:lnTo>
                      <a:pt x="913533" y="929059"/>
                    </a:lnTo>
                    <a:lnTo>
                      <a:pt x="909709" y="920952"/>
                    </a:lnTo>
                    <a:lnTo>
                      <a:pt x="906929" y="91439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h204"/>
              <p:cNvSpPr/>
              <p:nvPr/>
            </p:nvSpPr>
            <p:spPr>
              <a:xfrm>
                <a:off x="248481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884" y="931638"/>
                    </a:lnTo>
                    <a:lnTo>
                      <a:pt x="914400" y="930713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h205"/>
              <p:cNvSpPr/>
              <p:nvPr/>
            </p:nvSpPr>
            <p:spPr>
              <a:xfrm>
                <a:off x="249407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h206"/>
              <p:cNvSpPr/>
              <p:nvPr/>
            </p:nvSpPr>
            <p:spPr>
              <a:xfrm>
                <a:off x="250334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h207"/>
              <p:cNvSpPr/>
              <p:nvPr/>
            </p:nvSpPr>
            <p:spPr>
              <a:xfrm>
                <a:off x="251260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h208"/>
              <p:cNvSpPr/>
              <p:nvPr/>
            </p:nvSpPr>
            <p:spPr>
              <a:xfrm>
                <a:off x="252186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h209"/>
              <p:cNvSpPr/>
              <p:nvPr/>
            </p:nvSpPr>
            <p:spPr>
              <a:xfrm>
                <a:off x="253112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h210"/>
              <p:cNvSpPr/>
              <p:nvPr/>
            </p:nvSpPr>
            <p:spPr>
              <a:xfrm>
                <a:off x="254039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h211"/>
              <p:cNvSpPr/>
              <p:nvPr/>
            </p:nvSpPr>
            <p:spPr>
              <a:xfrm>
                <a:off x="254965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h212"/>
              <p:cNvSpPr/>
              <p:nvPr/>
            </p:nvSpPr>
            <p:spPr>
              <a:xfrm>
                <a:off x="255891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h213"/>
              <p:cNvSpPr/>
              <p:nvPr/>
            </p:nvSpPr>
            <p:spPr>
              <a:xfrm>
                <a:off x="256817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h214"/>
              <p:cNvSpPr/>
              <p:nvPr/>
            </p:nvSpPr>
            <p:spPr>
              <a:xfrm>
                <a:off x="257743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h215"/>
              <p:cNvSpPr/>
              <p:nvPr/>
            </p:nvSpPr>
            <p:spPr>
              <a:xfrm>
                <a:off x="258670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h216"/>
              <p:cNvSpPr/>
              <p:nvPr/>
            </p:nvSpPr>
            <p:spPr>
              <a:xfrm>
                <a:off x="259596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h217"/>
              <p:cNvSpPr/>
              <p:nvPr/>
            </p:nvSpPr>
            <p:spPr>
              <a:xfrm>
                <a:off x="260522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h218"/>
              <p:cNvSpPr/>
              <p:nvPr/>
            </p:nvSpPr>
            <p:spPr>
              <a:xfrm>
                <a:off x="261448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h219"/>
              <p:cNvSpPr/>
              <p:nvPr/>
            </p:nvSpPr>
            <p:spPr>
              <a:xfrm>
                <a:off x="262375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h220"/>
              <p:cNvSpPr/>
              <p:nvPr/>
            </p:nvSpPr>
            <p:spPr>
              <a:xfrm>
                <a:off x="263301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h221"/>
              <p:cNvSpPr/>
              <p:nvPr/>
            </p:nvSpPr>
            <p:spPr>
              <a:xfrm>
                <a:off x="264227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h222"/>
              <p:cNvSpPr/>
              <p:nvPr/>
            </p:nvSpPr>
            <p:spPr>
              <a:xfrm>
                <a:off x="265153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h223"/>
              <p:cNvSpPr/>
              <p:nvPr/>
            </p:nvSpPr>
            <p:spPr>
              <a:xfrm>
                <a:off x="266079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h224"/>
              <p:cNvSpPr/>
              <p:nvPr/>
            </p:nvSpPr>
            <p:spPr>
              <a:xfrm>
                <a:off x="267006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h225"/>
              <p:cNvSpPr/>
              <p:nvPr/>
            </p:nvSpPr>
            <p:spPr>
              <a:xfrm>
                <a:off x="267932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h226"/>
              <p:cNvSpPr/>
              <p:nvPr/>
            </p:nvSpPr>
            <p:spPr>
              <a:xfrm>
                <a:off x="268858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h227"/>
              <p:cNvSpPr/>
              <p:nvPr/>
            </p:nvSpPr>
            <p:spPr>
              <a:xfrm>
                <a:off x="269784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h228"/>
              <p:cNvSpPr/>
              <p:nvPr/>
            </p:nvSpPr>
            <p:spPr>
              <a:xfrm>
                <a:off x="270711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h229"/>
              <p:cNvSpPr/>
              <p:nvPr/>
            </p:nvSpPr>
            <p:spPr>
              <a:xfrm>
                <a:off x="271637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h230"/>
              <p:cNvSpPr/>
              <p:nvPr/>
            </p:nvSpPr>
            <p:spPr>
              <a:xfrm>
                <a:off x="272563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h231"/>
              <p:cNvSpPr/>
              <p:nvPr/>
            </p:nvSpPr>
            <p:spPr>
              <a:xfrm>
                <a:off x="273489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h232"/>
              <p:cNvSpPr/>
              <p:nvPr/>
            </p:nvSpPr>
            <p:spPr>
              <a:xfrm>
                <a:off x="274415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h233"/>
              <p:cNvSpPr/>
              <p:nvPr/>
            </p:nvSpPr>
            <p:spPr>
              <a:xfrm>
                <a:off x="275342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h234"/>
              <p:cNvSpPr/>
              <p:nvPr/>
            </p:nvSpPr>
            <p:spPr>
              <a:xfrm>
                <a:off x="276268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h235"/>
              <p:cNvSpPr/>
              <p:nvPr/>
            </p:nvSpPr>
            <p:spPr>
              <a:xfrm>
                <a:off x="277194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h236"/>
              <p:cNvSpPr/>
              <p:nvPr/>
            </p:nvSpPr>
            <p:spPr>
              <a:xfrm>
                <a:off x="278120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h237"/>
              <p:cNvSpPr/>
              <p:nvPr/>
            </p:nvSpPr>
            <p:spPr>
              <a:xfrm>
                <a:off x="279047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h238"/>
              <p:cNvSpPr/>
              <p:nvPr/>
            </p:nvSpPr>
            <p:spPr>
              <a:xfrm>
                <a:off x="279973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h239"/>
              <p:cNvSpPr/>
              <p:nvPr/>
            </p:nvSpPr>
            <p:spPr>
              <a:xfrm>
                <a:off x="280899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h240"/>
              <p:cNvSpPr/>
              <p:nvPr/>
            </p:nvSpPr>
            <p:spPr>
              <a:xfrm>
                <a:off x="281825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h241"/>
              <p:cNvSpPr/>
              <p:nvPr/>
            </p:nvSpPr>
            <p:spPr>
              <a:xfrm>
                <a:off x="282751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h242"/>
              <p:cNvSpPr/>
              <p:nvPr/>
            </p:nvSpPr>
            <p:spPr>
              <a:xfrm>
                <a:off x="283678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h243"/>
              <p:cNvSpPr/>
              <p:nvPr/>
            </p:nvSpPr>
            <p:spPr>
              <a:xfrm>
                <a:off x="284604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h244"/>
              <p:cNvSpPr/>
              <p:nvPr/>
            </p:nvSpPr>
            <p:spPr>
              <a:xfrm>
                <a:off x="285530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h245"/>
              <p:cNvSpPr/>
              <p:nvPr/>
            </p:nvSpPr>
            <p:spPr>
              <a:xfrm>
                <a:off x="286456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h246"/>
              <p:cNvSpPr/>
              <p:nvPr/>
            </p:nvSpPr>
            <p:spPr>
              <a:xfrm>
                <a:off x="287383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h247"/>
              <p:cNvSpPr/>
              <p:nvPr/>
            </p:nvSpPr>
            <p:spPr>
              <a:xfrm>
                <a:off x="2883092" y="27916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595"/>
                    </a:lnTo>
                    <a:lnTo>
                      <a:pt x="923181" y="911292"/>
                    </a:lnTo>
                    <a:lnTo>
                      <a:pt x="922219" y="912688"/>
                    </a:lnTo>
                    <a:lnTo>
                      <a:pt x="921258" y="914085"/>
                    </a:lnTo>
                    <a:lnTo>
                      <a:pt x="921041" y="914400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h248"/>
              <p:cNvSpPr/>
              <p:nvPr/>
            </p:nvSpPr>
            <p:spPr>
              <a:xfrm>
                <a:off x="2892354" y="2774418"/>
                <a:ext cx="923662" cy="92783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34">
                    <a:moveTo>
                      <a:pt x="914400" y="914399"/>
                    </a:moveTo>
                    <a:lnTo>
                      <a:pt x="923662" y="914411"/>
                    </a:lnTo>
                    <a:lnTo>
                      <a:pt x="923549" y="914575"/>
                    </a:lnTo>
                    <a:lnTo>
                      <a:pt x="922585" y="915970"/>
                    </a:lnTo>
                    <a:lnTo>
                      <a:pt x="921621" y="917365"/>
                    </a:lnTo>
                    <a:lnTo>
                      <a:pt x="920658" y="918761"/>
                    </a:lnTo>
                    <a:lnTo>
                      <a:pt x="919694" y="920156"/>
                    </a:lnTo>
                    <a:lnTo>
                      <a:pt x="918731" y="921552"/>
                    </a:lnTo>
                    <a:lnTo>
                      <a:pt x="917769" y="922948"/>
                    </a:lnTo>
                    <a:lnTo>
                      <a:pt x="916806" y="924343"/>
                    </a:lnTo>
                    <a:lnTo>
                      <a:pt x="915843" y="925739"/>
                    </a:lnTo>
                    <a:lnTo>
                      <a:pt x="914881" y="927135"/>
                    </a:lnTo>
                    <a:lnTo>
                      <a:pt x="914400" y="927834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h249"/>
              <p:cNvSpPr/>
              <p:nvPr/>
            </p:nvSpPr>
            <p:spPr>
              <a:xfrm>
                <a:off x="2475555" y="2757179"/>
                <a:ext cx="914399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148">
                    <a:moveTo>
                      <a:pt x="914399" y="914400"/>
                    </a:moveTo>
                    <a:lnTo>
                      <a:pt x="914399" y="927148"/>
                    </a:lnTo>
                    <a:lnTo>
                      <a:pt x="912029" y="920920"/>
                    </a:lnTo>
                    <a:lnTo>
                      <a:pt x="909813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h250"/>
              <p:cNvSpPr/>
              <p:nvPr/>
            </p:nvSpPr>
            <p:spPr>
              <a:xfrm>
                <a:off x="2475555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191" y="931638"/>
                    </a:lnTo>
                    <a:lnTo>
                      <a:pt x="915379" y="929724"/>
                    </a:lnTo>
                    <a:lnTo>
                      <a:pt x="914399" y="92714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h251"/>
              <p:cNvSpPr/>
              <p:nvPr/>
            </p:nvSpPr>
            <p:spPr>
              <a:xfrm>
                <a:off x="248481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h252"/>
              <p:cNvSpPr/>
              <p:nvPr/>
            </p:nvSpPr>
            <p:spPr>
              <a:xfrm>
                <a:off x="249407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h253"/>
              <p:cNvSpPr/>
              <p:nvPr/>
            </p:nvSpPr>
            <p:spPr>
              <a:xfrm>
                <a:off x="250334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h254"/>
              <p:cNvSpPr/>
              <p:nvPr/>
            </p:nvSpPr>
            <p:spPr>
              <a:xfrm>
                <a:off x="251260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h255"/>
              <p:cNvSpPr/>
              <p:nvPr/>
            </p:nvSpPr>
            <p:spPr>
              <a:xfrm>
                <a:off x="252186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h256"/>
              <p:cNvSpPr/>
              <p:nvPr/>
            </p:nvSpPr>
            <p:spPr>
              <a:xfrm>
                <a:off x="253112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h257"/>
              <p:cNvSpPr/>
              <p:nvPr/>
            </p:nvSpPr>
            <p:spPr>
              <a:xfrm>
                <a:off x="254039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h258"/>
              <p:cNvSpPr/>
              <p:nvPr/>
            </p:nvSpPr>
            <p:spPr>
              <a:xfrm>
                <a:off x="254965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h259"/>
              <p:cNvSpPr/>
              <p:nvPr/>
            </p:nvSpPr>
            <p:spPr>
              <a:xfrm>
                <a:off x="255891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h260"/>
              <p:cNvSpPr/>
              <p:nvPr/>
            </p:nvSpPr>
            <p:spPr>
              <a:xfrm>
                <a:off x="256817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h261"/>
              <p:cNvSpPr/>
              <p:nvPr/>
            </p:nvSpPr>
            <p:spPr>
              <a:xfrm>
                <a:off x="257743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h262"/>
              <p:cNvSpPr/>
              <p:nvPr/>
            </p:nvSpPr>
            <p:spPr>
              <a:xfrm>
                <a:off x="258670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h263"/>
              <p:cNvSpPr/>
              <p:nvPr/>
            </p:nvSpPr>
            <p:spPr>
              <a:xfrm>
                <a:off x="259596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h264"/>
              <p:cNvSpPr/>
              <p:nvPr/>
            </p:nvSpPr>
            <p:spPr>
              <a:xfrm>
                <a:off x="260522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h265"/>
              <p:cNvSpPr/>
              <p:nvPr/>
            </p:nvSpPr>
            <p:spPr>
              <a:xfrm>
                <a:off x="261448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h266"/>
              <p:cNvSpPr/>
              <p:nvPr/>
            </p:nvSpPr>
            <p:spPr>
              <a:xfrm>
                <a:off x="262375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h267"/>
              <p:cNvSpPr/>
              <p:nvPr/>
            </p:nvSpPr>
            <p:spPr>
              <a:xfrm>
                <a:off x="263301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h268"/>
              <p:cNvSpPr/>
              <p:nvPr/>
            </p:nvSpPr>
            <p:spPr>
              <a:xfrm>
                <a:off x="264227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h269"/>
              <p:cNvSpPr/>
              <p:nvPr/>
            </p:nvSpPr>
            <p:spPr>
              <a:xfrm>
                <a:off x="265153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h270"/>
              <p:cNvSpPr/>
              <p:nvPr/>
            </p:nvSpPr>
            <p:spPr>
              <a:xfrm>
                <a:off x="266079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h271"/>
              <p:cNvSpPr/>
              <p:nvPr/>
            </p:nvSpPr>
            <p:spPr>
              <a:xfrm>
                <a:off x="267006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h272"/>
              <p:cNvSpPr/>
              <p:nvPr/>
            </p:nvSpPr>
            <p:spPr>
              <a:xfrm>
                <a:off x="267932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h273"/>
              <p:cNvSpPr/>
              <p:nvPr/>
            </p:nvSpPr>
            <p:spPr>
              <a:xfrm>
                <a:off x="268858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h274"/>
              <p:cNvSpPr/>
              <p:nvPr/>
            </p:nvSpPr>
            <p:spPr>
              <a:xfrm>
                <a:off x="269784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h275"/>
              <p:cNvSpPr/>
              <p:nvPr/>
            </p:nvSpPr>
            <p:spPr>
              <a:xfrm>
                <a:off x="270711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h276"/>
              <p:cNvSpPr/>
              <p:nvPr/>
            </p:nvSpPr>
            <p:spPr>
              <a:xfrm>
                <a:off x="271637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h277"/>
              <p:cNvSpPr/>
              <p:nvPr/>
            </p:nvSpPr>
            <p:spPr>
              <a:xfrm>
                <a:off x="272563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h278"/>
              <p:cNvSpPr/>
              <p:nvPr/>
            </p:nvSpPr>
            <p:spPr>
              <a:xfrm>
                <a:off x="273489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h279"/>
              <p:cNvSpPr/>
              <p:nvPr/>
            </p:nvSpPr>
            <p:spPr>
              <a:xfrm>
                <a:off x="274415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h280"/>
              <p:cNvSpPr/>
              <p:nvPr/>
            </p:nvSpPr>
            <p:spPr>
              <a:xfrm>
                <a:off x="275342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h281"/>
              <p:cNvSpPr/>
              <p:nvPr/>
            </p:nvSpPr>
            <p:spPr>
              <a:xfrm>
                <a:off x="276268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h282"/>
              <p:cNvSpPr/>
              <p:nvPr/>
            </p:nvSpPr>
            <p:spPr>
              <a:xfrm>
                <a:off x="277194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h283"/>
              <p:cNvSpPr/>
              <p:nvPr/>
            </p:nvSpPr>
            <p:spPr>
              <a:xfrm>
                <a:off x="278120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h284"/>
              <p:cNvSpPr/>
              <p:nvPr/>
            </p:nvSpPr>
            <p:spPr>
              <a:xfrm>
                <a:off x="279047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h285"/>
              <p:cNvSpPr/>
              <p:nvPr/>
            </p:nvSpPr>
            <p:spPr>
              <a:xfrm>
                <a:off x="279973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h286"/>
              <p:cNvSpPr/>
              <p:nvPr/>
            </p:nvSpPr>
            <p:spPr>
              <a:xfrm>
                <a:off x="280899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h287"/>
              <p:cNvSpPr/>
              <p:nvPr/>
            </p:nvSpPr>
            <p:spPr>
              <a:xfrm>
                <a:off x="281825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h288"/>
              <p:cNvSpPr/>
              <p:nvPr/>
            </p:nvSpPr>
            <p:spPr>
              <a:xfrm>
                <a:off x="282751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h289"/>
              <p:cNvSpPr/>
              <p:nvPr/>
            </p:nvSpPr>
            <p:spPr>
              <a:xfrm>
                <a:off x="283678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h290"/>
              <p:cNvSpPr/>
              <p:nvPr/>
            </p:nvSpPr>
            <p:spPr>
              <a:xfrm>
                <a:off x="284604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h291"/>
              <p:cNvSpPr/>
              <p:nvPr/>
            </p:nvSpPr>
            <p:spPr>
              <a:xfrm>
                <a:off x="285530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h292"/>
              <p:cNvSpPr/>
              <p:nvPr/>
            </p:nvSpPr>
            <p:spPr>
              <a:xfrm>
                <a:off x="286456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h293"/>
              <p:cNvSpPr/>
              <p:nvPr/>
            </p:nvSpPr>
            <p:spPr>
              <a:xfrm>
                <a:off x="287383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h294"/>
              <p:cNvSpPr/>
              <p:nvPr/>
            </p:nvSpPr>
            <p:spPr>
              <a:xfrm>
                <a:off x="288309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h295"/>
              <p:cNvSpPr/>
              <p:nvPr/>
            </p:nvSpPr>
            <p:spPr>
              <a:xfrm>
                <a:off x="289235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h296"/>
              <p:cNvSpPr/>
              <p:nvPr/>
            </p:nvSpPr>
            <p:spPr>
              <a:xfrm>
                <a:off x="2901617" y="277441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920"/>
                    </a:lnTo>
                    <a:lnTo>
                      <a:pt x="920670" y="904988"/>
                    </a:lnTo>
                    <a:lnTo>
                      <a:pt x="916221" y="911776"/>
                    </a:lnTo>
                    <a:lnTo>
                      <a:pt x="915251" y="913180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h297"/>
              <p:cNvSpPr/>
              <p:nvPr/>
            </p:nvSpPr>
            <p:spPr>
              <a:xfrm>
                <a:off x="2910879" y="2757179"/>
                <a:ext cx="915992" cy="917158"/>
              </a:xfrm>
              <a:custGeom>
                <a:avLst/>
                <a:gdLst/>
                <a:ahLst/>
                <a:cxnLst/>
                <a:rect l="0" t="0" r="0" b="0"/>
                <a:pathLst>
                  <a:path w="915992" h="917158">
                    <a:moveTo>
                      <a:pt x="914400" y="914400"/>
                    </a:moveTo>
                    <a:lnTo>
                      <a:pt x="915992" y="914400"/>
                    </a:lnTo>
                    <a:lnTo>
                      <a:pt x="915662" y="915019"/>
                    </a:lnTo>
                    <a:lnTo>
                      <a:pt x="914400" y="91715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h298"/>
              <p:cNvSpPr/>
              <p:nvPr/>
            </p:nvSpPr>
            <p:spPr>
              <a:xfrm>
                <a:off x="2466292" y="2739941"/>
                <a:ext cx="914400" cy="9160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049">
                    <a:moveTo>
                      <a:pt x="914400" y="914399"/>
                    </a:moveTo>
                    <a:lnTo>
                      <a:pt x="914400" y="916049"/>
                    </a:lnTo>
                    <a:lnTo>
                      <a:pt x="913961" y="91439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h299"/>
              <p:cNvSpPr/>
              <p:nvPr/>
            </p:nvSpPr>
            <p:spPr>
              <a:xfrm>
                <a:off x="24662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076" y="931638"/>
                    </a:lnTo>
                    <a:lnTo>
                      <a:pt x="918193" y="929041"/>
                    </a:lnTo>
                    <a:lnTo>
                      <a:pt x="915354" y="919636"/>
                    </a:lnTo>
                    <a:lnTo>
                      <a:pt x="914400" y="91604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h300"/>
              <p:cNvSpPr/>
              <p:nvPr/>
            </p:nvSpPr>
            <p:spPr>
              <a:xfrm>
                <a:off x="2475555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h301"/>
              <p:cNvSpPr/>
              <p:nvPr/>
            </p:nvSpPr>
            <p:spPr>
              <a:xfrm>
                <a:off x="24848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h302"/>
              <p:cNvSpPr/>
              <p:nvPr/>
            </p:nvSpPr>
            <p:spPr>
              <a:xfrm>
                <a:off x="249407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h303"/>
              <p:cNvSpPr/>
              <p:nvPr/>
            </p:nvSpPr>
            <p:spPr>
              <a:xfrm>
                <a:off x="250334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h304"/>
              <p:cNvSpPr/>
              <p:nvPr/>
            </p:nvSpPr>
            <p:spPr>
              <a:xfrm>
                <a:off x="251260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h305"/>
              <p:cNvSpPr/>
              <p:nvPr/>
            </p:nvSpPr>
            <p:spPr>
              <a:xfrm>
                <a:off x="252186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h306"/>
              <p:cNvSpPr/>
              <p:nvPr/>
            </p:nvSpPr>
            <p:spPr>
              <a:xfrm>
                <a:off x="253112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h307"/>
              <p:cNvSpPr/>
              <p:nvPr/>
            </p:nvSpPr>
            <p:spPr>
              <a:xfrm>
                <a:off x="254039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h308"/>
              <p:cNvSpPr/>
              <p:nvPr/>
            </p:nvSpPr>
            <p:spPr>
              <a:xfrm>
                <a:off x="254965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h309"/>
              <p:cNvSpPr/>
              <p:nvPr/>
            </p:nvSpPr>
            <p:spPr>
              <a:xfrm>
                <a:off x="255891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h310"/>
              <p:cNvSpPr/>
              <p:nvPr/>
            </p:nvSpPr>
            <p:spPr>
              <a:xfrm>
                <a:off x="256817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h311"/>
              <p:cNvSpPr/>
              <p:nvPr/>
            </p:nvSpPr>
            <p:spPr>
              <a:xfrm>
                <a:off x="257743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h312"/>
              <p:cNvSpPr/>
              <p:nvPr/>
            </p:nvSpPr>
            <p:spPr>
              <a:xfrm>
                <a:off x="258670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h313"/>
              <p:cNvSpPr/>
              <p:nvPr/>
            </p:nvSpPr>
            <p:spPr>
              <a:xfrm>
                <a:off x="259596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h314"/>
              <p:cNvSpPr/>
              <p:nvPr/>
            </p:nvSpPr>
            <p:spPr>
              <a:xfrm>
                <a:off x="260522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h315"/>
              <p:cNvSpPr/>
              <p:nvPr/>
            </p:nvSpPr>
            <p:spPr>
              <a:xfrm>
                <a:off x="261448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h316"/>
              <p:cNvSpPr/>
              <p:nvPr/>
            </p:nvSpPr>
            <p:spPr>
              <a:xfrm>
                <a:off x="262375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h317"/>
              <p:cNvSpPr/>
              <p:nvPr/>
            </p:nvSpPr>
            <p:spPr>
              <a:xfrm>
                <a:off x="263301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h318"/>
              <p:cNvSpPr/>
              <p:nvPr/>
            </p:nvSpPr>
            <p:spPr>
              <a:xfrm>
                <a:off x="264227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h319"/>
              <p:cNvSpPr/>
              <p:nvPr/>
            </p:nvSpPr>
            <p:spPr>
              <a:xfrm>
                <a:off x="265153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h320"/>
              <p:cNvSpPr/>
              <p:nvPr/>
            </p:nvSpPr>
            <p:spPr>
              <a:xfrm>
                <a:off x="266079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h321"/>
              <p:cNvSpPr/>
              <p:nvPr/>
            </p:nvSpPr>
            <p:spPr>
              <a:xfrm>
                <a:off x="267006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h322"/>
              <p:cNvSpPr/>
              <p:nvPr/>
            </p:nvSpPr>
            <p:spPr>
              <a:xfrm>
                <a:off x="267932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h323"/>
              <p:cNvSpPr/>
              <p:nvPr/>
            </p:nvSpPr>
            <p:spPr>
              <a:xfrm>
                <a:off x="268858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h324"/>
              <p:cNvSpPr/>
              <p:nvPr/>
            </p:nvSpPr>
            <p:spPr>
              <a:xfrm>
                <a:off x="269784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h325"/>
              <p:cNvSpPr/>
              <p:nvPr/>
            </p:nvSpPr>
            <p:spPr>
              <a:xfrm>
                <a:off x="270711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h326"/>
              <p:cNvSpPr/>
              <p:nvPr/>
            </p:nvSpPr>
            <p:spPr>
              <a:xfrm>
                <a:off x="271637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h327"/>
              <p:cNvSpPr/>
              <p:nvPr/>
            </p:nvSpPr>
            <p:spPr>
              <a:xfrm>
                <a:off x="272563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h328"/>
              <p:cNvSpPr/>
              <p:nvPr/>
            </p:nvSpPr>
            <p:spPr>
              <a:xfrm>
                <a:off x="273489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h329"/>
              <p:cNvSpPr/>
              <p:nvPr/>
            </p:nvSpPr>
            <p:spPr>
              <a:xfrm>
                <a:off x="274415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h330"/>
              <p:cNvSpPr/>
              <p:nvPr/>
            </p:nvSpPr>
            <p:spPr>
              <a:xfrm>
                <a:off x="275342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h331"/>
              <p:cNvSpPr/>
              <p:nvPr/>
            </p:nvSpPr>
            <p:spPr>
              <a:xfrm>
                <a:off x="276268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h332"/>
              <p:cNvSpPr/>
              <p:nvPr/>
            </p:nvSpPr>
            <p:spPr>
              <a:xfrm>
                <a:off x="277194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h333"/>
              <p:cNvSpPr/>
              <p:nvPr/>
            </p:nvSpPr>
            <p:spPr>
              <a:xfrm>
                <a:off x="278120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h334"/>
              <p:cNvSpPr/>
              <p:nvPr/>
            </p:nvSpPr>
            <p:spPr>
              <a:xfrm>
                <a:off x="279047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h335"/>
              <p:cNvSpPr/>
              <p:nvPr/>
            </p:nvSpPr>
            <p:spPr>
              <a:xfrm>
                <a:off x="279973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h336"/>
              <p:cNvSpPr/>
              <p:nvPr/>
            </p:nvSpPr>
            <p:spPr>
              <a:xfrm>
                <a:off x="280899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h337"/>
              <p:cNvSpPr/>
              <p:nvPr/>
            </p:nvSpPr>
            <p:spPr>
              <a:xfrm>
                <a:off x="281825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h338"/>
              <p:cNvSpPr/>
              <p:nvPr/>
            </p:nvSpPr>
            <p:spPr>
              <a:xfrm>
                <a:off x="282751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h339"/>
              <p:cNvSpPr/>
              <p:nvPr/>
            </p:nvSpPr>
            <p:spPr>
              <a:xfrm>
                <a:off x="283678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h340"/>
              <p:cNvSpPr/>
              <p:nvPr/>
            </p:nvSpPr>
            <p:spPr>
              <a:xfrm>
                <a:off x="284604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h341"/>
              <p:cNvSpPr/>
              <p:nvPr/>
            </p:nvSpPr>
            <p:spPr>
              <a:xfrm>
                <a:off x="285530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h342"/>
              <p:cNvSpPr/>
              <p:nvPr/>
            </p:nvSpPr>
            <p:spPr>
              <a:xfrm>
                <a:off x="286456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h343"/>
              <p:cNvSpPr/>
              <p:nvPr/>
            </p:nvSpPr>
            <p:spPr>
              <a:xfrm>
                <a:off x="287383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h344"/>
              <p:cNvSpPr/>
              <p:nvPr/>
            </p:nvSpPr>
            <p:spPr>
              <a:xfrm>
                <a:off x="28830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h345"/>
              <p:cNvSpPr/>
              <p:nvPr/>
            </p:nvSpPr>
            <p:spPr>
              <a:xfrm>
                <a:off x="289235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h346"/>
              <p:cNvSpPr/>
              <p:nvPr/>
            </p:nvSpPr>
            <p:spPr>
              <a:xfrm>
                <a:off x="29016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h347"/>
              <p:cNvSpPr/>
              <p:nvPr/>
            </p:nvSpPr>
            <p:spPr>
              <a:xfrm>
                <a:off x="2910879" y="27571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148"/>
                    </a:lnTo>
                    <a:lnTo>
                      <a:pt x="923542" y="899424"/>
                    </a:lnTo>
                    <a:lnTo>
                      <a:pt x="919711" y="907411"/>
                    </a:lnTo>
                    <a:lnTo>
                      <a:pt x="915992" y="914400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h348"/>
              <p:cNvSpPr/>
              <p:nvPr/>
            </p:nvSpPr>
            <p:spPr>
              <a:xfrm>
                <a:off x="2920141" y="2739941"/>
                <a:ext cx="915258" cy="916386"/>
              </a:xfrm>
              <a:custGeom>
                <a:avLst/>
                <a:gdLst/>
                <a:ahLst/>
                <a:cxnLst/>
                <a:rect l="0" t="0" r="0" b="0"/>
                <a:pathLst>
                  <a:path w="915258" h="916386">
                    <a:moveTo>
                      <a:pt x="914400" y="914399"/>
                    </a:moveTo>
                    <a:lnTo>
                      <a:pt x="915258" y="914399"/>
                    </a:lnTo>
                    <a:lnTo>
                      <a:pt x="914400" y="916386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h349"/>
              <p:cNvSpPr/>
              <p:nvPr/>
            </p:nvSpPr>
            <p:spPr>
              <a:xfrm>
                <a:off x="2466292" y="27227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961" y="931638"/>
                    </a:lnTo>
                    <a:lnTo>
                      <a:pt x="912782" y="927207"/>
                    </a:lnTo>
                    <a:lnTo>
                      <a:pt x="910484" y="917302"/>
                    </a:lnTo>
                    <a:lnTo>
                      <a:pt x="909906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h350"/>
              <p:cNvSpPr/>
              <p:nvPr/>
            </p:nvSpPr>
            <p:spPr>
              <a:xfrm>
                <a:off x="24662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h351"/>
              <p:cNvSpPr/>
              <p:nvPr/>
            </p:nvSpPr>
            <p:spPr>
              <a:xfrm>
                <a:off x="2475555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h352"/>
              <p:cNvSpPr/>
              <p:nvPr/>
            </p:nvSpPr>
            <p:spPr>
              <a:xfrm>
                <a:off x="24848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h353"/>
              <p:cNvSpPr/>
              <p:nvPr/>
            </p:nvSpPr>
            <p:spPr>
              <a:xfrm>
                <a:off x="24940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h354"/>
              <p:cNvSpPr/>
              <p:nvPr/>
            </p:nvSpPr>
            <p:spPr>
              <a:xfrm>
                <a:off x="250334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h355"/>
              <p:cNvSpPr/>
              <p:nvPr/>
            </p:nvSpPr>
            <p:spPr>
              <a:xfrm>
                <a:off x="251260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h356"/>
              <p:cNvSpPr/>
              <p:nvPr/>
            </p:nvSpPr>
            <p:spPr>
              <a:xfrm>
                <a:off x="252186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h357"/>
              <p:cNvSpPr/>
              <p:nvPr/>
            </p:nvSpPr>
            <p:spPr>
              <a:xfrm>
                <a:off x="253112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h358"/>
              <p:cNvSpPr/>
              <p:nvPr/>
            </p:nvSpPr>
            <p:spPr>
              <a:xfrm>
                <a:off x="254039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h359"/>
              <p:cNvSpPr/>
              <p:nvPr/>
            </p:nvSpPr>
            <p:spPr>
              <a:xfrm>
                <a:off x="254965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h360"/>
              <p:cNvSpPr/>
              <p:nvPr/>
            </p:nvSpPr>
            <p:spPr>
              <a:xfrm>
                <a:off x="255891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h361"/>
              <p:cNvSpPr/>
              <p:nvPr/>
            </p:nvSpPr>
            <p:spPr>
              <a:xfrm>
                <a:off x="256817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h362"/>
              <p:cNvSpPr/>
              <p:nvPr/>
            </p:nvSpPr>
            <p:spPr>
              <a:xfrm>
                <a:off x="257743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h363"/>
              <p:cNvSpPr/>
              <p:nvPr/>
            </p:nvSpPr>
            <p:spPr>
              <a:xfrm>
                <a:off x="258670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h364"/>
              <p:cNvSpPr/>
              <p:nvPr/>
            </p:nvSpPr>
            <p:spPr>
              <a:xfrm>
                <a:off x="259596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h365"/>
              <p:cNvSpPr/>
              <p:nvPr/>
            </p:nvSpPr>
            <p:spPr>
              <a:xfrm>
                <a:off x="260522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h366"/>
              <p:cNvSpPr/>
              <p:nvPr/>
            </p:nvSpPr>
            <p:spPr>
              <a:xfrm>
                <a:off x="261448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h367"/>
              <p:cNvSpPr/>
              <p:nvPr/>
            </p:nvSpPr>
            <p:spPr>
              <a:xfrm>
                <a:off x="262375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h368"/>
              <p:cNvSpPr/>
              <p:nvPr/>
            </p:nvSpPr>
            <p:spPr>
              <a:xfrm>
                <a:off x="263301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h369"/>
              <p:cNvSpPr/>
              <p:nvPr/>
            </p:nvSpPr>
            <p:spPr>
              <a:xfrm>
                <a:off x="264227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h370"/>
              <p:cNvSpPr/>
              <p:nvPr/>
            </p:nvSpPr>
            <p:spPr>
              <a:xfrm>
                <a:off x="265153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h371"/>
              <p:cNvSpPr/>
              <p:nvPr/>
            </p:nvSpPr>
            <p:spPr>
              <a:xfrm>
                <a:off x="266079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h372"/>
              <p:cNvSpPr/>
              <p:nvPr/>
            </p:nvSpPr>
            <p:spPr>
              <a:xfrm>
                <a:off x="267006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h373"/>
              <p:cNvSpPr/>
              <p:nvPr/>
            </p:nvSpPr>
            <p:spPr>
              <a:xfrm>
                <a:off x="267932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h374"/>
              <p:cNvSpPr/>
              <p:nvPr/>
            </p:nvSpPr>
            <p:spPr>
              <a:xfrm>
                <a:off x="268858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h375"/>
              <p:cNvSpPr/>
              <p:nvPr/>
            </p:nvSpPr>
            <p:spPr>
              <a:xfrm>
                <a:off x="269784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h376"/>
              <p:cNvSpPr/>
              <p:nvPr/>
            </p:nvSpPr>
            <p:spPr>
              <a:xfrm>
                <a:off x="270711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h377"/>
              <p:cNvSpPr/>
              <p:nvPr/>
            </p:nvSpPr>
            <p:spPr>
              <a:xfrm>
                <a:off x="271637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h378"/>
              <p:cNvSpPr/>
              <p:nvPr/>
            </p:nvSpPr>
            <p:spPr>
              <a:xfrm>
                <a:off x="272563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h379"/>
              <p:cNvSpPr/>
              <p:nvPr/>
            </p:nvSpPr>
            <p:spPr>
              <a:xfrm>
                <a:off x="273489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h380"/>
              <p:cNvSpPr/>
              <p:nvPr/>
            </p:nvSpPr>
            <p:spPr>
              <a:xfrm>
                <a:off x="274415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h381"/>
              <p:cNvSpPr/>
              <p:nvPr/>
            </p:nvSpPr>
            <p:spPr>
              <a:xfrm>
                <a:off x="275342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h382"/>
              <p:cNvSpPr/>
              <p:nvPr/>
            </p:nvSpPr>
            <p:spPr>
              <a:xfrm>
                <a:off x="276268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h383"/>
              <p:cNvSpPr/>
              <p:nvPr/>
            </p:nvSpPr>
            <p:spPr>
              <a:xfrm>
                <a:off x="277194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h384"/>
              <p:cNvSpPr/>
              <p:nvPr/>
            </p:nvSpPr>
            <p:spPr>
              <a:xfrm>
                <a:off x="278120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h385"/>
              <p:cNvSpPr/>
              <p:nvPr/>
            </p:nvSpPr>
            <p:spPr>
              <a:xfrm>
                <a:off x="279047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h386"/>
              <p:cNvSpPr/>
              <p:nvPr/>
            </p:nvSpPr>
            <p:spPr>
              <a:xfrm>
                <a:off x="279973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h387"/>
              <p:cNvSpPr/>
              <p:nvPr/>
            </p:nvSpPr>
            <p:spPr>
              <a:xfrm>
                <a:off x="280899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h388"/>
              <p:cNvSpPr/>
              <p:nvPr/>
            </p:nvSpPr>
            <p:spPr>
              <a:xfrm>
                <a:off x="281825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h389"/>
              <p:cNvSpPr/>
              <p:nvPr/>
            </p:nvSpPr>
            <p:spPr>
              <a:xfrm>
                <a:off x="282751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h390"/>
              <p:cNvSpPr/>
              <p:nvPr/>
            </p:nvSpPr>
            <p:spPr>
              <a:xfrm>
                <a:off x="283678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h391"/>
              <p:cNvSpPr/>
              <p:nvPr/>
            </p:nvSpPr>
            <p:spPr>
              <a:xfrm>
                <a:off x="284604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h392"/>
              <p:cNvSpPr/>
              <p:nvPr/>
            </p:nvSpPr>
            <p:spPr>
              <a:xfrm>
                <a:off x="285530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h393"/>
              <p:cNvSpPr/>
              <p:nvPr/>
            </p:nvSpPr>
            <p:spPr>
              <a:xfrm>
                <a:off x="286456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h394"/>
              <p:cNvSpPr/>
              <p:nvPr/>
            </p:nvSpPr>
            <p:spPr>
              <a:xfrm>
                <a:off x="287383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h395"/>
              <p:cNvSpPr/>
              <p:nvPr/>
            </p:nvSpPr>
            <p:spPr>
              <a:xfrm>
                <a:off x="28830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h396"/>
              <p:cNvSpPr/>
              <p:nvPr/>
            </p:nvSpPr>
            <p:spPr>
              <a:xfrm>
                <a:off x="289235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h397"/>
              <p:cNvSpPr/>
              <p:nvPr/>
            </p:nvSpPr>
            <p:spPr>
              <a:xfrm>
                <a:off x="29016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h398"/>
              <p:cNvSpPr/>
              <p:nvPr/>
            </p:nvSpPr>
            <p:spPr>
              <a:xfrm>
                <a:off x="29108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h399"/>
              <p:cNvSpPr/>
              <p:nvPr/>
            </p:nvSpPr>
            <p:spPr>
              <a:xfrm>
                <a:off x="2920141" y="2739941"/>
                <a:ext cx="92211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111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2111" y="897161"/>
                    </a:lnTo>
                    <a:lnTo>
                      <a:pt x="921252" y="899635"/>
                    </a:lnTo>
                    <a:lnTo>
                      <a:pt x="917885" y="908317"/>
                    </a:lnTo>
                    <a:lnTo>
                      <a:pt x="915258" y="91439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h400"/>
              <p:cNvSpPr/>
              <p:nvPr/>
            </p:nvSpPr>
            <p:spPr>
              <a:xfrm>
                <a:off x="2466292" y="27054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6" y="931638"/>
                    </a:lnTo>
                    <a:lnTo>
                      <a:pt x="908467" y="924427"/>
                    </a:lnTo>
                    <a:lnTo>
                      <a:pt x="906782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h401"/>
              <p:cNvSpPr/>
              <p:nvPr/>
            </p:nvSpPr>
            <p:spPr>
              <a:xfrm>
                <a:off x="24662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h402"/>
              <p:cNvSpPr/>
              <p:nvPr/>
            </p:nvSpPr>
            <p:spPr>
              <a:xfrm>
                <a:off x="2475555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h403"/>
              <p:cNvSpPr/>
              <p:nvPr/>
            </p:nvSpPr>
            <p:spPr>
              <a:xfrm>
                <a:off x="24848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h404"/>
              <p:cNvSpPr/>
              <p:nvPr/>
            </p:nvSpPr>
            <p:spPr>
              <a:xfrm>
                <a:off x="24940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h405"/>
              <p:cNvSpPr/>
              <p:nvPr/>
            </p:nvSpPr>
            <p:spPr>
              <a:xfrm>
                <a:off x="250334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h406"/>
              <p:cNvSpPr/>
              <p:nvPr/>
            </p:nvSpPr>
            <p:spPr>
              <a:xfrm>
                <a:off x="251260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h407"/>
              <p:cNvSpPr/>
              <p:nvPr/>
            </p:nvSpPr>
            <p:spPr>
              <a:xfrm>
                <a:off x="252186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h408"/>
              <p:cNvSpPr/>
              <p:nvPr/>
            </p:nvSpPr>
            <p:spPr>
              <a:xfrm>
                <a:off x="253112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h409"/>
              <p:cNvSpPr/>
              <p:nvPr/>
            </p:nvSpPr>
            <p:spPr>
              <a:xfrm>
                <a:off x="254039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h410"/>
              <p:cNvSpPr/>
              <p:nvPr/>
            </p:nvSpPr>
            <p:spPr>
              <a:xfrm>
                <a:off x="254965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h411"/>
              <p:cNvSpPr/>
              <p:nvPr/>
            </p:nvSpPr>
            <p:spPr>
              <a:xfrm>
                <a:off x="255891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h412"/>
              <p:cNvSpPr/>
              <p:nvPr/>
            </p:nvSpPr>
            <p:spPr>
              <a:xfrm>
                <a:off x="256817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h413"/>
              <p:cNvSpPr/>
              <p:nvPr/>
            </p:nvSpPr>
            <p:spPr>
              <a:xfrm>
                <a:off x="257743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h414"/>
              <p:cNvSpPr/>
              <p:nvPr/>
            </p:nvSpPr>
            <p:spPr>
              <a:xfrm>
                <a:off x="258670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h415"/>
              <p:cNvSpPr/>
              <p:nvPr/>
            </p:nvSpPr>
            <p:spPr>
              <a:xfrm>
                <a:off x="259596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h416"/>
              <p:cNvSpPr/>
              <p:nvPr/>
            </p:nvSpPr>
            <p:spPr>
              <a:xfrm>
                <a:off x="260522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h417"/>
              <p:cNvSpPr/>
              <p:nvPr/>
            </p:nvSpPr>
            <p:spPr>
              <a:xfrm>
                <a:off x="261448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h418"/>
              <p:cNvSpPr/>
              <p:nvPr/>
            </p:nvSpPr>
            <p:spPr>
              <a:xfrm>
                <a:off x="262375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h419"/>
              <p:cNvSpPr/>
              <p:nvPr/>
            </p:nvSpPr>
            <p:spPr>
              <a:xfrm>
                <a:off x="263301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h420"/>
              <p:cNvSpPr/>
              <p:nvPr/>
            </p:nvSpPr>
            <p:spPr>
              <a:xfrm>
                <a:off x="264227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h421"/>
              <p:cNvSpPr/>
              <p:nvPr/>
            </p:nvSpPr>
            <p:spPr>
              <a:xfrm>
                <a:off x="265153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h422"/>
              <p:cNvSpPr/>
              <p:nvPr/>
            </p:nvSpPr>
            <p:spPr>
              <a:xfrm>
                <a:off x="266079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h423"/>
              <p:cNvSpPr/>
              <p:nvPr/>
            </p:nvSpPr>
            <p:spPr>
              <a:xfrm>
                <a:off x="267006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h424"/>
              <p:cNvSpPr/>
              <p:nvPr/>
            </p:nvSpPr>
            <p:spPr>
              <a:xfrm>
                <a:off x="267932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h425"/>
              <p:cNvSpPr/>
              <p:nvPr/>
            </p:nvSpPr>
            <p:spPr>
              <a:xfrm>
                <a:off x="268858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h426"/>
              <p:cNvSpPr/>
              <p:nvPr/>
            </p:nvSpPr>
            <p:spPr>
              <a:xfrm>
                <a:off x="269784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h427"/>
              <p:cNvSpPr/>
              <p:nvPr/>
            </p:nvSpPr>
            <p:spPr>
              <a:xfrm>
                <a:off x="270711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h428"/>
              <p:cNvSpPr/>
              <p:nvPr/>
            </p:nvSpPr>
            <p:spPr>
              <a:xfrm>
                <a:off x="271637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h429"/>
              <p:cNvSpPr/>
              <p:nvPr/>
            </p:nvSpPr>
            <p:spPr>
              <a:xfrm>
                <a:off x="272563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h430"/>
              <p:cNvSpPr/>
              <p:nvPr/>
            </p:nvSpPr>
            <p:spPr>
              <a:xfrm>
                <a:off x="273489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h431"/>
              <p:cNvSpPr/>
              <p:nvPr/>
            </p:nvSpPr>
            <p:spPr>
              <a:xfrm>
                <a:off x="274415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h432"/>
              <p:cNvSpPr/>
              <p:nvPr/>
            </p:nvSpPr>
            <p:spPr>
              <a:xfrm>
                <a:off x="275342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h433"/>
              <p:cNvSpPr/>
              <p:nvPr/>
            </p:nvSpPr>
            <p:spPr>
              <a:xfrm>
                <a:off x="276268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h434"/>
              <p:cNvSpPr/>
              <p:nvPr/>
            </p:nvSpPr>
            <p:spPr>
              <a:xfrm>
                <a:off x="277194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h435"/>
              <p:cNvSpPr/>
              <p:nvPr/>
            </p:nvSpPr>
            <p:spPr>
              <a:xfrm>
                <a:off x="278120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h436"/>
              <p:cNvSpPr/>
              <p:nvPr/>
            </p:nvSpPr>
            <p:spPr>
              <a:xfrm>
                <a:off x="279047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h437"/>
              <p:cNvSpPr/>
              <p:nvPr/>
            </p:nvSpPr>
            <p:spPr>
              <a:xfrm>
                <a:off x="279973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h438"/>
              <p:cNvSpPr/>
              <p:nvPr/>
            </p:nvSpPr>
            <p:spPr>
              <a:xfrm>
                <a:off x="280899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h439"/>
              <p:cNvSpPr/>
              <p:nvPr/>
            </p:nvSpPr>
            <p:spPr>
              <a:xfrm>
                <a:off x="281825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h440"/>
              <p:cNvSpPr/>
              <p:nvPr/>
            </p:nvSpPr>
            <p:spPr>
              <a:xfrm>
                <a:off x="282751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h441"/>
              <p:cNvSpPr/>
              <p:nvPr/>
            </p:nvSpPr>
            <p:spPr>
              <a:xfrm>
                <a:off x="283678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h442"/>
              <p:cNvSpPr/>
              <p:nvPr/>
            </p:nvSpPr>
            <p:spPr>
              <a:xfrm>
                <a:off x="284604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h443"/>
              <p:cNvSpPr/>
              <p:nvPr/>
            </p:nvSpPr>
            <p:spPr>
              <a:xfrm>
                <a:off x="285530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h444"/>
              <p:cNvSpPr/>
              <p:nvPr/>
            </p:nvSpPr>
            <p:spPr>
              <a:xfrm>
                <a:off x="286456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h445"/>
              <p:cNvSpPr/>
              <p:nvPr/>
            </p:nvSpPr>
            <p:spPr>
              <a:xfrm>
                <a:off x="287383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h446"/>
              <p:cNvSpPr/>
              <p:nvPr/>
            </p:nvSpPr>
            <p:spPr>
              <a:xfrm>
                <a:off x="28830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h447"/>
              <p:cNvSpPr/>
              <p:nvPr/>
            </p:nvSpPr>
            <p:spPr>
              <a:xfrm>
                <a:off x="289235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h448"/>
              <p:cNvSpPr/>
              <p:nvPr/>
            </p:nvSpPr>
            <p:spPr>
              <a:xfrm>
                <a:off x="29016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h449"/>
              <p:cNvSpPr/>
              <p:nvPr/>
            </p:nvSpPr>
            <p:spPr>
              <a:xfrm>
                <a:off x="29108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h450"/>
              <p:cNvSpPr/>
              <p:nvPr/>
            </p:nvSpPr>
            <p:spPr>
              <a:xfrm>
                <a:off x="2920141" y="272270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931"/>
                    </a:lnTo>
                    <a:lnTo>
                      <a:pt x="922111" y="914400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h451"/>
              <p:cNvSpPr/>
              <p:nvPr/>
            </p:nvSpPr>
            <p:spPr>
              <a:xfrm>
                <a:off x="2929403" y="2705464"/>
                <a:ext cx="918371" cy="927170"/>
              </a:xfrm>
              <a:custGeom>
                <a:avLst/>
                <a:gdLst/>
                <a:ahLst/>
                <a:cxnLst/>
                <a:rect l="0" t="0" r="0" b="0"/>
                <a:pathLst>
                  <a:path w="918371" h="927170">
                    <a:moveTo>
                      <a:pt x="914400" y="914400"/>
                    </a:moveTo>
                    <a:lnTo>
                      <a:pt x="918371" y="914400"/>
                    </a:lnTo>
                    <a:lnTo>
                      <a:pt x="917979" y="915835"/>
                    </a:lnTo>
                    <a:lnTo>
                      <a:pt x="915112" y="925118"/>
                    </a:lnTo>
                    <a:lnTo>
                      <a:pt x="914400" y="92717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h452"/>
              <p:cNvSpPr/>
              <p:nvPr/>
            </p:nvSpPr>
            <p:spPr>
              <a:xfrm>
                <a:off x="2457030" y="2688225"/>
                <a:ext cx="914400" cy="9194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52">
                    <a:moveTo>
                      <a:pt x="914400" y="914400"/>
                    </a:moveTo>
                    <a:lnTo>
                      <a:pt x="914400" y="919452"/>
                    </a:lnTo>
                    <a:lnTo>
                      <a:pt x="913852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h453"/>
              <p:cNvSpPr/>
              <p:nvPr/>
            </p:nvSpPr>
            <p:spPr>
              <a:xfrm>
                <a:off x="24570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044" y="931638"/>
                    </a:lnTo>
                    <a:lnTo>
                      <a:pt x="915999" y="931370"/>
                    </a:lnTo>
                    <a:lnTo>
                      <a:pt x="914559" y="920920"/>
                    </a:lnTo>
                    <a:lnTo>
                      <a:pt x="914400" y="919452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h454"/>
              <p:cNvSpPr/>
              <p:nvPr/>
            </p:nvSpPr>
            <p:spPr>
              <a:xfrm>
                <a:off x="24662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h455"/>
              <p:cNvSpPr/>
              <p:nvPr/>
            </p:nvSpPr>
            <p:spPr>
              <a:xfrm>
                <a:off x="2475555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h456"/>
              <p:cNvSpPr/>
              <p:nvPr/>
            </p:nvSpPr>
            <p:spPr>
              <a:xfrm>
                <a:off x="24848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h457"/>
              <p:cNvSpPr/>
              <p:nvPr/>
            </p:nvSpPr>
            <p:spPr>
              <a:xfrm>
                <a:off x="24940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h458"/>
              <p:cNvSpPr/>
              <p:nvPr/>
            </p:nvSpPr>
            <p:spPr>
              <a:xfrm>
                <a:off x="25033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h459"/>
              <p:cNvSpPr/>
              <p:nvPr/>
            </p:nvSpPr>
            <p:spPr>
              <a:xfrm>
                <a:off x="251260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h460"/>
              <p:cNvSpPr/>
              <p:nvPr/>
            </p:nvSpPr>
            <p:spPr>
              <a:xfrm>
                <a:off x="252186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h461"/>
              <p:cNvSpPr/>
              <p:nvPr/>
            </p:nvSpPr>
            <p:spPr>
              <a:xfrm>
                <a:off x="253112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h462"/>
              <p:cNvSpPr/>
              <p:nvPr/>
            </p:nvSpPr>
            <p:spPr>
              <a:xfrm>
                <a:off x="254039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h463"/>
              <p:cNvSpPr/>
              <p:nvPr/>
            </p:nvSpPr>
            <p:spPr>
              <a:xfrm>
                <a:off x="254965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h464"/>
              <p:cNvSpPr/>
              <p:nvPr/>
            </p:nvSpPr>
            <p:spPr>
              <a:xfrm>
                <a:off x="255891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h465"/>
              <p:cNvSpPr/>
              <p:nvPr/>
            </p:nvSpPr>
            <p:spPr>
              <a:xfrm>
                <a:off x="256817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h466"/>
              <p:cNvSpPr/>
              <p:nvPr/>
            </p:nvSpPr>
            <p:spPr>
              <a:xfrm>
                <a:off x="257743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h467"/>
              <p:cNvSpPr/>
              <p:nvPr/>
            </p:nvSpPr>
            <p:spPr>
              <a:xfrm>
                <a:off x="258670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h468"/>
              <p:cNvSpPr/>
              <p:nvPr/>
            </p:nvSpPr>
            <p:spPr>
              <a:xfrm>
                <a:off x="259596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h469"/>
              <p:cNvSpPr/>
              <p:nvPr/>
            </p:nvSpPr>
            <p:spPr>
              <a:xfrm>
                <a:off x="260522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h470"/>
              <p:cNvSpPr/>
              <p:nvPr/>
            </p:nvSpPr>
            <p:spPr>
              <a:xfrm>
                <a:off x="261448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h471"/>
              <p:cNvSpPr/>
              <p:nvPr/>
            </p:nvSpPr>
            <p:spPr>
              <a:xfrm>
                <a:off x="262375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h472"/>
              <p:cNvSpPr/>
              <p:nvPr/>
            </p:nvSpPr>
            <p:spPr>
              <a:xfrm>
                <a:off x="263301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h473"/>
              <p:cNvSpPr/>
              <p:nvPr/>
            </p:nvSpPr>
            <p:spPr>
              <a:xfrm>
                <a:off x="264227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h474"/>
              <p:cNvSpPr/>
              <p:nvPr/>
            </p:nvSpPr>
            <p:spPr>
              <a:xfrm>
                <a:off x="265153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h475"/>
              <p:cNvSpPr/>
              <p:nvPr/>
            </p:nvSpPr>
            <p:spPr>
              <a:xfrm>
                <a:off x="266079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h476"/>
              <p:cNvSpPr/>
              <p:nvPr/>
            </p:nvSpPr>
            <p:spPr>
              <a:xfrm>
                <a:off x="267006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h477"/>
              <p:cNvSpPr/>
              <p:nvPr/>
            </p:nvSpPr>
            <p:spPr>
              <a:xfrm>
                <a:off x="267932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h478"/>
              <p:cNvSpPr/>
              <p:nvPr/>
            </p:nvSpPr>
            <p:spPr>
              <a:xfrm>
                <a:off x="268858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h479"/>
              <p:cNvSpPr/>
              <p:nvPr/>
            </p:nvSpPr>
            <p:spPr>
              <a:xfrm>
                <a:off x="269784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h480"/>
              <p:cNvSpPr/>
              <p:nvPr/>
            </p:nvSpPr>
            <p:spPr>
              <a:xfrm>
                <a:off x="270711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h481"/>
              <p:cNvSpPr/>
              <p:nvPr/>
            </p:nvSpPr>
            <p:spPr>
              <a:xfrm>
                <a:off x="271637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h482"/>
              <p:cNvSpPr/>
              <p:nvPr/>
            </p:nvSpPr>
            <p:spPr>
              <a:xfrm>
                <a:off x="272563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h483"/>
              <p:cNvSpPr/>
              <p:nvPr/>
            </p:nvSpPr>
            <p:spPr>
              <a:xfrm>
                <a:off x="273489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h484"/>
              <p:cNvSpPr/>
              <p:nvPr/>
            </p:nvSpPr>
            <p:spPr>
              <a:xfrm>
                <a:off x="274415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h485"/>
              <p:cNvSpPr/>
              <p:nvPr/>
            </p:nvSpPr>
            <p:spPr>
              <a:xfrm>
                <a:off x="275342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h486"/>
              <p:cNvSpPr/>
              <p:nvPr/>
            </p:nvSpPr>
            <p:spPr>
              <a:xfrm>
                <a:off x="276268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h487"/>
              <p:cNvSpPr/>
              <p:nvPr/>
            </p:nvSpPr>
            <p:spPr>
              <a:xfrm>
                <a:off x="277194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h488"/>
              <p:cNvSpPr/>
              <p:nvPr/>
            </p:nvSpPr>
            <p:spPr>
              <a:xfrm>
                <a:off x="278120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h489"/>
              <p:cNvSpPr/>
              <p:nvPr/>
            </p:nvSpPr>
            <p:spPr>
              <a:xfrm>
                <a:off x="279047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h490"/>
              <p:cNvSpPr/>
              <p:nvPr/>
            </p:nvSpPr>
            <p:spPr>
              <a:xfrm>
                <a:off x="279973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h491"/>
              <p:cNvSpPr/>
              <p:nvPr/>
            </p:nvSpPr>
            <p:spPr>
              <a:xfrm>
                <a:off x="280899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h492"/>
              <p:cNvSpPr/>
              <p:nvPr/>
            </p:nvSpPr>
            <p:spPr>
              <a:xfrm>
                <a:off x="281825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h493"/>
              <p:cNvSpPr/>
              <p:nvPr/>
            </p:nvSpPr>
            <p:spPr>
              <a:xfrm>
                <a:off x="282751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h494"/>
              <p:cNvSpPr/>
              <p:nvPr/>
            </p:nvSpPr>
            <p:spPr>
              <a:xfrm>
                <a:off x="283678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h495"/>
              <p:cNvSpPr/>
              <p:nvPr/>
            </p:nvSpPr>
            <p:spPr>
              <a:xfrm>
                <a:off x="284604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h496"/>
              <p:cNvSpPr/>
              <p:nvPr/>
            </p:nvSpPr>
            <p:spPr>
              <a:xfrm>
                <a:off x="285530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h497"/>
              <p:cNvSpPr/>
              <p:nvPr/>
            </p:nvSpPr>
            <p:spPr>
              <a:xfrm>
                <a:off x="286456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h498"/>
              <p:cNvSpPr/>
              <p:nvPr/>
            </p:nvSpPr>
            <p:spPr>
              <a:xfrm>
                <a:off x="28738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h499"/>
              <p:cNvSpPr/>
              <p:nvPr/>
            </p:nvSpPr>
            <p:spPr>
              <a:xfrm>
                <a:off x="28830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h500"/>
              <p:cNvSpPr/>
              <p:nvPr/>
            </p:nvSpPr>
            <p:spPr>
              <a:xfrm>
                <a:off x="289235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h501"/>
              <p:cNvSpPr/>
              <p:nvPr/>
            </p:nvSpPr>
            <p:spPr>
              <a:xfrm>
                <a:off x="29016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h502"/>
              <p:cNvSpPr/>
              <p:nvPr/>
            </p:nvSpPr>
            <p:spPr>
              <a:xfrm>
                <a:off x="29108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h503"/>
              <p:cNvSpPr/>
              <p:nvPr/>
            </p:nvSpPr>
            <p:spPr>
              <a:xfrm>
                <a:off x="29201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h504"/>
              <p:cNvSpPr/>
              <p:nvPr/>
            </p:nvSpPr>
            <p:spPr>
              <a:xfrm>
                <a:off x="2929403" y="2705464"/>
                <a:ext cx="9227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64" y="897161"/>
                    </a:lnTo>
                    <a:lnTo>
                      <a:pt x="920585" y="906289"/>
                    </a:lnTo>
                    <a:lnTo>
                      <a:pt x="918371" y="91440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h505"/>
              <p:cNvSpPr/>
              <p:nvPr/>
            </p:nvSpPr>
            <p:spPr>
              <a:xfrm>
                <a:off x="2457030" y="26709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52" y="931638"/>
                    </a:lnTo>
                    <a:lnTo>
                      <a:pt x="913413" y="927583"/>
                    </a:lnTo>
                    <a:lnTo>
                      <a:pt x="912565" y="916911"/>
                    </a:lnTo>
                    <a:lnTo>
                      <a:pt x="912437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h506"/>
              <p:cNvSpPr/>
              <p:nvPr/>
            </p:nvSpPr>
            <p:spPr>
              <a:xfrm>
                <a:off x="24570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h507"/>
              <p:cNvSpPr/>
              <p:nvPr/>
            </p:nvSpPr>
            <p:spPr>
              <a:xfrm>
                <a:off x="24662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h508"/>
              <p:cNvSpPr/>
              <p:nvPr/>
            </p:nvSpPr>
            <p:spPr>
              <a:xfrm>
                <a:off x="2475555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h509"/>
              <p:cNvSpPr/>
              <p:nvPr/>
            </p:nvSpPr>
            <p:spPr>
              <a:xfrm>
                <a:off x="24848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h510"/>
              <p:cNvSpPr/>
              <p:nvPr/>
            </p:nvSpPr>
            <p:spPr>
              <a:xfrm>
                <a:off x="24940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h511"/>
              <p:cNvSpPr/>
              <p:nvPr/>
            </p:nvSpPr>
            <p:spPr>
              <a:xfrm>
                <a:off x="25033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h512"/>
              <p:cNvSpPr/>
              <p:nvPr/>
            </p:nvSpPr>
            <p:spPr>
              <a:xfrm>
                <a:off x="251260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h513"/>
              <p:cNvSpPr/>
              <p:nvPr/>
            </p:nvSpPr>
            <p:spPr>
              <a:xfrm>
                <a:off x="252186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h514"/>
              <p:cNvSpPr/>
              <p:nvPr/>
            </p:nvSpPr>
            <p:spPr>
              <a:xfrm>
                <a:off x="253112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h515"/>
              <p:cNvSpPr/>
              <p:nvPr/>
            </p:nvSpPr>
            <p:spPr>
              <a:xfrm>
                <a:off x="254039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h516"/>
              <p:cNvSpPr/>
              <p:nvPr/>
            </p:nvSpPr>
            <p:spPr>
              <a:xfrm>
                <a:off x="254965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h517"/>
              <p:cNvSpPr/>
              <p:nvPr/>
            </p:nvSpPr>
            <p:spPr>
              <a:xfrm>
                <a:off x="255891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h518"/>
              <p:cNvSpPr/>
              <p:nvPr/>
            </p:nvSpPr>
            <p:spPr>
              <a:xfrm>
                <a:off x="256817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h519"/>
              <p:cNvSpPr/>
              <p:nvPr/>
            </p:nvSpPr>
            <p:spPr>
              <a:xfrm>
                <a:off x="257743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h520"/>
              <p:cNvSpPr/>
              <p:nvPr/>
            </p:nvSpPr>
            <p:spPr>
              <a:xfrm>
                <a:off x="258670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h521"/>
              <p:cNvSpPr/>
              <p:nvPr/>
            </p:nvSpPr>
            <p:spPr>
              <a:xfrm>
                <a:off x="259596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h522"/>
              <p:cNvSpPr/>
              <p:nvPr/>
            </p:nvSpPr>
            <p:spPr>
              <a:xfrm>
                <a:off x="260522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h523"/>
              <p:cNvSpPr/>
              <p:nvPr/>
            </p:nvSpPr>
            <p:spPr>
              <a:xfrm>
                <a:off x="261448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h524"/>
              <p:cNvSpPr/>
              <p:nvPr/>
            </p:nvSpPr>
            <p:spPr>
              <a:xfrm>
                <a:off x="262375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h525"/>
              <p:cNvSpPr/>
              <p:nvPr/>
            </p:nvSpPr>
            <p:spPr>
              <a:xfrm>
                <a:off x="263301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h526"/>
              <p:cNvSpPr/>
              <p:nvPr/>
            </p:nvSpPr>
            <p:spPr>
              <a:xfrm>
                <a:off x="264227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h527"/>
              <p:cNvSpPr/>
              <p:nvPr/>
            </p:nvSpPr>
            <p:spPr>
              <a:xfrm>
                <a:off x="265153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h528"/>
              <p:cNvSpPr/>
              <p:nvPr/>
            </p:nvSpPr>
            <p:spPr>
              <a:xfrm>
                <a:off x="266079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h529"/>
              <p:cNvSpPr/>
              <p:nvPr/>
            </p:nvSpPr>
            <p:spPr>
              <a:xfrm>
                <a:off x="267006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h530"/>
              <p:cNvSpPr/>
              <p:nvPr/>
            </p:nvSpPr>
            <p:spPr>
              <a:xfrm>
                <a:off x="267932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h531"/>
              <p:cNvSpPr/>
              <p:nvPr/>
            </p:nvSpPr>
            <p:spPr>
              <a:xfrm>
                <a:off x="268858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h532"/>
              <p:cNvSpPr/>
              <p:nvPr/>
            </p:nvSpPr>
            <p:spPr>
              <a:xfrm>
                <a:off x="269784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h533"/>
              <p:cNvSpPr/>
              <p:nvPr/>
            </p:nvSpPr>
            <p:spPr>
              <a:xfrm>
                <a:off x="270711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h534"/>
              <p:cNvSpPr/>
              <p:nvPr/>
            </p:nvSpPr>
            <p:spPr>
              <a:xfrm>
                <a:off x="271637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h535"/>
              <p:cNvSpPr/>
              <p:nvPr/>
            </p:nvSpPr>
            <p:spPr>
              <a:xfrm>
                <a:off x="272563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h536"/>
              <p:cNvSpPr/>
              <p:nvPr/>
            </p:nvSpPr>
            <p:spPr>
              <a:xfrm>
                <a:off x="273489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h537"/>
              <p:cNvSpPr/>
              <p:nvPr/>
            </p:nvSpPr>
            <p:spPr>
              <a:xfrm>
                <a:off x="274415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h538"/>
              <p:cNvSpPr/>
              <p:nvPr/>
            </p:nvSpPr>
            <p:spPr>
              <a:xfrm>
                <a:off x="275342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h539"/>
              <p:cNvSpPr/>
              <p:nvPr/>
            </p:nvSpPr>
            <p:spPr>
              <a:xfrm>
                <a:off x="276268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h540"/>
              <p:cNvSpPr/>
              <p:nvPr/>
            </p:nvSpPr>
            <p:spPr>
              <a:xfrm>
                <a:off x="277194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h541"/>
              <p:cNvSpPr/>
              <p:nvPr/>
            </p:nvSpPr>
            <p:spPr>
              <a:xfrm>
                <a:off x="278120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h542"/>
              <p:cNvSpPr/>
              <p:nvPr/>
            </p:nvSpPr>
            <p:spPr>
              <a:xfrm>
                <a:off x="279047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h543"/>
              <p:cNvSpPr/>
              <p:nvPr/>
            </p:nvSpPr>
            <p:spPr>
              <a:xfrm>
                <a:off x="279973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h544"/>
              <p:cNvSpPr/>
              <p:nvPr/>
            </p:nvSpPr>
            <p:spPr>
              <a:xfrm>
                <a:off x="280899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h545"/>
              <p:cNvSpPr/>
              <p:nvPr/>
            </p:nvSpPr>
            <p:spPr>
              <a:xfrm>
                <a:off x="281825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h546"/>
              <p:cNvSpPr/>
              <p:nvPr/>
            </p:nvSpPr>
            <p:spPr>
              <a:xfrm>
                <a:off x="282751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h547"/>
              <p:cNvSpPr/>
              <p:nvPr/>
            </p:nvSpPr>
            <p:spPr>
              <a:xfrm>
                <a:off x="283678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h548"/>
              <p:cNvSpPr/>
              <p:nvPr/>
            </p:nvSpPr>
            <p:spPr>
              <a:xfrm>
                <a:off x="284604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h549"/>
              <p:cNvSpPr/>
              <p:nvPr/>
            </p:nvSpPr>
            <p:spPr>
              <a:xfrm>
                <a:off x="285530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h550"/>
              <p:cNvSpPr/>
              <p:nvPr/>
            </p:nvSpPr>
            <p:spPr>
              <a:xfrm>
                <a:off x="286456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h551"/>
              <p:cNvSpPr/>
              <p:nvPr/>
            </p:nvSpPr>
            <p:spPr>
              <a:xfrm>
                <a:off x="28738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h552"/>
              <p:cNvSpPr/>
              <p:nvPr/>
            </p:nvSpPr>
            <p:spPr>
              <a:xfrm>
                <a:off x="28830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h553"/>
              <p:cNvSpPr/>
              <p:nvPr/>
            </p:nvSpPr>
            <p:spPr>
              <a:xfrm>
                <a:off x="289235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h554"/>
              <p:cNvSpPr/>
              <p:nvPr/>
            </p:nvSpPr>
            <p:spPr>
              <a:xfrm>
                <a:off x="29016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h555"/>
              <p:cNvSpPr/>
              <p:nvPr/>
            </p:nvSpPr>
            <p:spPr>
              <a:xfrm>
                <a:off x="29108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h556"/>
              <p:cNvSpPr/>
              <p:nvPr/>
            </p:nvSpPr>
            <p:spPr>
              <a:xfrm>
                <a:off x="29201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h557"/>
              <p:cNvSpPr/>
              <p:nvPr/>
            </p:nvSpPr>
            <p:spPr>
              <a:xfrm>
                <a:off x="2929403" y="26882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151"/>
                    </a:lnTo>
                    <a:lnTo>
                      <a:pt x="922921" y="913742"/>
                    </a:lnTo>
                    <a:lnTo>
                      <a:pt x="922764" y="91440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h558"/>
              <p:cNvSpPr/>
              <p:nvPr/>
            </p:nvSpPr>
            <p:spPr>
              <a:xfrm>
                <a:off x="2938666" y="2670987"/>
                <a:ext cx="916872" cy="927390"/>
              </a:xfrm>
              <a:custGeom>
                <a:avLst/>
                <a:gdLst/>
                <a:ahLst/>
                <a:cxnLst/>
                <a:rect l="0" t="0" r="0" b="0"/>
                <a:pathLst>
                  <a:path w="916872" h="927390">
                    <a:moveTo>
                      <a:pt x="914400" y="914400"/>
                    </a:moveTo>
                    <a:lnTo>
                      <a:pt x="916872" y="914400"/>
                    </a:lnTo>
                    <a:lnTo>
                      <a:pt x="915720" y="920984"/>
                    </a:lnTo>
                    <a:lnTo>
                      <a:pt x="914400" y="92739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h559"/>
              <p:cNvSpPr/>
              <p:nvPr/>
            </p:nvSpPr>
            <p:spPr>
              <a:xfrm>
                <a:off x="2457030" y="26537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437" y="931638"/>
                    </a:lnTo>
                    <a:lnTo>
                      <a:pt x="912018" y="923410"/>
                    </a:lnTo>
                    <a:lnTo>
                      <a:pt x="911812" y="914400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h560"/>
              <p:cNvSpPr/>
              <p:nvPr/>
            </p:nvSpPr>
            <p:spPr>
              <a:xfrm>
                <a:off x="24570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h561"/>
              <p:cNvSpPr/>
              <p:nvPr/>
            </p:nvSpPr>
            <p:spPr>
              <a:xfrm>
                <a:off x="24662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h562"/>
              <p:cNvSpPr/>
              <p:nvPr/>
            </p:nvSpPr>
            <p:spPr>
              <a:xfrm>
                <a:off x="2475555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h563"/>
              <p:cNvSpPr/>
              <p:nvPr/>
            </p:nvSpPr>
            <p:spPr>
              <a:xfrm>
                <a:off x="24848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h564"/>
              <p:cNvSpPr/>
              <p:nvPr/>
            </p:nvSpPr>
            <p:spPr>
              <a:xfrm>
                <a:off x="24940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h565"/>
              <p:cNvSpPr/>
              <p:nvPr/>
            </p:nvSpPr>
            <p:spPr>
              <a:xfrm>
                <a:off x="25033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h566"/>
              <p:cNvSpPr/>
              <p:nvPr/>
            </p:nvSpPr>
            <p:spPr>
              <a:xfrm>
                <a:off x="25126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h567"/>
              <p:cNvSpPr/>
              <p:nvPr/>
            </p:nvSpPr>
            <p:spPr>
              <a:xfrm>
                <a:off x="252186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h568"/>
              <p:cNvSpPr/>
              <p:nvPr/>
            </p:nvSpPr>
            <p:spPr>
              <a:xfrm>
                <a:off x="253112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h569"/>
              <p:cNvSpPr/>
              <p:nvPr/>
            </p:nvSpPr>
            <p:spPr>
              <a:xfrm>
                <a:off x="254039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h570"/>
              <p:cNvSpPr/>
              <p:nvPr/>
            </p:nvSpPr>
            <p:spPr>
              <a:xfrm>
                <a:off x="254965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h571"/>
              <p:cNvSpPr/>
              <p:nvPr/>
            </p:nvSpPr>
            <p:spPr>
              <a:xfrm>
                <a:off x="255891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h572"/>
              <p:cNvSpPr/>
              <p:nvPr/>
            </p:nvSpPr>
            <p:spPr>
              <a:xfrm>
                <a:off x="256817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h573"/>
              <p:cNvSpPr/>
              <p:nvPr/>
            </p:nvSpPr>
            <p:spPr>
              <a:xfrm>
                <a:off x="257743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h574"/>
              <p:cNvSpPr/>
              <p:nvPr/>
            </p:nvSpPr>
            <p:spPr>
              <a:xfrm>
                <a:off x="258670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h575"/>
              <p:cNvSpPr/>
              <p:nvPr/>
            </p:nvSpPr>
            <p:spPr>
              <a:xfrm>
                <a:off x="259596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h576"/>
              <p:cNvSpPr/>
              <p:nvPr/>
            </p:nvSpPr>
            <p:spPr>
              <a:xfrm>
                <a:off x="260522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h577"/>
              <p:cNvSpPr/>
              <p:nvPr/>
            </p:nvSpPr>
            <p:spPr>
              <a:xfrm>
                <a:off x="261448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h578"/>
              <p:cNvSpPr/>
              <p:nvPr/>
            </p:nvSpPr>
            <p:spPr>
              <a:xfrm>
                <a:off x="262375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h579"/>
              <p:cNvSpPr/>
              <p:nvPr/>
            </p:nvSpPr>
            <p:spPr>
              <a:xfrm>
                <a:off x="263301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h580"/>
              <p:cNvSpPr/>
              <p:nvPr/>
            </p:nvSpPr>
            <p:spPr>
              <a:xfrm>
                <a:off x="264227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h581"/>
              <p:cNvSpPr/>
              <p:nvPr/>
            </p:nvSpPr>
            <p:spPr>
              <a:xfrm>
                <a:off x="265153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h582"/>
              <p:cNvSpPr/>
              <p:nvPr/>
            </p:nvSpPr>
            <p:spPr>
              <a:xfrm>
                <a:off x="266079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h583"/>
              <p:cNvSpPr/>
              <p:nvPr/>
            </p:nvSpPr>
            <p:spPr>
              <a:xfrm>
                <a:off x="267006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h584"/>
              <p:cNvSpPr/>
              <p:nvPr/>
            </p:nvSpPr>
            <p:spPr>
              <a:xfrm>
                <a:off x="267932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h585"/>
              <p:cNvSpPr/>
              <p:nvPr/>
            </p:nvSpPr>
            <p:spPr>
              <a:xfrm>
                <a:off x="268858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h586"/>
              <p:cNvSpPr/>
              <p:nvPr/>
            </p:nvSpPr>
            <p:spPr>
              <a:xfrm>
                <a:off x="269784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h587"/>
              <p:cNvSpPr/>
              <p:nvPr/>
            </p:nvSpPr>
            <p:spPr>
              <a:xfrm>
                <a:off x="270711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h588"/>
              <p:cNvSpPr/>
              <p:nvPr/>
            </p:nvSpPr>
            <p:spPr>
              <a:xfrm>
                <a:off x="271637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h589"/>
              <p:cNvSpPr/>
              <p:nvPr/>
            </p:nvSpPr>
            <p:spPr>
              <a:xfrm>
                <a:off x="272563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h590"/>
              <p:cNvSpPr/>
              <p:nvPr/>
            </p:nvSpPr>
            <p:spPr>
              <a:xfrm>
                <a:off x="273489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h591"/>
              <p:cNvSpPr/>
              <p:nvPr/>
            </p:nvSpPr>
            <p:spPr>
              <a:xfrm>
                <a:off x="274415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h592"/>
              <p:cNvSpPr/>
              <p:nvPr/>
            </p:nvSpPr>
            <p:spPr>
              <a:xfrm>
                <a:off x="275342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h593"/>
              <p:cNvSpPr/>
              <p:nvPr/>
            </p:nvSpPr>
            <p:spPr>
              <a:xfrm>
                <a:off x="276268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h594"/>
              <p:cNvSpPr/>
              <p:nvPr/>
            </p:nvSpPr>
            <p:spPr>
              <a:xfrm>
                <a:off x="277194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h595"/>
              <p:cNvSpPr/>
              <p:nvPr/>
            </p:nvSpPr>
            <p:spPr>
              <a:xfrm>
                <a:off x="278120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h596"/>
              <p:cNvSpPr/>
              <p:nvPr/>
            </p:nvSpPr>
            <p:spPr>
              <a:xfrm>
                <a:off x="279047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h597"/>
              <p:cNvSpPr/>
              <p:nvPr/>
            </p:nvSpPr>
            <p:spPr>
              <a:xfrm>
                <a:off x="279973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h598"/>
              <p:cNvSpPr/>
              <p:nvPr/>
            </p:nvSpPr>
            <p:spPr>
              <a:xfrm>
                <a:off x="280899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h599"/>
              <p:cNvSpPr/>
              <p:nvPr/>
            </p:nvSpPr>
            <p:spPr>
              <a:xfrm>
                <a:off x="281825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h600"/>
              <p:cNvSpPr/>
              <p:nvPr/>
            </p:nvSpPr>
            <p:spPr>
              <a:xfrm>
                <a:off x="282751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h601"/>
              <p:cNvSpPr/>
              <p:nvPr/>
            </p:nvSpPr>
            <p:spPr>
              <a:xfrm>
                <a:off x="283678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h602"/>
              <p:cNvSpPr/>
              <p:nvPr/>
            </p:nvSpPr>
            <p:spPr>
              <a:xfrm>
                <a:off x="284604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h603"/>
              <p:cNvSpPr/>
              <p:nvPr/>
            </p:nvSpPr>
            <p:spPr>
              <a:xfrm>
                <a:off x="285530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h604"/>
              <p:cNvSpPr/>
              <p:nvPr/>
            </p:nvSpPr>
            <p:spPr>
              <a:xfrm>
                <a:off x="286456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h605"/>
              <p:cNvSpPr/>
              <p:nvPr/>
            </p:nvSpPr>
            <p:spPr>
              <a:xfrm>
                <a:off x="28738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h606"/>
              <p:cNvSpPr/>
              <p:nvPr/>
            </p:nvSpPr>
            <p:spPr>
              <a:xfrm>
                <a:off x="28830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h607"/>
              <p:cNvSpPr/>
              <p:nvPr/>
            </p:nvSpPr>
            <p:spPr>
              <a:xfrm>
                <a:off x="289235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h608"/>
              <p:cNvSpPr/>
              <p:nvPr/>
            </p:nvSpPr>
            <p:spPr>
              <a:xfrm>
                <a:off x="29016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h609"/>
              <p:cNvSpPr/>
              <p:nvPr/>
            </p:nvSpPr>
            <p:spPr>
              <a:xfrm>
                <a:off x="29108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h610"/>
              <p:cNvSpPr/>
              <p:nvPr/>
            </p:nvSpPr>
            <p:spPr>
              <a:xfrm>
                <a:off x="29201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h611"/>
              <p:cNvSpPr/>
              <p:nvPr/>
            </p:nvSpPr>
            <p:spPr>
              <a:xfrm>
                <a:off x="29294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h612"/>
              <p:cNvSpPr/>
              <p:nvPr/>
            </p:nvSpPr>
            <p:spPr>
              <a:xfrm>
                <a:off x="2938666" y="2670987"/>
                <a:ext cx="9193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77" y="897161"/>
                    </a:lnTo>
                    <a:lnTo>
                      <a:pt x="918996" y="900463"/>
                    </a:lnTo>
                    <a:lnTo>
                      <a:pt x="917501" y="910802"/>
                    </a:lnTo>
                    <a:lnTo>
                      <a:pt x="916872" y="91440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h613"/>
              <p:cNvSpPr/>
              <p:nvPr/>
            </p:nvSpPr>
            <p:spPr>
              <a:xfrm>
                <a:off x="2457030" y="26365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812" y="931638"/>
                    </a:lnTo>
                    <a:lnTo>
                      <a:pt x="911772" y="929870"/>
                    </a:lnTo>
                    <a:lnTo>
                      <a:pt x="911828" y="919083"/>
                    </a:lnTo>
                    <a:lnTo>
                      <a:pt x="911984" y="914400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h614"/>
              <p:cNvSpPr/>
              <p:nvPr/>
            </p:nvSpPr>
            <p:spPr>
              <a:xfrm>
                <a:off x="24570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h615"/>
              <p:cNvSpPr/>
              <p:nvPr/>
            </p:nvSpPr>
            <p:spPr>
              <a:xfrm>
                <a:off x="24662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h616"/>
              <p:cNvSpPr/>
              <p:nvPr/>
            </p:nvSpPr>
            <p:spPr>
              <a:xfrm>
                <a:off x="2475555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h617"/>
              <p:cNvSpPr/>
              <p:nvPr/>
            </p:nvSpPr>
            <p:spPr>
              <a:xfrm>
                <a:off x="24848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h618"/>
              <p:cNvSpPr/>
              <p:nvPr/>
            </p:nvSpPr>
            <p:spPr>
              <a:xfrm>
                <a:off x="24940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h619"/>
              <p:cNvSpPr/>
              <p:nvPr/>
            </p:nvSpPr>
            <p:spPr>
              <a:xfrm>
                <a:off x="25033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h620"/>
              <p:cNvSpPr/>
              <p:nvPr/>
            </p:nvSpPr>
            <p:spPr>
              <a:xfrm>
                <a:off x="25126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h621"/>
              <p:cNvSpPr/>
              <p:nvPr/>
            </p:nvSpPr>
            <p:spPr>
              <a:xfrm>
                <a:off x="252186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h622"/>
              <p:cNvSpPr/>
              <p:nvPr/>
            </p:nvSpPr>
            <p:spPr>
              <a:xfrm>
                <a:off x="253112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h623"/>
              <p:cNvSpPr/>
              <p:nvPr/>
            </p:nvSpPr>
            <p:spPr>
              <a:xfrm>
                <a:off x="254039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h624"/>
              <p:cNvSpPr/>
              <p:nvPr/>
            </p:nvSpPr>
            <p:spPr>
              <a:xfrm>
                <a:off x="254965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h625"/>
              <p:cNvSpPr/>
              <p:nvPr/>
            </p:nvSpPr>
            <p:spPr>
              <a:xfrm>
                <a:off x="255891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h626"/>
              <p:cNvSpPr/>
              <p:nvPr/>
            </p:nvSpPr>
            <p:spPr>
              <a:xfrm>
                <a:off x="256817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h627"/>
              <p:cNvSpPr/>
              <p:nvPr/>
            </p:nvSpPr>
            <p:spPr>
              <a:xfrm>
                <a:off x="257743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h628"/>
              <p:cNvSpPr/>
              <p:nvPr/>
            </p:nvSpPr>
            <p:spPr>
              <a:xfrm>
                <a:off x="258670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h629"/>
              <p:cNvSpPr/>
              <p:nvPr/>
            </p:nvSpPr>
            <p:spPr>
              <a:xfrm>
                <a:off x="259596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h630"/>
              <p:cNvSpPr/>
              <p:nvPr/>
            </p:nvSpPr>
            <p:spPr>
              <a:xfrm>
                <a:off x="260522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h631"/>
              <p:cNvSpPr/>
              <p:nvPr/>
            </p:nvSpPr>
            <p:spPr>
              <a:xfrm>
                <a:off x="261448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h632"/>
              <p:cNvSpPr/>
              <p:nvPr/>
            </p:nvSpPr>
            <p:spPr>
              <a:xfrm>
                <a:off x="262375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h633"/>
              <p:cNvSpPr/>
              <p:nvPr/>
            </p:nvSpPr>
            <p:spPr>
              <a:xfrm>
                <a:off x="263301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h634"/>
              <p:cNvSpPr/>
              <p:nvPr/>
            </p:nvSpPr>
            <p:spPr>
              <a:xfrm>
                <a:off x="264227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h635"/>
              <p:cNvSpPr/>
              <p:nvPr/>
            </p:nvSpPr>
            <p:spPr>
              <a:xfrm>
                <a:off x="265153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h636"/>
              <p:cNvSpPr/>
              <p:nvPr/>
            </p:nvSpPr>
            <p:spPr>
              <a:xfrm>
                <a:off x="266079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h637"/>
              <p:cNvSpPr/>
              <p:nvPr/>
            </p:nvSpPr>
            <p:spPr>
              <a:xfrm>
                <a:off x="267006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h638"/>
              <p:cNvSpPr/>
              <p:nvPr/>
            </p:nvSpPr>
            <p:spPr>
              <a:xfrm>
                <a:off x="267932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h639"/>
              <p:cNvSpPr/>
              <p:nvPr/>
            </p:nvSpPr>
            <p:spPr>
              <a:xfrm>
                <a:off x="268858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h640"/>
              <p:cNvSpPr/>
              <p:nvPr/>
            </p:nvSpPr>
            <p:spPr>
              <a:xfrm>
                <a:off x="269784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h641"/>
              <p:cNvSpPr/>
              <p:nvPr/>
            </p:nvSpPr>
            <p:spPr>
              <a:xfrm>
                <a:off x="270711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h642"/>
              <p:cNvSpPr/>
              <p:nvPr/>
            </p:nvSpPr>
            <p:spPr>
              <a:xfrm>
                <a:off x="271637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h643"/>
              <p:cNvSpPr/>
              <p:nvPr/>
            </p:nvSpPr>
            <p:spPr>
              <a:xfrm>
                <a:off x="272563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h644"/>
              <p:cNvSpPr/>
              <p:nvPr/>
            </p:nvSpPr>
            <p:spPr>
              <a:xfrm>
                <a:off x="273489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h645"/>
              <p:cNvSpPr/>
              <p:nvPr/>
            </p:nvSpPr>
            <p:spPr>
              <a:xfrm>
                <a:off x="274415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h646"/>
              <p:cNvSpPr/>
              <p:nvPr/>
            </p:nvSpPr>
            <p:spPr>
              <a:xfrm>
                <a:off x="275342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h647"/>
              <p:cNvSpPr/>
              <p:nvPr/>
            </p:nvSpPr>
            <p:spPr>
              <a:xfrm>
                <a:off x="276268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h648"/>
              <p:cNvSpPr/>
              <p:nvPr/>
            </p:nvSpPr>
            <p:spPr>
              <a:xfrm>
                <a:off x="277194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h649"/>
              <p:cNvSpPr/>
              <p:nvPr/>
            </p:nvSpPr>
            <p:spPr>
              <a:xfrm>
                <a:off x="278120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h650"/>
              <p:cNvSpPr/>
              <p:nvPr/>
            </p:nvSpPr>
            <p:spPr>
              <a:xfrm>
                <a:off x="279047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h651"/>
              <p:cNvSpPr/>
              <p:nvPr/>
            </p:nvSpPr>
            <p:spPr>
              <a:xfrm>
                <a:off x="279973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h652"/>
              <p:cNvSpPr/>
              <p:nvPr/>
            </p:nvSpPr>
            <p:spPr>
              <a:xfrm>
                <a:off x="280899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h653"/>
              <p:cNvSpPr/>
              <p:nvPr/>
            </p:nvSpPr>
            <p:spPr>
              <a:xfrm>
                <a:off x="281825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h654"/>
              <p:cNvSpPr/>
              <p:nvPr/>
            </p:nvSpPr>
            <p:spPr>
              <a:xfrm>
                <a:off x="282751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h655"/>
              <p:cNvSpPr/>
              <p:nvPr/>
            </p:nvSpPr>
            <p:spPr>
              <a:xfrm>
                <a:off x="283678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h656"/>
              <p:cNvSpPr/>
              <p:nvPr/>
            </p:nvSpPr>
            <p:spPr>
              <a:xfrm>
                <a:off x="284604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h657"/>
              <p:cNvSpPr/>
              <p:nvPr/>
            </p:nvSpPr>
            <p:spPr>
              <a:xfrm>
                <a:off x="285530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h658"/>
              <p:cNvSpPr/>
              <p:nvPr/>
            </p:nvSpPr>
            <p:spPr>
              <a:xfrm>
                <a:off x="286456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h659"/>
              <p:cNvSpPr/>
              <p:nvPr/>
            </p:nvSpPr>
            <p:spPr>
              <a:xfrm>
                <a:off x="28738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h660"/>
              <p:cNvSpPr/>
              <p:nvPr/>
            </p:nvSpPr>
            <p:spPr>
              <a:xfrm>
                <a:off x="28830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h661"/>
              <p:cNvSpPr/>
              <p:nvPr/>
            </p:nvSpPr>
            <p:spPr>
              <a:xfrm>
                <a:off x="289235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h662"/>
              <p:cNvSpPr/>
              <p:nvPr/>
            </p:nvSpPr>
            <p:spPr>
              <a:xfrm>
                <a:off x="29016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h663"/>
              <p:cNvSpPr/>
              <p:nvPr/>
            </p:nvSpPr>
            <p:spPr>
              <a:xfrm>
                <a:off x="29108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h664"/>
              <p:cNvSpPr/>
              <p:nvPr/>
            </p:nvSpPr>
            <p:spPr>
              <a:xfrm>
                <a:off x="29201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h665"/>
              <p:cNvSpPr/>
              <p:nvPr/>
            </p:nvSpPr>
            <p:spPr>
              <a:xfrm>
                <a:off x="29294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h666"/>
              <p:cNvSpPr/>
              <p:nvPr/>
            </p:nvSpPr>
            <p:spPr>
              <a:xfrm>
                <a:off x="2938666" y="2653748"/>
                <a:ext cx="9210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072" y="897161"/>
                    </a:lnTo>
                    <a:lnTo>
                      <a:pt x="920202" y="907232"/>
                    </a:lnTo>
                    <a:lnTo>
                      <a:pt x="919377" y="914400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h667"/>
              <p:cNvSpPr/>
              <p:nvPr/>
            </p:nvSpPr>
            <p:spPr>
              <a:xfrm>
                <a:off x="2457030" y="261927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84" y="931638"/>
                    </a:lnTo>
                    <a:lnTo>
                      <a:pt x="912186" y="925554"/>
                    </a:lnTo>
                    <a:lnTo>
                      <a:pt x="912845" y="914836"/>
                    </a:lnTo>
                    <a:lnTo>
                      <a:pt x="912885" y="914400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h668"/>
              <p:cNvSpPr/>
              <p:nvPr/>
            </p:nvSpPr>
            <p:spPr>
              <a:xfrm>
                <a:off x="24570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h669"/>
              <p:cNvSpPr/>
              <p:nvPr/>
            </p:nvSpPr>
            <p:spPr>
              <a:xfrm>
                <a:off x="24662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h670"/>
              <p:cNvSpPr/>
              <p:nvPr/>
            </p:nvSpPr>
            <p:spPr>
              <a:xfrm>
                <a:off x="2475555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h671"/>
              <p:cNvSpPr/>
              <p:nvPr/>
            </p:nvSpPr>
            <p:spPr>
              <a:xfrm>
                <a:off x="24848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h672"/>
              <p:cNvSpPr/>
              <p:nvPr/>
            </p:nvSpPr>
            <p:spPr>
              <a:xfrm>
                <a:off x="24940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h673"/>
              <p:cNvSpPr/>
              <p:nvPr/>
            </p:nvSpPr>
            <p:spPr>
              <a:xfrm>
                <a:off x="25033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h674"/>
              <p:cNvSpPr/>
              <p:nvPr/>
            </p:nvSpPr>
            <p:spPr>
              <a:xfrm>
                <a:off x="25126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h675"/>
              <p:cNvSpPr/>
              <p:nvPr/>
            </p:nvSpPr>
            <p:spPr>
              <a:xfrm>
                <a:off x="252186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h676"/>
              <p:cNvSpPr/>
              <p:nvPr/>
            </p:nvSpPr>
            <p:spPr>
              <a:xfrm>
                <a:off x="253112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h677"/>
              <p:cNvSpPr/>
              <p:nvPr/>
            </p:nvSpPr>
            <p:spPr>
              <a:xfrm>
                <a:off x="254039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h678"/>
              <p:cNvSpPr/>
              <p:nvPr/>
            </p:nvSpPr>
            <p:spPr>
              <a:xfrm>
                <a:off x="254965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h679"/>
              <p:cNvSpPr/>
              <p:nvPr/>
            </p:nvSpPr>
            <p:spPr>
              <a:xfrm>
                <a:off x="255891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h680"/>
              <p:cNvSpPr/>
              <p:nvPr/>
            </p:nvSpPr>
            <p:spPr>
              <a:xfrm>
                <a:off x="256817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h681"/>
              <p:cNvSpPr/>
              <p:nvPr/>
            </p:nvSpPr>
            <p:spPr>
              <a:xfrm>
                <a:off x="257743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h682"/>
              <p:cNvSpPr/>
              <p:nvPr/>
            </p:nvSpPr>
            <p:spPr>
              <a:xfrm>
                <a:off x="258670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h683"/>
              <p:cNvSpPr/>
              <p:nvPr/>
            </p:nvSpPr>
            <p:spPr>
              <a:xfrm>
                <a:off x="259596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h684"/>
              <p:cNvSpPr/>
              <p:nvPr/>
            </p:nvSpPr>
            <p:spPr>
              <a:xfrm>
                <a:off x="260522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h685"/>
              <p:cNvSpPr/>
              <p:nvPr/>
            </p:nvSpPr>
            <p:spPr>
              <a:xfrm>
                <a:off x="261448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h686"/>
              <p:cNvSpPr/>
              <p:nvPr/>
            </p:nvSpPr>
            <p:spPr>
              <a:xfrm>
                <a:off x="262375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h687"/>
              <p:cNvSpPr/>
              <p:nvPr/>
            </p:nvSpPr>
            <p:spPr>
              <a:xfrm>
                <a:off x="263301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h688"/>
              <p:cNvSpPr/>
              <p:nvPr/>
            </p:nvSpPr>
            <p:spPr>
              <a:xfrm>
                <a:off x="264227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h689"/>
              <p:cNvSpPr/>
              <p:nvPr/>
            </p:nvSpPr>
            <p:spPr>
              <a:xfrm>
                <a:off x="265153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h690"/>
              <p:cNvSpPr/>
              <p:nvPr/>
            </p:nvSpPr>
            <p:spPr>
              <a:xfrm>
                <a:off x="266079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h691"/>
              <p:cNvSpPr/>
              <p:nvPr/>
            </p:nvSpPr>
            <p:spPr>
              <a:xfrm>
                <a:off x="267006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h692"/>
              <p:cNvSpPr/>
              <p:nvPr/>
            </p:nvSpPr>
            <p:spPr>
              <a:xfrm>
                <a:off x="267932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h693"/>
              <p:cNvSpPr/>
              <p:nvPr/>
            </p:nvSpPr>
            <p:spPr>
              <a:xfrm>
                <a:off x="268858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h694"/>
              <p:cNvSpPr/>
              <p:nvPr/>
            </p:nvSpPr>
            <p:spPr>
              <a:xfrm>
                <a:off x="269784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h695"/>
              <p:cNvSpPr/>
              <p:nvPr/>
            </p:nvSpPr>
            <p:spPr>
              <a:xfrm>
                <a:off x="270711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h696"/>
              <p:cNvSpPr/>
              <p:nvPr/>
            </p:nvSpPr>
            <p:spPr>
              <a:xfrm>
                <a:off x="271637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h697"/>
              <p:cNvSpPr/>
              <p:nvPr/>
            </p:nvSpPr>
            <p:spPr>
              <a:xfrm>
                <a:off x="272563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h698"/>
              <p:cNvSpPr/>
              <p:nvPr/>
            </p:nvSpPr>
            <p:spPr>
              <a:xfrm>
                <a:off x="273489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h699"/>
              <p:cNvSpPr/>
              <p:nvPr/>
            </p:nvSpPr>
            <p:spPr>
              <a:xfrm>
                <a:off x="274415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h700"/>
              <p:cNvSpPr/>
              <p:nvPr/>
            </p:nvSpPr>
            <p:spPr>
              <a:xfrm>
                <a:off x="275342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h701"/>
              <p:cNvSpPr/>
              <p:nvPr/>
            </p:nvSpPr>
            <p:spPr>
              <a:xfrm>
                <a:off x="276268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h702"/>
              <p:cNvSpPr/>
              <p:nvPr/>
            </p:nvSpPr>
            <p:spPr>
              <a:xfrm>
                <a:off x="277194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h703"/>
              <p:cNvSpPr/>
              <p:nvPr/>
            </p:nvSpPr>
            <p:spPr>
              <a:xfrm>
                <a:off x="278120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h704"/>
              <p:cNvSpPr/>
              <p:nvPr/>
            </p:nvSpPr>
            <p:spPr>
              <a:xfrm>
                <a:off x="279047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h705"/>
              <p:cNvSpPr/>
              <p:nvPr/>
            </p:nvSpPr>
            <p:spPr>
              <a:xfrm>
                <a:off x="279973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h706"/>
              <p:cNvSpPr/>
              <p:nvPr/>
            </p:nvSpPr>
            <p:spPr>
              <a:xfrm>
                <a:off x="280899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h707"/>
              <p:cNvSpPr/>
              <p:nvPr/>
            </p:nvSpPr>
            <p:spPr>
              <a:xfrm>
                <a:off x="281825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h708"/>
              <p:cNvSpPr/>
              <p:nvPr/>
            </p:nvSpPr>
            <p:spPr>
              <a:xfrm>
                <a:off x="282751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h709"/>
              <p:cNvSpPr/>
              <p:nvPr/>
            </p:nvSpPr>
            <p:spPr>
              <a:xfrm>
                <a:off x="283678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h710"/>
              <p:cNvSpPr/>
              <p:nvPr/>
            </p:nvSpPr>
            <p:spPr>
              <a:xfrm>
                <a:off x="284604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h711"/>
              <p:cNvSpPr/>
              <p:nvPr/>
            </p:nvSpPr>
            <p:spPr>
              <a:xfrm>
                <a:off x="285530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h712"/>
              <p:cNvSpPr/>
              <p:nvPr/>
            </p:nvSpPr>
            <p:spPr>
              <a:xfrm>
                <a:off x="286456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h713"/>
              <p:cNvSpPr/>
              <p:nvPr/>
            </p:nvSpPr>
            <p:spPr>
              <a:xfrm>
                <a:off x="28738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h714"/>
              <p:cNvSpPr/>
              <p:nvPr/>
            </p:nvSpPr>
            <p:spPr>
              <a:xfrm>
                <a:off x="28830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h715"/>
              <p:cNvSpPr/>
              <p:nvPr/>
            </p:nvSpPr>
            <p:spPr>
              <a:xfrm>
                <a:off x="289235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h716"/>
              <p:cNvSpPr/>
              <p:nvPr/>
            </p:nvSpPr>
            <p:spPr>
              <a:xfrm>
                <a:off x="29016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h717"/>
              <p:cNvSpPr/>
              <p:nvPr/>
            </p:nvSpPr>
            <p:spPr>
              <a:xfrm>
                <a:off x="29108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h718"/>
              <p:cNvSpPr/>
              <p:nvPr/>
            </p:nvSpPr>
            <p:spPr>
              <a:xfrm>
                <a:off x="29201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h719"/>
              <p:cNvSpPr/>
              <p:nvPr/>
            </p:nvSpPr>
            <p:spPr>
              <a:xfrm>
                <a:off x="29294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h720"/>
              <p:cNvSpPr/>
              <p:nvPr/>
            </p:nvSpPr>
            <p:spPr>
              <a:xfrm>
                <a:off x="2938666" y="26365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649"/>
                    </a:lnTo>
                    <a:lnTo>
                      <a:pt x="921398" y="909034"/>
                    </a:lnTo>
                    <a:lnTo>
                      <a:pt x="921115" y="913898"/>
                    </a:lnTo>
                    <a:lnTo>
                      <a:pt x="921072" y="914400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h721"/>
              <p:cNvSpPr/>
              <p:nvPr/>
            </p:nvSpPr>
            <p:spPr>
              <a:xfrm>
                <a:off x="2947928" y="2619272"/>
                <a:ext cx="923662" cy="92488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88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050"/>
                    </a:lnTo>
                    <a:lnTo>
                      <a:pt x="921206" y="920111"/>
                    </a:lnTo>
                    <a:lnTo>
                      <a:pt x="915717" y="924081"/>
                    </a:lnTo>
                    <a:lnTo>
                      <a:pt x="914400" y="924887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h722"/>
              <p:cNvSpPr/>
              <p:nvPr/>
            </p:nvSpPr>
            <p:spPr>
              <a:xfrm>
                <a:off x="2957190" y="2619272"/>
                <a:ext cx="918568" cy="918050"/>
              </a:xfrm>
              <a:custGeom>
                <a:avLst/>
                <a:gdLst/>
                <a:ahLst/>
                <a:cxnLst/>
                <a:rect l="0" t="0" r="0" b="0"/>
                <a:pathLst>
                  <a:path w="918568" h="918050">
                    <a:moveTo>
                      <a:pt x="914400" y="914400"/>
                    </a:moveTo>
                    <a:lnTo>
                      <a:pt x="918568" y="914400"/>
                    </a:lnTo>
                    <a:lnTo>
                      <a:pt x="917312" y="915606"/>
                    </a:lnTo>
                    <a:lnTo>
                      <a:pt x="914400" y="918050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h723"/>
              <p:cNvSpPr/>
              <p:nvPr/>
            </p:nvSpPr>
            <p:spPr>
              <a:xfrm>
                <a:off x="2457030" y="26192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5" y="914400"/>
                    </a:lnTo>
                    <a:lnTo>
                      <a:pt x="913804" y="904196"/>
                    </a:lnTo>
                    <a:lnTo>
                      <a:pt x="914400" y="899201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h724"/>
              <p:cNvSpPr/>
              <p:nvPr/>
            </p:nvSpPr>
            <p:spPr>
              <a:xfrm>
                <a:off x="2466292" y="26020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40"/>
                    </a:lnTo>
                    <a:lnTo>
                      <a:pt x="905380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h725"/>
              <p:cNvSpPr/>
              <p:nvPr/>
            </p:nvSpPr>
            <p:spPr>
              <a:xfrm>
                <a:off x="24662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h726"/>
              <p:cNvSpPr/>
              <p:nvPr/>
            </p:nvSpPr>
            <p:spPr>
              <a:xfrm>
                <a:off x="2475555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h727"/>
              <p:cNvSpPr/>
              <p:nvPr/>
            </p:nvSpPr>
            <p:spPr>
              <a:xfrm>
                <a:off x="24848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h728"/>
              <p:cNvSpPr/>
              <p:nvPr/>
            </p:nvSpPr>
            <p:spPr>
              <a:xfrm>
                <a:off x="24940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h729"/>
              <p:cNvSpPr/>
              <p:nvPr/>
            </p:nvSpPr>
            <p:spPr>
              <a:xfrm>
                <a:off x="25033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h730"/>
              <p:cNvSpPr/>
              <p:nvPr/>
            </p:nvSpPr>
            <p:spPr>
              <a:xfrm>
                <a:off x="25126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h731"/>
              <p:cNvSpPr/>
              <p:nvPr/>
            </p:nvSpPr>
            <p:spPr>
              <a:xfrm>
                <a:off x="25218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h732"/>
              <p:cNvSpPr/>
              <p:nvPr/>
            </p:nvSpPr>
            <p:spPr>
              <a:xfrm>
                <a:off x="25311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h733"/>
              <p:cNvSpPr/>
              <p:nvPr/>
            </p:nvSpPr>
            <p:spPr>
              <a:xfrm>
                <a:off x="254039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h734"/>
              <p:cNvSpPr/>
              <p:nvPr/>
            </p:nvSpPr>
            <p:spPr>
              <a:xfrm>
                <a:off x="254965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h735"/>
              <p:cNvSpPr/>
              <p:nvPr/>
            </p:nvSpPr>
            <p:spPr>
              <a:xfrm>
                <a:off x="255891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h736"/>
              <p:cNvSpPr/>
              <p:nvPr/>
            </p:nvSpPr>
            <p:spPr>
              <a:xfrm>
                <a:off x="256817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h737"/>
              <p:cNvSpPr/>
              <p:nvPr/>
            </p:nvSpPr>
            <p:spPr>
              <a:xfrm>
                <a:off x="257743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h738"/>
              <p:cNvSpPr/>
              <p:nvPr/>
            </p:nvSpPr>
            <p:spPr>
              <a:xfrm>
                <a:off x="258670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h739"/>
              <p:cNvSpPr/>
              <p:nvPr/>
            </p:nvSpPr>
            <p:spPr>
              <a:xfrm>
                <a:off x="259596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h740"/>
              <p:cNvSpPr/>
              <p:nvPr/>
            </p:nvSpPr>
            <p:spPr>
              <a:xfrm>
                <a:off x="260522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h741"/>
              <p:cNvSpPr/>
              <p:nvPr/>
            </p:nvSpPr>
            <p:spPr>
              <a:xfrm>
                <a:off x="261448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h742"/>
              <p:cNvSpPr/>
              <p:nvPr/>
            </p:nvSpPr>
            <p:spPr>
              <a:xfrm>
                <a:off x="262375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h743"/>
              <p:cNvSpPr/>
              <p:nvPr/>
            </p:nvSpPr>
            <p:spPr>
              <a:xfrm>
                <a:off x="263301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h744"/>
              <p:cNvSpPr/>
              <p:nvPr/>
            </p:nvSpPr>
            <p:spPr>
              <a:xfrm>
                <a:off x="264227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h745"/>
              <p:cNvSpPr/>
              <p:nvPr/>
            </p:nvSpPr>
            <p:spPr>
              <a:xfrm>
                <a:off x="265153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h746"/>
              <p:cNvSpPr/>
              <p:nvPr/>
            </p:nvSpPr>
            <p:spPr>
              <a:xfrm>
                <a:off x="266079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h747"/>
              <p:cNvSpPr/>
              <p:nvPr/>
            </p:nvSpPr>
            <p:spPr>
              <a:xfrm>
                <a:off x="267006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h748"/>
              <p:cNvSpPr/>
              <p:nvPr/>
            </p:nvSpPr>
            <p:spPr>
              <a:xfrm>
                <a:off x="267932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h749"/>
              <p:cNvSpPr/>
              <p:nvPr/>
            </p:nvSpPr>
            <p:spPr>
              <a:xfrm>
                <a:off x="268858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h750"/>
              <p:cNvSpPr/>
              <p:nvPr/>
            </p:nvSpPr>
            <p:spPr>
              <a:xfrm>
                <a:off x="269784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h751"/>
              <p:cNvSpPr/>
              <p:nvPr/>
            </p:nvSpPr>
            <p:spPr>
              <a:xfrm>
                <a:off x="270711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h752"/>
              <p:cNvSpPr/>
              <p:nvPr/>
            </p:nvSpPr>
            <p:spPr>
              <a:xfrm>
                <a:off x="271637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h753"/>
              <p:cNvSpPr/>
              <p:nvPr/>
            </p:nvSpPr>
            <p:spPr>
              <a:xfrm>
                <a:off x="272563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h754"/>
              <p:cNvSpPr/>
              <p:nvPr/>
            </p:nvSpPr>
            <p:spPr>
              <a:xfrm>
                <a:off x="273489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h755"/>
              <p:cNvSpPr/>
              <p:nvPr/>
            </p:nvSpPr>
            <p:spPr>
              <a:xfrm>
                <a:off x="274415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h756"/>
              <p:cNvSpPr/>
              <p:nvPr/>
            </p:nvSpPr>
            <p:spPr>
              <a:xfrm>
                <a:off x="275342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h757"/>
              <p:cNvSpPr/>
              <p:nvPr/>
            </p:nvSpPr>
            <p:spPr>
              <a:xfrm>
                <a:off x="276268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h758"/>
              <p:cNvSpPr/>
              <p:nvPr/>
            </p:nvSpPr>
            <p:spPr>
              <a:xfrm>
                <a:off x="277194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h759"/>
              <p:cNvSpPr/>
              <p:nvPr/>
            </p:nvSpPr>
            <p:spPr>
              <a:xfrm>
                <a:off x="278120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h760"/>
              <p:cNvSpPr/>
              <p:nvPr/>
            </p:nvSpPr>
            <p:spPr>
              <a:xfrm>
                <a:off x="279047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h761"/>
              <p:cNvSpPr/>
              <p:nvPr/>
            </p:nvSpPr>
            <p:spPr>
              <a:xfrm>
                <a:off x="279973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h762"/>
              <p:cNvSpPr/>
              <p:nvPr/>
            </p:nvSpPr>
            <p:spPr>
              <a:xfrm>
                <a:off x="280899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h763"/>
              <p:cNvSpPr/>
              <p:nvPr/>
            </p:nvSpPr>
            <p:spPr>
              <a:xfrm>
                <a:off x="281825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h764"/>
              <p:cNvSpPr/>
              <p:nvPr/>
            </p:nvSpPr>
            <p:spPr>
              <a:xfrm>
                <a:off x="282751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h765"/>
              <p:cNvSpPr/>
              <p:nvPr/>
            </p:nvSpPr>
            <p:spPr>
              <a:xfrm>
                <a:off x="283678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h766"/>
              <p:cNvSpPr/>
              <p:nvPr/>
            </p:nvSpPr>
            <p:spPr>
              <a:xfrm>
                <a:off x="284604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h767"/>
              <p:cNvSpPr/>
              <p:nvPr/>
            </p:nvSpPr>
            <p:spPr>
              <a:xfrm>
                <a:off x="285530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h768"/>
              <p:cNvSpPr/>
              <p:nvPr/>
            </p:nvSpPr>
            <p:spPr>
              <a:xfrm>
                <a:off x="286456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h769"/>
              <p:cNvSpPr/>
              <p:nvPr/>
            </p:nvSpPr>
            <p:spPr>
              <a:xfrm>
                <a:off x="287383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h770"/>
              <p:cNvSpPr/>
              <p:nvPr/>
            </p:nvSpPr>
            <p:spPr>
              <a:xfrm>
                <a:off x="28830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h771"/>
              <p:cNvSpPr/>
              <p:nvPr/>
            </p:nvSpPr>
            <p:spPr>
              <a:xfrm>
                <a:off x="289235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h772"/>
              <p:cNvSpPr/>
              <p:nvPr/>
            </p:nvSpPr>
            <p:spPr>
              <a:xfrm>
                <a:off x="29016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h773"/>
              <p:cNvSpPr/>
              <p:nvPr/>
            </p:nvSpPr>
            <p:spPr>
              <a:xfrm>
                <a:off x="29108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h774"/>
              <p:cNvSpPr/>
              <p:nvPr/>
            </p:nvSpPr>
            <p:spPr>
              <a:xfrm>
                <a:off x="29201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h775"/>
              <p:cNvSpPr/>
              <p:nvPr/>
            </p:nvSpPr>
            <p:spPr>
              <a:xfrm>
                <a:off x="29294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h776"/>
              <p:cNvSpPr/>
              <p:nvPr/>
            </p:nvSpPr>
            <p:spPr>
              <a:xfrm>
                <a:off x="29386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h777"/>
              <p:cNvSpPr/>
              <p:nvPr/>
            </p:nvSpPr>
            <p:spPr>
              <a:xfrm>
                <a:off x="29479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h778"/>
              <p:cNvSpPr/>
              <p:nvPr/>
            </p:nvSpPr>
            <p:spPr>
              <a:xfrm>
                <a:off x="2957190" y="261927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361"/>
                    </a:lnTo>
                    <a:lnTo>
                      <a:pt x="922545" y="910577"/>
                    </a:lnTo>
                    <a:lnTo>
                      <a:pt x="918568" y="914400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h779"/>
              <p:cNvSpPr/>
              <p:nvPr/>
            </p:nvSpPr>
            <p:spPr>
              <a:xfrm>
                <a:off x="2966452" y="2602033"/>
                <a:ext cx="923662" cy="9265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5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728"/>
                    </a:lnTo>
                    <a:lnTo>
                      <a:pt x="923283" y="916248"/>
                    </a:lnTo>
                    <a:lnTo>
                      <a:pt x="918365" y="922278"/>
                    </a:lnTo>
                    <a:lnTo>
                      <a:pt x="914400" y="92659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h780"/>
              <p:cNvSpPr/>
              <p:nvPr/>
            </p:nvSpPr>
            <p:spPr>
              <a:xfrm>
                <a:off x="2975714" y="2602033"/>
                <a:ext cx="915367" cy="915728"/>
              </a:xfrm>
              <a:custGeom>
                <a:avLst/>
                <a:gdLst/>
                <a:ahLst/>
                <a:cxnLst/>
                <a:rect l="0" t="0" r="0" b="0"/>
                <a:pathLst>
                  <a:path w="915367" h="915728">
                    <a:moveTo>
                      <a:pt x="914400" y="914400"/>
                    </a:moveTo>
                    <a:lnTo>
                      <a:pt x="915367" y="914400"/>
                    </a:lnTo>
                    <a:lnTo>
                      <a:pt x="914400" y="91572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h781"/>
              <p:cNvSpPr/>
              <p:nvPr/>
            </p:nvSpPr>
            <p:spPr>
              <a:xfrm>
                <a:off x="3086861" y="2602033"/>
                <a:ext cx="914400" cy="91710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03">
                    <a:moveTo>
                      <a:pt x="914400" y="914400"/>
                    </a:moveTo>
                    <a:lnTo>
                      <a:pt x="914400" y="917103"/>
                    </a:lnTo>
                    <a:lnTo>
                      <a:pt x="909753" y="915085"/>
                    </a:lnTo>
                    <a:lnTo>
                      <a:pt x="908481" y="914400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h782"/>
              <p:cNvSpPr/>
              <p:nvPr/>
            </p:nvSpPr>
            <p:spPr>
              <a:xfrm>
                <a:off x="3086861" y="2602033"/>
                <a:ext cx="923662" cy="9200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3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039"/>
                    </a:lnTo>
                    <a:lnTo>
                      <a:pt x="921163" y="919458"/>
                    </a:lnTo>
                    <a:lnTo>
                      <a:pt x="915428" y="917550"/>
                    </a:lnTo>
                    <a:lnTo>
                      <a:pt x="914400" y="917103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h783"/>
              <p:cNvSpPr/>
              <p:nvPr/>
            </p:nvSpPr>
            <p:spPr>
              <a:xfrm>
                <a:off x="3096123" y="2602033"/>
                <a:ext cx="923662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90"/>
                    </a:lnTo>
                    <a:lnTo>
                      <a:pt x="923495" y="921583"/>
                    </a:lnTo>
                    <a:lnTo>
                      <a:pt x="917683" y="920803"/>
                    </a:lnTo>
                    <a:lnTo>
                      <a:pt x="914400" y="920039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h784"/>
              <p:cNvSpPr/>
              <p:nvPr/>
            </p:nvSpPr>
            <p:spPr>
              <a:xfrm>
                <a:off x="3105386" y="2602033"/>
                <a:ext cx="923662" cy="921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75"/>
                    </a:lnTo>
                    <a:lnTo>
                      <a:pt x="920058" y="921796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h785"/>
              <p:cNvSpPr/>
              <p:nvPr/>
            </p:nvSpPr>
            <p:spPr>
              <a:xfrm>
                <a:off x="3114648" y="2602033"/>
                <a:ext cx="923662" cy="9215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7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96"/>
                    </a:lnTo>
                    <a:lnTo>
                      <a:pt x="922425" y="920515"/>
                    </a:lnTo>
                    <a:lnTo>
                      <a:pt x="916619" y="921439"/>
                    </a:lnTo>
                    <a:lnTo>
                      <a:pt x="914400" y="921575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h786"/>
              <p:cNvSpPr/>
              <p:nvPr/>
            </p:nvSpPr>
            <p:spPr>
              <a:xfrm>
                <a:off x="3123910" y="2602033"/>
                <a:ext cx="923662" cy="9201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33"/>
                    </a:lnTo>
                    <a:lnTo>
                      <a:pt x="918934" y="919026"/>
                    </a:lnTo>
                    <a:lnTo>
                      <a:pt x="914400" y="920196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h787"/>
              <p:cNvSpPr/>
              <p:nvPr/>
            </p:nvSpPr>
            <p:spPr>
              <a:xfrm>
                <a:off x="3133172" y="2602033"/>
                <a:ext cx="920989" cy="917333"/>
              </a:xfrm>
              <a:custGeom>
                <a:avLst/>
                <a:gdLst/>
                <a:ahLst/>
                <a:cxnLst/>
                <a:rect l="0" t="0" r="0" b="0"/>
                <a:pathLst>
                  <a:path w="920989" h="917333">
                    <a:moveTo>
                      <a:pt x="914400" y="914400"/>
                    </a:moveTo>
                    <a:lnTo>
                      <a:pt x="920989" y="914400"/>
                    </a:lnTo>
                    <a:lnTo>
                      <a:pt x="915394" y="916977"/>
                    </a:lnTo>
                    <a:lnTo>
                      <a:pt x="914400" y="917333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h788"/>
              <p:cNvSpPr/>
              <p:nvPr/>
            </p:nvSpPr>
            <p:spPr>
              <a:xfrm>
                <a:off x="2457030" y="2584795"/>
                <a:ext cx="914400" cy="922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068">
                    <a:moveTo>
                      <a:pt x="914400" y="914400"/>
                    </a:moveTo>
                    <a:lnTo>
                      <a:pt x="914400" y="922068"/>
                    </a:lnTo>
                    <a:lnTo>
                      <a:pt x="913095" y="919498"/>
                    </a:lnTo>
                    <a:lnTo>
                      <a:pt x="911713" y="916778"/>
                    </a:lnTo>
                    <a:lnTo>
                      <a:pt x="910504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h789"/>
              <p:cNvSpPr/>
              <p:nvPr/>
            </p:nvSpPr>
            <p:spPr>
              <a:xfrm>
                <a:off x="24570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43" y="931638"/>
                    </a:lnTo>
                    <a:lnTo>
                      <a:pt x="915059" y="928141"/>
                    </a:lnTo>
                    <a:lnTo>
                      <a:pt x="915609" y="924452"/>
                    </a:lnTo>
                    <a:lnTo>
                      <a:pt x="914476" y="922219"/>
                    </a:lnTo>
                    <a:lnTo>
                      <a:pt x="914400" y="92206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h790"/>
              <p:cNvSpPr/>
              <p:nvPr/>
            </p:nvSpPr>
            <p:spPr>
              <a:xfrm>
                <a:off x="24662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h791"/>
              <p:cNvSpPr/>
              <p:nvPr/>
            </p:nvSpPr>
            <p:spPr>
              <a:xfrm>
                <a:off x="2475555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h792"/>
              <p:cNvSpPr/>
              <p:nvPr/>
            </p:nvSpPr>
            <p:spPr>
              <a:xfrm>
                <a:off x="24848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h793"/>
              <p:cNvSpPr/>
              <p:nvPr/>
            </p:nvSpPr>
            <p:spPr>
              <a:xfrm>
                <a:off x="24940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h794"/>
              <p:cNvSpPr/>
              <p:nvPr/>
            </p:nvSpPr>
            <p:spPr>
              <a:xfrm>
                <a:off x="25033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h795"/>
              <p:cNvSpPr/>
              <p:nvPr/>
            </p:nvSpPr>
            <p:spPr>
              <a:xfrm>
                <a:off x="25126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h796"/>
              <p:cNvSpPr/>
              <p:nvPr/>
            </p:nvSpPr>
            <p:spPr>
              <a:xfrm>
                <a:off x="25218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h797"/>
              <p:cNvSpPr/>
              <p:nvPr/>
            </p:nvSpPr>
            <p:spPr>
              <a:xfrm>
                <a:off x="25311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h798"/>
              <p:cNvSpPr/>
              <p:nvPr/>
            </p:nvSpPr>
            <p:spPr>
              <a:xfrm>
                <a:off x="25403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h799"/>
              <p:cNvSpPr/>
              <p:nvPr/>
            </p:nvSpPr>
            <p:spPr>
              <a:xfrm>
                <a:off x="25496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h800"/>
              <p:cNvSpPr/>
              <p:nvPr/>
            </p:nvSpPr>
            <p:spPr>
              <a:xfrm>
                <a:off x="255891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h801"/>
              <p:cNvSpPr/>
              <p:nvPr/>
            </p:nvSpPr>
            <p:spPr>
              <a:xfrm>
                <a:off x="256817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h802"/>
              <p:cNvSpPr/>
              <p:nvPr/>
            </p:nvSpPr>
            <p:spPr>
              <a:xfrm>
                <a:off x="257743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h803"/>
              <p:cNvSpPr/>
              <p:nvPr/>
            </p:nvSpPr>
            <p:spPr>
              <a:xfrm>
                <a:off x="258670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h804"/>
              <p:cNvSpPr/>
              <p:nvPr/>
            </p:nvSpPr>
            <p:spPr>
              <a:xfrm>
                <a:off x="259596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h805"/>
              <p:cNvSpPr/>
              <p:nvPr/>
            </p:nvSpPr>
            <p:spPr>
              <a:xfrm>
                <a:off x="260522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h806"/>
              <p:cNvSpPr/>
              <p:nvPr/>
            </p:nvSpPr>
            <p:spPr>
              <a:xfrm>
                <a:off x="261448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h807"/>
              <p:cNvSpPr/>
              <p:nvPr/>
            </p:nvSpPr>
            <p:spPr>
              <a:xfrm>
                <a:off x="262375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h808"/>
              <p:cNvSpPr/>
              <p:nvPr/>
            </p:nvSpPr>
            <p:spPr>
              <a:xfrm>
                <a:off x="263301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h809"/>
              <p:cNvSpPr/>
              <p:nvPr/>
            </p:nvSpPr>
            <p:spPr>
              <a:xfrm>
                <a:off x="264227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h810"/>
              <p:cNvSpPr/>
              <p:nvPr/>
            </p:nvSpPr>
            <p:spPr>
              <a:xfrm>
                <a:off x="265153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h811"/>
              <p:cNvSpPr/>
              <p:nvPr/>
            </p:nvSpPr>
            <p:spPr>
              <a:xfrm>
                <a:off x="26607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h812"/>
              <p:cNvSpPr/>
              <p:nvPr/>
            </p:nvSpPr>
            <p:spPr>
              <a:xfrm>
                <a:off x="26700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h813"/>
              <p:cNvSpPr/>
              <p:nvPr/>
            </p:nvSpPr>
            <p:spPr>
              <a:xfrm>
                <a:off x="26793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h814"/>
              <p:cNvSpPr/>
              <p:nvPr/>
            </p:nvSpPr>
            <p:spPr>
              <a:xfrm>
                <a:off x="26885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h815"/>
              <p:cNvSpPr/>
              <p:nvPr/>
            </p:nvSpPr>
            <p:spPr>
              <a:xfrm>
                <a:off x="26978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h816"/>
              <p:cNvSpPr/>
              <p:nvPr/>
            </p:nvSpPr>
            <p:spPr>
              <a:xfrm>
                <a:off x="27071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h817"/>
              <p:cNvSpPr/>
              <p:nvPr/>
            </p:nvSpPr>
            <p:spPr>
              <a:xfrm>
                <a:off x="271637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h818"/>
              <p:cNvSpPr/>
              <p:nvPr/>
            </p:nvSpPr>
            <p:spPr>
              <a:xfrm>
                <a:off x="272563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h819"/>
              <p:cNvSpPr/>
              <p:nvPr/>
            </p:nvSpPr>
            <p:spPr>
              <a:xfrm>
                <a:off x="273489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h820"/>
              <p:cNvSpPr/>
              <p:nvPr/>
            </p:nvSpPr>
            <p:spPr>
              <a:xfrm>
                <a:off x="274415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h821"/>
              <p:cNvSpPr/>
              <p:nvPr/>
            </p:nvSpPr>
            <p:spPr>
              <a:xfrm>
                <a:off x="275342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h822"/>
              <p:cNvSpPr/>
              <p:nvPr/>
            </p:nvSpPr>
            <p:spPr>
              <a:xfrm>
                <a:off x="276268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h823"/>
              <p:cNvSpPr/>
              <p:nvPr/>
            </p:nvSpPr>
            <p:spPr>
              <a:xfrm>
                <a:off x="277194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h824"/>
              <p:cNvSpPr/>
              <p:nvPr/>
            </p:nvSpPr>
            <p:spPr>
              <a:xfrm>
                <a:off x="278120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h825"/>
              <p:cNvSpPr/>
              <p:nvPr/>
            </p:nvSpPr>
            <p:spPr>
              <a:xfrm>
                <a:off x="279047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h826"/>
              <p:cNvSpPr/>
              <p:nvPr/>
            </p:nvSpPr>
            <p:spPr>
              <a:xfrm>
                <a:off x="279973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h827"/>
              <p:cNvSpPr/>
              <p:nvPr/>
            </p:nvSpPr>
            <p:spPr>
              <a:xfrm>
                <a:off x="280899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h828"/>
              <p:cNvSpPr/>
              <p:nvPr/>
            </p:nvSpPr>
            <p:spPr>
              <a:xfrm>
                <a:off x="281825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h829"/>
              <p:cNvSpPr/>
              <p:nvPr/>
            </p:nvSpPr>
            <p:spPr>
              <a:xfrm>
                <a:off x="282751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h830"/>
              <p:cNvSpPr/>
              <p:nvPr/>
            </p:nvSpPr>
            <p:spPr>
              <a:xfrm>
                <a:off x="283678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h831"/>
              <p:cNvSpPr/>
              <p:nvPr/>
            </p:nvSpPr>
            <p:spPr>
              <a:xfrm>
                <a:off x="284604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h832"/>
              <p:cNvSpPr/>
              <p:nvPr/>
            </p:nvSpPr>
            <p:spPr>
              <a:xfrm>
                <a:off x="285530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h833"/>
              <p:cNvSpPr/>
              <p:nvPr/>
            </p:nvSpPr>
            <p:spPr>
              <a:xfrm>
                <a:off x="286456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h834"/>
              <p:cNvSpPr/>
              <p:nvPr/>
            </p:nvSpPr>
            <p:spPr>
              <a:xfrm>
                <a:off x="28738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h835"/>
              <p:cNvSpPr/>
              <p:nvPr/>
            </p:nvSpPr>
            <p:spPr>
              <a:xfrm>
                <a:off x="28830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h836"/>
              <p:cNvSpPr/>
              <p:nvPr/>
            </p:nvSpPr>
            <p:spPr>
              <a:xfrm>
                <a:off x="289235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h837"/>
              <p:cNvSpPr/>
              <p:nvPr/>
            </p:nvSpPr>
            <p:spPr>
              <a:xfrm>
                <a:off x="29016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h838"/>
              <p:cNvSpPr/>
              <p:nvPr/>
            </p:nvSpPr>
            <p:spPr>
              <a:xfrm>
                <a:off x="29108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h839"/>
              <p:cNvSpPr/>
              <p:nvPr/>
            </p:nvSpPr>
            <p:spPr>
              <a:xfrm>
                <a:off x="29201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h840"/>
              <p:cNvSpPr/>
              <p:nvPr/>
            </p:nvSpPr>
            <p:spPr>
              <a:xfrm>
                <a:off x="29294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h841"/>
              <p:cNvSpPr/>
              <p:nvPr/>
            </p:nvSpPr>
            <p:spPr>
              <a:xfrm>
                <a:off x="29386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h842"/>
              <p:cNvSpPr/>
              <p:nvPr/>
            </p:nvSpPr>
            <p:spPr>
              <a:xfrm>
                <a:off x="29479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h843"/>
              <p:cNvSpPr/>
              <p:nvPr/>
            </p:nvSpPr>
            <p:spPr>
              <a:xfrm>
                <a:off x="29571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h844"/>
              <p:cNvSpPr/>
              <p:nvPr/>
            </p:nvSpPr>
            <p:spPr>
              <a:xfrm>
                <a:off x="29664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h845"/>
              <p:cNvSpPr/>
              <p:nvPr/>
            </p:nvSpPr>
            <p:spPr>
              <a:xfrm>
                <a:off x="2975714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49"/>
                    </a:lnTo>
                    <a:lnTo>
                      <a:pt x="922640" y="908601"/>
                    </a:lnTo>
                    <a:lnTo>
                      <a:pt x="921054" y="908372"/>
                    </a:lnTo>
                    <a:lnTo>
                      <a:pt x="919774" y="908187"/>
                    </a:lnTo>
                    <a:lnTo>
                      <a:pt x="918760" y="909741"/>
                    </a:lnTo>
                    <a:lnTo>
                      <a:pt x="915367" y="914400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h846"/>
              <p:cNvSpPr/>
              <p:nvPr/>
            </p:nvSpPr>
            <p:spPr>
              <a:xfrm>
                <a:off x="2984977" y="2584795"/>
                <a:ext cx="923662" cy="92733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3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331"/>
                    </a:lnTo>
                    <a:lnTo>
                      <a:pt x="922894" y="927219"/>
                    </a:lnTo>
                    <a:lnTo>
                      <a:pt x="921308" y="926989"/>
                    </a:lnTo>
                    <a:lnTo>
                      <a:pt x="919722" y="926759"/>
                    </a:lnTo>
                    <a:lnTo>
                      <a:pt x="918136" y="926528"/>
                    </a:lnTo>
                    <a:lnTo>
                      <a:pt x="916550" y="926299"/>
                    </a:lnTo>
                    <a:lnTo>
                      <a:pt x="914964" y="926069"/>
                    </a:lnTo>
                    <a:lnTo>
                      <a:pt x="914400" y="925987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h847"/>
              <p:cNvSpPr/>
              <p:nvPr/>
            </p:nvSpPr>
            <p:spPr>
              <a:xfrm>
                <a:off x="2994239" y="2584795"/>
                <a:ext cx="923662" cy="9286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6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682"/>
                    </a:lnTo>
                    <a:lnTo>
                      <a:pt x="923146" y="928606"/>
                    </a:lnTo>
                    <a:lnTo>
                      <a:pt x="921561" y="928375"/>
                    </a:lnTo>
                    <a:lnTo>
                      <a:pt x="919975" y="928143"/>
                    </a:lnTo>
                    <a:lnTo>
                      <a:pt x="918389" y="927912"/>
                    </a:lnTo>
                    <a:lnTo>
                      <a:pt x="916804" y="927681"/>
                    </a:lnTo>
                    <a:lnTo>
                      <a:pt x="915218" y="927450"/>
                    </a:lnTo>
                    <a:lnTo>
                      <a:pt x="914400" y="927331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h848"/>
              <p:cNvSpPr/>
              <p:nvPr/>
            </p:nvSpPr>
            <p:spPr>
              <a:xfrm>
                <a:off x="3003501" y="2584795"/>
                <a:ext cx="923662" cy="92985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5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57"/>
                    </a:lnTo>
                    <a:lnTo>
                      <a:pt x="919833" y="929477"/>
                    </a:lnTo>
                    <a:lnTo>
                      <a:pt x="918641" y="929303"/>
                    </a:lnTo>
                    <a:lnTo>
                      <a:pt x="917055" y="929070"/>
                    </a:lnTo>
                    <a:lnTo>
                      <a:pt x="915470" y="928838"/>
                    </a:lnTo>
                    <a:lnTo>
                      <a:pt x="914400" y="928682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h849"/>
              <p:cNvSpPr/>
              <p:nvPr/>
            </p:nvSpPr>
            <p:spPr>
              <a:xfrm>
                <a:off x="3012763" y="2584795"/>
                <a:ext cx="923662" cy="93006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6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99"/>
                    </a:lnTo>
                    <a:lnTo>
                      <a:pt x="921826" y="930063"/>
                    </a:lnTo>
                    <a:lnTo>
                      <a:pt x="916194" y="930036"/>
                    </a:lnTo>
                    <a:lnTo>
                      <a:pt x="914400" y="929857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h850"/>
              <p:cNvSpPr/>
              <p:nvPr/>
            </p:nvSpPr>
            <p:spPr>
              <a:xfrm>
                <a:off x="3022026" y="2584795"/>
                <a:ext cx="923662" cy="9298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550"/>
                    </a:lnTo>
                    <a:lnTo>
                      <a:pt x="918190" y="929559"/>
                    </a:lnTo>
                    <a:lnTo>
                      <a:pt x="914400" y="92989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h851"/>
              <p:cNvSpPr/>
              <p:nvPr/>
            </p:nvSpPr>
            <p:spPr>
              <a:xfrm>
                <a:off x="3031288" y="2584795"/>
                <a:ext cx="923662" cy="9285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550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25796"/>
                    </a:lnTo>
                    <a:lnTo>
                      <a:pt x="922214" y="926271"/>
                    </a:lnTo>
                    <a:lnTo>
                      <a:pt x="920101" y="926965"/>
                    </a:lnTo>
                    <a:lnTo>
                      <a:pt x="914532" y="928526"/>
                    </a:lnTo>
                    <a:lnTo>
                      <a:pt x="914399" y="928550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h852"/>
              <p:cNvSpPr/>
              <p:nvPr/>
            </p:nvSpPr>
            <p:spPr>
              <a:xfrm>
                <a:off x="3040550" y="2584795"/>
                <a:ext cx="923662" cy="925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58"/>
                    </a:lnTo>
                    <a:lnTo>
                      <a:pt x="923488" y="922815"/>
                    </a:lnTo>
                    <a:lnTo>
                      <a:pt x="921380" y="923506"/>
                    </a:lnTo>
                    <a:lnTo>
                      <a:pt x="919273" y="924197"/>
                    </a:lnTo>
                    <a:lnTo>
                      <a:pt x="917165" y="924888"/>
                    </a:lnTo>
                    <a:lnTo>
                      <a:pt x="915058" y="925579"/>
                    </a:lnTo>
                    <a:lnTo>
                      <a:pt x="914400" y="925796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h853"/>
              <p:cNvSpPr/>
              <p:nvPr/>
            </p:nvSpPr>
            <p:spPr>
              <a:xfrm>
                <a:off x="3049812" y="2584795"/>
                <a:ext cx="923662" cy="9227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5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730"/>
                    </a:lnTo>
                    <a:lnTo>
                      <a:pt x="922658" y="920057"/>
                    </a:lnTo>
                    <a:lnTo>
                      <a:pt x="920550" y="920746"/>
                    </a:lnTo>
                    <a:lnTo>
                      <a:pt x="918441" y="921436"/>
                    </a:lnTo>
                    <a:lnTo>
                      <a:pt x="916333" y="922125"/>
                    </a:lnTo>
                    <a:lnTo>
                      <a:pt x="914400" y="92275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h854"/>
              <p:cNvSpPr/>
              <p:nvPr/>
            </p:nvSpPr>
            <p:spPr>
              <a:xfrm>
                <a:off x="3059074" y="2584795"/>
                <a:ext cx="923662" cy="9238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8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805"/>
                    </a:lnTo>
                    <a:lnTo>
                      <a:pt x="922838" y="923228"/>
                    </a:lnTo>
                    <a:lnTo>
                      <a:pt x="921640" y="922388"/>
                    </a:lnTo>
                    <a:lnTo>
                      <a:pt x="920441" y="921548"/>
                    </a:lnTo>
                    <a:lnTo>
                      <a:pt x="919242" y="920709"/>
                    </a:lnTo>
                    <a:lnTo>
                      <a:pt x="918042" y="919869"/>
                    </a:lnTo>
                    <a:lnTo>
                      <a:pt x="916748" y="918963"/>
                    </a:lnTo>
                    <a:lnTo>
                      <a:pt x="915505" y="919369"/>
                    </a:lnTo>
                    <a:lnTo>
                      <a:pt x="914400" y="919730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h855"/>
              <p:cNvSpPr/>
              <p:nvPr/>
            </p:nvSpPr>
            <p:spPr>
              <a:xfrm>
                <a:off x="3068337" y="2584795"/>
                <a:ext cx="923662" cy="9298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37"/>
                    </a:lnTo>
                    <a:lnTo>
                      <a:pt x="922681" y="929309"/>
                    </a:lnTo>
                    <a:lnTo>
                      <a:pt x="917176" y="925752"/>
                    </a:lnTo>
                    <a:lnTo>
                      <a:pt x="915973" y="924909"/>
                    </a:lnTo>
                    <a:lnTo>
                      <a:pt x="914775" y="924068"/>
                    </a:lnTo>
                    <a:lnTo>
                      <a:pt x="914400" y="923805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h856"/>
              <p:cNvSpPr/>
              <p:nvPr/>
            </p:nvSpPr>
            <p:spPr>
              <a:xfrm>
                <a:off x="30775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43" y="931638"/>
                    </a:lnTo>
                    <a:lnTo>
                      <a:pt x="914400" y="929837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h857"/>
              <p:cNvSpPr/>
              <p:nvPr/>
            </p:nvSpPr>
            <p:spPr>
              <a:xfrm>
                <a:off x="30868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h858"/>
              <p:cNvSpPr/>
              <p:nvPr/>
            </p:nvSpPr>
            <p:spPr>
              <a:xfrm>
                <a:off x="30961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h859"/>
              <p:cNvSpPr/>
              <p:nvPr/>
            </p:nvSpPr>
            <p:spPr>
              <a:xfrm>
                <a:off x="31053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h860"/>
              <p:cNvSpPr/>
              <p:nvPr/>
            </p:nvSpPr>
            <p:spPr>
              <a:xfrm>
                <a:off x="31146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h861"/>
              <p:cNvSpPr/>
              <p:nvPr/>
            </p:nvSpPr>
            <p:spPr>
              <a:xfrm>
                <a:off x="31239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h862"/>
              <p:cNvSpPr/>
              <p:nvPr/>
            </p:nvSpPr>
            <p:spPr>
              <a:xfrm>
                <a:off x="3133172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94"/>
                    </a:lnTo>
                    <a:lnTo>
                      <a:pt x="920989" y="914400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h863"/>
              <p:cNvSpPr/>
              <p:nvPr/>
            </p:nvSpPr>
            <p:spPr>
              <a:xfrm>
                <a:off x="3142434" y="2584795"/>
                <a:ext cx="923662" cy="93013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3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19"/>
                    </a:lnTo>
                    <a:lnTo>
                      <a:pt x="922841" y="924764"/>
                    </a:lnTo>
                    <a:lnTo>
                      <a:pt x="917363" y="928457"/>
                    </a:lnTo>
                    <a:lnTo>
                      <a:pt x="914400" y="930133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h864"/>
              <p:cNvSpPr/>
              <p:nvPr/>
            </p:nvSpPr>
            <p:spPr>
              <a:xfrm>
                <a:off x="3151697" y="2584795"/>
                <a:ext cx="923662" cy="92411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1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561"/>
                    </a:lnTo>
                    <a:lnTo>
                      <a:pt x="923247" y="916910"/>
                    </a:lnTo>
                    <a:lnTo>
                      <a:pt x="922173" y="917817"/>
                    </a:lnTo>
                    <a:lnTo>
                      <a:pt x="921099" y="918724"/>
                    </a:lnTo>
                    <a:lnTo>
                      <a:pt x="920024" y="919632"/>
                    </a:lnTo>
                    <a:lnTo>
                      <a:pt x="918946" y="920543"/>
                    </a:lnTo>
                    <a:lnTo>
                      <a:pt x="914400" y="92411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h865"/>
              <p:cNvSpPr/>
              <p:nvPr/>
            </p:nvSpPr>
            <p:spPr>
              <a:xfrm>
                <a:off x="3160959" y="2584795"/>
                <a:ext cx="916961" cy="916561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16561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6134" y="915097"/>
                    </a:lnTo>
                    <a:lnTo>
                      <a:pt x="915060" y="916003"/>
                    </a:lnTo>
                    <a:lnTo>
                      <a:pt x="914400" y="916561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h866"/>
              <p:cNvSpPr/>
              <p:nvPr/>
            </p:nvSpPr>
            <p:spPr>
              <a:xfrm>
                <a:off x="2447768" y="2567556"/>
                <a:ext cx="914399" cy="92109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1091">
                    <a:moveTo>
                      <a:pt x="914399" y="914400"/>
                    </a:moveTo>
                    <a:lnTo>
                      <a:pt x="914399" y="921091"/>
                    </a:lnTo>
                    <a:lnTo>
                      <a:pt x="914056" y="920416"/>
                    </a:lnTo>
                    <a:lnTo>
                      <a:pt x="912671" y="917697"/>
                    </a:lnTo>
                    <a:lnTo>
                      <a:pt x="911285" y="914977"/>
                    </a:lnTo>
                    <a:lnTo>
                      <a:pt x="910990" y="914400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h867"/>
              <p:cNvSpPr/>
              <p:nvPr/>
            </p:nvSpPr>
            <p:spPr>
              <a:xfrm>
                <a:off x="24477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66" y="931638"/>
                    </a:lnTo>
                    <a:lnTo>
                      <a:pt x="919592" y="931296"/>
                    </a:lnTo>
                    <a:lnTo>
                      <a:pt x="918209" y="928576"/>
                    </a:lnTo>
                    <a:lnTo>
                      <a:pt x="916825" y="925856"/>
                    </a:lnTo>
                    <a:lnTo>
                      <a:pt x="915441" y="923136"/>
                    </a:lnTo>
                    <a:lnTo>
                      <a:pt x="914399" y="921091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h868"/>
              <p:cNvSpPr/>
              <p:nvPr/>
            </p:nvSpPr>
            <p:spPr>
              <a:xfrm>
                <a:off x="24570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h869"/>
              <p:cNvSpPr/>
              <p:nvPr/>
            </p:nvSpPr>
            <p:spPr>
              <a:xfrm>
                <a:off x="24662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h870"/>
              <p:cNvSpPr/>
              <p:nvPr/>
            </p:nvSpPr>
            <p:spPr>
              <a:xfrm>
                <a:off x="2475555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h871"/>
              <p:cNvSpPr/>
              <p:nvPr/>
            </p:nvSpPr>
            <p:spPr>
              <a:xfrm>
                <a:off x="24848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h872"/>
              <p:cNvSpPr/>
              <p:nvPr/>
            </p:nvSpPr>
            <p:spPr>
              <a:xfrm>
                <a:off x="24940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h873"/>
              <p:cNvSpPr/>
              <p:nvPr/>
            </p:nvSpPr>
            <p:spPr>
              <a:xfrm>
                <a:off x="25033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h874"/>
              <p:cNvSpPr/>
              <p:nvPr/>
            </p:nvSpPr>
            <p:spPr>
              <a:xfrm>
                <a:off x="25126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h875"/>
              <p:cNvSpPr/>
              <p:nvPr/>
            </p:nvSpPr>
            <p:spPr>
              <a:xfrm>
                <a:off x="25218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h876"/>
              <p:cNvSpPr/>
              <p:nvPr/>
            </p:nvSpPr>
            <p:spPr>
              <a:xfrm>
                <a:off x="25311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h877"/>
              <p:cNvSpPr/>
              <p:nvPr/>
            </p:nvSpPr>
            <p:spPr>
              <a:xfrm>
                <a:off x="25403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h878"/>
              <p:cNvSpPr/>
              <p:nvPr/>
            </p:nvSpPr>
            <p:spPr>
              <a:xfrm>
                <a:off x="25496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h879"/>
              <p:cNvSpPr/>
              <p:nvPr/>
            </p:nvSpPr>
            <p:spPr>
              <a:xfrm>
                <a:off x="25589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h880"/>
              <p:cNvSpPr/>
              <p:nvPr/>
            </p:nvSpPr>
            <p:spPr>
              <a:xfrm>
                <a:off x="25681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h881"/>
              <p:cNvSpPr/>
              <p:nvPr/>
            </p:nvSpPr>
            <p:spPr>
              <a:xfrm>
                <a:off x="25774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h882"/>
              <p:cNvSpPr/>
              <p:nvPr/>
            </p:nvSpPr>
            <p:spPr>
              <a:xfrm>
                <a:off x="25867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h883"/>
              <p:cNvSpPr/>
              <p:nvPr/>
            </p:nvSpPr>
            <p:spPr>
              <a:xfrm>
                <a:off x="25959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h884"/>
              <p:cNvSpPr/>
              <p:nvPr/>
            </p:nvSpPr>
            <p:spPr>
              <a:xfrm>
                <a:off x="26052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h885"/>
              <p:cNvSpPr/>
              <p:nvPr/>
            </p:nvSpPr>
            <p:spPr>
              <a:xfrm>
                <a:off x="26144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h886"/>
              <p:cNvSpPr/>
              <p:nvPr/>
            </p:nvSpPr>
            <p:spPr>
              <a:xfrm>
                <a:off x="26237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h887"/>
              <p:cNvSpPr/>
              <p:nvPr/>
            </p:nvSpPr>
            <p:spPr>
              <a:xfrm>
                <a:off x="26330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h888"/>
              <p:cNvSpPr/>
              <p:nvPr/>
            </p:nvSpPr>
            <p:spPr>
              <a:xfrm>
                <a:off x="26422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h889"/>
              <p:cNvSpPr/>
              <p:nvPr/>
            </p:nvSpPr>
            <p:spPr>
              <a:xfrm>
                <a:off x="26515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h890"/>
              <p:cNvSpPr/>
              <p:nvPr/>
            </p:nvSpPr>
            <p:spPr>
              <a:xfrm>
                <a:off x="26607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h891"/>
              <p:cNvSpPr/>
              <p:nvPr/>
            </p:nvSpPr>
            <p:spPr>
              <a:xfrm>
                <a:off x="26700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h892"/>
              <p:cNvSpPr/>
              <p:nvPr/>
            </p:nvSpPr>
            <p:spPr>
              <a:xfrm>
                <a:off x="26793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h893"/>
              <p:cNvSpPr/>
              <p:nvPr/>
            </p:nvSpPr>
            <p:spPr>
              <a:xfrm>
                <a:off x="26885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h894"/>
              <p:cNvSpPr/>
              <p:nvPr/>
            </p:nvSpPr>
            <p:spPr>
              <a:xfrm>
                <a:off x="26978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h895"/>
              <p:cNvSpPr/>
              <p:nvPr/>
            </p:nvSpPr>
            <p:spPr>
              <a:xfrm>
                <a:off x="27071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h896"/>
              <p:cNvSpPr/>
              <p:nvPr/>
            </p:nvSpPr>
            <p:spPr>
              <a:xfrm>
                <a:off x="27163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h897"/>
              <p:cNvSpPr/>
              <p:nvPr/>
            </p:nvSpPr>
            <p:spPr>
              <a:xfrm>
                <a:off x="27256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h898"/>
              <p:cNvSpPr/>
              <p:nvPr/>
            </p:nvSpPr>
            <p:spPr>
              <a:xfrm>
                <a:off x="27348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h899"/>
              <p:cNvSpPr/>
              <p:nvPr/>
            </p:nvSpPr>
            <p:spPr>
              <a:xfrm>
                <a:off x="274415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h900"/>
              <p:cNvSpPr/>
              <p:nvPr/>
            </p:nvSpPr>
            <p:spPr>
              <a:xfrm>
                <a:off x="275342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h901"/>
              <p:cNvSpPr/>
              <p:nvPr/>
            </p:nvSpPr>
            <p:spPr>
              <a:xfrm>
                <a:off x="276268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h902"/>
              <p:cNvSpPr/>
              <p:nvPr/>
            </p:nvSpPr>
            <p:spPr>
              <a:xfrm>
                <a:off x="277194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h903"/>
              <p:cNvSpPr/>
              <p:nvPr/>
            </p:nvSpPr>
            <p:spPr>
              <a:xfrm>
                <a:off x="278120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h904"/>
              <p:cNvSpPr/>
              <p:nvPr/>
            </p:nvSpPr>
            <p:spPr>
              <a:xfrm>
                <a:off x="279047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h905"/>
              <p:cNvSpPr/>
              <p:nvPr/>
            </p:nvSpPr>
            <p:spPr>
              <a:xfrm>
                <a:off x="279973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h906"/>
              <p:cNvSpPr/>
              <p:nvPr/>
            </p:nvSpPr>
            <p:spPr>
              <a:xfrm>
                <a:off x="280899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h907"/>
              <p:cNvSpPr/>
              <p:nvPr/>
            </p:nvSpPr>
            <p:spPr>
              <a:xfrm>
                <a:off x="281825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h908"/>
              <p:cNvSpPr/>
              <p:nvPr/>
            </p:nvSpPr>
            <p:spPr>
              <a:xfrm>
                <a:off x="282751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h909"/>
              <p:cNvSpPr/>
              <p:nvPr/>
            </p:nvSpPr>
            <p:spPr>
              <a:xfrm>
                <a:off x="283678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h910"/>
              <p:cNvSpPr/>
              <p:nvPr/>
            </p:nvSpPr>
            <p:spPr>
              <a:xfrm>
                <a:off x="284604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h911"/>
              <p:cNvSpPr/>
              <p:nvPr/>
            </p:nvSpPr>
            <p:spPr>
              <a:xfrm>
                <a:off x="285530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h912"/>
              <p:cNvSpPr/>
              <p:nvPr/>
            </p:nvSpPr>
            <p:spPr>
              <a:xfrm>
                <a:off x="28645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h913"/>
              <p:cNvSpPr/>
              <p:nvPr/>
            </p:nvSpPr>
            <p:spPr>
              <a:xfrm>
                <a:off x="28738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h914"/>
              <p:cNvSpPr/>
              <p:nvPr/>
            </p:nvSpPr>
            <p:spPr>
              <a:xfrm>
                <a:off x="28830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h915"/>
              <p:cNvSpPr/>
              <p:nvPr/>
            </p:nvSpPr>
            <p:spPr>
              <a:xfrm>
                <a:off x="289235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h916"/>
              <p:cNvSpPr/>
              <p:nvPr/>
            </p:nvSpPr>
            <p:spPr>
              <a:xfrm>
                <a:off x="29016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h917"/>
              <p:cNvSpPr/>
              <p:nvPr/>
            </p:nvSpPr>
            <p:spPr>
              <a:xfrm>
                <a:off x="29108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h918"/>
              <p:cNvSpPr/>
              <p:nvPr/>
            </p:nvSpPr>
            <p:spPr>
              <a:xfrm>
                <a:off x="29201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h919"/>
              <p:cNvSpPr/>
              <p:nvPr/>
            </p:nvSpPr>
            <p:spPr>
              <a:xfrm>
                <a:off x="29294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h920"/>
              <p:cNvSpPr/>
              <p:nvPr/>
            </p:nvSpPr>
            <p:spPr>
              <a:xfrm>
                <a:off x="29386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h921"/>
              <p:cNvSpPr/>
              <p:nvPr/>
            </p:nvSpPr>
            <p:spPr>
              <a:xfrm>
                <a:off x="29479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h922"/>
              <p:cNvSpPr/>
              <p:nvPr/>
            </p:nvSpPr>
            <p:spPr>
              <a:xfrm>
                <a:off x="29571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h923"/>
              <p:cNvSpPr/>
              <p:nvPr/>
            </p:nvSpPr>
            <p:spPr>
              <a:xfrm>
                <a:off x="29664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h924"/>
              <p:cNvSpPr/>
              <p:nvPr/>
            </p:nvSpPr>
            <p:spPr>
              <a:xfrm>
                <a:off x="29757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h925"/>
              <p:cNvSpPr/>
              <p:nvPr/>
            </p:nvSpPr>
            <p:spPr>
              <a:xfrm>
                <a:off x="29849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h926"/>
              <p:cNvSpPr/>
              <p:nvPr/>
            </p:nvSpPr>
            <p:spPr>
              <a:xfrm>
                <a:off x="29942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h927"/>
              <p:cNvSpPr/>
              <p:nvPr/>
            </p:nvSpPr>
            <p:spPr>
              <a:xfrm>
                <a:off x="30035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h928"/>
              <p:cNvSpPr/>
              <p:nvPr/>
            </p:nvSpPr>
            <p:spPr>
              <a:xfrm>
                <a:off x="30127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h929"/>
              <p:cNvSpPr/>
              <p:nvPr/>
            </p:nvSpPr>
            <p:spPr>
              <a:xfrm>
                <a:off x="30220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h930"/>
              <p:cNvSpPr/>
              <p:nvPr/>
            </p:nvSpPr>
            <p:spPr>
              <a:xfrm>
                <a:off x="30312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h931"/>
              <p:cNvSpPr/>
              <p:nvPr/>
            </p:nvSpPr>
            <p:spPr>
              <a:xfrm>
                <a:off x="30405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h932"/>
              <p:cNvSpPr/>
              <p:nvPr/>
            </p:nvSpPr>
            <p:spPr>
              <a:xfrm>
                <a:off x="30498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h933"/>
              <p:cNvSpPr/>
              <p:nvPr/>
            </p:nvSpPr>
            <p:spPr>
              <a:xfrm>
                <a:off x="30590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h934"/>
              <p:cNvSpPr/>
              <p:nvPr/>
            </p:nvSpPr>
            <p:spPr>
              <a:xfrm>
                <a:off x="30683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h935"/>
              <p:cNvSpPr/>
              <p:nvPr/>
            </p:nvSpPr>
            <p:spPr>
              <a:xfrm>
                <a:off x="30775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h936"/>
              <p:cNvSpPr/>
              <p:nvPr/>
            </p:nvSpPr>
            <p:spPr>
              <a:xfrm>
                <a:off x="30868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h937"/>
              <p:cNvSpPr/>
              <p:nvPr/>
            </p:nvSpPr>
            <p:spPr>
              <a:xfrm>
                <a:off x="30961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h938"/>
              <p:cNvSpPr/>
              <p:nvPr/>
            </p:nvSpPr>
            <p:spPr>
              <a:xfrm>
                <a:off x="31053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h939"/>
              <p:cNvSpPr/>
              <p:nvPr/>
            </p:nvSpPr>
            <p:spPr>
              <a:xfrm>
                <a:off x="31146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h940"/>
              <p:cNvSpPr/>
              <p:nvPr/>
            </p:nvSpPr>
            <p:spPr>
              <a:xfrm>
                <a:off x="31239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h941"/>
              <p:cNvSpPr/>
              <p:nvPr/>
            </p:nvSpPr>
            <p:spPr>
              <a:xfrm>
                <a:off x="31331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h942"/>
              <p:cNvSpPr/>
              <p:nvPr/>
            </p:nvSpPr>
            <p:spPr>
              <a:xfrm>
                <a:off x="31424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h943"/>
              <p:cNvSpPr/>
              <p:nvPr/>
            </p:nvSpPr>
            <p:spPr>
              <a:xfrm>
                <a:off x="31516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h944"/>
              <p:cNvSpPr/>
              <p:nvPr/>
            </p:nvSpPr>
            <p:spPr>
              <a:xfrm>
                <a:off x="3160959" y="25847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1" y="908752"/>
                    </a:lnTo>
                    <a:lnTo>
                      <a:pt x="922585" y="909658"/>
                    </a:lnTo>
                    <a:lnTo>
                      <a:pt x="921510" y="910564"/>
                    </a:lnTo>
                    <a:lnTo>
                      <a:pt x="920434" y="911471"/>
                    </a:lnTo>
                    <a:lnTo>
                      <a:pt x="919359" y="912377"/>
                    </a:lnTo>
                    <a:lnTo>
                      <a:pt x="918284" y="913283"/>
                    </a:lnTo>
                    <a:lnTo>
                      <a:pt x="917209" y="914190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h945"/>
              <p:cNvSpPr/>
              <p:nvPr/>
            </p:nvSpPr>
            <p:spPr>
              <a:xfrm>
                <a:off x="3170221" y="2567556"/>
                <a:ext cx="923662" cy="9259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9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732"/>
                    </a:lnTo>
                    <a:lnTo>
                      <a:pt x="922689" y="918722"/>
                    </a:lnTo>
                    <a:lnTo>
                      <a:pt x="917632" y="923269"/>
                    </a:lnTo>
                    <a:lnTo>
                      <a:pt x="916551" y="924178"/>
                    </a:lnTo>
                    <a:lnTo>
                      <a:pt x="915475" y="925084"/>
                    </a:lnTo>
                    <a:lnTo>
                      <a:pt x="914400" y="925990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h946"/>
              <p:cNvSpPr/>
              <p:nvPr/>
            </p:nvSpPr>
            <p:spPr>
              <a:xfrm>
                <a:off x="3179483" y="2567556"/>
                <a:ext cx="917673" cy="917732"/>
              </a:xfrm>
              <a:custGeom>
                <a:avLst/>
                <a:gdLst/>
                <a:ahLst/>
                <a:cxnLst/>
                <a:rect l="0" t="0" r="0" b="0"/>
                <a:pathLst>
                  <a:path w="917673" h="917732">
                    <a:moveTo>
                      <a:pt x="914400" y="914400"/>
                    </a:moveTo>
                    <a:lnTo>
                      <a:pt x="917673" y="914400"/>
                    </a:lnTo>
                    <a:lnTo>
                      <a:pt x="914400" y="917732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h947"/>
              <p:cNvSpPr/>
              <p:nvPr/>
            </p:nvSpPr>
            <p:spPr>
              <a:xfrm>
                <a:off x="2438506" y="2550318"/>
                <a:ext cx="914400" cy="9201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170">
                    <a:moveTo>
                      <a:pt x="914400" y="914400"/>
                    </a:moveTo>
                    <a:lnTo>
                      <a:pt x="914400" y="920170"/>
                    </a:lnTo>
                    <a:lnTo>
                      <a:pt x="913608" y="918622"/>
                    </a:lnTo>
                    <a:lnTo>
                      <a:pt x="912219" y="915904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h948"/>
              <p:cNvSpPr/>
              <p:nvPr/>
            </p:nvSpPr>
            <p:spPr>
              <a:xfrm>
                <a:off x="24385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252" y="931638"/>
                    </a:lnTo>
                    <a:lnTo>
                      <a:pt x="919160" y="929497"/>
                    </a:lnTo>
                    <a:lnTo>
                      <a:pt x="917773" y="926778"/>
                    </a:lnTo>
                    <a:lnTo>
                      <a:pt x="916386" y="924059"/>
                    </a:lnTo>
                    <a:lnTo>
                      <a:pt x="914997" y="921340"/>
                    </a:lnTo>
                    <a:lnTo>
                      <a:pt x="914400" y="920170"/>
                    </a:lnTo>
                    <a:close/>
                  </a:path>
                </a:pathLst>
              </a:custGeom>
              <a:solidFill>
                <a:srgbClr val="94D162">
                  <a:alpha val="100000"/>
                </a:srgbClr>
              </a:solidFill>
              <a:ln w="5420" cap="flat">
                <a:solidFill>
                  <a:srgbClr val="94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h949"/>
              <p:cNvSpPr/>
              <p:nvPr/>
            </p:nvSpPr>
            <p:spPr>
              <a:xfrm>
                <a:off x="24477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h950"/>
              <p:cNvSpPr/>
              <p:nvPr/>
            </p:nvSpPr>
            <p:spPr>
              <a:xfrm>
                <a:off x="24570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h951"/>
              <p:cNvSpPr/>
              <p:nvPr/>
            </p:nvSpPr>
            <p:spPr>
              <a:xfrm>
                <a:off x="24662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h952"/>
              <p:cNvSpPr/>
              <p:nvPr/>
            </p:nvSpPr>
            <p:spPr>
              <a:xfrm>
                <a:off x="2475555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h953"/>
              <p:cNvSpPr/>
              <p:nvPr/>
            </p:nvSpPr>
            <p:spPr>
              <a:xfrm>
                <a:off x="24848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h954"/>
              <p:cNvSpPr/>
              <p:nvPr/>
            </p:nvSpPr>
            <p:spPr>
              <a:xfrm>
                <a:off x="24940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h955"/>
              <p:cNvSpPr/>
              <p:nvPr/>
            </p:nvSpPr>
            <p:spPr>
              <a:xfrm>
                <a:off x="25033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h956"/>
              <p:cNvSpPr/>
              <p:nvPr/>
            </p:nvSpPr>
            <p:spPr>
              <a:xfrm>
                <a:off x="25126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h957"/>
              <p:cNvSpPr/>
              <p:nvPr/>
            </p:nvSpPr>
            <p:spPr>
              <a:xfrm>
                <a:off x="25218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h958"/>
              <p:cNvSpPr/>
              <p:nvPr/>
            </p:nvSpPr>
            <p:spPr>
              <a:xfrm>
                <a:off x="25311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h959"/>
              <p:cNvSpPr/>
              <p:nvPr/>
            </p:nvSpPr>
            <p:spPr>
              <a:xfrm>
                <a:off x="25403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h960"/>
              <p:cNvSpPr/>
              <p:nvPr/>
            </p:nvSpPr>
            <p:spPr>
              <a:xfrm>
                <a:off x="25496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h961"/>
              <p:cNvSpPr/>
              <p:nvPr/>
            </p:nvSpPr>
            <p:spPr>
              <a:xfrm>
                <a:off x="25589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h962"/>
              <p:cNvSpPr/>
              <p:nvPr/>
            </p:nvSpPr>
            <p:spPr>
              <a:xfrm>
                <a:off x="25681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h963"/>
              <p:cNvSpPr/>
              <p:nvPr/>
            </p:nvSpPr>
            <p:spPr>
              <a:xfrm>
                <a:off x="25774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h964"/>
              <p:cNvSpPr/>
              <p:nvPr/>
            </p:nvSpPr>
            <p:spPr>
              <a:xfrm>
                <a:off x="25867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h965"/>
              <p:cNvSpPr/>
              <p:nvPr/>
            </p:nvSpPr>
            <p:spPr>
              <a:xfrm>
                <a:off x="25959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h966"/>
              <p:cNvSpPr/>
              <p:nvPr/>
            </p:nvSpPr>
            <p:spPr>
              <a:xfrm>
                <a:off x="26052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h967"/>
              <p:cNvSpPr/>
              <p:nvPr/>
            </p:nvSpPr>
            <p:spPr>
              <a:xfrm>
                <a:off x="26144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h968"/>
              <p:cNvSpPr/>
              <p:nvPr/>
            </p:nvSpPr>
            <p:spPr>
              <a:xfrm>
                <a:off x="26237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h969"/>
              <p:cNvSpPr/>
              <p:nvPr/>
            </p:nvSpPr>
            <p:spPr>
              <a:xfrm>
                <a:off x="26330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h970"/>
              <p:cNvSpPr/>
              <p:nvPr/>
            </p:nvSpPr>
            <p:spPr>
              <a:xfrm>
                <a:off x="26422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h971"/>
              <p:cNvSpPr/>
              <p:nvPr/>
            </p:nvSpPr>
            <p:spPr>
              <a:xfrm>
                <a:off x="26515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h972"/>
              <p:cNvSpPr/>
              <p:nvPr/>
            </p:nvSpPr>
            <p:spPr>
              <a:xfrm>
                <a:off x="26607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h973"/>
              <p:cNvSpPr/>
              <p:nvPr/>
            </p:nvSpPr>
            <p:spPr>
              <a:xfrm>
                <a:off x="26700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h974"/>
              <p:cNvSpPr/>
              <p:nvPr/>
            </p:nvSpPr>
            <p:spPr>
              <a:xfrm>
                <a:off x="26793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h975"/>
              <p:cNvSpPr/>
              <p:nvPr/>
            </p:nvSpPr>
            <p:spPr>
              <a:xfrm>
                <a:off x="26885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h976"/>
              <p:cNvSpPr/>
              <p:nvPr/>
            </p:nvSpPr>
            <p:spPr>
              <a:xfrm>
                <a:off x="26978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h977"/>
              <p:cNvSpPr/>
              <p:nvPr/>
            </p:nvSpPr>
            <p:spPr>
              <a:xfrm>
                <a:off x="27071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h978"/>
              <p:cNvSpPr/>
              <p:nvPr/>
            </p:nvSpPr>
            <p:spPr>
              <a:xfrm>
                <a:off x="27163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h979"/>
              <p:cNvSpPr/>
              <p:nvPr/>
            </p:nvSpPr>
            <p:spPr>
              <a:xfrm>
                <a:off x="27256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h980"/>
              <p:cNvSpPr/>
              <p:nvPr/>
            </p:nvSpPr>
            <p:spPr>
              <a:xfrm>
                <a:off x="27348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h981"/>
              <p:cNvSpPr/>
              <p:nvPr/>
            </p:nvSpPr>
            <p:spPr>
              <a:xfrm>
                <a:off x="27441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h982"/>
              <p:cNvSpPr/>
              <p:nvPr/>
            </p:nvSpPr>
            <p:spPr>
              <a:xfrm>
                <a:off x="27534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h983"/>
              <p:cNvSpPr/>
              <p:nvPr/>
            </p:nvSpPr>
            <p:spPr>
              <a:xfrm>
                <a:off x="276268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h984"/>
              <p:cNvSpPr/>
              <p:nvPr/>
            </p:nvSpPr>
            <p:spPr>
              <a:xfrm>
                <a:off x="277194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h985"/>
              <p:cNvSpPr/>
              <p:nvPr/>
            </p:nvSpPr>
            <p:spPr>
              <a:xfrm>
                <a:off x="278120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h986"/>
              <p:cNvSpPr/>
              <p:nvPr/>
            </p:nvSpPr>
            <p:spPr>
              <a:xfrm>
                <a:off x="279047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h987"/>
              <p:cNvSpPr/>
              <p:nvPr/>
            </p:nvSpPr>
            <p:spPr>
              <a:xfrm>
                <a:off x="279973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h988"/>
              <p:cNvSpPr/>
              <p:nvPr/>
            </p:nvSpPr>
            <p:spPr>
              <a:xfrm>
                <a:off x="280899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h989"/>
              <p:cNvSpPr/>
              <p:nvPr/>
            </p:nvSpPr>
            <p:spPr>
              <a:xfrm>
                <a:off x="281825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h990"/>
              <p:cNvSpPr/>
              <p:nvPr/>
            </p:nvSpPr>
            <p:spPr>
              <a:xfrm>
                <a:off x="282751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h991"/>
              <p:cNvSpPr/>
              <p:nvPr/>
            </p:nvSpPr>
            <p:spPr>
              <a:xfrm>
                <a:off x="283678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h992"/>
              <p:cNvSpPr/>
              <p:nvPr/>
            </p:nvSpPr>
            <p:spPr>
              <a:xfrm>
                <a:off x="284604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h993"/>
              <p:cNvSpPr/>
              <p:nvPr/>
            </p:nvSpPr>
            <p:spPr>
              <a:xfrm>
                <a:off x="28553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h994"/>
              <p:cNvSpPr/>
              <p:nvPr/>
            </p:nvSpPr>
            <p:spPr>
              <a:xfrm>
                <a:off x="28645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h995"/>
              <p:cNvSpPr/>
              <p:nvPr/>
            </p:nvSpPr>
            <p:spPr>
              <a:xfrm>
                <a:off x="28738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h996"/>
              <p:cNvSpPr/>
              <p:nvPr/>
            </p:nvSpPr>
            <p:spPr>
              <a:xfrm>
                <a:off x="28830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h997"/>
              <p:cNvSpPr/>
              <p:nvPr/>
            </p:nvSpPr>
            <p:spPr>
              <a:xfrm>
                <a:off x="289235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h998"/>
              <p:cNvSpPr/>
              <p:nvPr/>
            </p:nvSpPr>
            <p:spPr>
              <a:xfrm>
                <a:off x="29016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h999"/>
              <p:cNvSpPr/>
              <p:nvPr/>
            </p:nvSpPr>
            <p:spPr>
              <a:xfrm>
                <a:off x="29108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h1000"/>
              <p:cNvSpPr/>
              <p:nvPr/>
            </p:nvSpPr>
            <p:spPr>
              <a:xfrm>
                <a:off x="29201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h1001"/>
              <p:cNvSpPr/>
              <p:nvPr/>
            </p:nvSpPr>
            <p:spPr>
              <a:xfrm>
                <a:off x="29294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h1002"/>
              <p:cNvSpPr/>
              <p:nvPr/>
            </p:nvSpPr>
            <p:spPr>
              <a:xfrm>
                <a:off x="29386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h1003"/>
              <p:cNvSpPr/>
              <p:nvPr/>
            </p:nvSpPr>
            <p:spPr>
              <a:xfrm>
                <a:off x="29479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h1004"/>
              <p:cNvSpPr/>
              <p:nvPr/>
            </p:nvSpPr>
            <p:spPr>
              <a:xfrm>
                <a:off x="29571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h1005"/>
              <p:cNvSpPr/>
              <p:nvPr/>
            </p:nvSpPr>
            <p:spPr>
              <a:xfrm>
                <a:off x="29664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h1006"/>
              <p:cNvSpPr/>
              <p:nvPr/>
            </p:nvSpPr>
            <p:spPr>
              <a:xfrm>
                <a:off x="29757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h1007"/>
              <p:cNvSpPr/>
              <p:nvPr/>
            </p:nvSpPr>
            <p:spPr>
              <a:xfrm>
                <a:off x="29849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h1008"/>
              <p:cNvSpPr/>
              <p:nvPr/>
            </p:nvSpPr>
            <p:spPr>
              <a:xfrm>
                <a:off x="29942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h1009"/>
              <p:cNvSpPr/>
              <p:nvPr/>
            </p:nvSpPr>
            <p:spPr>
              <a:xfrm>
                <a:off x="30035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h1010"/>
              <p:cNvSpPr/>
              <p:nvPr/>
            </p:nvSpPr>
            <p:spPr>
              <a:xfrm>
                <a:off x="30127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h1011"/>
              <p:cNvSpPr/>
              <p:nvPr/>
            </p:nvSpPr>
            <p:spPr>
              <a:xfrm>
                <a:off x="30220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h1012"/>
              <p:cNvSpPr/>
              <p:nvPr/>
            </p:nvSpPr>
            <p:spPr>
              <a:xfrm>
                <a:off x="30312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h1013"/>
              <p:cNvSpPr/>
              <p:nvPr/>
            </p:nvSpPr>
            <p:spPr>
              <a:xfrm>
                <a:off x="30405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h1014"/>
              <p:cNvSpPr/>
              <p:nvPr/>
            </p:nvSpPr>
            <p:spPr>
              <a:xfrm>
                <a:off x="30498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h1015"/>
              <p:cNvSpPr/>
              <p:nvPr/>
            </p:nvSpPr>
            <p:spPr>
              <a:xfrm>
                <a:off x="30590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h1016"/>
              <p:cNvSpPr/>
              <p:nvPr/>
            </p:nvSpPr>
            <p:spPr>
              <a:xfrm>
                <a:off x="30683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h1017"/>
              <p:cNvSpPr/>
              <p:nvPr/>
            </p:nvSpPr>
            <p:spPr>
              <a:xfrm>
                <a:off x="30775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h1018"/>
              <p:cNvSpPr/>
              <p:nvPr/>
            </p:nvSpPr>
            <p:spPr>
              <a:xfrm>
                <a:off x="30868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h1019"/>
              <p:cNvSpPr/>
              <p:nvPr/>
            </p:nvSpPr>
            <p:spPr>
              <a:xfrm>
                <a:off x="30961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h1020"/>
              <p:cNvSpPr/>
              <p:nvPr/>
            </p:nvSpPr>
            <p:spPr>
              <a:xfrm>
                <a:off x="31053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h1021"/>
              <p:cNvSpPr/>
              <p:nvPr/>
            </p:nvSpPr>
            <p:spPr>
              <a:xfrm>
                <a:off x="31146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h1022"/>
              <p:cNvSpPr/>
              <p:nvPr/>
            </p:nvSpPr>
            <p:spPr>
              <a:xfrm>
                <a:off x="31239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h1023"/>
              <p:cNvSpPr/>
              <p:nvPr/>
            </p:nvSpPr>
            <p:spPr>
              <a:xfrm>
                <a:off x="31331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h1024"/>
              <p:cNvSpPr/>
              <p:nvPr/>
            </p:nvSpPr>
            <p:spPr>
              <a:xfrm>
                <a:off x="31424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h1025"/>
              <p:cNvSpPr/>
              <p:nvPr/>
            </p:nvSpPr>
            <p:spPr>
              <a:xfrm>
                <a:off x="31516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h1026"/>
              <p:cNvSpPr/>
              <p:nvPr/>
            </p:nvSpPr>
            <p:spPr>
              <a:xfrm>
                <a:off x="31609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h1027"/>
              <p:cNvSpPr/>
              <p:nvPr/>
            </p:nvSpPr>
            <p:spPr>
              <a:xfrm>
                <a:off x="31702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h1028"/>
              <p:cNvSpPr/>
              <p:nvPr/>
            </p:nvSpPr>
            <p:spPr>
              <a:xfrm>
                <a:off x="3179483" y="25675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65"/>
                    </a:lnTo>
                    <a:lnTo>
                      <a:pt x="923139" y="908233"/>
                    </a:lnTo>
                    <a:lnTo>
                      <a:pt x="918354" y="913706"/>
                    </a:lnTo>
                    <a:lnTo>
                      <a:pt x="917673" y="914400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h1029"/>
              <p:cNvSpPr/>
              <p:nvPr/>
            </p:nvSpPr>
            <p:spPr>
              <a:xfrm>
                <a:off x="3188745" y="2550318"/>
                <a:ext cx="922333" cy="924803"/>
              </a:xfrm>
              <a:custGeom>
                <a:avLst/>
                <a:gdLst/>
                <a:ahLst/>
                <a:cxnLst/>
                <a:rect l="0" t="0" r="0" b="0"/>
                <a:pathLst>
                  <a:path w="922333" h="924803">
                    <a:moveTo>
                      <a:pt x="914400" y="914400"/>
                    </a:moveTo>
                    <a:lnTo>
                      <a:pt x="922333" y="914400"/>
                    </a:lnTo>
                    <a:lnTo>
                      <a:pt x="922010" y="914835"/>
                    </a:lnTo>
                    <a:lnTo>
                      <a:pt x="920263" y="917188"/>
                    </a:lnTo>
                    <a:lnTo>
                      <a:pt x="918507" y="919556"/>
                    </a:lnTo>
                    <a:lnTo>
                      <a:pt x="914400" y="924803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h1030"/>
              <p:cNvSpPr/>
              <p:nvPr/>
            </p:nvSpPr>
            <p:spPr>
              <a:xfrm>
                <a:off x="2429243" y="2533079"/>
                <a:ext cx="914400" cy="9191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126">
                    <a:moveTo>
                      <a:pt x="914400" y="914400"/>
                    </a:moveTo>
                    <a:lnTo>
                      <a:pt x="914400" y="919126"/>
                    </a:lnTo>
                    <a:lnTo>
                      <a:pt x="912118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h1031"/>
              <p:cNvSpPr/>
              <p:nvPr/>
            </p:nvSpPr>
            <p:spPr>
              <a:xfrm>
                <a:off x="24292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712" y="931638"/>
                    </a:lnTo>
                    <a:lnTo>
                      <a:pt x="920091" y="930424"/>
                    </a:lnTo>
                    <a:lnTo>
                      <a:pt x="918701" y="927706"/>
                    </a:lnTo>
                    <a:lnTo>
                      <a:pt x="917309" y="924988"/>
                    </a:lnTo>
                    <a:lnTo>
                      <a:pt x="915909" y="922253"/>
                    </a:lnTo>
                    <a:lnTo>
                      <a:pt x="914400" y="919126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h1032"/>
              <p:cNvSpPr/>
              <p:nvPr/>
            </p:nvSpPr>
            <p:spPr>
              <a:xfrm>
                <a:off x="24385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h1033"/>
              <p:cNvSpPr/>
              <p:nvPr/>
            </p:nvSpPr>
            <p:spPr>
              <a:xfrm>
                <a:off x="24477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h1034"/>
              <p:cNvSpPr/>
              <p:nvPr/>
            </p:nvSpPr>
            <p:spPr>
              <a:xfrm>
                <a:off x="24570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h1035"/>
              <p:cNvSpPr/>
              <p:nvPr/>
            </p:nvSpPr>
            <p:spPr>
              <a:xfrm>
                <a:off x="24662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h1036"/>
              <p:cNvSpPr/>
              <p:nvPr/>
            </p:nvSpPr>
            <p:spPr>
              <a:xfrm>
                <a:off x="2475555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h1037"/>
              <p:cNvSpPr/>
              <p:nvPr/>
            </p:nvSpPr>
            <p:spPr>
              <a:xfrm>
                <a:off x="24848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h1038"/>
              <p:cNvSpPr/>
              <p:nvPr/>
            </p:nvSpPr>
            <p:spPr>
              <a:xfrm>
                <a:off x="24940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h1039"/>
              <p:cNvSpPr/>
              <p:nvPr/>
            </p:nvSpPr>
            <p:spPr>
              <a:xfrm>
                <a:off x="25033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h1040"/>
              <p:cNvSpPr/>
              <p:nvPr/>
            </p:nvSpPr>
            <p:spPr>
              <a:xfrm>
                <a:off x="25126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h1041"/>
              <p:cNvSpPr/>
              <p:nvPr/>
            </p:nvSpPr>
            <p:spPr>
              <a:xfrm>
                <a:off x="25218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h1042"/>
              <p:cNvSpPr/>
              <p:nvPr/>
            </p:nvSpPr>
            <p:spPr>
              <a:xfrm>
                <a:off x="25311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h1043"/>
              <p:cNvSpPr/>
              <p:nvPr/>
            </p:nvSpPr>
            <p:spPr>
              <a:xfrm>
                <a:off x="25403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h1044"/>
              <p:cNvSpPr/>
              <p:nvPr/>
            </p:nvSpPr>
            <p:spPr>
              <a:xfrm>
                <a:off x="25496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h1045"/>
              <p:cNvSpPr/>
              <p:nvPr/>
            </p:nvSpPr>
            <p:spPr>
              <a:xfrm>
                <a:off x="25589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h1046"/>
              <p:cNvSpPr/>
              <p:nvPr/>
            </p:nvSpPr>
            <p:spPr>
              <a:xfrm>
                <a:off x="25681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h1047"/>
              <p:cNvSpPr/>
              <p:nvPr/>
            </p:nvSpPr>
            <p:spPr>
              <a:xfrm>
                <a:off x="25774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h1048"/>
              <p:cNvSpPr/>
              <p:nvPr/>
            </p:nvSpPr>
            <p:spPr>
              <a:xfrm>
                <a:off x="25867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h1049"/>
              <p:cNvSpPr/>
              <p:nvPr/>
            </p:nvSpPr>
            <p:spPr>
              <a:xfrm>
                <a:off x="25959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h1050"/>
              <p:cNvSpPr/>
              <p:nvPr/>
            </p:nvSpPr>
            <p:spPr>
              <a:xfrm>
                <a:off x="26052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h1051"/>
              <p:cNvSpPr/>
              <p:nvPr/>
            </p:nvSpPr>
            <p:spPr>
              <a:xfrm>
                <a:off x="26144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h1052"/>
              <p:cNvSpPr/>
              <p:nvPr/>
            </p:nvSpPr>
            <p:spPr>
              <a:xfrm>
                <a:off x="26237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h1053"/>
              <p:cNvSpPr/>
              <p:nvPr/>
            </p:nvSpPr>
            <p:spPr>
              <a:xfrm>
                <a:off x="26330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h1054"/>
              <p:cNvSpPr/>
              <p:nvPr/>
            </p:nvSpPr>
            <p:spPr>
              <a:xfrm>
                <a:off x="26422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h1055"/>
              <p:cNvSpPr/>
              <p:nvPr/>
            </p:nvSpPr>
            <p:spPr>
              <a:xfrm>
                <a:off x="26515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h1056"/>
              <p:cNvSpPr/>
              <p:nvPr/>
            </p:nvSpPr>
            <p:spPr>
              <a:xfrm>
                <a:off x="26607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h1057"/>
              <p:cNvSpPr/>
              <p:nvPr/>
            </p:nvSpPr>
            <p:spPr>
              <a:xfrm>
                <a:off x="26700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h1058"/>
              <p:cNvSpPr/>
              <p:nvPr/>
            </p:nvSpPr>
            <p:spPr>
              <a:xfrm>
                <a:off x="26793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h1059"/>
              <p:cNvSpPr/>
              <p:nvPr/>
            </p:nvSpPr>
            <p:spPr>
              <a:xfrm>
                <a:off x="26885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h1060"/>
              <p:cNvSpPr/>
              <p:nvPr/>
            </p:nvSpPr>
            <p:spPr>
              <a:xfrm>
                <a:off x="26978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h1061"/>
              <p:cNvSpPr/>
              <p:nvPr/>
            </p:nvSpPr>
            <p:spPr>
              <a:xfrm>
                <a:off x="27071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h1062"/>
              <p:cNvSpPr/>
              <p:nvPr/>
            </p:nvSpPr>
            <p:spPr>
              <a:xfrm>
                <a:off x="27163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h1063"/>
              <p:cNvSpPr/>
              <p:nvPr/>
            </p:nvSpPr>
            <p:spPr>
              <a:xfrm>
                <a:off x="27256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h1064"/>
              <p:cNvSpPr/>
              <p:nvPr/>
            </p:nvSpPr>
            <p:spPr>
              <a:xfrm>
                <a:off x="27348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h1065"/>
              <p:cNvSpPr/>
              <p:nvPr/>
            </p:nvSpPr>
            <p:spPr>
              <a:xfrm>
                <a:off x="27441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h1066"/>
              <p:cNvSpPr/>
              <p:nvPr/>
            </p:nvSpPr>
            <p:spPr>
              <a:xfrm>
                <a:off x="27534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h1067"/>
              <p:cNvSpPr/>
              <p:nvPr/>
            </p:nvSpPr>
            <p:spPr>
              <a:xfrm>
                <a:off x="27626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h1068"/>
              <p:cNvSpPr/>
              <p:nvPr/>
            </p:nvSpPr>
            <p:spPr>
              <a:xfrm>
                <a:off x="277194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h1069"/>
              <p:cNvSpPr/>
              <p:nvPr/>
            </p:nvSpPr>
            <p:spPr>
              <a:xfrm>
                <a:off x="278120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h1070"/>
              <p:cNvSpPr/>
              <p:nvPr/>
            </p:nvSpPr>
            <p:spPr>
              <a:xfrm>
                <a:off x="279047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h1071"/>
              <p:cNvSpPr/>
              <p:nvPr/>
            </p:nvSpPr>
            <p:spPr>
              <a:xfrm>
                <a:off x="279973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h1072"/>
              <p:cNvSpPr/>
              <p:nvPr/>
            </p:nvSpPr>
            <p:spPr>
              <a:xfrm>
                <a:off x="280899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h1073"/>
              <p:cNvSpPr/>
              <p:nvPr/>
            </p:nvSpPr>
            <p:spPr>
              <a:xfrm>
                <a:off x="281825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h1074"/>
              <p:cNvSpPr/>
              <p:nvPr/>
            </p:nvSpPr>
            <p:spPr>
              <a:xfrm>
                <a:off x="282751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h1075"/>
              <p:cNvSpPr/>
              <p:nvPr/>
            </p:nvSpPr>
            <p:spPr>
              <a:xfrm>
                <a:off x="283678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h1076"/>
              <p:cNvSpPr/>
              <p:nvPr/>
            </p:nvSpPr>
            <p:spPr>
              <a:xfrm>
                <a:off x="28460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h1077"/>
              <p:cNvSpPr/>
              <p:nvPr/>
            </p:nvSpPr>
            <p:spPr>
              <a:xfrm>
                <a:off x="28553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h1078"/>
              <p:cNvSpPr/>
              <p:nvPr/>
            </p:nvSpPr>
            <p:spPr>
              <a:xfrm>
                <a:off x="28645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h1079"/>
              <p:cNvSpPr/>
              <p:nvPr/>
            </p:nvSpPr>
            <p:spPr>
              <a:xfrm>
                <a:off x="28738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h1080"/>
              <p:cNvSpPr/>
              <p:nvPr/>
            </p:nvSpPr>
            <p:spPr>
              <a:xfrm>
                <a:off x="28830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h1081"/>
              <p:cNvSpPr/>
              <p:nvPr/>
            </p:nvSpPr>
            <p:spPr>
              <a:xfrm>
                <a:off x="289235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h1082"/>
              <p:cNvSpPr/>
              <p:nvPr/>
            </p:nvSpPr>
            <p:spPr>
              <a:xfrm>
                <a:off x="29016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h1083"/>
              <p:cNvSpPr/>
              <p:nvPr/>
            </p:nvSpPr>
            <p:spPr>
              <a:xfrm>
                <a:off x="29108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h1084"/>
              <p:cNvSpPr/>
              <p:nvPr/>
            </p:nvSpPr>
            <p:spPr>
              <a:xfrm>
                <a:off x="29201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h1085"/>
              <p:cNvSpPr/>
              <p:nvPr/>
            </p:nvSpPr>
            <p:spPr>
              <a:xfrm>
                <a:off x="29294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h1086"/>
              <p:cNvSpPr/>
              <p:nvPr/>
            </p:nvSpPr>
            <p:spPr>
              <a:xfrm>
                <a:off x="29386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h1087"/>
              <p:cNvSpPr/>
              <p:nvPr/>
            </p:nvSpPr>
            <p:spPr>
              <a:xfrm>
                <a:off x="29479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h1088"/>
              <p:cNvSpPr/>
              <p:nvPr/>
            </p:nvSpPr>
            <p:spPr>
              <a:xfrm>
                <a:off x="29571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h1089"/>
              <p:cNvSpPr/>
              <p:nvPr/>
            </p:nvSpPr>
            <p:spPr>
              <a:xfrm>
                <a:off x="29664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h1090"/>
              <p:cNvSpPr/>
              <p:nvPr/>
            </p:nvSpPr>
            <p:spPr>
              <a:xfrm>
                <a:off x="29757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h1091"/>
              <p:cNvSpPr/>
              <p:nvPr/>
            </p:nvSpPr>
            <p:spPr>
              <a:xfrm>
                <a:off x="29849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h1092"/>
              <p:cNvSpPr/>
              <p:nvPr/>
            </p:nvSpPr>
            <p:spPr>
              <a:xfrm>
                <a:off x="29942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h1093"/>
              <p:cNvSpPr/>
              <p:nvPr/>
            </p:nvSpPr>
            <p:spPr>
              <a:xfrm>
                <a:off x="30035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h1094"/>
              <p:cNvSpPr/>
              <p:nvPr/>
            </p:nvSpPr>
            <p:spPr>
              <a:xfrm>
                <a:off x="30127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h1095"/>
              <p:cNvSpPr/>
              <p:nvPr/>
            </p:nvSpPr>
            <p:spPr>
              <a:xfrm>
                <a:off x="30220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h1096"/>
              <p:cNvSpPr/>
              <p:nvPr/>
            </p:nvSpPr>
            <p:spPr>
              <a:xfrm>
                <a:off x="30312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h1097"/>
              <p:cNvSpPr/>
              <p:nvPr/>
            </p:nvSpPr>
            <p:spPr>
              <a:xfrm>
                <a:off x="30405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h1098"/>
              <p:cNvSpPr/>
              <p:nvPr/>
            </p:nvSpPr>
            <p:spPr>
              <a:xfrm>
                <a:off x="30498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h1099"/>
              <p:cNvSpPr/>
              <p:nvPr/>
            </p:nvSpPr>
            <p:spPr>
              <a:xfrm>
                <a:off x="30590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h1100"/>
              <p:cNvSpPr/>
              <p:nvPr/>
            </p:nvSpPr>
            <p:spPr>
              <a:xfrm>
                <a:off x="30683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h1101"/>
              <p:cNvSpPr/>
              <p:nvPr/>
            </p:nvSpPr>
            <p:spPr>
              <a:xfrm>
                <a:off x="30775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h1102"/>
              <p:cNvSpPr/>
              <p:nvPr/>
            </p:nvSpPr>
            <p:spPr>
              <a:xfrm>
                <a:off x="30868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h1103"/>
              <p:cNvSpPr/>
              <p:nvPr/>
            </p:nvSpPr>
            <p:spPr>
              <a:xfrm>
                <a:off x="30961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h1104"/>
              <p:cNvSpPr/>
              <p:nvPr/>
            </p:nvSpPr>
            <p:spPr>
              <a:xfrm>
                <a:off x="31053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h1105"/>
              <p:cNvSpPr/>
              <p:nvPr/>
            </p:nvSpPr>
            <p:spPr>
              <a:xfrm>
                <a:off x="31146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h1106"/>
              <p:cNvSpPr/>
              <p:nvPr/>
            </p:nvSpPr>
            <p:spPr>
              <a:xfrm>
                <a:off x="31239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h1107"/>
              <p:cNvSpPr/>
              <p:nvPr/>
            </p:nvSpPr>
            <p:spPr>
              <a:xfrm>
                <a:off x="31331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h1108"/>
              <p:cNvSpPr/>
              <p:nvPr/>
            </p:nvSpPr>
            <p:spPr>
              <a:xfrm>
                <a:off x="31424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h1109"/>
              <p:cNvSpPr/>
              <p:nvPr/>
            </p:nvSpPr>
            <p:spPr>
              <a:xfrm>
                <a:off x="31516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h1110"/>
              <p:cNvSpPr/>
              <p:nvPr/>
            </p:nvSpPr>
            <p:spPr>
              <a:xfrm>
                <a:off x="31609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h1111"/>
              <p:cNvSpPr/>
              <p:nvPr/>
            </p:nvSpPr>
            <p:spPr>
              <a:xfrm>
                <a:off x="31702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h1112"/>
              <p:cNvSpPr/>
              <p:nvPr/>
            </p:nvSpPr>
            <p:spPr>
              <a:xfrm>
                <a:off x="31794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h1113"/>
              <p:cNvSpPr/>
              <p:nvPr/>
            </p:nvSpPr>
            <p:spPr>
              <a:xfrm>
                <a:off x="3188745" y="25503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609"/>
                    </a:lnTo>
                    <a:lnTo>
                      <a:pt x="922333" y="914400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h1114"/>
              <p:cNvSpPr/>
              <p:nvPr/>
            </p:nvSpPr>
            <p:spPr>
              <a:xfrm>
                <a:off x="3198008" y="2533079"/>
                <a:ext cx="923662" cy="92984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4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58"/>
                    </a:lnTo>
                    <a:lnTo>
                      <a:pt x="923251" y="917942"/>
                    </a:lnTo>
                    <a:lnTo>
                      <a:pt x="921491" y="920308"/>
                    </a:lnTo>
                    <a:lnTo>
                      <a:pt x="919741" y="922660"/>
                    </a:lnTo>
                    <a:lnTo>
                      <a:pt x="917992" y="925013"/>
                    </a:lnTo>
                    <a:lnTo>
                      <a:pt x="916243" y="927366"/>
                    </a:lnTo>
                    <a:lnTo>
                      <a:pt x="914495" y="929719"/>
                    </a:lnTo>
                    <a:lnTo>
                      <a:pt x="914400" y="92984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h1115"/>
              <p:cNvSpPr/>
              <p:nvPr/>
            </p:nvSpPr>
            <p:spPr>
              <a:xfrm>
                <a:off x="3207270" y="2533079"/>
                <a:ext cx="916478" cy="917358"/>
              </a:xfrm>
              <a:custGeom>
                <a:avLst/>
                <a:gdLst/>
                <a:ahLst/>
                <a:cxnLst/>
                <a:rect l="0" t="0" r="0" b="0"/>
                <a:pathLst>
                  <a:path w="916478" h="917358">
                    <a:moveTo>
                      <a:pt x="914400" y="914400"/>
                    </a:moveTo>
                    <a:lnTo>
                      <a:pt x="916478" y="914400"/>
                    </a:lnTo>
                    <a:lnTo>
                      <a:pt x="914400" y="91735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h1116"/>
              <p:cNvSpPr/>
              <p:nvPr/>
            </p:nvSpPr>
            <p:spPr>
              <a:xfrm>
                <a:off x="2419981" y="2515841"/>
                <a:ext cx="914400" cy="914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87">
                    <a:moveTo>
                      <a:pt x="914400" y="914400"/>
                    </a:moveTo>
                    <a:lnTo>
                      <a:pt x="914400" y="914787"/>
                    </a:lnTo>
                    <a:lnTo>
                      <a:pt x="914253" y="914400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h1117"/>
              <p:cNvSpPr/>
              <p:nvPr/>
            </p:nvSpPr>
            <p:spPr>
              <a:xfrm>
                <a:off x="24199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381" y="931638"/>
                    </a:lnTo>
                    <a:lnTo>
                      <a:pt x="920784" y="930403"/>
                    </a:lnTo>
                    <a:lnTo>
                      <a:pt x="916694" y="920848"/>
                    </a:lnTo>
                    <a:lnTo>
                      <a:pt x="914400" y="914787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h1118"/>
              <p:cNvSpPr/>
              <p:nvPr/>
            </p:nvSpPr>
            <p:spPr>
              <a:xfrm>
                <a:off x="24292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h1119"/>
              <p:cNvSpPr/>
              <p:nvPr/>
            </p:nvSpPr>
            <p:spPr>
              <a:xfrm>
                <a:off x="24385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h1120"/>
              <p:cNvSpPr/>
              <p:nvPr/>
            </p:nvSpPr>
            <p:spPr>
              <a:xfrm>
                <a:off x="24477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h1121"/>
              <p:cNvSpPr/>
              <p:nvPr/>
            </p:nvSpPr>
            <p:spPr>
              <a:xfrm>
                <a:off x="24570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h1122"/>
              <p:cNvSpPr/>
              <p:nvPr/>
            </p:nvSpPr>
            <p:spPr>
              <a:xfrm>
                <a:off x="24662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h1123"/>
              <p:cNvSpPr/>
              <p:nvPr/>
            </p:nvSpPr>
            <p:spPr>
              <a:xfrm>
                <a:off x="247555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h1124"/>
              <p:cNvSpPr/>
              <p:nvPr/>
            </p:nvSpPr>
            <p:spPr>
              <a:xfrm>
                <a:off x="24848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h1125"/>
              <p:cNvSpPr/>
              <p:nvPr/>
            </p:nvSpPr>
            <p:spPr>
              <a:xfrm>
                <a:off x="24940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h1126"/>
              <p:cNvSpPr/>
              <p:nvPr/>
            </p:nvSpPr>
            <p:spPr>
              <a:xfrm>
                <a:off x="25033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h1127"/>
              <p:cNvSpPr/>
              <p:nvPr/>
            </p:nvSpPr>
            <p:spPr>
              <a:xfrm>
                <a:off x="25126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h1128"/>
              <p:cNvSpPr/>
              <p:nvPr/>
            </p:nvSpPr>
            <p:spPr>
              <a:xfrm>
                <a:off x="25218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h1129"/>
              <p:cNvSpPr/>
              <p:nvPr/>
            </p:nvSpPr>
            <p:spPr>
              <a:xfrm>
                <a:off x="25311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h1130"/>
              <p:cNvSpPr/>
              <p:nvPr/>
            </p:nvSpPr>
            <p:spPr>
              <a:xfrm>
                <a:off x="25403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h1131"/>
              <p:cNvSpPr/>
              <p:nvPr/>
            </p:nvSpPr>
            <p:spPr>
              <a:xfrm>
                <a:off x="25496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h1132"/>
              <p:cNvSpPr/>
              <p:nvPr/>
            </p:nvSpPr>
            <p:spPr>
              <a:xfrm>
                <a:off x="25589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h1133"/>
              <p:cNvSpPr/>
              <p:nvPr/>
            </p:nvSpPr>
            <p:spPr>
              <a:xfrm>
                <a:off x="25681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h1134"/>
              <p:cNvSpPr/>
              <p:nvPr/>
            </p:nvSpPr>
            <p:spPr>
              <a:xfrm>
                <a:off x="25774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h1135"/>
              <p:cNvSpPr/>
              <p:nvPr/>
            </p:nvSpPr>
            <p:spPr>
              <a:xfrm>
                <a:off x="25867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h1136"/>
              <p:cNvSpPr/>
              <p:nvPr/>
            </p:nvSpPr>
            <p:spPr>
              <a:xfrm>
                <a:off x="25959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h1137"/>
              <p:cNvSpPr/>
              <p:nvPr/>
            </p:nvSpPr>
            <p:spPr>
              <a:xfrm>
                <a:off x="26052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h1138"/>
              <p:cNvSpPr/>
              <p:nvPr/>
            </p:nvSpPr>
            <p:spPr>
              <a:xfrm>
                <a:off x="26144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h1139"/>
              <p:cNvSpPr/>
              <p:nvPr/>
            </p:nvSpPr>
            <p:spPr>
              <a:xfrm>
                <a:off x="26237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h1140"/>
              <p:cNvSpPr/>
              <p:nvPr/>
            </p:nvSpPr>
            <p:spPr>
              <a:xfrm>
                <a:off x="26330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h1141"/>
              <p:cNvSpPr/>
              <p:nvPr/>
            </p:nvSpPr>
            <p:spPr>
              <a:xfrm>
                <a:off x="26422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h1142"/>
              <p:cNvSpPr/>
              <p:nvPr/>
            </p:nvSpPr>
            <p:spPr>
              <a:xfrm>
                <a:off x="26515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h1143"/>
              <p:cNvSpPr/>
              <p:nvPr/>
            </p:nvSpPr>
            <p:spPr>
              <a:xfrm>
                <a:off x="26607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h1144"/>
              <p:cNvSpPr/>
              <p:nvPr/>
            </p:nvSpPr>
            <p:spPr>
              <a:xfrm>
                <a:off x="26700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h1145"/>
              <p:cNvSpPr/>
              <p:nvPr/>
            </p:nvSpPr>
            <p:spPr>
              <a:xfrm>
                <a:off x="26793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h1146"/>
              <p:cNvSpPr/>
              <p:nvPr/>
            </p:nvSpPr>
            <p:spPr>
              <a:xfrm>
                <a:off x="26885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h1147"/>
              <p:cNvSpPr/>
              <p:nvPr/>
            </p:nvSpPr>
            <p:spPr>
              <a:xfrm>
                <a:off x="26978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h1148"/>
              <p:cNvSpPr/>
              <p:nvPr/>
            </p:nvSpPr>
            <p:spPr>
              <a:xfrm>
                <a:off x="27071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h1149"/>
              <p:cNvSpPr/>
              <p:nvPr/>
            </p:nvSpPr>
            <p:spPr>
              <a:xfrm>
                <a:off x="27163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h1150"/>
              <p:cNvSpPr/>
              <p:nvPr/>
            </p:nvSpPr>
            <p:spPr>
              <a:xfrm>
                <a:off x="27256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h1151"/>
              <p:cNvSpPr/>
              <p:nvPr/>
            </p:nvSpPr>
            <p:spPr>
              <a:xfrm>
                <a:off x="27348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h1152"/>
              <p:cNvSpPr/>
              <p:nvPr/>
            </p:nvSpPr>
            <p:spPr>
              <a:xfrm>
                <a:off x="27441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h1153"/>
              <p:cNvSpPr/>
              <p:nvPr/>
            </p:nvSpPr>
            <p:spPr>
              <a:xfrm>
                <a:off x="27534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h1154"/>
              <p:cNvSpPr/>
              <p:nvPr/>
            </p:nvSpPr>
            <p:spPr>
              <a:xfrm>
                <a:off x="27626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h1155"/>
              <p:cNvSpPr/>
              <p:nvPr/>
            </p:nvSpPr>
            <p:spPr>
              <a:xfrm>
                <a:off x="277194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h1156"/>
              <p:cNvSpPr/>
              <p:nvPr/>
            </p:nvSpPr>
            <p:spPr>
              <a:xfrm>
                <a:off x="27812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h1157"/>
              <p:cNvSpPr/>
              <p:nvPr/>
            </p:nvSpPr>
            <p:spPr>
              <a:xfrm>
                <a:off x="279047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h1158"/>
              <p:cNvSpPr/>
              <p:nvPr/>
            </p:nvSpPr>
            <p:spPr>
              <a:xfrm>
                <a:off x="279973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h1159"/>
              <p:cNvSpPr/>
              <p:nvPr/>
            </p:nvSpPr>
            <p:spPr>
              <a:xfrm>
                <a:off x="280899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h1160"/>
              <p:cNvSpPr/>
              <p:nvPr/>
            </p:nvSpPr>
            <p:spPr>
              <a:xfrm>
                <a:off x="281825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h1161"/>
              <p:cNvSpPr/>
              <p:nvPr/>
            </p:nvSpPr>
            <p:spPr>
              <a:xfrm>
                <a:off x="282751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h1162"/>
              <p:cNvSpPr/>
              <p:nvPr/>
            </p:nvSpPr>
            <p:spPr>
              <a:xfrm>
                <a:off x="28367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h1163"/>
              <p:cNvSpPr/>
              <p:nvPr/>
            </p:nvSpPr>
            <p:spPr>
              <a:xfrm>
                <a:off x="28460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h1164"/>
              <p:cNvSpPr/>
              <p:nvPr/>
            </p:nvSpPr>
            <p:spPr>
              <a:xfrm>
                <a:off x="28553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h1165"/>
              <p:cNvSpPr/>
              <p:nvPr/>
            </p:nvSpPr>
            <p:spPr>
              <a:xfrm>
                <a:off x="28645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h1166"/>
              <p:cNvSpPr/>
              <p:nvPr/>
            </p:nvSpPr>
            <p:spPr>
              <a:xfrm>
                <a:off x="28738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h1167"/>
              <p:cNvSpPr/>
              <p:nvPr/>
            </p:nvSpPr>
            <p:spPr>
              <a:xfrm>
                <a:off x="28830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h1168"/>
              <p:cNvSpPr/>
              <p:nvPr/>
            </p:nvSpPr>
            <p:spPr>
              <a:xfrm>
                <a:off x="289235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h1169"/>
              <p:cNvSpPr/>
              <p:nvPr/>
            </p:nvSpPr>
            <p:spPr>
              <a:xfrm>
                <a:off x="29016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h1170"/>
              <p:cNvSpPr/>
              <p:nvPr/>
            </p:nvSpPr>
            <p:spPr>
              <a:xfrm>
                <a:off x="29108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h1171"/>
              <p:cNvSpPr/>
              <p:nvPr/>
            </p:nvSpPr>
            <p:spPr>
              <a:xfrm>
                <a:off x="29201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h1172"/>
              <p:cNvSpPr/>
              <p:nvPr/>
            </p:nvSpPr>
            <p:spPr>
              <a:xfrm>
                <a:off x="29294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h1173"/>
              <p:cNvSpPr/>
              <p:nvPr/>
            </p:nvSpPr>
            <p:spPr>
              <a:xfrm>
                <a:off x="29386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h1174"/>
              <p:cNvSpPr/>
              <p:nvPr/>
            </p:nvSpPr>
            <p:spPr>
              <a:xfrm>
                <a:off x="29479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h1175"/>
              <p:cNvSpPr/>
              <p:nvPr/>
            </p:nvSpPr>
            <p:spPr>
              <a:xfrm>
                <a:off x="29571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h1176"/>
              <p:cNvSpPr/>
              <p:nvPr/>
            </p:nvSpPr>
            <p:spPr>
              <a:xfrm>
                <a:off x="29664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h1177"/>
              <p:cNvSpPr/>
              <p:nvPr/>
            </p:nvSpPr>
            <p:spPr>
              <a:xfrm>
                <a:off x="29757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h1178"/>
              <p:cNvSpPr/>
              <p:nvPr/>
            </p:nvSpPr>
            <p:spPr>
              <a:xfrm>
                <a:off x="29849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h1179"/>
              <p:cNvSpPr/>
              <p:nvPr/>
            </p:nvSpPr>
            <p:spPr>
              <a:xfrm>
                <a:off x="29942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h1180"/>
              <p:cNvSpPr/>
              <p:nvPr/>
            </p:nvSpPr>
            <p:spPr>
              <a:xfrm>
                <a:off x="30035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h1181"/>
              <p:cNvSpPr/>
              <p:nvPr/>
            </p:nvSpPr>
            <p:spPr>
              <a:xfrm>
                <a:off x="30127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h1182"/>
              <p:cNvSpPr/>
              <p:nvPr/>
            </p:nvSpPr>
            <p:spPr>
              <a:xfrm>
                <a:off x="30220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h1183"/>
              <p:cNvSpPr/>
              <p:nvPr/>
            </p:nvSpPr>
            <p:spPr>
              <a:xfrm>
                <a:off x="30312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h1184"/>
              <p:cNvSpPr/>
              <p:nvPr/>
            </p:nvSpPr>
            <p:spPr>
              <a:xfrm>
                <a:off x="30405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h1185"/>
              <p:cNvSpPr/>
              <p:nvPr/>
            </p:nvSpPr>
            <p:spPr>
              <a:xfrm>
                <a:off x="30498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h1186"/>
              <p:cNvSpPr/>
              <p:nvPr/>
            </p:nvSpPr>
            <p:spPr>
              <a:xfrm>
                <a:off x="30590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h1187"/>
              <p:cNvSpPr/>
              <p:nvPr/>
            </p:nvSpPr>
            <p:spPr>
              <a:xfrm>
                <a:off x="30683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h1188"/>
              <p:cNvSpPr/>
              <p:nvPr/>
            </p:nvSpPr>
            <p:spPr>
              <a:xfrm>
                <a:off x="30775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h1189"/>
              <p:cNvSpPr/>
              <p:nvPr/>
            </p:nvSpPr>
            <p:spPr>
              <a:xfrm>
                <a:off x="30868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h1190"/>
              <p:cNvSpPr/>
              <p:nvPr/>
            </p:nvSpPr>
            <p:spPr>
              <a:xfrm>
                <a:off x="30961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h1191"/>
              <p:cNvSpPr/>
              <p:nvPr/>
            </p:nvSpPr>
            <p:spPr>
              <a:xfrm>
                <a:off x="31053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h1192"/>
              <p:cNvSpPr/>
              <p:nvPr/>
            </p:nvSpPr>
            <p:spPr>
              <a:xfrm>
                <a:off x="31146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h1193"/>
              <p:cNvSpPr/>
              <p:nvPr/>
            </p:nvSpPr>
            <p:spPr>
              <a:xfrm>
                <a:off x="31239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h1194"/>
              <p:cNvSpPr/>
              <p:nvPr/>
            </p:nvSpPr>
            <p:spPr>
              <a:xfrm>
                <a:off x="31331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h1195"/>
              <p:cNvSpPr/>
              <p:nvPr/>
            </p:nvSpPr>
            <p:spPr>
              <a:xfrm>
                <a:off x="31424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h1196"/>
              <p:cNvSpPr/>
              <p:nvPr/>
            </p:nvSpPr>
            <p:spPr>
              <a:xfrm>
                <a:off x="31516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h1197"/>
              <p:cNvSpPr/>
              <p:nvPr/>
            </p:nvSpPr>
            <p:spPr>
              <a:xfrm>
                <a:off x="31609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h1198"/>
              <p:cNvSpPr/>
              <p:nvPr/>
            </p:nvSpPr>
            <p:spPr>
              <a:xfrm>
                <a:off x="31702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h1199"/>
              <p:cNvSpPr/>
              <p:nvPr/>
            </p:nvSpPr>
            <p:spPr>
              <a:xfrm>
                <a:off x="31794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h1200"/>
              <p:cNvSpPr/>
              <p:nvPr/>
            </p:nvSpPr>
            <p:spPr>
              <a:xfrm>
                <a:off x="318874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h1201"/>
              <p:cNvSpPr/>
              <p:nvPr/>
            </p:nvSpPr>
            <p:spPr>
              <a:xfrm>
                <a:off x="31980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h1202"/>
              <p:cNvSpPr/>
              <p:nvPr/>
            </p:nvSpPr>
            <p:spPr>
              <a:xfrm>
                <a:off x="3207270" y="25330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334"/>
                    </a:lnTo>
                    <a:lnTo>
                      <a:pt x="923552" y="903530"/>
                    </a:lnTo>
                    <a:lnTo>
                      <a:pt x="918878" y="910982"/>
                    </a:lnTo>
                    <a:lnTo>
                      <a:pt x="916478" y="914400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h1203"/>
              <p:cNvSpPr/>
              <p:nvPr/>
            </p:nvSpPr>
            <p:spPr>
              <a:xfrm>
                <a:off x="3216532" y="2515841"/>
                <a:ext cx="917863" cy="920572"/>
              </a:xfrm>
              <a:custGeom>
                <a:avLst/>
                <a:gdLst/>
                <a:ahLst/>
                <a:cxnLst/>
                <a:rect l="0" t="0" r="0" b="0"/>
                <a:pathLst>
                  <a:path w="917863" h="920572">
                    <a:moveTo>
                      <a:pt x="914399" y="914400"/>
                    </a:moveTo>
                    <a:lnTo>
                      <a:pt x="917863" y="914400"/>
                    </a:lnTo>
                    <a:lnTo>
                      <a:pt x="914399" y="920572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h1204"/>
              <p:cNvSpPr/>
              <p:nvPr/>
            </p:nvSpPr>
            <p:spPr>
              <a:xfrm>
                <a:off x="2419981" y="24986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253" y="931638"/>
                    </a:lnTo>
                    <a:lnTo>
                      <a:pt x="912913" y="928100"/>
                    </a:lnTo>
                    <a:lnTo>
                      <a:pt x="912092" y="925788"/>
                    </a:lnTo>
                    <a:lnTo>
                      <a:pt x="911276" y="923491"/>
                    </a:lnTo>
                    <a:lnTo>
                      <a:pt x="910459" y="921194"/>
                    </a:lnTo>
                    <a:lnTo>
                      <a:pt x="909642" y="918897"/>
                    </a:lnTo>
                    <a:lnTo>
                      <a:pt x="908825" y="916600"/>
                    </a:lnTo>
                    <a:lnTo>
                      <a:pt x="908042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h1205"/>
              <p:cNvSpPr/>
              <p:nvPr/>
            </p:nvSpPr>
            <p:spPr>
              <a:xfrm>
                <a:off x="24199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h1206"/>
              <p:cNvSpPr/>
              <p:nvPr/>
            </p:nvSpPr>
            <p:spPr>
              <a:xfrm>
                <a:off x="24292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h1207"/>
              <p:cNvSpPr/>
              <p:nvPr/>
            </p:nvSpPr>
            <p:spPr>
              <a:xfrm>
                <a:off x="24385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h1208"/>
              <p:cNvSpPr/>
              <p:nvPr/>
            </p:nvSpPr>
            <p:spPr>
              <a:xfrm>
                <a:off x="24477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h1209"/>
              <p:cNvSpPr/>
              <p:nvPr/>
            </p:nvSpPr>
            <p:spPr>
              <a:xfrm>
                <a:off x="24570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h1210"/>
              <p:cNvSpPr/>
              <p:nvPr/>
            </p:nvSpPr>
            <p:spPr>
              <a:xfrm>
                <a:off x="24662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h1211"/>
              <p:cNvSpPr/>
              <p:nvPr/>
            </p:nvSpPr>
            <p:spPr>
              <a:xfrm>
                <a:off x="247555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h1212"/>
              <p:cNvSpPr/>
              <p:nvPr/>
            </p:nvSpPr>
            <p:spPr>
              <a:xfrm>
                <a:off x="24848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h1213"/>
              <p:cNvSpPr/>
              <p:nvPr/>
            </p:nvSpPr>
            <p:spPr>
              <a:xfrm>
                <a:off x="24940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h1214"/>
              <p:cNvSpPr/>
              <p:nvPr/>
            </p:nvSpPr>
            <p:spPr>
              <a:xfrm>
                <a:off x="25033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h1215"/>
              <p:cNvSpPr/>
              <p:nvPr/>
            </p:nvSpPr>
            <p:spPr>
              <a:xfrm>
                <a:off x="25126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h1216"/>
              <p:cNvSpPr/>
              <p:nvPr/>
            </p:nvSpPr>
            <p:spPr>
              <a:xfrm>
                <a:off x="25218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h1217"/>
              <p:cNvSpPr/>
              <p:nvPr/>
            </p:nvSpPr>
            <p:spPr>
              <a:xfrm>
                <a:off x="25311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h1218"/>
              <p:cNvSpPr/>
              <p:nvPr/>
            </p:nvSpPr>
            <p:spPr>
              <a:xfrm>
                <a:off x="25403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h1219"/>
              <p:cNvSpPr/>
              <p:nvPr/>
            </p:nvSpPr>
            <p:spPr>
              <a:xfrm>
                <a:off x="25496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h1220"/>
              <p:cNvSpPr/>
              <p:nvPr/>
            </p:nvSpPr>
            <p:spPr>
              <a:xfrm>
                <a:off x="25589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h1221"/>
              <p:cNvSpPr/>
              <p:nvPr/>
            </p:nvSpPr>
            <p:spPr>
              <a:xfrm>
                <a:off x="25681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h1222"/>
              <p:cNvSpPr/>
              <p:nvPr/>
            </p:nvSpPr>
            <p:spPr>
              <a:xfrm>
                <a:off x="25774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h1223"/>
              <p:cNvSpPr/>
              <p:nvPr/>
            </p:nvSpPr>
            <p:spPr>
              <a:xfrm>
                <a:off x="25867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h1224"/>
              <p:cNvSpPr/>
              <p:nvPr/>
            </p:nvSpPr>
            <p:spPr>
              <a:xfrm>
                <a:off x="25959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h1225"/>
              <p:cNvSpPr/>
              <p:nvPr/>
            </p:nvSpPr>
            <p:spPr>
              <a:xfrm>
                <a:off x="26052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h1226"/>
              <p:cNvSpPr/>
              <p:nvPr/>
            </p:nvSpPr>
            <p:spPr>
              <a:xfrm>
                <a:off x="26144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h1227"/>
              <p:cNvSpPr/>
              <p:nvPr/>
            </p:nvSpPr>
            <p:spPr>
              <a:xfrm>
                <a:off x="26237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h1228"/>
              <p:cNvSpPr/>
              <p:nvPr/>
            </p:nvSpPr>
            <p:spPr>
              <a:xfrm>
                <a:off x="26330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h1229"/>
              <p:cNvSpPr/>
              <p:nvPr/>
            </p:nvSpPr>
            <p:spPr>
              <a:xfrm>
                <a:off x="26422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h1230"/>
              <p:cNvSpPr/>
              <p:nvPr/>
            </p:nvSpPr>
            <p:spPr>
              <a:xfrm>
                <a:off x="26515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h1231"/>
              <p:cNvSpPr/>
              <p:nvPr/>
            </p:nvSpPr>
            <p:spPr>
              <a:xfrm>
                <a:off x="26607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h1232"/>
              <p:cNvSpPr/>
              <p:nvPr/>
            </p:nvSpPr>
            <p:spPr>
              <a:xfrm>
                <a:off x="26700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h1233"/>
              <p:cNvSpPr/>
              <p:nvPr/>
            </p:nvSpPr>
            <p:spPr>
              <a:xfrm>
                <a:off x="26793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h1234"/>
              <p:cNvSpPr/>
              <p:nvPr/>
            </p:nvSpPr>
            <p:spPr>
              <a:xfrm>
                <a:off x="26885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h1235"/>
              <p:cNvSpPr/>
              <p:nvPr/>
            </p:nvSpPr>
            <p:spPr>
              <a:xfrm>
                <a:off x="26978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h1236"/>
              <p:cNvSpPr/>
              <p:nvPr/>
            </p:nvSpPr>
            <p:spPr>
              <a:xfrm>
                <a:off x="27071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h1237"/>
              <p:cNvSpPr/>
              <p:nvPr/>
            </p:nvSpPr>
            <p:spPr>
              <a:xfrm>
                <a:off x="27163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h1238"/>
              <p:cNvSpPr/>
              <p:nvPr/>
            </p:nvSpPr>
            <p:spPr>
              <a:xfrm>
                <a:off x="27256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h1239"/>
              <p:cNvSpPr/>
              <p:nvPr/>
            </p:nvSpPr>
            <p:spPr>
              <a:xfrm>
                <a:off x="27348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h1240"/>
              <p:cNvSpPr/>
              <p:nvPr/>
            </p:nvSpPr>
            <p:spPr>
              <a:xfrm>
                <a:off x="27441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h1241"/>
              <p:cNvSpPr/>
              <p:nvPr/>
            </p:nvSpPr>
            <p:spPr>
              <a:xfrm>
                <a:off x="27534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h1242"/>
              <p:cNvSpPr/>
              <p:nvPr/>
            </p:nvSpPr>
            <p:spPr>
              <a:xfrm>
                <a:off x="27626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h1243"/>
              <p:cNvSpPr/>
              <p:nvPr/>
            </p:nvSpPr>
            <p:spPr>
              <a:xfrm>
                <a:off x="277194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h1244"/>
              <p:cNvSpPr/>
              <p:nvPr/>
            </p:nvSpPr>
            <p:spPr>
              <a:xfrm>
                <a:off x="27812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h1245"/>
              <p:cNvSpPr/>
              <p:nvPr/>
            </p:nvSpPr>
            <p:spPr>
              <a:xfrm>
                <a:off x="27904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h1246"/>
              <p:cNvSpPr/>
              <p:nvPr/>
            </p:nvSpPr>
            <p:spPr>
              <a:xfrm>
                <a:off x="279973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h1247"/>
              <p:cNvSpPr/>
              <p:nvPr/>
            </p:nvSpPr>
            <p:spPr>
              <a:xfrm>
                <a:off x="280899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h1248"/>
              <p:cNvSpPr/>
              <p:nvPr/>
            </p:nvSpPr>
            <p:spPr>
              <a:xfrm>
                <a:off x="281825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h1249"/>
              <p:cNvSpPr/>
              <p:nvPr/>
            </p:nvSpPr>
            <p:spPr>
              <a:xfrm>
                <a:off x="282751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h1250"/>
              <p:cNvSpPr/>
              <p:nvPr/>
            </p:nvSpPr>
            <p:spPr>
              <a:xfrm>
                <a:off x="28367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h1251"/>
              <p:cNvSpPr/>
              <p:nvPr/>
            </p:nvSpPr>
            <p:spPr>
              <a:xfrm>
                <a:off x="28460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h1252"/>
              <p:cNvSpPr/>
              <p:nvPr/>
            </p:nvSpPr>
            <p:spPr>
              <a:xfrm>
                <a:off x="28553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h1253"/>
              <p:cNvSpPr/>
              <p:nvPr/>
            </p:nvSpPr>
            <p:spPr>
              <a:xfrm>
                <a:off x="28645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h1254"/>
              <p:cNvSpPr/>
              <p:nvPr/>
            </p:nvSpPr>
            <p:spPr>
              <a:xfrm>
                <a:off x="28738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h1255"/>
              <p:cNvSpPr/>
              <p:nvPr/>
            </p:nvSpPr>
            <p:spPr>
              <a:xfrm>
                <a:off x="28830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h1256"/>
              <p:cNvSpPr/>
              <p:nvPr/>
            </p:nvSpPr>
            <p:spPr>
              <a:xfrm>
                <a:off x="289235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h1257"/>
              <p:cNvSpPr/>
              <p:nvPr/>
            </p:nvSpPr>
            <p:spPr>
              <a:xfrm>
                <a:off x="29016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h1258"/>
              <p:cNvSpPr/>
              <p:nvPr/>
            </p:nvSpPr>
            <p:spPr>
              <a:xfrm>
                <a:off x="29108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h1259"/>
              <p:cNvSpPr/>
              <p:nvPr/>
            </p:nvSpPr>
            <p:spPr>
              <a:xfrm>
                <a:off x="29201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h1260"/>
              <p:cNvSpPr/>
              <p:nvPr/>
            </p:nvSpPr>
            <p:spPr>
              <a:xfrm>
                <a:off x="29294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h1261"/>
              <p:cNvSpPr/>
              <p:nvPr/>
            </p:nvSpPr>
            <p:spPr>
              <a:xfrm>
                <a:off x="29386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h1262"/>
              <p:cNvSpPr/>
              <p:nvPr/>
            </p:nvSpPr>
            <p:spPr>
              <a:xfrm>
                <a:off x="29479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h1263"/>
              <p:cNvSpPr/>
              <p:nvPr/>
            </p:nvSpPr>
            <p:spPr>
              <a:xfrm>
                <a:off x="29571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h1264"/>
              <p:cNvSpPr/>
              <p:nvPr/>
            </p:nvSpPr>
            <p:spPr>
              <a:xfrm>
                <a:off x="29664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h1265"/>
              <p:cNvSpPr/>
              <p:nvPr/>
            </p:nvSpPr>
            <p:spPr>
              <a:xfrm>
                <a:off x="29757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h1266"/>
              <p:cNvSpPr/>
              <p:nvPr/>
            </p:nvSpPr>
            <p:spPr>
              <a:xfrm>
                <a:off x="29849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h1267"/>
              <p:cNvSpPr/>
              <p:nvPr/>
            </p:nvSpPr>
            <p:spPr>
              <a:xfrm>
                <a:off x="29942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h1268"/>
              <p:cNvSpPr/>
              <p:nvPr/>
            </p:nvSpPr>
            <p:spPr>
              <a:xfrm>
                <a:off x="30035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h1269"/>
              <p:cNvSpPr/>
              <p:nvPr/>
            </p:nvSpPr>
            <p:spPr>
              <a:xfrm>
                <a:off x="30127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h1270"/>
              <p:cNvSpPr/>
              <p:nvPr/>
            </p:nvSpPr>
            <p:spPr>
              <a:xfrm>
                <a:off x="30220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h1271"/>
              <p:cNvSpPr/>
              <p:nvPr/>
            </p:nvSpPr>
            <p:spPr>
              <a:xfrm>
                <a:off x="30312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h1272"/>
              <p:cNvSpPr/>
              <p:nvPr/>
            </p:nvSpPr>
            <p:spPr>
              <a:xfrm>
                <a:off x="30405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h1273"/>
              <p:cNvSpPr/>
              <p:nvPr/>
            </p:nvSpPr>
            <p:spPr>
              <a:xfrm>
                <a:off x="30498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h1274"/>
              <p:cNvSpPr/>
              <p:nvPr/>
            </p:nvSpPr>
            <p:spPr>
              <a:xfrm>
                <a:off x="30590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h1275"/>
              <p:cNvSpPr/>
              <p:nvPr/>
            </p:nvSpPr>
            <p:spPr>
              <a:xfrm>
                <a:off x="30683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h1276"/>
              <p:cNvSpPr/>
              <p:nvPr/>
            </p:nvSpPr>
            <p:spPr>
              <a:xfrm>
                <a:off x="30775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h1277"/>
              <p:cNvSpPr/>
              <p:nvPr/>
            </p:nvSpPr>
            <p:spPr>
              <a:xfrm>
                <a:off x="30868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h1278"/>
              <p:cNvSpPr/>
              <p:nvPr/>
            </p:nvSpPr>
            <p:spPr>
              <a:xfrm>
                <a:off x="30961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h1279"/>
              <p:cNvSpPr/>
              <p:nvPr/>
            </p:nvSpPr>
            <p:spPr>
              <a:xfrm>
                <a:off x="31053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h1280"/>
              <p:cNvSpPr/>
              <p:nvPr/>
            </p:nvSpPr>
            <p:spPr>
              <a:xfrm>
                <a:off x="31146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h1281"/>
              <p:cNvSpPr/>
              <p:nvPr/>
            </p:nvSpPr>
            <p:spPr>
              <a:xfrm>
                <a:off x="31239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h1282"/>
              <p:cNvSpPr/>
              <p:nvPr/>
            </p:nvSpPr>
            <p:spPr>
              <a:xfrm>
                <a:off x="31331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h1283"/>
              <p:cNvSpPr/>
              <p:nvPr/>
            </p:nvSpPr>
            <p:spPr>
              <a:xfrm>
                <a:off x="31424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h1284"/>
              <p:cNvSpPr/>
              <p:nvPr/>
            </p:nvSpPr>
            <p:spPr>
              <a:xfrm>
                <a:off x="31516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h1285"/>
              <p:cNvSpPr/>
              <p:nvPr/>
            </p:nvSpPr>
            <p:spPr>
              <a:xfrm>
                <a:off x="31609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h1286"/>
              <p:cNvSpPr/>
              <p:nvPr/>
            </p:nvSpPr>
            <p:spPr>
              <a:xfrm>
                <a:off x="31702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h1287"/>
              <p:cNvSpPr/>
              <p:nvPr/>
            </p:nvSpPr>
            <p:spPr>
              <a:xfrm>
                <a:off x="31794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h1288"/>
              <p:cNvSpPr/>
              <p:nvPr/>
            </p:nvSpPr>
            <p:spPr>
              <a:xfrm>
                <a:off x="318874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h1289"/>
              <p:cNvSpPr/>
              <p:nvPr/>
            </p:nvSpPr>
            <p:spPr>
              <a:xfrm>
                <a:off x="31980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h1290"/>
              <p:cNvSpPr/>
              <p:nvPr/>
            </p:nvSpPr>
            <p:spPr>
              <a:xfrm>
                <a:off x="32072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h1291"/>
              <p:cNvSpPr/>
              <p:nvPr/>
            </p:nvSpPr>
            <p:spPr>
              <a:xfrm>
                <a:off x="3216532" y="25158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3662" y="897161"/>
                    </a:lnTo>
                    <a:lnTo>
                      <a:pt x="923662" y="902864"/>
                    </a:lnTo>
                    <a:lnTo>
                      <a:pt x="922937" y="904476"/>
                    </a:lnTo>
                    <a:lnTo>
                      <a:pt x="918735" y="912845"/>
                    </a:lnTo>
                    <a:lnTo>
                      <a:pt x="917863" y="914400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h1292"/>
              <p:cNvSpPr/>
              <p:nvPr/>
            </p:nvSpPr>
            <p:spPr>
              <a:xfrm>
                <a:off x="3225794" y="2498602"/>
                <a:ext cx="916961" cy="920102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20102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4400" y="920102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h1293"/>
              <p:cNvSpPr/>
              <p:nvPr/>
            </p:nvSpPr>
            <p:spPr>
              <a:xfrm>
                <a:off x="2410719" y="2481364"/>
                <a:ext cx="914400" cy="9258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34">
                    <a:moveTo>
                      <a:pt x="914400" y="914400"/>
                    </a:moveTo>
                    <a:lnTo>
                      <a:pt x="914400" y="925834"/>
                    </a:lnTo>
                    <a:lnTo>
                      <a:pt x="913777" y="924734"/>
                    </a:lnTo>
                    <a:lnTo>
                      <a:pt x="909801" y="916931"/>
                    </a:lnTo>
                    <a:lnTo>
                      <a:pt x="908639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h1294"/>
              <p:cNvSpPr/>
              <p:nvPr/>
            </p:nvSpPr>
            <p:spPr>
              <a:xfrm>
                <a:off x="24107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270" y="931542"/>
                    </a:lnTo>
                    <a:lnTo>
                      <a:pt x="916662" y="929835"/>
                    </a:lnTo>
                    <a:lnTo>
                      <a:pt x="914400" y="925834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h1295"/>
              <p:cNvSpPr/>
              <p:nvPr/>
            </p:nvSpPr>
            <p:spPr>
              <a:xfrm>
                <a:off x="24199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h1296"/>
              <p:cNvSpPr/>
              <p:nvPr/>
            </p:nvSpPr>
            <p:spPr>
              <a:xfrm>
                <a:off x="24292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h1297"/>
              <p:cNvSpPr/>
              <p:nvPr/>
            </p:nvSpPr>
            <p:spPr>
              <a:xfrm>
                <a:off x="24385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h1298"/>
              <p:cNvSpPr/>
              <p:nvPr/>
            </p:nvSpPr>
            <p:spPr>
              <a:xfrm>
                <a:off x="24477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h1299"/>
              <p:cNvSpPr/>
              <p:nvPr/>
            </p:nvSpPr>
            <p:spPr>
              <a:xfrm>
                <a:off x="24570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h1300"/>
              <p:cNvSpPr/>
              <p:nvPr/>
            </p:nvSpPr>
            <p:spPr>
              <a:xfrm>
                <a:off x="24662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h1301"/>
              <p:cNvSpPr/>
              <p:nvPr/>
            </p:nvSpPr>
            <p:spPr>
              <a:xfrm>
                <a:off x="247555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h1302"/>
              <p:cNvSpPr/>
              <p:nvPr/>
            </p:nvSpPr>
            <p:spPr>
              <a:xfrm>
                <a:off x="24848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h1303"/>
              <p:cNvSpPr/>
              <p:nvPr/>
            </p:nvSpPr>
            <p:spPr>
              <a:xfrm>
                <a:off x="24940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h1304"/>
              <p:cNvSpPr/>
              <p:nvPr/>
            </p:nvSpPr>
            <p:spPr>
              <a:xfrm>
                <a:off x="25033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h1305"/>
              <p:cNvSpPr/>
              <p:nvPr/>
            </p:nvSpPr>
            <p:spPr>
              <a:xfrm>
                <a:off x="25126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h1306"/>
              <p:cNvSpPr/>
              <p:nvPr/>
            </p:nvSpPr>
            <p:spPr>
              <a:xfrm>
                <a:off x="25218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h1307"/>
              <p:cNvSpPr/>
              <p:nvPr/>
            </p:nvSpPr>
            <p:spPr>
              <a:xfrm>
                <a:off x="25311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h1308"/>
              <p:cNvSpPr/>
              <p:nvPr/>
            </p:nvSpPr>
            <p:spPr>
              <a:xfrm>
                <a:off x="25403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h1309"/>
              <p:cNvSpPr/>
              <p:nvPr/>
            </p:nvSpPr>
            <p:spPr>
              <a:xfrm>
                <a:off x="25496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h1310"/>
              <p:cNvSpPr/>
              <p:nvPr/>
            </p:nvSpPr>
            <p:spPr>
              <a:xfrm>
                <a:off x="25589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h1311"/>
              <p:cNvSpPr/>
              <p:nvPr/>
            </p:nvSpPr>
            <p:spPr>
              <a:xfrm>
                <a:off x="25681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h1312"/>
              <p:cNvSpPr/>
              <p:nvPr/>
            </p:nvSpPr>
            <p:spPr>
              <a:xfrm>
                <a:off x="25774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h1313"/>
              <p:cNvSpPr/>
              <p:nvPr/>
            </p:nvSpPr>
            <p:spPr>
              <a:xfrm>
                <a:off x="25867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h1314"/>
              <p:cNvSpPr/>
              <p:nvPr/>
            </p:nvSpPr>
            <p:spPr>
              <a:xfrm>
                <a:off x="25959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h1315"/>
              <p:cNvSpPr/>
              <p:nvPr/>
            </p:nvSpPr>
            <p:spPr>
              <a:xfrm>
                <a:off x="26052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h1316"/>
              <p:cNvSpPr/>
              <p:nvPr/>
            </p:nvSpPr>
            <p:spPr>
              <a:xfrm>
                <a:off x="26144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h1317"/>
              <p:cNvSpPr/>
              <p:nvPr/>
            </p:nvSpPr>
            <p:spPr>
              <a:xfrm>
                <a:off x="26237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h1318"/>
              <p:cNvSpPr/>
              <p:nvPr/>
            </p:nvSpPr>
            <p:spPr>
              <a:xfrm>
                <a:off x="26330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h1319"/>
              <p:cNvSpPr/>
              <p:nvPr/>
            </p:nvSpPr>
            <p:spPr>
              <a:xfrm>
                <a:off x="26422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h1320"/>
              <p:cNvSpPr/>
              <p:nvPr/>
            </p:nvSpPr>
            <p:spPr>
              <a:xfrm>
                <a:off x="26515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h1321"/>
              <p:cNvSpPr/>
              <p:nvPr/>
            </p:nvSpPr>
            <p:spPr>
              <a:xfrm>
                <a:off x="26607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h1322"/>
              <p:cNvSpPr/>
              <p:nvPr/>
            </p:nvSpPr>
            <p:spPr>
              <a:xfrm>
                <a:off x="26700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h1323"/>
              <p:cNvSpPr/>
              <p:nvPr/>
            </p:nvSpPr>
            <p:spPr>
              <a:xfrm>
                <a:off x="26793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h1324"/>
              <p:cNvSpPr/>
              <p:nvPr/>
            </p:nvSpPr>
            <p:spPr>
              <a:xfrm>
                <a:off x="26885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h1325"/>
              <p:cNvSpPr/>
              <p:nvPr/>
            </p:nvSpPr>
            <p:spPr>
              <a:xfrm>
                <a:off x="26978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h1326"/>
              <p:cNvSpPr/>
              <p:nvPr/>
            </p:nvSpPr>
            <p:spPr>
              <a:xfrm>
                <a:off x="27071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h1327"/>
              <p:cNvSpPr/>
              <p:nvPr/>
            </p:nvSpPr>
            <p:spPr>
              <a:xfrm>
                <a:off x="27163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h1328"/>
              <p:cNvSpPr/>
              <p:nvPr/>
            </p:nvSpPr>
            <p:spPr>
              <a:xfrm>
                <a:off x="27256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h1329"/>
              <p:cNvSpPr/>
              <p:nvPr/>
            </p:nvSpPr>
            <p:spPr>
              <a:xfrm>
                <a:off x="27348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h1330"/>
              <p:cNvSpPr/>
              <p:nvPr/>
            </p:nvSpPr>
            <p:spPr>
              <a:xfrm>
                <a:off x="27441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h1331"/>
              <p:cNvSpPr/>
              <p:nvPr/>
            </p:nvSpPr>
            <p:spPr>
              <a:xfrm>
                <a:off x="27534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h1332"/>
              <p:cNvSpPr/>
              <p:nvPr/>
            </p:nvSpPr>
            <p:spPr>
              <a:xfrm>
                <a:off x="27626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h1333"/>
              <p:cNvSpPr/>
              <p:nvPr/>
            </p:nvSpPr>
            <p:spPr>
              <a:xfrm>
                <a:off x="277194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h1334"/>
              <p:cNvSpPr/>
              <p:nvPr/>
            </p:nvSpPr>
            <p:spPr>
              <a:xfrm>
                <a:off x="27812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h1335"/>
              <p:cNvSpPr/>
              <p:nvPr/>
            </p:nvSpPr>
            <p:spPr>
              <a:xfrm>
                <a:off x="27904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h1336"/>
              <p:cNvSpPr/>
              <p:nvPr/>
            </p:nvSpPr>
            <p:spPr>
              <a:xfrm>
                <a:off x="27997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h1337"/>
              <p:cNvSpPr/>
              <p:nvPr/>
            </p:nvSpPr>
            <p:spPr>
              <a:xfrm>
                <a:off x="280899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h1338"/>
              <p:cNvSpPr/>
              <p:nvPr/>
            </p:nvSpPr>
            <p:spPr>
              <a:xfrm>
                <a:off x="281825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h1339"/>
              <p:cNvSpPr/>
              <p:nvPr/>
            </p:nvSpPr>
            <p:spPr>
              <a:xfrm>
                <a:off x="28275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h1340"/>
              <p:cNvSpPr/>
              <p:nvPr/>
            </p:nvSpPr>
            <p:spPr>
              <a:xfrm>
                <a:off x="28367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h1341"/>
              <p:cNvSpPr/>
              <p:nvPr/>
            </p:nvSpPr>
            <p:spPr>
              <a:xfrm>
                <a:off x="28460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h1342"/>
              <p:cNvSpPr/>
              <p:nvPr/>
            </p:nvSpPr>
            <p:spPr>
              <a:xfrm>
                <a:off x="28553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h1343"/>
              <p:cNvSpPr/>
              <p:nvPr/>
            </p:nvSpPr>
            <p:spPr>
              <a:xfrm>
                <a:off x="28645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h1344"/>
              <p:cNvSpPr/>
              <p:nvPr/>
            </p:nvSpPr>
            <p:spPr>
              <a:xfrm>
                <a:off x="28738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h1345"/>
              <p:cNvSpPr/>
              <p:nvPr/>
            </p:nvSpPr>
            <p:spPr>
              <a:xfrm>
                <a:off x="28830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h1346"/>
              <p:cNvSpPr/>
              <p:nvPr/>
            </p:nvSpPr>
            <p:spPr>
              <a:xfrm>
                <a:off x="289235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h1347"/>
              <p:cNvSpPr/>
              <p:nvPr/>
            </p:nvSpPr>
            <p:spPr>
              <a:xfrm>
                <a:off x="29016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h1348"/>
              <p:cNvSpPr/>
              <p:nvPr/>
            </p:nvSpPr>
            <p:spPr>
              <a:xfrm>
                <a:off x="29108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h1349"/>
              <p:cNvSpPr/>
              <p:nvPr/>
            </p:nvSpPr>
            <p:spPr>
              <a:xfrm>
                <a:off x="29201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h1350"/>
              <p:cNvSpPr/>
              <p:nvPr/>
            </p:nvSpPr>
            <p:spPr>
              <a:xfrm>
                <a:off x="29294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h1351"/>
              <p:cNvSpPr/>
              <p:nvPr/>
            </p:nvSpPr>
            <p:spPr>
              <a:xfrm>
                <a:off x="29386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h1352"/>
              <p:cNvSpPr/>
              <p:nvPr/>
            </p:nvSpPr>
            <p:spPr>
              <a:xfrm>
                <a:off x="29479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h1353"/>
              <p:cNvSpPr/>
              <p:nvPr/>
            </p:nvSpPr>
            <p:spPr>
              <a:xfrm>
                <a:off x="29571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h1354"/>
              <p:cNvSpPr/>
              <p:nvPr/>
            </p:nvSpPr>
            <p:spPr>
              <a:xfrm>
                <a:off x="29664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h1355"/>
              <p:cNvSpPr/>
              <p:nvPr/>
            </p:nvSpPr>
            <p:spPr>
              <a:xfrm>
                <a:off x="29757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h1356"/>
              <p:cNvSpPr/>
              <p:nvPr/>
            </p:nvSpPr>
            <p:spPr>
              <a:xfrm>
                <a:off x="29849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h1357"/>
              <p:cNvSpPr/>
              <p:nvPr/>
            </p:nvSpPr>
            <p:spPr>
              <a:xfrm>
                <a:off x="29942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h1358"/>
              <p:cNvSpPr/>
              <p:nvPr/>
            </p:nvSpPr>
            <p:spPr>
              <a:xfrm>
                <a:off x="30035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h1359"/>
              <p:cNvSpPr/>
              <p:nvPr/>
            </p:nvSpPr>
            <p:spPr>
              <a:xfrm>
                <a:off x="30127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h1360"/>
              <p:cNvSpPr/>
              <p:nvPr/>
            </p:nvSpPr>
            <p:spPr>
              <a:xfrm>
                <a:off x="30220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h1361"/>
              <p:cNvSpPr/>
              <p:nvPr/>
            </p:nvSpPr>
            <p:spPr>
              <a:xfrm>
                <a:off x="30312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h1362"/>
              <p:cNvSpPr/>
              <p:nvPr/>
            </p:nvSpPr>
            <p:spPr>
              <a:xfrm>
                <a:off x="30405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h1363"/>
              <p:cNvSpPr/>
              <p:nvPr/>
            </p:nvSpPr>
            <p:spPr>
              <a:xfrm>
                <a:off x="30498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h1364"/>
              <p:cNvSpPr/>
              <p:nvPr/>
            </p:nvSpPr>
            <p:spPr>
              <a:xfrm>
                <a:off x="30590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h1365"/>
              <p:cNvSpPr/>
              <p:nvPr/>
            </p:nvSpPr>
            <p:spPr>
              <a:xfrm>
                <a:off x="30683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h1366"/>
              <p:cNvSpPr/>
              <p:nvPr/>
            </p:nvSpPr>
            <p:spPr>
              <a:xfrm>
                <a:off x="30775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h1367"/>
              <p:cNvSpPr/>
              <p:nvPr/>
            </p:nvSpPr>
            <p:spPr>
              <a:xfrm>
                <a:off x="30868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h1368"/>
              <p:cNvSpPr/>
              <p:nvPr/>
            </p:nvSpPr>
            <p:spPr>
              <a:xfrm>
                <a:off x="30961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h1369"/>
              <p:cNvSpPr/>
              <p:nvPr/>
            </p:nvSpPr>
            <p:spPr>
              <a:xfrm>
                <a:off x="31053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h1370"/>
              <p:cNvSpPr/>
              <p:nvPr/>
            </p:nvSpPr>
            <p:spPr>
              <a:xfrm>
                <a:off x="31146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h1371"/>
              <p:cNvSpPr/>
              <p:nvPr/>
            </p:nvSpPr>
            <p:spPr>
              <a:xfrm>
                <a:off x="31239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h1372"/>
              <p:cNvSpPr/>
              <p:nvPr/>
            </p:nvSpPr>
            <p:spPr>
              <a:xfrm>
                <a:off x="31331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h1373"/>
              <p:cNvSpPr/>
              <p:nvPr/>
            </p:nvSpPr>
            <p:spPr>
              <a:xfrm>
                <a:off x="31424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h1374"/>
              <p:cNvSpPr/>
              <p:nvPr/>
            </p:nvSpPr>
            <p:spPr>
              <a:xfrm>
                <a:off x="31516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h1375"/>
              <p:cNvSpPr/>
              <p:nvPr/>
            </p:nvSpPr>
            <p:spPr>
              <a:xfrm>
                <a:off x="31609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h1376"/>
              <p:cNvSpPr/>
              <p:nvPr/>
            </p:nvSpPr>
            <p:spPr>
              <a:xfrm>
                <a:off x="31702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h1377"/>
              <p:cNvSpPr/>
              <p:nvPr/>
            </p:nvSpPr>
            <p:spPr>
              <a:xfrm>
                <a:off x="31794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h1378"/>
              <p:cNvSpPr/>
              <p:nvPr/>
            </p:nvSpPr>
            <p:spPr>
              <a:xfrm>
                <a:off x="318874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h1379"/>
              <p:cNvSpPr/>
              <p:nvPr/>
            </p:nvSpPr>
            <p:spPr>
              <a:xfrm>
                <a:off x="31980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h1380"/>
              <p:cNvSpPr/>
              <p:nvPr/>
            </p:nvSpPr>
            <p:spPr>
              <a:xfrm>
                <a:off x="32072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h1381"/>
              <p:cNvSpPr/>
              <p:nvPr/>
            </p:nvSpPr>
            <p:spPr>
              <a:xfrm>
                <a:off x="32165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h1382"/>
              <p:cNvSpPr/>
              <p:nvPr/>
            </p:nvSpPr>
            <p:spPr>
              <a:xfrm>
                <a:off x="3225794" y="2498602"/>
                <a:ext cx="923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48" y="897161"/>
                    </a:lnTo>
                    <a:lnTo>
                      <a:pt x="921303" y="903744"/>
                    </a:lnTo>
                    <a:lnTo>
                      <a:pt x="917623" y="912926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h1383"/>
              <p:cNvSpPr/>
              <p:nvPr/>
            </p:nvSpPr>
            <p:spPr>
              <a:xfrm>
                <a:off x="2401457" y="2464125"/>
                <a:ext cx="914400" cy="923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787">
                    <a:moveTo>
                      <a:pt x="914400" y="914400"/>
                    </a:moveTo>
                    <a:lnTo>
                      <a:pt x="914400" y="923787"/>
                    </a:lnTo>
                    <a:lnTo>
                      <a:pt x="911790" y="917465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h1384"/>
              <p:cNvSpPr/>
              <p:nvPr/>
            </p:nvSpPr>
            <p:spPr>
              <a:xfrm>
                <a:off x="24014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901" y="931638"/>
                    </a:lnTo>
                    <a:lnTo>
                      <a:pt x="915310" y="925993"/>
                    </a:lnTo>
                    <a:lnTo>
                      <a:pt x="914400" y="923787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h1385"/>
              <p:cNvSpPr/>
              <p:nvPr/>
            </p:nvSpPr>
            <p:spPr>
              <a:xfrm>
                <a:off x="24107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h1386"/>
              <p:cNvSpPr/>
              <p:nvPr/>
            </p:nvSpPr>
            <p:spPr>
              <a:xfrm>
                <a:off x="24199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h1387"/>
              <p:cNvSpPr/>
              <p:nvPr/>
            </p:nvSpPr>
            <p:spPr>
              <a:xfrm>
                <a:off x="24292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h1388"/>
              <p:cNvSpPr/>
              <p:nvPr/>
            </p:nvSpPr>
            <p:spPr>
              <a:xfrm>
                <a:off x="24385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h1389"/>
              <p:cNvSpPr/>
              <p:nvPr/>
            </p:nvSpPr>
            <p:spPr>
              <a:xfrm>
                <a:off x="24477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h1390"/>
              <p:cNvSpPr/>
              <p:nvPr/>
            </p:nvSpPr>
            <p:spPr>
              <a:xfrm>
                <a:off x="24570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h1391"/>
              <p:cNvSpPr/>
              <p:nvPr/>
            </p:nvSpPr>
            <p:spPr>
              <a:xfrm>
                <a:off x="24662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h1392"/>
              <p:cNvSpPr/>
              <p:nvPr/>
            </p:nvSpPr>
            <p:spPr>
              <a:xfrm>
                <a:off x="247555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h1393"/>
              <p:cNvSpPr/>
              <p:nvPr/>
            </p:nvSpPr>
            <p:spPr>
              <a:xfrm>
                <a:off x="24848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h1394"/>
              <p:cNvSpPr/>
              <p:nvPr/>
            </p:nvSpPr>
            <p:spPr>
              <a:xfrm>
                <a:off x="24940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h1395"/>
              <p:cNvSpPr/>
              <p:nvPr/>
            </p:nvSpPr>
            <p:spPr>
              <a:xfrm>
                <a:off x="25033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h1396"/>
              <p:cNvSpPr/>
              <p:nvPr/>
            </p:nvSpPr>
            <p:spPr>
              <a:xfrm>
                <a:off x="25126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h1397"/>
              <p:cNvSpPr/>
              <p:nvPr/>
            </p:nvSpPr>
            <p:spPr>
              <a:xfrm>
                <a:off x="25218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h1398"/>
              <p:cNvSpPr/>
              <p:nvPr/>
            </p:nvSpPr>
            <p:spPr>
              <a:xfrm>
                <a:off x="25311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h1399"/>
              <p:cNvSpPr/>
              <p:nvPr/>
            </p:nvSpPr>
            <p:spPr>
              <a:xfrm>
                <a:off x="25403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h1400"/>
              <p:cNvSpPr/>
              <p:nvPr/>
            </p:nvSpPr>
            <p:spPr>
              <a:xfrm>
                <a:off x="25496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h1401"/>
              <p:cNvSpPr/>
              <p:nvPr/>
            </p:nvSpPr>
            <p:spPr>
              <a:xfrm>
                <a:off x="25589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h1402"/>
              <p:cNvSpPr/>
              <p:nvPr/>
            </p:nvSpPr>
            <p:spPr>
              <a:xfrm>
                <a:off x="25681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h1403"/>
              <p:cNvSpPr/>
              <p:nvPr/>
            </p:nvSpPr>
            <p:spPr>
              <a:xfrm>
                <a:off x="25774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h1404"/>
              <p:cNvSpPr/>
              <p:nvPr/>
            </p:nvSpPr>
            <p:spPr>
              <a:xfrm>
                <a:off x="25867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h1405"/>
              <p:cNvSpPr/>
              <p:nvPr/>
            </p:nvSpPr>
            <p:spPr>
              <a:xfrm>
                <a:off x="25959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h1406"/>
              <p:cNvSpPr/>
              <p:nvPr/>
            </p:nvSpPr>
            <p:spPr>
              <a:xfrm>
                <a:off x="26052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h1407"/>
              <p:cNvSpPr/>
              <p:nvPr/>
            </p:nvSpPr>
            <p:spPr>
              <a:xfrm>
                <a:off x="26144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h1408"/>
              <p:cNvSpPr/>
              <p:nvPr/>
            </p:nvSpPr>
            <p:spPr>
              <a:xfrm>
                <a:off x="26237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h1409"/>
              <p:cNvSpPr/>
              <p:nvPr/>
            </p:nvSpPr>
            <p:spPr>
              <a:xfrm>
                <a:off x="26330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h1410"/>
              <p:cNvSpPr/>
              <p:nvPr/>
            </p:nvSpPr>
            <p:spPr>
              <a:xfrm>
                <a:off x="26422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h1411"/>
              <p:cNvSpPr/>
              <p:nvPr/>
            </p:nvSpPr>
            <p:spPr>
              <a:xfrm>
                <a:off x="26515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h1412"/>
              <p:cNvSpPr/>
              <p:nvPr/>
            </p:nvSpPr>
            <p:spPr>
              <a:xfrm>
                <a:off x="26607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h1413"/>
              <p:cNvSpPr/>
              <p:nvPr/>
            </p:nvSpPr>
            <p:spPr>
              <a:xfrm>
                <a:off x="26700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h1414"/>
              <p:cNvSpPr/>
              <p:nvPr/>
            </p:nvSpPr>
            <p:spPr>
              <a:xfrm>
                <a:off x="26793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h1415"/>
              <p:cNvSpPr/>
              <p:nvPr/>
            </p:nvSpPr>
            <p:spPr>
              <a:xfrm>
                <a:off x="26885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h1416"/>
              <p:cNvSpPr/>
              <p:nvPr/>
            </p:nvSpPr>
            <p:spPr>
              <a:xfrm>
                <a:off x="26978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h1417"/>
              <p:cNvSpPr/>
              <p:nvPr/>
            </p:nvSpPr>
            <p:spPr>
              <a:xfrm>
                <a:off x="27071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h1418"/>
              <p:cNvSpPr/>
              <p:nvPr/>
            </p:nvSpPr>
            <p:spPr>
              <a:xfrm>
                <a:off x="27163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h1419"/>
              <p:cNvSpPr/>
              <p:nvPr/>
            </p:nvSpPr>
            <p:spPr>
              <a:xfrm>
                <a:off x="27256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h1420"/>
              <p:cNvSpPr/>
              <p:nvPr/>
            </p:nvSpPr>
            <p:spPr>
              <a:xfrm>
                <a:off x="27348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h1421"/>
              <p:cNvSpPr/>
              <p:nvPr/>
            </p:nvSpPr>
            <p:spPr>
              <a:xfrm>
                <a:off x="27441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h1422"/>
              <p:cNvSpPr/>
              <p:nvPr/>
            </p:nvSpPr>
            <p:spPr>
              <a:xfrm>
                <a:off x="27534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h1423"/>
              <p:cNvSpPr/>
              <p:nvPr/>
            </p:nvSpPr>
            <p:spPr>
              <a:xfrm>
                <a:off x="27626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h1424"/>
              <p:cNvSpPr/>
              <p:nvPr/>
            </p:nvSpPr>
            <p:spPr>
              <a:xfrm>
                <a:off x="277194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h1425"/>
              <p:cNvSpPr/>
              <p:nvPr/>
            </p:nvSpPr>
            <p:spPr>
              <a:xfrm>
                <a:off x="27812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h1426"/>
              <p:cNvSpPr/>
              <p:nvPr/>
            </p:nvSpPr>
            <p:spPr>
              <a:xfrm>
                <a:off x="27904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h1427"/>
              <p:cNvSpPr/>
              <p:nvPr/>
            </p:nvSpPr>
            <p:spPr>
              <a:xfrm>
                <a:off x="27997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h1428"/>
              <p:cNvSpPr/>
              <p:nvPr/>
            </p:nvSpPr>
            <p:spPr>
              <a:xfrm>
                <a:off x="280899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h1429"/>
              <p:cNvSpPr/>
              <p:nvPr/>
            </p:nvSpPr>
            <p:spPr>
              <a:xfrm>
                <a:off x="28182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h1430"/>
              <p:cNvSpPr/>
              <p:nvPr/>
            </p:nvSpPr>
            <p:spPr>
              <a:xfrm>
                <a:off x="28275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h1431"/>
              <p:cNvSpPr/>
              <p:nvPr/>
            </p:nvSpPr>
            <p:spPr>
              <a:xfrm>
                <a:off x="28367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h1432"/>
              <p:cNvSpPr/>
              <p:nvPr/>
            </p:nvSpPr>
            <p:spPr>
              <a:xfrm>
                <a:off x="28460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h1433"/>
              <p:cNvSpPr/>
              <p:nvPr/>
            </p:nvSpPr>
            <p:spPr>
              <a:xfrm>
                <a:off x="28553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h1434"/>
              <p:cNvSpPr/>
              <p:nvPr/>
            </p:nvSpPr>
            <p:spPr>
              <a:xfrm>
                <a:off x="28645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h1435"/>
              <p:cNvSpPr/>
              <p:nvPr/>
            </p:nvSpPr>
            <p:spPr>
              <a:xfrm>
                <a:off x="28738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h1436"/>
              <p:cNvSpPr/>
              <p:nvPr/>
            </p:nvSpPr>
            <p:spPr>
              <a:xfrm>
                <a:off x="28830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h1437"/>
              <p:cNvSpPr/>
              <p:nvPr/>
            </p:nvSpPr>
            <p:spPr>
              <a:xfrm>
                <a:off x="289235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h1438"/>
              <p:cNvSpPr/>
              <p:nvPr/>
            </p:nvSpPr>
            <p:spPr>
              <a:xfrm>
                <a:off x="29016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h1439"/>
              <p:cNvSpPr/>
              <p:nvPr/>
            </p:nvSpPr>
            <p:spPr>
              <a:xfrm>
                <a:off x="29108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h1440"/>
              <p:cNvSpPr/>
              <p:nvPr/>
            </p:nvSpPr>
            <p:spPr>
              <a:xfrm>
                <a:off x="29201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h1441"/>
              <p:cNvSpPr/>
              <p:nvPr/>
            </p:nvSpPr>
            <p:spPr>
              <a:xfrm>
                <a:off x="29294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h1442"/>
              <p:cNvSpPr/>
              <p:nvPr/>
            </p:nvSpPr>
            <p:spPr>
              <a:xfrm>
                <a:off x="29386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h1443"/>
              <p:cNvSpPr/>
              <p:nvPr/>
            </p:nvSpPr>
            <p:spPr>
              <a:xfrm>
                <a:off x="29479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h1444"/>
              <p:cNvSpPr/>
              <p:nvPr/>
            </p:nvSpPr>
            <p:spPr>
              <a:xfrm>
                <a:off x="29571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h1445"/>
              <p:cNvSpPr/>
              <p:nvPr/>
            </p:nvSpPr>
            <p:spPr>
              <a:xfrm>
                <a:off x="29664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h1446"/>
              <p:cNvSpPr/>
              <p:nvPr/>
            </p:nvSpPr>
            <p:spPr>
              <a:xfrm>
                <a:off x="29757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h1447"/>
              <p:cNvSpPr/>
              <p:nvPr/>
            </p:nvSpPr>
            <p:spPr>
              <a:xfrm>
                <a:off x="29849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h1448"/>
              <p:cNvSpPr/>
              <p:nvPr/>
            </p:nvSpPr>
            <p:spPr>
              <a:xfrm>
                <a:off x="29942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h1449"/>
              <p:cNvSpPr/>
              <p:nvPr/>
            </p:nvSpPr>
            <p:spPr>
              <a:xfrm>
                <a:off x="30035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h1450"/>
              <p:cNvSpPr/>
              <p:nvPr/>
            </p:nvSpPr>
            <p:spPr>
              <a:xfrm>
                <a:off x="30127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h1451"/>
              <p:cNvSpPr/>
              <p:nvPr/>
            </p:nvSpPr>
            <p:spPr>
              <a:xfrm>
                <a:off x="30220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h1452"/>
              <p:cNvSpPr/>
              <p:nvPr/>
            </p:nvSpPr>
            <p:spPr>
              <a:xfrm>
                <a:off x="30312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h1453"/>
              <p:cNvSpPr/>
              <p:nvPr/>
            </p:nvSpPr>
            <p:spPr>
              <a:xfrm>
                <a:off x="30405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h1454"/>
              <p:cNvSpPr/>
              <p:nvPr/>
            </p:nvSpPr>
            <p:spPr>
              <a:xfrm>
                <a:off x="30498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h1455"/>
              <p:cNvSpPr/>
              <p:nvPr/>
            </p:nvSpPr>
            <p:spPr>
              <a:xfrm>
                <a:off x="30590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h1456"/>
              <p:cNvSpPr/>
              <p:nvPr/>
            </p:nvSpPr>
            <p:spPr>
              <a:xfrm>
                <a:off x="30683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h1457"/>
              <p:cNvSpPr/>
              <p:nvPr/>
            </p:nvSpPr>
            <p:spPr>
              <a:xfrm>
                <a:off x="30775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h1458"/>
              <p:cNvSpPr/>
              <p:nvPr/>
            </p:nvSpPr>
            <p:spPr>
              <a:xfrm>
                <a:off x="30868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h1459"/>
              <p:cNvSpPr/>
              <p:nvPr/>
            </p:nvSpPr>
            <p:spPr>
              <a:xfrm>
                <a:off x="30961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h1460"/>
              <p:cNvSpPr/>
              <p:nvPr/>
            </p:nvSpPr>
            <p:spPr>
              <a:xfrm>
                <a:off x="31053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h1461"/>
              <p:cNvSpPr/>
              <p:nvPr/>
            </p:nvSpPr>
            <p:spPr>
              <a:xfrm>
                <a:off x="31146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h1462"/>
              <p:cNvSpPr/>
              <p:nvPr/>
            </p:nvSpPr>
            <p:spPr>
              <a:xfrm>
                <a:off x="31239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h1463"/>
              <p:cNvSpPr/>
              <p:nvPr/>
            </p:nvSpPr>
            <p:spPr>
              <a:xfrm>
                <a:off x="31331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h1464"/>
              <p:cNvSpPr/>
              <p:nvPr/>
            </p:nvSpPr>
            <p:spPr>
              <a:xfrm>
                <a:off x="31424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h1465"/>
              <p:cNvSpPr/>
              <p:nvPr/>
            </p:nvSpPr>
            <p:spPr>
              <a:xfrm>
                <a:off x="31516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h1466"/>
              <p:cNvSpPr/>
              <p:nvPr/>
            </p:nvSpPr>
            <p:spPr>
              <a:xfrm>
                <a:off x="31609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h1467"/>
              <p:cNvSpPr/>
              <p:nvPr/>
            </p:nvSpPr>
            <p:spPr>
              <a:xfrm>
                <a:off x="31702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h1468"/>
              <p:cNvSpPr/>
              <p:nvPr/>
            </p:nvSpPr>
            <p:spPr>
              <a:xfrm>
                <a:off x="31794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h1469"/>
              <p:cNvSpPr/>
              <p:nvPr/>
            </p:nvSpPr>
            <p:spPr>
              <a:xfrm>
                <a:off x="318874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h1470"/>
              <p:cNvSpPr/>
              <p:nvPr/>
            </p:nvSpPr>
            <p:spPr>
              <a:xfrm>
                <a:off x="31980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h1471"/>
              <p:cNvSpPr/>
              <p:nvPr/>
            </p:nvSpPr>
            <p:spPr>
              <a:xfrm>
                <a:off x="32072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h1472"/>
              <p:cNvSpPr/>
              <p:nvPr/>
            </p:nvSpPr>
            <p:spPr>
              <a:xfrm>
                <a:off x="32165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h1473"/>
              <p:cNvSpPr/>
              <p:nvPr/>
            </p:nvSpPr>
            <p:spPr>
              <a:xfrm>
                <a:off x="3225794" y="24813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48" y="914400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h1474"/>
              <p:cNvSpPr/>
              <p:nvPr/>
            </p:nvSpPr>
            <p:spPr>
              <a:xfrm>
                <a:off x="3235057" y="2464125"/>
                <a:ext cx="919850" cy="931599"/>
              </a:xfrm>
              <a:custGeom>
                <a:avLst/>
                <a:gdLst/>
                <a:ahLst/>
                <a:cxnLst/>
                <a:rect l="0" t="0" r="0" b="0"/>
                <a:pathLst>
                  <a:path w="919850" h="931599">
                    <a:moveTo>
                      <a:pt x="914400" y="914400"/>
                    </a:moveTo>
                    <a:lnTo>
                      <a:pt x="919850" y="914400"/>
                    </a:lnTo>
                    <a:lnTo>
                      <a:pt x="919434" y="915811"/>
                    </a:lnTo>
                    <a:lnTo>
                      <a:pt x="918554" y="918791"/>
                    </a:lnTo>
                    <a:lnTo>
                      <a:pt x="915442" y="928674"/>
                    </a:lnTo>
                    <a:lnTo>
                      <a:pt x="914400" y="931599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h1475"/>
              <p:cNvSpPr/>
              <p:nvPr/>
            </p:nvSpPr>
            <p:spPr>
              <a:xfrm>
                <a:off x="2392195" y="2446887"/>
                <a:ext cx="914399" cy="915485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485">
                    <a:moveTo>
                      <a:pt x="914399" y="914400"/>
                    </a:moveTo>
                    <a:lnTo>
                      <a:pt x="914399" y="915485"/>
                    </a:lnTo>
                    <a:lnTo>
                      <a:pt x="914082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h1476"/>
              <p:cNvSpPr/>
              <p:nvPr/>
            </p:nvSpPr>
            <p:spPr>
              <a:xfrm>
                <a:off x="239219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18" y="931638"/>
                    </a:lnTo>
                    <a:lnTo>
                      <a:pt x="917776" y="925846"/>
                    </a:lnTo>
                    <a:lnTo>
                      <a:pt x="914751" y="916684"/>
                    </a:lnTo>
                    <a:lnTo>
                      <a:pt x="914399" y="915485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h1477"/>
              <p:cNvSpPr/>
              <p:nvPr/>
            </p:nvSpPr>
            <p:spPr>
              <a:xfrm>
                <a:off x="24014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h1478"/>
              <p:cNvSpPr/>
              <p:nvPr/>
            </p:nvSpPr>
            <p:spPr>
              <a:xfrm>
                <a:off x="24107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h1479"/>
              <p:cNvSpPr/>
              <p:nvPr/>
            </p:nvSpPr>
            <p:spPr>
              <a:xfrm>
                <a:off x="24199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h1480"/>
              <p:cNvSpPr/>
              <p:nvPr/>
            </p:nvSpPr>
            <p:spPr>
              <a:xfrm>
                <a:off x="24292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h1481"/>
              <p:cNvSpPr/>
              <p:nvPr/>
            </p:nvSpPr>
            <p:spPr>
              <a:xfrm>
                <a:off x="24385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h1482"/>
              <p:cNvSpPr/>
              <p:nvPr/>
            </p:nvSpPr>
            <p:spPr>
              <a:xfrm>
                <a:off x="24477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h1483"/>
              <p:cNvSpPr/>
              <p:nvPr/>
            </p:nvSpPr>
            <p:spPr>
              <a:xfrm>
                <a:off x="24570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h1484"/>
              <p:cNvSpPr/>
              <p:nvPr/>
            </p:nvSpPr>
            <p:spPr>
              <a:xfrm>
                <a:off x="24662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h1485"/>
              <p:cNvSpPr/>
              <p:nvPr/>
            </p:nvSpPr>
            <p:spPr>
              <a:xfrm>
                <a:off x="247555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h1486"/>
              <p:cNvSpPr/>
              <p:nvPr/>
            </p:nvSpPr>
            <p:spPr>
              <a:xfrm>
                <a:off x="24848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h1487"/>
              <p:cNvSpPr/>
              <p:nvPr/>
            </p:nvSpPr>
            <p:spPr>
              <a:xfrm>
                <a:off x="24940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h1488"/>
              <p:cNvSpPr/>
              <p:nvPr/>
            </p:nvSpPr>
            <p:spPr>
              <a:xfrm>
                <a:off x="25033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h1489"/>
              <p:cNvSpPr/>
              <p:nvPr/>
            </p:nvSpPr>
            <p:spPr>
              <a:xfrm>
                <a:off x="25126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h1490"/>
              <p:cNvSpPr/>
              <p:nvPr/>
            </p:nvSpPr>
            <p:spPr>
              <a:xfrm>
                <a:off x="25218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h1491"/>
              <p:cNvSpPr/>
              <p:nvPr/>
            </p:nvSpPr>
            <p:spPr>
              <a:xfrm>
                <a:off x="25311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h1492"/>
              <p:cNvSpPr/>
              <p:nvPr/>
            </p:nvSpPr>
            <p:spPr>
              <a:xfrm>
                <a:off x="25403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h1493"/>
              <p:cNvSpPr/>
              <p:nvPr/>
            </p:nvSpPr>
            <p:spPr>
              <a:xfrm>
                <a:off x="25496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h1494"/>
              <p:cNvSpPr/>
              <p:nvPr/>
            </p:nvSpPr>
            <p:spPr>
              <a:xfrm>
                <a:off x="25589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h1495"/>
              <p:cNvSpPr/>
              <p:nvPr/>
            </p:nvSpPr>
            <p:spPr>
              <a:xfrm>
                <a:off x="25681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h1496"/>
              <p:cNvSpPr/>
              <p:nvPr/>
            </p:nvSpPr>
            <p:spPr>
              <a:xfrm>
                <a:off x="25774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h1497"/>
              <p:cNvSpPr/>
              <p:nvPr/>
            </p:nvSpPr>
            <p:spPr>
              <a:xfrm>
                <a:off x="25867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h1498"/>
              <p:cNvSpPr/>
              <p:nvPr/>
            </p:nvSpPr>
            <p:spPr>
              <a:xfrm>
                <a:off x="25959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h1499"/>
              <p:cNvSpPr/>
              <p:nvPr/>
            </p:nvSpPr>
            <p:spPr>
              <a:xfrm>
                <a:off x="26052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h1500"/>
              <p:cNvSpPr/>
              <p:nvPr/>
            </p:nvSpPr>
            <p:spPr>
              <a:xfrm>
                <a:off x="26144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h1501"/>
              <p:cNvSpPr/>
              <p:nvPr/>
            </p:nvSpPr>
            <p:spPr>
              <a:xfrm>
                <a:off x="26237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h1502"/>
              <p:cNvSpPr/>
              <p:nvPr/>
            </p:nvSpPr>
            <p:spPr>
              <a:xfrm>
                <a:off x="26330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h1503"/>
              <p:cNvSpPr/>
              <p:nvPr/>
            </p:nvSpPr>
            <p:spPr>
              <a:xfrm>
                <a:off x="26422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h1504"/>
              <p:cNvSpPr/>
              <p:nvPr/>
            </p:nvSpPr>
            <p:spPr>
              <a:xfrm>
                <a:off x="26515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h1505"/>
              <p:cNvSpPr/>
              <p:nvPr/>
            </p:nvSpPr>
            <p:spPr>
              <a:xfrm>
                <a:off x="26607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h1506"/>
              <p:cNvSpPr/>
              <p:nvPr/>
            </p:nvSpPr>
            <p:spPr>
              <a:xfrm>
                <a:off x="26700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h1507"/>
              <p:cNvSpPr/>
              <p:nvPr/>
            </p:nvSpPr>
            <p:spPr>
              <a:xfrm>
                <a:off x="2688586" y="24641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07" y="897161"/>
                    </a:lnTo>
                    <a:lnTo>
                      <a:pt x="909394" y="899586"/>
                    </a:lnTo>
                    <a:lnTo>
                      <a:pt x="909626" y="899513"/>
                    </a:lnTo>
                    <a:lnTo>
                      <a:pt x="909979" y="899402"/>
                    </a:lnTo>
                    <a:lnTo>
                      <a:pt x="910332" y="899291"/>
                    </a:lnTo>
                    <a:lnTo>
                      <a:pt x="910685" y="899180"/>
                    </a:lnTo>
                    <a:lnTo>
                      <a:pt x="911038" y="899069"/>
                    </a:lnTo>
                    <a:lnTo>
                      <a:pt x="911391" y="898958"/>
                    </a:lnTo>
                    <a:lnTo>
                      <a:pt x="911744" y="898847"/>
                    </a:lnTo>
                    <a:lnTo>
                      <a:pt x="912097" y="898736"/>
                    </a:lnTo>
                    <a:lnTo>
                      <a:pt x="912451" y="898625"/>
                    </a:lnTo>
                    <a:lnTo>
                      <a:pt x="912804" y="898515"/>
                    </a:lnTo>
                    <a:lnTo>
                      <a:pt x="913157" y="898404"/>
                    </a:lnTo>
                    <a:lnTo>
                      <a:pt x="913510" y="898293"/>
                    </a:lnTo>
                    <a:lnTo>
                      <a:pt x="913863" y="898182"/>
                    </a:lnTo>
                    <a:lnTo>
                      <a:pt x="914216" y="898071"/>
                    </a:lnTo>
                    <a:lnTo>
                      <a:pt x="914400" y="898014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h1508"/>
              <p:cNvSpPr/>
              <p:nvPr/>
            </p:nvSpPr>
            <p:spPr>
              <a:xfrm>
                <a:off x="2697848" y="24468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252"/>
                    </a:lnTo>
                    <a:lnTo>
                      <a:pt x="905307" y="915199"/>
                    </a:lnTo>
                    <a:lnTo>
                      <a:pt x="905660" y="915088"/>
                    </a:lnTo>
                    <a:lnTo>
                      <a:pt x="906013" y="914977"/>
                    </a:lnTo>
                    <a:lnTo>
                      <a:pt x="906366" y="914866"/>
                    </a:lnTo>
                    <a:lnTo>
                      <a:pt x="906720" y="914756"/>
                    </a:lnTo>
                    <a:lnTo>
                      <a:pt x="907073" y="914645"/>
                    </a:lnTo>
                    <a:lnTo>
                      <a:pt x="907426" y="914534"/>
                    </a:lnTo>
                    <a:lnTo>
                      <a:pt x="907855" y="914400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h1509"/>
              <p:cNvSpPr/>
              <p:nvPr/>
            </p:nvSpPr>
            <p:spPr>
              <a:xfrm>
                <a:off x="26978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h1510"/>
              <p:cNvSpPr/>
              <p:nvPr/>
            </p:nvSpPr>
            <p:spPr>
              <a:xfrm>
                <a:off x="27071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h1511"/>
              <p:cNvSpPr/>
              <p:nvPr/>
            </p:nvSpPr>
            <p:spPr>
              <a:xfrm>
                <a:off x="27163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h1512"/>
              <p:cNvSpPr/>
              <p:nvPr/>
            </p:nvSpPr>
            <p:spPr>
              <a:xfrm>
                <a:off x="27256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h1513"/>
              <p:cNvSpPr/>
              <p:nvPr/>
            </p:nvSpPr>
            <p:spPr>
              <a:xfrm>
                <a:off x="27348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h1514"/>
              <p:cNvSpPr/>
              <p:nvPr/>
            </p:nvSpPr>
            <p:spPr>
              <a:xfrm>
                <a:off x="27441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h1515"/>
              <p:cNvSpPr/>
              <p:nvPr/>
            </p:nvSpPr>
            <p:spPr>
              <a:xfrm>
                <a:off x="27534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h1516"/>
              <p:cNvSpPr/>
              <p:nvPr/>
            </p:nvSpPr>
            <p:spPr>
              <a:xfrm>
                <a:off x="27626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h1517"/>
              <p:cNvSpPr/>
              <p:nvPr/>
            </p:nvSpPr>
            <p:spPr>
              <a:xfrm>
                <a:off x="277194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h1518"/>
              <p:cNvSpPr/>
              <p:nvPr/>
            </p:nvSpPr>
            <p:spPr>
              <a:xfrm>
                <a:off x="27812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h1519"/>
              <p:cNvSpPr/>
              <p:nvPr/>
            </p:nvSpPr>
            <p:spPr>
              <a:xfrm>
                <a:off x="27904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h1520"/>
              <p:cNvSpPr/>
              <p:nvPr/>
            </p:nvSpPr>
            <p:spPr>
              <a:xfrm>
                <a:off x="27997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h1521"/>
              <p:cNvSpPr/>
              <p:nvPr/>
            </p:nvSpPr>
            <p:spPr>
              <a:xfrm>
                <a:off x="28089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h1522"/>
              <p:cNvSpPr/>
              <p:nvPr/>
            </p:nvSpPr>
            <p:spPr>
              <a:xfrm>
                <a:off x="28182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h1523"/>
              <p:cNvSpPr/>
              <p:nvPr/>
            </p:nvSpPr>
            <p:spPr>
              <a:xfrm>
                <a:off x="28275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h1524"/>
              <p:cNvSpPr/>
              <p:nvPr/>
            </p:nvSpPr>
            <p:spPr>
              <a:xfrm>
                <a:off x="28367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h1525"/>
              <p:cNvSpPr/>
              <p:nvPr/>
            </p:nvSpPr>
            <p:spPr>
              <a:xfrm>
                <a:off x="28460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h1526"/>
              <p:cNvSpPr/>
              <p:nvPr/>
            </p:nvSpPr>
            <p:spPr>
              <a:xfrm>
                <a:off x="28553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h1527"/>
              <p:cNvSpPr/>
              <p:nvPr/>
            </p:nvSpPr>
            <p:spPr>
              <a:xfrm>
                <a:off x="28645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h1528"/>
              <p:cNvSpPr/>
              <p:nvPr/>
            </p:nvSpPr>
            <p:spPr>
              <a:xfrm>
                <a:off x="28738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h1529"/>
              <p:cNvSpPr/>
              <p:nvPr/>
            </p:nvSpPr>
            <p:spPr>
              <a:xfrm>
                <a:off x="28830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h1530"/>
              <p:cNvSpPr/>
              <p:nvPr/>
            </p:nvSpPr>
            <p:spPr>
              <a:xfrm>
                <a:off x="289235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h1531"/>
              <p:cNvSpPr/>
              <p:nvPr/>
            </p:nvSpPr>
            <p:spPr>
              <a:xfrm>
                <a:off x="29016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h1532"/>
              <p:cNvSpPr/>
              <p:nvPr/>
            </p:nvSpPr>
            <p:spPr>
              <a:xfrm>
                <a:off x="29108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h1533"/>
              <p:cNvSpPr/>
              <p:nvPr/>
            </p:nvSpPr>
            <p:spPr>
              <a:xfrm>
                <a:off x="29201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h1534"/>
              <p:cNvSpPr/>
              <p:nvPr/>
            </p:nvSpPr>
            <p:spPr>
              <a:xfrm>
                <a:off x="29294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h1535"/>
              <p:cNvSpPr/>
              <p:nvPr/>
            </p:nvSpPr>
            <p:spPr>
              <a:xfrm>
                <a:off x="29386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h1536"/>
              <p:cNvSpPr/>
              <p:nvPr/>
            </p:nvSpPr>
            <p:spPr>
              <a:xfrm>
                <a:off x="29479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h1537"/>
              <p:cNvSpPr/>
              <p:nvPr/>
            </p:nvSpPr>
            <p:spPr>
              <a:xfrm>
                <a:off x="29571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h1538"/>
              <p:cNvSpPr/>
              <p:nvPr/>
            </p:nvSpPr>
            <p:spPr>
              <a:xfrm>
                <a:off x="29664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h1539"/>
              <p:cNvSpPr/>
              <p:nvPr/>
            </p:nvSpPr>
            <p:spPr>
              <a:xfrm>
                <a:off x="29757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h1540"/>
              <p:cNvSpPr/>
              <p:nvPr/>
            </p:nvSpPr>
            <p:spPr>
              <a:xfrm>
                <a:off x="29849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h1541"/>
              <p:cNvSpPr/>
              <p:nvPr/>
            </p:nvSpPr>
            <p:spPr>
              <a:xfrm>
                <a:off x="29942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h1542"/>
              <p:cNvSpPr/>
              <p:nvPr/>
            </p:nvSpPr>
            <p:spPr>
              <a:xfrm>
                <a:off x="30035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h1543"/>
              <p:cNvSpPr/>
              <p:nvPr/>
            </p:nvSpPr>
            <p:spPr>
              <a:xfrm>
                <a:off x="30127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h1544"/>
              <p:cNvSpPr/>
              <p:nvPr/>
            </p:nvSpPr>
            <p:spPr>
              <a:xfrm>
                <a:off x="30220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h1545"/>
              <p:cNvSpPr/>
              <p:nvPr/>
            </p:nvSpPr>
            <p:spPr>
              <a:xfrm>
                <a:off x="30312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h1546"/>
              <p:cNvSpPr/>
              <p:nvPr/>
            </p:nvSpPr>
            <p:spPr>
              <a:xfrm>
                <a:off x="30405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h1547"/>
              <p:cNvSpPr/>
              <p:nvPr/>
            </p:nvSpPr>
            <p:spPr>
              <a:xfrm>
                <a:off x="30498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h1548"/>
              <p:cNvSpPr/>
              <p:nvPr/>
            </p:nvSpPr>
            <p:spPr>
              <a:xfrm>
                <a:off x="30590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h1549"/>
              <p:cNvSpPr/>
              <p:nvPr/>
            </p:nvSpPr>
            <p:spPr>
              <a:xfrm>
                <a:off x="30683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h1550"/>
              <p:cNvSpPr/>
              <p:nvPr/>
            </p:nvSpPr>
            <p:spPr>
              <a:xfrm>
                <a:off x="30775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h1551"/>
              <p:cNvSpPr/>
              <p:nvPr/>
            </p:nvSpPr>
            <p:spPr>
              <a:xfrm>
                <a:off x="30868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h1552"/>
              <p:cNvSpPr/>
              <p:nvPr/>
            </p:nvSpPr>
            <p:spPr>
              <a:xfrm>
                <a:off x="309612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h1553"/>
              <p:cNvSpPr/>
              <p:nvPr/>
            </p:nvSpPr>
            <p:spPr>
              <a:xfrm>
                <a:off x="310538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h1554"/>
              <p:cNvSpPr/>
              <p:nvPr/>
            </p:nvSpPr>
            <p:spPr>
              <a:xfrm>
                <a:off x="31146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h1555"/>
              <p:cNvSpPr/>
              <p:nvPr/>
            </p:nvSpPr>
            <p:spPr>
              <a:xfrm>
                <a:off x="31239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h1556"/>
              <p:cNvSpPr/>
              <p:nvPr/>
            </p:nvSpPr>
            <p:spPr>
              <a:xfrm>
                <a:off x="31331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h1557"/>
              <p:cNvSpPr/>
              <p:nvPr/>
            </p:nvSpPr>
            <p:spPr>
              <a:xfrm>
                <a:off x="31424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h1558"/>
              <p:cNvSpPr/>
              <p:nvPr/>
            </p:nvSpPr>
            <p:spPr>
              <a:xfrm>
                <a:off x="31516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h1559"/>
              <p:cNvSpPr/>
              <p:nvPr/>
            </p:nvSpPr>
            <p:spPr>
              <a:xfrm>
                <a:off x="31609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h1560"/>
              <p:cNvSpPr/>
              <p:nvPr/>
            </p:nvSpPr>
            <p:spPr>
              <a:xfrm>
                <a:off x="31702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h1561"/>
              <p:cNvSpPr/>
              <p:nvPr/>
            </p:nvSpPr>
            <p:spPr>
              <a:xfrm>
                <a:off x="31794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h1562"/>
              <p:cNvSpPr/>
              <p:nvPr/>
            </p:nvSpPr>
            <p:spPr>
              <a:xfrm>
                <a:off x="318874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h1563"/>
              <p:cNvSpPr/>
              <p:nvPr/>
            </p:nvSpPr>
            <p:spPr>
              <a:xfrm>
                <a:off x="31980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h1564"/>
              <p:cNvSpPr/>
              <p:nvPr/>
            </p:nvSpPr>
            <p:spPr>
              <a:xfrm>
                <a:off x="32072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h1565"/>
              <p:cNvSpPr/>
              <p:nvPr/>
            </p:nvSpPr>
            <p:spPr>
              <a:xfrm>
                <a:off x="32165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h1566"/>
              <p:cNvSpPr/>
              <p:nvPr/>
            </p:nvSpPr>
            <p:spPr>
              <a:xfrm>
                <a:off x="32257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h1567"/>
              <p:cNvSpPr/>
              <p:nvPr/>
            </p:nvSpPr>
            <p:spPr>
              <a:xfrm>
                <a:off x="3235057" y="24641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08"/>
                    </a:lnTo>
                    <a:lnTo>
                      <a:pt x="922935" y="903962"/>
                    </a:lnTo>
                    <a:lnTo>
                      <a:pt x="922059" y="906924"/>
                    </a:lnTo>
                    <a:lnTo>
                      <a:pt x="921184" y="909886"/>
                    </a:lnTo>
                    <a:lnTo>
                      <a:pt x="920308" y="912848"/>
                    </a:lnTo>
                    <a:lnTo>
                      <a:pt x="919850" y="914400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h1568"/>
              <p:cNvSpPr/>
              <p:nvPr/>
            </p:nvSpPr>
            <p:spPr>
              <a:xfrm>
                <a:off x="3244319" y="2446887"/>
                <a:ext cx="915687" cy="918747"/>
              </a:xfrm>
              <a:custGeom>
                <a:avLst/>
                <a:gdLst/>
                <a:ahLst/>
                <a:cxnLst/>
                <a:rect l="0" t="0" r="0" b="0"/>
                <a:pathLst>
                  <a:path w="915687" h="918747">
                    <a:moveTo>
                      <a:pt x="914400" y="914400"/>
                    </a:moveTo>
                    <a:lnTo>
                      <a:pt x="915687" y="914400"/>
                    </a:lnTo>
                    <a:lnTo>
                      <a:pt x="915427" y="915277"/>
                    </a:lnTo>
                    <a:lnTo>
                      <a:pt x="914550" y="918239"/>
                    </a:lnTo>
                    <a:lnTo>
                      <a:pt x="914400" y="918747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h1569"/>
              <p:cNvSpPr/>
              <p:nvPr/>
            </p:nvSpPr>
            <p:spPr>
              <a:xfrm>
                <a:off x="2392195" y="2429648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14082" y="931638"/>
                    </a:lnTo>
                    <a:lnTo>
                      <a:pt x="911986" y="924480"/>
                    </a:lnTo>
                    <a:lnTo>
                      <a:pt x="909488" y="914783"/>
                    </a:lnTo>
                    <a:lnTo>
                      <a:pt x="909402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h1570"/>
              <p:cNvSpPr/>
              <p:nvPr/>
            </p:nvSpPr>
            <p:spPr>
              <a:xfrm>
                <a:off x="239219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h1571"/>
              <p:cNvSpPr/>
              <p:nvPr/>
            </p:nvSpPr>
            <p:spPr>
              <a:xfrm>
                <a:off x="24014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h1572"/>
              <p:cNvSpPr/>
              <p:nvPr/>
            </p:nvSpPr>
            <p:spPr>
              <a:xfrm>
                <a:off x="24107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h1573"/>
              <p:cNvSpPr/>
              <p:nvPr/>
            </p:nvSpPr>
            <p:spPr>
              <a:xfrm>
                <a:off x="24199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h1574"/>
              <p:cNvSpPr/>
              <p:nvPr/>
            </p:nvSpPr>
            <p:spPr>
              <a:xfrm>
                <a:off x="24292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h1575"/>
              <p:cNvSpPr/>
              <p:nvPr/>
            </p:nvSpPr>
            <p:spPr>
              <a:xfrm>
                <a:off x="24385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h1576"/>
              <p:cNvSpPr/>
              <p:nvPr/>
            </p:nvSpPr>
            <p:spPr>
              <a:xfrm>
                <a:off x="24477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h1577"/>
              <p:cNvSpPr/>
              <p:nvPr/>
            </p:nvSpPr>
            <p:spPr>
              <a:xfrm>
                <a:off x="24570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h1578"/>
              <p:cNvSpPr/>
              <p:nvPr/>
            </p:nvSpPr>
            <p:spPr>
              <a:xfrm>
                <a:off x="24662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h1579"/>
              <p:cNvSpPr/>
              <p:nvPr/>
            </p:nvSpPr>
            <p:spPr>
              <a:xfrm>
                <a:off x="247555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h1580"/>
              <p:cNvSpPr/>
              <p:nvPr/>
            </p:nvSpPr>
            <p:spPr>
              <a:xfrm>
                <a:off x="24848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h1581"/>
              <p:cNvSpPr/>
              <p:nvPr/>
            </p:nvSpPr>
            <p:spPr>
              <a:xfrm>
                <a:off x="24940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h1582"/>
              <p:cNvSpPr/>
              <p:nvPr/>
            </p:nvSpPr>
            <p:spPr>
              <a:xfrm>
                <a:off x="25033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h1583"/>
              <p:cNvSpPr/>
              <p:nvPr/>
            </p:nvSpPr>
            <p:spPr>
              <a:xfrm>
                <a:off x="25126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h1584"/>
              <p:cNvSpPr/>
              <p:nvPr/>
            </p:nvSpPr>
            <p:spPr>
              <a:xfrm>
                <a:off x="25218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h1585"/>
              <p:cNvSpPr/>
              <p:nvPr/>
            </p:nvSpPr>
            <p:spPr>
              <a:xfrm>
                <a:off x="25311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h1586"/>
              <p:cNvSpPr/>
              <p:nvPr/>
            </p:nvSpPr>
            <p:spPr>
              <a:xfrm>
                <a:off x="25403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h1587"/>
              <p:cNvSpPr/>
              <p:nvPr/>
            </p:nvSpPr>
            <p:spPr>
              <a:xfrm>
                <a:off x="25496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h1588"/>
              <p:cNvSpPr/>
              <p:nvPr/>
            </p:nvSpPr>
            <p:spPr>
              <a:xfrm>
                <a:off x="25589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h1589"/>
              <p:cNvSpPr/>
              <p:nvPr/>
            </p:nvSpPr>
            <p:spPr>
              <a:xfrm>
                <a:off x="25681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h1590"/>
              <p:cNvSpPr/>
              <p:nvPr/>
            </p:nvSpPr>
            <p:spPr>
              <a:xfrm>
                <a:off x="25774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h1591"/>
              <p:cNvSpPr/>
              <p:nvPr/>
            </p:nvSpPr>
            <p:spPr>
              <a:xfrm>
                <a:off x="25867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h1592"/>
              <p:cNvSpPr/>
              <p:nvPr/>
            </p:nvSpPr>
            <p:spPr>
              <a:xfrm>
                <a:off x="25959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h1593"/>
              <p:cNvSpPr/>
              <p:nvPr/>
            </p:nvSpPr>
            <p:spPr>
              <a:xfrm>
                <a:off x="26052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h1594"/>
              <p:cNvSpPr/>
              <p:nvPr/>
            </p:nvSpPr>
            <p:spPr>
              <a:xfrm>
                <a:off x="26144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h1595"/>
              <p:cNvSpPr/>
              <p:nvPr/>
            </p:nvSpPr>
            <p:spPr>
              <a:xfrm>
                <a:off x="26237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h1596"/>
              <p:cNvSpPr/>
              <p:nvPr/>
            </p:nvSpPr>
            <p:spPr>
              <a:xfrm>
                <a:off x="26330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h1597"/>
              <p:cNvSpPr/>
              <p:nvPr/>
            </p:nvSpPr>
            <p:spPr>
              <a:xfrm>
                <a:off x="26422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h1598"/>
              <p:cNvSpPr/>
              <p:nvPr/>
            </p:nvSpPr>
            <p:spPr>
              <a:xfrm>
                <a:off x="26515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h1599"/>
              <p:cNvSpPr/>
              <p:nvPr/>
            </p:nvSpPr>
            <p:spPr>
              <a:xfrm>
                <a:off x="26607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h1600"/>
              <p:cNvSpPr/>
              <p:nvPr/>
            </p:nvSpPr>
            <p:spPr>
              <a:xfrm>
                <a:off x="2679323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85" y="897161"/>
                    </a:lnTo>
                    <a:lnTo>
                      <a:pt x="913451" y="897382"/>
                    </a:lnTo>
                    <a:lnTo>
                      <a:pt x="913544" y="897698"/>
                    </a:lnTo>
                    <a:lnTo>
                      <a:pt x="913638" y="898014"/>
                    </a:lnTo>
                    <a:lnTo>
                      <a:pt x="913731" y="898330"/>
                    </a:lnTo>
                    <a:lnTo>
                      <a:pt x="913825" y="898645"/>
                    </a:lnTo>
                    <a:lnTo>
                      <a:pt x="913918" y="898961"/>
                    </a:lnTo>
                    <a:lnTo>
                      <a:pt x="914011" y="899277"/>
                    </a:lnTo>
                    <a:lnTo>
                      <a:pt x="914105" y="899592"/>
                    </a:lnTo>
                    <a:lnTo>
                      <a:pt x="914198" y="899908"/>
                    </a:lnTo>
                    <a:lnTo>
                      <a:pt x="914292" y="900224"/>
                    </a:lnTo>
                    <a:lnTo>
                      <a:pt x="914400" y="900613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h1601"/>
              <p:cNvSpPr/>
              <p:nvPr/>
            </p:nvSpPr>
            <p:spPr>
              <a:xfrm>
                <a:off x="2679323" y="2446887"/>
                <a:ext cx="9180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70" h="914400">
                    <a:moveTo>
                      <a:pt x="914400" y="914400"/>
                    </a:moveTo>
                    <a:lnTo>
                      <a:pt x="914400" y="900613"/>
                    </a:lnTo>
                    <a:lnTo>
                      <a:pt x="917018" y="910053"/>
                    </a:lnTo>
                    <a:lnTo>
                      <a:pt x="918070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h1602"/>
              <p:cNvSpPr/>
              <p:nvPr/>
            </p:nvSpPr>
            <p:spPr>
              <a:xfrm>
                <a:off x="2697848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855" y="914400"/>
                    </a:lnTo>
                    <a:lnTo>
                      <a:pt x="908132" y="914313"/>
                    </a:lnTo>
                    <a:lnTo>
                      <a:pt x="908485" y="914202"/>
                    </a:lnTo>
                    <a:lnTo>
                      <a:pt x="908839" y="914091"/>
                    </a:lnTo>
                    <a:lnTo>
                      <a:pt x="909192" y="913980"/>
                    </a:lnTo>
                    <a:lnTo>
                      <a:pt x="909545" y="913870"/>
                    </a:lnTo>
                    <a:lnTo>
                      <a:pt x="909898" y="913759"/>
                    </a:lnTo>
                    <a:lnTo>
                      <a:pt x="910251" y="913648"/>
                    </a:lnTo>
                    <a:lnTo>
                      <a:pt x="910604" y="913538"/>
                    </a:lnTo>
                    <a:lnTo>
                      <a:pt x="910958" y="913427"/>
                    </a:lnTo>
                    <a:lnTo>
                      <a:pt x="911311" y="913316"/>
                    </a:lnTo>
                    <a:lnTo>
                      <a:pt x="911664" y="913206"/>
                    </a:lnTo>
                    <a:lnTo>
                      <a:pt x="912017" y="913095"/>
                    </a:lnTo>
                    <a:lnTo>
                      <a:pt x="912371" y="912985"/>
                    </a:lnTo>
                    <a:lnTo>
                      <a:pt x="912724" y="912874"/>
                    </a:lnTo>
                    <a:lnTo>
                      <a:pt x="913077" y="912763"/>
                    </a:lnTo>
                    <a:lnTo>
                      <a:pt x="913430" y="912653"/>
                    </a:lnTo>
                    <a:lnTo>
                      <a:pt x="913784" y="912542"/>
                    </a:lnTo>
                    <a:lnTo>
                      <a:pt x="914137" y="912432"/>
                    </a:lnTo>
                    <a:lnTo>
                      <a:pt x="914400" y="91234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h1603"/>
              <p:cNvSpPr/>
              <p:nvPr/>
            </p:nvSpPr>
            <p:spPr>
              <a:xfrm>
                <a:off x="2707110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8" y="912321"/>
                    </a:lnTo>
                    <a:lnTo>
                      <a:pt x="905581" y="912210"/>
                    </a:lnTo>
                    <a:lnTo>
                      <a:pt x="905934" y="912100"/>
                    </a:lnTo>
                    <a:lnTo>
                      <a:pt x="906288" y="911989"/>
                    </a:lnTo>
                    <a:lnTo>
                      <a:pt x="906641" y="911879"/>
                    </a:lnTo>
                    <a:lnTo>
                      <a:pt x="906994" y="911768"/>
                    </a:lnTo>
                    <a:lnTo>
                      <a:pt x="907348" y="911658"/>
                    </a:lnTo>
                    <a:lnTo>
                      <a:pt x="907701" y="911547"/>
                    </a:lnTo>
                    <a:lnTo>
                      <a:pt x="908054" y="911437"/>
                    </a:lnTo>
                    <a:lnTo>
                      <a:pt x="908408" y="911326"/>
                    </a:lnTo>
                    <a:lnTo>
                      <a:pt x="908761" y="911216"/>
                    </a:lnTo>
                    <a:lnTo>
                      <a:pt x="909114" y="911106"/>
                    </a:lnTo>
                    <a:lnTo>
                      <a:pt x="909468" y="910995"/>
                    </a:lnTo>
                    <a:lnTo>
                      <a:pt x="909821" y="910885"/>
                    </a:lnTo>
                    <a:lnTo>
                      <a:pt x="910174" y="910774"/>
                    </a:lnTo>
                    <a:lnTo>
                      <a:pt x="910528" y="910664"/>
                    </a:lnTo>
                    <a:lnTo>
                      <a:pt x="910881" y="910553"/>
                    </a:lnTo>
                    <a:lnTo>
                      <a:pt x="911234" y="910443"/>
                    </a:lnTo>
                    <a:lnTo>
                      <a:pt x="911588" y="910333"/>
                    </a:lnTo>
                    <a:lnTo>
                      <a:pt x="911941" y="910222"/>
                    </a:lnTo>
                    <a:lnTo>
                      <a:pt x="912294" y="910112"/>
                    </a:lnTo>
                    <a:lnTo>
                      <a:pt x="912648" y="910002"/>
                    </a:lnTo>
                    <a:lnTo>
                      <a:pt x="912876" y="909930"/>
                    </a:lnTo>
                    <a:lnTo>
                      <a:pt x="913934" y="903657"/>
                    </a:lnTo>
                    <a:lnTo>
                      <a:pt x="914400" y="901341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h1604"/>
              <p:cNvSpPr/>
              <p:nvPr/>
            </p:nvSpPr>
            <p:spPr>
              <a:xfrm>
                <a:off x="2716372" y="24296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580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h1605"/>
              <p:cNvSpPr/>
              <p:nvPr/>
            </p:nvSpPr>
            <p:spPr>
              <a:xfrm>
                <a:off x="27163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h1606"/>
              <p:cNvSpPr/>
              <p:nvPr/>
            </p:nvSpPr>
            <p:spPr>
              <a:xfrm>
                <a:off x="27256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h1607"/>
              <p:cNvSpPr/>
              <p:nvPr/>
            </p:nvSpPr>
            <p:spPr>
              <a:xfrm>
                <a:off x="27348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h1608"/>
              <p:cNvSpPr/>
              <p:nvPr/>
            </p:nvSpPr>
            <p:spPr>
              <a:xfrm>
                <a:off x="27441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h1609"/>
              <p:cNvSpPr/>
              <p:nvPr/>
            </p:nvSpPr>
            <p:spPr>
              <a:xfrm>
                <a:off x="27534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h1610"/>
              <p:cNvSpPr/>
              <p:nvPr/>
            </p:nvSpPr>
            <p:spPr>
              <a:xfrm>
                <a:off x="27626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h1611"/>
              <p:cNvSpPr/>
              <p:nvPr/>
            </p:nvSpPr>
            <p:spPr>
              <a:xfrm>
                <a:off x="277194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h1612"/>
              <p:cNvSpPr/>
              <p:nvPr/>
            </p:nvSpPr>
            <p:spPr>
              <a:xfrm>
                <a:off x="27812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h1613"/>
              <p:cNvSpPr/>
              <p:nvPr/>
            </p:nvSpPr>
            <p:spPr>
              <a:xfrm>
                <a:off x="27904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h1614"/>
              <p:cNvSpPr/>
              <p:nvPr/>
            </p:nvSpPr>
            <p:spPr>
              <a:xfrm>
                <a:off x="27997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h1615"/>
              <p:cNvSpPr/>
              <p:nvPr/>
            </p:nvSpPr>
            <p:spPr>
              <a:xfrm>
                <a:off x="28089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h1616"/>
              <p:cNvSpPr/>
              <p:nvPr/>
            </p:nvSpPr>
            <p:spPr>
              <a:xfrm>
                <a:off x="28182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h1617"/>
              <p:cNvSpPr/>
              <p:nvPr/>
            </p:nvSpPr>
            <p:spPr>
              <a:xfrm>
                <a:off x="28275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h1618"/>
              <p:cNvSpPr/>
              <p:nvPr/>
            </p:nvSpPr>
            <p:spPr>
              <a:xfrm>
                <a:off x="28367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h1619"/>
              <p:cNvSpPr/>
              <p:nvPr/>
            </p:nvSpPr>
            <p:spPr>
              <a:xfrm>
                <a:off x="28460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h1620"/>
              <p:cNvSpPr/>
              <p:nvPr/>
            </p:nvSpPr>
            <p:spPr>
              <a:xfrm>
                <a:off x="28553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h1621"/>
              <p:cNvSpPr/>
              <p:nvPr/>
            </p:nvSpPr>
            <p:spPr>
              <a:xfrm>
                <a:off x="28645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h1622"/>
              <p:cNvSpPr/>
              <p:nvPr/>
            </p:nvSpPr>
            <p:spPr>
              <a:xfrm>
                <a:off x="28738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h1623"/>
              <p:cNvSpPr/>
              <p:nvPr/>
            </p:nvSpPr>
            <p:spPr>
              <a:xfrm>
                <a:off x="28830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h1624"/>
              <p:cNvSpPr/>
              <p:nvPr/>
            </p:nvSpPr>
            <p:spPr>
              <a:xfrm>
                <a:off x="289235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h1625"/>
              <p:cNvSpPr/>
              <p:nvPr/>
            </p:nvSpPr>
            <p:spPr>
              <a:xfrm>
                <a:off x="29016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h1626"/>
              <p:cNvSpPr/>
              <p:nvPr/>
            </p:nvSpPr>
            <p:spPr>
              <a:xfrm>
                <a:off x="29108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h1627"/>
              <p:cNvSpPr/>
              <p:nvPr/>
            </p:nvSpPr>
            <p:spPr>
              <a:xfrm>
                <a:off x="29201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h1628"/>
              <p:cNvSpPr/>
              <p:nvPr/>
            </p:nvSpPr>
            <p:spPr>
              <a:xfrm>
                <a:off x="29294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h1629"/>
              <p:cNvSpPr/>
              <p:nvPr/>
            </p:nvSpPr>
            <p:spPr>
              <a:xfrm>
                <a:off x="29386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h1630"/>
              <p:cNvSpPr/>
              <p:nvPr/>
            </p:nvSpPr>
            <p:spPr>
              <a:xfrm>
                <a:off x="29479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h1631"/>
              <p:cNvSpPr/>
              <p:nvPr/>
            </p:nvSpPr>
            <p:spPr>
              <a:xfrm>
                <a:off x="29571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h1632"/>
              <p:cNvSpPr/>
              <p:nvPr/>
            </p:nvSpPr>
            <p:spPr>
              <a:xfrm>
                <a:off x="29664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h1633"/>
              <p:cNvSpPr/>
              <p:nvPr/>
            </p:nvSpPr>
            <p:spPr>
              <a:xfrm>
                <a:off x="29757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h1634"/>
              <p:cNvSpPr/>
              <p:nvPr/>
            </p:nvSpPr>
            <p:spPr>
              <a:xfrm>
                <a:off x="29849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h1635"/>
              <p:cNvSpPr/>
              <p:nvPr/>
            </p:nvSpPr>
            <p:spPr>
              <a:xfrm>
                <a:off x="29942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h1636"/>
              <p:cNvSpPr/>
              <p:nvPr/>
            </p:nvSpPr>
            <p:spPr>
              <a:xfrm>
                <a:off x="30035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h1637"/>
              <p:cNvSpPr/>
              <p:nvPr/>
            </p:nvSpPr>
            <p:spPr>
              <a:xfrm>
                <a:off x="30127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h1638"/>
              <p:cNvSpPr/>
              <p:nvPr/>
            </p:nvSpPr>
            <p:spPr>
              <a:xfrm>
                <a:off x="30220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h1639"/>
              <p:cNvSpPr/>
              <p:nvPr/>
            </p:nvSpPr>
            <p:spPr>
              <a:xfrm>
                <a:off x="30312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h1640"/>
              <p:cNvSpPr/>
              <p:nvPr/>
            </p:nvSpPr>
            <p:spPr>
              <a:xfrm>
                <a:off x="30405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h1641"/>
              <p:cNvSpPr/>
              <p:nvPr/>
            </p:nvSpPr>
            <p:spPr>
              <a:xfrm>
                <a:off x="30498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h1642"/>
              <p:cNvSpPr/>
              <p:nvPr/>
            </p:nvSpPr>
            <p:spPr>
              <a:xfrm>
                <a:off x="30590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h1643"/>
              <p:cNvSpPr/>
              <p:nvPr/>
            </p:nvSpPr>
            <p:spPr>
              <a:xfrm>
                <a:off x="30683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h1644"/>
              <p:cNvSpPr/>
              <p:nvPr/>
            </p:nvSpPr>
            <p:spPr>
              <a:xfrm>
                <a:off x="30775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h1645"/>
              <p:cNvSpPr/>
              <p:nvPr/>
            </p:nvSpPr>
            <p:spPr>
              <a:xfrm>
                <a:off x="308686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h1646"/>
              <p:cNvSpPr/>
              <p:nvPr/>
            </p:nvSpPr>
            <p:spPr>
              <a:xfrm>
                <a:off x="309612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h1647"/>
              <p:cNvSpPr/>
              <p:nvPr/>
            </p:nvSpPr>
            <p:spPr>
              <a:xfrm>
                <a:off x="310538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h1648"/>
              <p:cNvSpPr/>
              <p:nvPr/>
            </p:nvSpPr>
            <p:spPr>
              <a:xfrm>
                <a:off x="311464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h1649"/>
              <p:cNvSpPr/>
              <p:nvPr/>
            </p:nvSpPr>
            <p:spPr>
              <a:xfrm>
                <a:off x="312391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h1650"/>
              <p:cNvSpPr/>
              <p:nvPr/>
            </p:nvSpPr>
            <p:spPr>
              <a:xfrm>
                <a:off x="31331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h1651"/>
              <p:cNvSpPr/>
              <p:nvPr/>
            </p:nvSpPr>
            <p:spPr>
              <a:xfrm>
                <a:off x="31424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h1652"/>
              <p:cNvSpPr/>
              <p:nvPr/>
            </p:nvSpPr>
            <p:spPr>
              <a:xfrm>
                <a:off x="31516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h1653"/>
              <p:cNvSpPr/>
              <p:nvPr/>
            </p:nvSpPr>
            <p:spPr>
              <a:xfrm>
                <a:off x="31609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h1654"/>
              <p:cNvSpPr/>
              <p:nvPr/>
            </p:nvSpPr>
            <p:spPr>
              <a:xfrm>
                <a:off x="31702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h1655"/>
              <p:cNvSpPr/>
              <p:nvPr/>
            </p:nvSpPr>
            <p:spPr>
              <a:xfrm>
                <a:off x="31794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h1656"/>
              <p:cNvSpPr/>
              <p:nvPr/>
            </p:nvSpPr>
            <p:spPr>
              <a:xfrm>
                <a:off x="318874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h1657"/>
              <p:cNvSpPr/>
              <p:nvPr/>
            </p:nvSpPr>
            <p:spPr>
              <a:xfrm>
                <a:off x="31980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h1658"/>
              <p:cNvSpPr/>
              <p:nvPr/>
            </p:nvSpPr>
            <p:spPr>
              <a:xfrm>
                <a:off x="32072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h1659"/>
              <p:cNvSpPr/>
              <p:nvPr/>
            </p:nvSpPr>
            <p:spPr>
              <a:xfrm>
                <a:off x="32165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h1660"/>
              <p:cNvSpPr/>
              <p:nvPr/>
            </p:nvSpPr>
            <p:spPr>
              <a:xfrm>
                <a:off x="32257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h1661"/>
              <p:cNvSpPr/>
              <p:nvPr/>
            </p:nvSpPr>
            <p:spPr>
              <a:xfrm>
                <a:off x="32350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h1662"/>
              <p:cNvSpPr/>
              <p:nvPr/>
            </p:nvSpPr>
            <p:spPr>
              <a:xfrm>
                <a:off x="3244319" y="2446887"/>
                <a:ext cx="9207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79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99" y="897161"/>
                    </a:lnTo>
                    <a:lnTo>
                      <a:pt x="920696" y="897509"/>
                    </a:lnTo>
                    <a:lnTo>
                      <a:pt x="919817" y="900470"/>
                    </a:lnTo>
                    <a:lnTo>
                      <a:pt x="918938" y="903431"/>
                    </a:lnTo>
                    <a:lnTo>
                      <a:pt x="918059" y="906393"/>
                    </a:lnTo>
                    <a:lnTo>
                      <a:pt x="917181" y="909354"/>
                    </a:lnTo>
                    <a:lnTo>
                      <a:pt x="916304" y="912316"/>
                    </a:lnTo>
                    <a:lnTo>
                      <a:pt x="915687" y="914400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h1663"/>
              <p:cNvSpPr/>
              <p:nvPr/>
            </p:nvSpPr>
            <p:spPr>
              <a:xfrm>
                <a:off x="2392195" y="2412410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399"/>
                    </a:moveTo>
                    <a:lnTo>
                      <a:pt x="914399" y="931638"/>
                    </a:lnTo>
                    <a:lnTo>
                      <a:pt x="909402" y="931638"/>
                    </a:lnTo>
                    <a:lnTo>
                      <a:pt x="907264" y="922096"/>
                    </a:lnTo>
                    <a:lnTo>
                      <a:pt x="905787" y="91439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h1664"/>
              <p:cNvSpPr/>
              <p:nvPr/>
            </p:nvSpPr>
            <p:spPr>
              <a:xfrm>
                <a:off x="239219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h1665"/>
              <p:cNvSpPr/>
              <p:nvPr/>
            </p:nvSpPr>
            <p:spPr>
              <a:xfrm>
                <a:off x="24014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h1666"/>
              <p:cNvSpPr/>
              <p:nvPr/>
            </p:nvSpPr>
            <p:spPr>
              <a:xfrm>
                <a:off x="24107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h1667"/>
              <p:cNvSpPr/>
              <p:nvPr/>
            </p:nvSpPr>
            <p:spPr>
              <a:xfrm>
                <a:off x="24199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h1668"/>
              <p:cNvSpPr/>
              <p:nvPr/>
            </p:nvSpPr>
            <p:spPr>
              <a:xfrm>
                <a:off x="24292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h1669"/>
              <p:cNvSpPr/>
              <p:nvPr/>
            </p:nvSpPr>
            <p:spPr>
              <a:xfrm>
                <a:off x="24385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h1670"/>
              <p:cNvSpPr/>
              <p:nvPr/>
            </p:nvSpPr>
            <p:spPr>
              <a:xfrm>
                <a:off x="24477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h1671"/>
              <p:cNvSpPr/>
              <p:nvPr/>
            </p:nvSpPr>
            <p:spPr>
              <a:xfrm>
                <a:off x="24570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h1672"/>
              <p:cNvSpPr/>
              <p:nvPr/>
            </p:nvSpPr>
            <p:spPr>
              <a:xfrm>
                <a:off x="24662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h1673"/>
              <p:cNvSpPr/>
              <p:nvPr/>
            </p:nvSpPr>
            <p:spPr>
              <a:xfrm>
                <a:off x="247555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h1674"/>
              <p:cNvSpPr/>
              <p:nvPr/>
            </p:nvSpPr>
            <p:spPr>
              <a:xfrm>
                <a:off x="24848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h1675"/>
              <p:cNvSpPr/>
              <p:nvPr/>
            </p:nvSpPr>
            <p:spPr>
              <a:xfrm>
                <a:off x="24940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h1676"/>
              <p:cNvSpPr/>
              <p:nvPr/>
            </p:nvSpPr>
            <p:spPr>
              <a:xfrm>
                <a:off x="25033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h1677"/>
              <p:cNvSpPr/>
              <p:nvPr/>
            </p:nvSpPr>
            <p:spPr>
              <a:xfrm>
                <a:off x="25126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h1678"/>
              <p:cNvSpPr/>
              <p:nvPr/>
            </p:nvSpPr>
            <p:spPr>
              <a:xfrm>
                <a:off x="25218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h1679"/>
              <p:cNvSpPr/>
              <p:nvPr/>
            </p:nvSpPr>
            <p:spPr>
              <a:xfrm>
                <a:off x="25311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h1680"/>
              <p:cNvSpPr/>
              <p:nvPr/>
            </p:nvSpPr>
            <p:spPr>
              <a:xfrm>
                <a:off x="25403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h1681"/>
              <p:cNvSpPr/>
              <p:nvPr/>
            </p:nvSpPr>
            <p:spPr>
              <a:xfrm>
                <a:off x="25496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h1682"/>
              <p:cNvSpPr/>
              <p:nvPr/>
            </p:nvSpPr>
            <p:spPr>
              <a:xfrm>
                <a:off x="25589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h1683"/>
              <p:cNvSpPr/>
              <p:nvPr/>
            </p:nvSpPr>
            <p:spPr>
              <a:xfrm>
                <a:off x="25681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h1684"/>
              <p:cNvSpPr/>
              <p:nvPr/>
            </p:nvSpPr>
            <p:spPr>
              <a:xfrm>
                <a:off x="25774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h1685"/>
              <p:cNvSpPr/>
              <p:nvPr/>
            </p:nvSpPr>
            <p:spPr>
              <a:xfrm>
                <a:off x="25867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h1686"/>
              <p:cNvSpPr/>
              <p:nvPr/>
            </p:nvSpPr>
            <p:spPr>
              <a:xfrm>
                <a:off x="25959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h1687"/>
              <p:cNvSpPr/>
              <p:nvPr/>
            </p:nvSpPr>
            <p:spPr>
              <a:xfrm>
                <a:off x="26052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h1688"/>
              <p:cNvSpPr/>
              <p:nvPr/>
            </p:nvSpPr>
            <p:spPr>
              <a:xfrm>
                <a:off x="26144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h1689"/>
              <p:cNvSpPr/>
              <p:nvPr/>
            </p:nvSpPr>
            <p:spPr>
              <a:xfrm>
                <a:off x="26237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h1690"/>
              <p:cNvSpPr/>
              <p:nvPr/>
            </p:nvSpPr>
            <p:spPr>
              <a:xfrm>
                <a:off x="26330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h1691"/>
              <p:cNvSpPr/>
              <p:nvPr/>
            </p:nvSpPr>
            <p:spPr>
              <a:xfrm>
                <a:off x="26422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h1692"/>
              <p:cNvSpPr/>
              <p:nvPr/>
            </p:nvSpPr>
            <p:spPr>
              <a:xfrm>
                <a:off x="26515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h1693"/>
              <p:cNvSpPr/>
              <p:nvPr/>
            </p:nvSpPr>
            <p:spPr>
              <a:xfrm>
                <a:off x="26607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h1694"/>
              <p:cNvSpPr/>
              <p:nvPr/>
            </p:nvSpPr>
            <p:spPr>
              <a:xfrm>
                <a:off x="2670061" y="2429648"/>
                <a:ext cx="922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69" y="897262"/>
                    </a:lnTo>
                    <a:lnTo>
                      <a:pt x="917661" y="897574"/>
                    </a:lnTo>
                    <a:lnTo>
                      <a:pt x="917755" y="897889"/>
                    </a:lnTo>
                    <a:lnTo>
                      <a:pt x="917849" y="898205"/>
                    </a:lnTo>
                    <a:lnTo>
                      <a:pt x="917942" y="898521"/>
                    </a:lnTo>
                    <a:lnTo>
                      <a:pt x="918036" y="898836"/>
                    </a:lnTo>
                    <a:lnTo>
                      <a:pt x="918130" y="899152"/>
                    </a:lnTo>
                    <a:lnTo>
                      <a:pt x="918223" y="899468"/>
                    </a:lnTo>
                    <a:lnTo>
                      <a:pt x="918317" y="899783"/>
                    </a:lnTo>
                    <a:lnTo>
                      <a:pt x="918411" y="900099"/>
                    </a:lnTo>
                    <a:lnTo>
                      <a:pt x="918504" y="900415"/>
                    </a:lnTo>
                    <a:lnTo>
                      <a:pt x="918598" y="900730"/>
                    </a:lnTo>
                    <a:lnTo>
                      <a:pt x="918691" y="901046"/>
                    </a:lnTo>
                    <a:lnTo>
                      <a:pt x="918785" y="901362"/>
                    </a:lnTo>
                    <a:lnTo>
                      <a:pt x="918879" y="901677"/>
                    </a:lnTo>
                    <a:lnTo>
                      <a:pt x="918972" y="901993"/>
                    </a:lnTo>
                    <a:lnTo>
                      <a:pt x="919066" y="902309"/>
                    </a:lnTo>
                    <a:lnTo>
                      <a:pt x="919160" y="902625"/>
                    </a:lnTo>
                    <a:lnTo>
                      <a:pt x="919253" y="902940"/>
                    </a:lnTo>
                    <a:lnTo>
                      <a:pt x="919347" y="903256"/>
                    </a:lnTo>
                    <a:lnTo>
                      <a:pt x="919440" y="903572"/>
                    </a:lnTo>
                    <a:lnTo>
                      <a:pt x="919534" y="903887"/>
                    </a:lnTo>
                    <a:lnTo>
                      <a:pt x="919627" y="904203"/>
                    </a:lnTo>
                    <a:lnTo>
                      <a:pt x="919721" y="904519"/>
                    </a:lnTo>
                    <a:lnTo>
                      <a:pt x="919815" y="904834"/>
                    </a:lnTo>
                    <a:lnTo>
                      <a:pt x="919908" y="905150"/>
                    </a:lnTo>
                    <a:lnTo>
                      <a:pt x="920002" y="905466"/>
                    </a:lnTo>
                    <a:lnTo>
                      <a:pt x="920095" y="905781"/>
                    </a:lnTo>
                    <a:lnTo>
                      <a:pt x="920189" y="906097"/>
                    </a:lnTo>
                    <a:lnTo>
                      <a:pt x="920282" y="906413"/>
                    </a:lnTo>
                    <a:lnTo>
                      <a:pt x="920376" y="906728"/>
                    </a:lnTo>
                    <a:lnTo>
                      <a:pt x="920469" y="907044"/>
                    </a:lnTo>
                    <a:lnTo>
                      <a:pt x="920563" y="907360"/>
                    </a:lnTo>
                    <a:lnTo>
                      <a:pt x="920657" y="907676"/>
                    </a:lnTo>
                    <a:lnTo>
                      <a:pt x="920750" y="907991"/>
                    </a:lnTo>
                    <a:lnTo>
                      <a:pt x="920844" y="908307"/>
                    </a:lnTo>
                    <a:lnTo>
                      <a:pt x="920937" y="908623"/>
                    </a:lnTo>
                    <a:lnTo>
                      <a:pt x="921031" y="908938"/>
                    </a:lnTo>
                    <a:lnTo>
                      <a:pt x="921124" y="909254"/>
                    </a:lnTo>
                    <a:lnTo>
                      <a:pt x="921218" y="909570"/>
                    </a:lnTo>
                    <a:lnTo>
                      <a:pt x="921311" y="909885"/>
                    </a:lnTo>
                    <a:lnTo>
                      <a:pt x="921405" y="910201"/>
                    </a:lnTo>
                    <a:lnTo>
                      <a:pt x="921498" y="910517"/>
                    </a:lnTo>
                    <a:lnTo>
                      <a:pt x="921592" y="910832"/>
                    </a:lnTo>
                    <a:lnTo>
                      <a:pt x="921685" y="911148"/>
                    </a:lnTo>
                    <a:lnTo>
                      <a:pt x="921779" y="911464"/>
                    </a:lnTo>
                    <a:lnTo>
                      <a:pt x="921872" y="911780"/>
                    </a:lnTo>
                    <a:lnTo>
                      <a:pt x="921966" y="912095"/>
                    </a:lnTo>
                    <a:lnTo>
                      <a:pt x="922059" y="912411"/>
                    </a:lnTo>
                    <a:lnTo>
                      <a:pt x="922152" y="912727"/>
                    </a:lnTo>
                    <a:lnTo>
                      <a:pt x="922246" y="913042"/>
                    </a:lnTo>
                    <a:lnTo>
                      <a:pt x="922339" y="913358"/>
                    </a:lnTo>
                    <a:lnTo>
                      <a:pt x="922433" y="913674"/>
                    </a:lnTo>
                    <a:lnTo>
                      <a:pt x="922526" y="913989"/>
                    </a:lnTo>
                    <a:lnTo>
                      <a:pt x="922648" y="914400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h1695"/>
              <p:cNvSpPr/>
              <p:nvPr/>
            </p:nvSpPr>
            <p:spPr>
              <a:xfrm>
                <a:off x="2716372" y="24124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977" y="931638"/>
                    </a:lnTo>
                    <a:lnTo>
                      <a:pt x="906755" y="927763"/>
                    </a:lnTo>
                    <a:lnTo>
                      <a:pt x="909133" y="917613"/>
                    </a:lnTo>
                    <a:lnTo>
                      <a:pt x="909999" y="91439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h1696"/>
              <p:cNvSpPr/>
              <p:nvPr/>
            </p:nvSpPr>
            <p:spPr>
              <a:xfrm>
                <a:off x="27163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h1697"/>
              <p:cNvSpPr/>
              <p:nvPr/>
            </p:nvSpPr>
            <p:spPr>
              <a:xfrm>
                <a:off x="27256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h1698"/>
              <p:cNvSpPr/>
              <p:nvPr/>
            </p:nvSpPr>
            <p:spPr>
              <a:xfrm>
                <a:off x="27348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h1699"/>
              <p:cNvSpPr/>
              <p:nvPr/>
            </p:nvSpPr>
            <p:spPr>
              <a:xfrm>
                <a:off x="27441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h1700"/>
              <p:cNvSpPr/>
              <p:nvPr/>
            </p:nvSpPr>
            <p:spPr>
              <a:xfrm>
                <a:off x="27534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h1701"/>
              <p:cNvSpPr/>
              <p:nvPr/>
            </p:nvSpPr>
            <p:spPr>
              <a:xfrm>
                <a:off x="27626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h1702"/>
              <p:cNvSpPr/>
              <p:nvPr/>
            </p:nvSpPr>
            <p:spPr>
              <a:xfrm>
                <a:off x="277194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h1703"/>
              <p:cNvSpPr/>
              <p:nvPr/>
            </p:nvSpPr>
            <p:spPr>
              <a:xfrm>
                <a:off x="27812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h1704"/>
              <p:cNvSpPr/>
              <p:nvPr/>
            </p:nvSpPr>
            <p:spPr>
              <a:xfrm>
                <a:off x="27904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h1705"/>
              <p:cNvSpPr/>
              <p:nvPr/>
            </p:nvSpPr>
            <p:spPr>
              <a:xfrm>
                <a:off x="27997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h1706"/>
              <p:cNvSpPr/>
              <p:nvPr/>
            </p:nvSpPr>
            <p:spPr>
              <a:xfrm>
                <a:off x="28089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h1707"/>
              <p:cNvSpPr/>
              <p:nvPr/>
            </p:nvSpPr>
            <p:spPr>
              <a:xfrm>
                <a:off x="28182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h1708"/>
              <p:cNvSpPr/>
              <p:nvPr/>
            </p:nvSpPr>
            <p:spPr>
              <a:xfrm>
                <a:off x="28275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h1709"/>
              <p:cNvSpPr/>
              <p:nvPr/>
            </p:nvSpPr>
            <p:spPr>
              <a:xfrm>
                <a:off x="28367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h1710"/>
              <p:cNvSpPr/>
              <p:nvPr/>
            </p:nvSpPr>
            <p:spPr>
              <a:xfrm>
                <a:off x="28460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h1711"/>
              <p:cNvSpPr/>
              <p:nvPr/>
            </p:nvSpPr>
            <p:spPr>
              <a:xfrm>
                <a:off x="28553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h1712"/>
              <p:cNvSpPr/>
              <p:nvPr/>
            </p:nvSpPr>
            <p:spPr>
              <a:xfrm>
                <a:off x="28645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h1713"/>
              <p:cNvSpPr/>
              <p:nvPr/>
            </p:nvSpPr>
            <p:spPr>
              <a:xfrm>
                <a:off x="28738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h1714"/>
              <p:cNvSpPr/>
              <p:nvPr/>
            </p:nvSpPr>
            <p:spPr>
              <a:xfrm>
                <a:off x="28830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h1715"/>
              <p:cNvSpPr/>
              <p:nvPr/>
            </p:nvSpPr>
            <p:spPr>
              <a:xfrm>
                <a:off x="289235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h1716"/>
              <p:cNvSpPr/>
              <p:nvPr/>
            </p:nvSpPr>
            <p:spPr>
              <a:xfrm>
                <a:off x="29016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h1717"/>
              <p:cNvSpPr/>
              <p:nvPr/>
            </p:nvSpPr>
            <p:spPr>
              <a:xfrm>
                <a:off x="29108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h1718"/>
              <p:cNvSpPr/>
              <p:nvPr/>
            </p:nvSpPr>
            <p:spPr>
              <a:xfrm>
                <a:off x="29201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h1719"/>
              <p:cNvSpPr/>
              <p:nvPr/>
            </p:nvSpPr>
            <p:spPr>
              <a:xfrm>
                <a:off x="29294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h1720"/>
              <p:cNvSpPr/>
              <p:nvPr/>
            </p:nvSpPr>
            <p:spPr>
              <a:xfrm>
                <a:off x="29386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h1721"/>
              <p:cNvSpPr/>
              <p:nvPr/>
            </p:nvSpPr>
            <p:spPr>
              <a:xfrm>
                <a:off x="29479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h1722"/>
              <p:cNvSpPr/>
              <p:nvPr/>
            </p:nvSpPr>
            <p:spPr>
              <a:xfrm>
                <a:off x="29571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h1723"/>
              <p:cNvSpPr/>
              <p:nvPr/>
            </p:nvSpPr>
            <p:spPr>
              <a:xfrm>
                <a:off x="29664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h1724"/>
              <p:cNvSpPr/>
              <p:nvPr/>
            </p:nvSpPr>
            <p:spPr>
              <a:xfrm>
                <a:off x="29757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h1725"/>
              <p:cNvSpPr/>
              <p:nvPr/>
            </p:nvSpPr>
            <p:spPr>
              <a:xfrm>
                <a:off x="29849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h1726"/>
              <p:cNvSpPr/>
              <p:nvPr/>
            </p:nvSpPr>
            <p:spPr>
              <a:xfrm>
                <a:off x="29942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h1727"/>
              <p:cNvSpPr/>
              <p:nvPr/>
            </p:nvSpPr>
            <p:spPr>
              <a:xfrm>
                <a:off x="30035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h1728"/>
              <p:cNvSpPr/>
              <p:nvPr/>
            </p:nvSpPr>
            <p:spPr>
              <a:xfrm>
                <a:off x="30127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h1729"/>
              <p:cNvSpPr/>
              <p:nvPr/>
            </p:nvSpPr>
            <p:spPr>
              <a:xfrm>
                <a:off x="30220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h1730"/>
              <p:cNvSpPr/>
              <p:nvPr/>
            </p:nvSpPr>
            <p:spPr>
              <a:xfrm>
                <a:off x="30312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h1731"/>
              <p:cNvSpPr/>
              <p:nvPr/>
            </p:nvSpPr>
            <p:spPr>
              <a:xfrm>
                <a:off x="30405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h1732"/>
              <p:cNvSpPr/>
              <p:nvPr/>
            </p:nvSpPr>
            <p:spPr>
              <a:xfrm>
                <a:off x="30498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h1733"/>
              <p:cNvSpPr/>
              <p:nvPr/>
            </p:nvSpPr>
            <p:spPr>
              <a:xfrm>
                <a:off x="30590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h1734"/>
              <p:cNvSpPr/>
              <p:nvPr/>
            </p:nvSpPr>
            <p:spPr>
              <a:xfrm>
                <a:off x="30683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h1735"/>
              <p:cNvSpPr/>
              <p:nvPr/>
            </p:nvSpPr>
            <p:spPr>
              <a:xfrm>
                <a:off x="30775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h1736"/>
              <p:cNvSpPr/>
              <p:nvPr/>
            </p:nvSpPr>
            <p:spPr>
              <a:xfrm>
                <a:off x="308686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h1737"/>
              <p:cNvSpPr/>
              <p:nvPr/>
            </p:nvSpPr>
            <p:spPr>
              <a:xfrm>
                <a:off x="309612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h1738"/>
              <p:cNvSpPr/>
              <p:nvPr/>
            </p:nvSpPr>
            <p:spPr>
              <a:xfrm>
                <a:off x="310538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h1739"/>
              <p:cNvSpPr/>
              <p:nvPr/>
            </p:nvSpPr>
            <p:spPr>
              <a:xfrm>
                <a:off x="311464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h1740"/>
              <p:cNvSpPr/>
              <p:nvPr/>
            </p:nvSpPr>
            <p:spPr>
              <a:xfrm>
                <a:off x="312391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h1741"/>
              <p:cNvSpPr/>
              <p:nvPr/>
            </p:nvSpPr>
            <p:spPr>
              <a:xfrm>
                <a:off x="31331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h1742"/>
              <p:cNvSpPr/>
              <p:nvPr/>
            </p:nvSpPr>
            <p:spPr>
              <a:xfrm>
                <a:off x="31424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h1743"/>
              <p:cNvSpPr/>
              <p:nvPr/>
            </p:nvSpPr>
            <p:spPr>
              <a:xfrm>
                <a:off x="31516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h1744"/>
              <p:cNvSpPr/>
              <p:nvPr/>
            </p:nvSpPr>
            <p:spPr>
              <a:xfrm>
                <a:off x="31609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h1745"/>
              <p:cNvSpPr/>
              <p:nvPr/>
            </p:nvSpPr>
            <p:spPr>
              <a:xfrm>
                <a:off x="31702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h1746"/>
              <p:cNvSpPr/>
              <p:nvPr/>
            </p:nvSpPr>
            <p:spPr>
              <a:xfrm>
                <a:off x="31794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h1747"/>
              <p:cNvSpPr/>
              <p:nvPr/>
            </p:nvSpPr>
            <p:spPr>
              <a:xfrm>
                <a:off x="318874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h1748"/>
              <p:cNvSpPr/>
              <p:nvPr/>
            </p:nvSpPr>
            <p:spPr>
              <a:xfrm>
                <a:off x="31980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h1749"/>
              <p:cNvSpPr/>
              <p:nvPr/>
            </p:nvSpPr>
            <p:spPr>
              <a:xfrm>
                <a:off x="32072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h1750"/>
              <p:cNvSpPr/>
              <p:nvPr/>
            </p:nvSpPr>
            <p:spPr>
              <a:xfrm>
                <a:off x="32165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h1751"/>
              <p:cNvSpPr/>
              <p:nvPr/>
            </p:nvSpPr>
            <p:spPr>
              <a:xfrm>
                <a:off x="32257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h1752"/>
              <p:cNvSpPr/>
              <p:nvPr/>
            </p:nvSpPr>
            <p:spPr>
              <a:xfrm>
                <a:off x="32350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h1753"/>
              <p:cNvSpPr/>
              <p:nvPr/>
            </p:nvSpPr>
            <p:spPr>
              <a:xfrm>
                <a:off x="3244319" y="24296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769"/>
                    </a:lnTo>
                    <a:lnTo>
                      <a:pt x="923336" y="905864"/>
                    </a:lnTo>
                    <a:lnTo>
                      <a:pt x="922456" y="908825"/>
                    </a:lnTo>
                    <a:lnTo>
                      <a:pt x="921576" y="911786"/>
                    </a:lnTo>
                    <a:lnTo>
                      <a:pt x="920799" y="914400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h1754"/>
              <p:cNvSpPr/>
              <p:nvPr/>
            </p:nvSpPr>
            <p:spPr>
              <a:xfrm>
                <a:off x="3253581" y="2412410"/>
                <a:ext cx="916664" cy="922007"/>
              </a:xfrm>
              <a:custGeom>
                <a:avLst/>
                <a:gdLst/>
                <a:ahLst/>
                <a:cxnLst/>
                <a:rect l="0" t="0" r="0" b="0"/>
                <a:pathLst>
                  <a:path w="916664" h="922007">
                    <a:moveTo>
                      <a:pt x="914400" y="914399"/>
                    </a:moveTo>
                    <a:lnTo>
                      <a:pt x="916664" y="914399"/>
                    </a:lnTo>
                    <a:lnTo>
                      <a:pt x="915836" y="917181"/>
                    </a:lnTo>
                    <a:lnTo>
                      <a:pt x="914955" y="920141"/>
                    </a:lnTo>
                    <a:lnTo>
                      <a:pt x="914400" y="922007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h1755"/>
              <p:cNvSpPr/>
              <p:nvPr/>
            </p:nvSpPr>
            <p:spPr>
              <a:xfrm>
                <a:off x="2382932" y="2395171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925" y="918906"/>
                    </a:lnTo>
                    <a:lnTo>
                      <a:pt x="912335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h1756"/>
              <p:cNvSpPr/>
              <p:nvPr/>
            </p:nvSpPr>
            <p:spPr>
              <a:xfrm>
                <a:off x="23829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49" y="931638"/>
                    </a:lnTo>
                    <a:lnTo>
                      <a:pt x="914583" y="929207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h1757"/>
              <p:cNvSpPr/>
              <p:nvPr/>
            </p:nvSpPr>
            <p:spPr>
              <a:xfrm>
                <a:off x="239219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h1758"/>
              <p:cNvSpPr/>
              <p:nvPr/>
            </p:nvSpPr>
            <p:spPr>
              <a:xfrm>
                <a:off x="24014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h1759"/>
              <p:cNvSpPr/>
              <p:nvPr/>
            </p:nvSpPr>
            <p:spPr>
              <a:xfrm>
                <a:off x="24107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h1760"/>
              <p:cNvSpPr/>
              <p:nvPr/>
            </p:nvSpPr>
            <p:spPr>
              <a:xfrm>
                <a:off x="24199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h1761"/>
              <p:cNvSpPr/>
              <p:nvPr/>
            </p:nvSpPr>
            <p:spPr>
              <a:xfrm>
                <a:off x="24292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h1762"/>
              <p:cNvSpPr/>
              <p:nvPr/>
            </p:nvSpPr>
            <p:spPr>
              <a:xfrm>
                <a:off x="24385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h1763"/>
              <p:cNvSpPr/>
              <p:nvPr/>
            </p:nvSpPr>
            <p:spPr>
              <a:xfrm>
                <a:off x="24477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h1764"/>
              <p:cNvSpPr/>
              <p:nvPr/>
            </p:nvSpPr>
            <p:spPr>
              <a:xfrm>
                <a:off x="24570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h1765"/>
              <p:cNvSpPr/>
              <p:nvPr/>
            </p:nvSpPr>
            <p:spPr>
              <a:xfrm>
                <a:off x="24662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h1766"/>
              <p:cNvSpPr/>
              <p:nvPr/>
            </p:nvSpPr>
            <p:spPr>
              <a:xfrm>
                <a:off x="247555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h1767"/>
              <p:cNvSpPr/>
              <p:nvPr/>
            </p:nvSpPr>
            <p:spPr>
              <a:xfrm>
                <a:off x="24848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h1768"/>
              <p:cNvSpPr/>
              <p:nvPr/>
            </p:nvSpPr>
            <p:spPr>
              <a:xfrm>
                <a:off x="24940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h1769"/>
              <p:cNvSpPr/>
              <p:nvPr/>
            </p:nvSpPr>
            <p:spPr>
              <a:xfrm>
                <a:off x="25033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h1770"/>
              <p:cNvSpPr/>
              <p:nvPr/>
            </p:nvSpPr>
            <p:spPr>
              <a:xfrm>
                <a:off x="25126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h1771"/>
              <p:cNvSpPr/>
              <p:nvPr/>
            </p:nvSpPr>
            <p:spPr>
              <a:xfrm>
                <a:off x="25218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h1772"/>
              <p:cNvSpPr/>
              <p:nvPr/>
            </p:nvSpPr>
            <p:spPr>
              <a:xfrm>
                <a:off x="25311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h1773"/>
              <p:cNvSpPr/>
              <p:nvPr/>
            </p:nvSpPr>
            <p:spPr>
              <a:xfrm>
                <a:off x="25403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h1774"/>
              <p:cNvSpPr/>
              <p:nvPr/>
            </p:nvSpPr>
            <p:spPr>
              <a:xfrm>
                <a:off x="25496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h1775"/>
              <p:cNvSpPr/>
              <p:nvPr/>
            </p:nvSpPr>
            <p:spPr>
              <a:xfrm>
                <a:off x="25589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h1776"/>
              <p:cNvSpPr/>
              <p:nvPr/>
            </p:nvSpPr>
            <p:spPr>
              <a:xfrm>
                <a:off x="25681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h1777"/>
              <p:cNvSpPr/>
              <p:nvPr/>
            </p:nvSpPr>
            <p:spPr>
              <a:xfrm>
                <a:off x="25774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h1778"/>
              <p:cNvSpPr/>
              <p:nvPr/>
            </p:nvSpPr>
            <p:spPr>
              <a:xfrm>
                <a:off x="25867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h1779"/>
              <p:cNvSpPr/>
              <p:nvPr/>
            </p:nvSpPr>
            <p:spPr>
              <a:xfrm>
                <a:off x="25959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h1780"/>
              <p:cNvSpPr/>
              <p:nvPr/>
            </p:nvSpPr>
            <p:spPr>
              <a:xfrm>
                <a:off x="26052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h1781"/>
              <p:cNvSpPr/>
              <p:nvPr/>
            </p:nvSpPr>
            <p:spPr>
              <a:xfrm>
                <a:off x="26144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h1782"/>
              <p:cNvSpPr/>
              <p:nvPr/>
            </p:nvSpPr>
            <p:spPr>
              <a:xfrm>
                <a:off x="26237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h1783"/>
              <p:cNvSpPr/>
              <p:nvPr/>
            </p:nvSpPr>
            <p:spPr>
              <a:xfrm>
                <a:off x="26330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h1784"/>
              <p:cNvSpPr/>
              <p:nvPr/>
            </p:nvSpPr>
            <p:spPr>
              <a:xfrm>
                <a:off x="26422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h1785"/>
              <p:cNvSpPr/>
              <p:nvPr/>
            </p:nvSpPr>
            <p:spPr>
              <a:xfrm>
                <a:off x="26515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h1786"/>
              <p:cNvSpPr/>
              <p:nvPr/>
            </p:nvSpPr>
            <p:spPr>
              <a:xfrm>
                <a:off x="2670061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1802" y="897161"/>
                    </a:lnTo>
                    <a:lnTo>
                      <a:pt x="914400" y="904545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h1787"/>
              <p:cNvSpPr/>
              <p:nvPr/>
            </p:nvSpPr>
            <p:spPr>
              <a:xfrm>
                <a:off x="2670061" y="2412410"/>
                <a:ext cx="91753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37" h="914399">
                    <a:moveTo>
                      <a:pt x="914400" y="914399"/>
                    </a:moveTo>
                    <a:lnTo>
                      <a:pt x="914400" y="904545"/>
                    </a:lnTo>
                    <a:lnTo>
                      <a:pt x="914757" y="905562"/>
                    </a:lnTo>
                    <a:lnTo>
                      <a:pt x="917537" y="91439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h1788"/>
              <p:cNvSpPr/>
              <p:nvPr/>
            </p:nvSpPr>
            <p:spPr>
              <a:xfrm>
                <a:off x="2716372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999" y="914399"/>
                    </a:lnTo>
                    <a:lnTo>
                      <a:pt x="911800" y="907715"/>
                    </a:lnTo>
                    <a:lnTo>
                      <a:pt x="914400" y="899231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h1789"/>
              <p:cNvSpPr/>
              <p:nvPr/>
            </p:nvSpPr>
            <p:spPr>
              <a:xfrm>
                <a:off x="2725634" y="23951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70"/>
                    </a:lnTo>
                    <a:lnTo>
                      <a:pt x="905485" y="915336"/>
                    </a:lnTo>
                    <a:lnTo>
                      <a:pt x="905809" y="914400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h1790"/>
              <p:cNvSpPr/>
              <p:nvPr/>
            </p:nvSpPr>
            <p:spPr>
              <a:xfrm>
                <a:off x="27256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h1791"/>
              <p:cNvSpPr/>
              <p:nvPr/>
            </p:nvSpPr>
            <p:spPr>
              <a:xfrm>
                <a:off x="27348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h1792"/>
              <p:cNvSpPr/>
              <p:nvPr/>
            </p:nvSpPr>
            <p:spPr>
              <a:xfrm>
                <a:off x="27441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h1793"/>
              <p:cNvSpPr/>
              <p:nvPr/>
            </p:nvSpPr>
            <p:spPr>
              <a:xfrm>
                <a:off x="27534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h1794"/>
              <p:cNvSpPr/>
              <p:nvPr/>
            </p:nvSpPr>
            <p:spPr>
              <a:xfrm>
                <a:off x="27626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h1795"/>
              <p:cNvSpPr/>
              <p:nvPr/>
            </p:nvSpPr>
            <p:spPr>
              <a:xfrm>
                <a:off x="277194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h1796"/>
              <p:cNvSpPr/>
              <p:nvPr/>
            </p:nvSpPr>
            <p:spPr>
              <a:xfrm>
                <a:off x="27812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h1797"/>
              <p:cNvSpPr/>
              <p:nvPr/>
            </p:nvSpPr>
            <p:spPr>
              <a:xfrm>
                <a:off x="27904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h1798"/>
              <p:cNvSpPr/>
              <p:nvPr/>
            </p:nvSpPr>
            <p:spPr>
              <a:xfrm>
                <a:off x="27997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h1799"/>
              <p:cNvSpPr/>
              <p:nvPr/>
            </p:nvSpPr>
            <p:spPr>
              <a:xfrm>
                <a:off x="28089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h1800"/>
              <p:cNvSpPr/>
              <p:nvPr/>
            </p:nvSpPr>
            <p:spPr>
              <a:xfrm>
                <a:off x="28182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h1801"/>
              <p:cNvSpPr/>
              <p:nvPr/>
            </p:nvSpPr>
            <p:spPr>
              <a:xfrm>
                <a:off x="28275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h1802"/>
              <p:cNvSpPr/>
              <p:nvPr/>
            </p:nvSpPr>
            <p:spPr>
              <a:xfrm>
                <a:off x="28367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h1803"/>
              <p:cNvSpPr/>
              <p:nvPr/>
            </p:nvSpPr>
            <p:spPr>
              <a:xfrm>
                <a:off x="28460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h1804"/>
              <p:cNvSpPr/>
              <p:nvPr/>
            </p:nvSpPr>
            <p:spPr>
              <a:xfrm>
                <a:off x="28553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h1805"/>
              <p:cNvSpPr/>
              <p:nvPr/>
            </p:nvSpPr>
            <p:spPr>
              <a:xfrm>
                <a:off x="28645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h1806"/>
              <p:cNvSpPr/>
              <p:nvPr/>
            </p:nvSpPr>
            <p:spPr>
              <a:xfrm>
                <a:off x="28738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h1807"/>
              <p:cNvSpPr/>
              <p:nvPr/>
            </p:nvSpPr>
            <p:spPr>
              <a:xfrm>
                <a:off x="28830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h1808"/>
              <p:cNvSpPr/>
              <p:nvPr/>
            </p:nvSpPr>
            <p:spPr>
              <a:xfrm>
                <a:off x="289235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h1809"/>
              <p:cNvSpPr/>
              <p:nvPr/>
            </p:nvSpPr>
            <p:spPr>
              <a:xfrm>
                <a:off x="29016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h1810"/>
              <p:cNvSpPr/>
              <p:nvPr/>
            </p:nvSpPr>
            <p:spPr>
              <a:xfrm>
                <a:off x="29108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h1811"/>
              <p:cNvSpPr/>
              <p:nvPr/>
            </p:nvSpPr>
            <p:spPr>
              <a:xfrm>
                <a:off x="29201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h1812"/>
              <p:cNvSpPr/>
              <p:nvPr/>
            </p:nvSpPr>
            <p:spPr>
              <a:xfrm>
                <a:off x="29294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h1813"/>
              <p:cNvSpPr/>
              <p:nvPr/>
            </p:nvSpPr>
            <p:spPr>
              <a:xfrm>
                <a:off x="29386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h1814"/>
              <p:cNvSpPr/>
              <p:nvPr/>
            </p:nvSpPr>
            <p:spPr>
              <a:xfrm>
                <a:off x="29479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h1815"/>
              <p:cNvSpPr/>
              <p:nvPr/>
            </p:nvSpPr>
            <p:spPr>
              <a:xfrm>
                <a:off x="29571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h1816"/>
              <p:cNvSpPr/>
              <p:nvPr/>
            </p:nvSpPr>
            <p:spPr>
              <a:xfrm>
                <a:off x="29664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h1817"/>
              <p:cNvSpPr/>
              <p:nvPr/>
            </p:nvSpPr>
            <p:spPr>
              <a:xfrm>
                <a:off x="29757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h1818"/>
              <p:cNvSpPr/>
              <p:nvPr/>
            </p:nvSpPr>
            <p:spPr>
              <a:xfrm>
                <a:off x="29849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h1819"/>
              <p:cNvSpPr/>
              <p:nvPr/>
            </p:nvSpPr>
            <p:spPr>
              <a:xfrm>
                <a:off x="29942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h1820"/>
              <p:cNvSpPr/>
              <p:nvPr/>
            </p:nvSpPr>
            <p:spPr>
              <a:xfrm>
                <a:off x="30035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h1821"/>
              <p:cNvSpPr/>
              <p:nvPr/>
            </p:nvSpPr>
            <p:spPr>
              <a:xfrm>
                <a:off x="30127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h1822"/>
              <p:cNvSpPr/>
              <p:nvPr/>
            </p:nvSpPr>
            <p:spPr>
              <a:xfrm>
                <a:off x="30220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h1823"/>
              <p:cNvSpPr/>
              <p:nvPr/>
            </p:nvSpPr>
            <p:spPr>
              <a:xfrm>
                <a:off x="30312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h1824"/>
              <p:cNvSpPr/>
              <p:nvPr/>
            </p:nvSpPr>
            <p:spPr>
              <a:xfrm>
                <a:off x="30405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h1825"/>
              <p:cNvSpPr/>
              <p:nvPr/>
            </p:nvSpPr>
            <p:spPr>
              <a:xfrm>
                <a:off x="30498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h1826"/>
              <p:cNvSpPr/>
              <p:nvPr/>
            </p:nvSpPr>
            <p:spPr>
              <a:xfrm>
                <a:off x="30590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h1827"/>
              <p:cNvSpPr/>
              <p:nvPr/>
            </p:nvSpPr>
            <p:spPr>
              <a:xfrm>
                <a:off x="30683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h1828"/>
              <p:cNvSpPr/>
              <p:nvPr/>
            </p:nvSpPr>
            <p:spPr>
              <a:xfrm>
                <a:off x="307759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h1829"/>
              <p:cNvSpPr/>
              <p:nvPr/>
            </p:nvSpPr>
            <p:spPr>
              <a:xfrm>
                <a:off x="308686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h1830"/>
              <p:cNvSpPr/>
              <p:nvPr/>
            </p:nvSpPr>
            <p:spPr>
              <a:xfrm>
                <a:off x="309612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h1831"/>
              <p:cNvSpPr/>
              <p:nvPr/>
            </p:nvSpPr>
            <p:spPr>
              <a:xfrm>
                <a:off x="310538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h1832"/>
              <p:cNvSpPr/>
              <p:nvPr/>
            </p:nvSpPr>
            <p:spPr>
              <a:xfrm>
                <a:off x="311464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h1833"/>
              <p:cNvSpPr/>
              <p:nvPr/>
            </p:nvSpPr>
            <p:spPr>
              <a:xfrm>
                <a:off x="312391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h1834"/>
              <p:cNvSpPr/>
              <p:nvPr/>
            </p:nvSpPr>
            <p:spPr>
              <a:xfrm>
                <a:off x="313317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h1835"/>
              <p:cNvSpPr/>
              <p:nvPr/>
            </p:nvSpPr>
            <p:spPr>
              <a:xfrm>
                <a:off x="31424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h1836"/>
              <p:cNvSpPr/>
              <p:nvPr/>
            </p:nvSpPr>
            <p:spPr>
              <a:xfrm>
                <a:off x="31516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h1837"/>
              <p:cNvSpPr/>
              <p:nvPr/>
            </p:nvSpPr>
            <p:spPr>
              <a:xfrm>
                <a:off x="31609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h1838"/>
              <p:cNvSpPr/>
              <p:nvPr/>
            </p:nvSpPr>
            <p:spPr>
              <a:xfrm>
                <a:off x="31702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h1839"/>
              <p:cNvSpPr/>
              <p:nvPr/>
            </p:nvSpPr>
            <p:spPr>
              <a:xfrm>
                <a:off x="31794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h1840"/>
              <p:cNvSpPr/>
              <p:nvPr/>
            </p:nvSpPr>
            <p:spPr>
              <a:xfrm>
                <a:off x="318874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h1841"/>
              <p:cNvSpPr/>
              <p:nvPr/>
            </p:nvSpPr>
            <p:spPr>
              <a:xfrm>
                <a:off x="31980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h1842"/>
              <p:cNvSpPr/>
              <p:nvPr/>
            </p:nvSpPr>
            <p:spPr>
              <a:xfrm>
                <a:off x="32072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h1843"/>
              <p:cNvSpPr/>
              <p:nvPr/>
            </p:nvSpPr>
            <p:spPr>
              <a:xfrm>
                <a:off x="32165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h1844"/>
              <p:cNvSpPr/>
              <p:nvPr/>
            </p:nvSpPr>
            <p:spPr>
              <a:xfrm>
                <a:off x="32257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h1845"/>
              <p:cNvSpPr/>
              <p:nvPr/>
            </p:nvSpPr>
            <p:spPr>
              <a:xfrm>
                <a:off x="32350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h1846"/>
              <p:cNvSpPr/>
              <p:nvPr/>
            </p:nvSpPr>
            <p:spPr>
              <a:xfrm>
                <a:off x="32443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h1847"/>
              <p:cNvSpPr/>
              <p:nvPr/>
            </p:nvSpPr>
            <p:spPr>
              <a:xfrm>
                <a:off x="3253581" y="2412410"/>
                <a:ext cx="9218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0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1805" y="897161"/>
                    </a:lnTo>
                    <a:lnTo>
                      <a:pt x="921131" y="899417"/>
                    </a:lnTo>
                    <a:lnTo>
                      <a:pt x="920248" y="902378"/>
                    </a:lnTo>
                    <a:lnTo>
                      <a:pt x="919365" y="905338"/>
                    </a:lnTo>
                    <a:lnTo>
                      <a:pt x="918482" y="908299"/>
                    </a:lnTo>
                    <a:lnTo>
                      <a:pt x="917599" y="911259"/>
                    </a:lnTo>
                    <a:lnTo>
                      <a:pt x="916717" y="914220"/>
                    </a:lnTo>
                    <a:lnTo>
                      <a:pt x="916664" y="91439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h1848"/>
              <p:cNvSpPr/>
              <p:nvPr/>
            </p:nvSpPr>
            <p:spPr>
              <a:xfrm>
                <a:off x="2382932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5" y="931638"/>
                    </a:lnTo>
                    <a:lnTo>
                      <a:pt x="911557" y="925697"/>
                    </a:lnTo>
                    <a:lnTo>
                      <a:pt x="910482" y="915130"/>
                    </a:lnTo>
                    <a:lnTo>
                      <a:pt x="910429" y="91439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h1849"/>
              <p:cNvSpPr/>
              <p:nvPr/>
            </p:nvSpPr>
            <p:spPr>
              <a:xfrm>
                <a:off x="23829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h1850"/>
              <p:cNvSpPr/>
              <p:nvPr/>
            </p:nvSpPr>
            <p:spPr>
              <a:xfrm>
                <a:off x="239219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h1851"/>
              <p:cNvSpPr/>
              <p:nvPr/>
            </p:nvSpPr>
            <p:spPr>
              <a:xfrm>
                <a:off x="24014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h1852"/>
              <p:cNvSpPr/>
              <p:nvPr/>
            </p:nvSpPr>
            <p:spPr>
              <a:xfrm>
                <a:off x="24107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h1853"/>
              <p:cNvSpPr/>
              <p:nvPr/>
            </p:nvSpPr>
            <p:spPr>
              <a:xfrm>
                <a:off x="24199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h1854"/>
              <p:cNvSpPr/>
              <p:nvPr/>
            </p:nvSpPr>
            <p:spPr>
              <a:xfrm>
                <a:off x="24292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h1855"/>
              <p:cNvSpPr/>
              <p:nvPr/>
            </p:nvSpPr>
            <p:spPr>
              <a:xfrm>
                <a:off x="24385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h1856"/>
              <p:cNvSpPr/>
              <p:nvPr/>
            </p:nvSpPr>
            <p:spPr>
              <a:xfrm>
                <a:off x="24477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h1857"/>
              <p:cNvSpPr/>
              <p:nvPr/>
            </p:nvSpPr>
            <p:spPr>
              <a:xfrm>
                <a:off x="24570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h1858"/>
              <p:cNvSpPr/>
              <p:nvPr/>
            </p:nvSpPr>
            <p:spPr>
              <a:xfrm>
                <a:off x="24662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h1859"/>
              <p:cNvSpPr/>
              <p:nvPr/>
            </p:nvSpPr>
            <p:spPr>
              <a:xfrm>
                <a:off x="247555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h1860"/>
              <p:cNvSpPr/>
              <p:nvPr/>
            </p:nvSpPr>
            <p:spPr>
              <a:xfrm>
                <a:off x="24848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h1861"/>
              <p:cNvSpPr/>
              <p:nvPr/>
            </p:nvSpPr>
            <p:spPr>
              <a:xfrm>
                <a:off x="24940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h1862"/>
              <p:cNvSpPr/>
              <p:nvPr/>
            </p:nvSpPr>
            <p:spPr>
              <a:xfrm>
                <a:off x="25033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h1863"/>
              <p:cNvSpPr/>
              <p:nvPr/>
            </p:nvSpPr>
            <p:spPr>
              <a:xfrm>
                <a:off x="25126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h1864"/>
              <p:cNvSpPr/>
              <p:nvPr/>
            </p:nvSpPr>
            <p:spPr>
              <a:xfrm>
                <a:off x="25218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h1865"/>
              <p:cNvSpPr/>
              <p:nvPr/>
            </p:nvSpPr>
            <p:spPr>
              <a:xfrm>
                <a:off x="25311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h1866"/>
              <p:cNvSpPr/>
              <p:nvPr/>
            </p:nvSpPr>
            <p:spPr>
              <a:xfrm>
                <a:off x="25403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h1867"/>
              <p:cNvSpPr/>
              <p:nvPr/>
            </p:nvSpPr>
            <p:spPr>
              <a:xfrm>
                <a:off x="25496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h1868"/>
              <p:cNvSpPr/>
              <p:nvPr/>
            </p:nvSpPr>
            <p:spPr>
              <a:xfrm>
                <a:off x="25589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h1869"/>
              <p:cNvSpPr/>
              <p:nvPr/>
            </p:nvSpPr>
            <p:spPr>
              <a:xfrm>
                <a:off x="25681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h1870"/>
              <p:cNvSpPr/>
              <p:nvPr/>
            </p:nvSpPr>
            <p:spPr>
              <a:xfrm>
                <a:off x="25774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h1871"/>
              <p:cNvSpPr/>
              <p:nvPr/>
            </p:nvSpPr>
            <p:spPr>
              <a:xfrm>
                <a:off x="25867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h1872"/>
              <p:cNvSpPr/>
              <p:nvPr/>
            </p:nvSpPr>
            <p:spPr>
              <a:xfrm>
                <a:off x="25959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h1873"/>
              <p:cNvSpPr/>
              <p:nvPr/>
            </p:nvSpPr>
            <p:spPr>
              <a:xfrm>
                <a:off x="26052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h1874"/>
              <p:cNvSpPr/>
              <p:nvPr/>
            </p:nvSpPr>
            <p:spPr>
              <a:xfrm>
                <a:off x="26144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h1875"/>
              <p:cNvSpPr/>
              <p:nvPr/>
            </p:nvSpPr>
            <p:spPr>
              <a:xfrm>
                <a:off x="26237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h1876"/>
              <p:cNvSpPr/>
              <p:nvPr/>
            </p:nvSpPr>
            <p:spPr>
              <a:xfrm>
                <a:off x="26330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h1877"/>
              <p:cNvSpPr/>
              <p:nvPr/>
            </p:nvSpPr>
            <p:spPr>
              <a:xfrm>
                <a:off x="26422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h1878"/>
              <p:cNvSpPr/>
              <p:nvPr/>
            </p:nvSpPr>
            <p:spPr>
              <a:xfrm>
                <a:off x="26515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h1879"/>
              <p:cNvSpPr/>
              <p:nvPr/>
            </p:nvSpPr>
            <p:spPr>
              <a:xfrm>
                <a:off x="2660799" y="2395171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79" y="897161"/>
                    </a:lnTo>
                    <a:lnTo>
                      <a:pt x="919224" y="897955"/>
                    </a:lnTo>
                    <a:lnTo>
                      <a:pt x="916989" y="904142"/>
                    </a:lnTo>
                    <a:lnTo>
                      <a:pt x="917694" y="905766"/>
                    </a:lnTo>
                    <a:lnTo>
                      <a:pt x="920972" y="914136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h1880"/>
              <p:cNvSpPr/>
              <p:nvPr/>
            </p:nvSpPr>
            <p:spPr>
              <a:xfrm>
                <a:off x="2725634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809" y="931638"/>
                    </a:lnTo>
                    <a:lnTo>
                      <a:pt x="908704" y="923263"/>
                    </a:lnTo>
                    <a:lnTo>
                      <a:pt x="912143" y="91439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h1881"/>
              <p:cNvSpPr/>
              <p:nvPr/>
            </p:nvSpPr>
            <p:spPr>
              <a:xfrm>
                <a:off x="27256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h1882"/>
              <p:cNvSpPr/>
              <p:nvPr/>
            </p:nvSpPr>
            <p:spPr>
              <a:xfrm>
                <a:off x="27348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h1883"/>
              <p:cNvSpPr/>
              <p:nvPr/>
            </p:nvSpPr>
            <p:spPr>
              <a:xfrm>
                <a:off x="27441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h1884"/>
              <p:cNvSpPr/>
              <p:nvPr/>
            </p:nvSpPr>
            <p:spPr>
              <a:xfrm>
                <a:off x="27534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h1885"/>
              <p:cNvSpPr/>
              <p:nvPr/>
            </p:nvSpPr>
            <p:spPr>
              <a:xfrm>
                <a:off x="27626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h1886"/>
              <p:cNvSpPr/>
              <p:nvPr/>
            </p:nvSpPr>
            <p:spPr>
              <a:xfrm>
                <a:off x="277194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h1887"/>
              <p:cNvSpPr/>
              <p:nvPr/>
            </p:nvSpPr>
            <p:spPr>
              <a:xfrm>
                <a:off x="27812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h1888"/>
              <p:cNvSpPr/>
              <p:nvPr/>
            </p:nvSpPr>
            <p:spPr>
              <a:xfrm>
                <a:off x="27904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h1889"/>
              <p:cNvSpPr/>
              <p:nvPr/>
            </p:nvSpPr>
            <p:spPr>
              <a:xfrm>
                <a:off x="27997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h1890"/>
              <p:cNvSpPr/>
              <p:nvPr/>
            </p:nvSpPr>
            <p:spPr>
              <a:xfrm>
                <a:off x="28089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h1891"/>
              <p:cNvSpPr/>
              <p:nvPr/>
            </p:nvSpPr>
            <p:spPr>
              <a:xfrm>
                <a:off x="28182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h1892"/>
              <p:cNvSpPr/>
              <p:nvPr/>
            </p:nvSpPr>
            <p:spPr>
              <a:xfrm>
                <a:off x="28275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h1893"/>
              <p:cNvSpPr/>
              <p:nvPr/>
            </p:nvSpPr>
            <p:spPr>
              <a:xfrm>
                <a:off x="28367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h1894"/>
              <p:cNvSpPr/>
              <p:nvPr/>
            </p:nvSpPr>
            <p:spPr>
              <a:xfrm>
                <a:off x="28460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h1895"/>
              <p:cNvSpPr/>
              <p:nvPr/>
            </p:nvSpPr>
            <p:spPr>
              <a:xfrm>
                <a:off x="28553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h1896"/>
              <p:cNvSpPr/>
              <p:nvPr/>
            </p:nvSpPr>
            <p:spPr>
              <a:xfrm>
                <a:off x="28645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h1897"/>
              <p:cNvSpPr/>
              <p:nvPr/>
            </p:nvSpPr>
            <p:spPr>
              <a:xfrm>
                <a:off x="28738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h1898"/>
              <p:cNvSpPr/>
              <p:nvPr/>
            </p:nvSpPr>
            <p:spPr>
              <a:xfrm>
                <a:off x="28830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h1899"/>
              <p:cNvSpPr/>
              <p:nvPr/>
            </p:nvSpPr>
            <p:spPr>
              <a:xfrm>
                <a:off x="289235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h1900"/>
              <p:cNvSpPr/>
              <p:nvPr/>
            </p:nvSpPr>
            <p:spPr>
              <a:xfrm>
                <a:off x="29016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h1901"/>
              <p:cNvSpPr/>
              <p:nvPr/>
            </p:nvSpPr>
            <p:spPr>
              <a:xfrm>
                <a:off x="29108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h1902"/>
              <p:cNvSpPr/>
              <p:nvPr/>
            </p:nvSpPr>
            <p:spPr>
              <a:xfrm>
                <a:off x="29201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h1903"/>
              <p:cNvSpPr/>
              <p:nvPr/>
            </p:nvSpPr>
            <p:spPr>
              <a:xfrm>
                <a:off x="29294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h1904"/>
              <p:cNvSpPr/>
              <p:nvPr/>
            </p:nvSpPr>
            <p:spPr>
              <a:xfrm>
                <a:off x="29386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h1905"/>
              <p:cNvSpPr/>
              <p:nvPr/>
            </p:nvSpPr>
            <p:spPr>
              <a:xfrm>
                <a:off x="29479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h1906"/>
              <p:cNvSpPr/>
              <p:nvPr/>
            </p:nvSpPr>
            <p:spPr>
              <a:xfrm>
                <a:off x="29571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h1907"/>
              <p:cNvSpPr/>
              <p:nvPr/>
            </p:nvSpPr>
            <p:spPr>
              <a:xfrm>
                <a:off x="29664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h1908"/>
              <p:cNvSpPr/>
              <p:nvPr/>
            </p:nvSpPr>
            <p:spPr>
              <a:xfrm>
                <a:off x="29757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h1909"/>
              <p:cNvSpPr/>
              <p:nvPr/>
            </p:nvSpPr>
            <p:spPr>
              <a:xfrm>
                <a:off x="29849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h1910"/>
              <p:cNvSpPr/>
              <p:nvPr/>
            </p:nvSpPr>
            <p:spPr>
              <a:xfrm>
                <a:off x="29942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h1911"/>
              <p:cNvSpPr/>
              <p:nvPr/>
            </p:nvSpPr>
            <p:spPr>
              <a:xfrm>
                <a:off x="30035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h1912"/>
              <p:cNvSpPr/>
              <p:nvPr/>
            </p:nvSpPr>
            <p:spPr>
              <a:xfrm>
                <a:off x="30127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h1913"/>
              <p:cNvSpPr/>
              <p:nvPr/>
            </p:nvSpPr>
            <p:spPr>
              <a:xfrm>
                <a:off x="30220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h1914"/>
              <p:cNvSpPr/>
              <p:nvPr/>
            </p:nvSpPr>
            <p:spPr>
              <a:xfrm>
                <a:off x="30312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h1915"/>
              <p:cNvSpPr/>
              <p:nvPr/>
            </p:nvSpPr>
            <p:spPr>
              <a:xfrm>
                <a:off x="30405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h1916"/>
              <p:cNvSpPr/>
              <p:nvPr/>
            </p:nvSpPr>
            <p:spPr>
              <a:xfrm>
                <a:off x="30498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h1917"/>
              <p:cNvSpPr/>
              <p:nvPr/>
            </p:nvSpPr>
            <p:spPr>
              <a:xfrm>
                <a:off x="30590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h1918"/>
              <p:cNvSpPr/>
              <p:nvPr/>
            </p:nvSpPr>
            <p:spPr>
              <a:xfrm>
                <a:off x="30683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h1919"/>
              <p:cNvSpPr/>
              <p:nvPr/>
            </p:nvSpPr>
            <p:spPr>
              <a:xfrm>
                <a:off x="307759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h1920"/>
              <p:cNvSpPr/>
              <p:nvPr/>
            </p:nvSpPr>
            <p:spPr>
              <a:xfrm>
                <a:off x="308686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h1921"/>
              <p:cNvSpPr/>
              <p:nvPr/>
            </p:nvSpPr>
            <p:spPr>
              <a:xfrm>
                <a:off x="309612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h1922"/>
              <p:cNvSpPr/>
              <p:nvPr/>
            </p:nvSpPr>
            <p:spPr>
              <a:xfrm>
                <a:off x="310538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h1923"/>
              <p:cNvSpPr/>
              <p:nvPr/>
            </p:nvSpPr>
            <p:spPr>
              <a:xfrm>
                <a:off x="311464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h1924"/>
              <p:cNvSpPr/>
              <p:nvPr/>
            </p:nvSpPr>
            <p:spPr>
              <a:xfrm>
                <a:off x="312391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h1925"/>
              <p:cNvSpPr/>
              <p:nvPr/>
            </p:nvSpPr>
            <p:spPr>
              <a:xfrm>
                <a:off x="313317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h1926"/>
              <p:cNvSpPr/>
              <p:nvPr/>
            </p:nvSpPr>
            <p:spPr>
              <a:xfrm>
                <a:off x="31424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h1927"/>
              <p:cNvSpPr/>
              <p:nvPr/>
            </p:nvSpPr>
            <p:spPr>
              <a:xfrm>
                <a:off x="31516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h1928"/>
              <p:cNvSpPr/>
              <p:nvPr/>
            </p:nvSpPr>
            <p:spPr>
              <a:xfrm>
                <a:off x="31609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h1929"/>
              <p:cNvSpPr/>
              <p:nvPr/>
            </p:nvSpPr>
            <p:spPr>
              <a:xfrm>
                <a:off x="31702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h1930"/>
              <p:cNvSpPr/>
              <p:nvPr/>
            </p:nvSpPr>
            <p:spPr>
              <a:xfrm>
                <a:off x="31794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h1931"/>
              <p:cNvSpPr/>
              <p:nvPr/>
            </p:nvSpPr>
            <p:spPr>
              <a:xfrm>
                <a:off x="318874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h1932"/>
              <p:cNvSpPr/>
              <p:nvPr/>
            </p:nvSpPr>
            <p:spPr>
              <a:xfrm>
                <a:off x="31980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h1933"/>
              <p:cNvSpPr/>
              <p:nvPr/>
            </p:nvSpPr>
            <p:spPr>
              <a:xfrm>
                <a:off x="32072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h1934"/>
              <p:cNvSpPr/>
              <p:nvPr/>
            </p:nvSpPr>
            <p:spPr>
              <a:xfrm>
                <a:off x="32165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h1935"/>
              <p:cNvSpPr/>
              <p:nvPr/>
            </p:nvSpPr>
            <p:spPr>
              <a:xfrm>
                <a:off x="32257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h1936"/>
              <p:cNvSpPr/>
              <p:nvPr/>
            </p:nvSpPr>
            <p:spPr>
              <a:xfrm>
                <a:off x="32350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h1937"/>
              <p:cNvSpPr/>
              <p:nvPr/>
            </p:nvSpPr>
            <p:spPr>
              <a:xfrm>
                <a:off x="32443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h1938"/>
              <p:cNvSpPr/>
              <p:nvPr/>
            </p:nvSpPr>
            <p:spPr>
              <a:xfrm>
                <a:off x="3253581" y="23951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86"/>
                    </a:lnTo>
                    <a:lnTo>
                      <a:pt x="922900" y="910735"/>
                    </a:lnTo>
                    <a:lnTo>
                      <a:pt x="922015" y="913695"/>
                    </a:lnTo>
                    <a:lnTo>
                      <a:pt x="921805" y="914400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h1939"/>
              <p:cNvSpPr/>
              <p:nvPr/>
            </p:nvSpPr>
            <p:spPr>
              <a:xfrm>
                <a:off x="3262843" y="2377933"/>
                <a:ext cx="919168" cy="925424"/>
              </a:xfrm>
              <a:custGeom>
                <a:avLst/>
                <a:gdLst/>
                <a:ahLst/>
                <a:cxnLst/>
                <a:rect l="0" t="0" r="0" b="0"/>
                <a:pathLst>
                  <a:path w="919168" h="925424">
                    <a:moveTo>
                      <a:pt x="914400" y="914399"/>
                    </a:moveTo>
                    <a:lnTo>
                      <a:pt x="919168" y="914399"/>
                    </a:lnTo>
                    <a:lnTo>
                      <a:pt x="917734" y="916810"/>
                    </a:lnTo>
                    <a:lnTo>
                      <a:pt x="916862" y="918274"/>
                    </a:lnTo>
                    <a:lnTo>
                      <a:pt x="916642" y="918831"/>
                    </a:lnTo>
                    <a:lnTo>
                      <a:pt x="915890" y="920727"/>
                    </a:lnTo>
                    <a:lnTo>
                      <a:pt x="915541" y="921608"/>
                    </a:lnTo>
                    <a:lnTo>
                      <a:pt x="915407" y="922054"/>
                    </a:lnTo>
                    <a:lnTo>
                      <a:pt x="914522" y="925014"/>
                    </a:lnTo>
                    <a:lnTo>
                      <a:pt x="914400" y="925424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h1940"/>
              <p:cNvSpPr/>
              <p:nvPr/>
            </p:nvSpPr>
            <p:spPr>
              <a:xfrm>
                <a:off x="2382932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29" y="931638"/>
                    </a:lnTo>
                    <a:lnTo>
                      <a:pt x="909704" y="921713"/>
                    </a:lnTo>
                    <a:lnTo>
                      <a:pt x="909377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h1941"/>
              <p:cNvSpPr/>
              <p:nvPr/>
            </p:nvSpPr>
            <p:spPr>
              <a:xfrm>
                <a:off x="23829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h1942"/>
              <p:cNvSpPr/>
              <p:nvPr/>
            </p:nvSpPr>
            <p:spPr>
              <a:xfrm>
                <a:off x="239219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h1943"/>
              <p:cNvSpPr/>
              <p:nvPr/>
            </p:nvSpPr>
            <p:spPr>
              <a:xfrm>
                <a:off x="24014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h1944"/>
              <p:cNvSpPr/>
              <p:nvPr/>
            </p:nvSpPr>
            <p:spPr>
              <a:xfrm>
                <a:off x="24107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h1945"/>
              <p:cNvSpPr/>
              <p:nvPr/>
            </p:nvSpPr>
            <p:spPr>
              <a:xfrm>
                <a:off x="24199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h1946"/>
              <p:cNvSpPr/>
              <p:nvPr/>
            </p:nvSpPr>
            <p:spPr>
              <a:xfrm>
                <a:off x="24292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h1947"/>
              <p:cNvSpPr/>
              <p:nvPr/>
            </p:nvSpPr>
            <p:spPr>
              <a:xfrm>
                <a:off x="24385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h1948"/>
              <p:cNvSpPr/>
              <p:nvPr/>
            </p:nvSpPr>
            <p:spPr>
              <a:xfrm>
                <a:off x="24477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h1949"/>
              <p:cNvSpPr/>
              <p:nvPr/>
            </p:nvSpPr>
            <p:spPr>
              <a:xfrm>
                <a:off x="24570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h1950"/>
              <p:cNvSpPr/>
              <p:nvPr/>
            </p:nvSpPr>
            <p:spPr>
              <a:xfrm>
                <a:off x="24662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h1951"/>
              <p:cNvSpPr/>
              <p:nvPr/>
            </p:nvSpPr>
            <p:spPr>
              <a:xfrm>
                <a:off x="247555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h1952"/>
              <p:cNvSpPr/>
              <p:nvPr/>
            </p:nvSpPr>
            <p:spPr>
              <a:xfrm>
                <a:off x="24848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h1953"/>
              <p:cNvSpPr/>
              <p:nvPr/>
            </p:nvSpPr>
            <p:spPr>
              <a:xfrm>
                <a:off x="24940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h1954"/>
              <p:cNvSpPr/>
              <p:nvPr/>
            </p:nvSpPr>
            <p:spPr>
              <a:xfrm>
                <a:off x="25033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h1955"/>
              <p:cNvSpPr/>
              <p:nvPr/>
            </p:nvSpPr>
            <p:spPr>
              <a:xfrm>
                <a:off x="25126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h1956"/>
              <p:cNvSpPr/>
              <p:nvPr/>
            </p:nvSpPr>
            <p:spPr>
              <a:xfrm>
                <a:off x="25218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h1957"/>
              <p:cNvSpPr/>
              <p:nvPr/>
            </p:nvSpPr>
            <p:spPr>
              <a:xfrm>
                <a:off x="25311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h1958"/>
              <p:cNvSpPr/>
              <p:nvPr/>
            </p:nvSpPr>
            <p:spPr>
              <a:xfrm>
                <a:off x="25403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h1959"/>
              <p:cNvSpPr/>
              <p:nvPr/>
            </p:nvSpPr>
            <p:spPr>
              <a:xfrm>
                <a:off x="25496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h1960"/>
              <p:cNvSpPr/>
              <p:nvPr/>
            </p:nvSpPr>
            <p:spPr>
              <a:xfrm>
                <a:off x="25589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h1961"/>
              <p:cNvSpPr/>
              <p:nvPr/>
            </p:nvSpPr>
            <p:spPr>
              <a:xfrm>
                <a:off x="25681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h1962"/>
              <p:cNvSpPr/>
              <p:nvPr/>
            </p:nvSpPr>
            <p:spPr>
              <a:xfrm>
                <a:off x="25774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h1963"/>
              <p:cNvSpPr/>
              <p:nvPr/>
            </p:nvSpPr>
            <p:spPr>
              <a:xfrm>
                <a:off x="25867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h1964"/>
              <p:cNvSpPr/>
              <p:nvPr/>
            </p:nvSpPr>
            <p:spPr>
              <a:xfrm>
                <a:off x="25959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h1965"/>
              <p:cNvSpPr/>
              <p:nvPr/>
            </p:nvSpPr>
            <p:spPr>
              <a:xfrm>
                <a:off x="26052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h1966"/>
              <p:cNvSpPr/>
              <p:nvPr/>
            </p:nvSpPr>
            <p:spPr>
              <a:xfrm>
                <a:off x="26144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h1967"/>
              <p:cNvSpPr/>
              <p:nvPr/>
            </p:nvSpPr>
            <p:spPr>
              <a:xfrm>
                <a:off x="26237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h1968"/>
              <p:cNvSpPr/>
              <p:nvPr/>
            </p:nvSpPr>
            <p:spPr>
              <a:xfrm>
                <a:off x="26330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h1969"/>
              <p:cNvSpPr/>
              <p:nvPr/>
            </p:nvSpPr>
            <p:spPr>
              <a:xfrm>
                <a:off x="26422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h1970"/>
              <p:cNvSpPr/>
              <p:nvPr/>
            </p:nvSpPr>
            <p:spPr>
              <a:xfrm>
                <a:off x="26515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h1971"/>
              <p:cNvSpPr/>
              <p:nvPr/>
            </p:nvSpPr>
            <p:spPr>
              <a:xfrm>
                <a:off x="2660799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98"/>
                    </a:lnTo>
                    <a:lnTo>
                      <a:pt x="922250" y="905774"/>
                    </a:lnTo>
                    <a:lnTo>
                      <a:pt x="919479" y="91439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h1972"/>
              <p:cNvSpPr/>
              <p:nvPr/>
            </p:nvSpPr>
            <p:spPr>
              <a:xfrm>
                <a:off x="2670061" y="2360695"/>
                <a:ext cx="915431" cy="918036"/>
              </a:xfrm>
              <a:custGeom>
                <a:avLst/>
                <a:gdLst/>
                <a:ahLst/>
                <a:cxnLst/>
                <a:rect l="0" t="0" r="0" b="0"/>
                <a:pathLst>
                  <a:path w="915431" h="918036">
                    <a:moveTo>
                      <a:pt x="914400" y="914400"/>
                    </a:moveTo>
                    <a:lnTo>
                      <a:pt x="915431" y="914400"/>
                    </a:lnTo>
                    <a:lnTo>
                      <a:pt x="914400" y="918036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h1973"/>
              <p:cNvSpPr/>
              <p:nvPr/>
            </p:nvSpPr>
            <p:spPr>
              <a:xfrm>
                <a:off x="2725634" y="23779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87" y="914286"/>
                    </a:lnTo>
                    <a:lnTo>
                      <a:pt x="914400" y="909183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h1974"/>
              <p:cNvSpPr/>
              <p:nvPr/>
            </p:nvSpPr>
            <p:spPr>
              <a:xfrm>
                <a:off x="2734897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421"/>
                    </a:lnTo>
                    <a:lnTo>
                      <a:pt x="906660" y="922908"/>
                    </a:lnTo>
                    <a:lnTo>
                      <a:pt x="906796" y="922612"/>
                    </a:lnTo>
                    <a:lnTo>
                      <a:pt x="906933" y="922312"/>
                    </a:lnTo>
                    <a:lnTo>
                      <a:pt x="907070" y="922012"/>
                    </a:lnTo>
                    <a:lnTo>
                      <a:pt x="907208" y="921712"/>
                    </a:lnTo>
                    <a:lnTo>
                      <a:pt x="907345" y="921412"/>
                    </a:lnTo>
                    <a:lnTo>
                      <a:pt x="907482" y="921113"/>
                    </a:lnTo>
                    <a:lnTo>
                      <a:pt x="907619" y="920813"/>
                    </a:lnTo>
                    <a:lnTo>
                      <a:pt x="907757" y="920513"/>
                    </a:lnTo>
                    <a:lnTo>
                      <a:pt x="907894" y="920213"/>
                    </a:lnTo>
                    <a:lnTo>
                      <a:pt x="908031" y="919914"/>
                    </a:lnTo>
                    <a:lnTo>
                      <a:pt x="908169" y="919614"/>
                    </a:lnTo>
                    <a:lnTo>
                      <a:pt x="908306" y="919314"/>
                    </a:lnTo>
                    <a:lnTo>
                      <a:pt x="908443" y="919014"/>
                    </a:lnTo>
                    <a:lnTo>
                      <a:pt x="908581" y="918714"/>
                    </a:lnTo>
                    <a:lnTo>
                      <a:pt x="908718" y="918415"/>
                    </a:lnTo>
                    <a:lnTo>
                      <a:pt x="908855" y="918115"/>
                    </a:lnTo>
                    <a:lnTo>
                      <a:pt x="908993" y="917815"/>
                    </a:lnTo>
                    <a:lnTo>
                      <a:pt x="909130" y="917515"/>
                    </a:lnTo>
                    <a:lnTo>
                      <a:pt x="909267" y="917216"/>
                    </a:lnTo>
                    <a:lnTo>
                      <a:pt x="909405" y="916916"/>
                    </a:lnTo>
                    <a:lnTo>
                      <a:pt x="909542" y="916616"/>
                    </a:lnTo>
                    <a:lnTo>
                      <a:pt x="909679" y="916316"/>
                    </a:lnTo>
                    <a:lnTo>
                      <a:pt x="909817" y="916017"/>
                    </a:lnTo>
                    <a:lnTo>
                      <a:pt x="909954" y="915717"/>
                    </a:lnTo>
                    <a:lnTo>
                      <a:pt x="910091" y="915417"/>
                    </a:lnTo>
                    <a:lnTo>
                      <a:pt x="910229" y="915117"/>
                    </a:lnTo>
                    <a:lnTo>
                      <a:pt x="910366" y="914818"/>
                    </a:lnTo>
                    <a:lnTo>
                      <a:pt x="910558" y="914400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h1975"/>
              <p:cNvSpPr/>
              <p:nvPr/>
            </p:nvSpPr>
            <p:spPr>
              <a:xfrm>
                <a:off x="27348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h1976"/>
              <p:cNvSpPr/>
              <p:nvPr/>
            </p:nvSpPr>
            <p:spPr>
              <a:xfrm>
                <a:off x="27441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h1977"/>
              <p:cNvSpPr/>
              <p:nvPr/>
            </p:nvSpPr>
            <p:spPr>
              <a:xfrm>
                <a:off x="27534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h1978"/>
              <p:cNvSpPr/>
              <p:nvPr/>
            </p:nvSpPr>
            <p:spPr>
              <a:xfrm>
                <a:off x="27626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h1979"/>
              <p:cNvSpPr/>
              <p:nvPr/>
            </p:nvSpPr>
            <p:spPr>
              <a:xfrm>
                <a:off x="277194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h1980"/>
              <p:cNvSpPr/>
              <p:nvPr/>
            </p:nvSpPr>
            <p:spPr>
              <a:xfrm>
                <a:off x="27812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h1981"/>
              <p:cNvSpPr/>
              <p:nvPr/>
            </p:nvSpPr>
            <p:spPr>
              <a:xfrm>
                <a:off x="27904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h1982"/>
              <p:cNvSpPr/>
              <p:nvPr/>
            </p:nvSpPr>
            <p:spPr>
              <a:xfrm>
                <a:off x="27997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h1983"/>
              <p:cNvSpPr/>
              <p:nvPr/>
            </p:nvSpPr>
            <p:spPr>
              <a:xfrm>
                <a:off x="28089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h1984"/>
              <p:cNvSpPr/>
              <p:nvPr/>
            </p:nvSpPr>
            <p:spPr>
              <a:xfrm>
                <a:off x="28182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h1985"/>
              <p:cNvSpPr/>
              <p:nvPr/>
            </p:nvSpPr>
            <p:spPr>
              <a:xfrm>
                <a:off x="28275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h1986"/>
              <p:cNvSpPr/>
              <p:nvPr/>
            </p:nvSpPr>
            <p:spPr>
              <a:xfrm>
                <a:off x="28367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h1987"/>
              <p:cNvSpPr/>
              <p:nvPr/>
            </p:nvSpPr>
            <p:spPr>
              <a:xfrm>
                <a:off x="28460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h1988"/>
              <p:cNvSpPr/>
              <p:nvPr/>
            </p:nvSpPr>
            <p:spPr>
              <a:xfrm>
                <a:off x="28553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h1989"/>
              <p:cNvSpPr/>
              <p:nvPr/>
            </p:nvSpPr>
            <p:spPr>
              <a:xfrm>
                <a:off x="28645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h1990"/>
              <p:cNvSpPr/>
              <p:nvPr/>
            </p:nvSpPr>
            <p:spPr>
              <a:xfrm>
                <a:off x="28738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h1991"/>
              <p:cNvSpPr/>
              <p:nvPr/>
            </p:nvSpPr>
            <p:spPr>
              <a:xfrm>
                <a:off x="28830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h1992"/>
              <p:cNvSpPr/>
              <p:nvPr/>
            </p:nvSpPr>
            <p:spPr>
              <a:xfrm>
                <a:off x="289235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h1993"/>
              <p:cNvSpPr/>
              <p:nvPr/>
            </p:nvSpPr>
            <p:spPr>
              <a:xfrm>
                <a:off x="29016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h1994"/>
              <p:cNvSpPr/>
              <p:nvPr/>
            </p:nvSpPr>
            <p:spPr>
              <a:xfrm>
                <a:off x="29108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h1995"/>
              <p:cNvSpPr/>
              <p:nvPr/>
            </p:nvSpPr>
            <p:spPr>
              <a:xfrm>
                <a:off x="29201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h1996"/>
              <p:cNvSpPr/>
              <p:nvPr/>
            </p:nvSpPr>
            <p:spPr>
              <a:xfrm>
                <a:off x="29294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h1997"/>
              <p:cNvSpPr/>
              <p:nvPr/>
            </p:nvSpPr>
            <p:spPr>
              <a:xfrm>
                <a:off x="29386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h1998"/>
              <p:cNvSpPr/>
              <p:nvPr/>
            </p:nvSpPr>
            <p:spPr>
              <a:xfrm>
                <a:off x="29479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h1999"/>
              <p:cNvSpPr/>
              <p:nvPr/>
            </p:nvSpPr>
            <p:spPr>
              <a:xfrm>
                <a:off x="29571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h2000"/>
              <p:cNvSpPr/>
              <p:nvPr/>
            </p:nvSpPr>
            <p:spPr>
              <a:xfrm>
                <a:off x="29664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h2001"/>
              <p:cNvSpPr/>
              <p:nvPr/>
            </p:nvSpPr>
            <p:spPr>
              <a:xfrm>
                <a:off x="29757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h2002"/>
              <p:cNvSpPr/>
              <p:nvPr/>
            </p:nvSpPr>
            <p:spPr>
              <a:xfrm>
                <a:off x="29849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h2003"/>
              <p:cNvSpPr/>
              <p:nvPr/>
            </p:nvSpPr>
            <p:spPr>
              <a:xfrm>
                <a:off x="29942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h2004"/>
              <p:cNvSpPr/>
              <p:nvPr/>
            </p:nvSpPr>
            <p:spPr>
              <a:xfrm>
                <a:off x="30035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h2005"/>
              <p:cNvSpPr/>
              <p:nvPr/>
            </p:nvSpPr>
            <p:spPr>
              <a:xfrm>
                <a:off x="30127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h2006"/>
              <p:cNvSpPr/>
              <p:nvPr/>
            </p:nvSpPr>
            <p:spPr>
              <a:xfrm>
                <a:off x="30220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h2007"/>
              <p:cNvSpPr/>
              <p:nvPr/>
            </p:nvSpPr>
            <p:spPr>
              <a:xfrm>
                <a:off x="30312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h2008"/>
              <p:cNvSpPr/>
              <p:nvPr/>
            </p:nvSpPr>
            <p:spPr>
              <a:xfrm>
                <a:off x="30405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h2009"/>
              <p:cNvSpPr/>
              <p:nvPr/>
            </p:nvSpPr>
            <p:spPr>
              <a:xfrm>
                <a:off x="30498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h2010"/>
              <p:cNvSpPr/>
              <p:nvPr/>
            </p:nvSpPr>
            <p:spPr>
              <a:xfrm>
                <a:off x="30590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h2011"/>
              <p:cNvSpPr/>
              <p:nvPr/>
            </p:nvSpPr>
            <p:spPr>
              <a:xfrm>
                <a:off x="30683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h2012"/>
              <p:cNvSpPr/>
              <p:nvPr/>
            </p:nvSpPr>
            <p:spPr>
              <a:xfrm>
                <a:off x="307759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h2013"/>
              <p:cNvSpPr/>
              <p:nvPr/>
            </p:nvSpPr>
            <p:spPr>
              <a:xfrm>
                <a:off x="308686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h2014"/>
              <p:cNvSpPr/>
              <p:nvPr/>
            </p:nvSpPr>
            <p:spPr>
              <a:xfrm>
                <a:off x="309612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h2015"/>
              <p:cNvSpPr/>
              <p:nvPr/>
            </p:nvSpPr>
            <p:spPr>
              <a:xfrm>
                <a:off x="310538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h2016"/>
              <p:cNvSpPr/>
              <p:nvPr/>
            </p:nvSpPr>
            <p:spPr>
              <a:xfrm>
                <a:off x="311464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h2017"/>
              <p:cNvSpPr/>
              <p:nvPr/>
            </p:nvSpPr>
            <p:spPr>
              <a:xfrm>
                <a:off x="312391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h2018"/>
              <p:cNvSpPr/>
              <p:nvPr/>
            </p:nvSpPr>
            <p:spPr>
              <a:xfrm>
                <a:off x="313317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h2019"/>
              <p:cNvSpPr/>
              <p:nvPr/>
            </p:nvSpPr>
            <p:spPr>
              <a:xfrm>
                <a:off x="314243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h2020"/>
              <p:cNvSpPr/>
              <p:nvPr/>
            </p:nvSpPr>
            <p:spPr>
              <a:xfrm>
                <a:off x="31516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h2021"/>
              <p:cNvSpPr/>
              <p:nvPr/>
            </p:nvSpPr>
            <p:spPr>
              <a:xfrm>
                <a:off x="31609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h2022"/>
              <p:cNvSpPr/>
              <p:nvPr/>
            </p:nvSpPr>
            <p:spPr>
              <a:xfrm>
                <a:off x="31702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h2023"/>
              <p:cNvSpPr/>
              <p:nvPr/>
            </p:nvSpPr>
            <p:spPr>
              <a:xfrm>
                <a:off x="31794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h2024"/>
              <p:cNvSpPr/>
              <p:nvPr/>
            </p:nvSpPr>
            <p:spPr>
              <a:xfrm>
                <a:off x="318874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h2025"/>
              <p:cNvSpPr/>
              <p:nvPr/>
            </p:nvSpPr>
            <p:spPr>
              <a:xfrm>
                <a:off x="31980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h2026"/>
              <p:cNvSpPr/>
              <p:nvPr/>
            </p:nvSpPr>
            <p:spPr>
              <a:xfrm>
                <a:off x="32072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h2027"/>
              <p:cNvSpPr/>
              <p:nvPr/>
            </p:nvSpPr>
            <p:spPr>
              <a:xfrm>
                <a:off x="32165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h2028"/>
              <p:cNvSpPr/>
              <p:nvPr/>
            </p:nvSpPr>
            <p:spPr>
              <a:xfrm>
                <a:off x="32257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h2029"/>
              <p:cNvSpPr/>
              <p:nvPr/>
            </p:nvSpPr>
            <p:spPr>
              <a:xfrm>
                <a:off x="32350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h2030"/>
              <p:cNvSpPr/>
              <p:nvPr/>
            </p:nvSpPr>
            <p:spPr>
              <a:xfrm>
                <a:off x="32443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h2031"/>
              <p:cNvSpPr/>
              <p:nvPr/>
            </p:nvSpPr>
            <p:spPr>
              <a:xfrm>
                <a:off x="32535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h2032"/>
              <p:cNvSpPr/>
              <p:nvPr/>
            </p:nvSpPr>
            <p:spPr>
              <a:xfrm>
                <a:off x="3262843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56"/>
                    </a:lnTo>
                    <a:lnTo>
                      <a:pt x="922268" y="909195"/>
                    </a:lnTo>
                    <a:lnTo>
                      <a:pt x="920756" y="911733"/>
                    </a:lnTo>
                    <a:lnTo>
                      <a:pt x="919244" y="914271"/>
                    </a:lnTo>
                    <a:lnTo>
                      <a:pt x="919168" y="91439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h2033"/>
              <p:cNvSpPr/>
              <p:nvPr/>
            </p:nvSpPr>
            <p:spPr>
              <a:xfrm>
                <a:off x="3272105" y="2360695"/>
                <a:ext cx="920184" cy="924095"/>
              </a:xfrm>
              <a:custGeom>
                <a:avLst/>
                <a:gdLst/>
                <a:ahLst/>
                <a:cxnLst/>
                <a:rect l="0" t="0" r="0" b="0"/>
                <a:pathLst>
                  <a:path w="920184" h="924095">
                    <a:moveTo>
                      <a:pt x="914400" y="914400"/>
                    </a:moveTo>
                    <a:lnTo>
                      <a:pt x="920184" y="914400"/>
                    </a:lnTo>
                    <a:lnTo>
                      <a:pt x="919059" y="916284"/>
                    </a:lnTo>
                    <a:lnTo>
                      <a:pt x="917545" y="918821"/>
                    </a:lnTo>
                    <a:lnTo>
                      <a:pt x="916031" y="921358"/>
                    </a:lnTo>
                    <a:lnTo>
                      <a:pt x="914518" y="923896"/>
                    </a:lnTo>
                    <a:lnTo>
                      <a:pt x="914400" y="924095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h2034"/>
              <p:cNvSpPr/>
              <p:nvPr/>
            </p:nvSpPr>
            <p:spPr>
              <a:xfrm>
                <a:off x="2382932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377" y="931638"/>
                    </a:lnTo>
                    <a:lnTo>
                      <a:pt x="909224" y="928235"/>
                    </a:lnTo>
                    <a:lnTo>
                      <a:pt x="909045" y="917486"/>
                    </a:lnTo>
                    <a:lnTo>
                      <a:pt x="909079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h2035"/>
              <p:cNvSpPr/>
              <p:nvPr/>
            </p:nvSpPr>
            <p:spPr>
              <a:xfrm>
                <a:off x="23829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h2036"/>
              <p:cNvSpPr/>
              <p:nvPr/>
            </p:nvSpPr>
            <p:spPr>
              <a:xfrm>
                <a:off x="239219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h2037"/>
              <p:cNvSpPr/>
              <p:nvPr/>
            </p:nvSpPr>
            <p:spPr>
              <a:xfrm>
                <a:off x="24014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h2038"/>
              <p:cNvSpPr/>
              <p:nvPr/>
            </p:nvSpPr>
            <p:spPr>
              <a:xfrm>
                <a:off x="24107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h2039"/>
              <p:cNvSpPr/>
              <p:nvPr/>
            </p:nvSpPr>
            <p:spPr>
              <a:xfrm>
                <a:off x="24199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h2040"/>
              <p:cNvSpPr/>
              <p:nvPr/>
            </p:nvSpPr>
            <p:spPr>
              <a:xfrm>
                <a:off x="24292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h2041"/>
              <p:cNvSpPr/>
              <p:nvPr/>
            </p:nvSpPr>
            <p:spPr>
              <a:xfrm>
                <a:off x="24385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h2042"/>
              <p:cNvSpPr/>
              <p:nvPr/>
            </p:nvSpPr>
            <p:spPr>
              <a:xfrm>
                <a:off x="24477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h2043"/>
              <p:cNvSpPr/>
              <p:nvPr/>
            </p:nvSpPr>
            <p:spPr>
              <a:xfrm>
                <a:off x="24570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h2044"/>
              <p:cNvSpPr/>
              <p:nvPr/>
            </p:nvSpPr>
            <p:spPr>
              <a:xfrm>
                <a:off x="24662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h2045"/>
              <p:cNvSpPr/>
              <p:nvPr/>
            </p:nvSpPr>
            <p:spPr>
              <a:xfrm>
                <a:off x="247555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h2046"/>
              <p:cNvSpPr/>
              <p:nvPr/>
            </p:nvSpPr>
            <p:spPr>
              <a:xfrm>
                <a:off x="24848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h2047"/>
              <p:cNvSpPr/>
              <p:nvPr/>
            </p:nvSpPr>
            <p:spPr>
              <a:xfrm>
                <a:off x="24940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h2048"/>
              <p:cNvSpPr/>
              <p:nvPr/>
            </p:nvSpPr>
            <p:spPr>
              <a:xfrm>
                <a:off x="25033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h2049"/>
              <p:cNvSpPr/>
              <p:nvPr/>
            </p:nvSpPr>
            <p:spPr>
              <a:xfrm>
                <a:off x="25126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h2050"/>
              <p:cNvSpPr/>
              <p:nvPr/>
            </p:nvSpPr>
            <p:spPr>
              <a:xfrm>
                <a:off x="25218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h2051"/>
              <p:cNvSpPr/>
              <p:nvPr/>
            </p:nvSpPr>
            <p:spPr>
              <a:xfrm>
                <a:off x="25311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h2052"/>
              <p:cNvSpPr/>
              <p:nvPr/>
            </p:nvSpPr>
            <p:spPr>
              <a:xfrm>
                <a:off x="25403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h2053"/>
              <p:cNvSpPr/>
              <p:nvPr/>
            </p:nvSpPr>
            <p:spPr>
              <a:xfrm>
                <a:off x="25496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h2054"/>
              <p:cNvSpPr/>
              <p:nvPr/>
            </p:nvSpPr>
            <p:spPr>
              <a:xfrm>
                <a:off x="25589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h2055"/>
              <p:cNvSpPr/>
              <p:nvPr/>
            </p:nvSpPr>
            <p:spPr>
              <a:xfrm>
                <a:off x="25681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h2056"/>
              <p:cNvSpPr/>
              <p:nvPr/>
            </p:nvSpPr>
            <p:spPr>
              <a:xfrm>
                <a:off x="25774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h2057"/>
              <p:cNvSpPr/>
              <p:nvPr/>
            </p:nvSpPr>
            <p:spPr>
              <a:xfrm>
                <a:off x="25867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h2058"/>
              <p:cNvSpPr/>
              <p:nvPr/>
            </p:nvSpPr>
            <p:spPr>
              <a:xfrm>
                <a:off x="25959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h2059"/>
              <p:cNvSpPr/>
              <p:nvPr/>
            </p:nvSpPr>
            <p:spPr>
              <a:xfrm>
                <a:off x="26052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h2060"/>
              <p:cNvSpPr/>
              <p:nvPr/>
            </p:nvSpPr>
            <p:spPr>
              <a:xfrm>
                <a:off x="26144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h2061"/>
              <p:cNvSpPr/>
              <p:nvPr/>
            </p:nvSpPr>
            <p:spPr>
              <a:xfrm>
                <a:off x="26237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h2062"/>
              <p:cNvSpPr/>
              <p:nvPr/>
            </p:nvSpPr>
            <p:spPr>
              <a:xfrm>
                <a:off x="26330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h2063"/>
              <p:cNvSpPr/>
              <p:nvPr/>
            </p:nvSpPr>
            <p:spPr>
              <a:xfrm>
                <a:off x="26422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h2064"/>
              <p:cNvSpPr/>
              <p:nvPr/>
            </p:nvSpPr>
            <p:spPr>
              <a:xfrm>
                <a:off x="26515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h2065"/>
              <p:cNvSpPr/>
              <p:nvPr/>
            </p:nvSpPr>
            <p:spPr>
              <a:xfrm>
                <a:off x="26607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h2066"/>
              <p:cNvSpPr/>
              <p:nvPr/>
            </p:nvSpPr>
            <p:spPr>
              <a:xfrm>
                <a:off x="2670061" y="2360695"/>
                <a:ext cx="9195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4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540" y="897161"/>
                    </a:lnTo>
                    <a:lnTo>
                      <a:pt x="918214" y="903345"/>
                    </a:lnTo>
                    <a:lnTo>
                      <a:pt x="915741" y="913308"/>
                    </a:lnTo>
                    <a:lnTo>
                      <a:pt x="915431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h2067"/>
              <p:cNvSpPr/>
              <p:nvPr/>
            </p:nvSpPr>
            <p:spPr>
              <a:xfrm>
                <a:off x="2734897" y="23606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558" y="914400"/>
                    </a:lnTo>
                    <a:lnTo>
                      <a:pt x="910641" y="914218"/>
                    </a:lnTo>
                    <a:lnTo>
                      <a:pt x="910778" y="913918"/>
                    </a:lnTo>
                    <a:lnTo>
                      <a:pt x="910916" y="913619"/>
                    </a:lnTo>
                    <a:lnTo>
                      <a:pt x="911053" y="913319"/>
                    </a:lnTo>
                    <a:lnTo>
                      <a:pt x="911191" y="913019"/>
                    </a:lnTo>
                    <a:lnTo>
                      <a:pt x="911328" y="912719"/>
                    </a:lnTo>
                    <a:lnTo>
                      <a:pt x="911466" y="912420"/>
                    </a:lnTo>
                    <a:lnTo>
                      <a:pt x="911603" y="912120"/>
                    </a:lnTo>
                    <a:lnTo>
                      <a:pt x="911741" y="911820"/>
                    </a:lnTo>
                    <a:lnTo>
                      <a:pt x="911878" y="911520"/>
                    </a:lnTo>
                    <a:lnTo>
                      <a:pt x="912015" y="911221"/>
                    </a:lnTo>
                    <a:lnTo>
                      <a:pt x="912153" y="910921"/>
                    </a:lnTo>
                    <a:lnTo>
                      <a:pt x="912290" y="910621"/>
                    </a:lnTo>
                    <a:lnTo>
                      <a:pt x="912428" y="910321"/>
                    </a:lnTo>
                    <a:lnTo>
                      <a:pt x="912565" y="910022"/>
                    </a:lnTo>
                    <a:lnTo>
                      <a:pt x="912703" y="909722"/>
                    </a:lnTo>
                    <a:lnTo>
                      <a:pt x="912840" y="909422"/>
                    </a:lnTo>
                    <a:lnTo>
                      <a:pt x="912978" y="909123"/>
                    </a:lnTo>
                    <a:lnTo>
                      <a:pt x="913115" y="908823"/>
                    </a:lnTo>
                    <a:lnTo>
                      <a:pt x="913253" y="908523"/>
                    </a:lnTo>
                    <a:lnTo>
                      <a:pt x="913391" y="908223"/>
                    </a:lnTo>
                    <a:lnTo>
                      <a:pt x="913528" y="907924"/>
                    </a:lnTo>
                    <a:lnTo>
                      <a:pt x="913666" y="907624"/>
                    </a:lnTo>
                    <a:lnTo>
                      <a:pt x="913803" y="907324"/>
                    </a:lnTo>
                    <a:lnTo>
                      <a:pt x="913941" y="907025"/>
                    </a:lnTo>
                    <a:lnTo>
                      <a:pt x="914078" y="906725"/>
                    </a:lnTo>
                    <a:lnTo>
                      <a:pt x="914216" y="906425"/>
                    </a:lnTo>
                    <a:lnTo>
                      <a:pt x="914400" y="906025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h2068"/>
              <p:cNvSpPr/>
              <p:nvPr/>
            </p:nvSpPr>
            <p:spPr>
              <a:xfrm>
                <a:off x="2744159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264"/>
                    </a:lnTo>
                    <a:lnTo>
                      <a:pt x="905229" y="923064"/>
                    </a:lnTo>
                    <a:lnTo>
                      <a:pt x="905366" y="922764"/>
                    </a:lnTo>
                    <a:lnTo>
                      <a:pt x="905504" y="922465"/>
                    </a:lnTo>
                    <a:lnTo>
                      <a:pt x="905642" y="922165"/>
                    </a:lnTo>
                    <a:lnTo>
                      <a:pt x="905779" y="921865"/>
                    </a:lnTo>
                    <a:lnTo>
                      <a:pt x="905917" y="921566"/>
                    </a:lnTo>
                    <a:lnTo>
                      <a:pt x="906054" y="921266"/>
                    </a:lnTo>
                    <a:lnTo>
                      <a:pt x="906192" y="920966"/>
                    </a:lnTo>
                    <a:lnTo>
                      <a:pt x="909361" y="914400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h2069"/>
              <p:cNvSpPr/>
              <p:nvPr/>
            </p:nvSpPr>
            <p:spPr>
              <a:xfrm>
                <a:off x="27441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h2070"/>
              <p:cNvSpPr/>
              <p:nvPr/>
            </p:nvSpPr>
            <p:spPr>
              <a:xfrm>
                <a:off x="27534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h2071"/>
              <p:cNvSpPr/>
              <p:nvPr/>
            </p:nvSpPr>
            <p:spPr>
              <a:xfrm>
                <a:off x="27626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h2072"/>
              <p:cNvSpPr/>
              <p:nvPr/>
            </p:nvSpPr>
            <p:spPr>
              <a:xfrm>
                <a:off x="277194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h2073"/>
              <p:cNvSpPr/>
              <p:nvPr/>
            </p:nvSpPr>
            <p:spPr>
              <a:xfrm>
                <a:off x="27812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h2074"/>
              <p:cNvSpPr/>
              <p:nvPr/>
            </p:nvSpPr>
            <p:spPr>
              <a:xfrm>
                <a:off x="27904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h2075"/>
              <p:cNvSpPr/>
              <p:nvPr/>
            </p:nvSpPr>
            <p:spPr>
              <a:xfrm>
                <a:off x="27997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h2076"/>
              <p:cNvSpPr/>
              <p:nvPr/>
            </p:nvSpPr>
            <p:spPr>
              <a:xfrm>
                <a:off x="28089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h2077"/>
              <p:cNvSpPr/>
              <p:nvPr/>
            </p:nvSpPr>
            <p:spPr>
              <a:xfrm>
                <a:off x="28182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h2078"/>
              <p:cNvSpPr/>
              <p:nvPr/>
            </p:nvSpPr>
            <p:spPr>
              <a:xfrm>
                <a:off x="28275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h2079"/>
              <p:cNvSpPr/>
              <p:nvPr/>
            </p:nvSpPr>
            <p:spPr>
              <a:xfrm>
                <a:off x="28367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h2080"/>
              <p:cNvSpPr/>
              <p:nvPr/>
            </p:nvSpPr>
            <p:spPr>
              <a:xfrm>
                <a:off x="28460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h2081"/>
              <p:cNvSpPr/>
              <p:nvPr/>
            </p:nvSpPr>
            <p:spPr>
              <a:xfrm>
                <a:off x="28553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h2082"/>
              <p:cNvSpPr/>
              <p:nvPr/>
            </p:nvSpPr>
            <p:spPr>
              <a:xfrm>
                <a:off x="28645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h2083"/>
              <p:cNvSpPr/>
              <p:nvPr/>
            </p:nvSpPr>
            <p:spPr>
              <a:xfrm>
                <a:off x="28738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h2084"/>
              <p:cNvSpPr/>
              <p:nvPr/>
            </p:nvSpPr>
            <p:spPr>
              <a:xfrm>
                <a:off x="28830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h2085"/>
              <p:cNvSpPr/>
              <p:nvPr/>
            </p:nvSpPr>
            <p:spPr>
              <a:xfrm>
                <a:off x="289235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h2086"/>
              <p:cNvSpPr/>
              <p:nvPr/>
            </p:nvSpPr>
            <p:spPr>
              <a:xfrm>
                <a:off x="29016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h2087"/>
              <p:cNvSpPr/>
              <p:nvPr/>
            </p:nvSpPr>
            <p:spPr>
              <a:xfrm>
                <a:off x="29108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h2088"/>
              <p:cNvSpPr/>
              <p:nvPr/>
            </p:nvSpPr>
            <p:spPr>
              <a:xfrm>
                <a:off x="29201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h2089"/>
              <p:cNvSpPr/>
              <p:nvPr/>
            </p:nvSpPr>
            <p:spPr>
              <a:xfrm>
                <a:off x="29294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h2090"/>
              <p:cNvSpPr/>
              <p:nvPr/>
            </p:nvSpPr>
            <p:spPr>
              <a:xfrm>
                <a:off x="29386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h2091"/>
              <p:cNvSpPr/>
              <p:nvPr/>
            </p:nvSpPr>
            <p:spPr>
              <a:xfrm>
                <a:off x="29479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h2092"/>
              <p:cNvSpPr/>
              <p:nvPr/>
            </p:nvSpPr>
            <p:spPr>
              <a:xfrm>
                <a:off x="29571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h2093"/>
              <p:cNvSpPr/>
              <p:nvPr/>
            </p:nvSpPr>
            <p:spPr>
              <a:xfrm>
                <a:off x="29664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h2094"/>
              <p:cNvSpPr/>
              <p:nvPr/>
            </p:nvSpPr>
            <p:spPr>
              <a:xfrm>
                <a:off x="29757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h2095"/>
              <p:cNvSpPr/>
              <p:nvPr/>
            </p:nvSpPr>
            <p:spPr>
              <a:xfrm>
                <a:off x="29849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h2096"/>
              <p:cNvSpPr/>
              <p:nvPr/>
            </p:nvSpPr>
            <p:spPr>
              <a:xfrm>
                <a:off x="29942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h2097"/>
              <p:cNvSpPr/>
              <p:nvPr/>
            </p:nvSpPr>
            <p:spPr>
              <a:xfrm>
                <a:off x="30035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h2098"/>
              <p:cNvSpPr/>
              <p:nvPr/>
            </p:nvSpPr>
            <p:spPr>
              <a:xfrm>
                <a:off x="30127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h2099"/>
              <p:cNvSpPr/>
              <p:nvPr/>
            </p:nvSpPr>
            <p:spPr>
              <a:xfrm>
                <a:off x="30220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h2100"/>
              <p:cNvSpPr/>
              <p:nvPr/>
            </p:nvSpPr>
            <p:spPr>
              <a:xfrm>
                <a:off x="30312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h2101"/>
              <p:cNvSpPr/>
              <p:nvPr/>
            </p:nvSpPr>
            <p:spPr>
              <a:xfrm>
                <a:off x="30405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h2102"/>
              <p:cNvSpPr/>
              <p:nvPr/>
            </p:nvSpPr>
            <p:spPr>
              <a:xfrm>
                <a:off x="30498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h2103"/>
              <p:cNvSpPr/>
              <p:nvPr/>
            </p:nvSpPr>
            <p:spPr>
              <a:xfrm>
                <a:off x="30590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h2104"/>
              <p:cNvSpPr/>
              <p:nvPr/>
            </p:nvSpPr>
            <p:spPr>
              <a:xfrm>
                <a:off x="30683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h2105"/>
              <p:cNvSpPr/>
              <p:nvPr/>
            </p:nvSpPr>
            <p:spPr>
              <a:xfrm>
                <a:off x="30775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h2106"/>
              <p:cNvSpPr/>
              <p:nvPr/>
            </p:nvSpPr>
            <p:spPr>
              <a:xfrm>
                <a:off x="308686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h2107"/>
              <p:cNvSpPr/>
              <p:nvPr/>
            </p:nvSpPr>
            <p:spPr>
              <a:xfrm>
                <a:off x="309612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h2108"/>
              <p:cNvSpPr/>
              <p:nvPr/>
            </p:nvSpPr>
            <p:spPr>
              <a:xfrm>
                <a:off x="310538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h2109"/>
              <p:cNvSpPr/>
              <p:nvPr/>
            </p:nvSpPr>
            <p:spPr>
              <a:xfrm>
                <a:off x="311464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h2110"/>
              <p:cNvSpPr/>
              <p:nvPr/>
            </p:nvSpPr>
            <p:spPr>
              <a:xfrm>
                <a:off x="312391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h2111"/>
              <p:cNvSpPr/>
              <p:nvPr/>
            </p:nvSpPr>
            <p:spPr>
              <a:xfrm>
                <a:off x="313317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h2112"/>
              <p:cNvSpPr/>
              <p:nvPr/>
            </p:nvSpPr>
            <p:spPr>
              <a:xfrm>
                <a:off x="314243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h2113"/>
              <p:cNvSpPr/>
              <p:nvPr/>
            </p:nvSpPr>
            <p:spPr>
              <a:xfrm>
                <a:off x="315169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h2114"/>
              <p:cNvSpPr/>
              <p:nvPr/>
            </p:nvSpPr>
            <p:spPr>
              <a:xfrm>
                <a:off x="31609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h2115"/>
              <p:cNvSpPr/>
              <p:nvPr/>
            </p:nvSpPr>
            <p:spPr>
              <a:xfrm>
                <a:off x="31702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h2116"/>
              <p:cNvSpPr/>
              <p:nvPr/>
            </p:nvSpPr>
            <p:spPr>
              <a:xfrm>
                <a:off x="31794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h2117"/>
              <p:cNvSpPr/>
              <p:nvPr/>
            </p:nvSpPr>
            <p:spPr>
              <a:xfrm>
                <a:off x="318874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h2118"/>
              <p:cNvSpPr/>
              <p:nvPr/>
            </p:nvSpPr>
            <p:spPr>
              <a:xfrm>
                <a:off x="31980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h2119"/>
              <p:cNvSpPr/>
              <p:nvPr/>
            </p:nvSpPr>
            <p:spPr>
              <a:xfrm>
                <a:off x="32072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h2120"/>
              <p:cNvSpPr/>
              <p:nvPr/>
            </p:nvSpPr>
            <p:spPr>
              <a:xfrm>
                <a:off x="32165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h2121"/>
              <p:cNvSpPr/>
              <p:nvPr/>
            </p:nvSpPr>
            <p:spPr>
              <a:xfrm>
                <a:off x="32257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h2122"/>
              <p:cNvSpPr/>
              <p:nvPr/>
            </p:nvSpPr>
            <p:spPr>
              <a:xfrm>
                <a:off x="32350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h2123"/>
              <p:cNvSpPr/>
              <p:nvPr/>
            </p:nvSpPr>
            <p:spPr>
              <a:xfrm>
                <a:off x="32443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h2124"/>
              <p:cNvSpPr/>
              <p:nvPr/>
            </p:nvSpPr>
            <p:spPr>
              <a:xfrm>
                <a:off x="32535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h2125"/>
              <p:cNvSpPr/>
              <p:nvPr/>
            </p:nvSpPr>
            <p:spPr>
              <a:xfrm>
                <a:off x="32628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h2126"/>
              <p:cNvSpPr/>
              <p:nvPr/>
            </p:nvSpPr>
            <p:spPr>
              <a:xfrm>
                <a:off x="3272105" y="23606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8657"/>
                    </a:lnTo>
                    <a:lnTo>
                      <a:pt x="922090" y="911210"/>
                    </a:lnTo>
                    <a:lnTo>
                      <a:pt x="920574" y="913747"/>
                    </a:lnTo>
                    <a:lnTo>
                      <a:pt x="920184" y="914400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h2127"/>
              <p:cNvSpPr/>
              <p:nvPr/>
            </p:nvSpPr>
            <p:spPr>
              <a:xfrm>
                <a:off x="3281368" y="2343456"/>
                <a:ext cx="920648" cy="925814"/>
              </a:xfrm>
              <a:custGeom>
                <a:avLst/>
                <a:gdLst/>
                <a:ahLst/>
                <a:cxnLst/>
                <a:rect l="0" t="0" r="0" b="0"/>
                <a:pathLst>
                  <a:path w="920648" h="925814">
                    <a:moveTo>
                      <a:pt x="914400" y="914400"/>
                    </a:moveTo>
                    <a:lnTo>
                      <a:pt x="920648" y="914400"/>
                    </a:lnTo>
                    <a:lnTo>
                      <a:pt x="918437" y="918707"/>
                    </a:lnTo>
                    <a:lnTo>
                      <a:pt x="914400" y="925814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h2128"/>
              <p:cNvSpPr/>
              <p:nvPr/>
            </p:nvSpPr>
            <p:spPr>
              <a:xfrm>
                <a:off x="2382932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79" y="931638"/>
                    </a:lnTo>
                    <a:lnTo>
                      <a:pt x="909165" y="923973"/>
                    </a:lnTo>
                    <a:lnTo>
                      <a:pt x="909541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h2129"/>
              <p:cNvSpPr/>
              <p:nvPr/>
            </p:nvSpPr>
            <p:spPr>
              <a:xfrm>
                <a:off x="23829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h2130"/>
              <p:cNvSpPr/>
              <p:nvPr/>
            </p:nvSpPr>
            <p:spPr>
              <a:xfrm>
                <a:off x="239219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h2131"/>
              <p:cNvSpPr/>
              <p:nvPr/>
            </p:nvSpPr>
            <p:spPr>
              <a:xfrm>
                <a:off x="24014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h2132"/>
              <p:cNvSpPr/>
              <p:nvPr/>
            </p:nvSpPr>
            <p:spPr>
              <a:xfrm>
                <a:off x="24107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h2133"/>
              <p:cNvSpPr/>
              <p:nvPr/>
            </p:nvSpPr>
            <p:spPr>
              <a:xfrm>
                <a:off x="24199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h2134"/>
              <p:cNvSpPr/>
              <p:nvPr/>
            </p:nvSpPr>
            <p:spPr>
              <a:xfrm>
                <a:off x="24292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h2135"/>
              <p:cNvSpPr/>
              <p:nvPr/>
            </p:nvSpPr>
            <p:spPr>
              <a:xfrm>
                <a:off x="24385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h2136"/>
              <p:cNvSpPr/>
              <p:nvPr/>
            </p:nvSpPr>
            <p:spPr>
              <a:xfrm>
                <a:off x="24477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h2137"/>
              <p:cNvSpPr/>
              <p:nvPr/>
            </p:nvSpPr>
            <p:spPr>
              <a:xfrm>
                <a:off x="24570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h2138"/>
              <p:cNvSpPr/>
              <p:nvPr/>
            </p:nvSpPr>
            <p:spPr>
              <a:xfrm>
                <a:off x="24662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h2139"/>
              <p:cNvSpPr/>
              <p:nvPr/>
            </p:nvSpPr>
            <p:spPr>
              <a:xfrm>
                <a:off x="247555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h2140"/>
              <p:cNvSpPr/>
              <p:nvPr/>
            </p:nvSpPr>
            <p:spPr>
              <a:xfrm>
                <a:off x="24848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h2141"/>
              <p:cNvSpPr/>
              <p:nvPr/>
            </p:nvSpPr>
            <p:spPr>
              <a:xfrm>
                <a:off x="24940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h2142"/>
              <p:cNvSpPr/>
              <p:nvPr/>
            </p:nvSpPr>
            <p:spPr>
              <a:xfrm>
                <a:off x="25033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h2143"/>
              <p:cNvSpPr/>
              <p:nvPr/>
            </p:nvSpPr>
            <p:spPr>
              <a:xfrm>
                <a:off x="25126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h2144"/>
              <p:cNvSpPr/>
              <p:nvPr/>
            </p:nvSpPr>
            <p:spPr>
              <a:xfrm>
                <a:off x="25218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h2145"/>
              <p:cNvSpPr/>
              <p:nvPr/>
            </p:nvSpPr>
            <p:spPr>
              <a:xfrm>
                <a:off x="25311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h2146"/>
              <p:cNvSpPr/>
              <p:nvPr/>
            </p:nvSpPr>
            <p:spPr>
              <a:xfrm>
                <a:off x="25403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h2147"/>
              <p:cNvSpPr/>
              <p:nvPr/>
            </p:nvSpPr>
            <p:spPr>
              <a:xfrm>
                <a:off x="25496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h2148"/>
              <p:cNvSpPr/>
              <p:nvPr/>
            </p:nvSpPr>
            <p:spPr>
              <a:xfrm>
                <a:off x="25589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h2149"/>
              <p:cNvSpPr/>
              <p:nvPr/>
            </p:nvSpPr>
            <p:spPr>
              <a:xfrm>
                <a:off x="25681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h2150"/>
              <p:cNvSpPr/>
              <p:nvPr/>
            </p:nvSpPr>
            <p:spPr>
              <a:xfrm>
                <a:off x="25774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h2151"/>
              <p:cNvSpPr/>
              <p:nvPr/>
            </p:nvSpPr>
            <p:spPr>
              <a:xfrm>
                <a:off x="25867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h2152"/>
              <p:cNvSpPr/>
              <p:nvPr/>
            </p:nvSpPr>
            <p:spPr>
              <a:xfrm>
                <a:off x="25959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h2153"/>
              <p:cNvSpPr/>
              <p:nvPr/>
            </p:nvSpPr>
            <p:spPr>
              <a:xfrm>
                <a:off x="26052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h2154"/>
              <p:cNvSpPr/>
              <p:nvPr/>
            </p:nvSpPr>
            <p:spPr>
              <a:xfrm>
                <a:off x="26144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h2155"/>
              <p:cNvSpPr/>
              <p:nvPr/>
            </p:nvSpPr>
            <p:spPr>
              <a:xfrm>
                <a:off x="26237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h2156"/>
              <p:cNvSpPr/>
              <p:nvPr/>
            </p:nvSpPr>
            <p:spPr>
              <a:xfrm>
                <a:off x="26330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h2157"/>
              <p:cNvSpPr/>
              <p:nvPr/>
            </p:nvSpPr>
            <p:spPr>
              <a:xfrm>
                <a:off x="26422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h2158"/>
              <p:cNvSpPr/>
              <p:nvPr/>
            </p:nvSpPr>
            <p:spPr>
              <a:xfrm>
                <a:off x="26515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h2159"/>
              <p:cNvSpPr/>
              <p:nvPr/>
            </p:nvSpPr>
            <p:spPr>
              <a:xfrm>
                <a:off x="26607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h2160"/>
              <p:cNvSpPr/>
              <p:nvPr/>
            </p:nvSpPr>
            <p:spPr>
              <a:xfrm>
                <a:off x="2670061" y="2343456"/>
                <a:ext cx="92271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1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19" y="897161"/>
                    </a:lnTo>
                    <a:lnTo>
                      <a:pt x="922292" y="899996"/>
                    </a:lnTo>
                    <a:lnTo>
                      <a:pt x="920400" y="910390"/>
                    </a:lnTo>
                    <a:lnTo>
                      <a:pt x="919540" y="914400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h2161"/>
              <p:cNvSpPr/>
              <p:nvPr/>
            </p:nvSpPr>
            <p:spPr>
              <a:xfrm>
                <a:off x="2744159" y="23434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61" y="914400"/>
                    </a:lnTo>
                    <a:lnTo>
                      <a:pt x="909843" y="913401"/>
                    </a:lnTo>
                    <a:lnTo>
                      <a:pt x="913689" y="906179"/>
                    </a:lnTo>
                    <a:lnTo>
                      <a:pt x="914400" y="90496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h2162"/>
              <p:cNvSpPr/>
              <p:nvPr/>
            </p:nvSpPr>
            <p:spPr>
              <a:xfrm>
                <a:off x="2753421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208"/>
                    </a:lnTo>
                    <a:lnTo>
                      <a:pt x="908459" y="916555"/>
                    </a:lnTo>
                    <a:lnTo>
                      <a:pt x="909858" y="91440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h2163"/>
              <p:cNvSpPr/>
              <p:nvPr/>
            </p:nvSpPr>
            <p:spPr>
              <a:xfrm>
                <a:off x="27534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h2164"/>
              <p:cNvSpPr/>
              <p:nvPr/>
            </p:nvSpPr>
            <p:spPr>
              <a:xfrm>
                <a:off x="27626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h2165"/>
              <p:cNvSpPr/>
              <p:nvPr/>
            </p:nvSpPr>
            <p:spPr>
              <a:xfrm>
                <a:off x="277194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h2166"/>
              <p:cNvSpPr/>
              <p:nvPr/>
            </p:nvSpPr>
            <p:spPr>
              <a:xfrm>
                <a:off x="27812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h2167"/>
              <p:cNvSpPr/>
              <p:nvPr/>
            </p:nvSpPr>
            <p:spPr>
              <a:xfrm>
                <a:off x="27904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h2168"/>
              <p:cNvSpPr/>
              <p:nvPr/>
            </p:nvSpPr>
            <p:spPr>
              <a:xfrm>
                <a:off x="27997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h2169"/>
              <p:cNvSpPr/>
              <p:nvPr/>
            </p:nvSpPr>
            <p:spPr>
              <a:xfrm>
                <a:off x="28089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h2170"/>
              <p:cNvSpPr/>
              <p:nvPr/>
            </p:nvSpPr>
            <p:spPr>
              <a:xfrm>
                <a:off x="28182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h2171"/>
              <p:cNvSpPr/>
              <p:nvPr/>
            </p:nvSpPr>
            <p:spPr>
              <a:xfrm>
                <a:off x="28275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h2172"/>
              <p:cNvSpPr/>
              <p:nvPr/>
            </p:nvSpPr>
            <p:spPr>
              <a:xfrm>
                <a:off x="28367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h2173"/>
              <p:cNvSpPr/>
              <p:nvPr/>
            </p:nvSpPr>
            <p:spPr>
              <a:xfrm>
                <a:off x="28460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h2174"/>
              <p:cNvSpPr/>
              <p:nvPr/>
            </p:nvSpPr>
            <p:spPr>
              <a:xfrm>
                <a:off x="28553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h2175"/>
              <p:cNvSpPr/>
              <p:nvPr/>
            </p:nvSpPr>
            <p:spPr>
              <a:xfrm>
                <a:off x="28645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h2176"/>
              <p:cNvSpPr/>
              <p:nvPr/>
            </p:nvSpPr>
            <p:spPr>
              <a:xfrm>
                <a:off x="28738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h2177"/>
              <p:cNvSpPr/>
              <p:nvPr/>
            </p:nvSpPr>
            <p:spPr>
              <a:xfrm>
                <a:off x="28830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h2178"/>
              <p:cNvSpPr/>
              <p:nvPr/>
            </p:nvSpPr>
            <p:spPr>
              <a:xfrm>
                <a:off x="289235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h2179"/>
              <p:cNvSpPr/>
              <p:nvPr/>
            </p:nvSpPr>
            <p:spPr>
              <a:xfrm>
                <a:off x="29016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h2180"/>
              <p:cNvSpPr/>
              <p:nvPr/>
            </p:nvSpPr>
            <p:spPr>
              <a:xfrm>
                <a:off x="29108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h2181"/>
              <p:cNvSpPr/>
              <p:nvPr/>
            </p:nvSpPr>
            <p:spPr>
              <a:xfrm>
                <a:off x="29201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h2182"/>
              <p:cNvSpPr/>
              <p:nvPr/>
            </p:nvSpPr>
            <p:spPr>
              <a:xfrm>
                <a:off x="29294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h2183"/>
              <p:cNvSpPr/>
              <p:nvPr/>
            </p:nvSpPr>
            <p:spPr>
              <a:xfrm>
                <a:off x="29386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h2184"/>
              <p:cNvSpPr/>
              <p:nvPr/>
            </p:nvSpPr>
            <p:spPr>
              <a:xfrm>
                <a:off x="29479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h2185"/>
              <p:cNvSpPr/>
              <p:nvPr/>
            </p:nvSpPr>
            <p:spPr>
              <a:xfrm>
                <a:off x="29571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h2186"/>
              <p:cNvSpPr/>
              <p:nvPr/>
            </p:nvSpPr>
            <p:spPr>
              <a:xfrm>
                <a:off x="29664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h2187"/>
              <p:cNvSpPr/>
              <p:nvPr/>
            </p:nvSpPr>
            <p:spPr>
              <a:xfrm>
                <a:off x="29757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h2188"/>
              <p:cNvSpPr/>
              <p:nvPr/>
            </p:nvSpPr>
            <p:spPr>
              <a:xfrm>
                <a:off x="29849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h2189"/>
              <p:cNvSpPr/>
              <p:nvPr/>
            </p:nvSpPr>
            <p:spPr>
              <a:xfrm>
                <a:off x="29942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h2190"/>
              <p:cNvSpPr/>
              <p:nvPr/>
            </p:nvSpPr>
            <p:spPr>
              <a:xfrm>
                <a:off x="30035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h2191"/>
              <p:cNvSpPr/>
              <p:nvPr/>
            </p:nvSpPr>
            <p:spPr>
              <a:xfrm>
                <a:off x="30127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h2192"/>
              <p:cNvSpPr/>
              <p:nvPr/>
            </p:nvSpPr>
            <p:spPr>
              <a:xfrm>
                <a:off x="30220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h2193"/>
              <p:cNvSpPr/>
              <p:nvPr/>
            </p:nvSpPr>
            <p:spPr>
              <a:xfrm>
                <a:off x="30312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h2194"/>
              <p:cNvSpPr/>
              <p:nvPr/>
            </p:nvSpPr>
            <p:spPr>
              <a:xfrm>
                <a:off x="30405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h2195"/>
              <p:cNvSpPr/>
              <p:nvPr/>
            </p:nvSpPr>
            <p:spPr>
              <a:xfrm>
                <a:off x="30498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h2196"/>
              <p:cNvSpPr/>
              <p:nvPr/>
            </p:nvSpPr>
            <p:spPr>
              <a:xfrm>
                <a:off x="30590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h2197"/>
              <p:cNvSpPr/>
              <p:nvPr/>
            </p:nvSpPr>
            <p:spPr>
              <a:xfrm>
                <a:off x="30683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h2198"/>
              <p:cNvSpPr/>
              <p:nvPr/>
            </p:nvSpPr>
            <p:spPr>
              <a:xfrm>
                <a:off x="30775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h2199"/>
              <p:cNvSpPr/>
              <p:nvPr/>
            </p:nvSpPr>
            <p:spPr>
              <a:xfrm>
                <a:off x="308686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h2200"/>
              <p:cNvSpPr/>
              <p:nvPr/>
            </p:nvSpPr>
            <p:spPr>
              <a:xfrm>
                <a:off x="309612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h2201"/>
              <p:cNvSpPr/>
              <p:nvPr/>
            </p:nvSpPr>
            <p:spPr>
              <a:xfrm>
                <a:off x="310538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h2202"/>
              <p:cNvSpPr/>
              <p:nvPr/>
            </p:nvSpPr>
            <p:spPr>
              <a:xfrm>
                <a:off x="311464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h2203"/>
              <p:cNvSpPr/>
              <p:nvPr/>
            </p:nvSpPr>
            <p:spPr>
              <a:xfrm>
                <a:off x="312391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h2204"/>
              <p:cNvSpPr/>
              <p:nvPr/>
            </p:nvSpPr>
            <p:spPr>
              <a:xfrm>
                <a:off x="313317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h2205"/>
              <p:cNvSpPr/>
              <p:nvPr/>
            </p:nvSpPr>
            <p:spPr>
              <a:xfrm>
                <a:off x="314243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h2206"/>
              <p:cNvSpPr/>
              <p:nvPr/>
            </p:nvSpPr>
            <p:spPr>
              <a:xfrm>
                <a:off x="315169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h2207"/>
              <p:cNvSpPr/>
              <p:nvPr/>
            </p:nvSpPr>
            <p:spPr>
              <a:xfrm>
                <a:off x="316095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h2208"/>
              <p:cNvSpPr/>
              <p:nvPr/>
            </p:nvSpPr>
            <p:spPr>
              <a:xfrm>
                <a:off x="31702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h2209"/>
              <p:cNvSpPr/>
              <p:nvPr/>
            </p:nvSpPr>
            <p:spPr>
              <a:xfrm>
                <a:off x="31794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h2210"/>
              <p:cNvSpPr/>
              <p:nvPr/>
            </p:nvSpPr>
            <p:spPr>
              <a:xfrm>
                <a:off x="318874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h2211"/>
              <p:cNvSpPr/>
              <p:nvPr/>
            </p:nvSpPr>
            <p:spPr>
              <a:xfrm>
                <a:off x="31980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h2212"/>
              <p:cNvSpPr/>
              <p:nvPr/>
            </p:nvSpPr>
            <p:spPr>
              <a:xfrm>
                <a:off x="32072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h2213"/>
              <p:cNvSpPr/>
              <p:nvPr/>
            </p:nvSpPr>
            <p:spPr>
              <a:xfrm>
                <a:off x="32165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h2214"/>
              <p:cNvSpPr/>
              <p:nvPr/>
            </p:nvSpPr>
            <p:spPr>
              <a:xfrm>
                <a:off x="32257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h2215"/>
              <p:cNvSpPr/>
              <p:nvPr/>
            </p:nvSpPr>
            <p:spPr>
              <a:xfrm>
                <a:off x="32350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h2216"/>
              <p:cNvSpPr/>
              <p:nvPr/>
            </p:nvSpPr>
            <p:spPr>
              <a:xfrm>
                <a:off x="32443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h2217"/>
              <p:cNvSpPr/>
              <p:nvPr/>
            </p:nvSpPr>
            <p:spPr>
              <a:xfrm>
                <a:off x="32535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h2218"/>
              <p:cNvSpPr/>
              <p:nvPr/>
            </p:nvSpPr>
            <p:spPr>
              <a:xfrm>
                <a:off x="32628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h2219"/>
              <p:cNvSpPr/>
              <p:nvPr/>
            </p:nvSpPr>
            <p:spPr>
              <a:xfrm>
                <a:off x="327210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h2220"/>
              <p:cNvSpPr/>
              <p:nvPr/>
            </p:nvSpPr>
            <p:spPr>
              <a:xfrm>
                <a:off x="3281368" y="23434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51"/>
                    </a:lnTo>
                    <a:lnTo>
                      <a:pt x="922320" y="911143"/>
                    </a:lnTo>
                    <a:lnTo>
                      <a:pt x="920648" y="914400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h2221"/>
              <p:cNvSpPr/>
              <p:nvPr/>
            </p:nvSpPr>
            <p:spPr>
              <a:xfrm>
                <a:off x="3290630" y="2326218"/>
                <a:ext cx="919267" cy="925489"/>
              </a:xfrm>
              <a:custGeom>
                <a:avLst/>
                <a:gdLst/>
                <a:ahLst/>
                <a:cxnLst/>
                <a:rect l="0" t="0" r="0" b="0"/>
                <a:pathLst>
                  <a:path w="919267" h="925489">
                    <a:moveTo>
                      <a:pt x="914400" y="914400"/>
                    </a:moveTo>
                    <a:lnTo>
                      <a:pt x="919267" y="914400"/>
                    </a:lnTo>
                    <a:lnTo>
                      <a:pt x="916731" y="920462"/>
                    </a:lnTo>
                    <a:lnTo>
                      <a:pt x="914400" y="92548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h2222"/>
              <p:cNvSpPr/>
              <p:nvPr/>
            </p:nvSpPr>
            <p:spPr>
              <a:xfrm>
                <a:off x="2382932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41" y="931638"/>
                    </a:lnTo>
                    <a:lnTo>
                      <a:pt x="909586" y="930486"/>
                    </a:lnTo>
                    <a:lnTo>
                      <a:pt x="910306" y="919816"/>
                    </a:lnTo>
                    <a:lnTo>
                      <a:pt x="910826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h2223"/>
              <p:cNvSpPr/>
              <p:nvPr/>
            </p:nvSpPr>
            <p:spPr>
              <a:xfrm>
                <a:off x="23829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h2224"/>
              <p:cNvSpPr/>
              <p:nvPr/>
            </p:nvSpPr>
            <p:spPr>
              <a:xfrm>
                <a:off x="239219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h2225"/>
              <p:cNvSpPr/>
              <p:nvPr/>
            </p:nvSpPr>
            <p:spPr>
              <a:xfrm>
                <a:off x="24014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h2226"/>
              <p:cNvSpPr/>
              <p:nvPr/>
            </p:nvSpPr>
            <p:spPr>
              <a:xfrm>
                <a:off x="24107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h2227"/>
              <p:cNvSpPr/>
              <p:nvPr/>
            </p:nvSpPr>
            <p:spPr>
              <a:xfrm>
                <a:off x="24199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h2228"/>
              <p:cNvSpPr/>
              <p:nvPr/>
            </p:nvSpPr>
            <p:spPr>
              <a:xfrm>
                <a:off x="24292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h2229"/>
              <p:cNvSpPr/>
              <p:nvPr/>
            </p:nvSpPr>
            <p:spPr>
              <a:xfrm>
                <a:off x="24385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h2230"/>
              <p:cNvSpPr/>
              <p:nvPr/>
            </p:nvSpPr>
            <p:spPr>
              <a:xfrm>
                <a:off x="24477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h2231"/>
              <p:cNvSpPr/>
              <p:nvPr/>
            </p:nvSpPr>
            <p:spPr>
              <a:xfrm>
                <a:off x="24570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h2232"/>
              <p:cNvSpPr/>
              <p:nvPr/>
            </p:nvSpPr>
            <p:spPr>
              <a:xfrm>
                <a:off x="24662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h2233"/>
              <p:cNvSpPr/>
              <p:nvPr/>
            </p:nvSpPr>
            <p:spPr>
              <a:xfrm>
                <a:off x="247555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h2234"/>
              <p:cNvSpPr/>
              <p:nvPr/>
            </p:nvSpPr>
            <p:spPr>
              <a:xfrm>
                <a:off x="24848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h2235"/>
              <p:cNvSpPr/>
              <p:nvPr/>
            </p:nvSpPr>
            <p:spPr>
              <a:xfrm>
                <a:off x="24940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h2236"/>
              <p:cNvSpPr/>
              <p:nvPr/>
            </p:nvSpPr>
            <p:spPr>
              <a:xfrm>
                <a:off x="25033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h2237"/>
              <p:cNvSpPr/>
              <p:nvPr/>
            </p:nvSpPr>
            <p:spPr>
              <a:xfrm>
                <a:off x="25126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h2238"/>
              <p:cNvSpPr/>
              <p:nvPr/>
            </p:nvSpPr>
            <p:spPr>
              <a:xfrm>
                <a:off x="25218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h2239"/>
              <p:cNvSpPr/>
              <p:nvPr/>
            </p:nvSpPr>
            <p:spPr>
              <a:xfrm>
                <a:off x="25311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h2240"/>
              <p:cNvSpPr/>
              <p:nvPr/>
            </p:nvSpPr>
            <p:spPr>
              <a:xfrm>
                <a:off x="25403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h2241"/>
              <p:cNvSpPr/>
              <p:nvPr/>
            </p:nvSpPr>
            <p:spPr>
              <a:xfrm>
                <a:off x="25496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h2242"/>
              <p:cNvSpPr/>
              <p:nvPr/>
            </p:nvSpPr>
            <p:spPr>
              <a:xfrm>
                <a:off x="25589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h2243"/>
              <p:cNvSpPr/>
              <p:nvPr/>
            </p:nvSpPr>
            <p:spPr>
              <a:xfrm>
                <a:off x="25681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h2244"/>
              <p:cNvSpPr/>
              <p:nvPr/>
            </p:nvSpPr>
            <p:spPr>
              <a:xfrm>
                <a:off x="25774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h2245"/>
              <p:cNvSpPr/>
              <p:nvPr/>
            </p:nvSpPr>
            <p:spPr>
              <a:xfrm>
                <a:off x="25867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h2246"/>
              <p:cNvSpPr/>
              <p:nvPr/>
            </p:nvSpPr>
            <p:spPr>
              <a:xfrm>
                <a:off x="25959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h2247"/>
              <p:cNvSpPr/>
              <p:nvPr/>
            </p:nvSpPr>
            <p:spPr>
              <a:xfrm>
                <a:off x="26052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h2248"/>
              <p:cNvSpPr/>
              <p:nvPr/>
            </p:nvSpPr>
            <p:spPr>
              <a:xfrm>
                <a:off x="26144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h2249"/>
              <p:cNvSpPr/>
              <p:nvPr/>
            </p:nvSpPr>
            <p:spPr>
              <a:xfrm>
                <a:off x="26237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h2250"/>
              <p:cNvSpPr/>
              <p:nvPr/>
            </p:nvSpPr>
            <p:spPr>
              <a:xfrm>
                <a:off x="26330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h2251"/>
              <p:cNvSpPr/>
              <p:nvPr/>
            </p:nvSpPr>
            <p:spPr>
              <a:xfrm>
                <a:off x="26422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h2252"/>
              <p:cNvSpPr/>
              <p:nvPr/>
            </p:nvSpPr>
            <p:spPr>
              <a:xfrm>
                <a:off x="26515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h2253"/>
              <p:cNvSpPr/>
              <p:nvPr/>
            </p:nvSpPr>
            <p:spPr>
              <a:xfrm>
                <a:off x="26607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h2254"/>
              <p:cNvSpPr/>
              <p:nvPr/>
            </p:nvSpPr>
            <p:spPr>
              <a:xfrm>
                <a:off x="2670061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49"/>
                    </a:lnTo>
                    <a:lnTo>
                      <a:pt x="922719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h2255"/>
              <p:cNvSpPr/>
              <p:nvPr/>
            </p:nvSpPr>
            <p:spPr>
              <a:xfrm>
                <a:off x="2679323" y="2308979"/>
                <a:ext cx="915768" cy="925387"/>
              </a:xfrm>
              <a:custGeom>
                <a:avLst/>
                <a:gdLst/>
                <a:ahLst/>
                <a:cxnLst/>
                <a:rect l="0" t="0" r="0" b="0"/>
                <a:pathLst>
                  <a:path w="915768" h="925387">
                    <a:moveTo>
                      <a:pt x="914400" y="914400"/>
                    </a:moveTo>
                    <a:lnTo>
                      <a:pt x="915768" y="914400"/>
                    </a:lnTo>
                    <a:lnTo>
                      <a:pt x="914623" y="923906"/>
                    </a:lnTo>
                    <a:lnTo>
                      <a:pt x="914400" y="925387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h2256"/>
              <p:cNvSpPr/>
              <p:nvPr/>
            </p:nvSpPr>
            <p:spPr>
              <a:xfrm>
                <a:off x="2753421" y="23262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58" y="914400"/>
                    </a:lnTo>
                    <a:lnTo>
                      <a:pt x="912667" y="910071"/>
                    </a:lnTo>
                    <a:lnTo>
                      <a:pt x="914400" y="90765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h2257"/>
              <p:cNvSpPr/>
              <p:nvPr/>
            </p:nvSpPr>
            <p:spPr>
              <a:xfrm>
                <a:off x="2762683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896"/>
                    </a:lnTo>
                    <a:lnTo>
                      <a:pt x="907779" y="921217"/>
                    </a:lnTo>
                    <a:lnTo>
                      <a:pt x="912309" y="915533"/>
                    </a:lnTo>
                    <a:lnTo>
                      <a:pt x="912511" y="915292"/>
                    </a:lnTo>
                    <a:lnTo>
                      <a:pt x="912716" y="915049"/>
                    </a:lnTo>
                    <a:lnTo>
                      <a:pt x="912920" y="914806"/>
                    </a:lnTo>
                    <a:lnTo>
                      <a:pt x="913124" y="914563"/>
                    </a:lnTo>
                    <a:lnTo>
                      <a:pt x="913262" y="91440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h2258"/>
              <p:cNvSpPr/>
              <p:nvPr/>
            </p:nvSpPr>
            <p:spPr>
              <a:xfrm>
                <a:off x="27626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h2259"/>
              <p:cNvSpPr/>
              <p:nvPr/>
            </p:nvSpPr>
            <p:spPr>
              <a:xfrm>
                <a:off x="277194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h2260"/>
              <p:cNvSpPr/>
              <p:nvPr/>
            </p:nvSpPr>
            <p:spPr>
              <a:xfrm>
                <a:off x="27812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h2261"/>
              <p:cNvSpPr/>
              <p:nvPr/>
            </p:nvSpPr>
            <p:spPr>
              <a:xfrm>
                <a:off x="27904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h2262"/>
              <p:cNvSpPr/>
              <p:nvPr/>
            </p:nvSpPr>
            <p:spPr>
              <a:xfrm>
                <a:off x="27997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h2263"/>
              <p:cNvSpPr/>
              <p:nvPr/>
            </p:nvSpPr>
            <p:spPr>
              <a:xfrm>
                <a:off x="28089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h2264"/>
              <p:cNvSpPr/>
              <p:nvPr/>
            </p:nvSpPr>
            <p:spPr>
              <a:xfrm>
                <a:off x="28182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h2265"/>
              <p:cNvSpPr/>
              <p:nvPr/>
            </p:nvSpPr>
            <p:spPr>
              <a:xfrm>
                <a:off x="28275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h2266"/>
              <p:cNvSpPr/>
              <p:nvPr/>
            </p:nvSpPr>
            <p:spPr>
              <a:xfrm>
                <a:off x="28367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h2267"/>
              <p:cNvSpPr/>
              <p:nvPr/>
            </p:nvSpPr>
            <p:spPr>
              <a:xfrm>
                <a:off x="28460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h2268"/>
              <p:cNvSpPr/>
              <p:nvPr/>
            </p:nvSpPr>
            <p:spPr>
              <a:xfrm>
                <a:off x="28553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h2269"/>
              <p:cNvSpPr/>
              <p:nvPr/>
            </p:nvSpPr>
            <p:spPr>
              <a:xfrm>
                <a:off x="28645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h2270"/>
              <p:cNvSpPr/>
              <p:nvPr/>
            </p:nvSpPr>
            <p:spPr>
              <a:xfrm>
                <a:off x="28738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h2271"/>
              <p:cNvSpPr/>
              <p:nvPr/>
            </p:nvSpPr>
            <p:spPr>
              <a:xfrm>
                <a:off x="28830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h2272"/>
              <p:cNvSpPr/>
              <p:nvPr/>
            </p:nvSpPr>
            <p:spPr>
              <a:xfrm>
                <a:off x="289235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h2273"/>
              <p:cNvSpPr/>
              <p:nvPr/>
            </p:nvSpPr>
            <p:spPr>
              <a:xfrm>
                <a:off x="29016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h2274"/>
              <p:cNvSpPr/>
              <p:nvPr/>
            </p:nvSpPr>
            <p:spPr>
              <a:xfrm>
                <a:off x="29108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h2275"/>
              <p:cNvSpPr/>
              <p:nvPr/>
            </p:nvSpPr>
            <p:spPr>
              <a:xfrm>
                <a:off x="29201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h2276"/>
              <p:cNvSpPr/>
              <p:nvPr/>
            </p:nvSpPr>
            <p:spPr>
              <a:xfrm>
                <a:off x="29294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h2277"/>
              <p:cNvSpPr/>
              <p:nvPr/>
            </p:nvSpPr>
            <p:spPr>
              <a:xfrm>
                <a:off x="29386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h2278"/>
              <p:cNvSpPr/>
              <p:nvPr/>
            </p:nvSpPr>
            <p:spPr>
              <a:xfrm>
                <a:off x="29479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h2279"/>
              <p:cNvSpPr/>
              <p:nvPr/>
            </p:nvSpPr>
            <p:spPr>
              <a:xfrm>
                <a:off x="29571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h2280"/>
              <p:cNvSpPr/>
              <p:nvPr/>
            </p:nvSpPr>
            <p:spPr>
              <a:xfrm>
                <a:off x="29664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h2281"/>
              <p:cNvSpPr/>
              <p:nvPr/>
            </p:nvSpPr>
            <p:spPr>
              <a:xfrm>
                <a:off x="29757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h2282"/>
              <p:cNvSpPr/>
              <p:nvPr/>
            </p:nvSpPr>
            <p:spPr>
              <a:xfrm>
                <a:off x="29849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h2283"/>
              <p:cNvSpPr/>
              <p:nvPr/>
            </p:nvSpPr>
            <p:spPr>
              <a:xfrm>
                <a:off x="29942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h2284"/>
              <p:cNvSpPr/>
              <p:nvPr/>
            </p:nvSpPr>
            <p:spPr>
              <a:xfrm>
                <a:off x="30035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h2285"/>
              <p:cNvSpPr/>
              <p:nvPr/>
            </p:nvSpPr>
            <p:spPr>
              <a:xfrm>
                <a:off x="30127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h2286"/>
              <p:cNvSpPr/>
              <p:nvPr/>
            </p:nvSpPr>
            <p:spPr>
              <a:xfrm>
                <a:off x="30220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h2287"/>
              <p:cNvSpPr/>
              <p:nvPr/>
            </p:nvSpPr>
            <p:spPr>
              <a:xfrm>
                <a:off x="30312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h2288"/>
              <p:cNvSpPr/>
              <p:nvPr/>
            </p:nvSpPr>
            <p:spPr>
              <a:xfrm>
                <a:off x="30405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h2289"/>
              <p:cNvSpPr/>
              <p:nvPr/>
            </p:nvSpPr>
            <p:spPr>
              <a:xfrm>
                <a:off x="30498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h2290"/>
              <p:cNvSpPr/>
              <p:nvPr/>
            </p:nvSpPr>
            <p:spPr>
              <a:xfrm>
                <a:off x="30590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h2291"/>
              <p:cNvSpPr/>
              <p:nvPr/>
            </p:nvSpPr>
            <p:spPr>
              <a:xfrm>
                <a:off x="30683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h2292"/>
              <p:cNvSpPr/>
              <p:nvPr/>
            </p:nvSpPr>
            <p:spPr>
              <a:xfrm>
                <a:off x="30775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h2293"/>
              <p:cNvSpPr/>
              <p:nvPr/>
            </p:nvSpPr>
            <p:spPr>
              <a:xfrm>
                <a:off x="308686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h2294"/>
              <p:cNvSpPr/>
              <p:nvPr/>
            </p:nvSpPr>
            <p:spPr>
              <a:xfrm>
                <a:off x="309612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h2295"/>
              <p:cNvSpPr/>
              <p:nvPr/>
            </p:nvSpPr>
            <p:spPr>
              <a:xfrm>
                <a:off x="310538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h2296"/>
              <p:cNvSpPr/>
              <p:nvPr/>
            </p:nvSpPr>
            <p:spPr>
              <a:xfrm>
                <a:off x="311464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h2297"/>
              <p:cNvSpPr/>
              <p:nvPr/>
            </p:nvSpPr>
            <p:spPr>
              <a:xfrm>
                <a:off x="312391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h2298"/>
              <p:cNvSpPr/>
              <p:nvPr/>
            </p:nvSpPr>
            <p:spPr>
              <a:xfrm>
                <a:off x="313317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h2299"/>
              <p:cNvSpPr/>
              <p:nvPr/>
            </p:nvSpPr>
            <p:spPr>
              <a:xfrm>
                <a:off x="314243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h2300"/>
              <p:cNvSpPr/>
              <p:nvPr/>
            </p:nvSpPr>
            <p:spPr>
              <a:xfrm>
                <a:off x="315169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h2301"/>
              <p:cNvSpPr/>
              <p:nvPr/>
            </p:nvSpPr>
            <p:spPr>
              <a:xfrm>
                <a:off x="316095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h2302"/>
              <p:cNvSpPr/>
              <p:nvPr/>
            </p:nvSpPr>
            <p:spPr>
              <a:xfrm>
                <a:off x="317022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153">
                  <a:alpha val="100000"/>
                </a:srgbClr>
              </a:solidFill>
              <a:ln w="5420" cap="flat">
                <a:solidFill>
                  <a:srgbClr val="39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h2303"/>
              <p:cNvSpPr/>
              <p:nvPr/>
            </p:nvSpPr>
            <p:spPr>
              <a:xfrm>
                <a:off x="31794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h2304"/>
              <p:cNvSpPr/>
              <p:nvPr/>
            </p:nvSpPr>
            <p:spPr>
              <a:xfrm>
                <a:off x="318874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h2305"/>
              <p:cNvSpPr/>
              <p:nvPr/>
            </p:nvSpPr>
            <p:spPr>
              <a:xfrm>
                <a:off x="31980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h2306"/>
              <p:cNvSpPr/>
              <p:nvPr/>
            </p:nvSpPr>
            <p:spPr>
              <a:xfrm>
                <a:off x="32072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h2307"/>
              <p:cNvSpPr/>
              <p:nvPr/>
            </p:nvSpPr>
            <p:spPr>
              <a:xfrm>
                <a:off x="32165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h2308"/>
              <p:cNvSpPr/>
              <p:nvPr/>
            </p:nvSpPr>
            <p:spPr>
              <a:xfrm>
                <a:off x="32257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h2309"/>
              <p:cNvSpPr/>
              <p:nvPr/>
            </p:nvSpPr>
            <p:spPr>
              <a:xfrm>
                <a:off x="32350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153">
                  <a:alpha val="100000"/>
                </a:srgbClr>
              </a:solidFill>
              <a:ln w="5420" cap="flat">
                <a:solidFill>
                  <a:srgbClr val="39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h2310"/>
              <p:cNvSpPr/>
              <p:nvPr/>
            </p:nvSpPr>
            <p:spPr>
              <a:xfrm>
                <a:off x="32443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h2311"/>
              <p:cNvSpPr/>
              <p:nvPr/>
            </p:nvSpPr>
            <p:spPr>
              <a:xfrm>
                <a:off x="32535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h2312"/>
              <p:cNvSpPr/>
              <p:nvPr/>
            </p:nvSpPr>
            <p:spPr>
              <a:xfrm>
                <a:off x="32628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h2313"/>
              <p:cNvSpPr/>
              <p:nvPr/>
            </p:nvSpPr>
            <p:spPr>
              <a:xfrm>
                <a:off x="327210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h2314"/>
              <p:cNvSpPr/>
              <p:nvPr/>
            </p:nvSpPr>
            <p:spPr>
              <a:xfrm>
                <a:off x="32813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h2315"/>
              <p:cNvSpPr/>
              <p:nvPr/>
            </p:nvSpPr>
            <p:spPr>
              <a:xfrm>
                <a:off x="3290630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87"/>
                    </a:lnTo>
                    <a:lnTo>
                      <a:pt x="923409" y="903638"/>
                    </a:lnTo>
                    <a:lnTo>
                      <a:pt x="920184" y="912207"/>
                    </a:lnTo>
                    <a:lnTo>
                      <a:pt x="919267" y="914400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h2316"/>
              <p:cNvSpPr/>
              <p:nvPr/>
            </p:nvSpPr>
            <p:spPr>
              <a:xfrm>
                <a:off x="3299892" y="2308979"/>
                <a:ext cx="916330" cy="920126"/>
              </a:xfrm>
              <a:custGeom>
                <a:avLst/>
                <a:gdLst/>
                <a:ahLst/>
                <a:cxnLst/>
                <a:rect l="0" t="0" r="0" b="0"/>
                <a:pathLst>
                  <a:path w="916330" h="920126">
                    <a:moveTo>
                      <a:pt x="914400" y="914400"/>
                    </a:moveTo>
                    <a:lnTo>
                      <a:pt x="916330" y="914400"/>
                    </a:lnTo>
                    <a:lnTo>
                      <a:pt x="914400" y="920126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h2317"/>
              <p:cNvSpPr/>
              <p:nvPr/>
            </p:nvSpPr>
            <p:spPr>
              <a:xfrm>
                <a:off x="2382932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26" y="931638"/>
                    </a:lnTo>
                    <a:lnTo>
                      <a:pt x="911322" y="926469"/>
                    </a:lnTo>
                    <a:lnTo>
                      <a:pt x="912633" y="915995"/>
                    </a:lnTo>
                    <a:lnTo>
                      <a:pt x="912880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h2318"/>
              <p:cNvSpPr/>
              <p:nvPr/>
            </p:nvSpPr>
            <p:spPr>
              <a:xfrm>
                <a:off x="23829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h2319"/>
              <p:cNvSpPr/>
              <p:nvPr/>
            </p:nvSpPr>
            <p:spPr>
              <a:xfrm>
                <a:off x="239219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h2320"/>
              <p:cNvSpPr/>
              <p:nvPr/>
            </p:nvSpPr>
            <p:spPr>
              <a:xfrm>
                <a:off x="24014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h2321"/>
              <p:cNvSpPr/>
              <p:nvPr/>
            </p:nvSpPr>
            <p:spPr>
              <a:xfrm>
                <a:off x="24107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h2322"/>
              <p:cNvSpPr/>
              <p:nvPr/>
            </p:nvSpPr>
            <p:spPr>
              <a:xfrm>
                <a:off x="24199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h2323"/>
              <p:cNvSpPr/>
              <p:nvPr/>
            </p:nvSpPr>
            <p:spPr>
              <a:xfrm>
                <a:off x="24292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h2324"/>
              <p:cNvSpPr/>
              <p:nvPr/>
            </p:nvSpPr>
            <p:spPr>
              <a:xfrm>
                <a:off x="24385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h2325"/>
              <p:cNvSpPr/>
              <p:nvPr/>
            </p:nvSpPr>
            <p:spPr>
              <a:xfrm>
                <a:off x="24477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h2326"/>
              <p:cNvSpPr/>
              <p:nvPr/>
            </p:nvSpPr>
            <p:spPr>
              <a:xfrm>
                <a:off x="24570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h2327"/>
              <p:cNvSpPr/>
              <p:nvPr/>
            </p:nvSpPr>
            <p:spPr>
              <a:xfrm>
                <a:off x="24662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h2328"/>
              <p:cNvSpPr/>
              <p:nvPr/>
            </p:nvSpPr>
            <p:spPr>
              <a:xfrm>
                <a:off x="247555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h2329"/>
              <p:cNvSpPr/>
              <p:nvPr/>
            </p:nvSpPr>
            <p:spPr>
              <a:xfrm>
                <a:off x="24848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h2330"/>
              <p:cNvSpPr/>
              <p:nvPr/>
            </p:nvSpPr>
            <p:spPr>
              <a:xfrm>
                <a:off x="24940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h2331"/>
              <p:cNvSpPr/>
              <p:nvPr/>
            </p:nvSpPr>
            <p:spPr>
              <a:xfrm>
                <a:off x="25033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h2332"/>
              <p:cNvSpPr/>
              <p:nvPr/>
            </p:nvSpPr>
            <p:spPr>
              <a:xfrm>
                <a:off x="25126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h2333"/>
              <p:cNvSpPr/>
              <p:nvPr/>
            </p:nvSpPr>
            <p:spPr>
              <a:xfrm>
                <a:off x="25218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h2334"/>
              <p:cNvSpPr/>
              <p:nvPr/>
            </p:nvSpPr>
            <p:spPr>
              <a:xfrm>
                <a:off x="25311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h2335"/>
              <p:cNvSpPr/>
              <p:nvPr/>
            </p:nvSpPr>
            <p:spPr>
              <a:xfrm>
                <a:off x="25403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h2336"/>
              <p:cNvSpPr/>
              <p:nvPr/>
            </p:nvSpPr>
            <p:spPr>
              <a:xfrm>
                <a:off x="25496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h2337"/>
              <p:cNvSpPr/>
              <p:nvPr/>
            </p:nvSpPr>
            <p:spPr>
              <a:xfrm>
                <a:off x="25589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h2338"/>
              <p:cNvSpPr/>
              <p:nvPr/>
            </p:nvSpPr>
            <p:spPr>
              <a:xfrm>
                <a:off x="25681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h2339"/>
              <p:cNvSpPr/>
              <p:nvPr/>
            </p:nvSpPr>
            <p:spPr>
              <a:xfrm>
                <a:off x="25774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h2340"/>
              <p:cNvSpPr/>
              <p:nvPr/>
            </p:nvSpPr>
            <p:spPr>
              <a:xfrm>
                <a:off x="25867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h2341"/>
              <p:cNvSpPr/>
              <p:nvPr/>
            </p:nvSpPr>
            <p:spPr>
              <a:xfrm>
                <a:off x="25959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h2342"/>
              <p:cNvSpPr/>
              <p:nvPr/>
            </p:nvSpPr>
            <p:spPr>
              <a:xfrm>
                <a:off x="26052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h2343"/>
              <p:cNvSpPr/>
              <p:nvPr/>
            </p:nvSpPr>
            <p:spPr>
              <a:xfrm>
                <a:off x="26144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h2344"/>
              <p:cNvSpPr/>
              <p:nvPr/>
            </p:nvSpPr>
            <p:spPr>
              <a:xfrm>
                <a:off x="26237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h2345"/>
              <p:cNvSpPr/>
              <p:nvPr/>
            </p:nvSpPr>
            <p:spPr>
              <a:xfrm>
                <a:off x="26330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h2346"/>
              <p:cNvSpPr/>
              <p:nvPr/>
            </p:nvSpPr>
            <p:spPr>
              <a:xfrm>
                <a:off x="26422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h2347"/>
              <p:cNvSpPr/>
              <p:nvPr/>
            </p:nvSpPr>
            <p:spPr>
              <a:xfrm>
                <a:off x="26515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h2348"/>
              <p:cNvSpPr/>
              <p:nvPr/>
            </p:nvSpPr>
            <p:spPr>
              <a:xfrm>
                <a:off x="26607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h2349"/>
              <p:cNvSpPr/>
              <p:nvPr/>
            </p:nvSpPr>
            <p:spPr>
              <a:xfrm>
                <a:off x="26700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h2350"/>
              <p:cNvSpPr/>
              <p:nvPr/>
            </p:nvSpPr>
            <p:spPr>
              <a:xfrm>
                <a:off x="2679323" y="2308979"/>
                <a:ext cx="9172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18" y="897161"/>
                    </a:lnTo>
                    <a:lnTo>
                      <a:pt x="916896" y="902376"/>
                    </a:lnTo>
                    <a:lnTo>
                      <a:pt x="915913" y="913197"/>
                    </a:lnTo>
                    <a:lnTo>
                      <a:pt x="915768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h2351"/>
              <p:cNvSpPr/>
              <p:nvPr/>
            </p:nvSpPr>
            <p:spPr>
              <a:xfrm>
                <a:off x="2762683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29" y="914320"/>
                    </a:lnTo>
                    <a:lnTo>
                      <a:pt x="913533" y="914077"/>
                    </a:lnTo>
                    <a:lnTo>
                      <a:pt x="913737" y="913834"/>
                    </a:lnTo>
                    <a:lnTo>
                      <a:pt x="913942" y="913591"/>
                    </a:lnTo>
                    <a:lnTo>
                      <a:pt x="914146" y="913348"/>
                    </a:lnTo>
                    <a:lnTo>
                      <a:pt x="914400" y="913047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h2352"/>
              <p:cNvSpPr/>
              <p:nvPr/>
            </p:nvSpPr>
            <p:spPr>
              <a:xfrm>
                <a:off x="2771946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047"/>
                    </a:lnTo>
                    <a:lnTo>
                      <a:pt x="905293" y="912862"/>
                    </a:lnTo>
                    <a:lnTo>
                      <a:pt x="905497" y="912619"/>
                    </a:lnTo>
                    <a:lnTo>
                      <a:pt x="905702" y="912376"/>
                    </a:lnTo>
                    <a:lnTo>
                      <a:pt x="905906" y="912133"/>
                    </a:lnTo>
                    <a:lnTo>
                      <a:pt x="906110" y="911890"/>
                    </a:lnTo>
                    <a:lnTo>
                      <a:pt x="906315" y="911647"/>
                    </a:lnTo>
                    <a:lnTo>
                      <a:pt x="906519" y="911404"/>
                    </a:lnTo>
                    <a:lnTo>
                      <a:pt x="906724" y="911162"/>
                    </a:lnTo>
                    <a:lnTo>
                      <a:pt x="906928" y="910919"/>
                    </a:lnTo>
                    <a:lnTo>
                      <a:pt x="907133" y="910676"/>
                    </a:lnTo>
                    <a:lnTo>
                      <a:pt x="907337" y="910433"/>
                    </a:lnTo>
                    <a:lnTo>
                      <a:pt x="907542" y="910190"/>
                    </a:lnTo>
                    <a:lnTo>
                      <a:pt x="907746" y="909947"/>
                    </a:lnTo>
                    <a:lnTo>
                      <a:pt x="907951" y="909704"/>
                    </a:lnTo>
                    <a:lnTo>
                      <a:pt x="908155" y="909461"/>
                    </a:lnTo>
                    <a:lnTo>
                      <a:pt x="908360" y="909218"/>
                    </a:lnTo>
                    <a:lnTo>
                      <a:pt x="908564" y="908975"/>
                    </a:lnTo>
                    <a:lnTo>
                      <a:pt x="908769" y="908732"/>
                    </a:lnTo>
                    <a:lnTo>
                      <a:pt x="908973" y="908489"/>
                    </a:lnTo>
                    <a:lnTo>
                      <a:pt x="909178" y="908246"/>
                    </a:lnTo>
                    <a:lnTo>
                      <a:pt x="909382" y="908003"/>
                    </a:lnTo>
                    <a:lnTo>
                      <a:pt x="909587" y="907761"/>
                    </a:lnTo>
                    <a:lnTo>
                      <a:pt x="909791" y="907518"/>
                    </a:lnTo>
                    <a:lnTo>
                      <a:pt x="909996" y="907275"/>
                    </a:lnTo>
                    <a:lnTo>
                      <a:pt x="910200" y="907032"/>
                    </a:lnTo>
                    <a:lnTo>
                      <a:pt x="910405" y="906789"/>
                    </a:lnTo>
                    <a:lnTo>
                      <a:pt x="910610" y="906546"/>
                    </a:lnTo>
                    <a:lnTo>
                      <a:pt x="910814" y="906303"/>
                    </a:lnTo>
                    <a:lnTo>
                      <a:pt x="911019" y="906060"/>
                    </a:lnTo>
                    <a:lnTo>
                      <a:pt x="911223" y="905817"/>
                    </a:lnTo>
                    <a:lnTo>
                      <a:pt x="911428" y="905574"/>
                    </a:lnTo>
                    <a:lnTo>
                      <a:pt x="911633" y="905332"/>
                    </a:lnTo>
                    <a:lnTo>
                      <a:pt x="911837" y="905089"/>
                    </a:lnTo>
                    <a:lnTo>
                      <a:pt x="912042" y="904846"/>
                    </a:lnTo>
                    <a:lnTo>
                      <a:pt x="912247" y="904603"/>
                    </a:lnTo>
                    <a:lnTo>
                      <a:pt x="912451" y="904360"/>
                    </a:lnTo>
                    <a:lnTo>
                      <a:pt x="912656" y="904117"/>
                    </a:lnTo>
                    <a:lnTo>
                      <a:pt x="912861" y="903874"/>
                    </a:lnTo>
                    <a:lnTo>
                      <a:pt x="913065" y="903632"/>
                    </a:lnTo>
                    <a:lnTo>
                      <a:pt x="913270" y="903389"/>
                    </a:lnTo>
                    <a:lnTo>
                      <a:pt x="913475" y="903146"/>
                    </a:lnTo>
                    <a:lnTo>
                      <a:pt x="913679" y="902903"/>
                    </a:lnTo>
                    <a:lnTo>
                      <a:pt x="913884" y="902660"/>
                    </a:lnTo>
                    <a:lnTo>
                      <a:pt x="914089" y="902417"/>
                    </a:lnTo>
                    <a:lnTo>
                      <a:pt x="914400" y="902049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h2353"/>
              <p:cNvSpPr/>
              <p:nvPr/>
            </p:nvSpPr>
            <p:spPr>
              <a:xfrm>
                <a:off x="2781208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36" y="919170"/>
                    </a:lnTo>
                    <a:lnTo>
                      <a:pt x="905441" y="918927"/>
                    </a:lnTo>
                    <a:lnTo>
                      <a:pt x="905645" y="918685"/>
                    </a:lnTo>
                    <a:lnTo>
                      <a:pt x="905850" y="918442"/>
                    </a:lnTo>
                    <a:lnTo>
                      <a:pt x="906055" y="918199"/>
                    </a:lnTo>
                    <a:lnTo>
                      <a:pt x="906260" y="917956"/>
                    </a:lnTo>
                    <a:lnTo>
                      <a:pt x="906464" y="917713"/>
                    </a:lnTo>
                    <a:lnTo>
                      <a:pt x="906669" y="917471"/>
                    </a:lnTo>
                    <a:lnTo>
                      <a:pt x="906874" y="917228"/>
                    </a:lnTo>
                    <a:lnTo>
                      <a:pt x="907079" y="916985"/>
                    </a:lnTo>
                    <a:lnTo>
                      <a:pt x="907284" y="916742"/>
                    </a:lnTo>
                    <a:lnTo>
                      <a:pt x="907488" y="916499"/>
                    </a:lnTo>
                    <a:lnTo>
                      <a:pt x="907693" y="916257"/>
                    </a:lnTo>
                    <a:lnTo>
                      <a:pt x="907898" y="916014"/>
                    </a:lnTo>
                    <a:lnTo>
                      <a:pt x="908103" y="915771"/>
                    </a:lnTo>
                    <a:lnTo>
                      <a:pt x="908308" y="915528"/>
                    </a:lnTo>
                    <a:lnTo>
                      <a:pt x="908512" y="915285"/>
                    </a:lnTo>
                    <a:lnTo>
                      <a:pt x="908717" y="915043"/>
                    </a:lnTo>
                    <a:lnTo>
                      <a:pt x="908922" y="914800"/>
                    </a:lnTo>
                    <a:lnTo>
                      <a:pt x="909127" y="914557"/>
                    </a:lnTo>
                    <a:lnTo>
                      <a:pt x="909260" y="914400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h2354"/>
              <p:cNvSpPr/>
              <p:nvPr/>
            </p:nvSpPr>
            <p:spPr>
              <a:xfrm>
                <a:off x="27812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h2355"/>
              <p:cNvSpPr/>
              <p:nvPr/>
            </p:nvSpPr>
            <p:spPr>
              <a:xfrm>
                <a:off x="27904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h2356"/>
              <p:cNvSpPr/>
              <p:nvPr/>
            </p:nvSpPr>
            <p:spPr>
              <a:xfrm>
                <a:off x="27997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h2357"/>
              <p:cNvSpPr/>
              <p:nvPr/>
            </p:nvSpPr>
            <p:spPr>
              <a:xfrm>
                <a:off x="28089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h2358"/>
              <p:cNvSpPr/>
              <p:nvPr/>
            </p:nvSpPr>
            <p:spPr>
              <a:xfrm>
                <a:off x="28182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h2359"/>
              <p:cNvSpPr/>
              <p:nvPr/>
            </p:nvSpPr>
            <p:spPr>
              <a:xfrm>
                <a:off x="28275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h2360"/>
              <p:cNvSpPr/>
              <p:nvPr/>
            </p:nvSpPr>
            <p:spPr>
              <a:xfrm>
                <a:off x="28367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h2361"/>
              <p:cNvSpPr/>
              <p:nvPr/>
            </p:nvSpPr>
            <p:spPr>
              <a:xfrm>
                <a:off x="28460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h2362"/>
              <p:cNvSpPr/>
              <p:nvPr/>
            </p:nvSpPr>
            <p:spPr>
              <a:xfrm>
                <a:off x="28553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h2363"/>
              <p:cNvSpPr/>
              <p:nvPr/>
            </p:nvSpPr>
            <p:spPr>
              <a:xfrm>
                <a:off x="28645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h2364"/>
              <p:cNvSpPr/>
              <p:nvPr/>
            </p:nvSpPr>
            <p:spPr>
              <a:xfrm>
                <a:off x="28738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h2365"/>
              <p:cNvSpPr/>
              <p:nvPr/>
            </p:nvSpPr>
            <p:spPr>
              <a:xfrm>
                <a:off x="28830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h2366"/>
              <p:cNvSpPr/>
              <p:nvPr/>
            </p:nvSpPr>
            <p:spPr>
              <a:xfrm>
                <a:off x="289235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h2367"/>
              <p:cNvSpPr/>
              <p:nvPr/>
            </p:nvSpPr>
            <p:spPr>
              <a:xfrm>
                <a:off x="29016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h2368"/>
              <p:cNvSpPr/>
              <p:nvPr/>
            </p:nvSpPr>
            <p:spPr>
              <a:xfrm>
                <a:off x="29108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h2369"/>
              <p:cNvSpPr/>
              <p:nvPr/>
            </p:nvSpPr>
            <p:spPr>
              <a:xfrm>
                <a:off x="29201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h2370"/>
              <p:cNvSpPr/>
              <p:nvPr/>
            </p:nvSpPr>
            <p:spPr>
              <a:xfrm>
                <a:off x="29294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h2371"/>
              <p:cNvSpPr/>
              <p:nvPr/>
            </p:nvSpPr>
            <p:spPr>
              <a:xfrm>
                <a:off x="29386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h2372"/>
              <p:cNvSpPr/>
              <p:nvPr/>
            </p:nvSpPr>
            <p:spPr>
              <a:xfrm>
                <a:off x="29479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h2373"/>
              <p:cNvSpPr/>
              <p:nvPr/>
            </p:nvSpPr>
            <p:spPr>
              <a:xfrm>
                <a:off x="29571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h2374"/>
              <p:cNvSpPr/>
              <p:nvPr/>
            </p:nvSpPr>
            <p:spPr>
              <a:xfrm>
                <a:off x="29664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h2375"/>
              <p:cNvSpPr/>
              <p:nvPr/>
            </p:nvSpPr>
            <p:spPr>
              <a:xfrm>
                <a:off x="29757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h2376"/>
              <p:cNvSpPr/>
              <p:nvPr/>
            </p:nvSpPr>
            <p:spPr>
              <a:xfrm>
                <a:off x="29849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h2377"/>
              <p:cNvSpPr/>
              <p:nvPr/>
            </p:nvSpPr>
            <p:spPr>
              <a:xfrm>
                <a:off x="29942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h2378"/>
              <p:cNvSpPr/>
              <p:nvPr/>
            </p:nvSpPr>
            <p:spPr>
              <a:xfrm>
                <a:off x="30035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h2379"/>
              <p:cNvSpPr/>
              <p:nvPr/>
            </p:nvSpPr>
            <p:spPr>
              <a:xfrm>
                <a:off x="30127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h2380"/>
              <p:cNvSpPr/>
              <p:nvPr/>
            </p:nvSpPr>
            <p:spPr>
              <a:xfrm>
                <a:off x="30220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h2381"/>
              <p:cNvSpPr/>
              <p:nvPr/>
            </p:nvSpPr>
            <p:spPr>
              <a:xfrm>
                <a:off x="30312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h2382"/>
              <p:cNvSpPr/>
              <p:nvPr/>
            </p:nvSpPr>
            <p:spPr>
              <a:xfrm>
                <a:off x="30405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h2383"/>
              <p:cNvSpPr/>
              <p:nvPr/>
            </p:nvSpPr>
            <p:spPr>
              <a:xfrm>
                <a:off x="30498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h2384"/>
              <p:cNvSpPr/>
              <p:nvPr/>
            </p:nvSpPr>
            <p:spPr>
              <a:xfrm>
                <a:off x="30590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h2385"/>
              <p:cNvSpPr/>
              <p:nvPr/>
            </p:nvSpPr>
            <p:spPr>
              <a:xfrm>
                <a:off x="30683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h2386"/>
              <p:cNvSpPr/>
              <p:nvPr/>
            </p:nvSpPr>
            <p:spPr>
              <a:xfrm>
                <a:off x="30775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h2387"/>
              <p:cNvSpPr/>
              <p:nvPr/>
            </p:nvSpPr>
            <p:spPr>
              <a:xfrm>
                <a:off x="30868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h2388"/>
              <p:cNvSpPr/>
              <p:nvPr/>
            </p:nvSpPr>
            <p:spPr>
              <a:xfrm>
                <a:off x="309612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h2389"/>
              <p:cNvSpPr/>
              <p:nvPr/>
            </p:nvSpPr>
            <p:spPr>
              <a:xfrm>
                <a:off x="310538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h2390"/>
              <p:cNvSpPr/>
              <p:nvPr/>
            </p:nvSpPr>
            <p:spPr>
              <a:xfrm>
                <a:off x="311464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h2391"/>
              <p:cNvSpPr/>
              <p:nvPr/>
            </p:nvSpPr>
            <p:spPr>
              <a:xfrm>
                <a:off x="312391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h2392"/>
              <p:cNvSpPr/>
              <p:nvPr/>
            </p:nvSpPr>
            <p:spPr>
              <a:xfrm>
                <a:off x="313317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h2393"/>
              <p:cNvSpPr/>
              <p:nvPr/>
            </p:nvSpPr>
            <p:spPr>
              <a:xfrm>
                <a:off x="314243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153">
                  <a:alpha val="100000"/>
                </a:srgbClr>
              </a:solidFill>
              <a:ln w="5420" cap="flat">
                <a:solidFill>
                  <a:srgbClr val="39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h2394"/>
              <p:cNvSpPr/>
              <p:nvPr/>
            </p:nvSpPr>
            <p:spPr>
              <a:xfrm>
                <a:off x="315169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h2395"/>
              <p:cNvSpPr/>
              <p:nvPr/>
            </p:nvSpPr>
            <p:spPr>
              <a:xfrm>
                <a:off x="316095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h2396"/>
              <p:cNvSpPr/>
              <p:nvPr/>
            </p:nvSpPr>
            <p:spPr>
              <a:xfrm>
                <a:off x="317022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h2397"/>
              <p:cNvSpPr/>
              <p:nvPr/>
            </p:nvSpPr>
            <p:spPr>
              <a:xfrm>
                <a:off x="317948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h2398"/>
              <p:cNvSpPr/>
              <p:nvPr/>
            </p:nvSpPr>
            <p:spPr>
              <a:xfrm>
                <a:off x="318874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h2399"/>
              <p:cNvSpPr/>
              <p:nvPr/>
            </p:nvSpPr>
            <p:spPr>
              <a:xfrm>
                <a:off x="31980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h2400"/>
              <p:cNvSpPr/>
              <p:nvPr/>
            </p:nvSpPr>
            <p:spPr>
              <a:xfrm>
                <a:off x="32072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h2401"/>
              <p:cNvSpPr/>
              <p:nvPr/>
            </p:nvSpPr>
            <p:spPr>
              <a:xfrm>
                <a:off x="32165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h2402"/>
              <p:cNvSpPr/>
              <p:nvPr/>
            </p:nvSpPr>
            <p:spPr>
              <a:xfrm>
                <a:off x="32257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h2403"/>
              <p:cNvSpPr/>
              <p:nvPr/>
            </p:nvSpPr>
            <p:spPr>
              <a:xfrm>
                <a:off x="32350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h2404"/>
              <p:cNvSpPr/>
              <p:nvPr/>
            </p:nvSpPr>
            <p:spPr>
              <a:xfrm>
                <a:off x="32443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h2405"/>
              <p:cNvSpPr/>
              <p:nvPr/>
            </p:nvSpPr>
            <p:spPr>
              <a:xfrm>
                <a:off x="32535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h2406"/>
              <p:cNvSpPr/>
              <p:nvPr/>
            </p:nvSpPr>
            <p:spPr>
              <a:xfrm>
                <a:off x="32628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153">
                  <a:alpha val="100000"/>
                </a:srgbClr>
              </a:solidFill>
              <a:ln w="5420" cap="flat">
                <a:solidFill>
                  <a:srgbClr val="39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h2407"/>
              <p:cNvSpPr/>
              <p:nvPr/>
            </p:nvSpPr>
            <p:spPr>
              <a:xfrm>
                <a:off x="327210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h2408"/>
              <p:cNvSpPr/>
              <p:nvPr/>
            </p:nvSpPr>
            <p:spPr>
              <a:xfrm>
                <a:off x="32813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h2409"/>
              <p:cNvSpPr/>
              <p:nvPr/>
            </p:nvSpPr>
            <p:spPr>
              <a:xfrm>
                <a:off x="32906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h2410"/>
              <p:cNvSpPr/>
              <p:nvPr/>
            </p:nvSpPr>
            <p:spPr>
              <a:xfrm>
                <a:off x="3299892" y="2308979"/>
                <a:ext cx="9218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59" y="897194"/>
                    </a:lnTo>
                    <a:lnTo>
                      <a:pt x="921184" y="899309"/>
                    </a:lnTo>
                    <a:lnTo>
                      <a:pt x="920509" y="901425"/>
                    </a:lnTo>
                    <a:lnTo>
                      <a:pt x="919835" y="903540"/>
                    </a:lnTo>
                    <a:lnTo>
                      <a:pt x="919160" y="905655"/>
                    </a:lnTo>
                    <a:lnTo>
                      <a:pt x="918486" y="907770"/>
                    </a:lnTo>
                    <a:lnTo>
                      <a:pt x="917812" y="909885"/>
                    </a:lnTo>
                    <a:lnTo>
                      <a:pt x="917134" y="912014"/>
                    </a:lnTo>
                    <a:lnTo>
                      <a:pt x="916330" y="914400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h2411"/>
              <p:cNvSpPr/>
              <p:nvPr/>
            </p:nvSpPr>
            <p:spPr>
              <a:xfrm>
                <a:off x="2382932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0" y="914400"/>
                    </a:lnTo>
                    <a:lnTo>
                      <a:pt x="914235" y="905663"/>
                    </a:lnTo>
                    <a:lnTo>
                      <a:pt x="914400" y="904775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h2412"/>
              <p:cNvSpPr/>
              <p:nvPr/>
            </p:nvSpPr>
            <p:spPr>
              <a:xfrm>
                <a:off x="2392195" y="2274502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5137" y="931638"/>
                    </a:lnTo>
                    <a:lnTo>
                      <a:pt x="905137" y="922013"/>
                    </a:lnTo>
                    <a:lnTo>
                      <a:pt x="906551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h2413"/>
              <p:cNvSpPr/>
              <p:nvPr/>
            </p:nvSpPr>
            <p:spPr>
              <a:xfrm>
                <a:off x="239219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h2414"/>
              <p:cNvSpPr/>
              <p:nvPr/>
            </p:nvSpPr>
            <p:spPr>
              <a:xfrm>
                <a:off x="24014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h2415"/>
              <p:cNvSpPr/>
              <p:nvPr/>
            </p:nvSpPr>
            <p:spPr>
              <a:xfrm>
                <a:off x="24107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h2416"/>
              <p:cNvSpPr/>
              <p:nvPr/>
            </p:nvSpPr>
            <p:spPr>
              <a:xfrm>
                <a:off x="24199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h2417"/>
              <p:cNvSpPr/>
              <p:nvPr/>
            </p:nvSpPr>
            <p:spPr>
              <a:xfrm>
                <a:off x="24292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h2418"/>
              <p:cNvSpPr/>
              <p:nvPr/>
            </p:nvSpPr>
            <p:spPr>
              <a:xfrm>
                <a:off x="24385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h2419"/>
              <p:cNvSpPr/>
              <p:nvPr/>
            </p:nvSpPr>
            <p:spPr>
              <a:xfrm>
                <a:off x="24477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h2420"/>
              <p:cNvSpPr/>
              <p:nvPr/>
            </p:nvSpPr>
            <p:spPr>
              <a:xfrm>
                <a:off x="24570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h2421"/>
              <p:cNvSpPr/>
              <p:nvPr/>
            </p:nvSpPr>
            <p:spPr>
              <a:xfrm>
                <a:off x="24662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h2422"/>
              <p:cNvSpPr/>
              <p:nvPr/>
            </p:nvSpPr>
            <p:spPr>
              <a:xfrm>
                <a:off x="247555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h2423"/>
              <p:cNvSpPr/>
              <p:nvPr/>
            </p:nvSpPr>
            <p:spPr>
              <a:xfrm>
                <a:off x="24848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h2424"/>
              <p:cNvSpPr/>
              <p:nvPr/>
            </p:nvSpPr>
            <p:spPr>
              <a:xfrm>
                <a:off x="24940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h2425"/>
              <p:cNvSpPr/>
              <p:nvPr/>
            </p:nvSpPr>
            <p:spPr>
              <a:xfrm>
                <a:off x="25033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h2426"/>
              <p:cNvSpPr/>
              <p:nvPr/>
            </p:nvSpPr>
            <p:spPr>
              <a:xfrm>
                <a:off x="25126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h2427"/>
              <p:cNvSpPr/>
              <p:nvPr/>
            </p:nvSpPr>
            <p:spPr>
              <a:xfrm>
                <a:off x="25218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h2428"/>
              <p:cNvSpPr/>
              <p:nvPr/>
            </p:nvSpPr>
            <p:spPr>
              <a:xfrm>
                <a:off x="25311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h2429"/>
              <p:cNvSpPr/>
              <p:nvPr/>
            </p:nvSpPr>
            <p:spPr>
              <a:xfrm>
                <a:off x="25403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h2430"/>
              <p:cNvSpPr/>
              <p:nvPr/>
            </p:nvSpPr>
            <p:spPr>
              <a:xfrm>
                <a:off x="25496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h2431"/>
              <p:cNvSpPr/>
              <p:nvPr/>
            </p:nvSpPr>
            <p:spPr>
              <a:xfrm>
                <a:off x="25589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h2432"/>
              <p:cNvSpPr/>
              <p:nvPr/>
            </p:nvSpPr>
            <p:spPr>
              <a:xfrm>
                <a:off x="25681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h2433"/>
              <p:cNvSpPr/>
              <p:nvPr/>
            </p:nvSpPr>
            <p:spPr>
              <a:xfrm>
                <a:off x="25774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h2434"/>
              <p:cNvSpPr/>
              <p:nvPr/>
            </p:nvSpPr>
            <p:spPr>
              <a:xfrm>
                <a:off x="25867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h2435"/>
              <p:cNvSpPr/>
              <p:nvPr/>
            </p:nvSpPr>
            <p:spPr>
              <a:xfrm>
                <a:off x="25959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h2436"/>
              <p:cNvSpPr/>
              <p:nvPr/>
            </p:nvSpPr>
            <p:spPr>
              <a:xfrm>
                <a:off x="26052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h2437"/>
              <p:cNvSpPr/>
              <p:nvPr/>
            </p:nvSpPr>
            <p:spPr>
              <a:xfrm>
                <a:off x="26144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h2438"/>
              <p:cNvSpPr/>
              <p:nvPr/>
            </p:nvSpPr>
            <p:spPr>
              <a:xfrm>
                <a:off x="26237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h2439"/>
              <p:cNvSpPr/>
              <p:nvPr/>
            </p:nvSpPr>
            <p:spPr>
              <a:xfrm>
                <a:off x="26330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h2440"/>
              <p:cNvSpPr/>
              <p:nvPr/>
            </p:nvSpPr>
            <p:spPr>
              <a:xfrm>
                <a:off x="26422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h2441"/>
              <p:cNvSpPr/>
              <p:nvPr/>
            </p:nvSpPr>
            <p:spPr>
              <a:xfrm>
                <a:off x="26515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h2442"/>
              <p:cNvSpPr/>
              <p:nvPr/>
            </p:nvSpPr>
            <p:spPr>
              <a:xfrm>
                <a:off x="26607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h2443"/>
              <p:cNvSpPr/>
              <p:nvPr/>
            </p:nvSpPr>
            <p:spPr>
              <a:xfrm>
                <a:off x="26700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h2444"/>
              <p:cNvSpPr/>
              <p:nvPr/>
            </p:nvSpPr>
            <p:spPr>
              <a:xfrm>
                <a:off x="2679323" y="2291741"/>
                <a:ext cx="917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3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933" y="897161"/>
                    </a:lnTo>
                    <a:lnTo>
                      <a:pt x="917930" y="897757"/>
                    </a:lnTo>
                    <a:lnTo>
                      <a:pt x="917569" y="908712"/>
                    </a:lnTo>
                    <a:lnTo>
                      <a:pt x="917218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h2445"/>
              <p:cNvSpPr/>
              <p:nvPr/>
            </p:nvSpPr>
            <p:spPr>
              <a:xfrm>
                <a:off x="2781208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32" y="914314"/>
                    </a:lnTo>
                    <a:lnTo>
                      <a:pt x="909537" y="914072"/>
                    </a:lnTo>
                    <a:lnTo>
                      <a:pt x="909742" y="913829"/>
                    </a:lnTo>
                    <a:lnTo>
                      <a:pt x="909947" y="913586"/>
                    </a:lnTo>
                    <a:lnTo>
                      <a:pt x="910151" y="913343"/>
                    </a:lnTo>
                    <a:lnTo>
                      <a:pt x="910356" y="913101"/>
                    </a:lnTo>
                    <a:lnTo>
                      <a:pt x="910561" y="912858"/>
                    </a:lnTo>
                    <a:lnTo>
                      <a:pt x="910766" y="912615"/>
                    </a:lnTo>
                    <a:lnTo>
                      <a:pt x="910971" y="912372"/>
                    </a:lnTo>
                    <a:lnTo>
                      <a:pt x="911176" y="912130"/>
                    </a:lnTo>
                    <a:lnTo>
                      <a:pt x="911381" y="911887"/>
                    </a:lnTo>
                    <a:lnTo>
                      <a:pt x="911586" y="911644"/>
                    </a:lnTo>
                    <a:lnTo>
                      <a:pt x="911791" y="911402"/>
                    </a:lnTo>
                    <a:lnTo>
                      <a:pt x="911996" y="911159"/>
                    </a:lnTo>
                    <a:lnTo>
                      <a:pt x="912201" y="910916"/>
                    </a:lnTo>
                    <a:lnTo>
                      <a:pt x="912406" y="910673"/>
                    </a:lnTo>
                    <a:lnTo>
                      <a:pt x="912611" y="910431"/>
                    </a:lnTo>
                    <a:lnTo>
                      <a:pt x="912816" y="910188"/>
                    </a:lnTo>
                    <a:lnTo>
                      <a:pt x="913021" y="909945"/>
                    </a:lnTo>
                    <a:lnTo>
                      <a:pt x="913226" y="909703"/>
                    </a:lnTo>
                    <a:lnTo>
                      <a:pt x="913431" y="909460"/>
                    </a:lnTo>
                    <a:lnTo>
                      <a:pt x="913636" y="909217"/>
                    </a:lnTo>
                    <a:lnTo>
                      <a:pt x="913841" y="908975"/>
                    </a:lnTo>
                    <a:lnTo>
                      <a:pt x="914046" y="908732"/>
                    </a:lnTo>
                    <a:lnTo>
                      <a:pt x="914251" y="908489"/>
                    </a:lnTo>
                    <a:lnTo>
                      <a:pt x="914400" y="908313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h2446"/>
              <p:cNvSpPr/>
              <p:nvPr/>
            </p:nvSpPr>
            <p:spPr>
              <a:xfrm>
                <a:off x="2790470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94" y="908247"/>
                    </a:lnTo>
                    <a:lnTo>
                      <a:pt x="905399" y="908004"/>
                    </a:lnTo>
                    <a:lnTo>
                      <a:pt x="905604" y="907761"/>
                    </a:lnTo>
                    <a:lnTo>
                      <a:pt x="905809" y="907519"/>
                    </a:lnTo>
                    <a:lnTo>
                      <a:pt x="906014" y="907276"/>
                    </a:lnTo>
                    <a:lnTo>
                      <a:pt x="906219" y="907033"/>
                    </a:lnTo>
                    <a:lnTo>
                      <a:pt x="906424" y="906791"/>
                    </a:lnTo>
                    <a:lnTo>
                      <a:pt x="906629" y="906548"/>
                    </a:lnTo>
                    <a:lnTo>
                      <a:pt x="906835" y="906305"/>
                    </a:lnTo>
                    <a:lnTo>
                      <a:pt x="907040" y="906063"/>
                    </a:lnTo>
                    <a:lnTo>
                      <a:pt x="907245" y="905820"/>
                    </a:lnTo>
                    <a:lnTo>
                      <a:pt x="907450" y="905577"/>
                    </a:lnTo>
                    <a:lnTo>
                      <a:pt x="907655" y="905335"/>
                    </a:lnTo>
                    <a:lnTo>
                      <a:pt x="907860" y="905092"/>
                    </a:lnTo>
                    <a:lnTo>
                      <a:pt x="908065" y="904849"/>
                    </a:lnTo>
                    <a:lnTo>
                      <a:pt x="908271" y="904607"/>
                    </a:lnTo>
                    <a:lnTo>
                      <a:pt x="908476" y="904364"/>
                    </a:lnTo>
                    <a:lnTo>
                      <a:pt x="908681" y="904122"/>
                    </a:lnTo>
                    <a:lnTo>
                      <a:pt x="908886" y="903879"/>
                    </a:lnTo>
                    <a:lnTo>
                      <a:pt x="909091" y="903636"/>
                    </a:lnTo>
                    <a:lnTo>
                      <a:pt x="909296" y="903394"/>
                    </a:lnTo>
                    <a:lnTo>
                      <a:pt x="909502" y="903151"/>
                    </a:lnTo>
                    <a:lnTo>
                      <a:pt x="909707" y="902909"/>
                    </a:lnTo>
                    <a:lnTo>
                      <a:pt x="909912" y="902666"/>
                    </a:lnTo>
                    <a:lnTo>
                      <a:pt x="910117" y="902423"/>
                    </a:lnTo>
                    <a:lnTo>
                      <a:pt x="910323" y="902181"/>
                    </a:lnTo>
                    <a:lnTo>
                      <a:pt x="910528" y="901938"/>
                    </a:lnTo>
                    <a:lnTo>
                      <a:pt x="910733" y="901696"/>
                    </a:lnTo>
                    <a:lnTo>
                      <a:pt x="914400" y="897551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h2447"/>
              <p:cNvSpPr/>
              <p:nvPr/>
            </p:nvSpPr>
            <p:spPr>
              <a:xfrm>
                <a:off x="2799732" y="22745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90"/>
                    </a:lnTo>
                    <a:lnTo>
                      <a:pt x="905263" y="914648"/>
                    </a:lnTo>
                    <a:lnTo>
                      <a:pt x="905504" y="914400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h2448"/>
              <p:cNvSpPr/>
              <p:nvPr/>
            </p:nvSpPr>
            <p:spPr>
              <a:xfrm>
                <a:off x="27997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h2449"/>
              <p:cNvSpPr/>
              <p:nvPr/>
            </p:nvSpPr>
            <p:spPr>
              <a:xfrm>
                <a:off x="28089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h2450"/>
              <p:cNvSpPr/>
              <p:nvPr/>
            </p:nvSpPr>
            <p:spPr>
              <a:xfrm>
                <a:off x="28182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h2451"/>
              <p:cNvSpPr/>
              <p:nvPr/>
            </p:nvSpPr>
            <p:spPr>
              <a:xfrm>
                <a:off x="28275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h2452"/>
              <p:cNvSpPr/>
              <p:nvPr/>
            </p:nvSpPr>
            <p:spPr>
              <a:xfrm>
                <a:off x="28367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h2453"/>
              <p:cNvSpPr/>
              <p:nvPr/>
            </p:nvSpPr>
            <p:spPr>
              <a:xfrm>
                <a:off x="28460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h2454"/>
              <p:cNvSpPr/>
              <p:nvPr/>
            </p:nvSpPr>
            <p:spPr>
              <a:xfrm>
                <a:off x="28553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h2455"/>
              <p:cNvSpPr/>
              <p:nvPr/>
            </p:nvSpPr>
            <p:spPr>
              <a:xfrm>
                <a:off x="28645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h2456"/>
              <p:cNvSpPr/>
              <p:nvPr/>
            </p:nvSpPr>
            <p:spPr>
              <a:xfrm>
                <a:off x="28738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h2457"/>
              <p:cNvSpPr/>
              <p:nvPr/>
            </p:nvSpPr>
            <p:spPr>
              <a:xfrm>
                <a:off x="28830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h2458"/>
              <p:cNvSpPr/>
              <p:nvPr/>
            </p:nvSpPr>
            <p:spPr>
              <a:xfrm>
                <a:off x="289235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h2459"/>
              <p:cNvSpPr/>
              <p:nvPr/>
            </p:nvSpPr>
            <p:spPr>
              <a:xfrm>
                <a:off x="29016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h2460"/>
              <p:cNvSpPr/>
              <p:nvPr/>
            </p:nvSpPr>
            <p:spPr>
              <a:xfrm>
                <a:off x="29108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h2461"/>
              <p:cNvSpPr/>
              <p:nvPr/>
            </p:nvSpPr>
            <p:spPr>
              <a:xfrm>
                <a:off x="29201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h2462"/>
              <p:cNvSpPr/>
              <p:nvPr/>
            </p:nvSpPr>
            <p:spPr>
              <a:xfrm>
                <a:off x="29294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h2463"/>
              <p:cNvSpPr/>
              <p:nvPr/>
            </p:nvSpPr>
            <p:spPr>
              <a:xfrm>
                <a:off x="29386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h2464"/>
              <p:cNvSpPr/>
              <p:nvPr/>
            </p:nvSpPr>
            <p:spPr>
              <a:xfrm>
                <a:off x="29479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h2465"/>
              <p:cNvSpPr/>
              <p:nvPr/>
            </p:nvSpPr>
            <p:spPr>
              <a:xfrm>
                <a:off x="29571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h2466"/>
              <p:cNvSpPr/>
              <p:nvPr/>
            </p:nvSpPr>
            <p:spPr>
              <a:xfrm>
                <a:off x="29664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h2467"/>
              <p:cNvSpPr/>
              <p:nvPr/>
            </p:nvSpPr>
            <p:spPr>
              <a:xfrm>
                <a:off x="29757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h2468"/>
              <p:cNvSpPr/>
              <p:nvPr/>
            </p:nvSpPr>
            <p:spPr>
              <a:xfrm>
                <a:off x="29849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h2469"/>
              <p:cNvSpPr/>
              <p:nvPr/>
            </p:nvSpPr>
            <p:spPr>
              <a:xfrm>
                <a:off x="29942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h2470"/>
              <p:cNvSpPr/>
              <p:nvPr/>
            </p:nvSpPr>
            <p:spPr>
              <a:xfrm>
                <a:off x="30035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h2471"/>
              <p:cNvSpPr/>
              <p:nvPr/>
            </p:nvSpPr>
            <p:spPr>
              <a:xfrm>
                <a:off x="30127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h2472"/>
              <p:cNvSpPr/>
              <p:nvPr/>
            </p:nvSpPr>
            <p:spPr>
              <a:xfrm>
                <a:off x="30220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h2473"/>
              <p:cNvSpPr/>
              <p:nvPr/>
            </p:nvSpPr>
            <p:spPr>
              <a:xfrm>
                <a:off x="30312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h2474"/>
              <p:cNvSpPr/>
              <p:nvPr/>
            </p:nvSpPr>
            <p:spPr>
              <a:xfrm>
                <a:off x="30405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h2475"/>
              <p:cNvSpPr/>
              <p:nvPr/>
            </p:nvSpPr>
            <p:spPr>
              <a:xfrm>
                <a:off x="30498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h2476"/>
              <p:cNvSpPr/>
              <p:nvPr/>
            </p:nvSpPr>
            <p:spPr>
              <a:xfrm>
                <a:off x="30590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h2477"/>
              <p:cNvSpPr/>
              <p:nvPr/>
            </p:nvSpPr>
            <p:spPr>
              <a:xfrm>
                <a:off x="30683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h2478"/>
              <p:cNvSpPr/>
              <p:nvPr/>
            </p:nvSpPr>
            <p:spPr>
              <a:xfrm>
                <a:off x="30775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h2479"/>
              <p:cNvSpPr/>
              <p:nvPr/>
            </p:nvSpPr>
            <p:spPr>
              <a:xfrm>
                <a:off x="30868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h2480"/>
              <p:cNvSpPr/>
              <p:nvPr/>
            </p:nvSpPr>
            <p:spPr>
              <a:xfrm>
                <a:off x="309612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h2481"/>
              <p:cNvSpPr/>
              <p:nvPr/>
            </p:nvSpPr>
            <p:spPr>
              <a:xfrm>
                <a:off x="310538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h2482"/>
              <p:cNvSpPr/>
              <p:nvPr/>
            </p:nvSpPr>
            <p:spPr>
              <a:xfrm>
                <a:off x="311464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h2483"/>
              <p:cNvSpPr/>
              <p:nvPr/>
            </p:nvSpPr>
            <p:spPr>
              <a:xfrm>
                <a:off x="312391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h2484"/>
              <p:cNvSpPr/>
              <p:nvPr/>
            </p:nvSpPr>
            <p:spPr>
              <a:xfrm>
                <a:off x="313317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h2485"/>
              <p:cNvSpPr/>
              <p:nvPr/>
            </p:nvSpPr>
            <p:spPr>
              <a:xfrm>
                <a:off x="314243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h2486"/>
              <p:cNvSpPr/>
              <p:nvPr/>
            </p:nvSpPr>
            <p:spPr>
              <a:xfrm>
                <a:off x="315169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h2487"/>
              <p:cNvSpPr/>
              <p:nvPr/>
            </p:nvSpPr>
            <p:spPr>
              <a:xfrm>
                <a:off x="316095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h2488"/>
              <p:cNvSpPr/>
              <p:nvPr/>
            </p:nvSpPr>
            <p:spPr>
              <a:xfrm>
                <a:off x="317022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h2489"/>
              <p:cNvSpPr/>
              <p:nvPr/>
            </p:nvSpPr>
            <p:spPr>
              <a:xfrm>
                <a:off x="317948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h2490"/>
              <p:cNvSpPr/>
              <p:nvPr/>
            </p:nvSpPr>
            <p:spPr>
              <a:xfrm>
                <a:off x="318874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h2491"/>
              <p:cNvSpPr/>
              <p:nvPr/>
            </p:nvSpPr>
            <p:spPr>
              <a:xfrm>
                <a:off x="319800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h2492"/>
              <p:cNvSpPr/>
              <p:nvPr/>
            </p:nvSpPr>
            <p:spPr>
              <a:xfrm>
                <a:off x="320727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h2493"/>
              <p:cNvSpPr/>
              <p:nvPr/>
            </p:nvSpPr>
            <p:spPr>
              <a:xfrm>
                <a:off x="32165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h2494"/>
              <p:cNvSpPr/>
              <p:nvPr/>
            </p:nvSpPr>
            <p:spPr>
              <a:xfrm>
                <a:off x="32257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h2495"/>
              <p:cNvSpPr/>
              <p:nvPr/>
            </p:nvSpPr>
            <p:spPr>
              <a:xfrm>
                <a:off x="32350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h2496"/>
              <p:cNvSpPr/>
              <p:nvPr/>
            </p:nvSpPr>
            <p:spPr>
              <a:xfrm>
                <a:off x="32443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h2497"/>
              <p:cNvSpPr/>
              <p:nvPr/>
            </p:nvSpPr>
            <p:spPr>
              <a:xfrm>
                <a:off x="32535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h2498"/>
              <p:cNvSpPr/>
              <p:nvPr/>
            </p:nvSpPr>
            <p:spPr>
              <a:xfrm>
                <a:off x="32628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h2499"/>
              <p:cNvSpPr/>
              <p:nvPr/>
            </p:nvSpPr>
            <p:spPr>
              <a:xfrm>
                <a:off x="327210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h2500"/>
              <p:cNvSpPr/>
              <p:nvPr/>
            </p:nvSpPr>
            <p:spPr>
              <a:xfrm>
                <a:off x="32813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h2501"/>
              <p:cNvSpPr/>
              <p:nvPr/>
            </p:nvSpPr>
            <p:spPr>
              <a:xfrm>
                <a:off x="32906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h2502"/>
              <p:cNvSpPr/>
              <p:nvPr/>
            </p:nvSpPr>
            <p:spPr>
              <a:xfrm>
                <a:off x="3299892" y="22917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88"/>
                    </a:lnTo>
                    <a:lnTo>
                      <a:pt x="923210" y="910203"/>
                    </a:lnTo>
                    <a:lnTo>
                      <a:pt x="922534" y="912318"/>
                    </a:lnTo>
                    <a:lnTo>
                      <a:pt x="921870" y="914400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h2503"/>
              <p:cNvSpPr/>
              <p:nvPr/>
            </p:nvSpPr>
            <p:spPr>
              <a:xfrm>
                <a:off x="3309154" y="2274502"/>
                <a:ext cx="918118" cy="926027"/>
              </a:xfrm>
              <a:custGeom>
                <a:avLst/>
                <a:gdLst/>
                <a:ahLst/>
                <a:cxnLst/>
                <a:rect l="0" t="0" r="0" b="0"/>
                <a:pathLst>
                  <a:path w="918118" h="926027">
                    <a:moveTo>
                      <a:pt x="914400" y="914400"/>
                    </a:moveTo>
                    <a:lnTo>
                      <a:pt x="918118" y="914400"/>
                    </a:lnTo>
                    <a:lnTo>
                      <a:pt x="918005" y="914753"/>
                    </a:lnTo>
                    <a:lnTo>
                      <a:pt x="917328" y="916867"/>
                    </a:lnTo>
                    <a:lnTo>
                      <a:pt x="916652" y="918982"/>
                    </a:lnTo>
                    <a:lnTo>
                      <a:pt x="915975" y="921097"/>
                    </a:lnTo>
                    <a:lnTo>
                      <a:pt x="915299" y="923212"/>
                    </a:lnTo>
                    <a:lnTo>
                      <a:pt x="914623" y="925327"/>
                    </a:lnTo>
                    <a:lnTo>
                      <a:pt x="914400" y="926027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h2504"/>
              <p:cNvSpPr/>
              <p:nvPr/>
            </p:nvSpPr>
            <p:spPr>
              <a:xfrm>
                <a:off x="2392195" y="2257264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6551" y="931638"/>
                    </a:lnTo>
                    <a:lnTo>
                      <a:pt x="906860" y="929976"/>
                    </a:lnTo>
                    <a:lnTo>
                      <a:pt x="909029" y="920009"/>
                    </a:lnTo>
                    <a:lnTo>
                      <a:pt x="910436" y="914400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h2505"/>
              <p:cNvSpPr/>
              <p:nvPr/>
            </p:nvSpPr>
            <p:spPr>
              <a:xfrm>
                <a:off x="239219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h2506"/>
              <p:cNvSpPr/>
              <p:nvPr/>
            </p:nvSpPr>
            <p:spPr>
              <a:xfrm>
                <a:off x="24014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h2507"/>
              <p:cNvSpPr/>
              <p:nvPr/>
            </p:nvSpPr>
            <p:spPr>
              <a:xfrm>
                <a:off x="24107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h2508"/>
              <p:cNvSpPr/>
              <p:nvPr/>
            </p:nvSpPr>
            <p:spPr>
              <a:xfrm>
                <a:off x="24199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h2509"/>
              <p:cNvSpPr/>
              <p:nvPr/>
            </p:nvSpPr>
            <p:spPr>
              <a:xfrm>
                <a:off x="24292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h2510"/>
              <p:cNvSpPr/>
              <p:nvPr/>
            </p:nvSpPr>
            <p:spPr>
              <a:xfrm>
                <a:off x="24385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h2511"/>
              <p:cNvSpPr/>
              <p:nvPr/>
            </p:nvSpPr>
            <p:spPr>
              <a:xfrm>
                <a:off x="24477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h2512"/>
              <p:cNvSpPr/>
              <p:nvPr/>
            </p:nvSpPr>
            <p:spPr>
              <a:xfrm>
                <a:off x="24570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h2513"/>
              <p:cNvSpPr/>
              <p:nvPr/>
            </p:nvSpPr>
            <p:spPr>
              <a:xfrm>
                <a:off x="24662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h2514"/>
              <p:cNvSpPr/>
              <p:nvPr/>
            </p:nvSpPr>
            <p:spPr>
              <a:xfrm>
                <a:off x="247555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h2515"/>
              <p:cNvSpPr/>
              <p:nvPr/>
            </p:nvSpPr>
            <p:spPr>
              <a:xfrm>
                <a:off x="24848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h2516"/>
              <p:cNvSpPr/>
              <p:nvPr/>
            </p:nvSpPr>
            <p:spPr>
              <a:xfrm>
                <a:off x="24940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h2517"/>
              <p:cNvSpPr/>
              <p:nvPr/>
            </p:nvSpPr>
            <p:spPr>
              <a:xfrm>
                <a:off x="25033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h2518"/>
              <p:cNvSpPr/>
              <p:nvPr/>
            </p:nvSpPr>
            <p:spPr>
              <a:xfrm>
                <a:off x="25126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h2519"/>
              <p:cNvSpPr/>
              <p:nvPr/>
            </p:nvSpPr>
            <p:spPr>
              <a:xfrm>
                <a:off x="25218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h2520"/>
              <p:cNvSpPr/>
              <p:nvPr/>
            </p:nvSpPr>
            <p:spPr>
              <a:xfrm>
                <a:off x="25311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h2521"/>
              <p:cNvSpPr/>
              <p:nvPr/>
            </p:nvSpPr>
            <p:spPr>
              <a:xfrm>
                <a:off x="25403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h2522"/>
              <p:cNvSpPr/>
              <p:nvPr/>
            </p:nvSpPr>
            <p:spPr>
              <a:xfrm>
                <a:off x="25496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h2523"/>
              <p:cNvSpPr/>
              <p:nvPr/>
            </p:nvSpPr>
            <p:spPr>
              <a:xfrm>
                <a:off x="25589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h2524"/>
              <p:cNvSpPr/>
              <p:nvPr/>
            </p:nvSpPr>
            <p:spPr>
              <a:xfrm>
                <a:off x="25681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h2525"/>
              <p:cNvSpPr/>
              <p:nvPr/>
            </p:nvSpPr>
            <p:spPr>
              <a:xfrm>
                <a:off x="25774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h2526"/>
              <p:cNvSpPr/>
              <p:nvPr/>
            </p:nvSpPr>
            <p:spPr>
              <a:xfrm>
                <a:off x="25867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h2527"/>
              <p:cNvSpPr/>
              <p:nvPr/>
            </p:nvSpPr>
            <p:spPr>
              <a:xfrm>
                <a:off x="25959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h2528"/>
              <p:cNvSpPr/>
              <p:nvPr/>
            </p:nvSpPr>
            <p:spPr>
              <a:xfrm>
                <a:off x="26052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h2529"/>
              <p:cNvSpPr/>
              <p:nvPr/>
            </p:nvSpPr>
            <p:spPr>
              <a:xfrm>
                <a:off x="26144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h2530"/>
              <p:cNvSpPr/>
              <p:nvPr/>
            </p:nvSpPr>
            <p:spPr>
              <a:xfrm>
                <a:off x="26237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h2531"/>
              <p:cNvSpPr/>
              <p:nvPr/>
            </p:nvSpPr>
            <p:spPr>
              <a:xfrm>
                <a:off x="26330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h2532"/>
              <p:cNvSpPr/>
              <p:nvPr/>
            </p:nvSpPr>
            <p:spPr>
              <a:xfrm>
                <a:off x="26422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h2533"/>
              <p:cNvSpPr/>
              <p:nvPr/>
            </p:nvSpPr>
            <p:spPr>
              <a:xfrm>
                <a:off x="26515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h2534"/>
              <p:cNvSpPr/>
              <p:nvPr/>
            </p:nvSpPr>
            <p:spPr>
              <a:xfrm>
                <a:off x="26607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h2535"/>
              <p:cNvSpPr/>
              <p:nvPr/>
            </p:nvSpPr>
            <p:spPr>
              <a:xfrm>
                <a:off x="26700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h2536"/>
              <p:cNvSpPr/>
              <p:nvPr/>
            </p:nvSpPr>
            <p:spPr>
              <a:xfrm>
                <a:off x="2679323" y="2274502"/>
                <a:ext cx="917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814" y="897161"/>
                    </a:lnTo>
                    <a:lnTo>
                      <a:pt x="917979" y="904022"/>
                    </a:lnTo>
                    <a:lnTo>
                      <a:pt x="917933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h2537"/>
              <p:cNvSpPr/>
              <p:nvPr/>
            </p:nvSpPr>
            <p:spPr>
              <a:xfrm>
                <a:off x="2799732" y="22745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504" y="914400"/>
                    </a:lnTo>
                    <a:lnTo>
                      <a:pt x="909144" y="910647"/>
                    </a:lnTo>
                    <a:lnTo>
                      <a:pt x="909556" y="910241"/>
                    </a:lnTo>
                    <a:lnTo>
                      <a:pt x="909972" y="909832"/>
                    </a:lnTo>
                    <a:lnTo>
                      <a:pt x="910388" y="909423"/>
                    </a:lnTo>
                    <a:lnTo>
                      <a:pt x="910804" y="909014"/>
                    </a:lnTo>
                    <a:lnTo>
                      <a:pt x="911221" y="908605"/>
                    </a:lnTo>
                    <a:lnTo>
                      <a:pt x="911637" y="908196"/>
                    </a:lnTo>
                    <a:lnTo>
                      <a:pt x="912053" y="907787"/>
                    </a:lnTo>
                    <a:lnTo>
                      <a:pt x="912470" y="907378"/>
                    </a:lnTo>
                    <a:lnTo>
                      <a:pt x="912886" y="906969"/>
                    </a:lnTo>
                    <a:lnTo>
                      <a:pt x="913302" y="906560"/>
                    </a:lnTo>
                    <a:lnTo>
                      <a:pt x="913719" y="906151"/>
                    </a:lnTo>
                    <a:lnTo>
                      <a:pt x="914135" y="905742"/>
                    </a:lnTo>
                    <a:lnTo>
                      <a:pt x="914400" y="905483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h2538"/>
              <p:cNvSpPr/>
              <p:nvPr/>
            </p:nvSpPr>
            <p:spPr>
              <a:xfrm>
                <a:off x="2808994" y="22572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721"/>
                    </a:lnTo>
                    <a:lnTo>
                      <a:pt x="905289" y="922572"/>
                    </a:lnTo>
                    <a:lnTo>
                      <a:pt x="905706" y="922163"/>
                    </a:lnTo>
                    <a:lnTo>
                      <a:pt x="906122" y="921754"/>
                    </a:lnTo>
                    <a:lnTo>
                      <a:pt x="906539" y="921345"/>
                    </a:lnTo>
                    <a:lnTo>
                      <a:pt x="906955" y="920936"/>
                    </a:lnTo>
                    <a:lnTo>
                      <a:pt x="907372" y="920528"/>
                    </a:lnTo>
                    <a:lnTo>
                      <a:pt x="907789" y="920119"/>
                    </a:lnTo>
                    <a:lnTo>
                      <a:pt x="908205" y="919710"/>
                    </a:lnTo>
                    <a:lnTo>
                      <a:pt x="908622" y="919301"/>
                    </a:lnTo>
                    <a:lnTo>
                      <a:pt x="909038" y="918892"/>
                    </a:lnTo>
                    <a:lnTo>
                      <a:pt x="909455" y="918484"/>
                    </a:lnTo>
                    <a:lnTo>
                      <a:pt x="909872" y="918075"/>
                    </a:lnTo>
                    <a:lnTo>
                      <a:pt x="910289" y="917666"/>
                    </a:lnTo>
                    <a:lnTo>
                      <a:pt x="910705" y="917257"/>
                    </a:lnTo>
                    <a:lnTo>
                      <a:pt x="911122" y="916849"/>
                    </a:lnTo>
                    <a:lnTo>
                      <a:pt x="911539" y="916440"/>
                    </a:lnTo>
                    <a:lnTo>
                      <a:pt x="911956" y="916031"/>
                    </a:lnTo>
                    <a:lnTo>
                      <a:pt x="912373" y="915623"/>
                    </a:lnTo>
                    <a:lnTo>
                      <a:pt x="912790" y="915214"/>
                    </a:lnTo>
                    <a:lnTo>
                      <a:pt x="913207" y="914805"/>
                    </a:lnTo>
                    <a:lnTo>
                      <a:pt x="913648" y="914400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h2539"/>
              <p:cNvSpPr/>
              <p:nvPr/>
            </p:nvSpPr>
            <p:spPr>
              <a:xfrm>
                <a:off x="28089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h2540"/>
              <p:cNvSpPr/>
              <p:nvPr/>
            </p:nvSpPr>
            <p:spPr>
              <a:xfrm>
                <a:off x="28182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h2541"/>
              <p:cNvSpPr/>
              <p:nvPr/>
            </p:nvSpPr>
            <p:spPr>
              <a:xfrm>
                <a:off x="28275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h2542"/>
              <p:cNvSpPr/>
              <p:nvPr/>
            </p:nvSpPr>
            <p:spPr>
              <a:xfrm>
                <a:off x="28367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h2543"/>
              <p:cNvSpPr/>
              <p:nvPr/>
            </p:nvSpPr>
            <p:spPr>
              <a:xfrm>
                <a:off x="28460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h2544"/>
              <p:cNvSpPr/>
              <p:nvPr/>
            </p:nvSpPr>
            <p:spPr>
              <a:xfrm>
                <a:off x="28553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h2545"/>
              <p:cNvSpPr/>
              <p:nvPr/>
            </p:nvSpPr>
            <p:spPr>
              <a:xfrm>
                <a:off x="28645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h2546"/>
              <p:cNvSpPr/>
              <p:nvPr/>
            </p:nvSpPr>
            <p:spPr>
              <a:xfrm>
                <a:off x="28738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h2547"/>
              <p:cNvSpPr/>
              <p:nvPr/>
            </p:nvSpPr>
            <p:spPr>
              <a:xfrm>
                <a:off x="28830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h2548"/>
              <p:cNvSpPr/>
              <p:nvPr/>
            </p:nvSpPr>
            <p:spPr>
              <a:xfrm>
                <a:off x="289235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h2549"/>
              <p:cNvSpPr/>
              <p:nvPr/>
            </p:nvSpPr>
            <p:spPr>
              <a:xfrm>
                <a:off x="29016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h2550"/>
              <p:cNvSpPr/>
              <p:nvPr/>
            </p:nvSpPr>
            <p:spPr>
              <a:xfrm>
                <a:off x="29108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h2551"/>
              <p:cNvSpPr/>
              <p:nvPr/>
            </p:nvSpPr>
            <p:spPr>
              <a:xfrm>
                <a:off x="29201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h2552"/>
              <p:cNvSpPr/>
              <p:nvPr/>
            </p:nvSpPr>
            <p:spPr>
              <a:xfrm>
                <a:off x="29294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h2553"/>
              <p:cNvSpPr/>
              <p:nvPr/>
            </p:nvSpPr>
            <p:spPr>
              <a:xfrm>
                <a:off x="29386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h2554"/>
              <p:cNvSpPr/>
              <p:nvPr/>
            </p:nvSpPr>
            <p:spPr>
              <a:xfrm>
                <a:off x="29479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h2555"/>
              <p:cNvSpPr/>
              <p:nvPr/>
            </p:nvSpPr>
            <p:spPr>
              <a:xfrm>
                <a:off x="29571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h2556"/>
              <p:cNvSpPr/>
              <p:nvPr/>
            </p:nvSpPr>
            <p:spPr>
              <a:xfrm>
                <a:off x="29664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h2557"/>
              <p:cNvSpPr/>
              <p:nvPr/>
            </p:nvSpPr>
            <p:spPr>
              <a:xfrm>
                <a:off x="29757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h2558"/>
              <p:cNvSpPr/>
              <p:nvPr/>
            </p:nvSpPr>
            <p:spPr>
              <a:xfrm>
                <a:off x="29849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h2559"/>
              <p:cNvSpPr/>
              <p:nvPr/>
            </p:nvSpPr>
            <p:spPr>
              <a:xfrm>
                <a:off x="29942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h2560"/>
              <p:cNvSpPr/>
              <p:nvPr/>
            </p:nvSpPr>
            <p:spPr>
              <a:xfrm>
                <a:off x="30035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h2561"/>
              <p:cNvSpPr/>
              <p:nvPr/>
            </p:nvSpPr>
            <p:spPr>
              <a:xfrm>
                <a:off x="30127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h2562"/>
              <p:cNvSpPr/>
              <p:nvPr/>
            </p:nvSpPr>
            <p:spPr>
              <a:xfrm>
                <a:off x="30220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h2563"/>
              <p:cNvSpPr/>
              <p:nvPr/>
            </p:nvSpPr>
            <p:spPr>
              <a:xfrm>
                <a:off x="30312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h2564"/>
              <p:cNvSpPr/>
              <p:nvPr/>
            </p:nvSpPr>
            <p:spPr>
              <a:xfrm>
                <a:off x="30405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h2565"/>
              <p:cNvSpPr/>
              <p:nvPr/>
            </p:nvSpPr>
            <p:spPr>
              <a:xfrm>
                <a:off x="30498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h2566"/>
              <p:cNvSpPr/>
              <p:nvPr/>
            </p:nvSpPr>
            <p:spPr>
              <a:xfrm>
                <a:off x="30590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h2567"/>
              <p:cNvSpPr/>
              <p:nvPr/>
            </p:nvSpPr>
            <p:spPr>
              <a:xfrm>
                <a:off x="30683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h2568"/>
              <p:cNvSpPr/>
              <p:nvPr/>
            </p:nvSpPr>
            <p:spPr>
              <a:xfrm>
                <a:off x="30775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h2569"/>
              <p:cNvSpPr/>
              <p:nvPr/>
            </p:nvSpPr>
            <p:spPr>
              <a:xfrm>
                <a:off x="30868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h2570"/>
              <p:cNvSpPr/>
              <p:nvPr/>
            </p:nvSpPr>
            <p:spPr>
              <a:xfrm>
                <a:off x="309612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h2571"/>
              <p:cNvSpPr/>
              <p:nvPr/>
            </p:nvSpPr>
            <p:spPr>
              <a:xfrm>
                <a:off x="310538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h2572"/>
              <p:cNvSpPr/>
              <p:nvPr/>
            </p:nvSpPr>
            <p:spPr>
              <a:xfrm>
                <a:off x="311464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h2573"/>
              <p:cNvSpPr/>
              <p:nvPr/>
            </p:nvSpPr>
            <p:spPr>
              <a:xfrm>
                <a:off x="312391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h2574"/>
              <p:cNvSpPr/>
              <p:nvPr/>
            </p:nvSpPr>
            <p:spPr>
              <a:xfrm>
                <a:off x="313317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h2575"/>
              <p:cNvSpPr/>
              <p:nvPr/>
            </p:nvSpPr>
            <p:spPr>
              <a:xfrm>
                <a:off x="314243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h2576"/>
              <p:cNvSpPr/>
              <p:nvPr/>
            </p:nvSpPr>
            <p:spPr>
              <a:xfrm>
                <a:off x="315169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h2577"/>
              <p:cNvSpPr/>
              <p:nvPr/>
            </p:nvSpPr>
            <p:spPr>
              <a:xfrm>
                <a:off x="316095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h2578"/>
              <p:cNvSpPr/>
              <p:nvPr/>
            </p:nvSpPr>
            <p:spPr>
              <a:xfrm>
                <a:off x="317022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h2579"/>
              <p:cNvSpPr/>
              <p:nvPr/>
            </p:nvSpPr>
            <p:spPr>
              <a:xfrm>
                <a:off x="317948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h2580"/>
              <p:cNvSpPr/>
              <p:nvPr/>
            </p:nvSpPr>
            <p:spPr>
              <a:xfrm>
                <a:off x="318874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h2581"/>
              <p:cNvSpPr/>
              <p:nvPr/>
            </p:nvSpPr>
            <p:spPr>
              <a:xfrm>
                <a:off x="319800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h2582"/>
              <p:cNvSpPr/>
              <p:nvPr/>
            </p:nvSpPr>
            <p:spPr>
              <a:xfrm>
                <a:off x="320727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h2583"/>
              <p:cNvSpPr/>
              <p:nvPr/>
            </p:nvSpPr>
            <p:spPr>
              <a:xfrm>
                <a:off x="321653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h2584"/>
              <p:cNvSpPr/>
              <p:nvPr/>
            </p:nvSpPr>
            <p:spPr>
              <a:xfrm>
                <a:off x="32257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h2585"/>
              <p:cNvSpPr/>
              <p:nvPr/>
            </p:nvSpPr>
            <p:spPr>
              <a:xfrm>
                <a:off x="32350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h2586"/>
              <p:cNvSpPr/>
              <p:nvPr/>
            </p:nvSpPr>
            <p:spPr>
              <a:xfrm>
                <a:off x="32443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h2587"/>
              <p:cNvSpPr/>
              <p:nvPr/>
            </p:nvSpPr>
            <p:spPr>
              <a:xfrm>
                <a:off x="32535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h2588"/>
              <p:cNvSpPr/>
              <p:nvPr/>
            </p:nvSpPr>
            <p:spPr>
              <a:xfrm>
                <a:off x="32628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h2589"/>
              <p:cNvSpPr/>
              <p:nvPr/>
            </p:nvSpPr>
            <p:spPr>
              <a:xfrm>
                <a:off x="327210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h2590"/>
              <p:cNvSpPr/>
              <p:nvPr/>
            </p:nvSpPr>
            <p:spPr>
              <a:xfrm>
                <a:off x="32813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h2591"/>
              <p:cNvSpPr/>
              <p:nvPr/>
            </p:nvSpPr>
            <p:spPr>
              <a:xfrm>
                <a:off x="32906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h2592"/>
              <p:cNvSpPr/>
              <p:nvPr/>
            </p:nvSpPr>
            <p:spPr>
              <a:xfrm>
                <a:off x="32998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h2593"/>
              <p:cNvSpPr/>
              <p:nvPr/>
            </p:nvSpPr>
            <p:spPr>
              <a:xfrm>
                <a:off x="3309154" y="2274502"/>
                <a:ext cx="9231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150" y="897161"/>
                    </a:lnTo>
                    <a:lnTo>
                      <a:pt x="921238" y="904212"/>
                    </a:lnTo>
                    <a:lnTo>
                      <a:pt x="918686" y="912624"/>
                    </a:lnTo>
                    <a:lnTo>
                      <a:pt x="918118" y="914400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h2594"/>
              <p:cNvSpPr/>
              <p:nvPr/>
            </p:nvSpPr>
            <p:spPr>
              <a:xfrm>
                <a:off x="2382932" y="2240025"/>
                <a:ext cx="914400" cy="9149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999">
                    <a:moveTo>
                      <a:pt x="914400" y="914400"/>
                    </a:moveTo>
                    <a:lnTo>
                      <a:pt x="914400" y="914999"/>
                    </a:lnTo>
                    <a:lnTo>
                      <a:pt x="914130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h2595"/>
              <p:cNvSpPr/>
              <p:nvPr/>
            </p:nvSpPr>
            <p:spPr>
              <a:xfrm>
                <a:off x="23829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20477" y="928533"/>
                    </a:lnTo>
                    <a:lnTo>
                      <a:pt x="920240" y="928005"/>
                    </a:lnTo>
                    <a:lnTo>
                      <a:pt x="919475" y="926300"/>
                    </a:lnTo>
                    <a:lnTo>
                      <a:pt x="918710" y="924595"/>
                    </a:lnTo>
                    <a:lnTo>
                      <a:pt x="917945" y="922890"/>
                    </a:lnTo>
                    <a:lnTo>
                      <a:pt x="917180" y="921186"/>
                    </a:lnTo>
                    <a:lnTo>
                      <a:pt x="916414" y="919481"/>
                    </a:lnTo>
                    <a:lnTo>
                      <a:pt x="915648" y="917776"/>
                    </a:lnTo>
                    <a:lnTo>
                      <a:pt x="914882" y="916072"/>
                    </a:lnTo>
                    <a:lnTo>
                      <a:pt x="914400" y="91499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h2596"/>
              <p:cNvSpPr/>
              <p:nvPr/>
            </p:nvSpPr>
            <p:spPr>
              <a:xfrm>
                <a:off x="239219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h2597"/>
              <p:cNvSpPr/>
              <p:nvPr/>
            </p:nvSpPr>
            <p:spPr>
              <a:xfrm>
                <a:off x="24014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h2598"/>
              <p:cNvSpPr/>
              <p:nvPr/>
            </p:nvSpPr>
            <p:spPr>
              <a:xfrm>
                <a:off x="24107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h2599"/>
              <p:cNvSpPr/>
              <p:nvPr/>
            </p:nvSpPr>
            <p:spPr>
              <a:xfrm>
                <a:off x="24199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h2600"/>
              <p:cNvSpPr/>
              <p:nvPr/>
            </p:nvSpPr>
            <p:spPr>
              <a:xfrm>
                <a:off x="24292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h2601"/>
              <p:cNvSpPr/>
              <p:nvPr/>
            </p:nvSpPr>
            <p:spPr>
              <a:xfrm>
                <a:off x="24385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h2602"/>
              <p:cNvSpPr/>
              <p:nvPr/>
            </p:nvSpPr>
            <p:spPr>
              <a:xfrm>
                <a:off x="24477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h2603"/>
              <p:cNvSpPr/>
              <p:nvPr/>
            </p:nvSpPr>
            <p:spPr>
              <a:xfrm>
                <a:off x="24570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h2604"/>
              <p:cNvSpPr/>
              <p:nvPr/>
            </p:nvSpPr>
            <p:spPr>
              <a:xfrm>
                <a:off x="24662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h2605"/>
              <p:cNvSpPr/>
              <p:nvPr/>
            </p:nvSpPr>
            <p:spPr>
              <a:xfrm>
                <a:off x="247555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h2606"/>
              <p:cNvSpPr/>
              <p:nvPr/>
            </p:nvSpPr>
            <p:spPr>
              <a:xfrm>
                <a:off x="24848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h2607"/>
              <p:cNvSpPr/>
              <p:nvPr/>
            </p:nvSpPr>
            <p:spPr>
              <a:xfrm>
                <a:off x="24940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h2608"/>
              <p:cNvSpPr/>
              <p:nvPr/>
            </p:nvSpPr>
            <p:spPr>
              <a:xfrm>
                <a:off x="25033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h2609"/>
              <p:cNvSpPr/>
              <p:nvPr/>
            </p:nvSpPr>
            <p:spPr>
              <a:xfrm>
                <a:off x="25126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h2610"/>
              <p:cNvSpPr/>
              <p:nvPr/>
            </p:nvSpPr>
            <p:spPr>
              <a:xfrm>
                <a:off x="25218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h2611"/>
              <p:cNvSpPr/>
              <p:nvPr/>
            </p:nvSpPr>
            <p:spPr>
              <a:xfrm>
                <a:off x="25311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h2612"/>
              <p:cNvSpPr/>
              <p:nvPr/>
            </p:nvSpPr>
            <p:spPr>
              <a:xfrm>
                <a:off x="25403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h2613"/>
              <p:cNvSpPr/>
              <p:nvPr/>
            </p:nvSpPr>
            <p:spPr>
              <a:xfrm>
                <a:off x="25496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h2614"/>
              <p:cNvSpPr/>
              <p:nvPr/>
            </p:nvSpPr>
            <p:spPr>
              <a:xfrm>
                <a:off x="25589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h2615"/>
              <p:cNvSpPr/>
              <p:nvPr/>
            </p:nvSpPr>
            <p:spPr>
              <a:xfrm>
                <a:off x="25681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h2616"/>
              <p:cNvSpPr/>
              <p:nvPr/>
            </p:nvSpPr>
            <p:spPr>
              <a:xfrm>
                <a:off x="25774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h2617"/>
              <p:cNvSpPr/>
              <p:nvPr/>
            </p:nvSpPr>
            <p:spPr>
              <a:xfrm>
                <a:off x="25867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h2618"/>
              <p:cNvSpPr/>
              <p:nvPr/>
            </p:nvSpPr>
            <p:spPr>
              <a:xfrm>
                <a:off x="25959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h2619"/>
              <p:cNvSpPr/>
              <p:nvPr/>
            </p:nvSpPr>
            <p:spPr>
              <a:xfrm>
                <a:off x="26052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h2620"/>
              <p:cNvSpPr/>
              <p:nvPr/>
            </p:nvSpPr>
            <p:spPr>
              <a:xfrm>
                <a:off x="26144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h2621"/>
              <p:cNvSpPr/>
              <p:nvPr/>
            </p:nvSpPr>
            <p:spPr>
              <a:xfrm>
                <a:off x="26237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h2622"/>
              <p:cNvSpPr/>
              <p:nvPr/>
            </p:nvSpPr>
            <p:spPr>
              <a:xfrm>
                <a:off x="26330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h2623"/>
              <p:cNvSpPr/>
              <p:nvPr/>
            </p:nvSpPr>
            <p:spPr>
              <a:xfrm>
                <a:off x="26422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h2624"/>
              <p:cNvSpPr/>
              <p:nvPr/>
            </p:nvSpPr>
            <p:spPr>
              <a:xfrm>
                <a:off x="26515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h2625"/>
              <p:cNvSpPr/>
              <p:nvPr/>
            </p:nvSpPr>
            <p:spPr>
              <a:xfrm>
                <a:off x="26607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h2626"/>
              <p:cNvSpPr/>
              <p:nvPr/>
            </p:nvSpPr>
            <p:spPr>
              <a:xfrm>
                <a:off x="26700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h2627"/>
              <p:cNvSpPr/>
              <p:nvPr/>
            </p:nvSpPr>
            <p:spPr>
              <a:xfrm>
                <a:off x="2679323" y="2257264"/>
                <a:ext cx="9178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1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6959" y="897161"/>
                    </a:lnTo>
                    <a:lnTo>
                      <a:pt x="917139" y="899374"/>
                    </a:lnTo>
                    <a:lnTo>
                      <a:pt x="917715" y="910296"/>
                    </a:lnTo>
                    <a:lnTo>
                      <a:pt x="917814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h2628"/>
              <p:cNvSpPr/>
              <p:nvPr/>
            </p:nvSpPr>
            <p:spPr>
              <a:xfrm>
                <a:off x="2808994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8" y="914400"/>
                    </a:lnTo>
                    <a:lnTo>
                      <a:pt x="914400" y="91370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h2629"/>
              <p:cNvSpPr/>
              <p:nvPr/>
            </p:nvSpPr>
            <p:spPr>
              <a:xfrm>
                <a:off x="2818257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708"/>
                    </a:lnTo>
                    <a:lnTo>
                      <a:pt x="909037" y="910119"/>
                    </a:lnTo>
                    <a:lnTo>
                      <a:pt x="914252" y="905924"/>
                    </a:lnTo>
                    <a:lnTo>
                      <a:pt x="914400" y="905813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h2630"/>
              <p:cNvSpPr/>
              <p:nvPr/>
            </p:nvSpPr>
            <p:spPr>
              <a:xfrm>
                <a:off x="2827519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36" y="905739"/>
                    </a:lnTo>
                    <a:lnTo>
                      <a:pt x="905485" y="905553"/>
                    </a:lnTo>
                    <a:lnTo>
                      <a:pt x="905734" y="905367"/>
                    </a:lnTo>
                    <a:lnTo>
                      <a:pt x="905982" y="905180"/>
                    </a:lnTo>
                    <a:lnTo>
                      <a:pt x="906231" y="904994"/>
                    </a:lnTo>
                    <a:lnTo>
                      <a:pt x="906480" y="904808"/>
                    </a:lnTo>
                    <a:lnTo>
                      <a:pt x="906729" y="904622"/>
                    </a:lnTo>
                    <a:lnTo>
                      <a:pt x="906978" y="904435"/>
                    </a:lnTo>
                    <a:lnTo>
                      <a:pt x="907227" y="904249"/>
                    </a:lnTo>
                    <a:lnTo>
                      <a:pt x="907475" y="904063"/>
                    </a:lnTo>
                    <a:lnTo>
                      <a:pt x="907724" y="903877"/>
                    </a:lnTo>
                    <a:lnTo>
                      <a:pt x="907973" y="903690"/>
                    </a:lnTo>
                    <a:lnTo>
                      <a:pt x="908222" y="903504"/>
                    </a:lnTo>
                    <a:lnTo>
                      <a:pt x="908471" y="903318"/>
                    </a:lnTo>
                    <a:lnTo>
                      <a:pt x="908720" y="903132"/>
                    </a:lnTo>
                    <a:lnTo>
                      <a:pt x="908969" y="902946"/>
                    </a:lnTo>
                    <a:lnTo>
                      <a:pt x="909217" y="902759"/>
                    </a:lnTo>
                    <a:lnTo>
                      <a:pt x="909466" y="902573"/>
                    </a:lnTo>
                    <a:lnTo>
                      <a:pt x="909715" y="902387"/>
                    </a:lnTo>
                    <a:lnTo>
                      <a:pt x="909964" y="902201"/>
                    </a:lnTo>
                    <a:lnTo>
                      <a:pt x="910213" y="902015"/>
                    </a:lnTo>
                    <a:lnTo>
                      <a:pt x="910462" y="901829"/>
                    </a:lnTo>
                    <a:lnTo>
                      <a:pt x="910711" y="901642"/>
                    </a:lnTo>
                    <a:lnTo>
                      <a:pt x="910960" y="901456"/>
                    </a:lnTo>
                    <a:lnTo>
                      <a:pt x="911209" y="901270"/>
                    </a:lnTo>
                    <a:lnTo>
                      <a:pt x="911458" y="901084"/>
                    </a:lnTo>
                    <a:lnTo>
                      <a:pt x="911707" y="900898"/>
                    </a:lnTo>
                    <a:lnTo>
                      <a:pt x="911956" y="900712"/>
                    </a:lnTo>
                    <a:lnTo>
                      <a:pt x="912205" y="900526"/>
                    </a:lnTo>
                    <a:lnTo>
                      <a:pt x="912454" y="900339"/>
                    </a:lnTo>
                    <a:lnTo>
                      <a:pt x="912703" y="900153"/>
                    </a:lnTo>
                    <a:lnTo>
                      <a:pt x="912952" y="899967"/>
                    </a:lnTo>
                    <a:lnTo>
                      <a:pt x="913201" y="899781"/>
                    </a:lnTo>
                    <a:lnTo>
                      <a:pt x="913450" y="899595"/>
                    </a:lnTo>
                    <a:lnTo>
                      <a:pt x="913699" y="899409"/>
                    </a:lnTo>
                    <a:lnTo>
                      <a:pt x="913948" y="899223"/>
                    </a:lnTo>
                    <a:lnTo>
                      <a:pt x="914197" y="899037"/>
                    </a:lnTo>
                    <a:lnTo>
                      <a:pt x="914400" y="898885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h2631"/>
              <p:cNvSpPr/>
              <p:nvPr/>
            </p:nvSpPr>
            <p:spPr>
              <a:xfrm>
                <a:off x="2836781" y="22400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83" y="916089"/>
                    </a:lnTo>
                    <a:lnTo>
                      <a:pt x="905433" y="915903"/>
                    </a:lnTo>
                    <a:lnTo>
                      <a:pt x="905682" y="915717"/>
                    </a:lnTo>
                    <a:lnTo>
                      <a:pt x="905931" y="915531"/>
                    </a:lnTo>
                    <a:lnTo>
                      <a:pt x="906180" y="915345"/>
                    </a:lnTo>
                    <a:lnTo>
                      <a:pt x="906429" y="915159"/>
                    </a:lnTo>
                    <a:lnTo>
                      <a:pt x="906678" y="914973"/>
                    </a:lnTo>
                    <a:lnTo>
                      <a:pt x="906927" y="914787"/>
                    </a:lnTo>
                    <a:lnTo>
                      <a:pt x="907176" y="914601"/>
                    </a:lnTo>
                    <a:lnTo>
                      <a:pt x="907445" y="914400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h2632"/>
              <p:cNvSpPr/>
              <p:nvPr/>
            </p:nvSpPr>
            <p:spPr>
              <a:xfrm>
                <a:off x="28367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h2633"/>
              <p:cNvSpPr/>
              <p:nvPr/>
            </p:nvSpPr>
            <p:spPr>
              <a:xfrm>
                <a:off x="28460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h2634"/>
              <p:cNvSpPr/>
              <p:nvPr/>
            </p:nvSpPr>
            <p:spPr>
              <a:xfrm>
                <a:off x="28553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h2635"/>
              <p:cNvSpPr/>
              <p:nvPr/>
            </p:nvSpPr>
            <p:spPr>
              <a:xfrm>
                <a:off x="28645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h2636"/>
              <p:cNvSpPr/>
              <p:nvPr/>
            </p:nvSpPr>
            <p:spPr>
              <a:xfrm>
                <a:off x="28738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h2637"/>
              <p:cNvSpPr/>
              <p:nvPr/>
            </p:nvSpPr>
            <p:spPr>
              <a:xfrm>
                <a:off x="28830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h2638"/>
              <p:cNvSpPr/>
              <p:nvPr/>
            </p:nvSpPr>
            <p:spPr>
              <a:xfrm>
                <a:off x="289235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h2639"/>
              <p:cNvSpPr/>
              <p:nvPr/>
            </p:nvSpPr>
            <p:spPr>
              <a:xfrm>
                <a:off x="29016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h2640"/>
              <p:cNvSpPr/>
              <p:nvPr/>
            </p:nvSpPr>
            <p:spPr>
              <a:xfrm>
                <a:off x="29108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h2641"/>
              <p:cNvSpPr/>
              <p:nvPr/>
            </p:nvSpPr>
            <p:spPr>
              <a:xfrm>
                <a:off x="29201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h2642"/>
              <p:cNvSpPr/>
              <p:nvPr/>
            </p:nvSpPr>
            <p:spPr>
              <a:xfrm>
                <a:off x="29294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h2643"/>
              <p:cNvSpPr/>
              <p:nvPr/>
            </p:nvSpPr>
            <p:spPr>
              <a:xfrm>
                <a:off x="29386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h2644"/>
              <p:cNvSpPr/>
              <p:nvPr/>
            </p:nvSpPr>
            <p:spPr>
              <a:xfrm>
                <a:off x="29479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h2645"/>
              <p:cNvSpPr/>
              <p:nvPr/>
            </p:nvSpPr>
            <p:spPr>
              <a:xfrm>
                <a:off x="29571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h2646"/>
              <p:cNvSpPr/>
              <p:nvPr/>
            </p:nvSpPr>
            <p:spPr>
              <a:xfrm>
                <a:off x="29664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h2647"/>
              <p:cNvSpPr/>
              <p:nvPr/>
            </p:nvSpPr>
            <p:spPr>
              <a:xfrm>
                <a:off x="29757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h2648"/>
              <p:cNvSpPr/>
              <p:nvPr/>
            </p:nvSpPr>
            <p:spPr>
              <a:xfrm>
                <a:off x="29849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h2649"/>
              <p:cNvSpPr/>
              <p:nvPr/>
            </p:nvSpPr>
            <p:spPr>
              <a:xfrm>
                <a:off x="29942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h2650"/>
              <p:cNvSpPr/>
              <p:nvPr/>
            </p:nvSpPr>
            <p:spPr>
              <a:xfrm>
                <a:off x="30035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h2651"/>
              <p:cNvSpPr/>
              <p:nvPr/>
            </p:nvSpPr>
            <p:spPr>
              <a:xfrm>
                <a:off x="30127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h2652"/>
              <p:cNvSpPr/>
              <p:nvPr/>
            </p:nvSpPr>
            <p:spPr>
              <a:xfrm>
                <a:off x="30220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h2653"/>
              <p:cNvSpPr/>
              <p:nvPr/>
            </p:nvSpPr>
            <p:spPr>
              <a:xfrm>
                <a:off x="30312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h2654"/>
              <p:cNvSpPr/>
              <p:nvPr/>
            </p:nvSpPr>
            <p:spPr>
              <a:xfrm>
                <a:off x="30405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h2655"/>
              <p:cNvSpPr/>
              <p:nvPr/>
            </p:nvSpPr>
            <p:spPr>
              <a:xfrm>
                <a:off x="30498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h2656"/>
              <p:cNvSpPr/>
              <p:nvPr/>
            </p:nvSpPr>
            <p:spPr>
              <a:xfrm>
                <a:off x="30590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h2657"/>
              <p:cNvSpPr/>
              <p:nvPr/>
            </p:nvSpPr>
            <p:spPr>
              <a:xfrm>
                <a:off x="30683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h2658"/>
              <p:cNvSpPr/>
              <p:nvPr/>
            </p:nvSpPr>
            <p:spPr>
              <a:xfrm>
                <a:off x="30775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h2659"/>
              <p:cNvSpPr/>
              <p:nvPr/>
            </p:nvSpPr>
            <p:spPr>
              <a:xfrm>
                <a:off x="30868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h2660"/>
              <p:cNvSpPr/>
              <p:nvPr/>
            </p:nvSpPr>
            <p:spPr>
              <a:xfrm>
                <a:off x="309612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h2661"/>
              <p:cNvSpPr/>
              <p:nvPr/>
            </p:nvSpPr>
            <p:spPr>
              <a:xfrm>
                <a:off x="310538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h2662"/>
              <p:cNvSpPr/>
              <p:nvPr/>
            </p:nvSpPr>
            <p:spPr>
              <a:xfrm>
                <a:off x="311464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153">
                  <a:alpha val="100000"/>
                </a:srgbClr>
              </a:solidFill>
              <a:ln w="5420" cap="flat">
                <a:solidFill>
                  <a:srgbClr val="39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h2663"/>
              <p:cNvSpPr/>
              <p:nvPr/>
            </p:nvSpPr>
            <p:spPr>
              <a:xfrm>
                <a:off x="312391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h2664"/>
              <p:cNvSpPr/>
              <p:nvPr/>
            </p:nvSpPr>
            <p:spPr>
              <a:xfrm>
                <a:off x="313317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h2665"/>
              <p:cNvSpPr/>
              <p:nvPr/>
            </p:nvSpPr>
            <p:spPr>
              <a:xfrm>
                <a:off x="314243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h2666"/>
              <p:cNvSpPr/>
              <p:nvPr/>
            </p:nvSpPr>
            <p:spPr>
              <a:xfrm>
                <a:off x="315169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h2667"/>
              <p:cNvSpPr/>
              <p:nvPr/>
            </p:nvSpPr>
            <p:spPr>
              <a:xfrm>
                <a:off x="316095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h2668"/>
              <p:cNvSpPr/>
              <p:nvPr/>
            </p:nvSpPr>
            <p:spPr>
              <a:xfrm>
                <a:off x="317022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h2669"/>
              <p:cNvSpPr/>
              <p:nvPr/>
            </p:nvSpPr>
            <p:spPr>
              <a:xfrm>
                <a:off x="317948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h2670"/>
              <p:cNvSpPr/>
              <p:nvPr/>
            </p:nvSpPr>
            <p:spPr>
              <a:xfrm>
                <a:off x="318874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h2671"/>
              <p:cNvSpPr/>
              <p:nvPr/>
            </p:nvSpPr>
            <p:spPr>
              <a:xfrm>
                <a:off x="319800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h2672"/>
              <p:cNvSpPr/>
              <p:nvPr/>
            </p:nvSpPr>
            <p:spPr>
              <a:xfrm>
                <a:off x="320727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h2673"/>
              <p:cNvSpPr/>
              <p:nvPr/>
            </p:nvSpPr>
            <p:spPr>
              <a:xfrm>
                <a:off x="32165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h2674"/>
              <p:cNvSpPr/>
              <p:nvPr/>
            </p:nvSpPr>
            <p:spPr>
              <a:xfrm>
                <a:off x="322579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h2675"/>
              <p:cNvSpPr/>
              <p:nvPr/>
            </p:nvSpPr>
            <p:spPr>
              <a:xfrm>
                <a:off x="32350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h2676"/>
              <p:cNvSpPr/>
              <p:nvPr/>
            </p:nvSpPr>
            <p:spPr>
              <a:xfrm>
                <a:off x="32443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h2677"/>
              <p:cNvSpPr/>
              <p:nvPr/>
            </p:nvSpPr>
            <p:spPr>
              <a:xfrm>
                <a:off x="32535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h2678"/>
              <p:cNvSpPr/>
              <p:nvPr/>
            </p:nvSpPr>
            <p:spPr>
              <a:xfrm>
                <a:off x="32628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h2679"/>
              <p:cNvSpPr/>
              <p:nvPr/>
            </p:nvSpPr>
            <p:spPr>
              <a:xfrm>
                <a:off x="327210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h2680"/>
              <p:cNvSpPr/>
              <p:nvPr/>
            </p:nvSpPr>
            <p:spPr>
              <a:xfrm>
                <a:off x="32813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h2681"/>
              <p:cNvSpPr/>
              <p:nvPr/>
            </p:nvSpPr>
            <p:spPr>
              <a:xfrm>
                <a:off x="32906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h2682"/>
              <p:cNvSpPr/>
              <p:nvPr/>
            </p:nvSpPr>
            <p:spPr>
              <a:xfrm>
                <a:off x="32998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h2683"/>
              <p:cNvSpPr/>
              <p:nvPr/>
            </p:nvSpPr>
            <p:spPr>
              <a:xfrm>
                <a:off x="3309154" y="22572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472"/>
                    </a:lnTo>
                    <a:lnTo>
                      <a:pt x="923577" y="912826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h2684"/>
              <p:cNvSpPr/>
              <p:nvPr/>
            </p:nvSpPr>
            <p:spPr>
              <a:xfrm>
                <a:off x="3318417" y="2240025"/>
                <a:ext cx="917978" cy="929710"/>
              </a:xfrm>
              <a:custGeom>
                <a:avLst/>
                <a:gdLst/>
                <a:ahLst/>
                <a:cxnLst/>
                <a:rect l="0" t="0" r="0" b="0"/>
                <a:pathLst>
                  <a:path w="917978" h="929710">
                    <a:moveTo>
                      <a:pt x="914400" y="914400"/>
                    </a:moveTo>
                    <a:lnTo>
                      <a:pt x="917978" y="914400"/>
                    </a:lnTo>
                    <a:lnTo>
                      <a:pt x="917572" y="916196"/>
                    </a:lnTo>
                    <a:lnTo>
                      <a:pt x="917005" y="918714"/>
                    </a:lnTo>
                    <a:lnTo>
                      <a:pt x="916434" y="921246"/>
                    </a:lnTo>
                    <a:lnTo>
                      <a:pt x="914400" y="929710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h2685"/>
              <p:cNvSpPr/>
              <p:nvPr/>
            </p:nvSpPr>
            <p:spPr>
              <a:xfrm>
                <a:off x="2382932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16" y="931606"/>
                    </a:lnTo>
                    <a:lnTo>
                      <a:pt x="913349" y="929901"/>
                    </a:lnTo>
                    <a:lnTo>
                      <a:pt x="912582" y="928197"/>
                    </a:lnTo>
                    <a:lnTo>
                      <a:pt x="911815" y="926492"/>
                    </a:lnTo>
                    <a:lnTo>
                      <a:pt x="911048" y="924788"/>
                    </a:lnTo>
                    <a:lnTo>
                      <a:pt x="910281" y="923084"/>
                    </a:lnTo>
                    <a:lnTo>
                      <a:pt x="909513" y="921380"/>
                    </a:lnTo>
                    <a:lnTo>
                      <a:pt x="908746" y="919676"/>
                    </a:lnTo>
                    <a:lnTo>
                      <a:pt x="907978" y="917972"/>
                    </a:lnTo>
                    <a:lnTo>
                      <a:pt x="907210" y="916267"/>
                    </a:lnTo>
                    <a:lnTo>
                      <a:pt x="906441" y="914564"/>
                    </a:lnTo>
                    <a:lnTo>
                      <a:pt x="906367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h2686"/>
              <p:cNvSpPr/>
              <p:nvPr/>
            </p:nvSpPr>
            <p:spPr>
              <a:xfrm>
                <a:off x="23829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h2687"/>
              <p:cNvSpPr/>
              <p:nvPr/>
            </p:nvSpPr>
            <p:spPr>
              <a:xfrm>
                <a:off x="239219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h2688"/>
              <p:cNvSpPr/>
              <p:nvPr/>
            </p:nvSpPr>
            <p:spPr>
              <a:xfrm>
                <a:off x="24014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h2689"/>
              <p:cNvSpPr/>
              <p:nvPr/>
            </p:nvSpPr>
            <p:spPr>
              <a:xfrm>
                <a:off x="24107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h2690"/>
              <p:cNvSpPr/>
              <p:nvPr/>
            </p:nvSpPr>
            <p:spPr>
              <a:xfrm>
                <a:off x="24199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h2691"/>
              <p:cNvSpPr/>
              <p:nvPr/>
            </p:nvSpPr>
            <p:spPr>
              <a:xfrm>
                <a:off x="24292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h2692"/>
              <p:cNvSpPr/>
              <p:nvPr/>
            </p:nvSpPr>
            <p:spPr>
              <a:xfrm>
                <a:off x="24385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h2693"/>
              <p:cNvSpPr/>
              <p:nvPr/>
            </p:nvSpPr>
            <p:spPr>
              <a:xfrm>
                <a:off x="24477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h2694"/>
              <p:cNvSpPr/>
              <p:nvPr/>
            </p:nvSpPr>
            <p:spPr>
              <a:xfrm>
                <a:off x="24570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h2695"/>
              <p:cNvSpPr/>
              <p:nvPr/>
            </p:nvSpPr>
            <p:spPr>
              <a:xfrm>
                <a:off x="24662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h2696"/>
              <p:cNvSpPr/>
              <p:nvPr/>
            </p:nvSpPr>
            <p:spPr>
              <a:xfrm>
                <a:off x="247555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h2697"/>
              <p:cNvSpPr/>
              <p:nvPr/>
            </p:nvSpPr>
            <p:spPr>
              <a:xfrm>
                <a:off x="24848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h2698"/>
              <p:cNvSpPr/>
              <p:nvPr/>
            </p:nvSpPr>
            <p:spPr>
              <a:xfrm>
                <a:off x="24940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h2699"/>
              <p:cNvSpPr/>
              <p:nvPr/>
            </p:nvSpPr>
            <p:spPr>
              <a:xfrm>
                <a:off x="25033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h2700"/>
              <p:cNvSpPr/>
              <p:nvPr/>
            </p:nvSpPr>
            <p:spPr>
              <a:xfrm>
                <a:off x="25126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h2701"/>
              <p:cNvSpPr/>
              <p:nvPr/>
            </p:nvSpPr>
            <p:spPr>
              <a:xfrm>
                <a:off x="25218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h2702"/>
              <p:cNvSpPr/>
              <p:nvPr/>
            </p:nvSpPr>
            <p:spPr>
              <a:xfrm>
                <a:off x="25311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h2703"/>
              <p:cNvSpPr/>
              <p:nvPr/>
            </p:nvSpPr>
            <p:spPr>
              <a:xfrm>
                <a:off x="25403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h2704"/>
              <p:cNvSpPr/>
              <p:nvPr/>
            </p:nvSpPr>
            <p:spPr>
              <a:xfrm>
                <a:off x="25496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h2705"/>
              <p:cNvSpPr/>
              <p:nvPr/>
            </p:nvSpPr>
            <p:spPr>
              <a:xfrm>
                <a:off x="25589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h2706"/>
              <p:cNvSpPr/>
              <p:nvPr/>
            </p:nvSpPr>
            <p:spPr>
              <a:xfrm>
                <a:off x="25681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h2707"/>
              <p:cNvSpPr/>
              <p:nvPr/>
            </p:nvSpPr>
            <p:spPr>
              <a:xfrm>
                <a:off x="25774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h2708"/>
              <p:cNvSpPr/>
              <p:nvPr/>
            </p:nvSpPr>
            <p:spPr>
              <a:xfrm>
                <a:off x="25867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h2709"/>
              <p:cNvSpPr/>
              <p:nvPr/>
            </p:nvSpPr>
            <p:spPr>
              <a:xfrm>
                <a:off x="25959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h2710"/>
              <p:cNvSpPr/>
              <p:nvPr/>
            </p:nvSpPr>
            <p:spPr>
              <a:xfrm>
                <a:off x="26052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h2711"/>
              <p:cNvSpPr/>
              <p:nvPr/>
            </p:nvSpPr>
            <p:spPr>
              <a:xfrm>
                <a:off x="26144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h2712"/>
              <p:cNvSpPr/>
              <p:nvPr/>
            </p:nvSpPr>
            <p:spPr>
              <a:xfrm>
                <a:off x="26237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h2713"/>
              <p:cNvSpPr/>
              <p:nvPr/>
            </p:nvSpPr>
            <p:spPr>
              <a:xfrm>
                <a:off x="26330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h2714"/>
              <p:cNvSpPr/>
              <p:nvPr/>
            </p:nvSpPr>
            <p:spPr>
              <a:xfrm>
                <a:off x="26422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h2715"/>
              <p:cNvSpPr/>
              <p:nvPr/>
            </p:nvSpPr>
            <p:spPr>
              <a:xfrm>
                <a:off x="26515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h2716"/>
              <p:cNvSpPr/>
              <p:nvPr/>
            </p:nvSpPr>
            <p:spPr>
              <a:xfrm>
                <a:off x="26607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h2717"/>
              <p:cNvSpPr/>
              <p:nvPr/>
            </p:nvSpPr>
            <p:spPr>
              <a:xfrm>
                <a:off x="26700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h2718"/>
              <p:cNvSpPr/>
              <p:nvPr/>
            </p:nvSpPr>
            <p:spPr>
              <a:xfrm>
                <a:off x="2679323" y="2240025"/>
                <a:ext cx="916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297" y="897161"/>
                    </a:lnTo>
                    <a:lnTo>
                      <a:pt x="916253" y="905762"/>
                    </a:lnTo>
                    <a:lnTo>
                      <a:pt x="916959" y="914400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h2719"/>
              <p:cNvSpPr/>
              <p:nvPr/>
            </p:nvSpPr>
            <p:spPr>
              <a:xfrm>
                <a:off x="2836781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445" y="914400"/>
                    </a:lnTo>
                    <a:lnTo>
                      <a:pt x="907674" y="914229"/>
                    </a:lnTo>
                    <a:lnTo>
                      <a:pt x="907923" y="914043"/>
                    </a:lnTo>
                    <a:lnTo>
                      <a:pt x="908172" y="913857"/>
                    </a:lnTo>
                    <a:lnTo>
                      <a:pt x="908421" y="913671"/>
                    </a:lnTo>
                    <a:lnTo>
                      <a:pt x="908671" y="913485"/>
                    </a:lnTo>
                    <a:lnTo>
                      <a:pt x="908920" y="913299"/>
                    </a:lnTo>
                    <a:lnTo>
                      <a:pt x="909169" y="913113"/>
                    </a:lnTo>
                    <a:lnTo>
                      <a:pt x="909418" y="912927"/>
                    </a:lnTo>
                    <a:lnTo>
                      <a:pt x="909667" y="912741"/>
                    </a:lnTo>
                    <a:lnTo>
                      <a:pt x="909916" y="912555"/>
                    </a:lnTo>
                    <a:lnTo>
                      <a:pt x="910166" y="912369"/>
                    </a:lnTo>
                    <a:lnTo>
                      <a:pt x="910415" y="912183"/>
                    </a:lnTo>
                    <a:lnTo>
                      <a:pt x="910664" y="911997"/>
                    </a:lnTo>
                    <a:lnTo>
                      <a:pt x="910913" y="911811"/>
                    </a:lnTo>
                    <a:lnTo>
                      <a:pt x="911162" y="911625"/>
                    </a:lnTo>
                    <a:lnTo>
                      <a:pt x="911411" y="911439"/>
                    </a:lnTo>
                    <a:lnTo>
                      <a:pt x="911661" y="911253"/>
                    </a:lnTo>
                    <a:lnTo>
                      <a:pt x="914400" y="909313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h2720"/>
              <p:cNvSpPr/>
              <p:nvPr/>
            </p:nvSpPr>
            <p:spPr>
              <a:xfrm>
                <a:off x="2846043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313"/>
                    </a:lnTo>
                    <a:lnTo>
                      <a:pt x="905336" y="909017"/>
                    </a:lnTo>
                    <a:lnTo>
                      <a:pt x="910052" y="902708"/>
                    </a:lnTo>
                    <a:lnTo>
                      <a:pt x="914400" y="897511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h2721"/>
              <p:cNvSpPr/>
              <p:nvPr/>
            </p:nvSpPr>
            <p:spPr>
              <a:xfrm>
                <a:off x="2855306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50"/>
                    </a:lnTo>
                    <a:lnTo>
                      <a:pt x="905430" y="914400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h2722"/>
              <p:cNvSpPr/>
              <p:nvPr/>
            </p:nvSpPr>
            <p:spPr>
              <a:xfrm>
                <a:off x="28553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h2723"/>
              <p:cNvSpPr/>
              <p:nvPr/>
            </p:nvSpPr>
            <p:spPr>
              <a:xfrm>
                <a:off x="28645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h2724"/>
              <p:cNvSpPr/>
              <p:nvPr/>
            </p:nvSpPr>
            <p:spPr>
              <a:xfrm>
                <a:off x="28738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h2725"/>
              <p:cNvSpPr/>
              <p:nvPr/>
            </p:nvSpPr>
            <p:spPr>
              <a:xfrm>
                <a:off x="28830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h2726"/>
              <p:cNvSpPr/>
              <p:nvPr/>
            </p:nvSpPr>
            <p:spPr>
              <a:xfrm>
                <a:off x="28923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h2727"/>
              <p:cNvSpPr/>
              <p:nvPr/>
            </p:nvSpPr>
            <p:spPr>
              <a:xfrm>
                <a:off x="29016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h2728"/>
              <p:cNvSpPr/>
              <p:nvPr/>
            </p:nvSpPr>
            <p:spPr>
              <a:xfrm>
                <a:off x="29108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h2729"/>
              <p:cNvSpPr/>
              <p:nvPr/>
            </p:nvSpPr>
            <p:spPr>
              <a:xfrm>
                <a:off x="29201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h2730"/>
              <p:cNvSpPr/>
              <p:nvPr/>
            </p:nvSpPr>
            <p:spPr>
              <a:xfrm>
                <a:off x="29294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h2731"/>
              <p:cNvSpPr/>
              <p:nvPr/>
            </p:nvSpPr>
            <p:spPr>
              <a:xfrm>
                <a:off x="29386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h2732"/>
              <p:cNvSpPr/>
              <p:nvPr/>
            </p:nvSpPr>
            <p:spPr>
              <a:xfrm>
                <a:off x="29479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h2733"/>
              <p:cNvSpPr/>
              <p:nvPr/>
            </p:nvSpPr>
            <p:spPr>
              <a:xfrm>
                <a:off x="29571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h2734"/>
              <p:cNvSpPr/>
              <p:nvPr/>
            </p:nvSpPr>
            <p:spPr>
              <a:xfrm>
                <a:off x="29664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h2735"/>
              <p:cNvSpPr/>
              <p:nvPr/>
            </p:nvSpPr>
            <p:spPr>
              <a:xfrm>
                <a:off x="29757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h2736"/>
              <p:cNvSpPr/>
              <p:nvPr/>
            </p:nvSpPr>
            <p:spPr>
              <a:xfrm>
                <a:off x="29849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h2737"/>
              <p:cNvSpPr/>
              <p:nvPr/>
            </p:nvSpPr>
            <p:spPr>
              <a:xfrm>
                <a:off x="29942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h2738"/>
              <p:cNvSpPr/>
              <p:nvPr/>
            </p:nvSpPr>
            <p:spPr>
              <a:xfrm>
                <a:off x="30035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h2739"/>
              <p:cNvSpPr/>
              <p:nvPr/>
            </p:nvSpPr>
            <p:spPr>
              <a:xfrm>
                <a:off x="30127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h2740"/>
              <p:cNvSpPr/>
              <p:nvPr/>
            </p:nvSpPr>
            <p:spPr>
              <a:xfrm>
                <a:off x="30220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h2741"/>
              <p:cNvSpPr/>
              <p:nvPr/>
            </p:nvSpPr>
            <p:spPr>
              <a:xfrm>
                <a:off x="30312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h2742"/>
              <p:cNvSpPr/>
              <p:nvPr/>
            </p:nvSpPr>
            <p:spPr>
              <a:xfrm>
                <a:off x="30405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h2743"/>
              <p:cNvSpPr/>
              <p:nvPr/>
            </p:nvSpPr>
            <p:spPr>
              <a:xfrm>
                <a:off x="30498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h2744"/>
              <p:cNvSpPr/>
              <p:nvPr/>
            </p:nvSpPr>
            <p:spPr>
              <a:xfrm>
                <a:off x="30590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h2745"/>
              <p:cNvSpPr/>
              <p:nvPr/>
            </p:nvSpPr>
            <p:spPr>
              <a:xfrm>
                <a:off x="30683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h2746"/>
              <p:cNvSpPr/>
              <p:nvPr/>
            </p:nvSpPr>
            <p:spPr>
              <a:xfrm>
                <a:off x="30775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h2747"/>
              <p:cNvSpPr/>
              <p:nvPr/>
            </p:nvSpPr>
            <p:spPr>
              <a:xfrm>
                <a:off x="30868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h2748"/>
              <p:cNvSpPr/>
              <p:nvPr/>
            </p:nvSpPr>
            <p:spPr>
              <a:xfrm>
                <a:off x="309612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h2749"/>
              <p:cNvSpPr/>
              <p:nvPr/>
            </p:nvSpPr>
            <p:spPr>
              <a:xfrm>
                <a:off x="310538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h2750"/>
              <p:cNvSpPr/>
              <p:nvPr/>
            </p:nvSpPr>
            <p:spPr>
              <a:xfrm>
                <a:off x="311464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h2751"/>
              <p:cNvSpPr/>
              <p:nvPr/>
            </p:nvSpPr>
            <p:spPr>
              <a:xfrm>
                <a:off x="312391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h2752"/>
              <p:cNvSpPr/>
              <p:nvPr/>
            </p:nvSpPr>
            <p:spPr>
              <a:xfrm>
                <a:off x="313317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h2753"/>
              <p:cNvSpPr/>
              <p:nvPr/>
            </p:nvSpPr>
            <p:spPr>
              <a:xfrm>
                <a:off x="314243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h2754"/>
              <p:cNvSpPr/>
              <p:nvPr/>
            </p:nvSpPr>
            <p:spPr>
              <a:xfrm>
                <a:off x="315169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h2755"/>
              <p:cNvSpPr/>
              <p:nvPr/>
            </p:nvSpPr>
            <p:spPr>
              <a:xfrm>
                <a:off x="316095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h2756"/>
              <p:cNvSpPr/>
              <p:nvPr/>
            </p:nvSpPr>
            <p:spPr>
              <a:xfrm>
                <a:off x="317022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h2757"/>
              <p:cNvSpPr/>
              <p:nvPr/>
            </p:nvSpPr>
            <p:spPr>
              <a:xfrm>
                <a:off x="317948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h2758"/>
              <p:cNvSpPr/>
              <p:nvPr/>
            </p:nvSpPr>
            <p:spPr>
              <a:xfrm>
                <a:off x="318874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h2759"/>
              <p:cNvSpPr/>
              <p:nvPr/>
            </p:nvSpPr>
            <p:spPr>
              <a:xfrm>
                <a:off x="319800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h2760"/>
              <p:cNvSpPr/>
              <p:nvPr/>
            </p:nvSpPr>
            <p:spPr>
              <a:xfrm>
                <a:off x="320727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h2761"/>
              <p:cNvSpPr/>
              <p:nvPr/>
            </p:nvSpPr>
            <p:spPr>
              <a:xfrm>
                <a:off x="32165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h2762"/>
              <p:cNvSpPr/>
              <p:nvPr/>
            </p:nvSpPr>
            <p:spPr>
              <a:xfrm>
                <a:off x="322579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h2763"/>
              <p:cNvSpPr/>
              <p:nvPr/>
            </p:nvSpPr>
            <p:spPr>
              <a:xfrm>
                <a:off x="32350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h2764"/>
              <p:cNvSpPr/>
              <p:nvPr/>
            </p:nvSpPr>
            <p:spPr>
              <a:xfrm>
                <a:off x="32443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h2765"/>
              <p:cNvSpPr/>
              <p:nvPr/>
            </p:nvSpPr>
            <p:spPr>
              <a:xfrm>
                <a:off x="32535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h2766"/>
              <p:cNvSpPr/>
              <p:nvPr/>
            </p:nvSpPr>
            <p:spPr>
              <a:xfrm>
                <a:off x="32628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h2767"/>
              <p:cNvSpPr/>
              <p:nvPr/>
            </p:nvSpPr>
            <p:spPr>
              <a:xfrm>
                <a:off x="327210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h2768"/>
              <p:cNvSpPr/>
              <p:nvPr/>
            </p:nvSpPr>
            <p:spPr>
              <a:xfrm>
                <a:off x="32813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h2769"/>
              <p:cNvSpPr/>
              <p:nvPr/>
            </p:nvSpPr>
            <p:spPr>
              <a:xfrm>
                <a:off x="32906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h2770"/>
              <p:cNvSpPr/>
              <p:nvPr/>
            </p:nvSpPr>
            <p:spPr>
              <a:xfrm>
                <a:off x="32998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h2771"/>
              <p:cNvSpPr/>
              <p:nvPr/>
            </p:nvSpPr>
            <p:spPr>
              <a:xfrm>
                <a:off x="33091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h2772"/>
              <p:cNvSpPr/>
              <p:nvPr/>
            </p:nvSpPr>
            <p:spPr>
              <a:xfrm>
                <a:off x="3318417" y="2240025"/>
                <a:ext cx="92187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7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73" y="897161"/>
                    </a:lnTo>
                    <a:lnTo>
                      <a:pt x="921553" y="898573"/>
                    </a:lnTo>
                    <a:lnTo>
                      <a:pt x="920984" y="901090"/>
                    </a:lnTo>
                    <a:lnTo>
                      <a:pt x="920415" y="903608"/>
                    </a:lnTo>
                    <a:lnTo>
                      <a:pt x="919846" y="906125"/>
                    </a:lnTo>
                    <a:lnTo>
                      <a:pt x="919277" y="908643"/>
                    </a:lnTo>
                    <a:lnTo>
                      <a:pt x="918709" y="911161"/>
                    </a:lnTo>
                    <a:lnTo>
                      <a:pt x="918140" y="913678"/>
                    </a:lnTo>
                    <a:lnTo>
                      <a:pt x="917978" y="914400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h2773"/>
              <p:cNvSpPr/>
              <p:nvPr/>
            </p:nvSpPr>
            <p:spPr>
              <a:xfrm>
                <a:off x="2373670" y="2205548"/>
                <a:ext cx="914400" cy="92891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1">
                    <a:moveTo>
                      <a:pt x="914400" y="914400"/>
                    </a:moveTo>
                    <a:lnTo>
                      <a:pt x="914400" y="928911"/>
                    </a:lnTo>
                    <a:lnTo>
                      <a:pt x="914166" y="928394"/>
                    </a:lnTo>
                    <a:lnTo>
                      <a:pt x="913397" y="926690"/>
                    </a:lnTo>
                    <a:lnTo>
                      <a:pt x="912628" y="924987"/>
                    </a:lnTo>
                    <a:lnTo>
                      <a:pt x="911859" y="923283"/>
                    </a:lnTo>
                    <a:lnTo>
                      <a:pt x="911089" y="921579"/>
                    </a:lnTo>
                    <a:lnTo>
                      <a:pt x="910319" y="919876"/>
                    </a:lnTo>
                    <a:lnTo>
                      <a:pt x="909549" y="918172"/>
                    </a:lnTo>
                    <a:lnTo>
                      <a:pt x="908779" y="916468"/>
                    </a:lnTo>
                    <a:lnTo>
                      <a:pt x="908009" y="914765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h2774"/>
              <p:cNvSpPr/>
              <p:nvPr/>
            </p:nvSpPr>
            <p:spPr>
              <a:xfrm>
                <a:off x="23736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29" y="931638"/>
                    </a:lnTo>
                    <a:lnTo>
                      <a:pt x="914935" y="930098"/>
                    </a:lnTo>
                    <a:lnTo>
                      <a:pt x="914400" y="928911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h2775"/>
              <p:cNvSpPr/>
              <p:nvPr/>
            </p:nvSpPr>
            <p:spPr>
              <a:xfrm>
                <a:off x="23829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h2776"/>
              <p:cNvSpPr/>
              <p:nvPr/>
            </p:nvSpPr>
            <p:spPr>
              <a:xfrm>
                <a:off x="239219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h2777"/>
              <p:cNvSpPr/>
              <p:nvPr/>
            </p:nvSpPr>
            <p:spPr>
              <a:xfrm>
                <a:off x="24014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h2778"/>
              <p:cNvSpPr/>
              <p:nvPr/>
            </p:nvSpPr>
            <p:spPr>
              <a:xfrm>
                <a:off x="24107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h2779"/>
              <p:cNvSpPr/>
              <p:nvPr/>
            </p:nvSpPr>
            <p:spPr>
              <a:xfrm>
                <a:off x="24199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h2780"/>
              <p:cNvSpPr/>
              <p:nvPr/>
            </p:nvSpPr>
            <p:spPr>
              <a:xfrm>
                <a:off x="24292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h2781"/>
              <p:cNvSpPr/>
              <p:nvPr/>
            </p:nvSpPr>
            <p:spPr>
              <a:xfrm>
                <a:off x="243850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h2782"/>
              <p:cNvSpPr/>
              <p:nvPr/>
            </p:nvSpPr>
            <p:spPr>
              <a:xfrm>
                <a:off x="24477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h2783"/>
              <p:cNvSpPr/>
              <p:nvPr/>
            </p:nvSpPr>
            <p:spPr>
              <a:xfrm>
                <a:off x="24570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h2784"/>
              <p:cNvSpPr/>
              <p:nvPr/>
            </p:nvSpPr>
            <p:spPr>
              <a:xfrm>
                <a:off x="24662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h2785"/>
              <p:cNvSpPr/>
              <p:nvPr/>
            </p:nvSpPr>
            <p:spPr>
              <a:xfrm>
                <a:off x="247555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h2786"/>
              <p:cNvSpPr/>
              <p:nvPr/>
            </p:nvSpPr>
            <p:spPr>
              <a:xfrm>
                <a:off x="24848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h2787"/>
              <p:cNvSpPr/>
              <p:nvPr/>
            </p:nvSpPr>
            <p:spPr>
              <a:xfrm>
                <a:off x="24940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h2788"/>
              <p:cNvSpPr/>
              <p:nvPr/>
            </p:nvSpPr>
            <p:spPr>
              <a:xfrm>
                <a:off x="25033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h2789"/>
              <p:cNvSpPr/>
              <p:nvPr/>
            </p:nvSpPr>
            <p:spPr>
              <a:xfrm>
                <a:off x="25126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h2790"/>
              <p:cNvSpPr/>
              <p:nvPr/>
            </p:nvSpPr>
            <p:spPr>
              <a:xfrm>
                <a:off x="25218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h2791"/>
              <p:cNvSpPr/>
              <p:nvPr/>
            </p:nvSpPr>
            <p:spPr>
              <a:xfrm>
                <a:off x="25311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h2792"/>
              <p:cNvSpPr/>
              <p:nvPr/>
            </p:nvSpPr>
            <p:spPr>
              <a:xfrm>
                <a:off x="25403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h2793"/>
              <p:cNvSpPr/>
              <p:nvPr/>
            </p:nvSpPr>
            <p:spPr>
              <a:xfrm>
                <a:off x="25496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h2794"/>
              <p:cNvSpPr/>
              <p:nvPr/>
            </p:nvSpPr>
            <p:spPr>
              <a:xfrm>
                <a:off x="25589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h2795"/>
              <p:cNvSpPr/>
              <p:nvPr/>
            </p:nvSpPr>
            <p:spPr>
              <a:xfrm>
                <a:off x="25681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h2796"/>
              <p:cNvSpPr/>
              <p:nvPr/>
            </p:nvSpPr>
            <p:spPr>
              <a:xfrm>
                <a:off x="25774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h2797"/>
              <p:cNvSpPr/>
              <p:nvPr/>
            </p:nvSpPr>
            <p:spPr>
              <a:xfrm>
                <a:off x="25867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h2798"/>
              <p:cNvSpPr/>
              <p:nvPr/>
            </p:nvSpPr>
            <p:spPr>
              <a:xfrm>
                <a:off x="25959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h2799"/>
              <p:cNvSpPr/>
              <p:nvPr/>
            </p:nvSpPr>
            <p:spPr>
              <a:xfrm>
                <a:off x="26052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h2800"/>
              <p:cNvSpPr/>
              <p:nvPr/>
            </p:nvSpPr>
            <p:spPr>
              <a:xfrm>
                <a:off x="26144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h2801"/>
              <p:cNvSpPr/>
              <p:nvPr/>
            </p:nvSpPr>
            <p:spPr>
              <a:xfrm>
                <a:off x="26237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h2802"/>
              <p:cNvSpPr/>
              <p:nvPr/>
            </p:nvSpPr>
            <p:spPr>
              <a:xfrm>
                <a:off x="26330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h2803"/>
              <p:cNvSpPr/>
              <p:nvPr/>
            </p:nvSpPr>
            <p:spPr>
              <a:xfrm>
                <a:off x="26422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h2804"/>
              <p:cNvSpPr/>
              <p:nvPr/>
            </p:nvSpPr>
            <p:spPr>
              <a:xfrm>
                <a:off x="26515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h2805"/>
              <p:cNvSpPr/>
              <p:nvPr/>
            </p:nvSpPr>
            <p:spPr>
              <a:xfrm>
                <a:off x="26607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h2806"/>
              <p:cNvSpPr/>
              <p:nvPr/>
            </p:nvSpPr>
            <p:spPr>
              <a:xfrm>
                <a:off x="2679323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789" y="897161"/>
                    </a:lnTo>
                    <a:lnTo>
                      <a:pt x="913560" y="901639"/>
                    </a:lnTo>
                    <a:lnTo>
                      <a:pt x="914400" y="907585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h2807"/>
              <p:cNvSpPr/>
              <p:nvPr/>
            </p:nvSpPr>
            <p:spPr>
              <a:xfrm>
                <a:off x="2679323" y="2222787"/>
                <a:ext cx="9152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297" h="914400">
                    <a:moveTo>
                      <a:pt x="914400" y="914400"/>
                    </a:moveTo>
                    <a:lnTo>
                      <a:pt x="914400" y="907585"/>
                    </a:lnTo>
                    <a:lnTo>
                      <a:pt x="915059" y="912254"/>
                    </a:lnTo>
                    <a:lnTo>
                      <a:pt x="915297" y="914400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h2808"/>
              <p:cNvSpPr/>
              <p:nvPr/>
            </p:nvSpPr>
            <p:spPr>
              <a:xfrm>
                <a:off x="2855306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430" y="914400"/>
                    </a:lnTo>
                    <a:lnTo>
                      <a:pt x="905677" y="914105"/>
                    </a:lnTo>
                    <a:lnTo>
                      <a:pt x="910721" y="908746"/>
                    </a:lnTo>
                    <a:lnTo>
                      <a:pt x="914400" y="905300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h2809"/>
              <p:cNvSpPr/>
              <p:nvPr/>
            </p:nvSpPr>
            <p:spPr>
              <a:xfrm>
                <a:off x="2864568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300"/>
                    </a:lnTo>
                    <a:lnTo>
                      <a:pt x="906646" y="903885"/>
                    </a:lnTo>
                    <a:lnTo>
                      <a:pt x="911964" y="899536"/>
                    </a:lnTo>
                    <a:lnTo>
                      <a:pt x="912357" y="899236"/>
                    </a:lnTo>
                    <a:lnTo>
                      <a:pt x="912754" y="898934"/>
                    </a:lnTo>
                    <a:lnTo>
                      <a:pt x="913151" y="898632"/>
                    </a:lnTo>
                    <a:lnTo>
                      <a:pt x="913548" y="898330"/>
                    </a:lnTo>
                    <a:lnTo>
                      <a:pt x="913945" y="898029"/>
                    </a:lnTo>
                    <a:lnTo>
                      <a:pt x="914400" y="897683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h2810"/>
              <p:cNvSpPr/>
              <p:nvPr/>
            </p:nvSpPr>
            <p:spPr>
              <a:xfrm>
                <a:off x="2873830" y="22055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921"/>
                    </a:lnTo>
                    <a:lnTo>
                      <a:pt x="905477" y="914663"/>
                    </a:lnTo>
                    <a:lnTo>
                      <a:pt x="905824" y="914400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h2811"/>
              <p:cNvSpPr/>
              <p:nvPr/>
            </p:nvSpPr>
            <p:spPr>
              <a:xfrm>
                <a:off x="28738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h2812"/>
              <p:cNvSpPr/>
              <p:nvPr/>
            </p:nvSpPr>
            <p:spPr>
              <a:xfrm>
                <a:off x="28830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h2813"/>
              <p:cNvSpPr/>
              <p:nvPr/>
            </p:nvSpPr>
            <p:spPr>
              <a:xfrm>
                <a:off x="28923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h2814"/>
              <p:cNvSpPr/>
              <p:nvPr/>
            </p:nvSpPr>
            <p:spPr>
              <a:xfrm>
                <a:off x="29016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h2815"/>
              <p:cNvSpPr/>
              <p:nvPr/>
            </p:nvSpPr>
            <p:spPr>
              <a:xfrm>
                <a:off x="29108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h2816"/>
              <p:cNvSpPr/>
              <p:nvPr/>
            </p:nvSpPr>
            <p:spPr>
              <a:xfrm>
                <a:off x="29201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h2817"/>
              <p:cNvSpPr/>
              <p:nvPr/>
            </p:nvSpPr>
            <p:spPr>
              <a:xfrm>
                <a:off x="29294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h2818"/>
              <p:cNvSpPr/>
              <p:nvPr/>
            </p:nvSpPr>
            <p:spPr>
              <a:xfrm>
                <a:off x="29386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h2819"/>
              <p:cNvSpPr/>
              <p:nvPr/>
            </p:nvSpPr>
            <p:spPr>
              <a:xfrm>
                <a:off x="29479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h2820"/>
              <p:cNvSpPr/>
              <p:nvPr/>
            </p:nvSpPr>
            <p:spPr>
              <a:xfrm>
                <a:off x="29571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h2821"/>
              <p:cNvSpPr/>
              <p:nvPr/>
            </p:nvSpPr>
            <p:spPr>
              <a:xfrm>
                <a:off x="29664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h2822"/>
              <p:cNvSpPr/>
              <p:nvPr/>
            </p:nvSpPr>
            <p:spPr>
              <a:xfrm>
                <a:off x="29757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h2823"/>
              <p:cNvSpPr/>
              <p:nvPr/>
            </p:nvSpPr>
            <p:spPr>
              <a:xfrm>
                <a:off x="29849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h2824"/>
              <p:cNvSpPr/>
              <p:nvPr/>
            </p:nvSpPr>
            <p:spPr>
              <a:xfrm>
                <a:off x="29942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h2825"/>
              <p:cNvSpPr/>
              <p:nvPr/>
            </p:nvSpPr>
            <p:spPr>
              <a:xfrm>
                <a:off x="30035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h2826"/>
              <p:cNvSpPr/>
              <p:nvPr/>
            </p:nvSpPr>
            <p:spPr>
              <a:xfrm>
                <a:off x="30127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h2827"/>
              <p:cNvSpPr/>
              <p:nvPr/>
            </p:nvSpPr>
            <p:spPr>
              <a:xfrm>
                <a:off x="30220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h2828"/>
              <p:cNvSpPr/>
              <p:nvPr/>
            </p:nvSpPr>
            <p:spPr>
              <a:xfrm>
                <a:off x="30312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h2829"/>
              <p:cNvSpPr/>
              <p:nvPr/>
            </p:nvSpPr>
            <p:spPr>
              <a:xfrm>
                <a:off x="30405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h2830"/>
              <p:cNvSpPr/>
              <p:nvPr/>
            </p:nvSpPr>
            <p:spPr>
              <a:xfrm>
                <a:off x="30498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h2831"/>
              <p:cNvSpPr/>
              <p:nvPr/>
            </p:nvSpPr>
            <p:spPr>
              <a:xfrm>
                <a:off x="30590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h2832"/>
              <p:cNvSpPr/>
              <p:nvPr/>
            </p:nvSpPr>
            <p:spPr>
              <a:xfrm>
                <a:off x="30683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h2833"/>
              <p:cNvSpPr/>
              <p:nvPr/>
            </p:nvSpPr>
            <p:spPr>
              <a:xfrm>
                <a:off x="30775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h2834"/>
              <p:cNvSpPr/>
              <p:nvPr/>
            </p:nvSpPr>
            <p:spPr>
              <a:xfrm>
                <a:off x="308686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h2835"/>
              <p:cNvSpPr/>
              <p:nvPr/>
            </p:nvSpPr>
            <p:spPr>
              <a:xfrm>
                <a:off x="309612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h2836"/>
              <p:cNvSpPr/>
              <p:nvPr/>
            </p:nvSpPr>
            <p:spPr>
              <a:xfrm>
                <a:off x="310538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h2837"/>
              <p:cNvSpPr/>
              <p:nvPr/>
            </p:nvSpPr>
            <p:spPr>
              <a:xfrm>
                <a:off x="311464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153">
                  <a:alpha val="100000"/>
                </a:srgbClr>
              </a:solidFill>
              <a:ln w="5420" cap="flat">
                <a:solidFill>
                  <a:srgbClr val="39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h2838"/>
              <p:cNvSpPr/>
              <p:nvPr/>
            </p:nvSpPr>
            <p:spPr>
              <a:xfrm>
                <a:off x="312391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h2839"/>
              <p:cNvSpPr/>
              <p:nvPr/>
            </p:nvSpPr>
            <p:spPr>
              <a:xfrm>
                <a:off x="313317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h2840"/>
              <p:cNvSpPr/>
              <p:nvPr/>
            </p:nvSpPr>
            <p:spPr>
              <a:xfrm>
                <a:off x="314243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h2841"/>
              <p:cNvSpPr/>
              <p:nvPr/>
            </p:nvSpPr>
            <p:spPr>
              <a:xfrm>
                <a:off x="315169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h2842"/>
              <p:cNvSpPr/>
              <p:nvPr/>
            </p:nvSpPr>
            <p:spPr>
              <a:xfrm>
                <a:off x="316095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h2843"/>
              <p:cNvSpPr/>
              <p:nvPr/>
            </p:nvSpPr>
            <p:spPr>
              <a:xfrm>
                <a:off x="317022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h2844"/>
              <p:cNvSpPr/>
              <p:nvPr/>
            </p:nvSpPr>
            <p:spPr>
              <a:xfrm>
                <a:off x="317948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h2845"/>
              <p:cNvSpPr/>
              <p:nvPr/>
            </p:nvSpPr>
            <p:spPr>
              <a:xfrm>
                <a:off x="318874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h2846"/>
              <p:cNvSpPr/>
              <p:nvPr/>
            </p:nvSpPr>
            <p:spPr>
              <a:xfrm>
                <a:off x="319800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h2847"/>
              <p:cNvSpPr/>
              <p:nvPr/>
            </p:nvSpPr>
            <p:spPr>
              <a:xfrm>
                <a:off x="32072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h2848"/>
              <p:cNvSpPr/>
              <p:nvPr/>
            </p:nvSpPr>
            <p:spPr>
              <a:xfrm>
                <a:off x="32165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h2849"/>
              <p:cNvSpPr/>
              <p:nvPr/>
            </p:nvSpPr>
            <p:spPr>
              <a:xfrm>
                <a:off x="322579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h2850"/>
              <p:cNvSpPr/>
              <p:nvPr/>
            </p:nvSpPr>
            <p:spPr>
              <a:xfrm>
                <a:off x="32350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h2851"/>
              <p:cNvSpPr/>
              <p:nvPr/>
            </p:nvSpPr>
            <p:spPr>
              <a:xfrm>
                <a:off x="32443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h2852"/>
              <p:cNvSpPr/>
              <p:nvPr/>
            </p:nvSpPr>
            <p:spPr>
              <a:xfrm>
                <a:off x="32535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h2853"/>
              <p:cNvSpPr/>
              <p:nvPr/>
            </p:nvSpPr>
            <p:spPr>
              <a:xfrm>
                <a:off x="32628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h2854"/>
              <p:cNvSpPr/>
              <p:nvPr/>
            </p:nvSpPr>
            <p:spPr>
              <a:xfrm>
                <a:off x="327210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h2855"/>
              <p:cNvSpPr/>
              <p:nvPr/>
            </p:nvSpPr>
            <p:spPr>
              <a:xfrm>
                <a:off x="32813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h2856"/>
              <p:cNvSpPr/>
              <p:nvPr/>
            </p:nvSpPr>
            <p:spPr>
              <a:xfrm>
                <a:off x="32906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h2857"/>
              <p:cNvSpPr/>
              <p:nvPr/>
            </p:nvSpPr>
            <p:spPr>
              <a:xfrm>
                <a:off x="32998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h2858"/>
              <p:cNvSpPr/>
              <p:nvPr/>
            </p:nvSpPr>
            <p:spPr>
              <a:xfrm>
                <a:off x="33091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h2859"/>
              <p:cNvSpPr/>
              <p:nvPr/>
            </p:nvSpPr>
            <p:spPr>
              <a:xfrm>
                <a:off x="3318417" y="22227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497"/>
                    </a:lnTo>
                    <a:lnTo>
                      <a:pt x="923263" y="908259"/>
                    </a:lnTo>
                    <a:lnTo>
                      <a:pt x="922693" y="910776"/>
                    </a:lnTo>
                    <a:lnTo>
                      <a:pt x="922123" y="913294"/>
                    </a:lnTo>
                    <a:lnTo>
                      <a:pt x="921873" y="914400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h2860"/>
              <p:cNvSpPr/>
              <p:nvPr/>
            </p:nvSpPr>
            <p:spPr>
              <a:xfrm>
                <a:off x="3327679" y="2205548"/>
                <a:ext cx="916792" cy="923736"/>
              </a:xfrm>
              <a:custGeom>
                <a:avLst/>
                <a:gdLst/>
                <a:ahLst/>
                <a:cxnLst/>
                <a:rect l="0" t="0" r="0" b="0"/>
                <a:pathLst>
                  <a:path w="916792" h="923736">
                    <a:moveTo>
                      <a:pt x="914400" y="914400"/>
                    </a:moveTo>
                    <a:lnTo>
                      <a:pt x="916792" y="914400"/>
                    </a:lnTo>
                    <a:lnTo>
                      <a:pt x="916667" y="914867"/>
                    </a:lnTo>
                    <a:lnTo>
                      <a:pt x="915863" y="917877"/>
                    </a:lnTo>
                    <a:lnTo>
                      <a:pt x="915060" y="920887"/>
                    </a:lnTo>
                    <a:lnTo>
                      <a:pt x="914963" y="921250"/>
                    </a:lnTo>
                    <a:lnTo>
                      <a:pt x="914571" y="922980"/>
                    </a:lnTo>
                    <a:lnTo>
                      <a:pt x="914400" y="923736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h2861"/>
              <p:cNvSpPr/>
              <p:nvPr/>
            </p:nvSpPr>
            <p:spPr>
              <a:xfrm>
                <a:off x="2364408" y="2188310"/>
                <a:ext cx="914399" cy="92565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659">
                    <a:moveTo>
                      <a:pt x="914399" y="914400"/>
                    </a:moveTo>
                    <a:lnTo>
                      <a:pt x="914399" y="925659"/>
                    </a:lnTo>
                    <a:lnTo>
                      <a:pt x="914187" y="925190"/>
                    </a:lnTo>
                    <a:lnTo>
                      <a:pt x="913416" y="923487"/>
                    </a:lnTo>
                    <a:lnTo>
                      <a:pt x="912644" y="921784"/>
                    </a:lnTo>
                    <a:lnTo>
                      <a:pt x="911872" y="920081"/>
                    </a:lnTo>
                    <a:lnTo>
                      <a:pt x="911100" y="918378"/>
                    </a:lnTo>
                    <a:lnTo>
                      <a:pt x="910328" y="916675"/>
                    </a:lnTo>
                    <a:lnTo>
                      <a:pt x="909555" y="914972"/>
                    </a:lnTo>
                    <a:lnTo>
                      <a:pt x="909296" y="91440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h2862"/>
              <p:cNvSpPr/>
              <p:nvPr/>
            </p:nvSpPr>
            <p:spPr>
              <a:xfrm>
                <a:off x="23644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6500" y="930300"/>
                    </a:lnTo>
                    <a:lnTo>
                      <a:pt x="915729" y="928597"/>
                    </a:lnTo>
                    <a:lnTo>
                      <a:pt x="914958" y="926893"/>
                    </a:lnTo>
                    <a:lnTo>
                      <a:pt x="914399" y="92565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h2863"/>
              <p:cNvSpPr/>
              <p:nvPr/>
            </p:nvSpPr>
            <p:spPr>
              <a:xfrm>
                <a:off x="23736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h2864"/>
              <p:cNvSpPr/>
              <p:nvPr/>
            </p:nvSpPr>
            <p:spPr>
              <a:xfrm>
                <a:off x="23829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h2865"/>
              <p:cNvSpPr/>
              <p:nvPr/>
            </p:nvSpPr>
            <p:spPr>
              <a:xfrm>
                <a:off x="239219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h2866"/>
              <p:cNvSpPr/>
              <p:nvPr/>
            </p:nvSpPr>
            <p:spPr>
              <a:xfrm>
                <a:off x="24014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h2867"/>
              <p:cNvSpPr/>
              <p:nvPr/>
            </p:nvSpPr>
            <p:spPr>
              <a:xfrm>
                <a:off x="24107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h2868"/>
              <p:cNvSpPr/>
              <p:nvPr/>
            </p:nvSpPr>
            <p:spPr>
              <a:xfrm>
                <a:off x="24199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h2869"/>
              <p:cNvSpPr/>
              <p:nvPr/>
            </p:nvSpPr>
            <p:spPr>
              <a:xfrm>
                <a:off x="24292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h2870"/>
              <p:cNvSpPr/>
              <p:nvPr/>
            </p:nvSpPr>
            <p:spPr>
              <a:xfrm>
                <a:off x="243850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h2871"/>
              <p:cNvSpPr/>
              <p:nvPr/>
            </p:nvSpPr>
            <p:spPr>
              <a:xfrm>
                <a:off x="24477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h2872"/>
              <p:cNvSpPr/>
              <p:nvPr/>
            </p:nvSpPr>
            <p:spPr>
              <a:xfrm>
                <a:off x="24570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h2873"/>
              <p:cNvSpPr/>
              <p:nvPr/>
            </p:nvSpPr>
            <p:spPr>
              <a:xfrm>
                <a:off x="24662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h2874"/>
              <p:cNvSpPr/>
              <p:nvPr/>
            </p:nvSpPr>
            <p:spPr>
              <a:xfrm>
                <a:off x="247555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h2875"/>
              <p:cNvSpPr/>
              <p:nvPr/>
            </p:nvSpPr>
            <p:spPr>
              <a:xfrm>
                <a:off x="24848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h2876"/>
              <p:cNvSpPr/>
              <p:nvPr/>
            </p:nvSpPr>
            <p:spPr>
              <a:xfrm>
                <a:off x="24940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h2877"/>
              <p:cNvSpPr/>
              <p:nvPr/>
            </p:nvSpPr>
            <p:spPr>
              <a:xfrm>
                <a:off x="25033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h2878"/>
              <p:cNvSpPr/>
              <p:nvPr/>
            </p:nvSpPr>
            <p:spPr>
              <a:xfrm>
                <a:off x="25126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h2879"/>
              <p:cNvSpPr/>
              <p:nvPr/>
            </p:nvSpPr>
            <p:spPr>
              <a:xfrm>
                <a:off x="25218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h2880"/>
              <p:cNvSpPr/>
              <p:nvPr/>
            </p:nvSpPr>
            <p:spPr>
              <a:xfrm>
                <a:off x="25311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h2881"/>
              <p:cNvSpPr/>
              <p:nvPr/>
            </p:nvSpPr>
            <p:spPr>
              <a:xfrm>
                <a:off x="25403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h2882"/>
              <p:cNvSpPr/>
              <p:nvPr/>
            </p:nvSpPr>
            <p:spPr>
              <a:xfrm>
                <a:off x="25496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h2883"/>
              <p:cNvSpPr/>
              <p:nvPr/>
            </p:nvSpPr>
            <p:spPr>
              <a:xfrm>
                <a:off x="25589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h2884"/>
              <p:cNvSpPr/>
              <p:nvPr/>
            </p:nvSpPr>
            <p:spPr>
              <a:xfrm>
                <a:off x="25681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h2885"/>
              <p:cNvSpPr/>
              <p:nvPr/>
            </p:nvSpPr>
            <p:spPr>
              <a:xfrm>
                <a:off x="25774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h2886"/>
              <p:cNvSpPr/>
              <p:nvPr/>
            </p:nvSpPr>
            <p:spPr>
              <a:xfrm>
                <a:off x="25867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h2887"/>
              <p:cNvSpPr/>
              <p:nvPr/>
            </p:nvSpPr>
            <p:spPr>
              <a:xfrm>
                <a:off x="25959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h2888"/>
              <p:cNvSpPr/>
              <p:nvPr/>
            </p:nvSpPr>
            <p:spPr>
              <a:xfrm>
                <a:off x="26052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h2889"/>
              <p:cNvSpPr/>
              <p:nvPr/>
            </p:nvSpPr>
            <p:spPr>
              <a:xfrm>
                <a:off x="26144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h2890"/>
              <p:cNvSpPr/>
              <p:nvPr/>
            </p:nvSpPr>
            <p:spPr>
              <a:xfrm>
                <a:off x="26237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h2891"/>
              <p:cNvSpPr/>
              <p:nvPr/>
            </p:nvSpPr>
            <p:spPr>
              <a:xfrm>
                <a:off x="26330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h2892"/>
              <p:cNvSpPr/>
              <p:nvPr/>
            </p:nvSpPr>
            <p:spPr>
              <a:xfrm>
                <a:off x="26422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h2893"/>
              <p:cNvSpPr/>
              <p:nvPr/>
            </p:nvSpPr>
            <p:spPr>
              <a:xfrm>
                <a:off x="26515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h2894"/>
              <p:cNvSpPr/>
              <p:nvPr/>
            </p:nvSpPr>
            <p:spPr>
              <a:xfrm>
                <a:off x="26607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h2895"/>
              <p:cNvSpPr/>
              <p:nvPr/>
            </p:nvSpPr>
            <p:spPr>
              <a:xfrm>
                <a:off x="2670061" y="2205548"/>
                <a:ext cx="9220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5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03" y="897161"/>
                    </a:lnTo>
                    <a:lnTo>
                      <a:pt x="918932" y="897316"/>
                    </a:lnTo>
                    <a:lnTo>
                      <a:pt x="919037" y="897871"/>
                    </a:lnTo>
                    <a:lnTo>
                      <a:pt x="919142" y="898427"/>
                    </a:lnTo>
                    <a:lnTo>
                      <a:pt x="919246" y="898982"/>
                    </a:lnTo>
                    <a:lnTo>
                      <a:pt x="919351" y="899538"/>
                    </a:lnTo>
                    <a:lnTo>
                      <a:pt x="919455" y="900093"/>
                    </a:lnTo>
                    <a:lnTo>
                      <a:pt x="919560" y="900649"/>
                    </a:lnTo>
                    <a:lnTo>
                      <a:pt x="919664" y="901204"/>
                    </a:lnTo>
                    <a:lnTo>
                      <a:pt x="919769" y="901760"/>
                    </a:lnTo>
                    <a:lnTo>
                      <a:pt x="919874" y="902316"/>
                    </a:lnTo>
                    <a:lnTo>
                      <a:pt x="919978" y="902871"/>
                    </a:lnTo>
                    <a:lnTo>
                      <a:pt x="920083" y="903427"/>
                    </a:lnTo>
                    <a:lnTo>
                      <a:pt x="920187" y="903982"/>
                    </a:lnTo>
                    <a:lnTo>
                      <a:pt x="920292" y="904538"/>
                    </a:lnTo>
                    <a:lnTo>
                      <a:pt x="920396" y="905093"/>
                    </a:lnTo>
                    <a:lnTo>
                      <a:pt x="920501" y="905649"/>
                    </a:lnTo>
                    <a:lnTo>
                      <a:pt x="920605" y="906204"/>
                    </a:lnTo>
                    <a:lnTo>
                      <a:pt x="920710" y="906760"/>
                    </a:lnTo>
                    <a:lnTo>
                      <a:pt x="920814" y="907315"/>
                    </a:lnTo>
                    <a:lnTo>
                      <a:pt x="920918" y="907871"/>
                    </a:lnTo>
                    <a:lnTo>
                      <a:pt x="921023" y="908426"/>
                    </a:lnTo>
                    <a:lnTo>
                      <a:pt x="922051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h2896"/>
              <p:cNvSpPr/>
              <p:nvPr/>
            </p:nvSpPr>
            <p:spPr>
              <a:xfrm>
                <a:off x="2873830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874" y="914361"/>
                    </a:lnTo>
                    <a:lnTo>
                      <a:pt x="906271" y="914060"/>
                    </a:lnTo>
                    <a:lnTo>
                      <a:pt x="906668" y="913758"/>
                    </a:lnTo>
                    <a:lnTo>
                      <a:pt x="907065" y="913456"/>
                    </a:lnTo>
                    <a:lnTo>
                      <a:pt x="907462" y="913154"/>
                    </a:lnTo>
                    <a:lnTo>
                      <a:pt x="907859" y="912852"/>
                    </a:lnTo>
                    <a:lnTo>
                      <a:pt x="908256" y="912551"/>
                    </a:lnTo>
                    <a:lnTo>
                      <a:pt x="908653" y="912249"/>
                    </a:lnTo>
                    <a:lnTo>
                      <a:pt x="909051" y="911947"/>
                    </a:lnTo>
                    <a:lnTo>
                      <a:pt x="909448" y="911646"/>
                    </a:lnTo>
                    <a:lnTo>
                      <a:pt x="909845" y="911344"/>
                    </a:lnTo>
                    <a:lnTo>
                      <a:pt x="910242" y="911042"/>
                    </a:lnTo>
                    <a:lnTo>
                      <a:pt x="910639" y="910740"/>
                    </a:lnTo>
                    <a:lnTo>
                      <a:pt x="911037" y="910439"/>
                    </a:lnTo>
                    <a:lnTo>
                      <a:pt x="911434" y="910137"/>
                    </a:lnTo>
                    <a:lnTo>
                      <a:pt x="911831" y="909836"/>
                    </a:lnTo>
                    <a:lnTo>
                      <a:pt x="912229" y="909534"/>
                    </a:lnTo>
                    <a:lnTo>
                      <a:pt x="912626" y="909232"/>
                    </a:lnTo>
                    <a:lnTo>
                      <a:pt x="913023" y="908931"/>
                    </a:lnTo>
                    <a:lnTo>
                      <a:pt x="913421" y="908629"/>
                    </a:lnTo>
                    <a:lnTo>
                      <a:pt x="913818" y="908327"/>
                    </a:lnTo>
                    <a:lnTo>
                      <a:pt x="914215" y="908026"/>
                    </a:lnTo>
                    <a:lnTo>
                      <a:pt x="914400" y="907886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h2897"/>
              <p:cNvSpPr/>
              <p:nvPr/>
            </p:nvSpPr>
            <p:spPr>
              <a:xfrm>
                <a:off x="2883092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886"/>
                    </a:lnTo>
                    <a:lnTo>
                      <a:pt x="905351" y="907724"/>
                    </a:lnTo>
                    <a:lnTo>
                      <a:pt x="905748" y="907423"/>
                    </a:lnTo>
                    <a:lnTo>
                      <a:pt x="906145" y="907121"/>
                    </a:lnTo>
                    <a:lnTo>
                      <a:pt x="911308" y="903480"/>
                    </a:lnTo>
                    <a:lnTo>
                      <a:pt x="914400" y="901621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h2898"/>
              <p:cNvSpPr/>
              <p:nvPr/>
            </p:nvSpPr>
            <p:spPr>
              <a:xfrm>
                <a:off x="2892354" y="21883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59"/>
                    </a:lnTo>
                    <a:lnTo>
                      <a:pt x="907298" y="917560"/>
                    </a:lnTo>
                    <a:lnTo>
                      <a:pt x="912629" y="914890"/>
                    </a:lnTo>
                    <a:lnTo>
                      <a:pt x="913846" y="914400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h2899"/>
              <p:cNvSpPr/>
              <p:nvPr/>
            </p:nvSpPr>
            <p:spPr>
              <a:xfrm>
                <a:off x="28923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h2900"/>
              <p:cNvSpPr/>
              <p:nvPr/>
            </p:nvSpPr>
            <p:spPr>
              <a:xfrm>
                <a:off x="29016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h2901"/>
              <p:cNvSpPr/>
              <p:nvPr/>
            </p:nvSpPr>
            <p:spPr>
              <a:xfrm>
                <a:off x="29108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h2902"/>
              <p:cNvSpPr/>
              <p:nvPr/>
            </p:nvSpPr>
            <p:spPr>
              <a:xfrm>
                <a:off x="29201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h2903"/>
              <p:cNvSpPr/>
              <p:nvPr/>
            </p:nvSpPr>
            <p:spPr>
              <a:xfrm>
                <a:off x="29294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h2904"/>
              <p:cNvSpPr/>
              <p:nvPr/>
            </p:nvSpPr>
            <p:spPr>
              <a:xfrm>
                <a:off x="29386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h2905"/>
              <p:cNvSpPr/>
              <p:nvPr/>
            </p:nvSpPr>
            <p:spPr>
              <a:xfrm>
                <a:off x="29479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h2906"/>
              <p:cNvSpPr/>
              <p:nvPr/>
            </p:nvSpPr>
            <p:spPr>
              <a:xfrm>
                <a:off x="29571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h2907"/>
              <p:cNvSpPr/>
              <p:nvPr/>
            </p:nvSpPr>
            <p:spPr>
              <a:xfrm>
                <a:off x="29664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h2908"/>
              <p:cNvSpPr/>
              <p:nvPr/>
            </p:nvSpPr>
            <p:spPr>
              <a:xfrm>
                <a:off x="29757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h2909"/>
              <p:cNvSpPr/>
              <p:nvPr/>
            </p:nvSpPr>
            <p:spPr>
              <a:xfrm>
                <a:off x="29849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h2910"/>
              <p:cNvSpPr/>
              <p:nvPr/>
            </p:nvSpPr>
            <p:spPr>
              <a:xfrm>
                <a:off x="29942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h2911"/>
              <p:cNvSpPr/>
              <p:nvPr/>
            </p:nvSpPr>
            <p:spPr>
              <a:xfrm>
                <a:off x="30035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h2912"/>
              <p:cNvSpPr/>
              <p:nvPr/>
            </p:nvSpPr>
            <p:spPr>
              <a:xfrm>
                <a:off x="30127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h2913"/>
              <p:cNvSpPr/>
              <p:nvPr/>
            </p:nvSpPr>
            <p:spPr>
              <a:xfrm>
                <a:off x="30220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h2914"/>
              <p:cNvSpPr/>
              <p:nvPr/>
            </p:nvSpPr>
            <p:spPr>
              <a:xfrm>
                <a:off x="30312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h2915"/>
              <p:cNvSpPr/>
              <p:nvPr/>
            </p:nvSpPr>
            <p:spPr>
              <a:xfrm>
                <a:off x="30405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h2916"/>
              <p:cNvSpPr/>
              <p:nvPr/>
            </p:nvSpPr>
            <p:spPr>
              <a:xfrm>
                <a:off x="30498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h2917"/>
              <p:cNvSpPr/>
              <p:nvPr/>
            </p:nvSpPr>
            <p:spPr>
              <a:xfrm>
                <a:off x="30590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h2918"/>
              <p:cNvSpPr/>
              <p:nvPr/>
            </p:nvSpPr>
            <p:spPr>
              <a:xfrm>
                <a:off x="30683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h2919"/>
              <p:cNvSpPr/>
              <p:nvPr/>
            </p:nvSpPr>
            <p:spPr>
              <a:xfrm>
                <a:off x="30775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h2920"/>
              <p:cNvSpPr/>
              <p:nvPr/>
            </p:nvSpPr>
            <p:spPr>
              <a:xfrm>
                <a:off x="308686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h2921"/>
              <p:cNvSpPr/>
              <p:nvPr/>
            </p:nvSpPr>
            <p:spPr>
              <a:xfrm>
                <a:off x="309612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h2922"/>
              <p:cNvSpPr/>
              <p:nvPr/>
            </p:nvSpPr>
            <p:spPr>
              <a:xfrm>
                <a:off x="310538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h2923"/>
              <p:cNvSpPr/>
              <p:nvPr/>
            </p:nvSpPr>
            <p:spPr>
              <a:xfrm>
                <a:off x="311464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h2924"/>
              <p:cNvSpPr/>
              <p:nvPr/>
            </p:nvSpPr>
            <p:spPr>
              <a:xfrm>
                <a:off x="312391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h2925"/>
              <p:cNvSpPr/>
              <p:nvPr/>
            </p:nvSpPr>
            <p:spPr>
              <a:xfrm>
                <a:off x="313317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h2926"/>
              <p:cNvSpPr/>
              <p:nvPr/>
            </p:nvSpPr>
            <p:spPr>
              <a:xfrm>
                <a:off x="314243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h2927"/>
              <p:cNvSpPr/>
              <p:nvPr/>
            </p:nvSpPr>
            <p:spPr>
              <a:xfrm>
                <a:off x="315169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h2928"/>
              <p:cNvSpPr/>
              <p:nvPr/>
            </p:nvSpPr>
            <p:spPr>
              <a:xfrm>
                <a:off x="316095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h2929"/>
              <p:cNvSpPr/>
              <p:nvPr/>
            </p:nvSpPr>
            <p:spPr>
              <a:xfrm>
                <a:off x="317022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h2930"/>
              <p:cNvSpPr/>
              <p:nvPr/>
            </p:nvSpPr>
            <p:spPr>
              <a:xfrm>
                <a:off x="317948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h2931"/>
              <p:cNvSpPr/>
              <p:nvPr/>
            </p:nvSpPr>
            <p:spPr>
              <a:xfrm>
                <a:off x="318874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h2932"/>
              <p:cNvSpPr/>
              <p:nvPr/>
            </p:nvSpPr>
            <p:spPr>
              <a:xfrm>
                <a:off x="31980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h2933"/>
              <p:cNvSpPr/>
              <p:nvPr/>
            </p:nvSpPr>
            <p:spPr>
              <a:xfrm>
                <a:off x="32072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h2934"/>
              <p:cNvSpPr/>
              <p:nvPr/>
            </p:nvSpPr>
            <p:spPr>
              <a:xfrm>
                <a:off x="32165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h2935"/>
              <p:cNvSpPr/>
              <p:nvPr/>
            </p:nvSpPr>
            <p:spPr>
              <a:xfrm>
                <a:off x="322579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h2936"/>
              <p:cNvSpPr/>
              <p:nvPr/>
            </p:nvSpPr>
            <p:spPr>
              <a:xfrm>
                <a:off x="32350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h2937"/>
              <p:cNvSpPr/>
              <p:nvPr/>
            </p:nvSpPr>
            <p:spPr>
              <a:xfrm>
                <a:off x="32443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h2938"/>
              <p:cNvSpPr/>
              <p:nvPr/>
            </p:nvSpPr>
            <p:spPr>
              <a:xfrm>
                <a:off x="32535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h2939"/>
              <p:cNvSpPr/>
              <p:nvPr/>
            </p:nvSpPr>
            <p:spPr>
              <a:xfrm>
                <a:off x="32628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h2940"/>
              <p:cNvSpPr/>
              <p:nvPr/>
            </p:nvSpPr>
            <p:spPr>
              <a:xfrm>
                <a:off x="327210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h2941"/>
              <p:cNvSpPr/>
              <p:nvPr/>
            </p:nvSpPr>
            <p:spPr>
              <a:xfrm>
                <a:off x="32813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153">
                  <a:alpha val="100000"/>
                </a:srgbClr>
              </a:solidFill>
              <a:ln w="5420" cap="flat">
                <a:solidFill>
                  <a:srgbClr val="39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h2942"/>
              <p:cNvSpPr/>
              <p:nvPr/>
            </p:nvSpPr>
            <p:spPr>
              <a:xfrm>
                <a:off x="32906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h2943"/>
              <p:cNvSpPr/>
              <p:nvPr/>
            </p:nvSpPr>
            <p:spPr>
              <a:xfrm>
                <a:off x="32998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h2944"/>
              <p:cNvSpPr/>
              <p:nvPr/>
            </p:nvSpPr>
            <p:spPr>
              <a:xfrm>
                <a:off x="33091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h2945"/>
              <p:cNvSpPr/>
              <p:nvPr/>
            </p:nvSpPr>
            <p:spPr>
              <a:xfrm>
                <a:off x="33184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h2946"/>
              <p:cNvSpPr/>
              <p:nvPr/>
            </p:nvSpPr>
            <p:spPr>
              <a:xfrm>
                <a:off x="3327679" y="2205548"/>
                <a:ext cx="9214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03" y="897161"/>
                    </a:lnTo>
                    <a:lnTo>
                      <a:pt x="920691" y="899818"/>
                    </a:lnTo>
                    <a:lnTo>
                      <a:pt x="919886" y="902828"/>
                    </a:lnTo>
                    <a:lnTo>
                      <a:pt x="919080" y="905838"/>
                    </a:lnTo>
                    <a:lnTo>
                      <a:pt x="918275" y="908847"/>
                    </a:lnTo>
                    <a:lnTo>
                      <a:pt x="917471" y="911857"/>
                    </a:lnTo>
                    <a:lnTo>
                      <a:pt x="916792" y="914400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h2947"/>
              <p:cNvSpPr/>
              <p:nvPr/>
            </p:nvSpPr>
            <p:spPr>
              <a:xfrm>
                <a:off x="2355146" y="2171071"/>
                <a:ext cx="914400" cy="9224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81">
                    <a:moveTo>
                      <a:pt x="914400" y="914400"/>
                    </a:moveTo>
                    <a:lnTo>
                      <a:pt x="914400" y="922481"/>
                    </a:lnTo>
                    <a:lnTo>
                      <a:pt x="914178" y="921993"/>
                    </a:lnTo>
                    <a:lnTo>
                      <a:pt x="913404" y="920291"/>
                    </a:lnTo>
                    <a:lnTo>
                      <a:pt x="912630" y="918588"/>
                    </a:lnTo>
                    <a:lnTo>
                      <a:pt x="911856" y="916886"/>
                    </a:lnTo>
                    <a:lnTo>
                      <a:pt x="911081" y="915183"/>
                    </a:lnTo>
                    <a:lnTo>
                      <a:pt x="910724" y="914400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h2948"/>
              <p:cNvSpPr/>
              <p:nvPr/>
            </p:nvSpPr>
            <p:spPr>
              <a:xfrm>
                <a:off x="235514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58" y="931638"/>
                    </a:lnTo>
                    <a:lnTo>
                      <a:pt x="918045" y="930507"/>
                    </a:lnTo>
                    <a:lnTo>
                      <a:pt x="917272" y="928804"/>
                    </a:lnTo>
                    <a:lnTo>
                      <a:pt x="916499" y="927101"/>
                    </a:lnTo>
                    <a:lnTo>
                      <a:pt x="915725" y="925399"/>
                    </a:lnTo>
                    <a:lnTo>
                      <a:pt x="914952" y="923696"/>
                    </a:lnTo>
                    <a:lnTo>
                      <a:pt x="914400" y="922481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h2949"/>
              <p:cNvSpPr/>
              <p:nvPr/>
            </p:nvSpPr>
            <p:spPr>
              <a:xfrm>
                <a:off x="23644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h2950"/>
              <p:cNvSpPr/>
              <p:nvPr/>
            </p:nvSpPr>
            <p:spPr>
              <a:xfrm>
                <a:off x="23736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h2951"/>
              <p:cNvSpPr/>
              <p:nvPr/>
            </p:nvSpPr>
            <p:spPr>
              <a:xfrm>
                <a:off x="23829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h2952"/>
              <p:cNvSpPr/>
              <p:nvPr/>
            </p:nvSpPr>
            <p:spPr>
              <a:xfrm>
                <a:off x="239219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h2953"/>
              <p:cNvSpPr/>
              <p:nvPr/>
            </p:nvSpPr>
            <p:spPr>
              <a:xfrm>
                <a:off x="24014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h2954"/>
              <p:cNvSpPr/>
              <p:nvPr/>
            </p:nvSpPr>
            <p:spPr>
              <a:xfrm>
                <a:off x="24107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h2955"/>
              <p:cNvSpPr/>
              <p:nvPr/>
            </p:nvSpPr>
            <p:spPr>
              <a:xfrm>
                <a:off x="24199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h2956"/>
              <p:cNvSpPr/>
              <p:nvPr/>
            </p:nvSpPr>
            <p:spPr>
              <a:xfrm>
                <a:off x="24292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467">
                  <a:alpha val="100000"/>
                </a:srgbClr>
              </a:solidFill>
              <a:ln w="5420" cap="flat">
                <a:solidFill>
                  <a:srgbClr val="9E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h2957"/>
              <p:cNvSpPr/>
              <p:nvPr/>
            </p:nvSpPr>
            <p:spPr>
              <a:xfrm>
                <a:off x="243850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h2958"/>
              <p:cNvSpPr/>
              <p:nvPr/>
            </p:nvSpPr>
            <p:spPr>
              <a:xfrm>
                <a:off x="24477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h2959"/>
              <p:cNvSpPr/>
              <p:nvPr/>
            </p:nvSpPr>
            <p:spPr>
              <a:xfrm>
                <a:off x="24570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h2960"/>
              <p:cNvSpPr/>
              <p:nvPr/>
            </p:nvSpPr>
            <p:spPr>
              <a:xfrm>
                <a:off x="24662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h2961"/>
              <p:cNvSpPr/>
              <p:nvPr/>
            </p:nvSpPr>
            <p:spPr>
              <a:xfrm>
                <a:off x="247555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h2962"/>
              <p:cNvSpPr/>
              <p:nvPr/>
            </p:nvSpPr>
            <p:spPr>
              <a:xfrm>
                <a:off x="24848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h2963"/>
              <p:cNvSpPr/>
              <p:nvPr/>
            </p:nvSpPr>
            <p:spPr>
              <a:xfrm>
                <a:off x="249407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h2964"/>
              <p:cNvSpPr/>
              <p:nvPr/>
            </p:nvSpPr>
            <p:spPr>
              <a:xfrm>
                <a:off x="250334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h2965"/>
              <p:cNvSpPr/>
              <p:nvPr/>
            </p:nvSpPr>
            <p:spPr>
              <a:xfrm>
                <a:off x="251260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h2966"/>
              <p:cNvSpPr/>
              <p:nvPr/>
            </p:nvSpPr>
            <p:spPr>
              <a:xfrm>
                <a:off x="252186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h2967"/>
              <p:cNvSpPr/>
              <p:nvPr/>
            </p:nvSpPr>
            <p:spPr>
              <a:xfrm>
                <a:off x="253112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h2968"/>
              <p:cNvSpPr/>
              <p:nvPr/>
            </p:nvSpPr>
            <p:spPr>
              <a:xfrm>
                <a:off x="254039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h2969"/>
              <p:cNvSpPr/>
              <p:nvPr/>
            </p:nvSpPr>
            <p:spPr>
              <a:xfrm>
                <a:off x="254965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h2970"/>
              <p:cNvSpPr/>
              <p:nvPr/>
            </p:nvSpPr>
            <p:spPr>
              <a:xfrm>
                <a:off x="255891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h2971"/>
              <p:cNvSpPr/>
              <p:nvPr/>
            </p:nvSpPr>
            <p:spPr>
              <a:xfrm>
                <a:off x="256817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h2972"/>
              <p:cNvSpPr/>
              <p:nvPr/>
            </p:nvSpPr>
            <p:spPr>
              <a:xfrm>
                <a:off x="257743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h2973"/>
              <p:cNvSpPr/>
              <p:nvPr/>
            </p:nvSpPr>
            <p:spPr>
              <a:xfrm>
                <a:off x="258670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h2974"/>
              <p:cNvSpPr/>
              <p:nvPr/>
            </p:nvSpPr>
            <p:spPr>
              <a:xfrm>
                <a:off x="259596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h2975"/>
              <p:cNvSpPr/>
              <p:nvPr/>
            </p:nvSpPr>
            <p:spPr>
              <a:xfrm>
                <a:off x="260522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h2976"/>
              <p:cNvSpPr/>
              <p:nvPr/>
            </p:nvSpPr>
            <p:spPr>
              <a:xfrm>
                <a:off x="261448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h2977"/>
              <p:cNvSpPr/>
              <p:nvPr/>
            </p:nvSpPr>
            <p:spPr>
              <a:xfrm>
                <a:off x="262375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h2978"/>
              <p:cNvSpPr/>
              <p:nvPr/>
            </p:nvSpPr>
            <p:spPr>
              <a:xfrm>
                <a:off x="263301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h2979"/>
              <p:cNvSpPr/>
              <p:nvPr/>
            </p:nvSpPr>
            <p:spPr>
              <a:xfrm>
                <a:off x="264227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h2980"/>
              <p:cNvSpPr/>
              <p:nvPr/>
            </p:nvSpPr>
            <p:spPr>
              <a:xfrm>
                <a:off x="265153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h2981"/>
              <p:cNvSpPr/>
              <p:nvPr/>
            </p:nvSpPr>
            <p:spPr>
              <a:xfrm>
                <a:off x="26607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h2982"/>
              <p:cNvSpPr/>
              <p:nvPr/>
            </p:nvSpPr>
            <p:spPr>
              <a:xfrm>
                <a:off x="2670061" y="2188310"/>
                <a:ext cx="918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652" y="897161"/>
                    </a:lnTo>
                    <a:lnTo>
                      <a:pt x="915685" y="897333"/>
                    </a:lnTo>
                    <a:lnTo>
                      <a:pt x="915790" y="897889"/>
                    </a:lnTo>
                    <a:lnTo>
                      <a:pt x="915895" y="898444"/>
                    </a:lnTo>
                    <a:lnTo>
                      <a:pt x="916000" y="899000"/>
                    </a:lnTo>
                    <a:lnTo>
                      <a:pt x="916104" y="899555"/>
                    </a:lnTo>
                    <a:lnTo>
                      <a:pt x="916209" y="900111"/>
                    </a:lnTo>
                    <a:lnTo>
                      <a:pt x="916314" y="900666"/>
                    </a:lnTo>
                    <a:lnTo>
                      <a:pt x="916419" y="901222"/>
                    </a:lnTo>
                    <a:lnTo>
                      <a:pt x="916524" y="901777"/>
                    </a:lnTo>
                    <a:lnTo>
                      <a:pt x="916629" y="902333"/>
                    </a:lnTo>
                    <a:lnTo>
                      <a:pt x="916733" y="902888"/>
                    </a:lnTo>
                    <a:lnTo>
                      <a:pt x="916838" y="903444"/>
                    </a:lnTo>
                    <a:lnTo>
                      <a:pt x="916943" y="903999"/>
                    </a:lnTo>
                    <a:lnTo>
                      <a:pt x="917048" y="904555"/>
                    </a:lnTo>
                    <a:lnTo>
                      <a:pt x="917153" y="905110"/>
                    </a:lnTo>
                    <a:lnTo>
                      <a:pt x="917257" y="905666"/>
                    </a:lnTo>
                    <a:lnTo>
                      <a:pt x="917362" y="906222"/>
                    </a:lnTo>
                    <a:lnTo>
                      <a:pt x="917467" y="906777"/>
                    </a:lnTo>
                    <a:lnTo>
                      <a:pt x="917572" y="907333"/>
                    </a:lnTo>
                    <a:lnTo>
                      <a:pt x="917676" y="907888"/>
                    </a:lnTo>
                    <a:lnTo>
                      <a:pt x="917781" y="908444"/>
                    </a:lnTo>
                    <a:lnTo>
                      <a:pt x="917886" y="908999"/>
                    </a:lnTo>
                    <a:lnTo>
                      <a:pt x="917990" y="909555"/>
                    </a:lnTo>
                    <a:lnTo>
                      <a:pt x="918095" y="910110"/>
                    </a:lnTo>
                    <a:lnTo>
                      <a:pt x="918200" y="910666"/>
                    </a:lnTo>
                    <a:lnTo>
                      <a:pt x="918305" y="911221"/>
                    </a:lnTo>
                    <a:lnTo>
                      <a:pt x="918409" y="911777"/>
                    </a:lnTo>
                    <a:lnTo>
                      <a:pt x="918514" y="912332"/>
                    </a:lnTo>
                    <a:lnTo>
                      <a:pt x="918618" y="912888"/>
                    </a:lnTo>
                    <a:lnTo>
                      <a:pt x="918723" y="913443"/>
                    </a:lnTo>
                    <a:lnTo>
                      <a:pt x="918828" y="913999"/>
                    </a:lnTo>
                    <a:lnTo>
                      <a:pt x="918903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h2983"/>
              <p:cNvSpPr/>
              <p:nvPr/>
            </p:nvSpPr>
            <p:spPr>
              <a:xfrm>
                <a:off x="289235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46" y="914400"/>
                    </a:lnTo>
                    <a:lnTo>
                      <a:pt x="914400" y="914176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h2984"/>
              <p:cNvSpPr/>
              <p:nvPr/>
            </p:nvSpPr>
            <p:spPr>
              <a:xfrm>
                <a:off x="290161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76"/>
                    </a:lnTo>
                    <a:lnTo>
                      <a:pt x="908763" y="912716"/>
                    </a:lnTo>
                    <a:lnTo>
                      <a:pt x="914209" y="911043"/>
                    </a:lnTo>
                    <a:lnTo>
                      <a:pt x="914400" y="911002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h2985"/>
              <p:cNvSpPr/>
              <p:nvPr/>
            </p:nvSpPr>
            <p:spPr>
              <a:xfrm>
                <a:off x="291087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002"/>
                    </a:lnTo>
                    <a:lnTo>
                      <a:pt x="910432" y="909876"/>
                    </a:lnTo>
                    <a:lnTo>
                      <a:pt x="914400" y="909401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h2986"/>
              <p:cNvSpPr/>
              <p:nvPr/>
            </p:nvSpPr>
            <p:spPr>
              <a:xfrm>
                <a:off x="292014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01"/>
                    </a:lnTo>
                    <a:lnTo>
                      <a:pt x="906679" y="909217"/>
                    </a:lnTo>
                    <a:lnTo>
                      <a:pt x="907068" y="909188"/>
                    </a:lnTo>
                    <a:lnTo>
                      <a:pt x="907460" y="909159"/>
                    </a:lnTo>
                    <a:lnTo>
                      <a:pt x="907851" y="909131"/>
                    </a:lnTo>
                    <a:lnTo>
                      <a:pt x="908242" y="909102"/>
                    </a:lnTo>
                    <a:lnTo>
                      <a:pt x="908633" y="909074"/>
                    </a:lnTo>
                    <a:lnTo>
                      <a:pt x="909025" y="909045"/>
                    </a:lnTo>
                    <a:lnTo>
                      <a:pt x="909416" y="909016"/>
                    </a:lnTo>
                    <a:lnTo>
                      <a:pt x="909807" y="908988"/>
                    </a:lnTo>
                    <a:lnTo>
                      <a:pt x="910199" y="908959"/>
                    </a:lnTo>
                    <a:lnTo>
                      <a:pt x="910590" y="908931"/>
                    </a:lnTo>
                    <a:lnTo>
                      <a:pt x="910981" y="908902"/>
                    </a:lnTo>
                    <a:lnTo>
                      <a:pt x="911373" y="908874"/>
                    </a:lnTo>
                    <a:lnTo>
                      <a:pt x="911764" y="908845"/>
                    </a:lnTo>
                    <a:lnTo>
                      <a:pt x="912155" y="908816"/>
                    </a:lnTo>
                    <a:lnTo>
                      <a:pt x="912547" y="908788"/>
                    </a:lnTo>
                    <a:lnTo>
                      <a:pt x="912938" y="908759"/>
                    </a:lnTo>
                    <a:lnTo>
                      <a:pt x="913329" y="908731"/>
                    </a:lnTo>
                    <a:lnTo>
                      <a:pt x="913721" y="908703"/>
                    </a:lnTo>
                    <a:lnTo>
                      <a:pt x="914112" y="908674"/>
                    </a:lnTo>
                    <a:lnTo>
                      <a:pt x="914400" y="908653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h2987"/>
              <p:cNvSpPr/>
              <p:nvPr/>
            </p:nvSpPr>
            <p:spPr>
              <a:xfrm>
                <a:off x="292940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1" y="908646"/>
                    </a:lnTo>
                    <a:lnTo>
                      <a:pt x="905632" y="908617"/>
                    </a:lnTo>
                    <a:lnTo>
                      <a:pt x="906024" y="908589"/>
                    </a:lnTo>
                    <a:lnTo>
                      <a:pt x="906415" y="908560"/>
                    </a:lnTo>
                    <a:lnTo>
                      <a:pt x="906806" y="908532"/>
                    </a:lnTo>
                    <a:lnTo>
                      <a:pt x="907198" y="908504"/>
                    </a:lnTo>
                    <a:lnTo>
                      <a:pt x="907589" y="908475"/>
                    </a:lnTo>
                    <a:lnTo>
                      <a:pt x="907980" y="908447"/>
                    </a:lnTo>
                    <a:lnTo>
                      <a:pt x="908372" y="908419"/>
                    </a:lnTo>
                    <a:lnTo>
                      <a:pt x="908763" y="908390"/>
                    </a:lnTo>
                    <a:lnTo>
                      <a:pt x="909155" y="908362"/>
                    </a:lnTo>
                    <a:lnTo>
                      <a:pt x="909546" y="908334"/>
                    </a:lnTo>
                    <a:lnTo>
                      <a:pt x="909937" y="908305"/>
                    </a:lnTo>
                    <a:lnTo>
                      <a:pt x="910329" y="908277"/>
                    </a:lnTo>
                    <a:lnTo>
                      <a:pt x="910720" y="908249"/>
                    </a:lnTo>
                    <a:lnTo>
                      <a:pt x="911111" y="908221"/>
                    </a:lnTo>
                    <a:lnTo>
                      <a:pt x="911503" y="908192"/>
                    </a:lnTo>
                    <a:lnTo>
                      <a:pt x="911894" y="908164"/>
                    </a:lnTo>
                    <a:lnTo>
                      <a:pt x="912285" y="908136"/>
                    </a:lnTo>
                    <a:lnTo>
                      <a:pt x="912677" y="908108"/>
                    </a:lnTo>
                    <a:lnTo>
                      <a:pt x="913068" y="908080"/>
                    </a:lnTo>
                    <a:lnTo>
                      <a:pt x="913459" y="908051"/>
                    </a:lnTo>
                    <a:lnTo>
                      <a:pt x="913851" y="908023"/>
                    </a:lnTo>
                    <a:lnTo>
                      <a:pt x="914242" y="907995"/>
                    </a:lnTo>
                    <a:lnTo>
                      <a:pt x="914400" y="907984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h2988"/>
              <p:cNvSpPr/>
              <p:nvPr/>
            </p:nvSpPr>
            <p:spPr>
              <a:xfrm>
                <a:off x="293866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984"/>
                    </a:lnTo>
                    <a:lnTo>
                      <a:pt x="905371" y="907967"/>
                    </a:lnTo>
                    <a:lnTo>
                      <a:pt x="905763" y="907939"/>
                    </a:lnTo>
                    <a:lnTo>
                      <a:pt x="906154" y="907911"/>
                    </a:lnTo>
                    <a:lnTo>
                      <a:pt x="906545" y="907883"/>
                    </a:lnTo>
                    <a:lnTo>
                      <a:pt x="906937" y="907854"/>
                    </a:lnTo>
                    <a:lnTo>
                      <a:pt x="907328" y="907826"/>
                    </a:lnTo>
                    <a:lnTo>
                      <a:pt x="907720" y="907798"/>
                    </a:lnTo>
                    <a:lnTo>
                      <a:pt x="908111" y="907770"/>
                    </a:lnTo>
                    <a:lnTo>
                      <a:pt x="908502" y="907742"/>
                    </a:lnTo>
                    <a:lnTo>
                      <a:pt x="908894" y="907714"/>
                    </a:lnTo>
                    <a:lnTo>
                      <a:pt x="909285" y="907686"/>
                    </a:lnTo>
                    <a:lnTo>
                      <a:pt x="909677" y="907658"/>
                    </a:lnTo>
                    <a:lnTo>
                      <a:pt x="910068" y="907630"/>
                    </a:lnTo>
                    <a:lnTo>
                      <a:pt x="910459" y="907602"/>
                    </a:lnTo>
                    <a:lnTo>
                      <a:pt x="910851" y="907574"/>
                    </a:lnTo>
                    <a:lnTo>
                      <a:pt x="911242" y="907546"/>
                    </a:lnTo>
                    <a:lnTo>
                      <a:pt x="911634" y="907518"/>
                    </a:lnTo>
                    <a:lnTo>
                      <a:pt x="912025" y="907490"/>
                    </a:lnTo>
                    <a:lnTo>
                      <a:pt x="912416" y="907463"/>
                    </a:lnTo>
                    <a:lnTo>
                      <a:pt x="912808" y="907435"/>
                    </a:lnTo>
                    <a:lnTo>
                      <a:pt x="913199" y="907407"/>
                    </a:lnTo>
                    <a:lnTo>
                      <a:pt x="913591" y="907379"/>
                    </a:lnTo>
                    <a:lnTo>
                      <a:pt x="913982" y="907351"/>
                    </a:lnTo>
                    <a:lnTo>
                      <a:pt x="914400" y="907321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h2989"/>
              <p:cNvSpPr/>
              <p:nvPr/>
            </p:nvSpPr>
            <p:spPr>
              <a:xfrm>
                <a:off x="2947928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321"/>
                    </a:lnTo>
                    <a:lnTo>
                      <a:pt x="905503" y="907295"/>
                    </a:lnTo>
                    <a:lnTo>
                      <a:pt x="905894" y="907267"/>
                    </a:lnTo>
                    <a:lnTo>
                      <a:pt x="906285" y="907240"/>
                    </a:lnTo>
                    <a:lnTo>
                      <a:pt x="906677" y="907212"/>
                    </a:lnTo>
                    <a:lnTo>
                      <a:pt x="907068" y="907184"/>
                    </a:lnTo>
                    <a:lnTo>
                      <a:pt x="907460" y="907156"/>
                    </a:lnTo>
                    <a:lnTo>
                      <a:pt x="907851" y="907128"/>
                    </a:lnTo>
                    <a:lnTo>
                      <a:pt x="908243" y="907101"/>
                    </a:lnTo>
                    <a:lnTo>
                      <a:pt x="908634" y="907073"/>
                    </a:lnTo>
                    <a:lnTo>
                      <a:pt x="909025" y="907045"/>
                    </a:lnTo>
                    <a:lnTo>
                      <a:pt x="909417" y="907018"/>
                    </a:lnTo>
                    <a:lnTo>
                      <a:pt x="909808" y="906990"/>
                    </a:lnTo>
                    <a:lnTo>
                      <a:pt x="910200" y="906962"/>
                    </a:lnTo>
                    <a:lnTo>
                      <a:pt x="910591" y="906934"/>
                    </a:lnTo>
                    <a:lnTo>
                      <a:pt x="910983" y="906907"/>
                    </a:lnTo>
                    <a:lnTo>
                      <a:pt x="911374" y="906879"/>
                    </a:lnTo>
                    <a:lnTo>
                      <a:pt x="911765" y="906851"/>
                    </a:lnTo>
                    <a:lnTo>
                      <a:pt x="912157" y="906824"/>
                    </a:lnTo>
                    <a:lnTo>
                      <a:pt x="912548" y="906796"/>
                    </a:lnTo>
                    <a:lnTo>
                      <a:pt x="912940" y="906769"/>
                    </a:lnTo>
                    <a:lnTo>
                      <a:pt x="913331" y="906741"/>
                    </a:lnTo>
                    <a:lnTo>
                      <a:pt x="913723" y="906713"/>
                    </a:lnTo>
                    <a:lnTo>
                      <a:pt x="914114" y="906686"/>
                    </a:lnTo>
                    <a:lnTo>
                      <a:pt x="914400" y="906666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h2990"/>
              <p:cNvSpPr/>
              <p:nvPr/>
            </p:nvSpPr>
            <p:spPr>
              <a:xfrm>
                <a:off x="295719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3" y="906658"/>
                    </a:lnTo>
                    <a:lnTo>
                      <a:pt x="905635" y="906631"/>
                    </a:lnTo>
                    <a:lnTo>
                      <a:pt x="906026" y="906603"/>
                    </a:lnTo>
                    <a:lnTo>
                      <a:pt x="906418" y="906576"/>
                    </a:lnTo>
                    <a:lnTo>
                      <a:pt x="906809" y="906548"/>
                    </a:lnTo>
                    <a:lnTo>
                      <a:pt x="907201" y="906521"/>
                    </a:lnTo>
                    <a:lnTo>
                      <a:pt x="907592" y="906493"/>
                    </a:lnTo>
                    <a:lnTo>
                      <a:pt x="907984" y="906466"/>
                    </a:lnTo>
                    <a:lnTo>
                      <a:pt x="908375" y="906438"/>
                    </a:lnTo>
                    <a:lnTo>
                      <a:pt x="908766" y="906411"/>
                    </a:lnTo>
                    <a:lnTo>
                      <a:pt x="909158" y="906383"/>
                    </a:lnTo>
                    <a:lnTo>
                      <a:pt x="909549" y="906356"/>
                    </a:lnTo>
                    <a:lnTo>
                      <a:pt x="909941" y="906329"/>
                    </a:lnTo>
                    <a:lnTo>
                      <a:pt x="910332" y="906301"/>
                    </a:lnTo>
                    <a:lnTo>
                      <a:pt x="910724" y="906274"/>
                    </a:lnTo>
                    <a:lnTo>
                      <a:pt x="911115" y="906246"/>
                    </a:lnTo>
                    <a:lnTo>
                      <a:pt x="911507" y="906219"/>
                    </a:lnTo>
                    <a:lnTo>
                      <a:pt x="911898" y="906192"/>
                    </a:lnTo>
                    <a:lnTo>
                      <a:pt x="912290" y="906164"/>
                    </a:lnTo>
                    <a:lnTo>
                      <a:pt x="912681" y="906137"/>
                    </a:lnTo>
                    <a:lnTo>
                      <a:pt x="913073" y="906110"/>
                    </a:lnTo>
                    <a:lnTo>
                      <a:pt x="913464" y="906082"/>
                    </a:lnTo>
                    <a:lnTo>
                      <a:pt x="913856" y="906055"/>
                    </a:lnTo>
                    <a:lnTo>
                      <a:pt x="914247" y="906028"/>
                    </a:lnTo>
                    <a:lnTo>
                      <a:pt x="914400" y="906017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h2991"/>
              <p:cNvSpPr/>
              <p:nvPr/>
            </p:nvSpPr>
            <p:spPr>
              <a:xfrm>
                <a:off x="296645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017"/>
                    </a:lnTo>
                    <a:lnTo>
                      <a:pt x="905376" y="906001"/>
                    </a:lnTo>
                    <a:lnTo>
                      <a:pt x="905768" y="905973"/>
                    </a:lnTo>
                    <a:lnTo>
                      <a:pt x="906159" y="905946"/>
                    </a:lnTo>
                    <a:lnTo>
                      <a:pt x="906551" y="905919"/>
                    </a:lnTo>
                    <a:lnTo>
                      <a:pt x="906942" y="905892"/>
                    </a:lnTo>
                    <a:lnTo>
                      <a:pt x="907334" y="905864"/>
                    </a:lnTo>
                    <a:lnTo>
                      <a:pt x="907725" y="905837"/>
                    </a:lnTo>
                    <a:lnTo>
                      <a:pt x="908117" y="905810"/>
                    </a:lnTo>
                    <a:lnTo>
                      <a:pt x="908508" y="905783"/>
                    </a:lnTo>
                    <a:lnTo>
                      <a:pt x="908900" y="905756"/>
                    </a:lnTo>
                    <a:lnTo>
                      <a:pt x="909291" y="905729"/>
                    </a:lnTo>
                    <a:lnTo>
                      <a:pt x="909683" y="905702"/>
                    </a:lnTo>
                    <a:lnTo>
                      <a:pt x="910074" y="905674"/>
                    </a:lnTo>
                    <a:lnTo>
                      <a:pt x="910466" y="905647"/>
                    </a:lnTo>
                    <a:lnTo>
                      <a:pt x="914400" y="905580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h2992"/>
              <p:cNvSpPr/>
              <p:nvPr/>
            </p:nvSpPr>
            <p:spPr>
              <a:xfrm>
                <a:off x="297571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580"/>
                    </a:lnTo>
                    <a:lnTo>
                      <a:pt x="907431" y="905541"/>
                    </a:lnTo>
                    <a:lnTo>
                      <a:pt x="913652" y="906085"/>
                    </a:lnTo>
                    <a:lnTo>
                      <a:pt x="914400" y="90618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h2993"/>
              <p:cNvSpPr/>
              <p:nvPr/>
            </p:nvSpPr>
            <p:spPr>
              <a:xfrm>
                <a:off x="298497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189"/>
                    </a:lnTo>
                    <a:lnTo>
                      <a:pt x="914400" y="907483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h2994"/>
              <p:cNvSpPr/>
              <p:nvPr/>
            </p:nvSpPr>
            <p:spPr>
              <a:xfrm>
                <a:off x="299423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483"/>
                    </a:lnTo>
                    <a:lnTo>
                      <a:pt x="914400" y="908776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h2995"/>
              <p:cNvSpPr/>
              <p:nvPr/>
            </p:nvSpPr>
            <p:spPr>
              <a:xfrm>
                <a:off x="300350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776"/>
                    </a:lnTo>
                    <a:lnTo>
                      <a:pt x="914400" y="910070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h2996"/>
              <p:cNvSpPr/>
              <p:nvPr/>
            </p:nvSpPr>
            <p:spPr>
              <a:xfrm>
                <a:off x="301276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70"/>
                    </a:lnTo>
                    <a:lnTo>
                      <a:pt x="914400" y="911297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h2997"/>
              <p:cNvSpPr/>
              <p:nvPr/>
            </p:nvSpPr>
            <p:spPr>
              <a:xfrm>
                <a:off x="302202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97"/>
                    </a:lnTo>
                    <a:lnTo>
                      <a:pt x="905620" y="911139"/>
                    </a:lnTo>
                    <a:lnTo>
                      <a:pt x="906153" y="910965"/>
                    </a:lnTo>
                    <a:lnTo>
                      <a:pt x="906686" y="910790"/>
                    </a:lnTo>
                    <a:lnTo>
                      <a:pt x="907219" y="910616"/>
                    </a:lnTo>
                    <a:lnTo>
                      <a:pt x="907752" y="910442"/>
                    </a:lnTo>
                    <a:lnTo>
                      <a:pt x="908285" y="910268"/>
                    </a:lnTo>
                    <a:lnTo>
                      <a:pt x="908818" y="910093"/>
                    </a:lnTo>
                    <a:lnTo>
                      <a:pt x="909351" y="909919"/>
                    </a:lnTo>
                    <a:lnTo>
                      <a:pt x="909884" y="909745"/>
                    </a:lnTo>
                    <a:lnTo>
                      <a:pt x="910417" y="909571"/>
                    </a:lnTo>
                    <a:lnTo>
                      <a:pt x="910950" y="909396"/>
                    </a:lnTo>
                    <a:lnTo>
                      <a:pt x="911483" y="909222"/>
                    </a:lnTo>
                    <a:lnTo>
                      <a:pt x="912016" y="909048"/>
                    </a:lnTo>
                    <a:lnTo>
                      <a:pt x="912549" y="908874"/>
                    </a:lnTo>
                    <a:lnTo>
                      <a:pt x="913082" y="908700"/>
                    </a:lnTo>
                    <a:lnTo>
                      <a:pt x="913615" y="908526"/>
                    </a:lnTo>
                    <a:lnTo>
                      <a:pt x="914148" y="908352"/>
                    </a:lnTo>
                    <a:lnTo>
                      <a:pt x="914400" y="908270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h2998"/>
              <p:cNvSpPr/>
              <p:nvPr/>
            </p:nvSpPr>
            <p:spPr>
              <a:xfrm>
                <a:off x="3031288" y="21883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270"/>
                    </a:lnTo>
                    <a:lnTo>
                      <a:pt x="905419" y="908178"/>
                    </a:lnTo>
                    <a:lnTo>
                      <a:pt x="905952" y="908004"/>
                    </a:lnTo>
                    <a:lnTo>
                      <a:pt x="906485" y="907830"/>
                    </a:lnTo>
                    <a:lnTo>
                      <a:pt x="907018" y="907656"/>
                    </a:lnTo>
                    <a:lnTo>
                      <a:pt x="907551" y="907482"/>
                    </a:lnTo>
                    <a:lnTo>
                      <a:pt x="908084" y="907308"/>
                    </a:lnTo>
                    <a:lnTo>
                      <a:pt x="908618" y="907134"/>
                    </a:lnTo>
                    <a:lnTo>
                      <a:pt x="909151" y="906960"/>
                    </a:lnTo>
                    <a:lnTo>
                      <a:pt x="909684" y="906786"/>
                    </a:lnTo>
                    <a:lnTo>
                      <a:pt x="910217" y="906613"/>
                    </a:lnTo>
                    <a:lnTo>
                      <a:pt x="910751" y="906439"/>
                    </a:lnTo>
                    <a:lnTo>
                      <a:pt x="911284" y="906265"/>
                    </a:lnTo>
                    <a:lnTo>
                      <a:pt x="911817" y="906091"/>
                    </a:lnTo>
                    <a:lnTo>
                      <a:pt x="912350" y="905918"/>
                    </a:lnTo>
                    <a:lnTo>
                      <a:pt x="912884" y="905744"/>
                    </a:lnTo>
                    <a:lnTo>
                      <a:pt x="913417" y="905570"/>
                    </a:lnTo>
                    <a:lnTo>
                      <a:pt x="913950" y="905397"/>
                    </a:lnTo>
                    <a:lnTo>
                      <a:pt x="914399" y="905250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h2999"/>
              <p:cNvSpPr/>
              <p:nvPr/>
            </p:nvSpPr>
            <p:spPr>
              <a:xfrm>
                <a:off x="304055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1" y="905223"/>
                    </a:lnTo>
                    <a:lnTo>
                      <a:pt x="905755" y="905049"/>
                    </a:lnTo>
                    <a:lnTo>
                      <a:pt x="906288" y="904876"/>
                    </a:lnTo>
                    <a:lnTo>
                      <a:pt x="911803" y="903345"/>
                    </a:lnTo>
                    <a:lnTo>
                      <a:pt x="914400" y="902871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h3000"/>
              <p:cNvSpPr/>
              <p:nvPr/>
            </p:nvSpPr>
            <p:spPr>
              <a:xfrm>
                <a:off x="304981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871"/>
                    </a:lnTo>
                    <a:lnTo>
                      <a:pt x="908090" y="902331"/>
                    </a:lnTo>
                    <a:lnTo>
                      <a:pt x="913659" y="901837"/>
                    </a:lnTo>
                    <a:lnTo>
                      <a:pt x="913997" y="901823"/>
                    </a:lnTo>
                    <a:lnTo>
                      <a:pt x="914400" y="901806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h3001"/>
              <p:cNvSpPr/>
              <p:nvPr/>
            </p:nvSpPr>
            <p:spPr>
              <a:xfrm>
                <a:off x="305907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06"/>
                    </a:lnTo>
                    <a:lnTo>
                      <a:pt x="905415" y="901794"/>
                    </a:lnTo>
                    <a:lnTo>
                      <a:pt x="905755" y="901780"/>
                    </a:lnTo>
                    <a:lnTo>
                      <a:pt x="906095" y="901765"/>
                    </a:lnTo>
                    <a:lnTo>
                      <a:pt x="906435" y="901751"/>
                    </a:lnTo>
                    <a:lnTo>
                      <a:pt x="906775" y="901737"/>
                    </a:lnTo>
                    <a:lnTo>
                      <a:pt x="907115" y="901723"/>
                    </a:lnTo>
                    <a:lnTo>
                      <a:pt x="907455" y="901709"/>
                    </a:lnTo>
                    <a:lnTo>
                      <a:pt x="907795" y="901694"/>
                    </a:lnTo>
                    <a:lnTo>
                      <a:pt x="908135" y="901680"/>
                    </a:lnTo>
                    <a:lnTo>
                      <a:pt x="908475" y="901666"/>
                    </a:lnTo>
                    <a:lnTo>
                      <a:pt x="908815" y="901652"/>
                    </a:lnTo>
                    <a:lnTo>
                      <a:pt x="909155" y="901638"/>
                    </a:lnTo>
                    <a:lnTo>
                      <a:pt x="909495" y="901623"/>
                    </a:lnTo>
                    <a:lnTo>
                      <a:pt x="909835" y="901609"/>
                    </a:lnTo>
                    <a:lnTo>
                      <a:pt x="910175" y="901595"/>
                    </a:lnTo>
                    <a:lnTo>
                      <a:pt x="910514" y="901581"/>
                    </a:lnTo>
                    <a:lnTo>
                      <a:pt x="910854" y="901567"/>
                    </a:lnTo>
                    <a:lnTo>
                      <a:pt x="911194" y="901553"/>
                    </a:lnTo>
                    <a:lnTo>
                      <a:pt x="911534" y="901539"/>
                    </a:lnTo>
                    <a:lnTo>
                      <a:pt x="911874" y="901524"/>
                    </a:lnTo>
                    <a:lnTo>
                      <a:pt x="912214" y="901510"/>
                    </a:lnTo>
                    <a:lnTo>
                      <a:pt x="912554" y="901496"/>
                    </a:lnTo>
                    <a:lnTo>
                      <a:pt x="912894" y="901482"/>
                    </a:lnTo>
                    <a:lnTo>
                      <a:pt x="913234" y="901468"/>
                    </a:lnTo>
                    <a:lnTo>
                      <a:pt x="913574" y="901454"/>
                    </a:lnTo>
                    <a:lnTo>
                      <a:pt x="913914" y="901440"/>
                    </a:lnTo>
                    <a:lnTo>
                      <a:pt x="914254" y="901426"/>
                    </a:lnTo>
                    <a:lnTo>
                      <a:pt x="914400" y="901420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h3002"/>
              <p:cNvSpPr/>
              <p:nvPr/>
            </p:nvSpPr>
            <p:spPr>
              <a:xfrm>
                <a:off x="306833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420"/>
                    </a:lnTo>
                    <a:lnTo>
                      <a:pt x="905332" y="901412"/>
                    </a:lnTo>
                    <a:lnTo>
                      <a:pt x="905672" y="901398"/>
                    </a:lnTo>
                    <a:lnTo>
                      <a:pt x="906012" y="901384"/>
                    </a:lnTo>
                    <a:lnTo>
                      <a:pt x="906352" y="901370"/>
                    </a:lnTo>
                    <a:lnTo>
                      <a:pt x="906692" y="901356"/>
                    </a:lnTo>
                    <a:lnTo>
                      <a:pt x="907032" y="901342"/>
                    </a:lnTo>
                    <a:lnTo>
                      <a:pt x="907372" y="901328"/>
                    </a:lnTo>
                    <a:lnTo>
                      <a:pt x="907712" y="901314"/>
                    </a:lnTo>
                    <a:lnTo>
                      <a:pt x="908052" y="901300"/>
                    </a:lnTo>
                    <a:lnTo>
                      <a:pt x="908392" y="901286"/>
                    </a:lnTo>
                    <a:lnTo>
                      <a:pt x="908732" y="901272"/>
                    </a:lnTo>
                    <a:lnTo>
                      <a:pt x="909072" y="901258"/>
                    </a:lnTo>
                    <a:lnTo>
                      <a:pt x="909412" y="901244"/>
                    </a:lnTo>
                    <a:lnTo>
                      <a:pt x="909752" y="901230"/>
                    </a:lnTo>
                    <a:lnTo>
                      <a:pt x="910092" y="901216"/>
                    </a:lnTo>
                    <a:lnTo>
                      <a:pt x="910432" y="901203"/>
                    </a:lnTo>
                    <a:lnTo>
                      <a:pt x="910772" y="901189"/>
                    </a:lnTo>
                    <a:lnTo>
                      <a:pt x="911112" y="901175"/>
                    </a:lnTo>
                    <a:lnTo>
                      <a:pt x="911452" y="901161"/>
                    </a:lnTo>
                    <a:lnTo>
                      <a:pt x="911792" y="901147"/>
                    </a:lnTo>
                    <a:lnTo>
                      <a:pt x="912132" y="901133"/>
                    </a:lnTo>
                    <a:lnTo>
                      <a:pt x="912472" y="901119"/>
                    </a:lnTo>
                    <a:lnTo>
                      <a:pt x="912812" y="901106"/>
                    </a:lnTo>
                    <a:lnTo>
                      <a:pt x="913152" y="901092"/>
                    </a:lnTo>
                    <a:lnTo>
                      <a:pt x="913492" y="901078"/>
                    </a:lnTo>
                    <a:lnTo>
                      <a:pt x="913832" y="901064"/>
                    </a:lnTo>
                    <a:lnTo>
                      <a:pt x="914172" y="901050"/>
                    </a:lnTo>
                    <a:lnTo>
                      <a:pt x="914400" y="901041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h3003"/>
              <p:cNvSpPr/>
              <p:nvPr/>
            </p:nvSpPr>
            <p:spPr>
              <a:xfrm>
                <a:off x="3077599" y="21710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50" y="918275"/>
                    </a:lnTo>
                    <a:lnTo>
                      <a:pt x="905590" y="918261"/>
                    </a:lnTo>
                    <a:lnTo>
                      <a:pt x="905930" y="918247"/>
                    </a:lnTo>
                    <a:lnTo>
                      <a:pt x="906270" y="918234"/>
                    </a:lnTo>
                    <a:lnTo>
                      <a:pt x="906610" y="918220"/>
                    </a:lnTo>
                    <a:lnTo>
                      <a:pt x="906950" y="918206"/>
                    </a:lnTo>
                    <a:lnTo>
                      <a:pt x="907290" y="918193"/>
                    </a:lnTo>
                    <a:lnTo>
                      <a:pt x="907630" y="918179"/>
                    </a:lnTo>
                    <a:lnTo>
                      <a:pt x="909268" y="918186"/>
                    </a:lnTo>
                    <a:lnTo>
                      <a:pt x="909378" y="917819"/>
                    </a:lnTo>
                    <a:lnTo>
                      <a:pt x="909492" y="917440"/>
                    </a:lnTo>
                    <a:lnTo>
                      <a:pt x="909605" y="917060"/>
                    </a:lnTo>
                    <a:lnTo>
                      <a:pt x="909719" y="916681"/>
                    </a:lnTo>
                    <a:lnTo>
                      <a:pt x="909833" y="916302"/>
                    </a:lnTo>
                    <a:lnTo>
                      <a:pt x="909946" y="915923"/>
                    </a:lnTo>
                    <a:lnTo>
                      <a:pt x="910060" y="915544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h3004"/>
              <p:cNvSpPr/>
              <p:nvPr/>
            </p:nvSpPr>
            <p:spPr>
              <a:xfrm>
                <a:off x="30775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h3005"/>
              <p:cNvSpPr/>
              <p:nvPr/>
            </p:nvSpPr>
            <p:spPr>
              <a:xfrm>
                <a:off x="308686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h3006"/>
              <p:cNvSpPr/>
              <p:nvPr/>
            </p:nvSpPr>
            <p:spPr>
              <a:xfrm>
                <a:off x="309612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h3007"/>
              <p:cNvSpPr/>
              <p:nvPr/>
            </p:nvSpPr>
            <p:spPr>
              <a:xfrm>
                <a:off x="310538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h3008"/>
              <p:cNvSpPr/>
              <p:nvPr/>
            </p:nvSpPr>
            <p:spPr>
              <a:xfrm>
                <a:off x="311464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h3009"/>
              <p:cNvSpPr/>
              <p:nvPr/>
            </p:nvSpPr>
            <p:spPr>
              <a:xfrm>
                <a:off x="312391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h3010"/>
              <p:cNvSpPr/>
              <p:nvPr/>
            </p:nvSpPr>
            <p:spPr>
              <a:xfrm>
                <a:off x="313317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h3011"/>
              <p:cNvSpPr/>
              <p:nvPr/>
            </p:nvSpPr>
            <p:spPr>
              <a:xfrm>
                <a:off x="314243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h3012"/>
              <p:cNvSpPr/>
              <p:nvPr/>
            </p:nvSpPr>
            <p:spPr>
              <a:xfrm>
                <a:off x="315169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h3013"/>
              <p:cNvSpPr/>
              <p:nvPr/>
            </p:nvSpPr>
            <p:spPr>
              <a:xfrm>
                <a:off x="316095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h3014"/>
              <p:cNvSpPr/>
              <p:nvPr/>
            </p:nvSpPr>
            <p:spPr>
              <a:xfrm>
                <a:off x="317022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h3015"/>
              <p:cNvSpPr/>
              <p:nvPr/>
            </p:nvSpPr>
            <p:spPr>
              <a:xfrm>
                <a:off x="317948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h3016"/>
              <p:cNvSpPr/>
              <p:nvPr/>
            </p:nvSpPr>
            <p:spPr>
              <a:xfrm>
                <a:off x="318874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h3017"/>
              <p:cNvSpPr/>
              <p:nvPr/>
            </p:nvSpPr>
            <p:spPr>
              <a:xfrm>
                <a:off x="31980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h3018"/>
              <p:cNvSpPr/>
              <p:nvPr/>
            </p:nvSpPr>
            <p:spPr>
              <a:xfrm>
                <a:off x="32072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h3019"/>
              <p:cNvSpPr/>
              <p:nvPr/>
            </p:nvSpPr>
            <p:spPr>
              <a:xfrm>
                <a:off x="32165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h3020"/>
              <p:cNvSpPr/>
              <p:nvPr/>
            </p:nvSpPr>
            <p:spPr>
              <a:xfrm>
                <a:off x="322579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h3021"/>
              <p:cNvSpPr/>
              <p:nvPr/>
            </p:nvSpPr>
            <p:spPr>
              <a:xfrm>
                <a:off x="32350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h3022"/>
              <p:cNvSpPr/>
              <p:nvPr/>
            </p:nvSpPr>
            <p:spPr>
              <a:xfrm>
                <a:off x="32443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h3023"/>
              <p:cNvSpPr/>
              <p:nvPr/>
            </p:nvSpPr>
            <p:spPr>
              <a:xfrm>
                <a:off x="32535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h3024"/>
              <p:cNvSpPr/>
              <p:nvPr/>
            </p:nvSpPr>
            <p:spPr>
              <a:xfrm>
                <a:off x="32628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h3025"/>
              <p:cNvSpPr/>
              <p:nvPr/>
            </p:nvSpPr>
            <p:spPr>
              <a:xfrm>
                <a:off x="327210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h3026"/>
              <p:cNvSpPr/>
              <p:nvPr/>
            </p:nvSpPr>
            <p:spPr>
              <a:xfrm>
                <a:off x="32813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h3027"/>
              <p:cNvSpPr/>
              <p:nvPr/>
            </p:nvSpPr>
            <p:spPr>
              <a:xfrm>
                <a:off x="32906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h3028"/>
              <p:cNvSpPr/>
              <p:nvPr/>
            </p:nvSpPr>
            <p:spPr>
              <a:xfrm>
                <a:off x="32998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h3029"/>
              <p:cNvSpPr/>
              <p:nvPr/>
            </p:nvSpPr>
            <p:spPr>
              <a:xfrm>
                <a:off x="330915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h3030"/>
              <p:cNvSpPr/>
              <p:nvPr/>
            </p:nvSpPr>
            <p:spPr>
              <a:xfrm>
                <a:off x="33184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h3031"/>
              <p:cNvSpPr/>
              <p:nvPr/>
            </p:nvSpPr>
            <p:spPr>
              <a:xfrm>
                <a:off x="3327679" y="21883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5973"/>
                    </a:lnTo>
                    <a:lnTo>
                      <a:pt x="923110" y="908029"/>
                    </a:lnTo>
                    <a:lnTo>
                      <a:pt x="922304" y="911038"/>
                    </a:lnTo>
                    <a:lnTo>
                      <a:pt x="921497" y="914047"/>
                    </a:lnTo>
                    <a:lnTo>
                      <a:pt x="921403" y="914400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h3032"/>
              <p:cNvSpPr/>
              <p:nvPr/>
            </p:nvSpPr>
            <p:spPr>
              <a:xfrm>
                <a:off x="3336941" y="2171071"/>
                <a:ext cx="916765" cy="923212"/>
              </a:xfrm>
              <a:custGeom>
                <a:avLst/>
                <a:gdLst/>
                <a:ahLst/>
                <a:cxnLst/>
                <a:rect l="0" t="0" r="0" b="0"/>
                <a:pathLst>
                  <a:path w="916765" h="923212">
                    <a:moveTo>
                      <a:pt x="914400" y="914400"/>
                    </a:moveTo>
                    <a:lnTo>
                      <a:pt x="916765" y="914400"/>
                    </a:lnTo>
                    <a:lnTo>
                      <a:pt x="916271" y="916240"/>
                    </a:lnTo>
                    <a:lnTo>
                      <a:pt x="915463" y="919249"/>
                    </a:lnTo>
                    <a:lnTo>
                      <a:pt x="914655" y="922258"/>
                    </a:lnTo>
                    <a:lnTo>
                      <a:pt x="914400" y="923212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h3033"/>
              <p:cNvSpPr/>
              <p:nvPr/>
            </p:nvSpPr>
            <p:spPr>
              <a:xfrm>
                <a:off x="2345883" y="2153833"/>
                <a:ext cx="914400" cy="9193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375">
                    <a:moveTo>
                      <a:pt x="914400" y="914400"/>
                    </a:moveTo>
                    <a:lnTo>
                      <a:pt x="914400" y="919375"/>
                    </a:lnTo>
                    <a:lnTo>
                      <a:pt x="914139" y="918804"/>
                    </a:lnTo>
                    <a:lnTo>
                      <a:pt x="913358" y="917091"/>
                    </a:lnTo>
                    <a:lnTo>
                      <a:pt x="912199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h3034"/>
              <p:cNvSpPr/>
              <p:nvPr/>
            </p:nvSpPr>
            <p:spPr>
              <a:xfrm>
                <a:off x="23458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87" y="931638"/>
                    </a:lnTo>
                    <a:lnTo>
                      <a:pt x="919569" y="930719"/>
                    </a:lnTo>
                    <a:lnTo>
                      <a:pt x="918794" y="929017"/>
                    </a:lnTo>
                    <a:lnTo>
                      <a:pt x="918018" y="927315"/>
                    </a:lnTo>
                    <a:lnTo>
                      <a:pt x="917243" y="925613"/>
                    </a:lnTo>
                    <a:lnTo>
                      <a:pt x="916467" y="923910"/>
                    </a:lnTo>
                    <a:lnTo>
                      <a:pt x="915692" y="922208"/>
                    </a:lnTo>
                    <a:lnTo>
                      <a:pt x="914916" y="920506"/>
                    </a:lnTo>
                    <a:lnTo>
                      <a:pt x="914400" y="919375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h3035"/>
              <p:cNvSpPr/>
              <p:nvPr/>
            </p:nvSpPr>
            <p:spPr>
              <a:xfrm>
                <a:off x="235514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h3036"/>
              <p:cNvSpPr/>
              <p:nvPr/>
            </p:nvSpPr>
            <p:spPr>
              <a:xfrm>
                <a:off x="23644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h3037"/>
              <p:cNvSpPr/>
              <p:nvPr/>
            </p:nvSpPr>
            <p:spPr>
              <a:xfrm>
                <a:off x="23736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h3038"/>
              <p:cNvSpPr/>
              <p:nvPr/>
            </p:nvSpPr>
            <p:spPr>
              <a:xfrm>
                <a:off x="23829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h3039"/>
              <p:cNvSpPr/>
              <p:nvPr/>
            </p:nvSpPr>
            <p:spPr>
              <a:xfrm>
                <a:off x="239219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h3040"/>
              <p:cNvSpPr/>
              <p:nvPr/>
            </p:nvSpPr>
            <p:spPr>
              <a:xfrm>
                <a:off x="24014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h3041"/>
              <p:cNvSpPr/>
              <p:nvPr/>
            </p:nvSpPr>
            <p:spPr>
              <a:xfrm>
                <a:off x="24107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h3042"/>
              <p:cNvSpPr/>
              <p:nvPr/>
            </p:nvSpPr>
            <p:spPr>
              <a:xfrm>
                <a:off x="24199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h3043"/>
              <p:cNvSpPr/>
              <p:nvPr/>
            </p:nvSpPr>
            <p:spPr>
              <a:xfrm>
                <a:off x="24292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h3044"/>
              <p:cNvSpPr/>
              <p:nvPr/>
            </p:nvSpPr>
            <p:spPr>
              <a:xfrm>
                <a:off x="243850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h3045"/>
              <p:cNvSpPr/>
              <p:nvPr/>
            </p:nvSpPr>
            <p:spPr>
              <a:xfrm>
                <a:off x="24477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h3046"/>
              <p:cNvSpPr/>
              <p:nvPr/>
            </p:nvSpPr>
            <p:spPr>
              <a:xfrm>
                <a:off x="24570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h3047"/>
              <p:cNvSpPr/>
              <p:nvPr/>
            </p:nvSpPr>
            <p:spPr>
              <a:xfrm>
                <a:off x="24662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h3048"/>
              <p:cNvSpPr/>
              <p:nvPr/>
            </p:nvSpPr>
            <p:spPr>
              <a:xfrm>
                <a:off x="247555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h3049"/>
              <p:cNvSpPr/>
              <p:nvPr/>
            </p:nvSpPr>
            <p:spPr>
              <a:xfrm>
                <a:off x="24848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h3050"/>
              <p:cNvSpPr/>
              <p:nvPr/>
            </p:nvSpPr>
            <p:spPr>
              <a:xfrm>
                <a:off x="24940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467">
                  <a:alpha val="100000"/>
                </a:srgbClr>
              </a:solidFill>
              <a:ln w="5420" cap="flat">
                <a:solidFill>
                  <a:srgbClr val="9E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h3051"/>
              <p:cNvSpPr/>
              <p:nvPr/>
            </p:nvSpPr>
            <p:spPr>
              <a:xfrm>
                <a:off x="250334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h3052"/>
              <p:cNvSpPr/>
              <p:nvPr/>
            </p:nvSpPr>
            <p:spPr>
              <a:xfrm>
                <a:off x="251260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h3053"/>
              <p:cNvSpPr/>
              <p:nvPr/>
            </p:nvSpPr>
            <p:spPr>
              <a:xfrm>
                <a:off x="252186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h3054"/>
              <p:cNvSpPr/>
              <p:nvPr/>
            </p:nvSpPr>
            <p:spPr>
              <a:xfrm>
                <a:off x="253112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h3055"/>
              <p:cNvSpPr/>
              <p:nvPr/>
            </p:nvSpPr>
            <p:spPr>
              <a:xfrm>
                <a:off x="254039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h3056"/>
              <p:cNvSpPr/>
              <p:nvPr/>
            </p:nvSpPr>
            <p:spPr>
              <a:xfrm>
                <a:off x="254965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h3057"/>
              <p:cNvSpPr/>
              <p:nvPr/>
            </p:nvSpPr>
            <p:spPr>
              <a:xfrm>
                <a:off x="255891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h3058"/>
              <p:cNvSpPr/>
              <p:nvPr/>
            </p:nvSpPr>
            <p:spPr>
              <a:xfrm>
                <a:off x="256817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h3059"/>
              <p:cNvSpPr/>
              <p:nvPr/>
            </p:nvSpPr>
            <p:spPr>
              <a:xfrm>
                <a:off x="257743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h3060"/>
              <p:cNvSpPr/>
              <p:nvPr/>
            </p:nvSpPr>
            <p:spPr>
              <a:xfrm>
                <a:off x="258670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h3061"/>
              <p:cNvSpPr/>
              <p:nvPr/>
            </p:nvSpPr>
            <p:spPr>
              <a:xfrm>
                <a:off x="259596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h3062"/>
              <p:cNvSpPr/>
              <p:nvPr/>
            </p:nvSpPr>
            <p:spPr>
              <a:xfrm>
                <a:off x="260522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h3063"/>
              <p:cNvSpPr/>
              <p:nvPr/>
            </p:nvSpPr>
            <p:spPr>
              <a:xfrm>
                <a:off x="261448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h3064"/>
              <p:cNvSpPr/>
              <p:nvPr/>
            </p:nvSpPr>
            <p:spPr>
              <a:xfrm>
                <a:off x="262375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h3065"/>
              <p:cNvSpPr/>
              <p:nvPr/>
            </p:nvSpPr>
            <p:spPr>
              <a:xfrm>
                <a:off x="263301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h3066"/>
              <p:cNvSpPr/>
              <p:nvPr/>
            </p:nvSpPr>
            <p:spPr>
              <a:xfrm>
                <a:off x="264227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h3067"/>
              <p:cNvSpPr/>
              <p:nvPr/>
            </p:nvSpPr>
            <p:spPr>
              <a:xfrm>
                <a:off x="265153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h3068"/>
              <p:cNvSpPr/>
              <p:nvPr/>
            </p:nvSpPr>
            <p:spPr>
              <a:xfrm>
                <a:off x="2670061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0" y="897161"/>
                    </a:lnTo>
                    <a:lnTo>
                      <a:pt x="914322" y="907355"/>
                    </a:lnTo>
                    <a:lnTo>
                      <a:pt x="914400" y="90776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h3069"/>
              <p:cNvSpPr/>
              <p:nvPr/>
            </p:nvSpPr>
            <p:spPr>
              <a:xfrm>
                <a:off x="2670061" y="2171071"/>
                <a:ext cx="9156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52" h="914400">
                    <a:moveTo>
                      <a:pt x="914400" y="914400"/>
                    </a:moveTo>
                    <a:lnTo>
                      <a:pt x="914400" y="907768"/>
                    </a:lnTo>
                    <a:lnTo>
                      <a:pt x="914426" y="907906"/>
                    </a:lnTo>
                    <a:lnTo>
                      <a:pt x="914531" y="908461"/>
                    </a:lnTo>
                    <a:lnTo>
                      <a:pt x="914636" y="909017"/>
                    </a:lnTo>
                    <a:lnTo>
                      <a:pt x="914741" y="909572"/>
                    </a:lnTo>
                    <a:lnTo>
                      <a:pt x="914845" y="910128"/>
                    </a:lnTo>
                    <a:lnTo>
                      <a:pt x="914950" y="910683"/>
                    </a:lnTo>
                    <a:lnTo>
                      <a:pt x="915055" y="911239"/>
                    </a:lnTo>
                    <a:lnTo>
                      <a:pt x="915160" y="911794"/>
                    </a:lnTo>
                    <a:lnTo>
                      <a:pt x="915265" y="912350"/>
                    </a:lnTo>
                    <a:lnTo>
                      <a:pt x="915370" y="912905"/>
                    </a:lnTo>
                    <a:lnTo>
                      <a:pt x="915475" y="913461"/>
                    </a:lnTo>
                    <a:lnTo>
                      <a:pt x="915580" y="914016"/>
                    </a:lnTo>
                    <a:lnTo>
                      <a:pt x="915652" y="914400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h3070"/>
              <p:cNvSpPr/>
              <p:nvPr/>
            </p:nvSpPr>
            <p:spPr>
              <a:xfrm>
                <a:off x="3077599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29" y="914400"/>
                    </a:lnTo>
                    <a:lnTo>
                      <a:pt x="913659" y="904375"/>
                    </a:lnTo>
                    <a:lnTo>
                      <a:pt x="914400" y="902375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h3071"/>
              <p:cNvSpPr/>
              <p:nvPr/>
            </p:nvSpPr>
            <p:spPr>
              <a:xfrm>
                <a:off x="3086861" y="21538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613"/>
                    </a:lnTo>
                    <a:lnTo>
                      <a:pt x="907067" y="914400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h3072"/>
              <p:cNvSpPr/>
              <p:nvPr/>
            </p:nvSpPr>
            <p:spPr>
              <a:xfrm>
                <a:off x="308686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h3073"/>
              <p:cNvSpPr/>
              <p:nvPr/>
            </p:nvSpPr>
            <p:spPr>
              <a:xfrm>
                <a:off x="309612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h3074"/>
              <p:cNvSpPr/>
              <p:nvPr/>
            </p:nvSpPr>
            <p:spPr>
              <a:xfrm>
                <a:off x="310538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h3075"/>
              <p:cNvSpPr/>
              <p:nvPr/>
            </p:nvSpPr>
            <p:spPr>
              <a:xfrm>
                <a:off x="311464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h3076"/>
              <p:cNvSpPr/>
              <p:nvPr/>
            </p:nvSpPr>
            <p:spPr>
              <a:xfrm>
                <a:off x="312391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h3077"/>
              <p:cNvSpPr/>
              <p:nvPr/>
            </p:nvSpPr>
            <p:spPr>
              <a:xfrm>
                <a:off x="313317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h3078"/>
              <p:cNvSpPr/>
              <p:nvPr/>
            </p:nvSpPr>
            <p:spPr>
              <a:xfrm>
                <a:off x="314243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h3079"/>
              <p:cNvSpPr/>
              <p:nvPr/>
            </p:nvSpPr>
            <p:spPr>
              <a:xfrm>
                <a:off x="315169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h3080"/>
              <p:cNvSpPr/>
              <p:nvPr/>
            </p:nvSpPr>
            <p:spPr>
              <a:xfrm>
                <a:off x="316095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h3081"/>
              <p:cNvSpPr/>
              <p:nvPr/>
            </p:nvSpPr>
            <p:spPr>
              <a:xfrm>
                <a:off x="317022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h3082"/>
              <p:cNvSpPr/>
              <p:nvPr/>
            </p:nvSpPr>
            <p:spPr>
              <a:xfrm>
                <a:off x="31794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h3083"/>
              <p:cNvSpPr/>
              <p:nvPr/>
            </p:nvSpPr>
            <p:spPr>
              <a:xfrm>
                <a:off x="318874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h3084"/>
              <p:cNvSpPr/>
              <p:nvPr/>
            </p:nvSpPr>
            <p:spPr>
              <a:xfrm>
                <a:off x="31980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h3085"/>
              <p:cNvSpPr/>
              <p:nvPr/>
            </p:nvSpPr>
            <p:spPr>
              <a:xfrm>
                <a:off x="32072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h3086"/>
              <p:cNvSpPr/>
              <p:nvPr/>
            </p:nvSpPr>
            <p:spPr>
              <a:xfrm>
                <a:off x="32165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h3087"/>
              <p:cNvSpPr/>
              <p:nvPr/>
            </p:nvSpPr>
            <p:spPr>
              <a:xfrm>
                <a:off x="322579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h3088"/>
              <p:cNvSpPr/>
              <p:nvPr/>
            </p:nvSpPr>
            <p:spPr>
              <a:xfrm>
                <a:off x="32350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h3089"/>
              <p:cNvSpPr/>
              <p:nvPr/>
            </p:nvSpPr>
            <p:spPr>
              <a:xfrm>
                <a:off x="32443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h3090"/>
              <p:cNvSpPr/>
              <p:nvPr/>
            </p:nvSpPr>
            <p:spPr>
              <a:xfrm>
                <a:off x="32535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h3091"/>
              <p:cNvSpPr/>
              <p:nvPr/>
            </p:nvSpPr>
            <p:spPr>
              <a:xfrm>
                <a:off x="32628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h3092"/>
              <p:cNvSpPr/>
              <p:nvPr/>
            </p:nvSpPr>
            <p:spPr>
              <a:xfrm>
                <a:off x="327210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h3093"/>
              <p:cNvSpPr/>
              <p:nvPr/>
            </p:nvSpPr>
            <p:spPr>
              <a:xfrm>
                <a:off x="32813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h3094"/>
              <p:cNvSpPr/>
              <p:nvPr/>
            </p:nvSpPr>
            <p:spPr>
              <a:xfrm>
                <a:off x="32906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h3095"/>
              <p:cNvSpPr/>
              <p:nvPr/>
            </p:nvSpPr>
            <p:spPr>
              <a:xfrm>
                <a:off x="32998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h3096"/>
              <p:cNvSpPr/>
              <p:nvPr/>
            </p:nvSpPr>
            <p:spPr>
              <a:xfrm>
                <a:off x="330915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h3097"/>
              <p:cNvSpPr/>
              <p:nvPr/>
            </p:nvSpPr>
            <p:spPr>
              <a:xfrm>
                <a:off x="33184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h3098"/>
              <p:cNvSpPr/>
              <p:nvPr/>
            </p:nvSpPr>
            <p:spPr>
              <a:xfrm>
                <a:off x="33276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h3099"/>
              <p:cNvSpPr/>
              <p:nvPr/>
            </p:nvSpPr>
            <p:spPr>
              <a:xfrm>
                <a:off x="3336941" y="2171071"/>
                <a:ext cx="9209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907" y="897161"/>
                    </a:lnTo>
                    <a:lnTo>
                      <a:pt x="919559" y="903358"/>
                    </a:lnTo>
                    <a:lnTo>
                      <a:pt x="917084" y="913212"/>
                    </a:lnTo>
                    <a:lnTo>
                      <a:pt x="916765" y="914400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h3100"/>
              <p:cNvSpPr/>
              <p:nvPr/>
            </p:nvSpPr>
            <p:spPr>
              <a:xfrm>
                <a:off x="2345883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199" y="931638"/>
                    </a:lnTo>
                    <a:lnTo>
                      <a:pt x="909400" y="925137"/>
                    </a:lnTo>
                    <a:lnTo>
                      <a:pt x="905731" y="915540"/>
                    </a:lnTo>
                    <a:lnTo>
                      <a:pt x="905345" y="914400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h3101"/>
              <p:cNvSpPr/>
              <p:nvPr/>
            </p:nvSpPr>
            <p:spPr>
              <a:xfrm>
                <a:off x="23458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h3102"/>
              <p:cNvSpPr/>
              <p:nvPr/>
            </p:nvSpPr>
            <p:spPr>
              <a:xfrm>
                <a:off x="235514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h3103"/>
              <p:cNvSpPr/>
              <p:nvPr/>
            </p:nvSpPr>
            <p:spPr>
              <a:xfrm>
                <a:off x="23644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h3104"/>
              <p:cNvSpPr/>
              <p:nvPr/>
            </p:nvSpPr>
            <p:spPr>
              <a:xfrm>
                <a:off x="23736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h3105"/>
              <p:cNvSpPr/>
              <p:nvPr/>
            </p:nvSpPr>
            <p:spPr>
              <a:xfrm>
                <a:off x="23829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h3106"/>
              <p:cNvSpPr/>
              <p:nvPr/>
            </p:nvSpPr>
            <p:spPr>
              <a:xfrm>
                <a:off x="239219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h3107"/>
              <p:cNvSpPr/>
              <p:nvPr/>
            </p:nvSpPr>
            <p:spPr>
              <a:xfrm>
                <a:off x="24014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h3108"/>
              <p:cNvSpPr/>
              <p:nvPr/>
            </p:nvSpPr>
            <p:spPr>
              <a:xfrm>
                <a:off x="24107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h3109"/>
              <p:cNvSpPr/>
              <p:nvPr/>
            </p:nvSpPr>
            <p:spPr>
              <a:xfrm>
                <a:off x="24199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h3110"/>
              <p:cNvSpPr/>
              <p:nvPr/>
            </p:nvSpPr>
            <p:spPr>
              <a:xfrm>
                <a:off x="24292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h3111"/>
              <p:cNvSpPr/>
              <p:nvPr/>
            </p:nvSpPr>
            <p:spPr>
              <a:xfrm>
                <a:off x="243850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h3112"/>
              <p:cNvSpPr/>
              <p:nvPr/>
            </p:nvSpPr>
            <p:spPr>
              <a:xfrm>
                <a:off x="24477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h3113"/>
              <p:cNvSpPr/>
              <p:nvPr/>
            </p:nvSpPr>
            <p:spPr>
              <a:xfrm>
                <a:off x="24570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h3114"/>
              <p:cNvSpPr/>
              <p:nvPr/>
            </p:nvSpPr>
            <p:spPr>
              <a:xfrm>
                <a:off x="24662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h3115"/>
              <p:cNvSpPr/>
              <p:nvPr/>
            </p:nvSpPr>
            <p:spPr>
              <a:xfrm>
                <a:off x="247555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h3116"/>
              <p:cNvSpPr/>
              <p:nvPr/>
            </p:nvSpPr>
            <p:spPr>
              <a:xfrm>
                <a:off x="24848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h3117"/>
              <p:cNvSpPr/>
              <p:nvPr/>
            </p:nvSpPr>
            <p:spPr>
              <a:xfrm>
                <a:off x="24940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h3118"/>
              <p:cNvSpPr/>
              <p:nvPr/>
            </p:nvSpPr>
            <p:spPr>
              <a:xfrm>
                <a:off x="250334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h3119"/>
              <p:cNvSpPr/>
              <p:nvPr/>
            </p:nvSpPr>
            <p:spPr>
              <a:xfrm>
                <a:off x="251260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h3120"/>
              <p:cNvSpPr/>
              <p:nvPr/>
            </p:nvSpPr>
            <p:spPr>
              <a:xfrm>
                <a:off x="252186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h3121"/>
              <p:cNvSpPr/>
              <p:nvPr/>
            </p:nvSpPr>
            <p:spPr>
              <a:xfrm>
                <a:off x="253112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h3122"/>
              <p:cNvSpPr/>
              <p:nvPr/>
            </p:nvSpPr>
            <p:spPr>
              <a:xfrm>
                <a:off x="254039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h3123"/>
              <p:cNvSpPr/>
              <p:nvPr/>
            </p:nvSpPr>
            <p:spPr>
              <a:xfrm>
                <a:off x="254965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h3124"/>
              <p:cNvSpPr/>
              <p:nvPr/>
            </p:nvSpPr>
            <p:spPr>
              <a:xfrm>
                <a:off x="255891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h3125"/>
              <p:cNvSpPr/>
              <p:nvPr/>
            </p:nvSpPr>
            <p:spPr>
              <a:xfrm>
                <a:off x="256817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h3126"/>
              <p:cNvSpPr/>
              <p:nvPr/>
            </p:nvSpPr>
            <p:spPr>
              <a:xfrm>
                <a:off x="257743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h3127"/>
              <p:cNvSpPr/>
              <p:nvPr/>
            </p:nvSpPr>
            <p:spPr>
              <a:xfrm>
                <a:off x="258670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h3128"/>
              <p:cNvSpPr/>
              <p:nvPr/>
            </p:nvSpPr>
            <p:spPr>
              <a:xfrm>
                <a:off x="259596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h3129"/>
              <p:cNvSpPr/>
              <p:nvPr/>
            </p:nvSpPr>
            <p:spPr>
              <a:xfrm>
                <a:off x="260522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h3130"/>
              <p:cNvSpPr/>
              <p:nvPr/>
            </p:nvSpPr>
            <p:spPr>
              <a:xfrm>
                <a:off x="261448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h3131"/>
              <p:cNvSpPr/>
              <p:nvPr/>
            </p:nvSpPr>
            <p:spPr>
              <a:xfrm>
                <a:off x="262375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h3132"/>
              <p:cNvSpPr/>
              <p:nvPr/>
            </p:nvSpPr>
            <p:spPr>
              <a:xfrm>
                <a:off x="263301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h3133"/>
              <p:cNvSpPr/>
              <p:nvPr/>
            </p:nvSpPr>
            <p:spPr>
              <a:xfrm>
                <a:off x="264227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h3134"/>
              <p:cNvSpPr/>
              <p:nvPr/>
            </p:nvSpPr>
            <p:spPr>
              <a:xfrm>
                <a:off x="265153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h3135"/>
              <p:cNvSpPr/>
              <p:nvPr/>
            </p:nvSpPr>
            <p:spPr>
              <a:xfrm>
                <a:off x="2660799" y="2153833"/>
                <a:ext cx="9214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132" y="897161"/>
                    </a:lnTo>
                    <a:lnTo>
                      <a:pt x="919112" y="904408"/>
                    </a:lnTo>
                    <a:lnTo>
                      <a:pt x="921493" y="91440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h3136"/>
              <p:cNvSpPr/>
              <p:nvPr/>
            </p:nvSpPr>
            <p:spPr>
              <a:xfrm>
                <a:off x="3086861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67" y="931638"/>
                    </a:lnTo>
                    <a:lnTo>
                      <a:pt x="908367" y="928126"/>
                    </a:lnTo>
                    <a:lnTo>
                      <a:pt x="908557" y="927646"/>
                    </a:lnTo>
                    <a:lnTo>
                      <a:pt x="908750" y="927159"/>
                    </a:lnTo>
                    <a:lnTo>
                      <a:pt x="908942" y="926672"/>
                    </a:lnTo>
                    <a:lnTo>
                      <a:pt x="909135" y="926185"/>
                    </a:lnTo>
                    <a:lnTo>
                      <a:pt x="909328" y="925699"/>
                    </a:lnTo>
                    <a:lnTo>
                      <a:pt x="909520" y="925212"/>
                    </a:lnTo>
                    <a:lnTo>
                      <a:pt x="909713" y="924725"/>
                    </a:lnTo>
                    <a:lnTo>
                      <a:pt x="909906" y="924239"/>
                    </a:lnTo>
                    <a:lnTo>
                      <a:pt x="910098" y="923752"/>
                    </a:lnTo>
                    <a:lnTo>
                      <a:pt x="910291" y="923265"/>
                    </a:lnTo>
                    <a:lnTo>
                      <a:pt x="910484" y="922778"/>
                    </a:lnTo>
                    <a:lnTo>
                      <a:pt x="910676" y="922292"/>
                    </a:lnTo>
                    <a:lnTo>
                      <a:pt x="910869" y="921805"/>
                    </a:lnTo>
                    <a:lnTo>
                      <a:pt x="911062" y="921318"/>
                    </a:lnTo>
                    <a:lnTo>
                      <a:pt x="911255" y="920832"/>
                    </a:lnTo>
                    <a:lnTo>
                      <a:pt x="911448" y="920345"/>
                    </a:lnTo>
                    <a:lnTo>
                      <a:pt x="911640" y="919858"/>
                    </a:lnTo>
                    <a:lnTo>
                      <a:pt x="911833" y="919372"/>
                    </a:lnTo>
                    <a:lnTo>
                      <a:pt x="912026" y="918885"/>
                    </a:lnTo>
                    <a:lnTo>
                      <a:pt x="912219" y="918398"/>
                    </a:lnTo>
                    <a:lnTo>
                      <a:pt x="912412" y="917912"/>
                    </a:lnTo>
                    <a:lnTo>
                      <a:pt x="912605" y="917425"/>
                    </a:lnTo>
                    <a:lnTo>
                      <a:pt x="912797" y="916938"/>
                    </a:lnTo>
                    <a:lnTo>
                      <a:pt x="912990" y="916452"/>
                    </a:lnTo>
                    <a:lnTo>
                      <a:pt x="913183" y="915965"/>
                    </a:lnTo>
                    <a:lnTo>
                      <a:pt x="913376" y="915478"/>
                    </a:lnTo>
                    <a:lnTo>
                      <a:pt x="913569" y="914992"/>
                    </a:lnTo>
                    <a:lnTo>
                      <a:pt x="913804" y="914400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h3137"/>
              <p:cNvSpPr/>
              <p:nvPr/>
            </p:nvSpPr>
            <p:spPr>
              <a:xfrm>
                <a:off x="308686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h3138"/>
              <p:cNvSpPr/>
              <p:nvPr/>
            </p:nvSpPr>
            <p:spPr>
              <a:xfrm>
                <a:off x="309612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h3139"/>
              <p:cNvSpPr/>
              <p:nvPr/>
            </p:nvSpPr>
            <p:spPr>
              <a:xfrm>
                <a:off x="310538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h3140"/>
              <p:cNvSpPr/>
              <p:nvPr/>
            </p:nvSpPr>
            <p:spPr>
              <a:xfrm>
                <a:off x="311464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h3141"/>
              <p:cNvSpPr/>
              <p:nvPr/>
            </p:nvSpPr>
            <p:spPr>
              <a:xfrm>
                <a:off x="312391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h3142"/>
              <p:cNvSpPr/>
              <p:nvPr/>
            </p:nvSpPr>
            <p:spPr>
              <a:xfrm>
                <a:off x="313317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h3143"/>
              <p:cNvSpPr/>
              <p:nvPr/>
            </p:nvSpPr>
            <p:spPr>
              <a:xfrm>
                <a:off x="314243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h3144"/>
              <p:cNvSpPr/>
              <p:nvPr/>
            </p:nvSpPr>
            <p:spPr>
              <a:xfrm>
                <a:off x="315169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h3145"/>
              <p:cNvSpPr/>
              <p:nvPr/>
            </p:nvSpPr>
            <p:spPr>
              <a:xfrm>
                <a:off x="316095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h3146"/>
              <p:cNvSpPr/>
              <p:nvPr/>
            </p:nvSpPr>
            <p:spPr>
              <a:xfrm>
                <a:off x="317022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h3147"/>
              <p:cNvSpPr/>
              <p:nvPr/>
            </p:nvSpPr>
            <p:spPr>
              <a:xfrm>
                <a:off x="31794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h3148"/>
              <p:cNvSpPr/>
              <p:nvPr/>
            </p:nvSpPr>
            <p:spPr>
              <a:xfrm>
                <a:off x="318874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h3149"/>
              <p:cNvSpPr/>
              <p:nvPr/>
            </p:nvSpPr>
            <p:spPr>
              <a:xfrm>
                <a:off x="31980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h3150"/>
              <p:cNvSpPr/>
              <p:nvPr/>
            </p:nvSpPr>
            <p:spPr>
              <a:xfrm>
                <a:off x="32072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h3151"/>
              <p:cNvSpPr/>
              <p:nvPr/>
            </p:nvSpPr>
            <p:spPr>
              <a:xfrm>
                <a:off x="32165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h3152"/>
              <p:cNvSpPr/>
              <p:nvPr/>
            </p:nvSpPr>
            <p:spPr>
              <a:xfrm>
                <a:off x="322579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h3153"/>
              <p:cNvSpPr/>
              <p:nvPr/>
            </p:nvSpPr>
            <p:spPr>
              <a:xfrm>
                <a:off x="32350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h3154"/>
              <p:cNvSpPr/>
              <p:nvPr/>
            </p:nvSpPr>
            <p:spPr>
              <a:xfrm>
                <a:off x="32443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h3155"/>
              <p:cNvSpPr/>
              <p:nvPr/>
            </p:nvSpPr>
            <p:spPr>
              <a:xfrm>
                <a:off x="32535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h3156"/>
              <p:cNvSpPr/>
              <p:nvPr/>
            </p:nvSpPr>
            <p:spPr>
              <a:xfrm>
                <a:off x="32628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h3157"/>
              <p:cNvSpPr/>
              <p:nvPr/>
            </p:nvSpPr>
            <p:spPr>
              <a:xfrm>
                <a:off x="327210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h3158"/>
              <p:cNvSpPr/>
              <p:nvPr/>
            </p:nvSpPr>
            <p:spPr>
              <a:xfrm>
                <a:off x="32813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h3159"/>
              <p:cNvSpPr/>
              <p:nvPr/>
            </p:nvSpPr>
            <p:spPr>
              <a:xfrm>
                <a:off x="32906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h3160"/>
              <p:cNvSpPr/>
              <p:nvPr/>
            </p:nvSpPr>
            <p:spPr>
              <a:xfrm>
                <a:off x="32998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h3161"/>
              <p:cNvSpPr/>
              <p:nvPr/>
            </p:nvSpPr>
            <p:spPr>
              <a:xfrm>
                <a:off x="330915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h3162"/>
              <p:cNvSpPr/>
              <p:nvPr/>
            </p:nvSpPr>
            <p:spPr>
              <a:xfrm>
                <a:off x="33184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h3163"/>
              <p:cNvSpPr/>
              <p:nvPr/>
            </p:nvSpPr>
            <p:spPr>
              <a:xfrm>
                <a:off x="33276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h3164"/>
              <p:cNvSpPr/>
              <p:nvPr/>
            </p:nvSpPr>
            <p:spPr>
              <a:xfrm>
                <a:off x="3336941" y="21538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58" y="900230"/>
                    </a:lnTo>
                    <a:lnTo>
                      <a:pt x="921753" y="910513"/>
                    </a:lnTo>
                    <a:lnTo>
                      <a:pt x="920907" y="914400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h3165"/>
              <p:cNvSpPr/>
              <p:nvPr/>
            </p:nvSpPr>
            <p:spPr>
              <a:xfrm>
                <a:off x="3346203" y="2136594"/>
                <a:ext cx="914869" cy="917447"/>
              </a:xfrm>
              <a:custGeom>
                <a:avLst/>
                <a:gdLst/>
                <a:ahLst/>
                <a:cxnLst/>
                <a:rect l="0" t="0" r="0" b="0"/>
                <a:pathLst>
                  <a:path w="914869" h="917447">
                    <a:moveTo>
                      <a:pt x="914400" y="914400"/>
                    </a:moveTo>
                    <a:lnTo>
                      <a:pt x="914869" y="914400"/>
                    </a:lnTo>
                    <a:lnTo>
                      <a:pt x="914400" y="917447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h3166"/>
              <p:cNvSpPr/>
              <p:nvPr/>
            </p:nvSpPr>
            <p:spPr>
              <a:xfrm>
                <a:off x="2336621" y="2119356"/>
                <a:ext cx="914400" cy="9310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3">
                    <a:moveTo>
                      <a:pt x="914400" y="914400"/>
                    </a:moveTo>
                    <a:lnTo>
                      <a:pt x="914400" y="931023"/>
                    </a:lnTo>
                    <a:lnTo>
                      <a:pt x="911623" y="922808"/>
                    </a:lnTo>
                    <a:lnTo>
                      <a:pt x="911493" y="922374"/>
                    </a:lnTo>
                    <a:lnTo>
                      <a:pt x="908119" y="918196"/>
                    </a:lnTo>
                    <a:lnTo>
                      <a:pt x="905377" y="91440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h3167"/>
              <p:cNvSpPr/>
              <p:nvPr/>
            </p:nvSpPr>
            <p:spPr>
              <a:xfrm>
                <a:off x="23366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07" y="931638"/>
                    </a:lnTo>
                    <a:lnTo>
                      <a:pt x="914400" y="931023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h3168"/>
              <p:cNvSpPr/>
              <p:nvPr/>
            </p:nvSpPr>
            <p:spPr>
              <a:xfrm>
                <a:off x="23458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h3169"/>
              <p:cNvSpPr/>
              <p:nvPr/>
            </p:nvSpPr>
            <p:spPr>
              <a:xfrm>
                <a:off x="235514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h3170"/>
              <p:cNvSpPr/>
              <p:nvPr/>
            </p:nvSpPr>
            <p:spPr>
              <a:xfrm>
                <a:off x="23644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h3171"/>
              <p:cNvSpPr/>
              <p:nvPr/>
            </p:nvSpPr>
            <p:spPr>
              <a:xfrm>
                <a:off x="23736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h3172"/>
              <p:cNvSpPr/>
              <p:nvPr/>
            </p:nvSpPr>
            <p:spPr>
              <a:xfrm>
                <a:off x="23829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h3173"/>
              <p:cNvSpPr/>
              <p:nvPr/>
            </p:nvSpPr>
            <p:spPr>
              <a:xfrm>
                <a:off x="239219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h3174"/>
              <p:cNvSpPr/>
              <p:nvPr/>
            </p:nvSpPr>
            <p:spPr>
              <a:xfrm>
                <a:off x="24014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h3175"/>
              <p:cNvSpPr/>
              <p:nvPr/>
            </p:nvSpPr>
            <p:spPr>
              <a:xfrm>
                <a:off x="24107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h3176"/>
              <p:cNvSpPr/>
              <p:nvPr/>
            </p:nvSpPr>
            <p:spPr>
              <a:xfrm>
                <a:off x="24199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h3177"/>
              <p:cNvSpPr/>
              <p:nvPr/>
            </p:nvSpPr>
            <p:spPr>
              <a:xfrm>
                <a:off x="24292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h3178"/>
              <p:cNvSpPr/>
              <p:nvPr/>
            </p:nvSpPr>
            <p:spPr>
              <a:xfrm>
                <a:off x="243850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h3179"/>
              <p:cNvSpPr/>
              <p:nvPr/>
            </p:nvSpPr>
            <p:spPr>
              <a:xfrm>
                <a:off x="24477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h3180"/>
              <p:cNvSpPr/>
              <p:nvPr/>
            </p:nvSpPr>
            <p:spPr>
              <a:xfrm>
                <a:off x="24570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h3181"/>
              <p:cNvSpPr/>
              <p:nvPr/>
            </p:nvSpPr>
            <p:spPr>
              <a:xfrm>
                <a:off x="24662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h3182"/>
              <p:cNvSpPr/>
              <p:nvPr/>
            </p:nvSpPr>
            <p:spPr>
              <a:xfrm>
                <a:off x="247555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h3183"/>
              <p:cNvSpPr/>
              <p:nvPr/>
            </p:nvSpPr>
            <p:spPr>
              <a:xfrm>
                <a:off x="24848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h3184"/>
              <p:cNvSpPr/>
              <p:nvPr/>
            </p:nvSpPr>
            <p:spPr>
              <a:xfrm>
                <a:off x="24940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h3185"/>
              <p:cNvSpPr/>
              <p:nvPr/>
            </p:nvSpPr>
            <p:spPr>
              <a:xfrm>
                <a:off x="25033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h3186"/>
              <p:cNvSpPr/>
              <p:nvPr/>
            </p:nvSpPr>
            <p:spPr>
              <a:xfrm>
                <a:off x="251260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h3187"/>
              <p:cNvSpPr/>
              <p:nvPr/>
            </p:nvSpPr>
            <p:spPr>
              <a:xfrm>
                <a:off x="252186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h3188"/>
              <p:cNvSpPr/>
              <p:nvPr/>
            </p:nvSpPr>
            <p:spPr>
              <a:xfrm>
                <a:off x="253112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h3189"/>
              <p:cNvSpPr/>
              <p:nvPr/>
            </p:nvSpPr>
            <p:spPr>
              <a:xfrm>
                <a:off x="254039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h3190"/>
              <p:cNvSpPr/>
              <p:nvPr/>
            </p:nvSpPr>
            <p:spPr>
              <a:xfrm>
                <a:off x="254965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h3191"/>
              <p:cNvSpPr/>
              <p:nvPr/>
            </p:nvSpPr>
            <p:spPr>
              <a:xfrm>
                <a:off x="255891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h3192"/>
              <p:cNvSpPr/>
              <p:nvPr/>
            </p:nvSpPr>
            <p:spPr>
              <a:xfrm>
                <a:off x="256817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h3193"/>
              <p:cNvSpPr/>
              <p:nvPr/>
            </p:nvSpPr>
            <p:spPr>
              <a:xfrm>
                <a:off x="257743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h3194"/>
              <p:cNvSpPr/>
              <p:nvPr/>
            </p:nvSpPr>
            <p:spPr>
              <a:xfrm>
                <a:off x="258670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h3195"/>
              <p:cNvSpPr/>
              <p:nvPr/>
            </p:nvSpPr>
            <p:spPr>
              <a:xfrm>
                <a:off x="259596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h3196"/>
              <p:cNvSpPr/>
              <p:nvPr/>
            </p:nvSpPr>
            <p:spPr>
              <a:xfrm>
                <a:off x="260522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h3197"/>
              <p:cNvSpPr/>
              <p:nvPr/>
            </p:nvSpPr>
            <p:spPr>
              <a:xfrm>
                <a:off x="261448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h3198"/>
              <p:cNvSpPr/>
              <p:nvPr/>
            </p:nvSpPr>
            <p:spPr>
              <a:xfrm>
                <a:off x="262375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h3199"/>
              <p:cNvSpPr/>
              <p:nvPr/>
            </p:nvSpPr>
            <p:spPr>
              <a:xfrm>
                <a:off x="263301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h3200"/>
              <p:cNvSpPr/>
              <p:nvPr/>
            </p:nvSpPr>
            <p:spPr>
              <a:xfrm>
                <a:off x="264227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h3201"/>
              <p:cNvSpPr/>
              <p:nvPr/>
            </p:nvSpPr>
            <p:spPr>
              <a:xfrm>
                <a:off x="2660799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1676" y="897161"/>
                    </a:lnTo>
                    <a:lnTo>
                      <a:pt x="913521" y="902450"/>
                    </a:lnTo>
                    <a:lnTo>
                      <a:pt x="914400" y="905284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h3202"/>
              <p:cNvSpPr/>
              <p:nvPr/>
            </p:nvSpPr>
            <p:spPr>
              <a:xfrm>
                <a:off x="2660799" y="2136594"/>
                <a:ext cx="9171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2" h="914400">
                    <a:moveTo>
                      <a:pt x="914400" y="914400"/>
                    </a:moveTo>
                    <a:lnTo>
                      <a:pt x="914400" y="905284"/>
                    </a:lnTo>
                    <a:lnTo>
                      <a:pt x="916453" y="911910"/>
                    </a:lnTo>
                    <a:lnTo>
                      <a:pt x="917132" y="91440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h3203"/>
              <p:cNvSpPr/>
              <p:nvPr/>
            </p:nvSpPr>
            <p:spPr>
              <a:xfrm>
                <a:off x="3086861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04" y="914400"/>
                    </a:lnTo>
                    <a:lnTo>
                      <a:pt x="913955" y="914018"/>
                    </a:lnTo>
                    <a:lnTo>
                      <a:pt x="914148" y="913532"/>
                    </a:lnTo>
                    <a:lnTo>
                      <a:pt x="914341" y="913045"/>
                    </a:lnTo>
                    <a:lnTo>
                      <a:pt x="914400" y="91289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h3204"/>
              <p:cNvSpPr/>
              <p:nvPr/>
            </p:nvSpPr>
            <p:spPr>
              <a:xfrm>
                <a:off x="3096123" y="21193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136"/>
                    </a:lnTo>
                    <a:lnTo>
                      <a:pt x="905272" y="929797"/>
                    </a:lnTo>
                    <a:lnTo>
                      <a:pt x="905465" y="929310"/>
                    </a:lnTo>
                    <a:lnTo>
                      <a:pt x="905658" y="928823"/>
                    </a:lnTo>
                    <a:lnTo>
                      <a:pt x="905851" y="928337"/>
                    </a:lnTo>
                    <a:lnTo>
                      <a:pt x="906044" y="927850"/>
                    </a:lnTo>
                    <a:lnTo>
                      <a:pt x="906237" y="927364"/>
                    </a:lnTo>
                    <a:lnTo>
                      <a:pt x="906430" y="926877"/>
                    </a:lnTo>
                    <a:lnTo>
                      <a:pt x="906623" y="926390"/>
                    </a:lnTo>
                    <a:lnTo>
                      <a:pt x="906817" y="925904"/>
                    </a:lnTo>
                    <a:lnTo>
                      <a:pt x="907010" y="925417"/>
                    </a:lnTo>
                    <a:lnTo>
                      <a:pt x="907203" y="924930"/>
                    </a:lnTo>
                    <a:lnTo>
                      <a:pt x="907396" y="924444"/>
                    </a:lnTo>
                    <a:lnTo>
                      <a:pt x="907589" y="923957"/>
                    </a:lnTo>
                    <a:lnTo>
                      <a:pt x="907782" y="923471"/>
                    </a:lnTo>
                    <a:lnTo>
                      <a:pt x="907976" y="922984"/>
                    </a:lnTo>
                    <a:lnTo>
                      <a:pt x="908169" y="922497"/>
                    </a:lnTo>
                    <a:lnTo>
                      <a:pt x="908362" y="922011"/>
                    </a:lnTo>
                    <a:lnTo>
                      <a:pt x="908555" y="921524"/>
                    </a:lnTo>
                    <a:lnTo>
                      <a:pt x="908749" y="921038"/>
                    </a:lnTo>
                    <a:lnTo>
                      <a:pt x="908942" y="920551"/>
                    </a:lnTo>
                    <a:lnTo>
                      <a:pt x="909135" y="920064"/>
                    </a:lnTo>
                    <a:lnTo>
                      <a:pt x="909329" y="919578"/>
                    </a:lnTo>
                    <a:lnTo>
                      <a:pt x="909522" y="919091"/>
                    </a:lnTo>
                    <a:lnTo>
                      <a:pt x="909715" y="918605"/>
                    </a:lnTo>
                    <a:lnTo>
                      <a:pt x="909909" y="918118"/>
                    </a:lnTo>
                    <a:lnTo>
                      <a:pt x="910102" y="917631"/>
                    </a:lnTo>
                    <a:lnTo>
                      <a:pt x="910295" y="917145"/>
                    </a:lnTo>
                    <a:lnTo>
                      <a:pt x="910489" y="916658"/>
                    </a:lnTo>
                    <a:lnTo>
                      <a:pt x="910682" y="916172"/>
                    </a:lnTo>
                    <a:lnTo>
                      <a:pt x="910876" y="915685"/>
                    </a:lnTo>
                    <a:lnTo>
                      <a:pt x="911069" y="915199"/>
                    </a:lnTo>
                    <a:lnTo>
                      <a:pt x="911263" y="914712"/>
                    </a:lnTo>
                    <a:lnTo>
                      <a:pt x="911387" y="914400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h3205"/>
              <p:cNvSpPr/>
              <p:nvPr/>
            </p:nvSpPr>
            <p:spPr>
              <a:xfrm>
                <a:off x="309612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h3206"/>
              <p:cNvSpPr/>
              <p:nvPr/>
            </p:nvSpPr>
            <p:spPr>
              <a:xfrm>
                <a:off x="310538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h3207"/>
              <p:cNvSpPr/>
              <p:nvPr/>
            </p:nvSpPr>
            <p:spPr>
              <a:xfrm>
                <a:off x="311464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h3208"/>
              <p:cNvSpPr/>
              <p:nvPr/>
            </p:nvSpPr>
            <p:spPr>
              <a:xfrm>
                <a:off x="312391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h3209"/>
              <p:cNvSpPr/>
              <p:nvPr/>
            </p:nvSpPr>
            <p:spPr>
              <a:xfrm>
                <a:off x="313317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h3210"/>
              <p:cNvSpPr/>
              <p:nvPr/>
            </p:nvSpPr>
            <p:spPr>
              <a:xfrm>
                <a:off x="314243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h3211"/>
              <p:cNvSpPr/>
              <p:nvPr/>
            </p:nvSpPr>
            <p:spPr>
              <a:xfrm>
                <a:off x="315169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h3212"/>
              <p:cNvSpPr/>
              <p:nvPr/>
            </p:nvSpPr>
            <p:spPr>
              <a:xfrm>
                <a:off x="316095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h3213"/>
              <p:cNvSpPr/>
              <p:nvPr/>
            </p:nvSpPr>
            <p:spPr>
              <a:xfrm>
                <a:off x="31702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h3214"/>
              <p:cNvSpPr/>
              <p:nvPr/>
            </p:nvSpPr>
            <p:spPr>
              <a:xfrm>
                <a:off x="31794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h3215"/>
              <p:cNvSpPr/>
              <p:nvPr/>
            </p:nvSpPr>
            <p:spPr>
              <a:xfrm>
                <a:off x="318874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h3216"/>
              <p:cNvSpPr/>
              <p:nvPr/>
            </p:nvSpPr>
            <p:spPr>
              <a:xfrm>
                <a:off x="31980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h3217"/>
              <p:cNvSpPr/>
              <p:nvPr/>
            </p:nvSpPr>
            <p:spPr>
              <a:xfrm>
                <a:off x="32072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h3218"/>
              <p:cNvSpPr/>
              <p:nvPr/>
            </p:nvSpPr>
            <p:spPr>
              <a:xfrm>
                <a:off x="32165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h3219"/>
              <p:cNvSpPr/>
              <p:nvPr/>
            </p:nvSpPr>
            <p:spPr>
              <a:xfrm>
                <a:off x="322579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h3220"/>
              <p:cNvSpPr/>
              <p:nvPr/>
            </p:nvSpPr>
            <p:spPr>
              <a:xfrm>
                <a:off x="32350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BA353">
                  <a:alpha val="100000"/>
                </a:srgbClr>
              </a:solidFill>
              <a:ln w="5420" cap="flat">
                <a:solidFill>
                  <a:srgbClr val="3B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h3221"/>
              <p:cNvSpPr/>
              <p:nvPr/>
            </p:nvSpPr>
            <p:spPr>
              <a:xfrm>
                <a:off x="32443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h3222"/>
              <p:cNvSpPr/>
              <p:nvPr/>
            </p:nvSpPr>
            <p:spPr>
              <a:xfrm>
                <a:off x="32535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h3223"/>
              <p:cNvSpPr/>
              <p:nvPr/>
            </p:nvSpPr>
            <p:spPr>
              <a:xfrm>
                <a:off x="32628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h3224"/>
              <p:cNvSpPr/>
              <p:nvPr/>
            </p:nvSpPr>
            <p:spPr>
              <a:xfrm>
                <a:off x="327210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h3225"/>
              <p:cNvSpPr/>
              <p:nvPr/>
            </p:nvSpPr>
            <p:spPr>
              <a:xfrm>
                <a:off x="32813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h3226"/>
              <p:cNvSpPr/>
              <p:nvPr/>
            </p:nvSpPr>
            <p:spPr>
              <a:xfrm>
                <a:off x="32906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h3227"/>
              <p:cNvSpPr/>
              <p:nvPr/>
            </p:nvSpPr>
            <p:spPr>
              <a:xfrm>
                <a:off x="32998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h3228"/>
              <p:cNvSpPr/>
              <p:nvPr/>
            </p:nvSpPr>
            <p:spPr>
              <a:xfrm>
                <a:off x="330915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h3229"/>
              <p:cNvSpPr/>
              <p:nvPr/>
            </p:nvSpPr>
            <p:spPr>
              <a:xfrm>
                <a:off x="33184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h3230"/>
              <p:cNvSpPr/>
              <p:nvPr/>
            </p:nvSpPr>
            <p:spPr>
              <a:xfrm>
                <a:off x="33276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h3231"/>
              <p:cNvSpPr/>
              <p:nvPr/>
            </p:nvSpPr>
            <p:spPr>
              <a:xfrm>
                <a:off x="33369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h3232"/>
              <p:cNvSpPr/>
              <p:nvPr/>
            </p:nvSpPr>
            <p:spPr>
              <a:xfrm>
                <a:off x="3346203" y="2136594"/>
                <a:ext cx="917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3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31" y="897161"/>
                    </a:lnTo>
                    <a:lnTo>
                      <a:pt x="916009" y="907012"/>
                    </a:lnTo>
                    <a:lnTo>
                      <a:pt x="914869" y="914400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h3233"/>
              <p:cNvSpPr/>
              <p:nvPr/>
            </p:nvSpPr>
            <p:spPr>
              <a:xfrm>
                <a:off x="2318097" y="2102118"/>
                <a:ext cx="914400" cy="91676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761">
                    <a:moveTo>
                      <a:pt x="914400" y="914400"/>
                    </a:moveTo>
                    <a:lnTo>
                      <a:pt x="914400" y="916761"/>
                    </a:lnTo>
                    <a:lnTo>
                      <a:pt x="913213" y="914727"/>
                    </a:lnTo>
                    <a:lnTo>
                      <a:pt x="913040" y="914400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h3234"/>
              <p:cNvSpPr/>
              <p:nvPr/>
            </p:nvSpPr>
            <p:spPr>
              <a:xfrm>
                <a:off x="2318097" y="2102118"/>
                <a:ext cx="923662" cy="93130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0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07"/>
                    </a:lnTo>
                    <a:lnTo>
                      <a:pt x="921975" y="928971"/>
                    </a:lnTo>
                    <a:lnTo>
                      <a:pt x="917493" y="922063"/>
                    </a:lnTo>
                    <a:lnTo>
                      <a:pt x="914400" y="916761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h3235"/>
              <p:cNvSpPr/>
              <p:nvPr/>
            </p:nvSpPr>
            <p:spPr>
              <a:xfrm>
                <a:off x="23273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39" y="931638"/>
                    </a:lnTo>
                    <a:lnTo>
                      <a:pt x="914400" y="931307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h3236"/>
              <p:cNvSpPr/>
              <p:nvPr/>
            </p:nvSpPr>
            <p:spPr>
              <a:xfrm>
                <a:off x="23366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h3237"/>
              <p:cNvSpPr/>
              <p:nvPr/>
            </p:nvSpPr>
            <p:spPr>
              <a:xfrm>
                <a:off x="23458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h3238"/>
              <p:cNvSpPr/>
              <p:nvPr/>
            </p:nvSpPr>
            <p:spPr>
              <a:xfrm>
                <a:off x="235514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h3239"/>
              <p:cNvSpPr/>
              <p:nvPr/>
            </p:nvSpPr>
            <p:spPr>
              <a:xfrm>
                <a:off x="23644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h3240"/>
              <p:cNvSpPr/>
              <p:nvPr/>
            </p:nvSpPr>
            <p:spPr>
              <a:xfrm>
                <a:off x="23736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h3241"/>
              <p:cNvSpPr/>
              <p:nvPr/>
            </p:nvSpPr>
            <p:spPr>
              <a:xfrm>
                <a:off x="23829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h3242"/>
              <p:cNvSpPr/>
              <p:nvPr/>
            </p:nvSpPr>
            <p:spPr>
              <a:xfrm>
                <a:off x="239219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h3243"/>
              <p:cNvSpPr/>
              <p:nvPr/>
            </p:nvSpPr>
            <p:spPr>
              <a:xfrm>
                <a:off x="24014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h3244"/>
              <p:cNvSpPr/>
              <p:nvPr/>
            </p:nvSpPr>
            <p:spPr>
              <a:xfrm>
                <a:off x="24107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h3245"/>
              <p:cNvSpPr/>
              <p:nvPr/>
            </p:nvSpPr>
            <p:spPr>
              <a:xfrm>
                <a:off x="24199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h3246"/>
              <p:cNvSpPr/>
              <p:nvPr/>
            </p:nvSpPr>
            <p:spPr>
              <a:xfrm>
                <a:off x="24292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h3247"/>
              <p:cNvSpPr/>
              <p:nvPr/>
            </p:nvSpPr>
            <p:spPr>
              <a:xfrm>
                <a:off x="243850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h3248"/>
              <p:cNvSpPr/>
              <p:nvPr/>
            </p:nvSpPr>
            <p:spPr>
              <a:xfrm>
                <a:off x="24477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h3249"/>
              <p:cNvSpPr/>
              <p:nvPr/>
            </p:nvSpPr>
            <p:spPr>
              <a:xfrm>
                <a:off x="24570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h3250"/>
              <p:cNvSpPr/>
              <p:nvPr/>
            </p:nvSpPr>
            <p:spPr>
              <a:xfrm>
                <a:off x="24662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h3251"/>
              <p:cNvSpPr/>
              <p:nvPr/>
            </p:nvSpPr>
            <p:spPr>
              <a:xfrm>
                <a:off x="247555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h3252"/>
              <p:cNvSpPr/>
              <p:nvPr/>
            </p:nvSpPr>
            <p:spPr>
              <a:xfrm>
                <a:off x="24848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h3253"/>
              <p:cNvSpPr/>
              <p:nvPr/>
            </p:nvSpPr>
            <p:spPr>
              <a:xfrm>
                <a:off x="24940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h3254"/>
              <p:cNvSpPr/>
              <p:nvPr/>
            </p:nvSpPr>
            <p:spPr>
              <a:xfrm>
                <a:off x="25033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h3255"/>
              <p:cNvSpPr/>
              <p:nvPr/>
            </p:nvSpPr>
            <p:spPr>
              <a:xfrm>
                <a:off x="251260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h3256"/>
              <p:cNvSpPr/>
              <p:nvPr/>
            </p:nvSpPr>
            <p:spPr>
              <a:xfrm>
                <a:off x="252186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h3257"/>
              <p:cNvSpPr/>
              <p:nvPr/>
            </p:nvSpPr>
            <p:spPr>
              <a:xfrm>
                <a:off x="253112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h3258"/>
              <p:cNvSpPr/>
              <p:nvPr/>
            </p:nvSpPr>
            <p:spPr>
              <a:xfrm>
                <a:off x="254039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h3259"/>
              <p:cNvSpPr/>
              <p:nvPr/>
            </p:nvSpPr>
            <p:spPr>
              <a:xfrm>
                <a:off x="254965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h3260"/>
              <p:cNvSpPr/>
              <p:nvPr/>
            </p:nvSpPr>
            <p:spPr>
              <a:xfrm>
                <a:off x="255891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h3261"/>
              <p:cNvSpPr/>
              <p:nvPr/>
            </p:nvSpPr>
            <p:spPr>
              <a:xfrm>
                <a:off x="256817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h3262"/>
              <p:cNvSpPr/>
              <p:nvPr/>
            </p:nvSpPr>
            <p:spPr>
              <a:xfrm>
                <a:off x="257743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h3263"/>
              <p:cNvSpPr/>
              <p:nvPr/>
            </p:nvSpPr>
            <p:spPr>
              <a:xfrm>
                <a:off x="258670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h3264"/>
              <p:cNvSpPr/>
              <p:nvPr/>
            </p:nvSpPr>
            <p:spPr>
              <a:xfrm>
                <a:off x="259596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h3265"/>
              <p:cNvSpPr/>
              <p:nvPr/>
            </p:nvSpPr>
            <p:spPr>
              <a:xfrm>
                <a:off x="260522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h3266"/>
              <p:cNvSpPr/>
              <p:nvPr/>
            </p:nvSpPr>
            <p:spPr>
              <a:xfrm>
                <a:off x="261448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h3267"/>
              <p:cNvSpPr/>
              <p:nvPr/>
            </p:nvSpPr>
            <p:spPr>
              <a:xfrm>
                <a:off x="262375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h3268"/>
              <p:cNvSpPr/>
              <p:nvPr/>
            </p:nvSpPr>
            <p:spPr>
              <a:xfrm>
                <a:off x="263301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h3269"/>
              <p:cNvSpPr/>
              <p:nvPr/>
            </p:nvSpPr>
            <p:spPr>
              <a:xfrm>
                <a:off x="2651537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1" y="897161"/>
                    </a:lnTo>
                    <a:lnTo>
                      <a:pt x="914400" y="89770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h3270"/>
              <p:cNvSpPr/>
              <p:nvPr/>
            </p:nvSpPr>
            <p:spPr>
              <a:xfrm>
                <a:off x="2651537" y="2119356"/>
                <a:ext cx="92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8" h="914400">
                    <a:moveTo>
                      <a:pt x="914400" y="914400"/>
                    </a:moveTo>
                    <a:lnTo>
                      <a:pt x="914400" y="897709"/>
                    </a:lnTo>
                    <a:lnTo>
                      <a:pt x="916137" y="901695"/>
                    </a:lnTo>
                    <a:lnTo>
                      <a:pt x="919588" y="910528"/>
                    </a:lnTo>
                    <a:lnTo>
                      <a:pt x="920938" y="914400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h3271"/>
              <p:cNvSpPr/>
              <p:nvPr/>
            </p:nvSpPr>
            <p:spPr>
              <a:xfrm>
                <a:off x="3096123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87" y="914400"/>
                    </a:lnTo>
                    <a:lnTo>
                      <a:pt x="911456" y="914225"/>
                    </a:lnTo>
                    <a:lnTo>
                      <a:pt x="914400" y="907192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h3272"/>
              <p:cNvSpPr/>
              <p:nvPr/>
            </p:nvSpPr>
            <p:spPr>
              <a:xfrm>
                <a:off x="3105386" y="21021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430"/>
                    </a:lnTo>
                    <a:lnTo>
                      <a:pt x="905552" y="923440"/>
                    </a:lnTo>
                    <a:lnTo>
                      <a:pt x="909118" y="915732"/>
                    </a:lnTo>
                    <a:lnTo>
                      <a:pt x="909798" y="914400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h3273"/>
              <p:cNvSpPr/>
              <p:nvPr/>
            </p:nvSpPr>
            <p:spPr>
              <a:xfrm>
                <a:off x="310538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h3274"/>
              <p:cNvSpPr/>
              <p:nvPr/>
            </p:nvSpPr>
            <p:spPr>
              <a:xfrm>
                <a:off x="311464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h3275"/>
              <p:cNvSpPr/>
              <p:nvPr/>
            </p:nvSpPr>
            <p:spPr>
              <a:xfrm>
                <a:off x="312391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h3276"/>
              <p:cNvSpPr/>
              <p:nvPr/>
            </p:nvSpPr>
            <p:spPr>
              <a:xfrm>
                <a:off x="313317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h3277"/>
              <p:cNvSpPr/>
              <p:nvPr/>
            </p:nvSpPr>
            <p:spPr>
              <a:xfrm>
                <a:off x="314243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h3278"/>
              <p:cNvSpPr/>
              <p:nvPr/>
            </p:nvSpPr>
            <p:spPr>
              <a:xfrm>
                <a:off x="315169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h3279"/>
              <p:cNvSpPr/>
              <p:nvPr/>
            </p:nvSpPr>
            <p:spPr>
              <a:xfrm>
                <a:off x="31609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h3280"/>
              <p:cNvSpPr/>
              <p:nvPr/>
            </p:nvSpPr>
            <p:spPr>
              <a:xfrm>
                <a:off x="31702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h3281"/>
              <p:cNvSpPr/>
              <p:nvPr/>
            </p:nvSpPr>
            <p:spPr>
              <a:xfrm>
                <a:off x="31794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h3282"/>
              <p:cNvSpPr/>
              <p:nvPr/>
            </p:nvSpPr>
            <p:spPr>
              <a:xfrm>
                <a:off x="318874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h3283"/>
              <p:cNvSpPr/>
              <p:nvPr/>
            </p:nvSpPr>
            <p:spPr>
              <a:xfrm>
                <a:off x="31980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h3284"/>
              <p:cNvSpPr/>
              <p:nvPr/>
            </p:nvSpPr>
            <p:spPr>
              <a:xfrm>
                <a:off x="32072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h3285"/>
              <p:cNvSpPr/>
              <p:nvPr/>
            </p:nvSpPr>
            <p:spPr>
              <a:xfrm>
                <a:off x="32165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h3286"/>
              <p:cNvSpPr/>
              <p:nvPr/>
            </p:nvSpPr>
            <p:spPr>
              <a:xfrm>
                <a:off x="322579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h3287"/>
              <p:cNvSpPr/>
              <p:nvPr/>
            </p:nvSpPr>
            <p:spPr>
              <a:xfrm>
                <a:off x="32350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h3288"/>
              <p:cNvSpPr/>
              <p:nvPr/>
            </p:nvSpPr>
            <p:spPr>
              <a:xfrm>
                <a:off x="32443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h3289"/>
              <p:cNvSpPr/>
              <p:nvPr/>
            </p:nvSpPr>
            <p:spPr>
              <a:xfrm>
                <a:off x="32535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h3290"/>
              <p:cNvSpPr/>
              <p:nvPr/>
            </p:nvSpPr>
            <p:spPr>
              <a:xfrm>
                <a:off x="32628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h3291"/>
              <p:cNvSpPr/>
              <p:nvPr/>
            </p:nvSpPr>
            <p:spPr>
              <a:xfrm>
                <a:off x="327210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h3292"/>
              <p:cNvSpPr/>
              <p:nvPr/>
            </p:nvSpPr>
            <p:spPr>
              <a:xfrm>
                <a:off x="32813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h3293"/>
              <p:cNvSpPr/>
              <p:nvPr/>
            </p:nvSpPr>
            <p:spPr>
              <a:xfrm>
                <a:off x="32906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h3294"/>
              <p:cNvSpPr/>
              <p:nvPr/>
            </p:nvSpPr>
            <p:spPr>
              <a:xfrm>
                <a:off x="32998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h3295"/>
              <p:cNvSpPr/>
              <p:nvPr/>
            </p:nvSpPr>
            <p:spPr>
              <a:xfrm>
                <a:off x="330915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h3296"/>
              <p:cNvSpPr/>
              <p:nvPr/>
            </p:nvSpPr>
            <p:spPr>
              <a:xfrm>
                <a:off x="33184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h3297"/>
              <p:cNvSpPr/>
              <p:nvPr/>
            </p:nvSpPr>
            <p:spPr>
              <a:xfrm>
                <a:off x="33276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h3298"/>
              <p:cNvSpPr/>
              <p:nvPr/>
            </p:nvSpPr>
            <p:spPr>
              <a:xfrm>
                <a:off x="33369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h3299"/>
              <p:cNvSpPr/>
              <p:nvPr/>
            </p:nvSpPr>
            <p:spPr>
              <a:xfrm>
                <a:off x="3346203" y="2119356"/>
                <a:ext cx="9187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718" y="897161"/>
                    </a:lnTo>
                    <a:lnTo>
                      <a:pt x="918338" y="902938"/>
                    </a:lnTo>
                    <a:lnTo>
                      <a:pt x="917324" y="913651"/>
                    </a:lnTo>
                    <a:lnTo>
                      <a:pt x="917231" y="914400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h3300"/>
              <p:cNvSpPr/>
              <p:nvPr/>
            </p:nvSpPr>
            <p:spPr>
              <a:xfrm>
                <a:off x="2308835" y="2084879"/>
                <a:ext cx="914400" cy="9157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15">
                    <a:moveTo>
                      <a:pt x="914400" y="914400"/>
                    </a:moveTo>
                    <a:lnTo>
                      <a:pt x="914400" y="915715"/>
                    </a:lnTo>
                    <a:lnTo>
                      <a:pt x="913840" y="914400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h3301"/>
              <p:cNvSpPr/>
              <p:nvPr/>
            </p:nvSpPr>
            <p:spPr>
              <a:xfrm>
                <a:off x="230883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303" y="931638"/>
                    </a:lnTo>
                    <a:lnTo>
                      <a:pt x="918406" y="924224"/>
                    </a:lnTo>
                    <a:lnTo>
                      <a:pt x="914561" y="916095"/>
                    </a:lnTo>
                    <a:lnTo>
                      <a:pt x="914400" y="915715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h3302"/>
              <p:cNvSpPr/>
              <p:nvPr/>
            </p:nvSpPr>
            <p:spPr>
              <a:xfrm>
                <a:off x="23180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h3303"/>
              <p:cNvSpPr/>
              <p:nvPr/>
            </p:nvSpPr>
            <p:spPr>
              <a:xfrm>
                <a:off x="23273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h3304"/>
              <p:cNvSpPr/>
              <p:nvPr/>
            </p:nvSpPr>
            <p:spPr>
              <a:xfrm>
                <a:off x="23366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h3305"/>
              <p:cNvSpPr/>
              <p:nvPr/>
            </p:nvSpPr>
            <p:spPr>
              <a:xfrm>
                <a:off x="23458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h3306"/>
              <p:cNvSpPr/>
              <p:nvPr/>
            </p:nvSpPr>
            <p:spPr>
              <a:xfrm>
                <a:off x="235514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h3307"/>
              <p:cNvSpPr/>
              <p:nvPr/>
            </p:nvSpPr>
            <p:spPr>
              <a:xfrm>
                <a:off x="23644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h3308"/>
              <p:cNvSpPr/>
              <p:nvPr/>
            </p:nvSpPr>
            <p:spPr>
              <a:xfrm>
                <a:off x="23736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h3309"/>
              <p:cNvSpPr/>
              <p:nvPr/>
            </p:nvSpPr>
            <p:spPr>
              <a:xfrm>
                <a:off x="23829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h3310"/>
              <p:cNvSpPr/>
              <p:nvPr/>
            </p:nvSpPr>
            <p:spPr>
              <a:xfrm>
                <a:off x="239219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h3311"/>
              <p:cNvSpPr/>
              <p:nvPr/>
            </p:nvSpPr>
            <p:spPr>
              <a:xfrm>
                <a:off x="24014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h3312"/>
              <p:cNvSpPr/>
              <p:nvPr/>
            </p:nvSpPr>
            <p:spPr>
              <a:xfrm>
                <a:off x="24107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h3313"/>
              <p:cNvSpPr/>
              <p:nvPr/>
            </p:nvSpPr>
            <p:spPr>
              <a:xfrm>
                <a:off x="24199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h3314"/>
              <p:cNvSpPr/>
              <p:nvPr/>
            </p:nvSpPr>
            <p:spPr>
              <a:xfrm>
                <a:off x="24292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h3315"/>
              <p:cNvSpPr/>
              <p:nvPr/>
            </p:nvSpPr>
            <p:spPr>
              <a:xfrm>
                <a:off x="243850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h3316"/>
              <p:cNvSpPr/>
              <p:nvPr/>
            </p:nvSpPr>
            <p:spPr>
              <a:xfrm>
                <a:off x="24477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h3317"/>
              <p:cNvSpPr/>
              <p:nvPr/>
            </p:nvSpPr>
            <p:spPr>
              <a:xfrm>
                <a:off x="24570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h3318"/>
              <p:cNvSpPr/>
              <p:nvPr/>
            </p:nvSpPr>
            <p:spPr>
              <a:xfrm>
                <a:off x="24662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h3319"/>
              <p:cNvSpPr/>
              <p:nvPr/>
            </p:nvSpPr>
            <p:spPr>
              <a:xfrm>
                <a:off x="247555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h3320"/>
              <p:cNvSpPr/>
              <p:nvPr/>
            </p:nvSpPr>
            <p:spPr>
              <a:xfrm>
                <a:off x="24848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h3321"/>
              <p:cNvSpPr/>
              <p:nvPr/>
            </p:nvSpPr>
            <p:spPr>
              <a:xfrm>
                <a:off x="24940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h3322"/>
              <p:cNvSpPr/>
              <p:nvPr/>
            </p:nvSpPr>
            <p:spPr>
              <a:xfrm>
                <a:off x="25033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h3323"/>
              <p:cNvSpPr/>
              <p:nvPr/>
            </p:nvSpPr>
            <p:spPr>
              <a:xfrm>
                <a:off x="251260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h3324"/>
              <p:cNvSpPr/>
              <p:nvPr/>
            </p:nvSpPr>
            <p:spPr>
              <a:xfrm>
                <a:off x="252186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h3325"/>
              <p:cNvSpPr/>
              <p:nvPr/>
            </p:nvSpPr>
            <p:spPr>
              <a:xfrm>
                <a:off x="253112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h3326"/>
              <p:cNvSpPr/>
              <p:nvPr/>
            </p:nvSpPr>
            <p:spPr>
              <a:xfrm>
                <a:off x="254039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h3327"/>
              <p:cNvSpPr/>
              <p:nvPr/>
            </p:nvSpPr>
            <p:spPr>
              <a:xfrm>
                <a:off x="254965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h3328"/>
              <p:cNvSpPr/>
              <p:nvPr/>
            </p:nvSpPr>
            <p:spPr>
              <a:xfrm>
                <a:off x="255891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h3329"/>
              <p:cNvSpPr/>
              <p:nvPr/>
            </p:nvSpPr>
            <p:spPr>
              <a:xfrm>
                <a:off x="256817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h3330"/>
              <p:cNvSpPr/>
              <p:nvPr/>
            </p:nvSpPr>
            <p:spPr>
              <a:xfrm>
                <a:off x="257743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h3331"/>
              <p:cNvSpPr/>
              <p:nvPr/>
            </p:nvSpPr>
            <p:spPr>
              <a:xfrm>
                <a:off x="258670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h3332"/>
              <p:cNvSpPr/>
              <p:nvPr/>
            </p:nvSpPr>
            <p:spPr>
              <a:xfrm>
                <a:off x="259596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h3333"/>
              <p:cNvSpPr/>
              <p:nvPr/>
            </p:nvSpPr>
            <p:spPr>
              <a:xfrm>
                <a:off x="260522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h3334"/>
              <p:cNvSpPr/>
              <p:nvPr/>
            </p:nvSpPr>
            <p:spPr>
              <a:xfrm>
                <a:off x="261448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h3335"/>
              <p:cNvSpPr/>
              <p:nvPr/>
            </p:nvSpPr>
            <p:spPr>
              <a:xfrm>
                <a:off x="262375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h3336"/>
              <p:cNvSpPr/>
              <p:nvPr/>
            </p:nvSpPr>
            <p:spPr>
              <a:xfrm>
                <a:off x="263301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h3337"/>
              <p:cNvSpPr/>
              <p:nvPr/>
            </p:nvSpPr>
            <p:spPr>
              <a:xfrm>
                <a:off x="2642274" y="2102118"/>
                <a:ext cx="9234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76" y="897161"/>
                    </a:lnTo>
                    <a:lnTo>
                      <a:pt x="917771" y="902345"/>
                    </a:lnTo>
                    <a:lnTo>
                      <a:pt x="921703" y="910452"/>
                    </a:lnTo>
                    <a:lnTo>
                      <a:pt x="923423" y="914400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h3338"/>
              <p:cNvSpPr/>
              <p:nvPr/>
            </p:nvSpPr>
            <p:spPr>
              <a:xfrm>
                <a:off x="3105386" y="21021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98" y="914400"/>
                    </a:lnTo>
                    <a:lnTo>
                      <a:pt x="912883" y="908360"/>
                    </a:lnTo>
                    <a:lnTo>
                      <a:pt x="914400" y="9056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h3339"/>
              <p:cNvSpPr/>
              <p:nvPr/>
            </p:nvSpPr>
            <p:spPr>
              <a:xfrm>
                <a:off x="3114648" y="20848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907"/>
                    </a:lnTo>
                    <a:lnTo>
                      <a:pt x="907576" y="918580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h3340"/>
              <p:cNvSpPr/>
              <p:nvPr/>
            </p:nvSpPr>
            <p:spPr>
              <a:xfrm>
                <a:off x="311464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h3341"/>
              <p:cNvSpPr/>
              <p:nvPr/>
            </p:nvSpPr>
            <p:spPr>
              <a:xfrm>
                <a:off x="312391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h3342"/>
              <p:cNvSpPr/>
              <p:nvPr/>
            </p:nvSpPr>
            <p:spPr>
              <a:xfrm>
                <a:off x="313317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h3343"/>
              <p:cNvSpPr/>
              <p:nvPr/>
            </p:nvSpPr>
            <p:spPr>
              <a:xfrm>
                <a:off x="314243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h3344"/>
              <p:cNvSpPr/>
              <p:nvPr/>
            </p:nvSpPr>
            <p:spPr>
              <a:xfrm>
                <a:off x="31516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h3345"/>
              <p:cNvSpPr/>
              <p:nvPr/>
            </p:nvSpPr>
            <p:spPr>
              <a:xfrm>
                <a:off x="31609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h3346"/>
              <p:cNvSpPr/>
              <p:nvPr/>
            </p:nvSpPr>
            <p:spPr>
              <a:xfrm>
                <a:off x="31702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h3347"/>
              <p:cNvSpPr/>
              <p:nvPr/>
            </p:nvSpPr>
            <p:spPr>
              <a:xfrm>
                <a:off x="31794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h3348"/>
              <p:cNvSpPr/>
              <p:nvPr/>
            </p:nvSpPr>
            <p:spPr>
              <a:xfrm>
                <a:off x="318874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h3349"/>
              <p:cNvSpPr/>
              <p:nvPr/>
            </p:nvSpPr>
            <p:spPr>
              <a:xfrm>
                <a:off x="31980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h3350"/>
              <p:cNvSpPr/>
              <p:nvPr/>
            </p:nvSpPr>
            <p:spPr>
              <a:xfrm>
                <a:off x="32072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h3351"/>
              <p:cNvSpPr/>
              <p:nvPr/>
            </p:nvSpPr>
            <p:spPr>
              <a:xfrm>
                <a:off x="32165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h3352"/>
              <p:cNvSpPr/>
              <p:nvPr/>
            </p:nvSpPr>
            <p:spPr>
              <a:xfrm>
                <a:off x="322579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h3353"/>
              <p:cNvSpPr/>
              <p:nvPr/>
            </p:nvSpPr>
            <p:spPr>
              <a:xfrm>
                <a:off x="32350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h3354"/>
              <p:cNvSpPr/>
              <p:nvPr/>
            </p:nvSpPr>
            <p:spPr>
              <a:xfrm>
                <a:off x="32443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h3355"/>
              <p:cNvSpPr/>
              <p:nvPr/>
            </p:nvSpPr>
            <p:spPr>
              <a:xfrm>
                <a:off x="32535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h3356"/>
              <p:cNvSpPr/>
              <p:nvPr/>
            </p:nvSpPr>
            <p:spPr>
              <a:xfrm>
                <a:off x="32628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h3357"/>
              <p:cNvSpPr/>
              <p:nvPr/>
            </p:nvSpPr>
            <p:spPr>
              <a:xfrm>
                <a:off x="327210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h3358"/>
              <p:cNvSpPr/>
              <p:nvPr/>
            </p:nvSpPr>
            <p:spPr>
              <a:xfrm>
                <a:off x="32813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h3359"/>
              <p:cNvSpPr/>
              <p:nvPr/>
            </p:nvSpPr>
            <p:spPr>
              <a:xfrm>
                <a:off x="32906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h3360"/>
              <p:cNvSpPr/>
              <p:nvPr/>
            </p:nvSpPr>
            <p:spPr>
              <a:xfrm>
                <a:off x="32998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h3361"/>
              <p:cNvSpPr/>
              <p:nvPr/>
            </p:nvSpPr>
            <p:spPr>
              <a:xfrm>
                <a:off x="330915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h3362"/>
              <p:cNvSpPr/>
              <p:nvPr/>
            </p:nvSpPr>
            <p:spPr>
              <a:xfrm>
                <a:off x="33184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h3363"/>
              <p:cNvSpPr/>
              <p:nvPr/>
            </p:nvSpPr>
            <p:spPr>
              <a:xfrm>
                <a:off x="33276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h3364"/>
              <p:cNvSpPr/>
              <p:nvPr/>
            </p:nvSpPr>
            <p:spPr>
              <a:xfrm>
                <a:off x="33369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h3365"/>
              <p:cNvSpPr/>
              <p:nvPr/>
            </p:nvSpPr>
            <p:spPr>
              <a:xfrm>
                <a:off x="3346203" y="2102118"/>
                <a:ext cx="919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64" y="897161"/>
                    </a:lnTo>
                    <a:lnTo>
                      <a:pt x="919451" y="898527"/>
                    </a:lnTo>
                    <a:lnTo>
                      <a:pt x="919048" y="909379"/>
                    </a:lnTo>
                    <a:lnTo>
                      <a:pt x="918718" y="914400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h3366"/>
              <p:cNvSpPr/>
              <p:nvPr/>
            </p:nvSpPr>
            <p:spPr>
              <a:xfrm>
                <a:off x="2308835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40" y="931638"/>
                    </a:lnTo>
                    <a:lnTo>
                      <a:pt x="910950" y="924842"/>
                    </a:lnTo>
                    <a:lnTo>
                      <a:pt x="907582" y="916011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h3367"/>
              <p:cNvSpPr/>
              <p:nvPr/>
            </p:nvSpPr>
            <p:spPr>
              <a:xfrm>
                <a:off x="230883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h3368"/>
              <p:cNvSpPr/>
              <p:nvPr/>
            </p:nvSpPr>
            <p:spPr>
              <a:xfrm>
                <a:off x="23180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h3369"/>
              <p:cNvSpPr/>
              <p:nvPr/>
            </p:nvSpPr>
            <p:spPr>
              <a:xfrm>
                <a:off x="23273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h3370"/>
              <p:cNvSpPr/>
              <p:nvPr/>
            </p:nvSpPr>
            <p:spPr>
              <a:xfrm>
                <a:off x="23366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h3371"/>
              <p:cNvSpPr/>
              <p:nvPr/>
            </p:nvSpPr>
            <p:spPr>
              <a:xfrm>
                <a:off x="23458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h3372"/>
              <p:cNvSpPr/>
              <p:nvPr/>
            </p:nvSpPr>
            <p:spPr>
              <a:xfrm>
                <a:off x="235514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h3373"/>
              <p:cNvSpPr/>
              <p:nvPr/>
            </p:nvSpPr>
            <p:spPr>
              <a:xfrm>
                <a:off x="23644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h3374"/>
              <p:cNvSpPr/>
              <p:nvPr/>
            </p:nvSpPr>
            <p:spPr>
              <a:xfrm>
                <a:off x="23736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h3375"/>
              <p:cNvSpPr/>
              <p:nvPr/>
            </p:nvSpPr>
            <p:spPr>
              <a:xfrm>
                <a:off x="23829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h3376"/>
              <p:cNvSpPr/>
              <p:nvPr/>
            </p:nvSpPr>
            <p:spPr>
              <a:xfrm>
                <a:off x="239219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h3377"/>
              <p:cNvSpPr/>
              <p:nvPr/>
            </p:nvSpPr>
            <p:spPr>
              <a:xfrm>
                <a:off x="24014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h3378"/>
              <p:cNvSpPr/>
              <p:nvPr/>
            </p:nvSpPr>
            <p:spPr>
              <a:xfrm>
                <a:off x="24107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h3379"/>
              <p:cNvSpPr/>
              <p:nvPr/>
            </p:nvSpPr>
            <p:spPr>
              <a:xfrm>
                <a:off x="24199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h3380"/>
              <p:cNvSpPr/>
              <p:nvPr/>
            </p:nvSpPr>
            <p:spPr>
              <a:xfrm>
                <a:off x="24292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h3381"/>
              <p:cNvSpPr/>
              <p:nvPr/>
            </p:nvSpPr>
            <p:spPr>
              <a:xfrm>
                <a:off x="243850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h3382"/>
              <p:cNvSpPr/>
              <p:nvPr/>
            </p:nvSpPr>
            <p:spPr>
              <a:xfrm>
                <a:off x="24477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h3383"/>
              <p:cNvSpPr/>
              <p:nvPr/>
            </p:nvSpPr>
            <p:spPr>
              <a:xfrm>
                <a:off x="24570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h3384"/>
              <p:cNvSpPr/>
              <p:nvPr/>
            </p:nvSpPr>
            <p:spPr>
              <a:xfrm>
                <a:off x="24662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h3385"/>
              <p:cNvSpPr/>
              <p:nvPr/>
            </p:nvSpPr>
            <p:spPr>
              <a:xfrm>
                <a:off x="247555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h3386"/>
              <p:cNvSpPr/>
              <p:nvPr/>
            </p:nvSpPr>
            <p:spPr>
              <a:xfrm>
                <a:off x="24848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h3387"/>
              <p:cNvSpPr/>
              <p:nvPr/>
            </p:nvSpPr>
            <p:spPr>
              <a:xfrm>
                <a:off x="24940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h3388"/>
              <p:cNvSpPr/>
              <p:nvPr/>
            </p:nvSpPr>
            <p:spPr>
              <a:xfrm>
                <a:off x="25033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h3389"/>
              <p:cNvSpPr/>
              <p:nvPr/>
            </p:nvSpPr>
            <p:spPr>
              <a:xfrm>
                <a:off x="251260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h3390"/>
              <p:cNvSpPr/>
              <p:nvPr/>
            </p:nvSpPr>
            <p:spPr>
              <a:xfrm>
                <a:off x="252186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h3391"/>
              <p:cNvSpPr/>
              <p:nvPr/>
            </p:nvSpPr>
            <p:spPr>
              <a:xfrm>
                <a:off x="253112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h3392"/>
              <p:cNvSpPr/>
              <p:nvPr/>
            </p:nvSpPr>
            <p:spPr>
              <a:xfrm>
                <a:off x="254039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h3393"/>
              <p:cNvSpPr/>
              <p:nvPr/>
            </p:nvSpPr>
            <p:spPr>
              <a:xfrm>
                <a:off x="254965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h3394"/>
              <p:cNvSpPr/>
              <p:nvPr/>
            </p:nvSpPr>
            <p:spPr>
              <a:xfrm>
                <a:off x="255891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h3395"/>
              <p:cNvSpPr/>
              <p:nvPr/>
            </p:nvSpPr>
            <p:spPr>
              <a:xfrm>
                <a:off x="256817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h3396"/>
              <p:cNvSpPr/>
              <p:nvPr/>
            </p:nvSpPr>
            <p:spPr>
              <a:xfrm>
                <a:off x="257743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h3397"/>
              <p:cNvSpPr/>
              <p:nvPr/>
            </p:nvSpPr>
            <p:spPr>
              <a:xfrm>
                <a:off x="258670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h3398"/>
              <p:cNvSpPr/>
              <p:nvPr/>
            </p:nvSpPr>
            <p:spPr>
              <a:xfrm>
                <a:off x="259596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h3399"/>
              <p:cNvSpPr/>
              <p:nvPr/>
            </p:nvSpPr>
            <p:spPr>
              <a:xfrm>
                <a:off x="260522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h3400"/>
              <p:cNvSpPr/>
              <p:nvPr/>
            </p:nvSpPr>
            <p:spPr>
              <a:xfrm>
                <a:off x="261448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h3401"/>
              <p:cNvSpPr/>
              <p:nvPr/>
            </p:nvSpPr>
            <p:spPr>
              <a:xfrm>
                <a:off x="2633012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512" y="897161"/>
                    </a:lnTo>
                    <a:lnTo>
                      <a:pt x="913938" y="897733"/>
                    </a:lnTo>
                    <a:lnTo>
                      <a:pt x="914400" y="898425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h3402"/>
              <p:cNvSpPr/>
              <p:nvPr/>
            </p:nvSpPr>
            <p:spPr>
              <a:xfrm>
                <a:off x="2642274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425"/>
                    </a:lnTo>
                    <a:lnTo>
                      <a:pt x="909245" y="904584"/>
                    </a:lnTo>
                    <a:lnTo>
                      <a:pt x="913614" y="911874"/>
                    </a:lnTo>
                    <a:lnTo>
                      <a:pt x="914400" y="913331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h3403"/>
              <p:cNvSpPr/>
              <p:nvPr/>
            </p:nvSpPr>
            <p:spPr>
              <a:xfrm>
                <a:off x="2642274" y="2084879"/>
                <a:ext cx="9149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6" h="914400">
                    <a:moveTo>
                      <a:pt x="914400" y="914400"/>
                    </a:moveTo>
                    <a:lnTo>
                      <a:pt x="914400" y="913331"/>
                    </a:lnTo>
                    <a:lnTo>
                      <a:pt x="914976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h3404"/>
              <p:cNvSpPr/>
              <p:nvPr/>
            </p:nvSpPr>
            <p:spPr>
              <a:xfrm>
                <a:off x="3114648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051" y="914400"/>
                    </a:lnTo>
                    <a:lnTo>
                      <a:pt x="914400" y="907054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h3405"/>
              <p:cNvSpPr/>
              <p:nvPr/>
            </p:nvSpPr>
            <p:spPr>
              <a:xfrm>
                <a:off x="3123910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292"/>
                    </a:lnTo>
                    <a:lnTo>
                      <a:pt x="909874" y="916215"/>
                    </a:lnTo>
                    <a:lnTo>
                      <a:pt x="909946" y="915894"/>
                    </a:lnTo>
                    <a:lnTo>
                      <a:pt x="910019" y="915572"/>
                    </a:lnTo>
                    <a:lnTo>
                      <a:pt x="910092" y="915251"/>
                    </a:lnTo>
                    <a:lnTo>
                      <a:pt x="910165" y="914929"/>
                    </a:lnTo>
                    <a:lnTo>
                      <a:pt x="910237" y="914607"/>
                    </a:lnTo>
                    <a:lnTo>
                      <a:pt x="910284" y="914400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h3406"/>
              <p:cNvSpPr/>
              <p:nvPr/>
            </p:nvSpPr>
            <p:spPr>
              <a:xfrm>
                <a:off x="312391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h3407"/>
              <p:cNvSpPr/>
              <p:nvPr/>
            </p:nvSpPr>
            <p:spPr>
              <a:xfrm>
                <a:off x="313317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h3408"/>
              <p:cNvSpPr/>
              <p:nvPr/>
            </p:nvSpPr>
            <p:spPr>
              <a:xfrm>
                <a:off x="314243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h3409"/>
              <p:cNvSpPr/>
              <p:nvPr/>
            </p:nvSpPr>
            <p:spPr>
              <a:xfrm>
                <a:off x="31516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h3410"/>
              <p:cNvSpPr/>
              <p:nvPr/>
            </p:nvSpPr>
            <p:spPr>
              <a:xfrm>
                <a:off x="31609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h3411"/>
              <p:cNvSpPr/>
              <p:nvPr/>
            </p:nvSpPr>
            <p:spPr>
              <a:xfrm>
                <a:off x="31702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h3412"/>
              <p:cNvSpPr/>
              <p:nvPr/>
            </p:nvSpPr>
            <p:spPr>
              <a:xfrm>
                <a:off x="31794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h3413"/>
              <p:cNvSpPr/>
              <p:nvPr/>
            </p:nvSpPr>
            <p:spPr>
              <a:xfrm>
                <a:off x="318874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h3414"/>
              <p:cNvSpPr/>
              <p:nvPr/>
            </p:nvSpPr>
            <p:spPr>
              <a:xfrm>
                <a:off x="31980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h3415"/>
              <p:cNvSpPr/>
              <p:nvPr/>
            </p:nvSpPr>
            <p:spPr>
              <a:xfrm>
                <a:off x="32072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h3416"/>
              <p:cNvSpPr/>
              <p:nvPr/>
            </p:nvSpPr>
            <p:spPr>
              <a:xfrm>
                <a:off x="32165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h3417"/>
              <p:cNvSpPr/>
              <p:nvPr/>
            </p:nvSpPr>
            <p:spPr>
              <a:xfrm>
                <a:off x="322579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h3418"/>
              <p:cNvSpPr/>
              <p:nvPr/>
            </p:nvSpPr>
            <p:spPr>
              <a:xfrm>
                <a:off x="32350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h3419"/>
              <p:cNvSpPr/>
              <p:nvPr/>
            </p:nvSpPr>
            <p:spPr>
              <a:xfrm>
                <a:off x="32443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h3420"/>
              <p:cNvSpPr/>
              <p:nvPr/>
            </p:nvSpPr>
            <p:spPr>
              <a:xfrm>
                <a:off x="32535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h3421"/>
              <p:cNvSpPr/>
              <p:nvPr/>
            </p:nvSpPr>
            <p:spPr>
              <a:xfrm>
                <a:off x="32628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h3422"/>
              <p:cNvSpPr/>
              <p:nvPr/>
            </p:nvSpPr>
            <p:spPr>
              <a:xfrm>
                <a:off x="327210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h3423"/>
              <p:cNvSpPr/>
              <p:nvPr/>
            </p:nvSpPr>
            <p:spPr>
              <a:xfrm>
                <a:off x="32813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h3424"/>
              <p:cNvSpPr/>
              <p:nvPr/>
            </p:nvSpPr>
            <p:spPr>
              <a:xfrm>
                <a:off x="32906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h3425"/>
              <p:cNvSpPr/>
              <p:nvPr/>
            </p:nvSpPr>
            <p:spPr>
              <a:xfrm>
                <a:off x="32998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h3426"/>
              <p:cNvSpPr/>
              <p:nvPr/>
            </p:nvSpPr>
            <p:spPr>
              <a:xfrm>
                <a:off x="330915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h3427"/>
              <p:cNvSpPr/>
              <p:nvPr/>
            </p:nvSpPr>
            <p:spPr>
              <a:xfrm>
                <a:off x="33184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h3428"/>
              <p:cNvSpPr/>
              <p:nvPr/>
            </p:nvSpPr>
            <p:spPr>
              <a:xfrm>
                <a:off x="33276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h3429"/>
              <p:cNvSpPr/>
              <p:nvPr/>
            </p:nvSpPr>
            <p:spPr>
              <a:xfrm>
                <a:off x="33369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h3430"/>
              <p:cNvSpPr/>
              <p:nvPr/>
            </p:nvSpPr>
            <p:spPr>
              <a:xfrm>
                <a:off x="3346203" y="2084879"/>
                <a:ext cx="919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0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806" y="897161"/>
                    </a:lnTo>
                    <a:lnTo>
                      <a:pt x="919420" y="898265"/>
                    </a:lnTo>
                    <a:lnTo>
                      <a:pt x="919548" y="904889"/>
                    </a:lnTo>
                    <a:lnTo>
                      <a:pt x="919464" y="914400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h3431"/>
              <p:cNvSpPr/>
              <p:nvPr/>
            </p:nvSpPr>
            <p:spPr>
              <a:xfrm>
                <a:off x="2299572" y="2050402"/>
                <a:ext cx="914400" cy="9260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0">
                    <a:moveTo>
                      <a:pt x="914400" y="914400"/>
                    </a:moveTo>
                    <a:lnTo>
                      <a:pt x="914400" y="926070"/>
                    </a:lnTo>
                    <a:lnTo>
                      <a:pt x="913729" y="924102"/>
                    </a:lnTo>
                    <a:lnTo>
                      <a:pt x="910876" y="914663"/>
                    </a:lnTo>
                    <a:lnTo>
                      <a:pt x="910806" y="914400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h3432"/>
              <p:cNvSpPr/>
              <p:nvPr/>
            </p:nvSpPr>
            <p:spPr>
              <a:xfrm>
                <a:off x="22995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296" y="931638"/>
                    </a:lnTo>
                    <a:lnTo>
                      <a:pt x="914400" y="926070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h3433"/>
              <p:cNvSpPr/>
              <p:nvPr/>
            </p:nvSpPr>
            <p:spPr>
              <a:xfrm>
                <a:off x="230883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h3434"/>
              <p:cNvSpPr/>
              <p:nvPr/>
            </p:nvSpPr>
            <p:spPr>
              <a:xfrm>
                <a:off x="23180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h3435"/>
              <p:cNvSpPr/>
              <p:nvPr/>
            </p:nvSpPr>
            <p:spPr>
              <a:xfrm>
                <a:off x="23273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h3436"/>
              <p:cNvSpPr/>
              <p:nvPr/>
            </p:nvSpPr>
            <p:spPr>
              <a:xfrm>
                <a:off x="23366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h3437"/>
              <p:cNvSpPr/>
              <p:nvPr/>
            </p:nvSpPr>
            <p:spPr>
              <a:xfrm>
                <a:off x="23458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h3438"/>
              <p:cNvSpPr/>
              <p:nvPr/>
            </p:nvSpPr>
            <p:spPr>
              <a:xfrm>
                <a:off x="235514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h3439"/>
              <p:cNvSpPr/>
              <p:nvPr/>
            </p:nvSpPr>
            <p:spPr>
              <a:xfrm>
                <a:off x="23644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h3440"/>
              <p:cNvSpPr/>
              <p:nvPr/>
            </p:nvSpPr>
            <p:spPr>
              <a:xfrm>
                <a:off x="23736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h3441"/>
              <p:cNvSpPr/>
              <p:nvPr/>
            </p:nvSpPr>
            <p:spPr>
              <a:xfrm>
                <a:off x="23829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162">
                  <a:alpha val="100000"/>
                </a:srgbClr>
              </a:solidFill>
              <a:ln w="5420" cap="flat">
                <a:solidFill>
                  <a:srgbClr val="94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h3442"/>
              <p:cNvSpPr/>
              <p:nvPr/>
            </p:nvSpPr>
            <p:spPr>
              <a:xfrm>
                <a:off x="239219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h3443"/>
              <p:cNvSpPr/>
              <p:nvPr/>
            </p:nvSpPr>
            <p:spPr>
              <a:xfrm>
                <a:off x="24014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h3444"/>
              <p:cNvSpPr/>
              <p:nvPr/>
            </p:nvSpPr>
            <p:spPr>
              <a:xfrm>
                <a:off x="24107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h3445"/>
              <p:cNvSpPr/>
              <p:nvPr/>
            </p:nvSpPr>
            <p:spPr>
              <a:xfrm>
                <a:off x="24199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h3446"/>
              <p:cNvSpPr/>
              <p:nvPr/>
            </p:nvSpPr>
            <p:spPr>
              <a:xfrm>
                <a:off x="24292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h3447"/>
              <p:cNvSpPr/>
              <p:nvPr/>
            </p:nvSpPr>
            <p:spPr>
              <a:xfrm>
                <a:off x="243850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h3448"/>
              <p:cNvSpPr/>
              <p:nvPr/>
            </p:nvSpPr>
            <p:spPr>
              <a:xfrm>
                <a:off x="24477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h3449"/>
              <p:cNvSpPr/>
              <p:nvPr/>
            </p:nvSpPr>
            <p:spPr>
              <a:xfrm>
                <a:off x="24570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h3450"/>
              <p:cNvSpPr/>
              <p:nvPr/>
            </p:nvSpPr>
            <p:spPr>
              <a:xfrm>
                <a:off x="24662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h3451"/>
              <p:cNvSpPr/>
              <p:nvPr/>
            </p:nvSpPr>
            <p:spPr>
              <a:xfrm>
                <a:off x="247555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h3452"/>
              <p:cNvSpPr/>
              <p:nvPr/>
            </p:nvSpPr>
            <p:spPr>
              <a:xfrm>
                <a:off x="24848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h3453"/>
              <p:cNvSpPr/>
              <p:nvPr/>
            </p:nvSpPr>
            <p:spPr>
              <a:xfrm>
                <a:off x="24940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h3454"/>
              <p:cNvSpPr/>
              <p:nvPr/>
            </p:nvSpPr>
            <p:spPr>
              <a:xfrm>
                <a:off x="25033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h3455"/>
              <p:cNvSpPr/>
              <p:nvPr/>
            </p:nvSpPr>
            <p:spPr>
              <a:xfrm>
                <a:off x="251260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h3456"/>
              <p:cNvSpPr/>
              <p:nvPr/>
            </p:nvSpPr>
            <p:spPr>
              <a:xfrm>
                <a:off x="252186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h3457"/>
              <p:cNvSpPr/>
              <p:nvPr/>
            </p:nvSpPr>
            <p:spPr>
              <a:xfrm>
                <a:off x="253112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h3458"/>
              <p:cNvSpPr/>
              <p:nvPr/>
            </p:nvSpPr>
            <p:spPr>
              <a:xfrm>
                <a:off x="254039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h3459"/>
              <p:cNvSpPr/>
              <p:nvPr/>
            </p:nvSpPr>
            <p:spPr>
              <a:xfrm>
                <a:off x="254965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h3460"/>
              <p:cNvSpPr/>
              <p:nvPr/>
            </p:nvSpPr>
            <p:spPr>
              <a:xfrm>
                <a:off x="255891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h3461"/>
              <p:cNvSpPr/>
              <p:nvPr/>
            </p:nvSpPr>
            <p:spPr>
              <a:xfrm>
                <a:off x="256817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h3462"/>
              <p:cNvSpPr/>
              <p:nvPr/>
            </p:nvSpPr>
            <p:spPr>
              <a:xfrm>
                <a:off x="257743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h3463"/>
              <p:cNvSpPr/>
              <p:nvPr/>
            </p:nvSpPr>
            <p:spPr>
              <a:xfrm>
                <a:off x="258670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h3464"/>
              <p:cNvSpPr/>
              <p:nvPr/>
            </p:nvSpPr>
            <p:spPr>
              <a:xfrm>
                <a:off x="259596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h3465"/>
              <p:cNvSpPr/>
              <p:nvPr/>
            </p:nvSpPr>
            <p:spPr>
              <a:xfrm>
                <a:off x="260522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h3466"/>
              <p:cNvSpPr/>
              <p:nvPr/>
            </p:nvSpPr>
            <p:spPr>
              <a:xfrm>
                <a:off x="2623750" y="2067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417" y="897239"/>
                    </a:lnTo>
                    <a:lnTo>
                      <a:pt x="913510" y="902662"/>
                    </a:lnTo>
                    <a:lnTo>
                      <a:pt x="914400" y="903730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h3467"/>
              <p:cNvSpPr/>
              <p:nvPr/>
            </p:nvSpPr>
            <p:spPr>
              <a:xfrm>
                <a:off x="2623750" y="2067641"/>
                <a:ext cx="9227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74" h="914400">
                    <a:moveTo>
                      <a:pt x="914400" y="914400"/>
                    </a:moveTo>
                    <a:lnTo>
                      <a:pt x="914400" y="903730"/>
                    </a:lnTo>
                    <a:lnTo>
                      <a:pt x="918442" y="908579"/>
                    </a:lnTo>
                    <a:lnTo>
                      <a:pt x="922774" y="914400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h3468"/>
              <p:cNvSpPr/>
              <p:nvPr/>
            </p:nvSpPr>
            <p:spPr>
              <a:xfrm>
                <a:off x="3123910" y="20504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10" y="931524"/>
                    </a:lnTo>
                    <a:lnTo>
                      <a:pt x="910383" y="931203"/>
                    </a:lnTo>
                    <a:lnTo>
                      <a:pt x="910455" y="930881"/>
                    </a:lnTo>
                    <a:lnTo>
                      <a:pt x="910528" y="930559"/>
                    </a:lnTo>
                    <a:lnTo>
                      <a:pt x="910601" y="930238"/>
                    </a:lnTo>
                    <a:lnTo>
                      <a:pt x="910673" y="929916"/>
                    </a:lnTo>
                    <a:lnTo>
                      <a:pt x="910746" y="929595"/>
                    </a:lnTo>
                    <a:lnTo>
                      <a:pt x="910819" y="929273"/>
                    </a:lnTo>
                    <a:lnTo>
                      <a:pt x="910892" y="928951"/>
                    </a:lnTo>
                    <a:lnTo>
                      <a:pt x="910964" y="928630"/>
                    </a:lnTo>
                    <a:lnTo>
                      <a:pt x="911037" y="928308"/>
                    </a:lnTo>
                    <a:lnTo>
                      <a:pt x="911110" y="927987"/>
                    </a:lnTo>
                    <a:lnTo>
                      <a:pt x="911183" y="927665"/>
                    </a:lnTo>
                    <a:lnTo>
                      <a:pt x="911255" y="927343"/>
                    </a:lnTo>
                    <a:lnTo>
                      <a:pt x="911328" y="927022"/>
                    </a:lnTo>
                    <a:lnTo>
                      <a:pt x="911401" y="926700"/>
                    </a:lnTo>
                    <a:lnTo>
                      <a:pt x="911501" y="926258"/>
                    </a:lnTo>
                    <a:lnTo>
                      <a:pt x="911084" y="919836"/>
                    </a:lnTo>
                    <a:lnTo>
                      <a:pt x="910879" y="914400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h3469"/>
              <p:cNvSpPr/>
              <p:nvPr/>
            </p:nvSpPr>
            <p:spPr>
              <a:xfrm>
                <a:off x="312391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h3470"/>
              <p:cNvSpPr/>
              <p:nvPr/>
            </p:nvSpPr>
            <p:spPr>
              <a:xfrm>
                <a:off x="31331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h3471"/>
              <p:cNvSpPr/>
              <p:nvPr/>
            </p:nvSpPr>
            <p:spPr>
              <a:xfrm>
                <a:off x="314243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h3472"/>
              <p:cNvSpPr/>
              <p:nvPr/>
            </p:nvSpPr>
            <p:spPr>
              <a:xfrm>
                <a:off x="31516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h3473"/>
              <p:cNvSpPr/>
              <p:nvPr/>
            </p:nvSpPr>
            <p:spPr>
              <a:xfrm>
                <a:off x="31609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h3474"/>
              <p:cNvSpPr/>
              <p:nvPr/>
            </p:nvSpPr>
            <p:spPr>
              <a:xfrm>
                <a:off x="31702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h3475"/>
              <p:cNvSpPr/>
              <p:nvPr/>
            </p:nvSpPr>
            <p:spPr>
              <a:xfrm>
                <a:off x="31794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h3476"/>
              <p:cNvSpPr/>
              <p:nvPr/>
            </p:nvSpPr>
            <p:spPr>
              <a:xfrm>
                <a:off x="318874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h3477"/>
              <p:cNvSpPr/>
              <p:nvPr/>
            </p:nvSpPr>
            <p:spPr>
              <a:xfrm>
                <a:off x="31980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6A755">
                  <a:alpha val="100000"/>
                </a:srgbClr>
              </a:solidFill>
              <a:ln w="5420" cap="flat">
                <a:solidFill>
                  <a:srgbClr val="46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h3478"/>
              <p:cNvSpPr/>
              <p:nvPr/>
            </p:nvSpPr>
            <p:spPr>
              <a:xfrm>
                <a:off x="32072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h3479"/>
              <p:cNvSpPr/>
              <p:nvPr/>
            </p:nvSpPr>
            <p:spPr>
              <a:xfrm>
                <a:off x="32165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h3480"/>
              <p:cNvSpPr/>
              <p:nvPr/>
            </p:nvSpPr>
            <p:spPr>
              <a:xfrm>
                <a:off x="322579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h3481"/>
              <p:cNvSpPr/>
              <p:nvPr/>
            </p:nvSpPr>
            <p:spPr>
              <a:xfrm>
                <a:off x="32350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h3482"/>
              <p:cNvSpPr/>
              <p:nvPr/>
            </p:nvSpPr>
            <p:spPr>
              <a:xfrm>
                <a:off x="32443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h3483"/>
              <p:cNvSpPr/>
              <p:nvPr/>
            </p:nvSpPr>
            <p:spPr>
              <a:xfrm>
                <a:off x="32535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h3484"/>
              <p:cNvSpPr/>
              <p:nvPr/>
            </p:nvSpPr>
            <p:spPr>
              <a:xfrm>
                <a:off x="32628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h3485"/>
              <p:cNvSpPr/>
              <p:nvPr/>
            </p:nvSpPr>
            <p:spPr>
              <a:xfrm>
                <a:off x="327210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h3486"/>
              <p:cNvSpPr/>
              <p:nvPr/>
            </p:nvSpPr>
            <p:spPr>
              <a:xfrm>
                <a:off x="32813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h3487"/>
              <p:cNvSpPr/>
              <p:nvPr/>
            </p:nvSpPr>
            <p:spPr>
              <a:xfrm>
                <a:off x="32906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h3488"/>
              <p:cNvSpPr/>
              <p:nvPr/>
            </p:nvSpPr>
            <p:spPr>
              <a:xfrm>
                <a:off x="32998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h3489"/>
              <p:cNvSpPr/>
              <p:nvPr/>
            </p:nvSpPr>
            <p:spPr>
              <a:xfrm>
                <a:off x="330915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h3490"/>
              <p:cNvSpPr/>
              <p:nvPr/>
            </p:nvSpPr>
            <p:spPr>
              <a:xfrm>
                <a:off x="33184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h3491"/>
              <p:cNvSpPr/>
              <p:nvPr/>
            </p:nvSpPr>
            <p:spPr>
              <a:xfrm>
                <a:off x="33276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h3492"/>
              <p:cNvSpPr/>
              <p:nvPr/>
            </p:nvSpPr>
            <p:spPr>
              <a:xfrm>
                <a:off x="33369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h3493"/>
              <p:cNvSpPr/>
              <p:nvPr/>
            </p:nvSpPr>
            <p:spPr>
              <a:xfrm>
                <a:off x="3346203" y="20676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44"/>
                    </a:lnTo>
                    <a:lnTo>
                      <a:pt x="922185" y="907587"/>
                    </a:lnTo>
                    <a:lnTo>
                      <a:pt x="919806" y="914400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h3494"/>
              <p:cNvSpPr/>
              <p:nvPr/>
            </p:nvSpPr>
            <p:spPr>
              <a:xfrm>
                <a:off x="3355465" y="2050402"/>
                <a:ext cx="916124" cy="920082"/>
              </a:xfrm>
              <a:custGeom>
                <a:avLst/>
                <a:gdLst/>
                <a:ahLst/>
                <a:cxnLst/>
                <a:rect l="0" t="0" r="0" b="0"/>
                <a:pathLst>
                  <a:path w="916124" h="920082">
                    <a:moveTo>
                      <a:pt x="914400" y="914400"/>
                    </a:moveTo>
                    <a:lnTo>
                      <a:pt x="916124" y="914400"/>
                    </a:lnTo>
                    <a:lnTo>
                      <a:pt x="915784" y="915636"/>
                    </a:lnTo>
                    <a:lnTo>
                      <a:pt x="914400" y="920082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h3495"/>
              <p:cNvSpPr/>
              <p:nvPr/>
            </p:nvSpPr>
            <p:spPr>
              <a:xfrm>
                <a:off x="2299572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06" y="931638"/>
                    </a:lnTo>
                    <a:lnTo>
                      <a:pt x="908292" y="922198"/>
                    </a:lnTo>
                    <a:lnTo>
                      <a:pt x="907781" y="920145"/>
                    </a:lnTo>
                    <a:lnTo>
                      <a:pt x="907272" y="918104"/>
                    </a:lnTo>
                    <a:lnTo>
                      <a:pt x="906764" y="916062"/>
                    </a:lnTo>
                    <a:lnTo>
                      <a:pt x="906349" y="914400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h3496"/>
              <p:cNvSpPr/>
              <p:nvPr/>
            </p:nvSpPr>
            <p:spPr>
              <a:xfrm>
                <a:off x="22995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h3497"/>
              <p:cNvSpPr/>
              <p:nvPr/>
            </p:nvSpPr>
            <p:spPr>
              <a:xfrm>
                <a:off x="230883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h3498"/>
              <p:cNvSpPr/>
              <p:nvPr/>
            </p:nvSpPr>
            <p:spPr>
              <a:xfrm>
                <a:off x="23180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h3499"/>
              <p:cNvSpPr/>
              <p:nvPr/>
            </p:nvSpPr>
            <p:spPr>
              <a:xfrm>
                <a:off x="23273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h3500"/>
              <p:cNvSpPr/>
              <p:nvPr/>
            </p:nvSpPr>
            <p:spPr>
              <a:xfrm>
                <a:off x="23366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h3501"/>
              <p:cNvSpPr/>
              <p:nvPr/>
            </p:nvSpPr>
            <p:spPr>
              <a:xfrm>
                <a:off x="23458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h3502"/>
              <p:cNvSpPr/>
              <p:nvPr/>
            </p:nvSpPr>
            <p:spPr>
              <a:xfrm>
                <a:off x="235514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h3503"/>
              <p:cNvSpPr/>
              <p:nvPr/>
            </p:nvSpPr>
            <p:spPr>
              <a:xfrm>
                <a:off x="23644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h3504"/>
              <p:cNvSpPr/>
              <p:nvPr/>
            </p:nvSpPr>
            <p:spPr>
              <a:xfrm>
                <a:off x="23736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h3505"/>
              <p:cNvSpPr/>
              <p:nvPr/>
            </p:nvSpPr>
            <p:spPr>
              <a:xfrm>
                <a:off x="23829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h3506"/>
              <p:cNvSpPr/>
              <p:nvPr/>
            </p:nvSpPr>
            <p:spPr>
              <a:xfrm>
                <a:off x="239219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h3507"/>
              <p:cNvSpPr/>
              <p:nvPr/>
            </p:nvSpPr>
            <p:spPr>
              <a:xfrm>
                <a:off x="24014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h3508"/>
              <p:cNvSpPr/>
              <p:nvPr/>
            </p:nvSpPr>
            <p:spPr>
              <a:xfrm>
                <a:off x="24107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h3509"/>
              <p:cNvSpPr/>
              <p:nvPr/>
            </p:nvSpPr>
            <p:spPr>
              <a:xfrm>
                <a:off x="24199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h3510"/>
              <p:cNvSpPr/>
              <p:nvPr/>
            </p:nvSpPr>
            <p:spPr>
              <a:xfrm>
                <a:off x="24292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h3511"/>
              <p:cNvSpPr/>
              <p:nvPr/>
            </p:nvSpPr>
            <p:spPr>
              <a:xfrm>
                <a:off x="243850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h3512"/>
              <p:cNvSpPr/>
              <p:nvPr/>
            </p:nvSpPr>
            <p:spPr>
              <a:xfrm>
                <a:off x="24477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h3513"/>
              <p:cNvSpPr/>
              <p:nvPr/>
            </p:nvSpPr>
            <p:spPr>
              <a:xfrm>
                <a:off x="24570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h3514"/>
              <p:cNvSpPr/>
              <p:nvPr/>
            </p:nvSpPr>
            <p:spPr>
              <a:xfrm>
                <a:off x="24662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h3515"/>
              <p:cNvSpPr/>
              <p:nvPr/>
            </p:nvSpPr>
            <p:spPr>
              <a:xfrm>
                <a:off x="247555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h3516"/>
              <p:cNvSpPr/>
              <p:nvPr/>
            </p:nvSpPr>
            <p:spPr>
              <a:xfrm>
                <a:off x="24848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h3517"/>
              <p:cNvSpPr/>
              <p:nvPr/>
            </p:nvSpPr>
            <p:spPr>
              <a:xfrm>
                <a:off x="24940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h3518"/>
              <p:cNvSpPr/>
              <p:nvPr/>
            </p:nvSpPr>
            <p:spPr>
              <a:xfrm>
                <a:off x="25033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h3519"/>
              <p:cNvSpPr/>
              <p:nvPr/>
            </p:nvSpPr>
            <p:spPr>
              <a:xfrm>
                <a:off x="25126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h3520"/>
              <p:cNvSpPr/>
              <p:nvPr/>
            </p:nvSpPr>
            <p:spPr>
              <a:xfrm>
                <a:off x="252186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h3521"/>
              <p:cNvSpPr/>
              <p:nvPr/>
            </p:nvSpPr>
            <p:spPr>
              <a:xfrm>
                <a:off x="253112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h3522"/>
              <p:cNvSpPr/>
              <p:nvPr/>
            </p:nvSpPr>
            <p:spPr>
              <a:xfrm>
                <a:off x="254039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h3523"/>
              <p:cNvSpPr/>
              <p:nvPr/>
            </p:nvSpPr>
            <p:spPr>
              <a:xfrm>
                <a:off x="254965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h3524"/>
              <p:cNvSpPr/>
              <p:nvPr/>
            </p:nvSpPr>
            <p:spPr>
              <a:xfrm>
                <a:off x="255891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h3525"/>
              <p:cNvSpPr/>
              <p:nvPr/>
            </p:nvSpPr>
            <p:spPr>
              <a:xfrm>
                <a:off x="256817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h3526"/>
              <p:cNvSpPr/>
              <p:nvPr/>
            </p:nvSpPr>
            <p:spPr>
              <a:xfrm>
                <a:off x="257743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h3527"/>
              <p:cNvSpPr/>
              <p:nvPr/>
            </p:nvSpPr>
            <p:spPr>
              <a:xfrm>
                <a:off x="2595963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71" y="897209"/>
                    </a:lnTo>
                    <a:lnTo>
                      <a:pt x="914035" y="897380"/>
                    </a:lnTo>
                    <a:lnTo>
                      <a:pt x="914400" y="897615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h3528"/>
              <p:cNvSpPr/>
              <p:nvPr/>
            </p:nvSpPr>
            <p:spPr>
              <a:xfrm>
                <a:off x="2605226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615"/>
                    </a:lnTo>
                    <a:lnTo>
                      <a:pt x="905300" y="897721"/>
                    </a:lnTo>
                    <a:lnTo>
                      <a:pt x="905564" y="897892"/>
                    </a:lnTo>
                    <a:lnTo>
                      <a:pt x="905828" y="898062"/>
                    </a:lnTo>
                    <a:lnTo>
                      <a:pt x="906092" y="898233"/>
                    </a:lnTo>
                    <a:lnTo>
                      <a:pt x="906356" y="898404"/>
                    </a:lnTo>
                    <a:lnTo>
                      <a:pt x="906620" y="898574"/>
                    </a:lnTo>
                    <a:lnTo>
                      <a:pt x="906883" y="898745"/>
                    </a:lnTo>
                    <a:lnTo>
                      <a:pt x="907147" y="898916"/>
                    </a:lnTo>
                    <a:lnTo>
                      <a:pt x="907411" y="899087"/>
                    </a:lnTo>
                    <a:lnTo>
                      <a:pt x="907675" y="899257"/>
                    </a:lnTo>
                    <a:lnTo>
                      <a:pt x="907939" y="899428"/>
                    </a:lnTo>
                    <a:lnTo>
                      <a:pt x="908202" y="899599"/>
                    </a:lnTo>
                    <a:lnTo>
                      <a:pt x="908466" y="899770"/>
                    </a:lnTo>
                    <a:lnTo>
                      <a:pt x="908730" y="899940"/>
                    </a:lnTo>
                    <a:lnTo>
                      <a:pt x="908994" y="900111"/>
                    </a:lnTo>
                    <a:lnTo>
                      <a:pt x="909258" y="900282"/>
                    </a:lnTo>
                    <a:lnTo>
                      <a:pt x="909521" y="900453"/>
                    </a:lnTo>
                    <a:lnTo>
                      <a:pt x="909785" y="900624"/>
                    </a:lnTo>
                    <a:lnTo>
                      <a:pt x="910049" y="900794"/>
                    </a:lnTo>
                    <a:lnTo>
                      <a:pt x="910313" y="900965"/>
                    </a:lnTo>
                    <a:lnTo>
                      <a:pt x="910576" y="901136"/>
                    </a:lnTo>
                    <a:lnTo>
                      <a:pt x="910840" y="901307"/>
                    </a:lnTo>
                    <a:lnTo>
                      <a:pt x="914400" y="90381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h3529"/>
              <p:cNvSpPr/>
              <p:nvPr/>
            </p:nvSpPr>
            <p:spPr>
              <a:xfrm>
                <a:off x="2614488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10"/>
                    </a:lnTo>
                    <a:lnTo>
                      <a:pt x="907067" y="905167"/>
                    </a:lnTo>
                    <a:lnTo>
                      <a:pt x="912439" y="909561"/>
                    </a:lnTo>
                    <a:lnTo>
                      <a:pt x="914400" y="911401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h3530"/>
              <p:cNvSpPr/>
              <p:nvPr/>
            </p:nvSpPr>
            <p:spPr>
              <a:xfrm>
                <a:off x="2614488" y="2050402"/>
                <a:ext cx="917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6" h="914400">
                    <a:moveTo>
                      <a:pt x="914400" y="914400"/>
                    </a:moveTo>
                    <a:lnTo>
                      <a:pt x="914400" y="911401"/>
                    </a:lnTo>
                    <a:lnTo>
                      <a:pt x="917596" y="914400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h3531"/>
              <p:cNvSpPr/>
              <p:nvPr/>
            </p:nvSpPr>
            <p:spPr>
              <a:xfrm>
                <a:off x="3123910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79" y="931638"/>
                    </a:lnTo>
                    <a:lnTo>
                      <a:pt x="910695" y="926770"/>
                    </a:lnTo>
                    <a:lnTo>
                      <a:pt x="910613" y="923435"/>
                    </a:lnTo>
                    <a:lnTo>
                      <a:pt x="910532" y="920103"/>
                    </a:lnTo>
                    <a:lnTo>
                      <a:pt x="910451" y="916770"/>
                    </a:lnTo>
                    <a:lnTo>
                      <a:pt x="910393" y="914400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h3532"/>
              <p:cNvSpPr/>
              <p:nvPr/>
            </p:nvSpPr>
            <p:spPr>
              <a:xfrm>
                <a:off x="312391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h3533"/>
              <p:cNvSpPr/>
              <p:nvPr/>
            </p:nvSpPr>
            <p:spPr>
              <a:xfrm>
                <a:off x="31331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h3534"/>
              <p:cNvSpPr/>
              <p:nvPr/>
            </p:nvSpPr>
            <p:spPr>
              <a:xfrm>
                <a:off x="314243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h3535"/>
              <p:cNvSpPr/>
              <p:nvPr/>
            </p:nvSpPr>
            <p:spPr>
              <a:xfrm>
                <a:off x="31516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h3536"/>
              <p:cNvSpPr/>
              <p:nvPr/>
            </p:nvSpPr>
            <p:spPr>
              <a:xfrm>
                <a:off x="31609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h3537"/>
              <p:cNvSpPr/>
              <p:nvPr/>
            </p:nvSpPr>
            <p:spPr>
              <a:xfrm>
                <a:off x="31702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h3538"/>
              <p:cNvSpPr/>
              <p:nvPr/>
            </p:nvSpPr>
            <p:spPr>
              <a:xfrm>
                <a:off x="31794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h3539"/>
              <p:cNvSpPr/>
              <p:nvPr/>
            </p:nvSpPr>
            <p:spPr>
              <a:xfrm>
                <a:off x="318874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h3540"/>
              <p:cNvSpPr/>
              <p:nvPr/>
            </p:nvSpPr>
            <p:spPr>
              <a:xfrm>
                <a:off x="31980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h3541"/>
              <p:cNvSpPr/>
              <p:nvPr/>
            </p:nvSpPr>
            <p:spPr>
              <a:xfrm>
                <a:off x="32072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h3542"/>
              <p:cNvSpPr/>
              <p:nvPr/>
            </p:nvSpPr>
            <p:spPr>
              <a:xfrm>
                <a:off x="32165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h3543"/>
              <p:cNvSpPr/>
              <p:nvPr/>
            </p:nvSpPr>
            <p:spPr>
              <a:xfrm>
                <a:off x="322579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h3544"/>
              <p:cNvSpPr/>
              <p:nvPr/>
            </p:nvSpPr>
            <p:spPr>
              <a:xfrm>
                <a:off x="32350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h3545"/>
              <p:cNvSpPr/>
              <p:nvPr/>
            </p:nvSpPr>
            <p:spPr>
              <a:xfrm>
                <a:off x="32443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h3546"/>
              <p:cNvSpPr/>
              <p:nvPr/>
            </p:nvSpPr>
            <p:spPr>
              <a:xfrm>
                <a:off x="32535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h3547"/>
              <p:cNvSpPr/>
              <p:nvPr/>
            </p:nvSpPr>
            <p:spPr>
              <a:xfrm>
                <a:off x="32628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h3548"/>
              <p:cNvSpPr/>
              <p:nvPr/>
            </p:nvSpPr>
            <p:spPr>
              <a:xfrm>
                <a:off x="327210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h3549"/>
              <p:cNvSpPr/>
              <p:nvPr/>
            </p:nvSpPr>
            <p:spPr>
              <a:xfrm>
                <a:off x="32813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h3550"/>
              <p:cNvSpPr/>
              <p:nvPr/>
            </p:nvSpPr>
            <p:spPr>
              <a:xfrm>
                <a:off x="32906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h3551"/>
              <p:cNvSpPr/>
              <p:nvPr/>
            </p:nvSpPr>
            <p:spPr>
              <a:xfrm>
                <a:off x="32998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h3552"/>
              <p:cNvSpPr/>
              <p:nvPr/>
            </p:nvSpPr>
            <p:spPr>
              <a:xfrm>
                <a:off x="330915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h3553"/>
              <p:cNvSpPr/>
              <p:nvPr/>
            </p:nvSpPr>
            <p:spPr>
              <a:xfrm>
                <a:off x="33184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h3554"/>
              <p:cNvSpPr/>
              <p:nvPr/>
            </p:nvSpPr>
            <p:spPr>
              <a:xfrm>
                <a:off x="33276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h3555"/>
              <p:cNvSpPr/>
              <p:nvPr/>
            </p:nvSpPr>
            <p:spPr>
              <a:xfrm>
                <a:off x="33369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h3556"/>
              <p:cNvSpPr/>
              <p:nvPr/>
            </p:nvSpPr>
            <p:spPr>
              <a:xfrm>
                <a:off x="33462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h3557"/>
              <p:cNvSpPr/>
              <p:nvPr/>
            </p:nvSpPr>
            <p:spPr>
              <a:xfrm>
                <a:off x="3355465" y="2050402"/>
                <a:ext cx="9205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5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566" y="897161"/>
                    </a:lnTo>
                    <a:lnTo>
                      <a:pt x="918387" y="906185"/>
                    </a:lnTo>
                    <a:lnTo>
                      <a:pt x="916124" y="914400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h3558"/>
              <p:cNvSpPr/>
              <p:nvPr/>
            </p:nvSpPr>
            <p:spPr>
              <a:xfrm>
                <a:off x="2290310" y="2015925"/>
                <a:ext cx="914400" cy="92677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777">
                    <a:moveTo>
                      <a:pt x="914400" y="914400"/>
                    </a:moveTo>
                    <a:lnTo>
                      <a:pt x="914400" y="926777"/>
                    </a:lnTo>
                    <a:lnTo>
                      <a:pt x="913990" y="925136"/>
                    </a:lnTo>
                    <a:lnTo>
                      <a:pt x="913480" y="923095"/>
                    </a:lnTo>
                    <a:lnTo>
                      <a:pt x="913204" y="921986"/>
                    </a:lnTo>
                    <a:lnTo>
                      <a:pt x="911804" y="920224"/>
                    </a:lnTo>
                    <a:lnTo>
                      <a:pt x="907656" y="914400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h3559"/>
              <p:cNvSpPr/>
              <p:nvPr/>
            </p:nvSpPr>
            <p:spPr>
              <a:xfrm>
                <a:off x="22903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12" y="931638"/>
                    </a:lnTo>
                    <a:lnTo>
                      <a:pt x="915517" y="931260"/>
                    </a:lnTo>
                    <a:lnTo>
                      <a:pt x="915008" y="929218"/>
                    </a:lnTo>
                    <a:lnTo>
                      <a:pt x="914499" y="927177"/>
                    </a:lnTo>
                    <a:lnTo>
                      <a:pt x="914400" y="926777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h3560"/>
              <p:cNvSpPr/>
              <p:nvPr/>
            </p:nvSpPr>
            <p:spPr>
              <a:xfrm>
                <a:off x="22995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h3561"/>
              <p:cNvSpPr/>
              <p:nvPr/>
            </p:nvSpPr>
            <p:spPr>
              <a:xfrm>
                <a:off x="230883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h3562"/>
              <p:cNvSpPr/>
              <p:nvPr/>
            </p:nvSpPr>
            <p:spPr>
              <a:xfrm>
                <a:off x="23180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h3563"/>
              <p:cNvSpPr/>
              <p:nvPr/>
            </p:nvSpPr>
            <p:spPr>
              <a:xfrm>
                <a:off x="23273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h3564"/>
              <p:cNvSpPr/>
              <p:nvPr/>
            </p:nvSpPr>
            <p:spPr>
              <a:xfrm>
                <a:off x="23366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h3565"/>
              <p:cNvSpPr/>
              <p:nvPr/>
            </p:nvSpPr>
            <p:spPr>
              <a:xfrm>
                <a:off x="23458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h3566"/>
              <p:cNvSpPr/>
              <p:nvPr/>
            </p:nvSpPr>
            <p:spPr>
              <a:xfrm>
                <a:off x="235514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h3567"/>
              <p:cNvSpPr/>
              <p:nvPr/>
            </p:nvSpPr>
            <p:spPr>
              <a:xfrm>
                <a:off x="23644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h3568"/>
              <p:cNvSpPr/>
              <p:nvPr/>
            </p:nvSpPr>
            <p:spPr>
              <a:xfrm>
                <a:off x="23736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h3569"/>
              <p:cNvSpPr/>
              <p:nvPr/>
            </p:nvSpPr>
            <p:spPr>
              <a:xfrm>
                <a:off x="23829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h3570"/>
              <p:cNvSpPr/>
              <p:nvPr/>
            </p:nvSpPr>
            <p:spPr>
              <a:xfrm>
                <a:off x="239219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h3571"/>
              <p:cNvSpPr/>
              <p:nvPr/>
            </p:nvSpPr>
            <p:spPr>
              <a:xfrm>
                <a:off x="24014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h3572"/>
              <p:cNvSpPr/>
              <p:nvPr/>
            </p:nvSpPr>
            <p:spPr>
              <a:xfrm>
                <a:off x="24107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h3573"/>
              <p:cNvSpPr/>
              <p:nvPr/>
            </p:nvSpPr>
            <p:spPr>
              <a:xfrm>
                <a:off x="24199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h3574"/>
              <p:cNvSpPr/>
              <p:nvPr/>
            </p:nvSpPr>
            <p:spPr>
              <a:xfrm>
                <a:off x="24292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h3575"/>
              <p:cNvSpPr/>
              <p:nvPr/>
            </p:nvSpPr>
            <p:spPr>
              <a:xfrm>
                <a:off x="243850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h3576"/>
              <p:cNvSpPr/>
              <p:nvPr/>
            </p:nvSpPr>
            <p:spPr>
              <a:xfrm>
                <a:off x="24477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h3577"/>
              <p:cNvSpPr/>
              <p:nvPr/>
            </p:nvSpPr>
            <p:spPr>
              <a:xfrm>
                <a:off x="24570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h3578"/>
              <p:cNvSpPr/>
              <p:nvPr/>
            </p:nvSpPr>
            <p:spPr>
              <a:xfrm>
                <a:off x="24662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h3579"/>
              <p:cNvSpPr/>
              <p:nvPr/>
            </p:nvSpPr>
            <p:spPr>
              <a:xfrm>
                <a:off x="247555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h3580"/>
              <p:cNvSpPr/>
              <p:nvPr/>
            </p:nvSpPr>
            <p:spPr>
              <a:xfrm>
                <a:off x="24848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h3581"/>
              <p:cNvSpPr/>
              <p:nvPr/>
            </p:nvSpPr>
            <p:spPr>
              <a:xfrm>
                <a:off x="24940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h3582"/>
              <p:cNvSpPr/>
              <p:nvPr/>
            </p:nvSpPr>
            <p:spPr>
              <a:xfrm>
                <a:off x="25033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h3583"/>
              <p:cNvSpPr/>
              <p:nvPr/>
            </p:nvSpPr>
            <p:spPr>
              <a:xfrm>
                <a:off x="25126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h3584"/>
              <p:cNvSpPr/>
              <p:nvPr/>
            </p:nvSpPr>
            <p:spPr>
              <a:xfrm>
                <a:off x="252186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h3585"/>
              <p:cNvSpPr/>
              <p:nvPr/>
            </p:nvSpPr>
            <p:spPr>
              <a:xfrm>
                <a:off x="253112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h3586"/>
              <p:cNvSpPr/>
              <p:nvPr/>
            </p:nvSpPr>
            <p:spPr>
              <a:xfrm>
                <a:off x="254039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h3587"/>
              <p:cNvSpPr/>
              <p:nvPr/>
            </p:nvSpPr>
            <p:spPr>
              <a:xfrm>
                <a:off x="254965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h3588"/>
              <p:cNvSpPr/>
              <p:nvPr/>
            </p:nvSpPr>
            <p:spPr>
              <a:xfrm>
                <a:off x="255891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h3589"/>
              <p:cNvSpPr/>
              <p:nvPr/>
            </p:nvSpPr>
            <p:spPr>
              <a:xfrm>
                <a:off x="256817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h3590"/>
              <p:cNvSpPr/>
              <p:nvPr/>
            </p:nvSpPr>
            <p:spPr>
              <a:xfrm>
                <a:off x="2586701" y="203316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978" y="897161"/>
                    </a:lnTo>
                    <a:lnTo>
                      <a:pt x="914399" y="897972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h3591"/>
              <p:cNvSpPr/>
              <p:nvPr/>
            </p:nvSpPr>
            <p:spPr>
              <a:xfrm>
                <a:off x="2586701" y="2033164"/>
                <a:ext cx="922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59" h="914400">
                    <a:moveTo>
                      <a:pt x="914399" y="914400"/>
                    </a:moveTo>
                    <a:lnTo>
                      <a:pt x="914399" y="897972"/>
                    </a:lnTo>
                    <a:lnTo>
                      <a:pt x="917196" y="903356"/>
                    </a:lnTo>
                    <a:lnTo>
                      <a:pt x="922505" y="914106"/>
                    </a:lnTo>
                    <a:lnTo>
                      <a:pt x="922769" y="914277"/>
                    </a:lnTo>
                    <a:lnTo>
                      <a:pt x="922959" y="914400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h3592"/>
              <p:cNvSpPr/>
              <p:nvPr/>
            </p:nvSpPr>
            <p:spPr>
              <a:xfrm>
                <a:off x="3123910" y="20159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93" y="931638"/>
                    </a:lnTo>
                    <a:lnTo>
                      <a:pt x="910370" y="930676"/>
                    </a:lnTo>
                    <a:lnTo>
                      <a:pt x="910289" y="927344"/>
                    </a:lnTo>
                    <a:lnTo>
                      <a:pt x="910207" y="924011"/>
                    </a:lnTo>
                    <a:lnTo>
                      <a:pt x="910126" y="920679"/>
                    </a:lnTo>
                    <a:lnTo>
                      <a:pt x="910044" y="917344"/>
                    </a:lnTo>
                    <a:lnTo>
                      <a:pt x="910014" y="914400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h3593"/>
              <p:cNvSpPr/>
              <p:nvPr/>
            </p:nvSpPr>
            <p:spPr>
              <a:xfrm>
                <a:off x="31239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h3594"/>
              <p:cNvSpPr/>
              <p:nvPr/>
            </p:nvSpPr>
            <p:spPr>
              <a:xfrm>
                <a:off x="31331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h3595"/>
              <p:cNvSpPr/>
              <p:nvPr/>
            </p:nvSpPr>
            <p:spPr>
              <a:xfrm>
                <a:off x="314243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h3596"/>
              <p:cNvSpPr/>
              <p:nvPr/>
            </p:nvSpPr>
            <p:spPr>
              <a:xfrm>
                <a:off x="31516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h3597"/>
              <p:cNvSpPr/>
              <p:nvPr/>
            </p:nvSpPr>
            <p:spPr>
              <a:xfrm>
                <a:off x="31609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h3598"/>
              <p:cNvSpPr/>
              <p:nvPr/>
            </p:nvSpPr>
            <p:spPr>
              <a:xfrm>
                <a:off x="31702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h3599"/>
              <p:cNvSpPr/>
              <p:nvPr/>
            </p:nvSpPr>
            <p:spPr>
              <a:xfrm>
                <a:off x="31794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h3600"/>
              <p:cNvSpPr/>
              <p:nvPr/>
            </p:nvSpPr>
            <p:spPr>
              <a:xfrm>
                <a:off x="318874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h3601"/>
              <p:cNvSpPr/>
              <p:nvPr/>
            </p:nvSpPr>
            <p:spPr>
              <a:xfrm>
                <a:off x="31980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h3602"/>
              <p:cNvSpPr/>
              <p:nvPr/>
            </p:nvSpPr>
            <p:spPr>
              <a:xfrm>
                <a:off x="32072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h3603"/>
              <p:cNvSpPr/>
              <p:nvPr/>
            </p:nvSpPr>
            <p:spPr>
              <a:xfrm>
                <a:off x="32165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h3604"/>
              <p:cNvSpPr/>
              <p:nvPr/>
            </p:nvSpPr>
            <p:spPr>
              <a:xfrm>
                <a:off x="322579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h3605"/>
              <p:cNvSpPr/>
              <p:nvPr/>
            </p:nvSpPr>
            <p:spPr>
              <a:xfrm>
                <a:off x="32350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h3606"/>
              <p:cNvSpPr/>
              <p:nvPr/>
            </p:nvSpPr>
            <p:spPr>
              <a:xfrm>
                <a:off x="32443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h3607"/>
              <p:cNvSpPr/>
              <p:nvPr/>
            </p:nvSpPr>
            <p:spPr>
              <a:xfrm>
                <a:off x="32535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h3608"/>
              <p:cNvSpPr/>
              <p:nvPr/>
            </p:nvSpPr>
            <p:spPr>
              <a:xfrm>
                <a:off x="32628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h3609"/>
              <p:cNvSpPr/>
              <p:nvPr/>
            </p:nvSpPr>
            <p:spPr>
              <a:xfrm>
                <a:off x="327210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h3610"/>
              <p:cNvSpPr/>
              <p:nvPr/>
            </p:nvSpPr>
            <p:spPr>
              <a:xfrm>
                <a:off x="32813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h3611"/>
              <p:cNvSpPr/>
              <p:nvPr/>
            </p:nvSpPr>
            <p:spPr>
              <a:xfrm>
                <a:off x="32906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h3612"/>
              <p:cNvSpPr/>
              <p:nvPr/>
            </p:nvSpPr>
            <p:spPr>
              <a:xfrm>
                <a:off x="32998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h3613"/>
              <p:cNvSpPr/>
              <p:nvPr/>
            </p:nvSpPr>
            <p:spPr>
              <a:xfrm>
                <a:off x="330915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h3614"/>
              <p:cNvSpPr/>
              <p:nvPr/>
            </p:nvSpPr>
            <p:spPr>
              <a:xfrm>
                <a:off x="33184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h3615"/>
              <p:cNvSpPr/>
              <p:nvPr/>
            </p:nvSpPr>
            <p:spPr>
              <a:xfrm>
                <a:off x="33276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h3616"/>
              <p:cNvSpPr/>
              <p:nvPr/>
            </p:nvSpPr>
            <p:spPr>
              <a:xfrm>
                <a:off x="33369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h3617"/>
              <p:cNvSpPr/>
              <p:nvPr/>
            </p:nvSpPr>
            <p:spPr>
              <a:xfrm>
                <a:off x="33462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h3618"/>
              <p:cNvSpPr/>
              <p:nvPr/>
            </p:nvSpPr>
            <p:spPr>
              <a:xfrm>
                <a:off x="3355465" y="20331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8967"/>
                    </a:lnTo>
                    <a:lnTo>
                      <a:pt x="922795" y="903839"/>
                    </a:lnTo>
                    <a:lnTo>
                      <a:pt x="920726" y="913737"/>
                    </a:lnTo>
                    <a:lnTo>
                      <a:pt x="920566" y="914400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h3619"/>
              <p:cNvSpPr/>
              <p:nvPr/>
            </p:nvSpPr>
            <p:spPr>
              <a:xfrm>
                <a:off x="3364728" y="2015925"/>
                <a:ext cx="914721" cy="916206"/>
              </a:xfrm>
              <a:custGeom>
                <a:avLst/>
                <a:gdLst/>
                <a:ahLst/>
                <a:cxnLst/>
                <a:rect l="0" t="0" r="0" b="0"/>
                <a:pathLst>
                  <a:path w="914721" h="916206">
                    <a:moveTo>
                      <a:pt x="914400" y="914400"/>
                    </a:moveTo>
                    <a:lnTo>
                      <a:pt x="914721" y="914400"/>
                    </a:lnTo>
                    <a:lnTo>
                      <a:pt x="914400" y="916206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h3620"/>
              <p:cNvSpPr/>
              <p:nvPr/>
            </p:nvSpPr>
            <p:spPr>
              <a:xfrm>
                <a:off x="2281048" y="1998687"/>
                <a:ext cx="914400" cy="92777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774">
                    <a:moveTo>
                      <a:pt x="914400" y="914400"/>
                    </a:moveTo>
                    <a:lnTo>
                      <a:pt x="914400" y="927774"/>
                    </a:lnTo>
                    <a:lnTo>
                      <a:pt x="912093" y="924173"/>
                    </a:lnTo>
                    <a:lnTo>
                      <a:pt x="907894" y="916900"/>
                    </a:lnTo>
                    <a:lnTo>
                      <a:pt x="906592" y="914400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h3621"/>
              <p:cNvSpPr/>
              <p:nvPr/>
            </p:nvSpPr>
            <p:spPr>
              <a:xfrm>
                <a:off x="228104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18" y="931638"/>
                    </a:lnTo>
                    <a:lnTo>
                      <a:pt x="916487" y="931034"/>
                    </a:lnTo>
                    <a:lnTo>
                      <a:pt x="914400" y="927774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h3622"/>
              <p:cNvSpPr/>
              <p:nvPr/>
            </p:nvSpPr>
            <p:spPr>
              <a:xfrm>
                <a:off x="22903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h3623"/>
              <p:cNvSpPr/>
              <p:nvPr/>
            </p:nvSpPr>
            <p:spPr>
              <a:xfrm>
                <a:off x="22995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h3624"/>
              <p:cNvSpPr/>
              <p:nvPr/>
            </p:nvSpPr>
            <p:spPr>
              <a:xfrm>
                <a:off x="230883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h3625"/>
              <p:cNvSpPr/>
              <p:nvPr/>
            </p:nvSpPr>
            <p:spPr>
              <a:xfrm>
                <a:off x="23180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h3626"/>
              <p:cNvSpPr/>
              <p:nvPr/>
            </p:nvSpPr>
            <p:spPr>
              <a:xfrm>
                <a:off x="23273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h3627"/>
              <p:cNvSpPr/>
              <p:nvPr/>
            </p:nvSpPr>
            <p:spPr>
              <a:xfrm>
                <a:off x="23366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h3628"/>
              <p:cNvSpPr/>
              <p:nvPr/>
            </p:nvSpPr>
            <p:spPr>
              <a:xfrm>
                <a:off x="23458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h3629"/>
              <p:cNvSpPr/>
              <p:nvPr/>
            </p:nvSpPr>
            <p:spPr>
              <a:xfrm>
                <a:off x="235514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h3630"/>
              <p:cNvSpPr/>
              <p:nvPr/>
            </p:nvSpPr>
            <p:spPr>
              <a:xfrm>
                <a:off x="23644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h3631"/>
              <p:cNvSpPr/>
              <p:nvPr/>
            </p:nvSpPr>
            <p:spPr>
              <a:xfrm>
                <a:off x="23736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h3632"/>
              <p:cNvSpPr/>
              <p:nvPr/>
            </p:nvSpPr>
            <p:spPr>
              <a:xfrm>
                <a:off x="23829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h3633"/>
              <p:cNvSpPr/>
              <p:nvPr/>
            </p:nvSpPr>
            <p:spPr>
              <a:xfrm>
                <a:off x="239219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h3634"/>
              <p:cNvSpPr/>
              <p:nvPr/>
            </p:nvSpPr>
            <p:spPr>
              <a:xfrm>
                <a:off x="24014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h3635"/>
              <p:cNvSpPr/>
              <p:nvPr/>
            </p:nvSpPr>
            <p:spPr>
              <a:xfrm>
                <a:off x="24107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h3636"/>
              <p:cNvSpPr/>
              <p:nvPr/>
            </p:nvSpPr>
            <p:spPr>
              <a:xfrm>
                <a:off x="24199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h3637"/>
              <p:cNvSpPr/>
              <p:nvPr/>
            </p:nvSpPr>
            <p:spPr>
              <a:xfrm>
                <a:off x="24292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h3638"/>
              <p:cNvSpPr/>
              <p:nvPr/>
            </p:nvSpPr>
            <p:spPr>
              <a:xfrm>
                <a:off x="243850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h3639"/>
              <p:cNvSpPr/>
              <p:nvPr/>
            </p:nvSpPr>
            <p:spPr>
              <a:xfrm>
                <a:off x="24477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h3640"/>
              <p:cNvSpPr/>
              <p:nvPr/>
            </p:nvSpPr>
            <p:spPr>
              <a:xfrm>
                <a:off x="24570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h3641"/>
              <p:cNvSpPr/>
              <p:nvPr/>
            </p:nvSpPr>
            <p:spPr>
              <a:xfrm>
                <a:off x="24662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h3642"/>
              <p:cNvSpPr/>
              <p:nvPr/>
            </p:nvSpPr>
            <p:spPr>
              <a:xfrm>
                <a:off x="247555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h3643"/>
              <p:cNvSpPr/>
              <p:nvPr/>
            </p:nvSpPr>
            <p:spPr>
              <a:xfrm>
                <a:off x="24848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h3644"/>
              <p:cNvSpPr/>
              <p:nvPr/>
            </p:nvSpPr>
            <p:spPr>
              <a:xfrm>
                <a:off x="24940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h3645"/>
              <p:cNvSpPr/>
              <p:nvPr/>
            </p:nvSpPr>
            <p:spPr>
              <a:xfrm>
                <a:off x="25033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h3646"/>
              <p:cNvSpPr/>
              <p:nvPr/>
            </p:nvSpPr>
            <p:spPr>
              <a:xfrm>
                <a:off x="25126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h3647"/>
              <p:cNvSpPr/>
              <p:nvPr/>
            </p:nvSpPr>
            <p:spPr>
              <a:xfrm>
                <a:off x="252186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h3648"/>
              <p:cNvSpPr/>
              <p:nvPr/>
            </p:nvSpPr>
            <p:spPr>
              <a:xfrm>
                <a:off x="253112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162">
                  <a:alpha val="100000"/>
                </a:srgbClr>
              </a:solidFill>
              <a:ln w="5420" cap="flat">
                <a:solidFill>
                  <a:srgbClr val="94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h3649"/>
              <p:cNvSpPr/>
              <p:nvPr/>
            </p:nvSpPr>
            <p:spPr>
              <a:xfrm>
                <a:off x="254039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h3650"/>
              <p:cNvSpPr/>
              <p:nvPr/>
            </p:nvSpPr>
            <p:spPr>
              <a:xfrm>
                <a:off x="254965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h3651"/>
              <p:cNvSpPr/>
              <p:nvPr/>
            </p:nvSpPr>
            <p:spPr>
              <a:xfrm>
                <a:off x="255891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h3652"/>
              <p:cNvSpPr/>
              <p:nvPr/>
            </p:nvSpPr>
            <p:spPr>
              <a:xfrm>
                <a:off x="2577439" y="20159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11" y="897161"/>
                    </a:lnTo>
                    <a:lnTo>
                      <a:pt x="913216" y="897722"/>
                    </a:lnTo>
                    <a:lnTo>
                      <a:pt x="914400" y="899553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h3653"/>
              <p:cNvSpPr/>
              <p:nvPr/>
            </p:nvSpPr>
            <p:spPr>
              <a:xfrm>
                <a:off x="2577439" y="2015925"/>
                <a:ext cx="92324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41" h="914400">
                    <a:moveTo>
                      <a:pt x="914400" y="914400"/>
                    </a:moveTo>
                    <a:lnTo>
                      <a:pt x="914400" y="899553"/>
                    </a:lnTo>
                    <a:lnTo>
                      <a:pt x="917850" y="904896"/>
                    </a:lnTo>
                    <a:lnTo>
                      <a:pt x="922269" y="912528"/>
                    </a:lnTo>
                    <a:lnTo>
                      <a:pt x="923241" y="914400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h3654"/>
              <p:cNvSpPr/>
              <p:nvPr/>
            </p:nvSpPr>
            <p:spPr>
              <a:xfrm>
                <a:off x="3123910" y="19986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014" y="931638"/>
                    </a:lnTo>
                    <a:lnTo>
                      <a:pt x="909933" y="923600"/>
                    </a:lnTo>
                    <a:lnTo>
                      <a:pt x="910102" y="914400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h3655"/>
              <p:cNvSpPr/>
              <p:nvPr/>
            </p:nvSpPr>
            <p:spPr>
              <a:xfrm>
                <a:off x="31239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h3656"/>
              <p:cNvSpPr/>
              <p:nvPr/>
            </p:nvSpPr>
            <p:spPr>
              <a:xfrm>
                <a:off x="31331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h3657"/>
              <p:cNvSpPr/>
              <p:nvPr/>
            </p:nvSpPr>
            <p:spPr>
              <a:xfrm>
                <a:off x="314243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h3658"/>
              <p:cNvSpPr/>
              <p:nvPr/>
            </p:nvSpPr>
            <p:spPr>
              <a:xfrm>
                <a:off x="31516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h3659"/>
              <p:cNvSpPr/>
              <p:nvPr/>
            </p:nvSpPr>
            <p:spPr>
              <a:xfrm>
                <a:off x="31609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h3660"/>
              <p:cNvSpPr/>
              <p:nvPr/>
            </p:nvSpPr>
            <p:spPr>
              <a:xfrm>
                <a:off x="31702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h3661"/>
              <p:cNvSpPr/>
              <p:nvPr/>
            </p:nvSpPr>
            <p:spPr>
              <a:xfrm>
                <a:off x="31794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h3662"/>
              <p:cNvSpPr/>
              <p:nvPr/>
            </p:nvSpPr>
            <p:spPr>
              <a:xfrm>
                <a:off x="318874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h3663"/>
              <p:cNvSpPr/>
              <p:nvPr/>
            </p:nvSpPr>
            <p:spPr>
              <a:xfrm>
                <a:off x="31980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h3664"/>
              <p:cNvSpPr/>
              <p:nvPr/>
            </p:nvSpPr>
            <p:spPr>
              <a:xfrm>
                <a:off x="32072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h3665"/>
              <p:cNvSpPr/>
              <p:nvPr/>
            </p:nvSpPr>
            <p:spPr>
              <a:xfrm>
                <a:off x="32165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h3666"/>
              <p:cNvSpPr/>
              <p:nvPr/>
            </p:nvSpPr>
            <p:spPr>
              <a:xfrm>
                <a:off x="322579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h3667"/>
              <p:cNvSpPr/>
              <p:nvPr/>
            </p:nvSpPr>
            <p:spPr>
              <a:xfrm>
                <a:off x="32350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h3668"/>
              <p:cNvSpPr/>
              <p:nvPr/>
            </p:nvSpPr>
            <p:spPr>
              <a:xfrm>
                <a:off x="32443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h3669"/>
              <p:cNvSpPr/>
              <p:nvPr/>
            </p:nvSpPr>
            <p:spPr>
              <a:xfrm>
                <a:off x="32535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h3670"/>
              <p:cNvSpPr/>
              <p:nvPr/>
            </p:nvSpPr>
            <p:spPr>
              <a:xfrm>
                <a:off x="32628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h3671"/>
              <p:cNvSpPr/>
              <p:nvPr/>
            </p:nvSpPr>
            <p:spPr>
              <a:xfrm>
                <a:off x="327210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h3672"/>
              <p:cNvSpPr/>
              <p:nvPr/>
            </p:nvSpPr>
            <p:spPr>
              <a:xfrm>
                <a:off x="32813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h3673"/>
              <p:cNvSpPr/>
              <p:nvPr/>
            </p:nvSpPr>
            <p:spPr>
              <a:xfrm>
                <a:off x="32906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h3674"/>
              <p:cNvSpPr/>
              <p:nvPr/>
            </p:nvSpPr>
            <p:spPr>
              <a:xfrm>
                <a:off x="32998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h3675"/>
              <p:cNvSpPr/>
              <p:nvPr/>
            </p:nvSpPr>
            <p:spPr>
              <a:xfrm>
                <a:off x="330915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h3676"/>
              <p:cNvSpPr/>
              <p:nvPr/>
            </p:nvSpPr>
            <p:spPr>
              <a:xfrm>
                <a:off x="33184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h3677"/>
              <p:cNvSpPr/>
              <p:nvPr/>
            </p:nvSpPr>
            <p:spPr>
              <a:xfrm>
                <a:off x="33276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h3678"/>
              <p:cNvSpPr/>
              <p:nvPr/>
            </p:nvSpPr>
            <p:spPr>
              <a:xfrm>
                <a:off x="33369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h3679"/>
              <p:cNvSpPr/>
              <p:nvPr/>
            </p:nvSpPr>
            <p:spPr>
              <a:xfrm>
                <a:off x="33462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h3680"/>
              <p:cNvSpPr/>
              <p:nvPr/>
            </p:nvSpPr>
            <p:spPr>
              <a:xfrm>
                <a:off x="335546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h3681"/>
              <p:cNvSpPr/>
              <p:nvPr/>
            </p:nvSpPr>
            <p:spPr>
              <a:xfrm>
                <a:off x="3364728" y="2015925"/>
                <a:ext cx="9175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79" y="897161"/>
                    </a:lnTo>
                    <a:lnTo>
                      <a:pt x="917290" y="898935"/>
                    </a:lnTo>
                    <a:lnTo>
                      <a:pt x="916799" y="901947"/>
                    </a:lnTo>
                    <a:lnTo>
                      <a:pt x="916309" y="904959"/>
                    </a:lnTo>
                    <a:lnTo>
                      <a:pt x="915818" y="907970"/>
                    </a:lnTo>
                    <a:lnTo>
                      <a:pt x="915326" y="910996"/>
                    </a:lnTo>
                    <a:lnTo>
                      <a:pt x="914721" y="914400"/>
                    </a:lnTo>
                    <a:close/>
                  </a:path>
                </a:pathLst>
              </a:custGeom>
              <a:solidFill>
                <a:srgbClr val="54AD56">
                  <a:alpha val="100000"/>
                </a:srgbClr>
              </a:solidFill>
              <a:ln w="5420" cap="flat">
                <a:solidFill>
                  <a:srgbClr val="54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h3682"/>
              <p:cNvSpPr/>
              <p:nvPr/>
            </p:nvSpPr>
            <p:spPr>
              <a:xfrm>
                <a:off x="2271786" y="1981448"/>
                <a:ext cx="914400" cy="9288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44">
                    <a:moveTo>
                      <a:pt x="914400" y="914400"/>
                    </a:moveTo>
                    <a:lnTo>
                      <a:pt x="914400" y="928844"/>
                    </a:lnTo>
                    <a:lnTo>
                      <a:pt x="913164" y="926472"/>
                    </a:lnTo>
                    <a:lnTo>
                      <a:pt x="909391" y="918432"/>
                    </a:lnTo>
                    <a:lnTo>
                      <a:pt x="907687" y="914400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h3683"/>
              <p:cNvSpPr/>
              <p:nvPr/>
            </p:nvSpPr>
            <p:spPr>
              <a:xfrm>
                <a:off x="227178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54" y="931638"/>
                    </a:lnTo>
                    <a:lnTo>
                      <a:pt x="914400" y="928844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h3684"/>
              <p:cNvSpPr/>
              <p:nvPr/>
            </p:nvSpPr>
            <p:spPr>
              <a:xfrm>
                <a:off x="228104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h3685"/>
              <p:cNvSpPr/>
              <p:nvPr/>
            </p:nvSpPr>
            <p:spPr>
              <a:xfrm>
                <a:off x="22903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h3686"/>
              <p:cNvSpPr/>
              <p:nvPr/>
            </p:nvSpPr>
            <p:spPr>
              <a:xfrm>
                <a:off x="22995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h3687"/>
              <p:cNvSpPr/>
              <p:nvPr/>
            </p:nvSpPr>
            <p:spPr>
              <a:xfrm>
                <a:off x="230883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h3688"/>
              <p:cNvSpPr/>
              <p:nvPr/>
            </p:nvSpPr>
            <p:spPr>
              <a:xfrm>
                <a:off x="23180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h3689"/>
              <p:cNvSpPr/>
              <p:nvPr/>
            </p:nvSpPr>
            <p:spPr>
              <a:xfrm>
                <a:off x="23273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h3690"/>
              <p:cNvSpPr/>
              <p:nvPr/>
            </p:nvSpPr>
            <p:spPr>
              <a:xfrm>
                <a:off x="23366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h3691"/>
              <p:cNvSpPr/>
              <p:nvPr/>
            </p:nvSpPr>
            <p:spPr>
              <a:xfrm>
                <a:off x="23458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h3692"/>
              <p:cNvSpPr/>
              <p:nvPr/>
            </p:nvSpPr>
            <p:spPr>
              <a:xfrm>
                <a:off x="235514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h3693"/>
              <p:cNvSpPr/>
              <p:nvPr/>
            </p:nvSpPr>
            <p:spPr>
              <a:xfrm>
                <a:off x="23644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h3694"/>
              <p:cNvSpPr/>
              <p:nvPr/>
            </p:nvSpPr>
            <p:spPr>
              <a:xfrm>
                <a:off x="23736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h3695"/>
              <p:cNvSpPr/>
              <p:nvPr/>
            </p:nvSpPr>
            <p:spPr>
              <a:xfrm>
                <a:off x="23829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h3696"/>
              <p:cNvSpPr/>
              <p:nvPr/>
            </p:nvSpPr>
            <p:spPr>
              <a:xfrm>
                <a:off x="239219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h3697"/>
              <p:cNvSpPr/>
              <p:nvPr/>
            </p:nvSpPr>
            <p:spPr>
              <a:xfrm>
                <a:off x="24014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h3698"/>
              <p:cNvSpPr/>
              <p:nvPr/>
            </p:nvSpPr>
            <p:spPr>
              <a:xfrm>
                <a:off x="24107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h3699"/>
              <p:cNvSpPr/>
              <p:nvPr/>
            </p:nvSpPr>
            <p:spPr>
              <a:xfrm>
                <a:off x="24199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h3700"/>
              <p:cNvSpPr/>
              <p:nvPr/>
            </p:nvSpPr>
            <p:spPr>
              <a:xfrm>
                <a:off x="24292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h3701"/>
              <p:cNvSpPr/>
              <p:nvPr/>
            </p:nvSpPr>
            <p:spPr>
              <a:xfrm>
                <a:off x="243850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h3702"/>
              <p:cNvSpPr/>
              <p:nvPr/>
            </p:nvSpPr>
            <p:spPr>
              <a:xfrm>
                <a:off x="24477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h3703"/>
              <p:cNvSpPr/>
              <p:nvPr/>
            </p:nvSpPr>
            <p:spPr>
              <a:xfrm>
                <a:off x="24570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h3704"/>
              <p:cNvSpPr/>
              <p:nvPr/>
            </p:nvSpPr>
            <p:spPr>
              <a:xfrm>
                <a:off x="24662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h3705"/>
              <p:cNvSpPr/>
              <p:nvPr/>
            </p:nvSpPr>
            <p:spPr>
              <a:xfrm>
                <a:off x="247555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h3706"/>
              <p:cNvSpPr/>
              <p:nvPr/>
            </p:nvSpPr>
            <p:spPr>
              <a:xfrm>
                <a:off x="24848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h3707"/>
              <p:cNvSpPr/>
              <p:nvPr/>
            </p:nvSpPr>
            <p:spPr>
              <a:xfrm>
                <a:off x="24940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h3708"/>
              <p:cNvSpPr/>
              <p:nvPr/>
            </p:nvSpPr>
            <p:spPr>
              <a:xfrm>
                <a:off x="25033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h3709"/>
              <p:cNvSpPr/>
              <p:nvPr/>
            </p:nvSpPr>
            <p:spPr>
              <a:xfrm>
                <a:off x="25126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h3710"/>
              <p:cNvSpPr/>
              <p:nvPr/>
            </p:nvSpPr>
            <p:spPr>
              <a:xfrm>
                <a:off x="252186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h3711"/>
              <p:cNvSpPr/>
              <p:nvPr/>
            </p:nvSpPr>
            <p:spPr>
              <a:xfrm>
                <a:off x="253112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h3712"/>
              <p:cNvSpPr/>
              <p:nvPr/>
            </p:nvSpPr>
            <p:spPr>
              <a:xfrm>
                <a:off x="254039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h3713"/>
              <p:cNvSpPr/>
              <p:nvPr/>
            </p:nvSpPr>
            <p:spPr>
              <a:xfrm>
                <a:off x="254965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h3714"/>
              <p:cNvSpPr/>
              <p:nvPr/>
            </p:nvSpPr>
            <p:spPr>
              <a:xfrm>
                <a:off x="2568177" y="1998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133" y="897161"/>
                    </a:lnTo>
                    <a:lnTo>
                      <a:pt x="912618" y="902065"/>
                    </a:lnTo>
                    <a:lnTo>
                      <a:pt x="914400" y="904263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h3715"/>
              <p:cNvSpPr/>
              <p:nvPr/>
            </p:nvSpPr>
            <p:spPr>
              <a:xfrm>
                <a:off x="2568177" y="1998687"/>
                <a:ext cx="9220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4" h="914400">
                    <a:moveTo>
                      <a:pt x="914400" y="914400"/>
                    </a:moveTo>
                    <a:lnTo>
                      <a:pt x="914400" y="904263"/>
                    </a:lnTo>
                    <a:lnTo>
                      <a:pt x="917642" y="908264"/>
                    </a:lnTo>
                    <a:lnTo>
                      <a:pt x="922074" y="914400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h3716"/>
              <p:cNvSpPr/>
              <p:nvPr/>
            </p:nvSpPr>
            <p:spPr>
              <a:xfrm>
                <a:off x="3123910" y="19814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02" y="931638"/>
                    </a:lnTo>
                    <a:lnTo>
                      <a:pt x="910135" y="929860"/>
                    </a:lnTo>
                    <a:lnTo>
                      <a:pt x="910649" y="918918"/>
                    </a:lnTo>
                    <a:lnTo>
                      <a:pt x="910992" y="914400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h3717"/>
              <p:cNvSpPr/>
              <p:nvPr/>
            </p:nvSpPr>
            <p:spPr>
              <a:xfrm>
                <a:off x="31239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h3718"/>
              <p:cNvSpPr/>
              <p:nvPr/>
            </p:nvSpPr>
            <p:spPr>
              <a:xfrm>
                <a:off x="31331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h3719"/>
              <p:cNvSpPr/>
              <p:nvPr/>
            </p:nvSpPr>
            <p:spPr>
              <a:xfrm>
                <a:off x="314243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h3720"/>
              <p:cNvSpPr/>
              <p:nvPr/>
            </p:nvSpPr>
            <p:spPr>
              <a:xfrm>
                <a:off x="31516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h3721"/>
              <p:cNvSpPr/>
              <p:nvPr/>
            </p:nvSpPr>
            <p:spPr>
              <a:xfrm>
                <a:off x="31609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h3722"/>
              <p:cNvSpPr/>
              <p:nvPr/>
            </p:nvSpPr>
            <p:spPr>
              <a:xfrm>
                <a:off x="31702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h3723"/>
              <p:cNvSpPr/>
              <p:nvPr/>
            </p:nvSpPr>
            <p:spPr>
              <a:xfrm>
                <a:off x="31794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h3724"/>
              <p:cNvSpPr/>
              <p:nvPr/>
            </p:nvSpPr>
            <p:spPr>
              <a:xfrm>
                <a:off x="318874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h3725"/>
              <p:cNvSpPr/>
              <p:nvPr/>
            </p:nvSpPr>
            <p:spPr>
              <a:xfrm>
                <a:off x="31980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h3726"/>
              <p:cNvSpPr/>
              <p:nvPr/>
            </p:nvSpPr>
            <p:spPr>
              <a:xfrm>
                <a:off x="32072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h3727"/>
              <p:cNvSpPr/>
              <p:nvPr/>
            </p:nvSpPr>
            <p:spPr>
              <a:xfrm>
                <a:off x="32165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h3728"/>
              <p:cNvSpPr/>
              <p:nvPr/>
            </p:nvSpPr>
            <p:spPr>
              <a:xfrm>
                <a:off x="322579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h3729"/>
              <p:cNvSpPr/>
              <p:nvPr/>
            </p:nvSpPr>
            <p:spPr>
              <a:xfrm>
                <a:off x="32350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h3730"/>
              <p:cNvSpPr/>
              <p:nvPr/>
            </p:nvSpPr>
            <p:spPr>
              <a:xfrm>
                <a:off x="32443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4AE57">
                  <a:alpha val="100000"/>
                </a:srgbClr>
              </a:solidFill>
              <a:ln w="5420" cap="flat">
                <a:solidFill>
                  <a:srgbClr val="54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h3731"/>
              <p:cNvSpPr/>
              <p:nvPr/>
            </p:nvSpPr>
            <p:spPr>
              <a:xfrm>
                <a:off x="32535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h3732"/>
              <p:cNvSpPr/>
              <p:nvPr/>
            </p:nvSpPr>
            <p:spPr>
              <a:xfrm>
                <a:off x="32628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h3733"/>
              <p:cNvSpPr/>
              <p:nvPr/>
            </p:nvSpPr>
            <p:spPr>
              <a:xfrm>
                <a:off x="327210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h3734"/>
              <p:cNvSpPr/>
              <p:nvPr/>
            </p:nvSpPr>
            <p:spPr>
              <a:xfrm>
                <a:off x="32813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h3735"/>
              <p:cNvSpPr/>
              <p:nvPr/>
            </p:nvSpPr>
            <p:spPr>
              <a:xfrm>
                <a:off x="32906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h3736"/>
              <p:cNvSpPr/>
              <p:nvPr/>
            </p:nvSpPr>
            <p:spPr>
              <a:xfrm>
                <a:off x="32998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h3737"/>
              <p:cNvSpPr/>
              <p:nvPr/>
            </p:nvSpPr>
            <p:spPr>
              <a:xfrm>
                <a:off x="330915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h3738"/>
              <p:cNvSpPr/>
              <p:nvPr/>
            </p:nvSpPr>
            <p:spPr>
              <a:xfrm>
                <a:off x="33184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h3739"/>
              <p:cNvSpPr/>
              <p:nvPr/>
            </p:nvSpPr>
            <p:spPr>
              <a:xfrm>
                <a:off x="33276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h3740"/>
              <p:cNvSpPr/>
              <p:nvPr/>
            </p:nvSpPr>
            <p:spPr>
              <a:xfrm>
                <a:off x="33369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h3741"/>
              <p:cNvSpPr/>
              <p:nvPr/>
            </p:nvSpPr>
            <p:spPr>
              <a:xfrm>
                <a:off x="33462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h3742"/>
              <p:cNvSpPr/>
              <p:nvPr/>
            </p:nvSpPr>
            <p:spPr>
              <a:xfrm>
                <a:off x="335546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h3743"/>
              <p:cNvSpPr/>
              <p:nvPr/>
            </p:nvSpPr>
            <p:spPr>
              <a:xfrm>
                <a:off x="3364728" y="1998687"/>
                <a:ext cx="9202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28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284" y="897161"/>
                    </a:lnTo>
                    <a:lnTo>
                      <a:pt x="919257" y="904113"/>
                    </a:lnTo>
                    <a:lnTo>
                      <a:pt x="918764" y="907138"/>
                    </a:lnTo>
                    <a:lnTo>
                      <a:pt x="918272" y="910150"/>
                    </a:lnTo>
                    <a:lnTo>
                      <a:pt x="917781" y="913162"/>
                    </a:lnTo>
                    <a:lnTo>
                      <a:pt x="917579" y="914400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h3744"/>
              <p:cNvSpPr/>
              <p:nvPr/>
            </p:nvSpPr>
            <p:spPr>
              <a:xfrm>
                <a:off x="2262523" y="1964210"/>
                <a:ext cx="914400" cy="92541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14">
                    <a:moveTo>
                      <a:pt x="914400" y="914400"/>
                    </a:moveTo>
                    <a:lnTo>
                      <a:pt x="914400" y="925414"/>
                    </a:lnTo>
                    <a:lnTo>
                      <a:pt x="911799" y="918559"/>
                    </a:lnTo>
                    <a:lnTo>
                      <a:pt x="910388" y="914400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h3745"/>
              <p:cNvSpPr/>
              <p:nvPr/>
            </p:nvSpPr>
            <p:spPr>
              <a:xfrm>
                <a:off x="226252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49" y="931638"/>
                    </a:lnTo>
                    <a:lnTo>
                      <a:pt x="915107" y="927279"/>
                    </a:lnTo>
                    <a:lnTo>
                      <a:pt x="914400" y="925414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h3746"/>
              <p:cNvSpPr/>
              <p:nvPr/>
            </p:nvSpPr>
            <p:spPr>
              <a:xfrm>
                <a:off x="227178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h3747"/>
              <p:cNvSpPr/>
              <p:nvPr/>
            </p:nvSpPr>
            <p:spPr>
              <a:xfrm>
                <a:off x="228104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h3748"/>
              <p:cNvSpPr/>
              <p:nvPr/>
            </p:nvSpPr>
            <p:spPr>
              <a:xfrm>
                <a:off x="22903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h3749"/>
              <p:cNvSpPr/>
              <p:nvPr/>
            </p:nvSpPr>
            <p:spPr>
              <a:xfrm>
                <a:off x="22995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h3750"/>
              <p:cNvSpPr/>
              <p:nvPr/>
            </p:nvSpPr>
            <p:spPr>
              <a:xfrm>
                <a:off x="230883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h3751"/>
              <p:cNvSpPr/>
              <p:nvPr/>
            </p:nvSpPr>
            <p:spPr>
              <a:xfrm>
                <a:off x="23180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h3752"/>
              <p:cNvSpPr/>
              <p:nvPr/>
            </p:nvSpPr>
            <p:spPr>
              <a:xfrm>
                <a:off x="23273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h3753"/>
              <p:cNvSpPr/>
              <p:nvPr/>
            </p:nvSpPr>
            <p:spPr>
              <a:xfrm>
                <a:off x="23366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h3754"/>
              <p:cNvSpPr/>
              <p:nvPr/>
            </p:nvSpPr>
            <p:spPr>
              <a:xfrm>
                <a:off x="23458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h3755"/>
              <p:cNvSpPr/>
              <p:nvPr/>
            </p:nvSpPr>
            <p:spPr>
              <a:xfrm>
                <a:off x="235514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h3756"/>
              <p:cNvSpPr/>
              <p:nvPr/>
            </p:nvSpPr>
            <p:spPr>
              <a:xfrm>
                <a:off x="23644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h3757"/>
              <p:cNvSpPr/>
              <p:nvPr/>
            </p:nvSpPr>
            <p:spPr>
              <a:xfrm>
                <a:off x="23736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h3758"/>
              <p:cNvSpPr/>
              <p:nvPr/>
            </p:nvSpPr>
            <p:spPr>
              <a:xfrm>
                <a:off x="23829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h3759"/>
              <p:cNvSpPr/>
              <p:nvPr/>
            </p:nvSpPr>
            <p:spPr>
              <a:xfrm>
                <a:off x="239219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h3760"/>
              <p:cNvSpPr/>
              <p:nvPr/>
            </p:nvSpPr>
            <p:spPr>
              <a:xfrm>
                <a:off x="24014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h3761"/>
              <p:cNvSpPr/>
              <p:nvPr/>
            </p:nvSpPr>
            <p:spPr>
              <a:xfrm>
                <a:off x="24107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h3762"/>
              <p:cNvSpPr/>
              <p:nvPr/>
            </p:nvSpPr>
            <p:spPr>
              <a:xfrm>
                <a:off x="24199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h3763"/>
              <p:cNvSpPr/>
              <p:nvPr/>
            </p:nvSpPr>
            <p:spPr>
              <a:xfrm>
                <a:off x="24292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h3764"/>
              <p:cNvSpPr/>
              <p:nvPr/>
            </p:nvSpPr>
            <p:spPr>
              <a:xfrm>
                <a:off x="243850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h3765"/>
              <p:cNvSpPr/>
              <p:nvPr/>
            </p:nvSpPr>
            <p:spPr>
              <a:xfrm>
                <a:off x="24477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h3766"/>
              <p:cNvSpPr/>
              <p:nvPr/>
            </p:nvSpPr>
            <p:spPr>
              <a:xfrm>
                <a:off x="24570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h3767"/>
              <p:cNvSpPr/>
              <p:nvPr/>
            </p:nvSpPr>
            <p:spPr>
              <a:xfrm>
                <a:off x="24662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h3768"/>
              <p:cNvSpPr/>
              <p:nvPr/>
            </p:nvSpPr>
            <p:spPr>
              <a:xfrm>
                <a:off x="247555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h3769"/>
              <p:cNvSpPr/>
              <p:nvPr/>
            </p:nvSpPr>
            <p:spPr>
              <a:xfrm>
                <a:off x="24848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h3770"/>
              <p:cNvSpPr/>
              <p:nvPr/>
            </p:nvSpPr>
            <p:spPr>
              <a:xfrm>
                <a:off x="24940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h3771"/>
              <p:cNvSpPr/>
              <p:nvPr/>
            </p:nvSpPr>
            <p:spPr>
              <a:xfrm>
                <a:off x="25033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h3772"/>
              <p:cNvSpPr/>
              <p:nvPr/>
            </p:nvSpPr>
            <p:spPr>
              <a:xfrm>
                <a:off x="25126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h3773"/>
              <p:cNvSpPr/>
              <p:nvPr/>
            </p:nvSpPr>
            <p:spPr>
              <a:xfrm>
                <a:off x="252186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h3774"/>
              <p:cNvSpPr/>
              <p:nvPr/>
            </p:nvSpPr>
            <p:spPr>
              <a:xfrm>
                <a:off x="253112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h3775"/>
              <p:cNvSpPr/>
              <p:nvPr/>
            </p:nvSpPr>
            <p:spPr>
              <a:xfrm>
                <a:off x="2549652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899671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h3776"/>
              <p:cNvSpPr/>
              <p:nvPr/>
            </p:nvSpPr>
            <p:spPr>
              <a:xfrm>
                <a:off x="2558914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71"/>
                    </a:lnTo>
                    <a:lnTo>
                      <a:pt x="906977" y="903668"/>
                    </a:lnTo>
                    <a:lnTo>
                      <a:pt x="907198" y="903894"/>
                    </a:lnTo>
                    <a:lnTo>
                      <a:pt x="907419" y="904121"/>
                    </a:lnTo>
                    <a:lnTo>
                      <a:pt x="907639" y="904347"/>
                    </a:lnTo>
                    <a:lnTo>
                      <a:pt x="907860" y="904573"/>
                    </a:lnTo>
                    <a:lnTo>
                      <a:pt x="908081" y="904799"/>
                    </a:lnTo>
                    <a:lnTo>
                      <a:pt x="908301" y="905025"/>
                    </a:lnTo>
                    <a:lnTo>
                      <a:pt x="908522" y="905251"/>
                    </a:lnTo>
                    <a:lnTo>
                      <a:pt x="908743" y="905477"/>
                    </a:lnTo>
                    <a:lnTo>
                      <a:pt x="908964" y="905703"/>
                    </a:lnTo>
                    <a:lnTo>
                      <a:pt x="909184" y="905930"/>
                    </a:lnTo>
                    <a:lnTo>
                      <a:pt x="909405" y="906156"/>
                    </a:lnTo>
                    <a:lnTo>
                      <a:pt x="909626" y="906382"/>
                    </a:lnTo>
                    <a:lnTo>
                      <a:pt x="909846" y="906608"/>
                    </a:lnTo>
                    <a:lnTo>
                      <a:pt x="910067" y="906834"/>
                    </a:lnTo>
                    <a:lnTo>
                      <a:pt x="910288" y="907060"/>
                    </a:lnTo>
                    <a:lnTo>
                      <a:pt x="910508" y="907287"/>
                    </a:lnTo>
                    <a:lnTo>
                      <a:pt x="910729" y="907513"/>
                    </a:lnTo>
                    <a:lnTo>
                      <a:pt x="910950" y="907739"/>
                    </a:lnTo>
                    <a:lnTo>
                      <a:pt x="911170" y="907965"/>
                    </a:lnTo>
                    <a:lnTo>
                      <a:pt x="911391" y="908191"/>
                    </a:lnTo>
                    <a:lnTo>
                      <a:pt x="911611" y="908417"/>
                    </a:lnTo>
                    <a:lnTo>
                      <a:pt x="911832" y="908644"/>
                    </a:lnTo>
                    <a:lnTo>
                      <a:pt x="912053" y="908870"/>
                    </a:lnTo>
                    <a:lnTo>
                      <a:pt x="912273" y="909096"/>
                    </a:lnTo>
                    <a:lnTo>
                      <a:pt x="912494" y="909322"/>
                    </a:lnTo>
                    <a:lnTo>
                      <a:pt x="912714" y="909548"/>
                    </a:lnTo>
                    <a:lnTo>
                      <a:pt x="912935" y="909775"/>
                    </a:lnTo>
                    <a:lnTo>
                      <a:pt x="913155" y="910001"/>
                    </a:lnTo>
                    <a:lnTo>
                      <a:pt x="913376" y="910227"/>
                    </a:lnTo>
                    <a:lnTo>
                      <a:pt x="913596" y="910453"/>
                    </a:lnTo>
                    <a:lnTo>
                      <a:pt x="913817" y="910680"/>
                    </a:lnTo>
                    <a:lnTo>
                      <a:pt x="914037" y="910906"/>
                    </a:lnTo>
                    <a:lnTo>
                      <a:pt x="914258" y="911132"/>
                    </a:lnTo>
                    <a:lnTo>
                      <a:pt x="914400" y="911277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h3777"/>
              <p:cNvSpPr/>
              <p:nvPr/>
            </p:nvSpPr>
            <p:spPr>
              <a:xfrm>
                <a:off x="2558914" y="1981448"/>
                <a:ext cx="9173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95" h="914400">
                    <a:moveTo>
                      <a:pt x="914400" y="914400"/>
                    </a:moveTo>
                    <a:lnTo>
                      <a:pt x="914479" y="911358"/>
                    </a:lnTo>
                    <a:lnTo>
                      <a:pt x="914699" y="911584"/>
                    </a:lnTo>
                    <a:lnTo>
                      <a:pt x="914919" y="911811"/>
                    </a:lnTo>
                    <a:lnTo>
                      <a:pt x="915140" y="912037"/>
                    </a:lnTo>
                    <a:lnTo>
                      <a:pt x="915360" y="912263"/>
                    </a:lnTo>
                    <a:lnTo>
                      <a:pt x="915581" y="912489"/>
                    </a:lnTo>
                    <a:lnTo>
                      <a:pt x="915801" y="912716"/>
                    </a:lnTo>
                    <a:lnTo>
                      <a:pt x="916022" y="912942"/>
                    </a:lnTo>
                    <a:lnTo>
                      <a:pt x="916242" y="913168"/>
                    </a:lnTo>
                    <a:lnTo>
                      <a:pt x="916463" y="913395"/>
                    </a:lnTo>
                    <a:lnTo>
                      <a:pt x="916683" y="913621"/>
                    </a:lnTo>
                    <a:lnTo>
                      <a:pt x="917395" y="914400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h3778"/>
              <p:cNvSpPr/>
              <p:nvPr/>
            </p:nvSpPr>
            <p:spPr>
              <a:xfrm>
                <a:off x="3123910" y="19642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992" y="931638"/>
                    </a:lnTo>
                    <a:lnTo>
                      <a:pt x="911475" y="925280"/>
                    </a:lnTo>
                    <a:lnTo>
                      <a:pt x="912624" y="914400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h3779"/>
              <p:cNvSpPr/>
              <p:nvPr/>
            </p:nvSpPr>
            <p:spPr>
              <a:xfrm>
                <a:off x="31239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h3780"/>
              <p:cNvSpPr/>
              <p:nvPr/>
            </p:nvSpPr>
            <p:spPr>
              <a:xfrm>
                <a:off x="31331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h3781"/>
              <p:cNvSpPr/>
              <p:nvPr/>
            </p:nvSpPr>
            <p:spPr>
              <a:xfrm>
                <a:off x="314243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h3782"/>
              <p:cNvSpPr/>
              <p:nvPr/>
            </p:nvSpPr>
            <p:spPr>
              <a:xfrm>
                <a:off x="31516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h3783"/>
              <p:cNvSpPr/>
              <p:nvPr/>
            </p:nvSpPr>
            <p:spPr>
              <a:xfrm>
                <a:off x="31609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h3784"/>
              <p:cNvSpPr/>
              <p:nvPr/>
            </p:nvSpPr>
            <p:spPr>
              <a:xfrm>
                <a:off x="31702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4AD56">
                  <a:alpha val="100000"/>
                </a:srgbClr>
              </a:solidFill>
              <a:ln w="5420" cap="flat">
                <a:solidFill>
                  <a:srgbClr val="54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h3785"/>
              <p:cNvSpPr/>
              <p:nvPr/>
            </p:nvSpPr>
            <p:spPr>
              <a:xfrm>
                <a:off x="31794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h3786"/>
              <p:cNvSpPr/>
              <p:nvPr/>
            </p:nvSpPr>
            <p:spPr>
              <a:xfrm>
                <a:off x="318874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h3787"/>
              <p:cNvSpPr/>
              <p:nvPr/>
            </p:nvSpPr>
            <p:spPr>
              <a:xfrm>
                <a:off x="31980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h3788"/>
              <p:cNvSpPr/>
              <p:nvPr/>
            </p:nvSpPr>
            <p:spPr>
              <a:xfrm>
                <a:off x="32072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h3789"/>
              <p:cNvSpPr/>
              <p:nvPr/>
            </p:nvSpPr>
            <p:spPr>
              <a:xfrm>
                <a:off x="32165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h3790"/>
              <p:cNvSpPr/>
              <p:nvPr/>
            </p:nvSpPr>
            <p:spPr>
              <a:xfrm>
                <a:off x="322579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h3791"/>
              <p:cNvSpPr/>
              <p:nvPr/>
            </p:nvSpPr>
            <p:spPr>
              <a:xfrm>
                <a:off x="32350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h3792"/>
              <p:cNvSpPr/>
              <p:nvPr/>
            </p:nvSpPr>
            <p:spPr>
              <a:xfrm>
                <a:off x="32443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h3793"/>
              <p:cNvSpPr/>
              <p:nvPr/>
            </p:nvSpPr>
            <p:spPr>
              <a:xfrm>
                <a:off x="32535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h3794"/>
              <p:cNvSpPr/>
              <p:nvPr/>
            </p:nvSpPr>
            <p:spPr>
              <a:xfrm>
                <a:off x="32628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h3795"/>
              <p:cNvSpPr/>
              <p:nvPr/>
            </p:nvSpPr>
            <p:spPr>
              <a:xfrm>
                <a:off x="327210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h3796"/>
              <p:cNvSpPr/>
              <p:nvPr/>
            </p:nvSpPr>
            <p:spPr>
              <a:xfrm>
                <a:off x="32813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h3797"/>
              <p:cNvSpPr/>
              <p:nvPr/>
            </p:nvSpPr>
            <p:spPr>
              <a:xfrm>
                <a:off x="32906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h3798"/>
              <p:cNvSpPr/>
              <p:nvPr/>
            </p:nvSpPr>
            <p:spPr>
              <a:xfrm>
                <a:off x="32998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h3799"/>
              <p:cNvSpPr/>
              <p:nvPr/>
            </p:nvSpPr>
            <p:spPr>
              <a:xfrm>
                <a:off x="330915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h3800"/>
              <p:cNvSpPr/>
              <p:nvPr/>
            </p:nvSpPr>
            <p:spPr>
              <a:xfrm>
                <a:off x="33184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h3801"/>
              <p:cNvSpPr/>
              <p:nvPr/>
            </p:nvSpPr>
            <p:spPr>
              <a:xfrm>
                <a:off x="33276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h3802"/>
              <p:cNvSpPr/>
              <p:nvPr/>
            </p:nvSpPr>
            <p:spPr>
              <a:xfrm>
                <a:off x="33369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h3803"/>
              <p:cNvSpPr/>
              <p:nvPr/>
            </p:nvSpPr>
            <p:spPr>
              <a:xfrm>
                <a:off x="33462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h3804"/>
              <p:cNvSpPr/>
              <p:nvPr/>
            </p:nvSpPr>
            <p:spPr>
              <a:xfrm>
                <a:off x="335546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h3805"/>
              <p:cNvSpPr/>
              <p:nvPr/>
            </p:nvSpPr>
            <p:spPr>
              <a:xfrm>
                <a:off x="3364728" y="1981448"/>
                <a:ext cx="9223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33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337" y="897161"/>
                    </a:lnTo>
                    <a:lnTo>
                      <a:pt x="922096" y="899909"/>
                    </a:lnTo>
                    <a:lnTo>
                      <a:pt x="920831" y="910701"/>
                    </a:lnTo>
                    <a:lnTo>
                      <a:pt x="920284" y="914400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h3806"/>
              <p:cNvSpPr/>
              <p:nvPr/>
            </p:nvSpPr>
            <p:spPr>
              <a:xfrm>
                <a:off x="225326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50" y="931638"/>
                    </a:lnTo>
                    <a:lnTo>
                      <a:pt x="917998" y="926770"/>
                    </a:lnTo>
                    <a:lnTo>
                      <a:pt x="915190" y="917462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h3807"/>
              <p:cNvSpPr/>
              <p:nvPr/>
            </p:nvSpPr>
            <p:spPr>
              <a:xfrm>
                <a:off x="226252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h3808"/>
              <p:cNvSpPr/>
              <p:nvPr/>
            </p:nvSpPr>
            <p:spPr>
              <a:xfrm>
                <a:off x="227178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h3809"/>
              <p:cNvSpPr/>
              <p:nvPr/>
            </p:nvSpPr>
            <p:spPr>
              <a:xfrm>
                <a:off x="228104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h3810"/>
              <p:cNvSpPr/>
              <p:nvPr/>
            </p:nvSpPr>
            <p:spPr>
              <a:xfrm>
                <a:off x="229031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h3811"/>
              <p:cNvSpPr/>
              <p:nvPr/>
            </p:nvSpPr>
            <p:spPr>
              <a:xfrm>
                <a:off x="22995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h3812"/>
              <p:cNvSpPr/>
              <p:nvPr/>
            </p:nvSpPr>
            <p:spPr>
              <a:xfrm>
                <a:off x="230883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h3813"/>
              <p:cNvSpPr/>
              <p:nvPr/>
            </p:nvSpPr>
            <p:spPr>
              <a:xfrm>
                <a:off x="23180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h3814"/>
              <p:cNvSpPr/>
              <p:nvPr/>
            </p:nvSpPr>
            <p:spPr>
              <a:xfrm>
                <a:off x="23273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h3815"/>
              <p:cNvSpPr/>
              <p:nvPr/>
            </p:nvSpPr>
            <p:spPr>
              <a:xfrm>
                <a:off x="23366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h3816"/>
              <p:cNvSpPr/>
              <p:nvPr/>
            </p:nvSpPr>
            <p:spPr>
              <a:xfrm>
                <a:off x="23458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h3817"/>
              <p:cNvSpPr/>
              <p:nvPr/>
            </p:nvSpPr>
            <p:spPr>
              <a:xfrm>
                <a:off x="235514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h3818"/>
              <p:cNvSpPr/>
              <p:nvPr/>
            </p:nvSpPr>
            <p:spPr>
              <a:xfrm>
                <a:off x="23644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h3819"/>
              <p:cNvSpPr/>
              <p:nvPr/>
            </p:nvSpPr>
            <p:spPr>
              <a:xfrm>
                <a:off x="23736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h3820"/>
              <p:cNvSpPr/>
              <p:nvPr/>
            </p:nvSpPr>
            <p:spPr>
              <a:xfrm>
                <a:off x="23829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h3821"/>
              <p:cNvSpPr/>
              <p:nvPr/>
            </p:nvSpPr>
            <p:spPr>
              <a:xfrm>
                <a:off x="239219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h3822"/>
              <p:cNvSpPr/>
              <p:nvPr/>
            </p:nvSpPr>
            <p:spPr>
              <a:xfrm>
                <a:off x="24014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h3823"/>
              <p:cNvSpPr/>
              <p:nvPr/>
            </p:nvSpPr>
            <p:spPr>
              <a:xfrm>
                <a:off x="24107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h3824"/>
              <p:cNvSpPr/>
              <p:nvPr/>
            </p:nvSpPr>
            <p:spPr>
              <a:xfrm>
                <a:off x="24199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h3825"/>
              <p:cNvSpPr/>
              <p:nvPr/>
            </p:nvSpPr>
            <p:spPr>
              <a:xfrm>
                <a:off x="24292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h3826"/>
              <p:cNvSpPr/>
              <p:nvPr/>
            </p:nvSpPr>
            <p:spPr>
              <a:xfrm>
                <a:off x="243850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h3827"/>
              <p:cNvSpPr/>
              <p:nvPr/>
            </p:nvSpPr>
            <p:spPr>
              <a:xfrm>
                <a:off x="24477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h3828"/>
              <p:cNvSpPr/>
              <p:nvPr/>
            </p:nvSpPr>
            <p:spPr>
              <a:xfrm>
                <a:off x="24570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h3829"/>
              <p:cNvSpPr/>
              <p:nvPr/>
            </p:nvSpPr>
            <p:spPr>
              <a:xfrm>
                <a:off x="24662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h3830"/>
              <p:cNvSpPr/>
              <p:nvPr/>
            </p:nvSpPr>
            <p:spPr>
              <a:xfrm>
                <a:off x="247555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h3831"/>
              <p:cNvSpPr/>
              <p:nvPr/>
            </p:nvSpPr>
            <p:spPr>
              <a:xfrm>
                <a:off x="24848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h3832"/>
              <p:cNvSpPr/>
              <p:nvPr/>
            </p:nvSpPr>
            <p:spPr>
              <a:xfrm>
                <a:off x="24940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E60">
                  <a:alpha val="100000"/>
                </a:srgbClr>
              </a:solidFill>
              <a:ln w="5420" cap="flat">
                <a:solidFill>
                  <a:srgbClr val="8E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h3833"/>
              <p:cNvSpPr/>
              <p:nvPr/>
            </p:nvSpPr>
            <p:spPr>
              <a:xfrm>
                <a:off x="25033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h3834"/>
              <p:cNvSpPr/>
              <p:nvPr/>
            </p:nvSpPr>
            <p:spPr>
              <a:xfrm>
                <a:off x="25126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h3835"/>
              <p:cNvSpPr/>
              <p:nvPr/>
            </p:nvSpPr>
            <p:spPr>
              <a:xfrm>
                <a:off x="252186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h3836"/>
              <p:cNvSpPr/>
              <p:nvPr/>
            </p:nvSpPr>
            <p:spPr>
              <a:xfrm>
                <a:off x="253112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h3837"/>
              <p:cNvSpPr/>
              <p:nvPr/>
            </p:nvSpPr>
            <p:spPr>
              <a:xfrm>
                <a:off x="2540390" y="1964210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37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h3838"/>
              <p:cNvSpPr/>
              <p:nvPr/>
            </p:nvSpPr>
            <p:spPr>
              <a:xfrm>
                <a:off x="3123910" y="1964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624" y="914400"/>
                    </a:lnTo>
                    <a:lnTo>
                      <a:pt x="914051" y="903848"/>
                    </a:lnTo>
                    <a:lnTo>
                      <a:pt x="914400" y="901752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h3839"/>
              <p:cNvSpPr/>
              <p:nvPr/>
            </p:nvSpPr>
            <p:spPr>
              <a:xfrm>
                <a:off x="3133172" y="19469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991"/>
                    </a:lnTo>
                    <a:lnTo>
                      <a:pt x="905900" y="914400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h3840"/>
              <p:cNvSpPr/>
              <p:nvPr/>
            </p:nvSpPr>
            <p:spPr>
              <a:xfrm>
                <a:off x="31331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4AD56">
                  <a:alpha val="100000"/>
                </a:srgbClr>
              </a:solidFill>
              <a:ln w="5420" cap="flat">
                <a:solidFill>
                  <a:srgbClr val="54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h3841"/>
              <p:cNvSpPr/>
              <p:nvPr/>
            </p:nvSpPr>
            <p:spPr>
              <a:xfrm>
                <a:off x="314243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h3842"/>
              <p:cNvSpPr/>
              <p:nvPr/>
            </p:nvSpPr>
            <p:spPr>
              <a:xfrm>
                <a:off x="31516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h3843"/>
              <p:cNvSpPr/>
              <p:nvPr/>
            </p:nvSpPr>
            <p:spPr>
              <a:xfrm>
                <a:off x="31609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h3844"/>
              <p:cNvSpPr/>
              <p:nvPr/>
            </p:nvSpPr>
            <p:spPr>
              <a:xfrm>
                <a:off x="31702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h3845"/>
              <p:cNvSpPr/>
              <p:nvPr/>
            </p:nvSpPr>
            <p:spPr>
              <a:xfrm>
                <a:off x="31794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h3846"/>
              <p:cNvSpPr/>
              <p:nvPr/>
            </p:nvSpPr>
            <p:spPr>
              <a:xfrm>
                <a:off x="318874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h3847"/>
              <p:cNvSpPr/>
              <p:nvPr/>
            </p:nvSpPr>
            <p:spPr>
              <a:xfrm>
                <a:off x="31980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h3848"/>
              <p:cNvSpPr/>
              <p:nvPr/>
            </p:nvSpPr>
            <p:spPr>
              <a:xfrm>
                <a:off x="32072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h3849"/>
              <p:cNvSpPr/>
              <p:nvPr/>
            </p:nvSpPr>
            <p:spPr>
              <a:xfrm>
                <a:off x="32165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8AF57">
                  <a:alpha val="100000"/>
                </a:srgbClr>
              </a:solidFill>
              <a:ln w="5420" cap="flat">
                <a:solidFill>
                  <a:srgbClr val="58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h3850"/>
              <p:cNvSpPr/>
              <p:nvPr/>
            </p:nvSpPr>
            <p:spPr>
              <a:xfrm>
                <a:off x="322579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h3851"/>
              <p:cNvSpPr/>
              <p:nvPr/>
            </p:nvSpPr>
            <p:spPr>
              <a:xfrm>
                <a:off x="32350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h3852"/>
              <p:cNvSpPr/>
              <p:nvPr/>
            </p:nvSpPr>
            <p:spPr>
              <a:xfrm>
                <a:off x="32443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h3853"/>
              <p:cNvSpPr/>
              <p:nvPr/>
            </p:nvSpPr>
            <p:spPr>
              <a:xfrm>
                <a:off x="32535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h3854"/>
              <p:cNvSpPr/>
              <p:nvPr/>
            </p:nvSpPr>
            <p:spPr>
              <a:xfrm>
                <a:off x="32628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h3855"/>
              <p:cNvSpPr/>
              <p:nvPr/>
            </p:nvSpPr>
            <p:spPr>
              <a:xfrm>
                <a:off x="327210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h3856"/>
              <p:cNvSpPr/>
              <p:nvPr/>
            </p:nvSpPr>
            <p:spPr>
              <a:xfrm>
                <a:off x="32813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h3857"/>
              <p:cNvSpPr/>
              <p:nvPr/>
            </p:nvSpPr>
            <p:spPr>
              <a:xfrm>
                <a:off x="32906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h3858"/>
              <p:cNvSpPr/>
              <p:nvPr/>
            </p:nvSpPr>
            <p:spPr>
              <a:xfrm>
                <a:off x="32998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h3859"/>
              <p:cNvSpPr/>
              <p:nvPr/>
            </p:nvSpPr>
            <p:spPr>
              <a:xfrm>
                <a:off x="330915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h3860"/>
              <p:cNvSpPr/>
              <p:nvPr/>
            </p:nvSpPr>
            <p:spPr>
              <a:xfrm>
                <a:off x="33184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h3861"/>
              <p:cNvSpPr/>
              <p:nvPr/>
            </p:nvSpPr>
            <p:spPr>
              <a:xfrm>
                <a:off x="33276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h3862"/>
              <p:cNvSpPr/>
              <p:nvPr/>
            </p:nvSpPr>
            <p:spPr>
              <a:xfrm>
                <a:off x="33369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h3863"/>
              <p:cNvSpPr/>
              <p:nvPr/>
            </p:nvSpPr>
            <p:spPr>
              <a:xfrm>
                <a:off x="33462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h3864"/>
              <p:cNvSpPr/>
              <p:nvPr/>
            </p:nvSpPr>
            <p:spPr>
              <a:xfrm>
                <a:off x="335546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h3865"/>
              <p:cNvSpPr/>
              <p:nvPr/>
            </p:nvSpPr>
            <p:spPr>
              <a:xfrm>
                <a:off x="3364728" y="1964210"/>
                <a:ext cx="9235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8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580" y="897161"/>
                    </a:lnTo>
                    <a:lnTo>
                      <a:pt x="923050" y="906245"/>
                    </a:lnTo>
                    <a:lnTo>
                      <a:pt x="922337" y="914400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h3866"/>
              <p:cNvSpPr/>
              <p:nvPr/>
            </p:nvSpPr>
            <p:spPr>
              <a:xfrm>
                <a:off x="2253261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375" y="931638"/>
                    </a:lnTo>
                    <a:lnTo>
                      <a:pt x="912644" y="925134"/>
                    </a:lnTo>
                    <a:lnTo>
                      <a:pt x="910366" y="915336"/>
                    </a:lnTo>
                    <a:lnTo>
                      <a:pt x="910178" y="91440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h3867"/>
              <p:cNvSpPr/>
              <p:nvPr/>
            </p:nvSpPr>
            <p:spPr>
              <a:xfrm>
                <a:off x="225326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h3868"/>
              <p:cNvSpPr/>
              <p:nvPr/>
            </p:nvSpPr>
            <p:spPr>
              <a:xfrm>
                <a:off x="226252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h3869"/>
              <p:cNvSpPr/>
              <p:nvPr/>
            </p:nvSpPr>
            <p:spPr>
              <a:xfrm>
                <a:off x="227178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h3870"/>
              <p:cNvSpPr/>
              <p:nvPr/>
            </p:nvSpPr>
            <p:spPr>
              <a:xfrm>
                <a:off x="228104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h3871"/>
              <p:cNvSpPr/>
              <p:nvPr/>
            </p:nvSpPr>
            <p:spPr>
              <a:xfrm>
                <a:off x="229031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h3872"/>
              <p:cNvSpPr/>
              <p:nvPr/>
            </p:nvSpPr>
            <p:spPr>
              <a:xfrm>
                <a:off x="22995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h3873"/>
              <p:cNvSpPr/>
              <p:nvPr/>
            </p:nvSpPr>
            <p:spPr>
              <a:xfrm>
                <a:off x="230883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h3874"/>
              <p:cNvSpPr/>
              <p:nvPr/>
            </p:nvSpPr>
            <p:spPr>
              <a:xfrm>
                <a:off x="23180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h3875"/>
              <p:cNvSpPr/>
              <p:nvPr/>
            </p:nvSpPr>
            <p:spPr>
              <a:xfrm>
                <a:off x="23273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h3876"/>
              <p:cNvSpPr/>
              <p:nvPr/>
            </p:nvSpPr>
            <p:spPr>
              <a:xfrm>
                <a:off x="23366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h3877"/>
              <p:cNvSpPr/>
              <p:nvPr/>
            </p:nvSpPr>
            <p:spPr>
              <a:xfrm>
                <a:off x="23458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h3878"/>
              <p:cNvSpPr/>
              <p:nvPr/>
            </p:nvSpPr>
            <p:spPr>
              <a:xfrm>
                <a:off x="235514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h3879"/>
              <p:cNvSpPr/>
              <p:nvPr/>
            </p:nvSpPr>
            <p:spPr>
              <a:xfrm>
                <a:off x="23644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h3880"/>
              <p:cNvSpPr/>
              <p:nvPr/>
            </p:nvSpPr>
            <p:spPr>
              <a:xfrm>
                <a:off x="23736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h3881"/>
              <p:cNvSpPr/>
              <p:nvPr/>
            </p:nvSpPr>
            <p:spPr>
              <a:xfrm>
                <a:off x="23829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h3882"/>
              <p:cNvSpPr/>
              <p:nvPr/>
            </p:nvSpPr>
            <p:spPr>
              <a:xfrm>
                <a:off x="239219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h3883"/>
              <p:cNvSpPr/>
              <p:nvPr/>
            </p:nvSpPr>
            <p:spPr>
              <a:xfrm>
                <a:off x="24014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h3884"/>
              <p:cNvSpPr/>
              <p:nvPr/>
            </p:nvSpPr>
            <p:spPr>
              <a:xfrm>
                <a:off x="24107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h3885"/>
              <p:cNvSpPr/>
              <p:nvPr/>
            </p:nvSpPr>
            <p:spPr>
              <a:xfrm>
                <a:off x="24199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h3886"/>
              <p:cNvSpPr/>
              <p:nvPr/>
            </p:nvSpPr>
            <p:spPr>
              <a:xfrm>
                <a:off x="24292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h3887"/>
              <p:cNvSpPr/>
              <p:nvPr/>
            </p:nvSpPr>
            <p:spPr>
              <a:xfrm>
                <a:off x="243850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h3888"/>
              <p:cNvSpPr/>
              <p:nvPr/>
            </p:nvSpPr>
            <p:spPr>
              <a:xfrm>
                <a:off x="24477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h3889"/>
              <p:cNvSpPr/>
              <p:nvPr/>
            </p:nvSpPr>
            <p:spPr>
              <a:xfrm>
                <a:off x="24570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h3890"/>
              <p:cNvSpPr/>
              <p:nvPr/>
            </p:nvSpPr>
            <p:spPr>
              <a:xfrm>
                <a:off x="24662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h3891"/>
              <p:cNvSpPr/>
              <p:nvPr/>
            </p:nvSpPr>
            <p:spPr>
              <a:xfrm>
                <a:off x="247555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h3892"/>
              <p:cNvSpPr/>
              <p:nvPr/>
            </p:nvSpPr>
            <p:spPr>
              <a:xfrm>
                <a:off x="24848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h3893"/>
              <p:cNvSpPr/>
              <p:nvPr/>
            </p:nvSpPr>
            <p:spPr>
              <a:xfrm>
                <a:off x="24940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h3894"/>
              <p:cNvSpPr/>
              <p:nvPr/>
            </p:nvSpPr>
            <p:spPr>
              <a:xfrm>
                <a:off x="25033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h3895"/>
              <p:cNvSpPr/>
              <p:nvPr/>
            </p:nvSpPr>
            <p:spPr>
              <a:xfrm>
                <a:off x="25126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h3896"/>
              <p:cNvSpPr/>
              <p:nvPr/>
            </p:nvSpPr>
            <p:spPr>
              <a:xfrm>
                <a:off x="252186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h3897"/>
              <p:cNvSpPr/>
              <p:nvPr/>
            </p:nvSpPr>
            <p:spPr>
              <a:xfrm>
                <a:off x="2540390" y="19469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85" y="897266"/>
                    </a:lnTo>
                    <a:lnTo>
                      <a:pt x="907184" y="897704"/>
                    </a:lnTo>
                    <a:lnTo>
                      <a:pt x="907382" y="898141"/>
                    </a:lnTo>
                    <a:lnTo>
                      <a:pt x="907580" y="898579"/>
                    </a:lnTo>
                    <a:lnTo>
                      <a:pt x="907778" y="899016"/>
                    </a:lnTo>
                    <a:lnTo>
                      <a:pt x="907976" y="899453"/>
                    </a:lnTo>
                    <a:lnTo>
                      <a:pt x="908174" y="899891"/>
                    </a:lnTo>
                    <a:lnTo>
                      <a:pt x="908372" y="900328"/>
                    </a:lnTo>
                    <a:lnTo>
                      <a:pt x="908571" y="900766"/>
                    </a:lnTo>
                    <a:lnTo>
                      <a:pt x="908769" y="901203"/>
                    </a:lnTo>
                    <a:lnTo>
                      <a:pt x="908967" y="901641"/>
                    </a:lnTo>
                    <a:lnTo>
                      <a:pt x="909165" y="902078"/>
                    </a:lnTo>
                    <a:lnTo>
                      <a:pt x="909363" y="902516"/>
                    </a:lnTo>
                    <a:lnTo>
                      <a:pt x="909561" y="902953"/>
                    </a:lnTo>
                    <a:lnTo>
                      <a:pt x="909759" y="903390"/>
                    </a:lnTo>
                    <a:lnTo>
                      <a:pt x="909957" y="903828"/>
                    </a:lnTo>
                    <a:lnTo>
                      <a:pt x="910155" y="904265"/>
                    </a:lnTo>
                    <a:lnTo>
                      <a:pt x="910353" y="904703"/>
                    </a:lnTo>
                    <a:lnTo>
                      <a:pt x="910551" y="905140"/>
                    </a:lnTo>
                    <a:lnTo>
                      <a:pt x="910749" y="905578"/>
                    </a:lnTo>
                    <a:lnTo>
                      <a:pt x="910946" y="906015"/>
                    </a:lnTo>
                    <a:lnTo>
                      <a:pt x="911144" y="906453"/>
                    </a:lnTo>
                    <a:lnTo>
                      <a:pt x="911342" y="906890"/>
                    </a:lnTo>
                    <a:lnTo>
                      <a:pt x="911540" y="907328"/>
                    </a:lnTo>
                    <a:lnTo>
                      <a:pt x="911738" y="907765"/>
                    </a:lnTo>
                    <a:lnTo>
                      <a:pt x="911936" y="908203"/>
                    </a:lnTo>
                    <a:lnTo>
                      <a:pt x="912134" y="908640"/>
                    </a:lnTo>
                    <a:lnTo>
                      <a:pt x="912332" y="909078"/>
                    </a:lnTo>
                    <a:lnTo>
                      <a:pt x="912529" y="909515"/>
                    </a:lnTo>
                    <a:lnTo>
                      <a:pt x="912727" y="909953"/>
                    </a:lnTo>
                    <a:lnTo>
                      <a:pt x="912925" y="910390"/>
                    </a:lnTo>
                    <a:lnTo>
                      <a:pt x="913123" y="910828"/>
                    </a:lnTo>
                    <a:lnTo>
                      <a:pt x="913321" y="911265"/>
                    </a:lnTo>
                    <a:lnTo>
                      <a:pt x="913518" y="911703"/>
                    </a:lnTo>
                    <a:lnTo>
                      <a:pt x="913716" y="912140"/>
                    </a:lnTo>
                    <a:lnTo>
                      <a:pt x="914400" y="913653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h3898"/>
              <p:cNvSpPr/>
              <p:nvPr/>
            </p:nvSpPr>
            <p:spPr>
              <a:xfrm>
                <a:off x="2540390" y="1946971"/>
                <a:ext cx="9147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37" h="914400">
                    <a:moveTo>
                      <a:pt x="914400" y="914400"/>
                    </a:moveTo>
                    <a:lnTo>
                      <a:pt x="914400" y="913653"/>
                    </a:lnTo>
                    <a:lnTo>
                      <a:pt x="914737" y="914400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h3899"/>
              <p:cNvSpPr/>
              <p:nvPr/>
            </p:nvSpPr>
            <p:spPr>
              <a:xfrm>
                <a:off x="3133172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900" y="931638"/>
                    </a:lnTo>
                    <a:lnTo>
                      <a:pt x="906532" y="927831"/>
                    </a:lnTo>
                    <a:lnTo>
                      <a:pt x="908571" y="917523"/>
                    </a:lnTo>
                    <a:lnTo>
                      <a:pt x="909293" y="914400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h3900"/>
              <p:cNvSpPr/>
              <p:nvPr/>
            </p:nvSpPr>
            <p:spPr>
              <a:xfrm>
                <a:off x="31331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h3901"/>
              <p:cNvSpPr/>
              <p:nvPr/>
            </p:nvSpPr>
            <p:spPr>
              <a:xfrm>
                <a:off x="314243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6AE57">
                  <a:alpha val="100000"/>
                </a:srgbClr>
              </a:solidFill>
              <a:ln w="5420" cap="flat">
                <a:solidFill>
                  <a:srgbClr val="56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h3902"/>
              <p:cNvSpPr/>
              <p:nvPr/>
            </p:nvSpPr>
            <p:spPr>
              <a:xfrm>
                <a:off x="31516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h3903"/>
              <p:cNvSpPr/>
              <p:nvPr/>
            </p:nvSpPr>
            <p:spPr>
              <a:xfrm>
                <a:off x="31609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h3904"/>
              <p:cNvSpPr/>
              <p:nvPr/>
            </p:nvSpPr>
            <p:spPr>
              <a:xfrm>
                <a:off x="31702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h3905"/>
              <p:cNvSpPr/>
              <p:nvPr/>
            </p:nvSpPr>
            <p:spPr>
              <a:xfrm>
                <a:off x="31794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h3906"/>
              <p:cNvSpPr/>
              <p:nvPr/>
            </p:nvSpPr>
            <p:spPr>
              <a:xfrm>
                <a:off x="318874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h3907"/>
              <p:cNvSpPr/>
              <p:nvPr/>
            </p:nvSpPr>
            <p:spPr>
              <a:xfrm>
                <a:off x="31980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h3908"/>
              <p:cNvSpPr/>
              <p:nvPr/>
            </p:nvSpPr>
            <p:spPr>
              <a:xfrm>
                <a:off x="32072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h3909"/>
              <p:cNvSpPr/>
              <p:nvPr/>
            </p:nvSpPr>
            <p:spPr>
              <a:xfrm>
                <a:off x="32165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h3910"/>
              <p:cNvSpPr/>
              <p:nvPr/>
            </p:nvSpPr>
            <p:spPr>
              <a:xfrm>
                <a:off x="322579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h3911"/>
              <p:cNvSpPr/>
              <p:nvPr/>
            </p:nvSpPr>
            <p:spPr>
              <a:xfrm>
                <a:off x="32350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h3912"/>
              <p:cNvSpPr/>
              <p:nvPr/>
            </p:nvSpPr>
            <p:spPr>
              <a:xfrm>
                <a:off x="32443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h3913"/>
              <p:cNvSpPr/>
              <p:nvPr/>
            </p:nvSpPr>
            <p:spPr>
              <a:xfrm>
                <a:off x="32535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h3914"/>
              <p:cNvSpPr/>
              <p:nvPr/>
            </p:nvSpPr>
            <p:spPr>
              <a:xfrm>
                <a:off x="32628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h3915"/>
              <p:cNvSpPr/>
              <p:nvPr/>
            </p:nvSpPr>
            <p:spPr>
              <a:xfrm>
                <a:off x="327210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h3916"/>
              <p:cNvSpPr/>
              <p:nvPr/>
            </p:nvSpPr>
            <p:spPr>
              <a:xfrm>
                <a:off x="32813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h3917"/>
              <p:cNvSpPr/>
              <p:nvPr/>
            </p:nvSpPr>
            <p:spPr>
              <a:xfrm>
                <a:off x="32906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h3918"/>
              <p:cNvSpPr/>
              <p:nvPr/>
            </p:nvSpPr>
            <p:spPr>
              <a:xfrm>
                <a:off x="32998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h3919"/>
              <p:cNvSpPr/>
              <p:nvPr/>
            </p:nvSpPr>
            <p:spPr>
              <a:xfrm>
                <a:off x="330915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h3920"/>
              <p:cNvSpPr/>
              <p:nvPr/>
            </p:nvSpPr>
            <p:spPr>
              <a:xfrm>
                <a:off x="33184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h3921"/>
              <p:cNvSpPr/>
              <p:nvPr/>
            </p:nvSpPr>
            <p:spPr>
              <a:xfrm>
                <a:off x="33276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h3922"/>
              <p:cNvSpPr/>
              <p:nvPr/>
            </p:nvSpPr>
            <p:spPr>
              <a:xfrm>
                <a:off x="33369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h3923"/>
              <p:cNvSpPr/>
              <p:nvPr/>
            </p:nvSpPr>
            <p:spPr>
              <a:xfrm>
                <a:off x="33462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h3924"/>
              <p:cNvSpPr/>
              <p:nvPr/>
            </p:nvSpPr>
            <p:spPr>
              <a:xfrm>
                <a:off x="335546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h3925"/>
              <p:cNvSpPr/>
              <p:nvPr/>
            </p:nvSpPr>
            <p:spPr>
              <a:xfrm>
                <a:off x="3364728" y="19469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993"/>
                    </a:lnTo>
                    <a:lnTo>
                      <a:pt x="923580" y="914400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h3926"/>
              <p:cNvSpPr/>
              <p:nvPr/>
            </p:nvSpPr>
            <p:spPr>
              <a:xfrm>
                <a:off x="3373990" y="1929733"/>
                <a:ext cx="914755" cy="930231"/>
              </a:xfrm>
              <a:custGeom>
                <a:avLst/>
                <a:gdLst/>
                <a:ahLst/>
                <a:cxnLst/>
                <a:rect l="0" t="0" r="0" b="0"/>
                <a:pathLst>
                  <a:path w="914755" h="930231">
                    <a:moveTo>
                      <a:pt x="914400" y="914400"/>
                    </a:moveTo>
                    <a:lnTo>
                      <a:pt x="914755" y="914400"/>
                    </a:lnTo>
                    <a:lnTo>
                      <a:pt x="914752" y="918711"/>
                    </a:lnTo>
                    <a:lnTo>
                      <a:pt x="914428" y="929740"/>
                    </a:lnTo>
                    <a:lnTo>
                      <a:pt x="914400" y="930231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h3927"/>
              <p:cNvSpPr/>
              <p:nvPr/>
            </p:nvSpPr>
            <p:spPr>
              <a:xfrm>
                <a:off x="2253261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78" y="931638"/>
                    </a:lnTo>
                    <a:lnTo>
                      <a:pt x="908363" y="922571"/>
                    </a:lnTo>
                    <a:lnTo>
                      <a:pt x="907135" y="915314"/>
                    </a:lnTo>
                    <a:lnTo>
                      <a:pt x="906714" y="914678"/>
                    </a:lnTo>
                    <a:lnTo>
                      <a:pt x="906548" y="914400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h3928"/>
              <p:cNvSpPr/>
              <p:nvPr/>
            </p:nvSpPr>
            <p:spPr>
              <a:xfrm>
                <a:off x="225326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h3929"/>
              <p:cNvSpPr/>
              <p:nvPr/>
            </p:nvSpPr>
            <p:spPr>
              <a:xfrm>
                <a:off x="226252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h3930"/>
              <p:cNvSpPr/>
              <p:nvPr/>
            </p:nvSpPr>
            <p:spPr>
              <a:xfrm>
                <a:off x="227178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h3931"/>
              <p:cNvSpPr/>
              <p:nvPr/>
            </p:nvSpPr>
            <p:spPr>
              <a:xfrm>
                <a:off x="228104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h3932"/>
              <p:cNvSpPr/>
              <p:nvPr/>
            </p:nvSpPr>
            <p:spPr>
              <a:xfrm>
                <a:off x="229031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h3933"/>
              <p:cNvSpPr/>
              <p:nvPr/>
            </p:nvSpPr>
            <p:spPr>
              <a:xfrm>
                <a:off x="22995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h3934"/>
              <p:cNvSpPr/>
              <p:nvPr/>
            </p:nvSpPr>
            <p:spPr>
              <a:xfrm>
                <a:off x="230883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h3935"/>
              <p:cNvSpPr/>
              <p:nvPr/>
            </p:nvSpPr>
            <p:spPr>
              <a:xfrm>
                <a:off x="23180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h3936"/>
              <p:cNvSpPr/>
              <p:nvPr/>
            </p:nvSpPr>
            <p:spPr>
              <a:xfrm>
                <a:off x="23273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h3937"/>
              <p:cNvSpPr/>
              <p:nvPr/>
            </p:nvSpPr>
            <p:spPr>
              <a:xfrm>
                <a:off x="23366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h3938"/>
              <p:cNvSpPr/>
              <p:nvPr/>
            </p:nvSpPr>
            <p:spPr>
              <a:xfrm>
                <a:off x="23458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h3939"/>
              <p:cNvSpPr/>
              <p:nvPr/>
            </p:nvSpPr>
            <p:spPr>
              <a:xfrm>
                <a:off x="235514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h3940"/>
              <p:cNvSpPr/>
              <p:nvPr/>
            </p:nvSpPr>
            <p:spPr>
              <a:xfrm>
                <a:off x="23644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h3941"/>
              <p:cNvSpPr/>
              <p:nvPr/>
            </p:nvSpPr>
            <p:spPr>
              <a:xfrm>
                <a:off x="23736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h3942"/>
              <p:cNvSpPr/>
              <p:nvPr/>
            </p:nvSpPr>
            <p:spPr>
              <a:xfrm>
                <a:off x="23829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h3943"/>
              <p:cNvSpPr/>
              <p:nvPr/>
            </p:nvSpPr>
            <p:spPr>
              <a:xfrm>
                <a:off x="239219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h3944"/>
              <p:cNvSpPr/>
              <p:nvPr/>
            </p:nvSpPr>
            <p:spPr>
              <a:xfrm>
                <a:off x="24014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h3945"/>
              <p:cNvSpPr/>
              <p:nvPr/>
            </p:nvSpPr>
            <p:spPr>
              <a:xfrm>
                <a:off x="24107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h3946"/>
              <p:cNvSpPr/>
              <p:nvPr/>
            </p:nvSpPr>
            <p:spPr>
              <a:xfrm>
                <a:off x="24199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h3947"/>
              <p:cNvSpPr/>
              <p:nvPr/>
            </p:nvSpPr>
            <p:spPr>
              <a:xfrm>
                <a:off x="24292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h3948"/>
              <p:cNvSpPr/>
              <p:nvPr/>
            </p:nvSpPr>
            <p:spPr>
              <a:xfrm>
                <a:off x="243850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h3949"/>
              <p:cNvSpPr/>
              <p:nvPr/>
            </p:nvSpPr>
            <p:spPr>
              <a:xfrm>
                <a:off x="24477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h3950"/>
              <p:cNvSpPr/>
              <p:nvPr/>
            </p:nvSpPr>
            <p:spPr>
              <a:xfrm>
                <a:off x="24570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h3951"/>
              <p:cNvSpPr/>
              <p:nvPr/>
            </p:nvSpPr>
            <p:spPr>
              <a:xfrm>
                <a:off x="24662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h3952"/>
              <p:cNvSpPr/>
              <p:nvPr/>
            </p:nvSpPr>
            <p:spPr>
              <a:xfrm>
                <a:off x="247555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h3953"/>
              <p:cNvSpPr/>
              <p:nvPr/>
            </p:nvSpPr>
            <p:spPr>
              <a:xfrm>
                <a:off x="24848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h3954"/>
              <p:cNvSpPr/>
              <p:nvPr/>
            </p:nvSpPr>
            <p:spPr>
              <a:xfrm>
                <a:off x="24940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h3955"/>
              <p:cNvSpPr/>
              <p:nvPr/>
            </p:nvSpPr>
            <p:spPr>
              <a:xfrm>
                <a:off x="25033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h3956"/>
              <p:cNvSpPr/>
              <p:nvPr/>
            </p:nvSpPr>
            <p:spPr>
              <a:xfrm>
                <a:off x="25126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h3957"/>
              <p:cNvSpPr/>
              <p:nvPr/>
            </p:nvSpPr>
            <p:spPr>
              <a:xfrm>
                <a:off x="2531128" y="1929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378" y="897161"/>
                    </a:lnTo>
                    <a:lnTo>
                      <a:pt x="908508" y="897447"/>
                    </a:lnTo>
                    <a:lnTo>
                      <a:pt x="908707" y="897885"/>
                    </a:lnTo>
                    <a:lnTo>
                      <a:pt x="908905" y="898322"/>
                    </a:lnTo>
                    <a:lnTo>
                      <a:pt x="909104" y="898759"/>
                    </a:lnTo>
                    <a:lnTo>
                      <a:pt x="909303" y="899197"/>
                    </a:lnTo>
                    <a:lnTo>
                      <a:pt x="909501" y="899634"/>
                    </a:lnTo>
                    <a:lnTo>
                      <a:pt x="909700" y="900071"/>
                    </a:lnTo>
                    <a:lnTo>
                      <a:pt x="909899" y="900508"/>
                    </a:lnTo>
                    <a:lnTo>
                      <a:pt x="910097" y="900946"/>
                    </a:lnTo>
                    <a:lnTo>
                      <a:pt x="910296" y="901383"/>
                    </a:lnTo>
                    <a:lnTo>
                      <a:pt x="910495" y="901821"/>
                    </a:lnTo>
                    <a:lnTo>
                      <a:pt x="910693" y="902258"/>
                    </a:lnTo>
                    <a:lnTo>
                      <a:pt x="910892" y="902695"/>
                    </a:lnTo>
                    <a:lnTo>
                      <a:pt x="911090" y="903133"/>
                    </a:lnTo>
                    <a:lnTo>
                      <a:pt x="911289" y="903570"/>
                    </a:lnTo>
                    <a:lnTo>
                      <a:pt x="911487" y="904007"/>
                    </a:lnTo>
                    <a:lnTo>
                      <a:pt x="911686" y="904445"/>
                    </a:lnTo>
                    <a:lnTo>
                      <a:pt x="911884" y="904882"/>
                    </a:lnTo>
                    <a:lnTo>
                      <a:pt x="912083" y="905319"/>
                    </a:lnTo>
                    <a:lnTo>
                      <a:pt x="912281" y="905757"/>
                    </a:lnTo>
                    <a:lnTo>
                      <a:pt x="912480" y="906194"/>
                    </a:lnTo>
                    <a:lnTo>
                      <a:pt x="912678" y="906631"/>
                    </a:lnTo>
                    <a:lnTo>
                      <a:pt x="912877" y="907069"/>
                    </a:lnTo>
                    <a:lnTo>
                      <a:pt x="913075" y="907506"/>
                    </a:lnTo>
                    <a:lnTo>
                      <a:pt x="913273" y="907944"/>
                    </a:lnTo>
                    <a:lnTo>
                      <a:pt x="913472" y="908381"/>
                    </a:lnTo>
                    <a:lnTo>
                      <a:pt x="913670" y="908818"/>
                    </a:lnTo>
                    <a:lnTo>
                      <a:pt x="913868" y="909256"/>
                    </a:lnTo>
                    <a:lnTo>
                      <a:pt x="914067" y="909693"/>
                    </a:lnTo>
                    <a:lnTo>
                      <a:pt x="914265" y="910131"/>
                    </a:lnTo>
                    <a:lnTo>
                      <a:pt x="914400" y="910427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h3958"/>
              <p:cNvSpPr/>
              <p:nvPr/>
            </p:nvSpPr>
            <p:spPr>
              <a:xfrm>
                <a:off x="2531128" y="1929733"/>
                <a:ext cx="916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00" h="914400">
                    <a:moveTo>
                      <a:pt x="914400" y="914400"/>
                    </a:moveTo>
                    <a:lnTo>
                      <a:pt x="914400" y="910427"/>
                    </a:lnTo>
                    <a:lnTo>
                      <a:pt x="914463" y="910568"/>
                    </a:lnTo>
                    <a:lnTo>
                      <a:pt x="914662" y="911005"/>
                    </a:lnTo>
                    <a:lnTo>
                      <a:pt x="914860" y="911443"/>
                    </a:lnTo>
                    <a:lnTo>
                      <a:pt x="915058" y="911880"/>
                    </a:lnTo>
                    <a:lnTo>
                      <a:pt x="915257" y="912318"/>
                    </a:lnTo>
                    <a:lnTo>
                      <a:pt x="915455" y="912755"/>
                    </a:lnTo>
                    <a:lnTo>
                      <a:pt x="915653" y="913192"/>
                    </a:lnTo>
                    <a:lnTo>
                      <a:pt x="915851" y="913630"/>
                    </a:lnTo>
                    <a:lnTo>
                      <a:pt x="916049" y="914067"/>
                    </a:lnTo>
                    <a:lnTo>
                      <a:pt x="916200" y="914400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h3959"/>
              <p:cNvSpPr/>
              <p:nvPr/>
            </p:nvSpPr>
            <p:spPr>
              <a:xfrm>
                <a:off x="3133172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293" y="931638"/>
                    </a:lnTo>
                    <a:lnTo>
                      <a:pt x="910902" y="924670"/>
                    </a:lnTo>
                    <a:lnTo>
                      <a:pt x="913517" y="914822"/>
                    </a:lnTo>
                    <a:lnTo>
                      <a:pt x="913645" y="914400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h3960"/>
              <p:cNvSpPr/>
              <p:nvPr/>
            </p:nvSpPr>
            <p:spPr>
              <a:xfrm>
                <a:off x="31331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h3961"/>
              <p:cNvSpPr/>
              <p:nvPr/>
            </p:nvSpPr>
            <p:spPr>
              <a:xfrm>
                <a:off x="314243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h3962"/>
              <p:cNvSpPr/>
              <p:nvPr/>
            </p:nvSpPr>
            <p:spPr>
              <a:xfrm>
                <a:off x="31516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h3963"/>
              <p:cNvSpPr/>
              <p:nvPr/>
            </p:nvSpPr>
            <p:spPr>
              <a:xfrm>
                <a:off x="31609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h3964"/>
              <p:cNvSpPr/>
              <p:nvPr/>
            </p:nvSpPr>
            <p:spPr>
              <a:xfrm>
                <a:off x="31702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h3965"/>
              <p:cNvSpPr/>
              <p:nvPr/>
            </p:nvSpPr>
            <p:spPr>
              <a:xfrm>
                <a:off x="31794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h3966"/>
              <p:cNvSpPr/>
              <p:nvPr/>
            </p:nvSpPr>
            <p:spPr>
              <a:xfrm>
                <a:off x="318874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h3967"/>
              <p:cNvSpPr/>
              <p:nvPr/>
            </p:nvSpPr>
            <p:spPr>
              <a:xfrm>
                <a:off x="31980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h3968"/>
              <p:cNvSpPr/>
              <p:nvPr/>
            </p:nvSpPr>
            <p:spPr>
              <a:xfrm>
                <a:off x="32072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h3969"/>
              <p:cNvSpPr/>
              <p:nvPr/>
            </p:nvSpPr>
            <p:spPr>
              <a:xfrm>
                <a:off x="32165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ph3970"/>
              <p:cNvSpPr/>
              <p:nvPr/>
            </p:nvSpPr>
            <p:spPr>
              <a:xfrm>
                <a:off x="322579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ph3971"/>
              <p:cNvSpPr/>
              <p:nvPr/>
            </p:nvSpPr>
            <p:spPr>
              <a:xfrm>
                <a:off x="32350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ph3972"/>
              <p:cNvSpPr/>
              <p:nvPr/>
            </p:nvSpPr>
            <p:spPr>
              <a:xfrm>
                <a:off x="32443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ph3973"/>
              <p:cNvSpPr/>
              <p:nvPr/>
            </p:nvSpPr>
            <p:spPr>
              <a:xfrm>
                <a:off x="32535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ph3974"/>
              <p:cNvSpPr/>
              <p:nvPr/>
            </p:nvSpPr>
            <p:spPr>
              <a:xfrm>
                <a:off x="32628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ph3975"/>
              <p:cNvSpPr/>
              <p:nvPr/>
            </p:nvSpPr>
            <p:spPr>
              <a:xfrm>
                <a:off x="327210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ph3976"/>
              <p:cNvSpPr/>
              <p:nvPr/>
            </p:nvSpPr>
            <p:spPr>
              <a:xfrm>
                <a:off x="32813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ph3977"/>
              <p:cNvSpPr/>
              <p:nvPr/>
            </p:nvSpPr>
            <p:spPr>
              <a:xfrm>
                <a:off x="32906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ph3978"/>
              <p:cNvSpPr/>
              <p:nvPr/>
            </p:nvSpPr>
            <p:spPr>
              <a:xfrm>
                <a:off x="32998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9" name="ph3979"/>
              <p:cNvSpPr/>
              <p:nvPr/>
            </p:nvSpPr>
            <p:spPr>
              <a:xfrm>
                <a:off x="330915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ph3980"/>
              <p:cNvSpPr/>
              <p:nvPr/>
            </p:nvSpPr>
            <p:spPr>
              <a:xfrm>
                <a:off x="33184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1" name="ph3981"/>
              <p:cNvSpPr/>
              <p:nvPr/>
            </p:nvSpPr>
            <p:spPr>
              <a:xfrm>
                <a:off x="33276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2" name="ph3982"/>
              <p:cNvSpPr/>
              <p:nvPr/>
            </p:nvSpPr>
            <p:spPr>
              <a:xfrm>
                <a:off x="33369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3" name="ph3983"/>
              <p:cNvSpPr/>
              <p:nvPr/>
            </p:nvSpPr>
            <p:spPr>
              <a:xfrm>
                <a:off x="33462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4" name="ph3984"/>
              <p:cNvSpPr/>
              <p:nvPr/>
            </p:nvSpPr>
            <p:spPr>
              <a:xfrm>
                <a:off x="335546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5" name="ph3985"/>
              <p:cNvSpPr/>
              <p:nvPr/>
            </p:nvSpPr>
            <p:spPr>
              <a:xfrm>
                <a:off x="336472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6" name="ph3986"/>
              <p:cNvSpPr/>
              <p:nvPr/>
            </p:nvSpPr>
            <p:spPr>
              <a:xfrm>
                <a:off x="3373990" y="1929733"/>
                <a:ext cx="9147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0" h="914400">
                    <a:moveTo>
                      <a:pt x="914400" y="914400"/>
                    </a:moveTo>
                    <a:lnTo>
                      <a:pt x="914465" y="897161"/>
                    </a:lnTo>
                    <a:lnTo>
                      <a:pt x="914760" y="907665"/>
                    </a:lnTo>
                    <a:lnTo>
                      <a:pt x="914755" y="914400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7" name="ph3987"/>
              <p:cNvSpPr/>
              <p:nvPr/>
            </p:nvSpPr>
            <p:spPr>
              <a:xfrm>
                <a:off x="2243999" y="1895256"/>
                <a:ext cx="914400" cy="9292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65">
                    <a:moveTo>
                      <a:pt x="914400" y="914400"/>
                    </a:moveTo>
                    <a:lnTo>
                      <a:pt x="914400" y="929265"/>
                    </a:lnTo>
                    <a:lnTo>
                      <a:pt x="911612" y="924575"/>
                    </a:lnTo>
                    <a:lnTo>
                      <a:pt x="907462" y="916813"/>
                    </a:lnTo>
                    <a:lnTo>
                      <a:pt x="906301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8" name="ph3988"/>
              <p:cNvSpPr/>
              <p:nvPr/>
            </p:nvSpPr>
            <p:spPr>
              <a:xfrm>
                <a:off x="224399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0" y="931638"/>
                    </a:lnTo>
                    <a:lnTo>
                      <a:pt x="914400" y="929265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9" name="ph3989"/>
              <p:cNvSpPr/>
              <p:nvPr/>
            </p:nvSpPr>
            <p:spPr>
              <a:xfrm>
                <a:off x="225326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0" name="ph3990"/>
              <p:cNvSpPr/>
              <p:nvPr/>
            </p:nvSpPr>
            <p:spPr>
              <a:xfrm>
                <a:off x="226252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1" name="ph3991"/>
              <p:cNvSpPr/>
              <p:nvPr/>
            </p:nvSpPr>
            <p:spPr>
              <a:xfrm>
                <a:off x="227178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2" name="ph3992"/>
              <p:cNvSpPr/>
              <p:nvPr/>
            </p:nvSpPr>
            <p:spPr>
              <a:xfrm>
                <a:off x="228104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h3993"/>
              <p:cNvSpPr/>
              <p:nvPr/>
            </p:nvSpPr>
            <p:spPr>
              <a:xfrm>
                <a:off x="229031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h3994"/>
              <p:cNvSpPr/>
              <p:nvPr/>
            </p:nvSpPr>
            <p:spPr>
              <a:xfrm>
                <a:off x="229957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h3995"/>
              <p:cNvSpPr/>
              <p:nvPr/>
            </p:nvSpPr>
            <p:spPr>
              <a:xfrm>
                <a:off x="230883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h3996"/>
              <p:cNvSpPr/>
              <p:nvPr/>
            </p:nvSpPr>
            <p:spPr>
              <a:xfrm>
                <a:off x="23180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h3997"/>
              <p:cNvSpPr/>
              <p:nvPr/>
            </p:nvSpPr>
            <p:spPr>
              <a:xfrm>
                <a:off x="23273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h3998"/>
              <p:cNvSpPr/>
              <p:nvPr/>
            </p:nvSpPr>
            <p:spPr>
              <a:xfrm>
                <a:off x="23366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h3999"/>
              <p:cNvSpPr/>
              <p:nvPr/>
            </p:nvSpPr>
            <p:spPr>
              <a:xfrm>
                <a:off x="23458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h4000"/>
              <p:cNvSpPr/>
              <p:nvPr/>
            </p:nvSpPr>
            <p:spPr>
              <a:xfrm>
                <a:off x="235514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h4001"/>
              <p:cNvSpPr/>
              <p:nvPr/>
            </p:nvSpPr>
            <p:spPr>
              <a:xfrm>
                <a:off x="23644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h4002"/>
              <p:cNvSpPr/>
              <p:nvPr/>
            </p:nvSpPr>
            <p:spPr>
              <a:xfrm>
                <a:off x="23736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h4003"/>
              <p:cNvSpPr/>
              <p:nvPr/>
            </p:nvSpPr>
            <p:spPr>
              <a:xfrm>
                <a:off x="23829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h4004"/>
              <p:cNvSpPr/>
              <p:nvPr/>
            </p:nvSpPr>
            <p:spPr>
              <a:xfrm>
                <a:off x="239219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h4005"/>
              <p:cNvSpPr/>
              <p:nvPr/>
            </p:nvSpPr>
            <p:spPr>
              <a:xfrm>
                <a:off x="24014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h4006"/>
              <p:cNvSpPr/>
              <p:nvPr/>
            </p:nvSpPr>
            <p:spPr>
              <a:xfrm>
                <a:off x="24107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h4007"/>
              <p:cNvSpPr/>
              <p:nvPr/>
            </p:nvSpPr>
            <p:spPr>
              <a:xfrm>
                <a:off x="24199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ph4008"/>
              <p:cNvSpPr/>
              <p:nvPr/>
            </p:nvSpPr>
            <p:spPr>
              <a:xfrm>
                <a:off x="24292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9" name="ph4009"/>
              <p:cNvSpPr/>
              <p:nvPr/>
            </p:nvSpPr>
            <p:spPr>
              <a:xfrm>
                <a:off x="243850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0" name="ph4010"/>
              <p:cNvSpPr/>
              <p:nvPr/>
            </p:nvSpPr>
            <p:spPr>
              <a:xfrm>
                <a:off x="24477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1" name="ph4011"/>
              <p:cNvSpPr/>
              <p:nvPr/>
            </p:nvSpPr>
            <p:spPr>
              <a:xfrm>
                <a:off x="24570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2" name="ph4012"/>
              <p:cNvSpPr/>
              <p:nvPr/>
            </p:nvSpPr>
            <p:spPr>
              <a:xfrm>
                <a:off x="24662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3" name="ph4013"/>
              <p:cNvSpPr/>
              <p:nvPr/>
            </p:nvSpPr>
            <p:spPr>
              <a:xfrm>
                <a:off x="247555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4" name="ph4014"/>
              <p:cNvSpPr/>
              <p:nvPr/>
            </p:nvSpPr>
            <p:spPr>
              <a:xfrm>
                <a:off x="24848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5" name="ph4015"/>
              <p:cNvSpPr/>
              <p:nvPr/>
            </p:nvSpPr>
            <p:spPr>
              <a:xfrm>
                <a:off x="24940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6" name="ph4016"/>
              <p:cNvSpPr/>
              <p:nvPr/>
            </p:nvSpPr>
            <p:spPr>
              <a:xfrm>
                <a:off x="25033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7" name="ph4017"/>
              <p:cNvSpPr/>
              <p:nvPr/>
            </p:nvSpPr>
            <p:spPr>
              <a:xfrm>
                <a:off x="2521866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90184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8" name="ph4018"/>
              <p:cNvSpPr/>
              <p:nvPr/>
            </p:nvSpPr>
            <p:spPr>
              <a:xfrm>
                <a:off x="2521866" y="19124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901848"/>
                    </a:lnTo>
                    <a:lnTo>
                      <a:pt x="917207" y="913446"/>
                    </a:lnTo>
                    <a:lnTo>
                      <a:pt x="917373" y="913811"/>
                    </a:lnTo>
                    <a:lnTo>
                      <a:pt x="917572" y="91424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9" name="ph4019"/>
              <p:cNvSpPr/>
              <p:nvPr/>
            </p:nvSpPr>
            <p:spPr>
              <a:xfrm>
                <a:off x="3133172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5" y="914400"/>
                    </a:lnTo>
                    <a:lnTo>
                      <a:pt x="914400" y="911902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0" name="ph4020"/>
              <p:cNvSpPr/>
              <p:nvPr/>
            </p:nvSpPr>
            <p:spPr>
              <a:xfrm>
                <a:off x="3142434" y="18952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141"/>
                    </a:lnTo>
                    <a:lnTo>
                      <a:pt x="907148" y="922486"/>
                    </a:lnTo>
                    <a:lnTo>
                      <a:pt x="909904" y="914400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1" name="ph4021"/>
              <p:cNvSpPr/>
              <p:nvPr/>
            </p:nvSpPr>
            <p:spPr>
              <a:xfrm>
                <a:off x="314243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2" name="ph4022"/>
              <p:cNvSpPr/>
              <p:nvPr/>
            </p:nvSpPr>
            <p:spPr>
              <a:xfrm>
                <a:off x="31516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3" name="ph4023"/>
              <p:cNvSpPr/>
              <p:nvPr/>
            </p:nvSpPr>
            <p:spPr>
              <a:xfrm>
                <a:off x="31609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4" name="ph4024"/>
              <p:cNvSpPr/>
              <p:nvPr/>
            </p:nvSpPr>
            <p:spPr>
              <a:xfrm>
                <a:off x="31702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5" name="ph4025"/>
              <p:cNvSpPr/>
              <p:nvPr/>
            </p:nvSpPr>
            <p:spPr>
              <a:xfrm>
                <a:off x="31794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6" name="ph4026"/>
              <p:cNvSpPr/>
              <p:nvPr/>
            </p:nvSpPr>
            <p:spPr>
              <a:xfrm>
                <a:off x="318874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7" name="ph4027"/>
              <p:cNvSpPr/>
              <p:nvPr/>
            </p:nvSpPr>
            <p:spPr>
              <a:xfrm>
                <a:off x="31980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8" name="ph4028"/>
              <p:cNvSpPr/>
              <p:nvPr/>
            </p:nvSpPr>
            <p:spPr>
              <a:xfrm>
                <a:off x="32072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9" name="ph4029"/>
              <p:cNvSpPr/>
              <p:nvPr/>
            </p:nvSpPr>
            <p:spPr>
              <a:xfrm>
                <a:off x="32165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0" name="ph4030"/>
              <p:cNvSpPr/>
              <p:nvPr/>
            </p:nvSpPr>
            <p:spPr>
              <a:xfrm>
                <a:off x="322579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1" name="ph4031"/>
              <p:cNvSpPr/>
              <p:nvPr/>
            </p:nvSpPr>
            <p:spPr>
              <a:xfrm>
                <a:off x="32350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ph4032"/>
              <p:cNvSpPr/>
              <p:nvPr/>
            </p:nvSpPr>
            <p:spPr>
              <a:xfrm>
                <a:off x="32443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ph4033"/>
              <p:cNvSpPr/>
              <p:nvPr/>
            </p:nvSpPr>
            <p:spPr>
              <a:xfrm>
                <a:off x="32535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4" name="ph4034"/>
              <p:cNvSpPr/>
              <p:nvPr/>
            </p:nvSpPr>
            <p:spPr>
              <a:xfrm>
                <a:off x="32628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ph4035"/>
              <p:cNvSpPr/>
              <p:nvPr/>
            </p:nvSpPr>
            <p:spPr>
              <a:xfrm>
                <a:off x="327210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h4036"/>
              <p:cNvSpPr/>
              <p:nvPr/>
            </p:nvSpPr>
            <p:spPr>
              <a:xfrm>
                <a:off x="32813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h4037"/>
              <p:cNvSpPr/>
              <p:nvPr/>
            </p:nvSpPr>
            <p:spPr>
              <a:xfrm>
                <a:off x="32906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h4038"/>
              <p:cNvSpPr/>
              <p:nvPr/>
            </p:nvSpPr>
            <p:spPr>
              <a:xfrm>
                <a:off x="32998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h4039"/>
              <p:cNvSpPr/>
              <p:nvPr/>
            </p:nvSpPr>
            <p:spPr>
              <a:xfrm>
                <a:off x="330915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h4040"/>
              <p:cNvSpPr/>
              <p:nvPr/>
            </p:nvSpPr>
            <p:spPr>
              <a:xfrm>
                <a:off x="33184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h4041"/>
              <p:cNvSpPr/>
              <p:nvPr/>
            </p:nvSpPr>
            <p:spPr>
              <a:xfrm>
                <a:off x="33276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h4042"/>
              <p:cNvSpPr/>
              <p:nvPr/>
            </p:nvSpPr>
            <p:spPr>
              <a:xfrm>
                <a:off x="33369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h4043"/>
              <p:cNvSpPr/>
              <p:nvPr/>
            </p:nvSpPr>
            <p:spPr>
              <a:xfrm>
                <a:off x="334620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h4044"/>
              <p:cNvSpPr/>
              <p:nvPr/>
            </p:nvSpPr>
            <p:spPr>
              <a:xfrm>
                <a:off x="335546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h4045"/>
              <p:cNvSpPr/>
              <p:nvPr/>
            </p:nvSpPr>
            <p:spPr>
              <a:xfrm>
                <a:off x="3373990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32" y="897161"/>
                    </a:lnTo>
                    <a:lnTo>
                      <a:pt x="913825" y="902888"/>
                    </a:lnTo>
                    <a:lnTo>
                      <a:pt x="914400" y="912977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h4046"/>
              <p:cNvSpPr/>
              <p:nvPr/>
            </p:nvSpPr>
            <p:spPr>
              <a:xfrm>
                <a:off x="3373990" y="1912494"/>
                <a:ext cx="914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0" h="914400">
                    <a:moveTo>
                      <a:pt x="914400" y="914400"/>
                    </a:moveTo>
                    <a:lnTo>
                      <a:pt x="914400" y="912977"/>
                    </a:lnTo>
                    <a:lnTo>
                      <a:pt x="914450" y="913872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h4047"/>
              <p:cNvSpPr/>
              <p:nvPr/>
            </p:nvSpPr>
            <p:spPr>
              <a:xfrm>
                <a:off x="2234737" y="1878018"/>
                <a:ext cx="914400" cy="92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17">
                    <a:moveTo>
                      <a:pt x="914400" y="914400"/>
                    </a:moveTo>
                    <a:lnTo>
                      <a:pt x="914400" y="929217"/>
                    </a:lnTo>
                    <a:lnTo>
                      <a:pt x="912801" y="925893"/>
                    </a:lnTo>
                    <a:lnTo>
                      <a:pt x="911658" y="923385"/>
                    </a:lnTo>
                    <a:lnTo>
                      <a:pt x="910523" y="920896"/>
                    </a:lnTo>
                    <a:lnTo>
                      <a:pt x="909387" y="918406"/>
                    </a:lnTo>
                    <a:lnTo>
                      <a:pt x="908251" y="915917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ph4048"/>
              <p:cNvSpPr/>
              <p:nvPr/>
            </p:nvSpPr>
            <p:spPr>
              <a:xfrm>
                <a:off x="223473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564" y="931638"/>
                    </a:lnTo>
                    <a:lnTo>
                      <a:pt x="914400" y="929217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9" name="ph4049"/>
              <p:cNvSpPr/>
              <p:nvPr/>
            </p:nvSpPr>
            <p:spPr>
              <a:xfrm>
                <a:off x="224399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0" name="ph4050"/>
              <p:cNvSpPr/>
              <p:nvPr/>
            </p:nvSpPr>
            <p:spPr>
              <a:xfrm>
                <a:off x="225326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1" name="ph4051"/>
              <p:cNvSpPr/>
              <p:nvPr/>
            </p:nvSpPr>
            <p:spPr>
              <a:xfrm>
                <a:off x="226252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2" name="ph4052"/>
              <p:cNvSpPr/>
              <p:nvPr/>
            </p:nvSpPr>
            <p:spPr>
              <a:xfrm>
                <a:off x="227178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3" name="ph4053"/>
              <p:cNvSpPr/>
              <p:nvPr/>
            </p:nvSpPr>
            <p:spPr>
              <a:xfrm>
                <a:off x="228104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4" name="ph4054"/>
              <p:cNvSpPr/>
              <p:nvPr/>
            </p:nvSpPr>
            <p:spPr>
              <a:xfrm>
                <a:off x="229031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5" name="ph4055"/>
              <p:cNvSpPr/>
              <p:nvPr/>
            </p:nvSpPr>
            <p:spPr>
              <a:xfrm>
                <a:off x="229957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6" name="ph4056"/>
              <p:cNvSpPr/>
              <p:nvPr/>
            </p:nvSpPr>
            <p:spPr>
              <a:xfrm>
                <a:off x="230883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7" name="ph4057"/>
              <p:cNvSpPr/>
              <p:nvPr/>
            </p:nvSpPr>
            <p:spPr>
              <a:xfrm>
                <a:off x="23180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8" name="ph4058"/>
              <p:cNvSpPr/>
              <p:nvPr/>
            </p:nvSpPr>
            <p:spPr>
              <a:xfrm>
                <a:off x="23273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9" name="ph4059"/>
              <p:cNvSpPr/>
              <p:nvPr/>
            </p:nvSpPr>
            <p:spPr>
              <a:xfrm>
                <a:off x="23366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0" name="ph4060"/>
              <p:cNvSpPr/>
              <p:nvPr/>
            </p:nvSpPr>
            <p:spPr>
              <a:xfrm>
                <a:off x="23458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1" name="ph4061"/>
              <p:cNvSpPr/>
              <p:nvPr/>
            </p:nvSpPr>
            <p:spPr>
              <a:xfrm>
                <a:off x="235514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h4062"/>
              <p:cNvSpPr/>
              <p:nvPr/>
            </p:nvSpPr>
            <p:spPr>
              <a:xfrm>
                <a:off x="23644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h4063"/>
              <p:cNvSpPr/>
              <p:nvPr/>
            </p:nvSpPr>
            <p:spPr>
              <a:xfrm>
                <a:off x="23736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h4064"/>
              <p:cNvSpPr/>
              <p:nvPr/>
            </p:nvSpPr>
            <p:spPr>
              <a:xfrm>
                <a:off x="23829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h4065"/>
              <p:cNvSpPr/>
              <p:nvPr/>
            </p:nvSpPr>
            <p:spPr>
              <a:xfrm>
                <a:off x="239219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h4066"/>
              <p:cNvSpPr/>
              <p:nvPr/>
            </p:nvSpPr>
            <p:spPr>
              <a:xfrm>
                <a:off x="24014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h4067"/>
              <p:cNvSpPr/>
              <p:nvPr/>
            </p:nvSpPr>
            <p:spPr>
              <a:xfrm>
                <a:off x="24107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h4068"/>
              <p:cNvSpPr/>
              <p:nvPr/>
            </p:nvSpPr>
            <p:spPr>
              <a:xfrm>
                <a:off x="24199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h4069"/>
              <p:cNvSpPr/>
              <p:nvPr/>
            </p:nvSpPr>
            <p:spPr>
              <a:xfrm>
                <a:off x="24292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h4070"/>
              <p:cNvSpPr/>
              <p:nvPr/>
            </p:nvSpPr>
            <p:spPr>
              <a:xfrm>
                <a:off x="243850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h4071"/>
              <p:cNvSpPr/>
              <p:nvPr/>
            </p:nvSpPr>
            <p:spPr>
              <a:xfrm>
                <a:off x="24477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h4072"/>
              <p:cNvSpPr/>
              <p:nvPr/>
            </p:nvSpPr>
            <p:spPr>
              <a:xfrm>
                <a:off x="24570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h4073"/>
              <p:cNvSpPr/>
              <p:nvPr/>
            </p:nvSpPr>
            <p:spPr>
              <a:xfrm>
                <a:off x="24662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h4074"/>
              <p:cNvSpPr/>
              <p:nvPr/>
            </p:nvSpPr>
            <p:spPr>
              <a:xfrm>
                <a:off x="247555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h4075"/>
              <p:cNvSpPr/>
              <p:nvPr/>
            </p:nvSpPr>
            <p:spPr>
              <a:xfrm>
                <a:off x="24848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h4076"/>
              <p:cNvSpPr/>
              <p:nvPr/>
            </p:nvSpPr>
            <p:spPr>
              <a:xfrm>
                <a:off x="24940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h4077"/>
              <p:cNvSpPr/>
              <p:nvPr/>
            </p:nvSpPr>
            <p:spPr>
              <a:xfrm>
                <a:off x="25033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h4078"/>
              <p:cNvSpPr/>
              <p:nvPr/>
            </p:nvSpPr>
            <p:spPr>
              <a:xfrm>
                <a:off x="2512603" y="1895256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354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h4079"/>
              <p:cNvSpPr/>
              <p:nvPr/>
            </p:nvSpPr>
            <p:spPr>
              <a:xfrm>
                <a:off x="3142434" y="18780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4" y="931638"/>
                    </a:lnTo>
                    <a:lnTo>
                      <a:pt x="910309" y="930449"/>
                    </a:lnTo>
                    <a:lnTo>
                      <a:pt x="911563" y="927167"/>
                    </a:lnTo>
                    <a:lnTo>
                      <a:pt x="911487" y="925215"/>
                    </a:lnTo>
                    <a:lnTo>
                      <a:pt x="911444" y="920297"/>
                    </a:lnTo>
                    <a:lnTo>
                      <a:pt x="910528" y="914953"/>
                    </a:lnTo>
                    <a:lnTo>
                      <a:pt x="910450" y="914400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h4080"/>
              <p:cNvSpPr/>
              <p:nvPr/>
            </p:nvSpPr>
            <p:spPr>
              <a:xfrm>
                <a:off x="314243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h4081"/>
              <p:cNvSpPr/>
              <p:nvPr/>
            </p:nvSpPr>
            <p:spPr>
              <a:xfrm>
                <a:off x="31516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h4082"/>
              <p:cNvSpPr/>
              <p:nvPr/>
            </p:nvSpPr>
            <p:spPr>
              <a:xfrm>
                <a:off x="31609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h4083"/>
              <p:cNvSpPr/>
              <p:nvPr/>
            </p:nvSpPr>
            <p:spPr>
              <a:xfrm>
                <a:off x="31702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h4084"/>
              <p:cNvSpPr/>
              <p:nvPr/>
            </p:nvSpPr>
            <p:spPr>
              <a:xfrm>
                <a:off x="31794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h4085"/>
              <p:cNvSpPr/>
              <p:nvPr/>
            </p:nvSpPr>
            <p:spPr>
              <a:xfrm>
                <a:off x="318874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h4086"/>
              <p:cNvSpPr/>
              <p:nvPr/>
            </p:nvSpPr>
            <p:spPr>
              <a:xfrm>
                <a:off x="31980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h4087"/>
              <p:cNvSpPr/>
              <p:nvPr/>
            </p:nvSpPr>
            <p:spPr>
              <a:xfrm>
                <a:off x="32072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h4088"/>
              <p:cNvSpPr/>
              <p:nvPr/>
            </p:nvSpPr>
            <p:spPr>
              <a:xfrm>
                <a:off x="32165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h4089"/>
              <p:cNvSpPr/>
              <p:nvPr/>
            </p:nvSpPr>
            <p:spPr>
              <a:xfrm>
                <a:off x="322579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h4090"/>
              <p:cNvSpPr/>
              <p:nvPr/>
            </p:nvSpPr>
            <p:spPr>
              <a:xfrm>
                <a:off x="32350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h4091"/>
              <p:cNvSpPr/>
              <p:nvPr/>
            </p:nvSpPr>
            <p:spPr>
              <a:xfrm>
                <a:off x="32443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h4092"/>
              <p:cNvSpPr/>
              <p:nvPr/>
            </p:nvSpPr>
            <p:spPr>
              <a:xfrm>
                <a:off x="32535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h4093"/>
              <p:cNvSpPr/>
              <p:nvPr/>
            </p:nvSpPr>
            <p:spPr>
              <a:xfrm>
                <a:off x="32628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h4094"/>
              <p:cNvSpPr/>
              <p:nvPr/>
            </p:nvSpPr>
            <p:spPr>
              <a:xfrm>
                <a:off x="327210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h4095"/>
              <p:cNvSpPr/>
              <p:nvPr/>
            </p:nvSpPr>
            <p:spPr>
              <a:xfrm>
                <a:off x="32813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h4096"/>
              <p:cNvSpPr/>
              <p:nvPr/>
            </p:nvSpPr>
            <p:spPr>
              <a:xfrm>
                <a:off x="32906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h4097"/>
              <p:cNvSpPr/>
              <p:nvPr/>
            </p:nvSpPr>
            <p:spPr>
              <a:xfrm>
                <a:off x="32998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h4098"/>
              <p:cNvSpPr/>
              <p:nvPr/>
            </p:nvSpPr>
            <p:spPr>
              <a:xfrm>
                <a:off x="330915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h4099"/>
              <p:cNvSpPr/>
              <p:nvPr/>
            </p:nvSpPr>
            <p:spPr>
              <a:xfrm>
                <a:off x="33184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h4100"/>
              <p:cNvSpPr/>
              <p:nvPr/>
            </p:nvSpPr>
            <p:spPr>
              <a:xfrm>
                <a:off x="33276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h4101"/>
              <p:cNvSpPr/>
              <p:nvPr/>
            </p:nvSpPr>
            <p:spPr>
              <a:xfrm>
                <a:off x="33369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h4102"/>
              <p:cNvSpPr/>
              <p:nvPr/>
            </p:nvSpPr>
            <p:spPr>
              <a:xfrm>
                <a:off x="334620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h4103"/>
              <p:cNvSpPr/>
              <p:nvPr/>
            </p:nvSpPr>
            <p:spPr>
              <a:xfrm>
                <a:off x="335546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h4104"/>
              <p:cNvSpPr/>
              <p:nvPr/>
            </p:nvSpPr>
            <p:spPr>
              <a:xfrm>
                <a:off x="3364728" y="1895256"/>
                <a:ext cx="9225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9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13" y="897161"/>
                    </a:lnTo>
                    <a:lnTo>
                      <a:pt x="920897" y="898421"/>
                    </a:lnTo>
                    <a:lnTo>
                      <a:pt x="922148" y="909219"/>
                    </a:lnTo>
                    <a:lnTo>
                      <a:pt x="922594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h4105"/>
              <p:cNvSpPr/>
              <p:nvPr/>
            </p:nvSpPr>
            <p:spPr>
              <a:xfrm>
                <a:off x="2225475" y="1860779"/>
                <a:ext cx="914400" cy="92633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339">
                    <a:moveTo>
                      <a:pt x="914400" y="914400"/>
                    </a:moveTo>
                    <a:lnTo>
                      <a:pt x="914400" y="926339"/>
                    </a:lnTo>
                    <a:lnTo>
                      <a:pt x="914102" y="925687"/>
                    </a:lnTo>
                    <a:lnTo>
                      <a:pt x="912964" y="923198"/>
                    </a:lnTo>
                    <a:lnTo>
                      <a:pt x="911825" y="920709"/>
                    </a:lnTo>
                    <a:lnTo>
                      <a:pt x="910686" y="918220"/>
                    </a:lnTo>
                    <a:lnTo>
                      <a:pt x="909547" y="915732"/>
                    </a:lnTo>
                    <a:lnTo>
                      <a:pt x="908936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h4106"/>
              <p:cNvSpPr/>
              <p:nvPr/>
            </p:nvSpPr>
            <p:spPr>
              <a:xfrm>
                <a:off x="222547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820" y="931638"/>
                    </a:lnTo>
                    <a:lnTo>
                      <a:pt x="916377" y="930666"/>
                    </a:lnTo>
                    <a:lnTo>
                      <a:pt x="915239" y="928176"/>
                    </a:lnTo>
                    <a:lnTo>
                      <a:pt x="914400" y="92633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h4107"/>
              <p:cNvSpPr/>
              <p:nvPr/>
            </p:nvSpPr>
            <p:spPr>
              <a:xfrm>
                <a:off x="223473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h4108"/>
              <p:cNvSpPr/>
              <p:nvPr/>
            </p:nvSpPr>
            <p:spPr>
              <a:xfrm>
                <a:off x="224399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h4109"/>
              <p:cNvSpPr/>
              <p:nvPr/>
            </p:nvSpPr>
            <p:spPr>
              <a:xfrm>
                <a:off x="225326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h4110"/>
              <p:cNvSpPr/>
              <p:nvPr/>
            </p:nvSpPr>
            <p:spPr>
              <a:xfrm>
                <a:off x="226252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h4111"/>
              <p:cNvSpPr/>
              <p:nvPr/>
            </p:nvSpPr>
            <p:spPr>
              <a:xfrm>
                <a:off x="227178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h4112"/>
              <p:cNvSpPr/>
              <p:nvPr/>
            </p:nvSpPr>
            <p:spPr>
              <a:xfrm>
                <a:off x="228104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h4113"/>
              <p:cNvSpPr/>
              <p:nvPr/>
            </p:nvSpPr>
            <p:spPr>
              <a:xfrm>
                <a:off x="229031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h4114"/>
              <p:cNvSpPr/>
              <p:nvPr/>
            </p:nvSpPr>
            <p:spPr>
              <a:xfrm>
                <a:off x="229957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h4115"/>
              <p:cNvSpPr/>
              <p:nvPr/>
            </p:nvSpPr>
            <p:spPr>
              <a:xfrm>
                <a:off x="230883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h4116"/>
              <p:cNvSpPr/>
              <p:nvPr/>
            </p:nvSpPr>
            <p:spPr>
              <a:xfrm>
                <a:off x="23180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h4117"/>
              <p:cNvSpPr/>
              <p:nvPr/>
            </p:nvSpPr>
            <p:spPr>
              <a:xfrm>
                <a:off x="23273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h4118"/>
              <p:cNvSpPr/>
              <p:nvPr/>
            </p:nvSpPr>
            <p:spPr>
              <a:xfrm>
                <a:off x="23366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h4119"/>
              <p:cNvSpPr/>
              <p:nvPr/>
            </p:nvSpPr>
            <p:spPr>
              <a:xfrm>
                <a:off x="23458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h4120"/>
              <p:cNvSpPr/>
              <p:nvPr/>
            </p:nvSpPr>
            <p:spPr>
              <a:xfrm>
                <a:off x="235514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h4121"/>
              <p:cNvSpPr/>
              <p:nvPr/>
            </p:nvSpPr>
            <p:spPr>
              <a:xfrm>
                <a:off x="23644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h4122"/>
              <p:cNvSpPr/>
              <p:nvPr/>
            </p:nvSpPr>
            <p:spPr>
              <a:xfrm>
                <a:off x="23736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h4123"/>
              <p:cNvSpPr/>
              <p:nvPr/>
            </p:nvSpPr>
            <p:spPr>
              <a:xfrm>
                <a:off x="23829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h4124"/>
              <p:cNvSpPr/>
              <p:nvPr/>
            </p:nvSpPr>
            <p:spPr>
              <a:xfrm>
                <a:off x="239219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h4125"/>
              <p:cNvSpPr/>
              <p:nvPr/>
            </p:nvSpPr>
            <p:spPr>
              <a:xfrm>
                <a:off x="24014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h4126"/>
              <p:cNvSpPr/>
              <p:nvPr/>
            </p:nvSpPr>
            <p:spPr>
              <a:xfrm>
                <a:off x="24107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h4127"/>
              <p:cNvSpPr/>
              <p:nvPr/>
            </p:nvSpPr>
            <p:spPr>
              <a:xfrm>
                <a:off x="24199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h4128"/>
              <p:cNvSpPr/>
              <p:nvPr/>
            </p:nvSpPr>
            <p:spPr>
              <a:xfrm>
                <a:off x="24292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h4129"/>
              <p:cNvSpPr/>
              <p:nvPr/>
            </p:nvSpPr>
            <p:spPr>
              <a:xfrm>
                <a:off x="243850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h4130"/>
              <p:cNvSpPr/>
              <p:nvPr/>
            </p:nvSpPr>
            <p:spPr>
              <a:xfrm>
                <a:off x="24477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h4131"/>
              <p:cNvSpPr/>
              <p:nvPr/>
            </p:nvSpPr>
            <p:spPr>
              <a:xfrm>
                <a:off x="24570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h4132"/>
              <p:cNvSpPr/>
              <p:nvPr/>
            </p:nvSpPr>
            <p:spPr>
              <a:xfrm>
                <a:off x="24662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h4133"/>
              <p:cNvSpPr/>
              <p:nvPr/>
            </p:nvSpPr>
            <p:spPr>
              <a:xfrm>
                <a:off x="247555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h4134"/>
              <p:cNvSpPr/>
              <p:nvPr/>
            </p:nvSpPr>
            <p:spPr>
              <a:xfrm>
                <a:off x="24848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h4135"/>
              <p:cNvSpPr/>
              <p:nvPr/>
            </p:nvSpPr>
            <p:spPr>
              <a:xfrm>
                <a:off x="24940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h4136"/>
              <p:cNvSpPr/>
              <p:nvPr/>
            </p:nvSpPr>
            <p:spPr>
              <a:xfrm>
                <a:off x="2512603" y="18780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3" y="897161"/>
                    </a:lnTo>
                    <a:lnTo>
                      <a:pt x="914400" y="89807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h4137"/>
              <p:cNvSpPr/>
              <p:nvPr/>
            </p:nvSpPr>
            <p:spPr>
              <a:xfrm>
                <a:off x="2512603" y="1878018"/>
                <a:ext cx="9183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54" h="914400">
                    <a:moveTo>
                      <a:pt x="914400" y="914400"/>
                    </a:moveTo>
                    <a:lnTo>
                      <a:pt x="914410" y="898109"/>
                    </a:lnTo>
                    <a:lnTo>
                      <a:pt x="914553" y="898702"/>
                    </a:lnTo>
                    <a:lnTo>
                      <a:pt x="914699" y="899301"/>
                    </a:lnTo>
                    <a:lnTo>
                      <a:pt x="914844" y="899901"/>
                    </a:lnTo>
                    <a:lnTo>
                      <a:pt x="914989" y="900500"/>
                    </a:lnTo>
                    <a:lnTo>
                      <a:pt x="915134" y="901099"/>
                    </a:lnTo>
                    <a:lnTo>
                      <a:pt x="915279" y="901699"/>
                    </a:lnTo>
                    <a:lnTo>
                      <a:pt x="915425" y="902298"/>
                    </a:lnTo>
                    <a:lnTo>
                      <a:pt x="915570" y="902898"/>
                    </a:lnTo>
                    <a:lnTo>
                      <a:pt x="915715" y="903497"/>
                    </a:lnTo>
                    <a:lnTo>
                      <a:pt x="915860" y="904096"/>
                    </a:lnTo>
                    <a:lnTo>
                      <a:pt x="916005" y="904696"/>
                    </a:lnTo>
                    <a:lnTo>
                      <a:pt x="916150" y="905295"/>
                    </a:lnTo>
                    <a:lnTo>
                      <a:pt x="918354" y="914400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h4138"/>
              <p:cNvSpPr/>
              <p:nvPr/>
            </p:nvSpPr>
            <p:spPr>
              <a:xfrm>
                <a:off x="3142434" y="18607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50" y="931638"/>
                    </a:lnTo>
                    <a:lnTo>
                      <a:pt x="909065" y="921822"/>
                    </a:lnTo>
                    <a:lnTo>
                      <a:pt x="908235" y="914400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h4139"/>
              <p:cNvSpPr/>
              <p:nvPr/>
            </p:nvSpPr>
            <p:spPr>
              <a:xfrm>
                <a:off x="314243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h4140"/>
              <p:cNvSpPr/>
              <p:nvPr/>
            </p:nvSpPr>
            <p:spPr>
              <a:xfrm>
                <a:off x="31516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h4141"/>
              <p:cNvSpPr/>
              <p:nvPr/>
            </p:nvSpPr>
            <p:spPr>
              <a:xfrm>
                <a:off x="31609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h4142"/>
              <p:cNvSpPr/>
              <p:nvPr/>
            </p:nvSpPr>
            <p:spPr>
              <a:xfrm>
                <a:off x="31702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h4143"/>
              <p:cNvSpPr/>
              <p:nvPr/>
            </p:nvSpPr>
            <p:spPr>
              <a:xfrm>
                <a:off x="31794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h4144"/>
              <p:cNvSpPr/>
              <p:nvPr/>
            </p:nvSpPr>
            <p:spPr>
              <a:xfrm>
                <a:off x="318874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h4145"/>
              <p:cNvSpPr/>
              <p:nvPr/>
            </p:nvSpPr>
            <p:spPr>
              <a:xfrm>
                <a:off x="31980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h4146"/>
              <p:cNvSpPr/>
              <p:nvPr/>
            </p:nvSpPr>
            <p:spPr>
              <a:xfrm>
                <a:off x="32072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h4147"/>
              <p:cNvSpPr/>
              <p:nvPr/>
            </p:nvSpPr>
            <p:spPr>
              <a:xfrm>
                <a:off x="32165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h4148"/>
              <p:cNvSpPr/>
              <p:nvPr/>
            </p:nvSpPr>
            <p:spPr>
              <a:xfrm>
                <a:off x="322579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h4149"/>
              <p:cNvSpPr/>
              <p:nvPr/>
            </p:nvSpPr>
            <p:spPr>
              <a:xfrm>
                <a:off x="32350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h4150"/>
              <p:cNvSpPr/>
              <p:nvPr/>
            </p:nvSpPr>
            <p:spPr>
              <a:xfrm>
                <a:off x="32443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h4151"/>
              <p:cNvSpPr/>
              <p:nvPr/>
            </p:nvSpPr>
            <p:spPr>
              <a:xfrm>
                <a:off x="32535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h4152"/>
              <p:cNvSpPr/>
              <p:nvPr/>
            </p:nvSpPr>
            <p:spPr>
              <a:xfrm>
                <a:off x="32628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h4153"/>
              <p:cNvSpPr/>
              <p:nvPr/>
            </p:nvSpPr>
            <p:spPr>
              <a:xfrm>
                <a:off x="327210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h4154"/>
              <p:cNvSpPr/>
              <p:nvPr/>
            </p:nvSpPr>
            <p:spPr>
              <a:xfrm>
                <a:off x="32813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h4155"/>
              <p:cNvSpPr/>
              <p:nvPr/>
            </p:nvSpPr>
            <p:spPr>
              <a:xfrm>
                <a:off x="32906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h4156"/>
              <p:cNvSpPr/>
              <p:nvPr/>
            </p:nvSpPr>
            <p:spPr>
              <a:xfrm>
                <a:off x="32998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h4157"/>
              <p:cNvSpPr/>
              <p:nvPr/>
            </p:nvSpPr>
            <p:spPr>
              <a:xfrm>
                <a:off x="330915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h4158"/>
              <p:cNvSpPr/>
              <p:nvPr/>
            </p:nvSpPr>
            <p:spPr>
              <a:xfrm>
                <a:off x="33184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h4159"/>
              <p:cNvSpPr/>
              <p:nvPr/>
            </p:nvSpPr>
            <p:spPr>
              <a:xfrm>
                <a:off x="33276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h4160"/>
              <p:cNvSpPr/>
              <p:nvPr/>
            </p:nvSpPr>
            <p:spPr>
              <a:xfrm>
                <a:off x="333694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h4161"/>
              <p:cNvSpPr/>
              <p:nvPr/>
            </p:nvSpPr>
            <p:spPr>
              <a:xfrm>
                <a:off x="334620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h4162"/>
              <p:cNvSpPr/>
              <p:nvPr/>
            </p:nvSpPr>
            <p:spPr>
              <a:xfrm>
                <a:off x="335546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h4163"/>
              <p:cNvSpPr/>
              <p:nvPr/>
            </p:nvSpPr>
            <p:spPr>
              <a:xfrm>
                <a:off x="3364728" y="18780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312"/>
                    </a:lnTo>
                    <a:lnTo>
                      <a:pt x="921581" y="908229"/>
                    </a:lnTo>
                    <a:lnTo>
                      <a:pt x="920436" y="912510"/>
                    </a:lnTo>
                    <a:lnTo>
                      <a:pt x="920713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h4164"/>
              <p:cNvSpPr/>
              <p:nvPr/>
            </p:nvSpPr>
            <p:spPr>
              <a:xfrm>
                <a:off x="3373990" y="1860779"/>
                <a:ext cx="914861" cy="916550"/>
              </a:xfrm>
              <a:custGeom>
                <a:avLst/>
                <a:gdLst/>
                <a:ahLst/>
                <a:cxnLst/>
                <a:rect l="0" t="0" r="0" b="0"/>
                <a:pathLst>
                  <a:path w="914861" h="916550">
                    <a:moveTo>
                      <a:pt x="914400" y="914400"/>
                    </a:moveTo>
                    <a:lnTo>
                      <a:pt x="914861" y="914400"/>
                    </a:lnTo>
                    <a:lnTo>
                      <a:pt x="914613" y="915637"/>
                    </a:lnTo>
                    <a:lnTo>
                      <a:pt x="914400" y="91655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h4165"/>
              <p:cNvSpPr/>
              <p:nvPr/>
            </p:nvSpPr>
            <p:spPr>
              <a:xfrm>
                <a:off x="2216212" y="1843541"/>
                <a:ext cx="914400" cy="92335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51">
                    <a:moveTo>
                      <a:pt x="914400" y="914400"/>
                    </a:moveTo>
                    <a:lnTo>
                      <a:pt x="914400" y="923351"/>
                    </a:lnTo>
                    <a:lnTo>
                      <a:pt x="914246" y="923016"/>
                    </a:lnTo>
                    <a:lnTo>
                      <a:pt x="913096" y="920510"/>
                    </a:lnTo>
                    <a:lnTo>
                      <a:pt x="910437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h4166"/>
              <p:cNvSpPr/>
              <p:nvPr/>
            </p:nvSpPr>
            <p:spPr>
              <a:xfrm>
                <a:off x="221621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99" y="931638"/>
                    </a:lnTo>
                    <a:lnTo>
                      <a:pt x="917669" y="930481"/>
                    </a:lnTo>
                    <a:lnTo>
                      <a:pt x="916528" y="927993"/>
                    </a:lnTo>
                    <a:lnTo>
                      <a:pt x="915388" y="925505"/>
                    </a:lnTo>
                    <a:lnTo>
                      <a:pt x="914400" y="923351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h4167"/>
              <p:cNvSpPr/>
              <p:nvPr/>
            </p:nvSpPr>
            <p:spPr>
              <a:xfrm>
                <a:off x="222547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h4168"/>
              <p:cNvSpPr/>
              <p:nvPr/>
            </p:nvSpPr>
            <p:spPr>
              <a:xfrm>
                <a:off x="223473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h4169"/>
              <p:cNvSpPr/>
              <p:nvPr/>
            </p:nvSpPr>
            <p:spPr>
              <a:xfrm>
                <a:off x="224399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h4170"/>
              <p:cNvSpPr/>
              <p:nvPr/>
            </p:nvSpPr>
            <p:spPr>
              <a:xfrm>
                <a:off x="225326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h4171"/>
              <p:cNvSpPr/>
              <p:nvPr/>
            </p:nvSpPr>
            <p:spPr>
              <a:xfrm>
                <a:off x="226252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h4172"/>
              <p:cNvSpPr/>
              <p:nvPr/>
            </p:nvSpPr>
            <p:spPr>
              <a:xfrm>
                <a:off x="227178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h4173"/>
              <p:cNvSpPr/>
              <p:nvPr/>
            </p:nvSpPr>
            <p:spPr>
              <a:xfrm>
                <a:off x="228104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h4174"/>
              <p:cNvSpPr/>
              <p:nvPr/>
            </p:nvSpPr>
            <p:spPr>
              <a:xfrm>
                <a:off x="229031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h4175"/>
              <p:cNvSpPr/>
              <p:nvPr/>
            </p:nvSpPr>
            <p:spPr>
              <a:xfrm>
                <a:off x="229957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h4176"/>
              <p:cNvSpPr/>
              <p:nvPr/>
            </p:nvSpPr>
            <p:spPr>
              <a:xfrm>
                <a:off x="230883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h4177"/>
              <p:cNvSpPr/>
              <p:nvPr/>
            </p:nvSpPr>
            <p:spPr>
              <a:xfrm>
                <a:off x="23180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h4178"/>
              <p:cNvSpPr/>
              <p:nvPr/>
            </p:nvSpPr>
            <p:spPr>
              <a:xfrm>
                <a:off x="23273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h4179"/>
              <p:cNvSpPr/>
              <p:nvPr/>
            </p:nvSpPr>
            <p:spPr>
              <a:xfrm>
                <a:off x="23366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h4180"/>
              <p:cNvSpPr/>
              <p:nvPr/>
            </p:nvSpPr>
            <p:spPr>
              <a:xfrm>
                <a:off x="23458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h4181"/>
              <p:cNvSpPr/>
              <p:nvPr/>
            </p:nvSpPr>
            <p:spPr>
              <a:xfrm>
                <a:off x="235514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h4182"/>
              <p:cNvSpPr/>
              <p:nvPr/>
            </p:nvSpPr>
            <p:spPr>
              <a:xfrm>
                <a:off x="23644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h4183"/>
              <p:cNvSpPr/>
              <p:nvPr/>
            </p:nvSpPr>
            <p:spPr>
              <a:xfrm>
                <a:off x="23736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h4184"/>
              <p:cNvSpPr/>
              <p:nvPr/>
            </p:nvSpPr>
            <p:spPr>
              <a:xfrm>
                <a:off x="23829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h4185"/>
              <p:cNvSpPr/>
              <p:nvPr/>
            </p:nvSpPr>
            <p:spPr>
              <a:xfrm>
                <a:off x="239219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h4186"/>
              <p:cNvSpPr/>
              <p:nvPr/>
            </p:nvSpPr>
            <p:spPr>
              <a:xfrm>
                <a:off x="24014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h4187"/>
              <p:cNvSpPr/>
              <p:nvPr/>
            </p:nvSpPr>
            <p:spPr>
              <a:xfrm>
                <a:off x="24107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h4188"/>
              <p:cNvSpPr/>
              <p:nvPr/>
            </p:nvSpPr>
            <p:spPr>
              <a:xfrm>
                <a:off x="24199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h4189"/>
              <p:cNvSpPr/>
              <p:nvPr/>
            </p:nvSpPr>
            <p:spPr>
              <a:xfrm>
                <a:off x="24292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h4190"/>
              <p:cNvSpPr/>
              <p:nvPr/>
            </p:nvSpPr>
            <p:spPr>
              <a:xfrm>
                <a:off x="243850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h4191"/>
              <p:cNvSpPr/>
              <p:nvPr/>
            </p:nvSpPr>
            <p:spPr>
              <a:xfrm>
                <a:off x="24477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h4192"/>
              <p:cNvSpPr/>
              <p:nvPr/>
            </p:nvSpPr>
            <p:spPr>
              <a:xfrm>
                <a:off x="24570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h4193"/>
              <p:cNvSpPr/>
              <p:nvPr/>
            </p:nvSpPr>
            <p:spPr>
              <a:xfrm>
                <a:off x="24662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h4194"/>
              <p:cNvSpPr/>
              <p:nvPr/>
            </p:nvSpPr>
            <p:spPr>
              <a:xfrm>
                <a:off x="247555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h4195"/>
              <p:cNvSpPr/>
              <p:nvPr/>
            </p:nvSpPr>
            <p:spPr>
              <a:xfrm>
                <a:off x="24848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h4196"/>
              <p:cNvSpPr/>
              <p:nvPr/>
            </p:nvSpPr>
            <p:spPr>
              <a:xfrm>
                <a:off x="24940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h4197"/>
              <p:cNvSpPr/>
              <p:nvPr/>
            </p:nvSpPr>
            <p:spPr>
              <a:xfrm>
                <a:off x="2503341" y="1860779"/>
                <a:ext cx="923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650" y="897161"/>
                    </a:lnTo>
                    <a:lnTo>
                      <a:pt x="921123" y="905530"/>
                    </a:lnTo>
                    <a:lnTo>
                      <a:pt x="923426" y="91440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h4198"/>
              <p:cNvSpPr/>
              <p:nvPr/>
            </p:nvSpPr>
            <p:spPr>
              <a:xfrm>
                <a:off x="3142434" y="18435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235" y="931638"/>
                    </a:lnTo>
                    <a:lnTo>
                      <a:pt x="907892" y="928564"/>
                    </a:lnTo>
                    <a:lnTo>
                      <a:pt x="907012" y="917969"/>
                    </a:lnTo>
                    <a:lnTo>
                      <a:pt x="906817" y="914400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h4199"/>
              <p:cNvSpPr/>
              <p:nvPr/>
            </p:nvSpPr>
            <p:spPr>
              <a:xfrm>
                <a:off x="314243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h4200"/>
              <p:cNvSpPr/>
              <p:nvPr/>
            </p:nvSpPr>
            <p:spPr>
              <a:xfrm>
                <a:off x="31516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h4201"/>
              <p:cNvSpPr/>
              <p:nvPr/>
            </p:nvSpPr>
            <p:spPr>
              <a:xfrm>
                <a:off x="31609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h4202"/>
              <p:cNvSpPr/>
              <p:nvPr/>
            </p:nvSpPr>
            <p:spPr>
              <a:xfrm>
                <a:off x="31702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h4203"/>
              <p:cNvSpPr/>
              <p:nvPr/>
            </p:nvSpPr>
            <p:spPr>
              <a:xfrm>
                <a:off x="31794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h4204"/>
              <p:cNvSpPr/>
              <p:nvPr/>
            </p:nvSpPr>
            <p:spPr>
              <a:xfrm>
                <a:off x="318874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h4205"/>
              <p:cNvSpPr/>
              <p:nvPr/>
            </p:nvSpPr>
            <p:spPr>
              <a:xfrm>
                <a:off x="31980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h4206"/>
              <p:cNvSpPr/>
              <p:nvPr/>
            </p:nvSpPr>
            <p:spPr>
              <a:xfrm>
                <a:off x="32072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h4207"/>
              <p:cNvSpPr/>
              <p:nvPr/>
            </p:nvSpPr>
            <p:spPr>
              <a:xfrm>
                <a:off x="32165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h4208"/>
              <p:cNvSpPr/>
              <p:nvPr/>
            </p:nvSpPr>
            <p:spPr>
              <a:xfrm>
                <a:off x="322579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h4209"/>
              <p:cNvSpPr/>
              <p:nvPr/>
            </p:nvSpPr>
            <p:spPr>
              <a:xfrm>
                <a:off x="32350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h4210"/>
              <p:cNvSpPr/>
              <p:nvPr/>
            </p:nvSpPr>
            <p:spPr>
              <a:xfrm>
                <a:off x="32443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h4211"/>
              <p:cNvSpPr/>
              <p:nvPr/>
            </p:nvSpPr>
            <p:spPr>
              <a:xfrm>
                <a:off x="32535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h4212"/>
              <p:cNvSpPr/>
              <p:nvPr/>
            </p:nvSpPr>
            <p:spPr>
              <a:xfrm>
                <a:off x="32628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h4213"/>
              <p:cNvSpPr/>
              <p:nvPr/>
            </p:nvSpPr>
            <p:spPr>
              <a:xfrm>
                <a:off x="327210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h4214"/>
              <p:cNvSpPr/>
              <p:nvPr/>
            </p:nvSpPr>
            <p:spPr>
              <a:xfrm>
                <a:off x="32813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h4215"/>
              <p:cNvSpPr/>
              <p:nvPr/>
            </p:nvSpPr>
            <p:spPr>
              <a:xfrm>
                <a:off x="32906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h4216"/>
              <p:cNvSpPr/>
              <p:nvPr/>
            </p:nvSpPr>
            <p:spPr>
              <a:xfrm>
                <a:off x="32998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h4217"/>
              <p:cNvSpPr/>
              <p:nvPr/>
            </p:nvSpPr>
            <p:spPr>
              <a:xfrm>
                <a:off x="330915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h4218"/>
              <p:cNvSpPr/>
              <p:nvPr/>
            </p:nvSpPr>
            <p:spPr>
              <a:xfrm>
                <a:off x="33184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h4219"/>
              <p:cNvSpPr/>
              <p:nvPr/>
            </p:nvSpPr>
            <p:spPr>
              <a:xfrm>
                <a:off x="33276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h4220"/>
              <p:cNvSpPr/>
              <p:nvPr/>
            </p:nvSpPr>
            <p:spPr>
              <a:xfrm>
                <a:off x="333694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h4221"/>
              <p:cNvSpPr/>
              <p:nvPr/>
            </p:nvSpPr>
            <p:spPr>
              <a:xfrm>
                <a:off x="334620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h4222"/>
              <p:cNvSpPr/>
              <p:nvPr/>
            </p:nvSpPr>
            <p:spPr>
              <a:xfrm>
                <a:off x="335546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h4223"/>
              <p:cNvSpPr/>
              <p:nvPr/>
            </p:nvSpPr>
            <p:spPr>
              <a:xfrm>
                <a:off x="336472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h4224"/>
              <p:cNvSpPr/>
              <p:nvPr/>
            </p:nvSpPr>
            <p:spPr>
              <a:xfrm>
                <a:off x="3373990" y="1860779"/>
                <a:ext cx="918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6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063" y="897161"/>
                    </a:lnTo>
                    <a:lnTo>
                      <a:pt x="916630" y="905598"/>
                    </a:lnTo>
                    <a:lnTo>
                      <a:pt x="914861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h4225"/>
              <p:cNvSpPr/>
              <p:nvPr/>
            </p:nvSpPr>
            <p:spPr>
              <a:xfrm>
                <a:off x="2206950" y="1826302"/>
                <a:ext cx="914400" cy="9180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58">
                    <a:moveTo>
                      <a:pt x="914400" y="914400"/>
                    </a:moveTo>
                    <a:lnTo>
                      <a:pt x="914400" y="918058"/>
                    </a:lnTo>
                    <a:lnTo>
                      <a:pt x="913123" y="914400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h4226"/>
              <p:cNvSpPr/>
              <p:nvPr/>
            </p:nvSpPr>
            <p:spPr>
              <a:xfrm>
                <a:off x="220695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18702" y="929346"/>
                    </a:lnTo>
                    <a:lnTo>
                      <a:pt x="915287" y="920599"/>
                    </a:lnTo>
                    <a:lnTo>
                      <a:pt x="914400" y="91805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h4227"/>
              <p:cNvSpPr/>
              <p:nvPr/>
            </p:nvSpPr>
            <p:spPr>
              <a:xfrm>
                <a:off x="221621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h4228"/>
              <p:cNvSpPr/>
              <p:nvPr/>
            </p:nvSpPr>
            <p:spPr>
              <a:xfrm>
                <a:off x="222547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h4229"/>
              <p:cNvSpPr/>
              <p:nvPr/>
            </p:nvSpPr>
            <p:spPr>
              <a:xfrm>
                <a:off x="223473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h4230"/>
              <p:cNvSpPr/>
              <p:nvPr/>
            </p:nvSpPr>
            <p:spPr>
              <a:xfrm>
                <a:off x="224399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h4231"/>
              <p:cNvSpPr/>
              <p:nvPr/>
            </p:nvSpPr>
            <p:spPr>
              <a:xfrm>
                <a:off x="225326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h4232"/>
              <p:cNvSpPr/>
              <p:nvPr/>
            </p:nvSpPr>
            <p:spPr>
              <a:xfrm>
                <a:off x="226252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h4233"/>
              <p:cNvSpPr/>
              <p:nvPr/>
            </p:nvSpPr>
            <p:spPr>
              <a:xfrm>
                <a:off x="227178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h4234"/>
              <p:cNvSpPr/>
              <p:nvPr/>
            </p:nvSpPr>
            <p:spPr>
              <a:xfrm>
                <a:off x="228104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h4235"/>
              <p:cNvSpPr/>
              <p:nvPr/>
            </p:nvSpPr>
            <p:spPr>
              <a:xfrm>
                <a:off x="229031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h4236"/>
              <p:cNvSpPr/>
              <p:nvPr/>
            </p:nvSpPr>
            <p:spPr>
              <a:xfrm>
                <a:off x="229957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h4237"/>
              <p:cNvSpPr/>
              <p:nvPr/>
            </p:nvSpPr>
            <p:spPr>
              <a:xfrm>
                <a:off x="230883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h4238"/>
              <p:cNvSpPr/>
              <p:nvPr/>
            </p:nvSpPr>
            <p:spPr>
              <a:xfrm>
                <a:off x="23180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h4239"/>
              <p:cNvSpPr/>
              <p:nvPr/>
            </p:nvSpPr>
            <p:spPr>
              <a:xfrm>
                <a:off x="23273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h4240"/>
              <p:cNvSpPr/>
              <p:nvPr/>
            </p:nvSpPr>
            <p:spPr>
              <a:xfrm>
                <a:off x="23366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h4241"/>
              <p:cNvSpPr/>
              <p:nvPr/>
            </p:nvSpPr>
            <p:spPr>
              <a:xfrm>
                <a:off x="23458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h4242"/>
              <p:cNvSpPr/>
              <p:nvPr/>
            </p:nvSpPr>
            <p:spPr>
              <a:xfrm>
                <a:off x="235514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h4243"/>
              <p:cNvSpPr/>
              <p:nvPr/>
            </p:nvSpPr>
            <p:spPr>
              <a:xfrm>
                <a:off x="23644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h4244"/>
              <p:cNvSpPr/>
              <p:nvPr/>
            </p:nvSpPr>
            <p:spPr>
              <a:xfrm>
                <a:off x="23736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h4245"/>
              <p:cNvSpPr/>
              <p:nvPr/>
            </p:nvSpPr>
            <p:spPr>
              <a:xfrm>
                <a:off x="23829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h4246"/>
              <p:cNvSpPr/>
              <p:nvPr/>
            </p:nvSpPr>
            <p:spPr>
              <a:xfrm>
                <a:off x="239219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h4247"/>
              <p:cNvSpPr/>
              <p:nvPr/>
            </p:nvSpPr>
            <p:spPr>
              <a:xfrm>
                <a:off x="24014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h4248"/>
              <p:cNvSpPr/>
              <p:nvPr/>
            </p:nvSpPr>
            <p:spPr>
              <a:xfrm>
                <a:off x="24107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h4249"/>
              <p:cNvSpPr/>
              <p:nvPr/>
            </p:nvSpPr>
            <p:spPr>
              <a:xfrm>
                <a:off x="24199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h4250"/>
              <p:cNvSpPr/>
              <p:nvPr/>
            </p:nvSpPr>
            <p:spPr>
              <a:xfrm>
                <a:off x="24292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h4251"/>
              <p:cNvSpPr/>
              <p:nvPr/>
            </p:nvSpPr>
            <p:spPr>
              <a:xfrm>
                <a:off x="243850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h4252"/>
              <p:cNvSpPr/>
              <p:nvPr/>
            </p:nvSpPr>
            <p:spPr>
              <a:xfrm>
                <a:off x="24477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h4253"/>
              <p:cNvSpPr/>
              <p:nvPr/>
            </p:nvSpPr>
            <p:spPr>
              <a:xfrm>
                <a:off x="24570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h4254"/>
              <p:cNvSpPr/>
              <p:nvPr/>
            </p:nvSpPr>
            <p:spPr>
              <a:xfrm>
                <a:off x="24662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h4255"/>
              <p:cNvSpPr/>
              <p:nvPr/>
            </p:nvSpPr>
            <p:spPr>
              <a:xfrm>
                <a:off x="247555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h4256"/>
              <p:cNvSpPr/>
              <p:nvPr/>
            </p:nvSpPr>
            <p:spPr>
              <a:xfrm>
                <a:off x="24848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h4257"/>
              <p:cNvSpPr/>
              <p:nvPr/>
            </p:nvSpPr>
            <p:spPr>
              <a:xfrm>
                <a:off x="2503341" y="18435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671" y="897161"/>
                    </a:lnTo>
                    <a:lnTo>
                      <a:pt x="914400" y="901782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h4258"/>
              <p:cNvSpPr/>
              <p:nvPr/>
            </p:nvSpPr>
            <p:spPr>
              <a:xfrm>
                <a:off x="2503341" y="1843541"/>
                <a:ext cx="9186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0" h="914400">
                    <a:moveTo>
                      <a:pt x="914400" y="914400"/>
                    </a:moveTo>
                    <a:lnTo>
                      <a:pt x="914400" y="901782"/>
                    </a:lnTo>
                    <a:lnTo>
                      <a:pt x="915210" y="903949"/>
                    </a:lnTo>
                    <a:lnTo>
                      <a:pt x="918300" y="913213"/>
                    </a:lnTo>
                    <a:lnTo>
                      <a:pt x="918650" y="91440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h4259"/>
              <p:cNvSpPr/>
              <p:nvPr/>
            </p:nvSpPr>
            <p:spPr>
              <a:xfrm>
                <a:off x="3142434" y="18263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817" y="931638"/>
                    </a:lnTo>
                    <a:lnTo>
                      <a:pt x="906429" y="924541"/>
                    </a:lnTo>
                    <a:lnTo>
                      <a:pt x="906159" y="914400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h4260"/>
              <p:cNvSpPr/>
              <p:nvPr/>
            </p:nvSpPr>
            <p:spPr>
              <a:xfrm>
                <a:off x="314243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h4261"/>
              <p:cNvSpPr/>
              <p:nvPr/>
            </p:nvSpPr>
            <p:spPr>
              <a:xfrm>
                <a:off x="31516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h4262"/>
              <p:cNvSpPr/>
              <p:nvPr/>
            </p:nvSpPr>
            <p:spPr>
              <a:xfrm>
                <a:off x="31609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h4263"/>
              <p:cNvSpPr/>
              <p:nvPr/>
            </p:nvSpPr>
            <p:spPr>
              <a:xfrm>
                <a:off x="31702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h4264"/>
              <p:cNvSpPr/>
              <p:nvPr/>
            </p:nvSpPr>
            <p:spPr>
              <a:xfrm>
                <a:off x="31794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h4265"/>
              <p:cNvSpPr/>
              <p:nvPr/>
            </p:nvSpPr>
            <p:spPr>
              <a:xfrm>
                <a:off x="318874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h4266"/>
              <p:cNvSpPr/>
              <p:nvPr/>
            </p:nvSpPr>
            <p:spPr>
              <a:xfrm>
                <a:off x="31980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h4267"/>
              <p:cNvSpPr/>
              <p:nvPr/>
            </p:nvSpPr>
            <p:spPr>
              <a:xfrm>
                <a:off x="32072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h4268"/>
              <p:cNvSpPr/>
              <p:nvPr/>
            </p:nvSpPr>
            <p:spPr>
              <a:xfrm>
                <a:off x="32165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h4269"/>
              <p:cNvSpPr/>
              <p:nvPr/>
            </p:nvSpPr>
            <p:spPr>
              <a:xfrm>
                <a:off x="322579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h4270"/>
              <p:cNvSpPr/>
              <p:nvPr/>
            </p:nvSpPr>
            <p:spPr>
              <a:xfrm>
                <a:off x="32350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h4271"/>
              <p:cNvSpPr/>
              <p:nvPr/>
            </p:nvSpPr>
            <p:spPr>
              <a:xfrm>
                <a:off x="32443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h4272"/>
              <p:cNvSpPr/>
              <p:nvPr/>
            </p:nvSpPr>
            <p:spPr>
              <a:xfrm>
                <a:off x="32535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h4273"/>
              <p:cNvSpPr/>
              <p:nvPr/>
            </p:nvSpPr>
            <p:spPr>
              <a:xfrm>
                <a:off x="32628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h4274"/>
              <p:cNvSpPr/>
              <p:nvPr/>
            </p:nvSpPr>
            <p:spPr>
              <a:xfrm>
                <a:off x="327210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h4275"/>
              <p:cNvSpPr/>
              <p:nvPr/>
            </p:nvSpPr>
            <p:spPr>
              <a:xfrm>
                <a:off x="32813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h4276"/>
              <p:cNvSpPr/>
              <p:nvPr/>
            </p:nvSpPr>
            <p:spPr>
              <a:xfrm>
                <a:off x="32906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h4277"/>
              <p:cNvSpPr/>
              <p:nvPr/>
            </p:nvSpPr>
            <p:spPr>
              <a:xfrm>
                <a:off x="32998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h4278"/>
              <p:cNvSpPr/>
              <p:nvPr/>
            </p:nvSpPr>
            <p:spPr>
              <a:xfrm>
                <a:off x="330915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h4279"/>
              <p:cNvSpPr/>
              <p:nvPr/>
            </p:nvSpPr>
            <p:spPr>
              <a:xfrm>
                <a:off x="33184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h4280"/>
              <p:cNvSpPr/>
              <p:nvPr/>
            </p:nvSpPr>
            <p:spPr>
              <a:xfrm>
                <a:off x="332767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h4281"/>
              <p:cNvSpPr/>
              <p:nvPr/>
            </p:nvSpPr>
            <p:spPr>
              <a:xfrm>
                <a:off x="333694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h4282"/>
              <p:cNvSpPr/>
              <p:nvPr/>
            </p:nvSpPr>
            <p:spPr>
              <a:xfrm>
                <a:off x="334620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h4283"/>
              <p:cNvSpPr/>
              <p:nvPr/>
            </p:nvSpPr>
            <p:spPr>
              <a:xfrm>
                <a:off x="335546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h4284"/>
              <p:cNvSpPr/>
              <p:nvPr/>
            </p:nvSpPr>
            <p:spPr>
              <a:xfrm>
                <a:off x="336472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h4285"/>
              <p:cNvSpPr/>
              <p:nvPr/>
            </p:nvSpPr>
            <p:spPr>
              <a:xfrm>
                <a:off x="3373990" y="1843541"/>
                <a:ext cx="9203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75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375" y="897161"/>
                    </a:lnTo>
                    <a:lnTo>
                      <a:pt x="919815" y="902244"/>
                    </a:lnTo>
                    <a:lnTo>
                      <a:pt x="918366" y="912617"/>
                    </a:lnTo>
                    <a:lnTo>
                      <a:pt x="918063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h4286"/>
              <p:cNvSpPr/>
              <p:nvPr/>
            </p:nvSpPr>
            <p:spPr>
              <a:xfrm>
                <a:off x="2206950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123" y="931638"/>
                    </a:lnTo>
                    <a:lnTo>
                      <a:pt x="912122" y="928771"/>
                    </a:lnTo>
                    <a:lnTo>
                      <a:pt x="909215" y="919408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h4287"/>
              <p:cNvSpPr/>
              <p:nvPr/>
            </p:nvSpPr>
            <p:spPr>
              <a:xfrm>
                <a:off x="220695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h4288"/>
              <p:cNvSpPr/>
              <p:nvPr/>
            </p:nvSpPr>
            <p:spPr>
              <a:xfrm>
                <a:off x="221621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h4289"/>
              <p:cNvSpPr/>
              <p:nvPr/>
            </p:nvSpPr>
            <p:spPr>
              <a:xfrm>
                <a:off x="222547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h4290"/>
              <p:cNvSpPr/>
              <p:nvPr/>
            </p:nvSpPr>
            <p:spPr>
              <a:xfrm>
                <a:off x="223473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h4291"/>
              <p:cNvSpPr/>
              <p:nvPr/>
            </p:nvSpPr>
            <p:spPr>
              <a:xfrm>
                <a:off x="224399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h4292"/>
              <p:cNvSpPr/>
              <p:nvPr/>
            </p:nvSpPr>
            <p:spPr>
              <a:xfrm>
                <a:off x="225326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h4293"/>
              <p:cNvSpPr/>
              <p:nvPr/>
            </p:nvSpPr>
            <p:spPr>
              <a:xfrm>
                <a:off x="226252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h4294"/>
              <p:cNvSpPr/>
              <p:nvPr/>
            </p:nvSpPr>
            <p:spPr>
              <a:xfrm>
                <a:off x="227178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h4295"/>
              <p:cNvSpPr/>
              <p:nvPr/>
            </p:nvSpPr>
            <p:spPr>
              <a:xfrm>
                <a:off x="228104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h4296"/>
              <p:cNvSpPr/>
              <p:nvPr/>
            </p:nvSpPr>
            <p:spPr>
              <a:xfrm>
                <a:off x="229031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h4297"/>
              <p:cNvSpPr/>
              <p:nvPr/>
            </p:nvSpPr>
            <p:spPr>
              <a:xfrm>
                <a:off x="229957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h4298"/>
              <p:cNvSpPr/>
              <p:nvPr/>
            </p:nvSpPr>
            <p:spPr>
              <a:xfrm>
                <a:off x="230883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h4299"/>
              <p:cNvSpPr/>
              <p:nvPr/>
            </p:nvSpPr>
            <p:spPr>
              <a:xfrm>
                <a:off x="23180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h4300"/>
              <p:cNvSpPr/>
              <p:nvPr/>
            </p:nvSpPr>
            <p:spPr>
              <a:xfrm>
                <a:off x="23273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h4301"/>
              <p:cNvSpPr/>
              <p:nvPr/>
            </p:nvSpPr>
            <p:spPr>
              <a:xfrm>
                <a:off x="23366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h4302"/>
              <p:cNvSpPr/>
              <p:nvPr/>
            </p:nvSpPr>
            <p:spPr>
              <a:xfrm>
                <a:off x="23458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h4303"/>
              <p:cNvSpPr/>
              <p:nvPr/>
            </p:nvSpPr>
            <p:spPr>
              <a:xfrm>
                <a:off x="235514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h4304"/>
              <p:cNvSpPr/>
              <p:nvPr/>
            </p:nvSpPr>
            <p:spPr>
              <a:xfrm>
                <a:off x="23644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h4305"/>
              <p:cNvSpPr/>
              <p:nvPr/>
            </p:nvSpPr>
            <p:spPr>
              <a:xfrm>
                <a:off x="23736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h4306"/>
              <p:cNvSpPr/>
              <p:nvPr/>
            </p:nvSpPr>
            <p:spPr>
              <a:xfrm>
                <a:off x="23829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h4307"/>
              <p:cNvSpPr/>
              <p:nvPr/>
            </p:nvSpPr>
            <p:spPr>
              <a:xfrm>
                <a:off x="239219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h4308"/>
              <p:cNvSpPr/>
              <p:nvPr/>
            </p:nvSpPr>
            <p:spPr>
              <a:xfrm>
                <a:off x="24014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h4309"/>
              <p:cNvSpPr/>
              <p:nvPr/>
            </p:nvSpPr>
            <p:spPr>
              <a:xfrm>
                <a:off x="24107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h4310"/>
              <p:cNvSpPr/>
              <p:nvPr/>
            </p:nvSpPr>
            <p:spPr>
              <a:xfrm>
                <a:off x="24199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h4311"/>
              <p:cNvSpPr/>
              <p:nvPr/>
            </p:nvSpPr>
            <p:spPr>
              <a:xfrm>
                <a:off x="24292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h4312"/>
              <p:cNvSpPr/>
              <p:nvPr/>
            </p:nvSpPr>
            <p:spPr>
              <a:xfrm>
                <a:off x="243850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h4313"/>
              <p:cNvSpPr/>
              <p:nvPr/>
            </p:nvSpPr>
            <p:spPr>
              <a:xfrm>
                <a:off x="24477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h4314"/>
              <p:cNvSpPr/>
              <p:nvPr/>
            </p:nvSpPr>
            <p:spPr>
              <a:xfrm>
                <a:off x="24570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h4315"/>
              <p:cNvSpPr/>
              <p:nvPr/>
            </p:nvSpPr>
            <p:spPr>
              <a:xfrm>
                <a:off x="24662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h4316"/>
              <p:cNvSpPr/>
              <p:nvPr/>
            </p:nvSpPr>
            <p:spPr>
              <a:xfrm>
                <a:off x="247555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h4317"/>
              <p:cNvSpPr/>
              <p:nvPr/>
            </p:nvSpPr>
            <p:spPr>
              <a:xfrm>
                <a:off x="24848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h4318"/>
              <p:cNvSpPr/>
              <p:nvPr/>
            </p:nvSpPr>
            <p:spPr>
              <a:xfrm>
                <a:off x="2494079" y="1826302"/>
                <a:ext cx="921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3" h="914400">
                    <a:moveTo>
                      <a:pt x="914400" y="914400"/>
                    </a:moveTo>
                    <a:lnTo>
                      <a:pt x="914518" y="897161"/>
                    </a:lnTo>
                    <a:lnTo>
                      <a:pt x="917528" y="903631"/>
                    </a:lnTo>
                    <a:lnTo>
                      <a:pt x="921124" y="912239"/>
                    </a:lnTo>
                    <a:lnTo>
                      <a:pt x="921933" y="914400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h4319"/>
              <p:cNvSpPr/>
              <p:nvPr/>
            </p:nvSpPr>
            <p:spPr>
              <a:xfrm>
                <a:off x="3142434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59" y="931638"/>
                    </a:lnTo>
                    <a:lnTo>
                      <a:pt x="906144" y="931072"/>
                    </a:lnTo>
                    <a:lnTo>
                      <a:pt x="906157" y="920351"/>
                    </a:lnTo>
                    <a:lnTo>
                      <a:pt x="906330" y="914400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h4320"/>
              <p:cNvSpPr/>
              <p:nvPr/>
            </p:nvSpPr>
            <p:spPr>
              <a:xfrm>
                <a:off x="314243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h4321"/>
              <p:cNvSpPr/>
              <p:nvPr/>
            </p:nvSpPr>
            <p:spPr>
              <a:xfrm>
                <a:off x="31516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h4322"/>
              <p:cNvSpPr/>
              <p:nvPr/>
            </p:nvSpPr>
            <p:spPr>
              <a:xfrm>
                <a:off x="31609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h4323"/>
              <p:cNvSpPr/>
              <p:nvPr/>
            </p:nvSpPr>
            <p:spPr>
              <a:xfrm>
                <a:off x="31702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h4324"/>
              <p:cNvSpPr/>
              <p:nvPr/>
            </p:nvSpPr>
            <p:spPr>
              <a:xfrm>
                <a:off x="31794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h4325"/>
              <p:cNvSpPr/>
              <p:nvPr/>
            </p:nvSpPr>
            <p:spPr>
              <a:xfrm>
                <a:off x="318874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h4326"/>
              <p:cNvSpPr/>
              <p:nvPr/>
            </p:nvSpPr>
            <p:spPr>
              <a:xfrm>
                <a:off x="31980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h4327"/>
              <p:cNvSpPr/>
              <p:nvPr/>
            </p:nvSpPr>
            <p:spPr>
              <a:xfrm>
                <a:off x="32072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h4328"/>
              <p:cNvSpPr/>
              <p:nvPr/>
            </p:nvSpPr>
            <p:spPr>
              <a:xfrm>
                <a:off x="32165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h4329"/>
              <p:cNvSpPr/>
              <p:nvPr/>
            </p:nvSpPr>
            <p:spPr>
              <a:xfrm>
                <a:off x="322579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h4330"/>
              <p:cNvSpPr/>
              <p:nvPr/>
            </p:nvSpPr>
            <p:spPr>
              <a:xfrm>
                <a:off x="32350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h4331"/>
              <p:cNvSpPr/>
              <p:nvPr/>
            </p:nvSpPr>
            <p:spPr>
              <a:xfrm>
                <a:off x="32443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h4332"/>
              <p:cNvSpPr/>
              <p:nvPr/>
            </p:nvSpPr>
            <p:spPr>
              <a:xfrm>
                <a:off x="32535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h4333"/>
              <p:cNvSpPr/>
              <p:nvPr/>
            </p:nvSpPr>
            <p:spPr>
              <a:xfrm>
                <a:off x="32628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h4334"/>
              <p:cNvSpPr/>
              <p:nvPr/>
            </p:nvSpPr>
            <p:spPr>
              <a:xfrm>
                <a:off x="327210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h4335"/>
              <p:cNvSpPr/>
              <p:nvPr/>
            </p:nvSpPr>
            <p:spPr>
              <a:xfrm>
                <a:off x="32813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h4336"/>
              <p:cNvSpPr/>
              <p:nvPr/>
            </p:nvSpPr>
            <p:spPr>
              <a:xfrm>
                <a:off x="32906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h4337"/>
              <p:cNvSpPr/>
              <p:nvPr/>
            </p:nvSpPr>
            <p:spPr>
              <a:xfrm>
                <a:off x="32998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h4338"/>
              <p:cNvSpPr/>
              <p:nvPr/>
            </p:nvSpPr>
            <p:spPr>
              <a:xfrm>
                <a:off x="330915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h4339"/>
              <p:cNvSpPr/>
              <p:nvPr/>
            </p:nvSpPr>
            <p:spPr>
              <a:xfrm>
                <a:off x="33184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h4340"/>
              <p:cNvSpPr/>
              <p:nvPr/>
            </p:nvSpPr>
            <p:spPr>
              <a:xfrm>
                <a:off x="332767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h4341"/>
              <p:cNvSpPr/>
              <p:nvPr/>
            </p:nvSpPr>
            <p:spPr>
              <a:xfrm>
                <a:off x="333694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h4342"/>
              <p:cNvSpPr/>
              <p:nvPr/>
            </p:nvSpPr>
            <p:spPr>
              <a:xfrm>
                <a:off x="334620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h4343"/>
              <p:cNvSpPr/>
              <p:nvPr/>
            </p:nvSpPr>
            <p:spPr>
              <a:xfrm>
                <a:off x="335546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h4344"/>
              <p:cNvSpPr/>
              <p:nvPr/>
            </p:nvSpPr>
            <p:spPr>
              <a:xfrm>
                <a:off x="336472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h4345"/>
              <p:cNvSpPr/>
              <p:nvPr/>
            </p:nvSpPr>
            <p:spPr>
              <a:xfrm>
                <a:off x="3373990" y="1826302"/>
                <a:ext cx="921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903" y="897161"/>
                    </a:lnTo>
                    <a:lnTo>
                      <a:pt x="921837" y="898387"/>
                    </a:lnTo>
                    <a:lnTo>
                      <a:pt x="920973" y="908983"/>
                    </a:lnTo>
                    <a:lnTo>
                      <a:pt x="920375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h4346"/>
              <p:cNvSpPr/>
              <p:nvPr/>
            </p:nvSpPr>
            <p:spPr>
              <a:xfrm>
                <a:off x="2197688" y="1791825"/>
                <a:ext cx="914400" cy="92100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008">
                    <a:moveTo>
                      <a:pt x="914400" y="914400"/>
                    </a:moveTo>
                    <a:lnTo>
                      <a:pt x="914400" y="921008"/>
                    </a:lnTo>
                    <a:lnTo>
                      <a:pt x="913979" y="919252"/>
                    </a:lnTo>
                    <a:lnTo>
                      <a:pt x="911860" y="916430"/>
                    </a:lnTo>
                    <a:lnTo>
                      <a:pt x="910493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h4347"/>
              <p:cNvSpPr/>
              <p:nvPr/>
            </p:nvSpPr>
            <p:spPr>
              <a:xfrm>
                <a:off x="219768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5838" y="927014"/>
                    </a:lnTo>
                    <a:lnTo>
                      <a:pt x="914400" y="92100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h4348"/>
              <p:cNvSpPr/>
              <p:nvPr/>
            </p:nvSpPr>
            <p:spPr>
              <a:xfrm>
                <a:off x="220695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h4349"/>
              <p:cNvSpPr/>
              <p:nvPr/>
            </p:nvSpPr>
            <p:spPr>
              <a:xfrm>
                <a:off x="221621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h4350"/>
              <p:cNvSpPr/>
              <p:nvPr/>
            </p:nvSpPr>
            <p:spPr>
              <a:xfrm>
                <a:off x="222547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h4351"/>
              <p:cNvSpPr/>
              <p:nvPr/>
            </p:nvSpPr>
            <p:spPr>
              <a:xfrm>
                <a:off x="223473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h4352"/>
              <p:cNvSpPr/>
              <p:nvPr/>
            </p:nvSpPr>
            <p:spPr>
              <a:xfrm>
                <a:off x="224399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h4353"/>
              <p:cNvSpPr/>
              <p:nvPr/>
            </p:nvSpPr>
            <p:spPr>
              <a:xfrm>
                <a:off x="225326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h4354"/>
              <p:cNvSpPr/>
              <p:nvPr/>
            </p:nvSpPr>
            <p:spPr>
              <a:xfrm>
                <a:off x="226252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h4355"/>
              <p:cNvSpPr/>
              <p:nvPr/>
            </p:nvSpPr>
            <p:spPr>
              <a:xfrm>
                <a:off x="227178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h4356"/>
              <p:cNvSpPr/>
              <p:nvPr/>
            </p:nvSpPr>
            <p:spPr>
              <a:xfrm>
                <a:off x="228104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h4357"/>
              <p:cNvSpPr/>
              <p:nvPr/>
            </p:nvSpPr>
            <p:spPr>
              <a:xfrm>
                <a:off x="229031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h4358"/>
              <p:cNvSpPr/>
              <p:nvPr/>
            </p:nvSpPr>
            <p:spPr>
              <a:xfrm>
                <a:off x="229957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h4359"/>
              <p:cNvSpPr/>
              <p:nvPr/>
            </p:nvSpPr>
            <p:spPr>
              <a:xfrm>
                <a:off x="230883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h4360"/>
              <p:cNvSpPr/>
              <p:nvPr/>
            </p:nvSpPr>
            <p:spPr>
              <a:xfrm>
                <a:off x="23180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h4361"/>
              <p:cNvSpPr/>
              <p:nvPr/>
            </p:nvSpPr>
            <p:spPr>
              <a:xfrm>
                <a:off x="23273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h4362"/>
              <p:cNvSpPr/>
              <p:nvPr/>
            </p:nvSpPr>
            <p:spPr>
              <a:xfrm>
                <a:off x="23366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h4363"/>
              <p:cNvSpPr/>
              <p:nvPr/>
            </p:nvSpPr>
            <p:spPr>
              <a:xfrm>
                <a:off x="23458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h4364"/>
              <p:cNvSpPr/>
              <p:nvPr/>
            </p:nvSpPr>
            <p:spPr>
              <a:xfrm>
                <a:off x="235514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h4365"/>
              <p:cNvSpPr/>
              <p:nvPr/>
            </p:nvSpPr>
            <p:spPr>
              <a:xfrm>
                <a:off x="23644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h4366"/>
              <p:cNvSpPr/>
              <p:nvPr/>
            </p:nvSpPr>
            <p:spPr>
              <a:xfrm>
                <a:off x="23736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h4367"/>
              <p:cNvSpPr/>
              <p:nvPr/>
            </p:nvSpPr>
            <p:spPr>
              <a:xfrm>
                <a:off x="23829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h4368"/>
              <p:cNvSpPr/>
              <p:nvPr/>
            </p:nvSpPr>
            <p:spPr>
              <a:xfrm>
                <a:off x="239219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h4369"/>
              <p:cNvSpPr/>
              <p:nvPr/>
            </p:nvSpPr>
            <p:spPr>
              <a:xfrm>
                <a:off x="24014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h4370"/>
              <p:cNvSpPr/>
              <p:nvPr/>
            </p:nvSpPr>
            <p:spPr>
              <a:xfrm>
                <a:off x="24107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h4371"/>
              <p:cNvSpPr/>
              <p:nvPr/>
            </p:nvSpPr>
            <p:spPr>
              <a:xfrm>
                <a:off x="24199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h4372"/>
              <p:cNvSpPr/>
              <p:nvPr/>
            </p:nvSpPr>
            <p:spPr>
              <a:xfrm>
                <a:off x="24292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h4373"/>
              <p:cNvSpPr/>
              <p:nvPr/>
            </p:nvSpPr>
            <p:spPr>
              <a:xfrm>
                <a:off x="243850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h4374"/>
              <p:cNvSpPr/>
              <p:nvPr/>
            </p:nvSpPr>
            <p:spPr>
              <a:xfrm>
                <a:off x="24477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h4375"/>
              <p:cNvSpPr/>
              <p:nvPr/>
            </p:nvSpPr>
            <p:spPr>
              <a:xfrm>
                <a:off x="24570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h4376"/>
              <p:cNvSpPr/>
              <p:nvPr/>
            </p:nvSpPr>
            <p:spPr>
              <a:xfrm>
                <a:off x="24662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h4377"/>
              <p:cNvSpPr/>
              <p:nvPr/>
            </p:nvSpPr>
            <p:spPr>
              <a:xfrm>
                <a:off x="247555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h4378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5" y="897161"/>
                    </a:lnTo>
                    <a:lnTo>
                      <a:pt x="905349" y="897324"/>
                    </a:lnTo>
                    <a:lnTo>
                      <a:pt x="909629" y="904770"/>
                    </a:lnTo>
                    <a:lnTo>
                      <a:pt x="913692" y="912626"/>
                    </a:ln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h4379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h4380"/>
              <p:cNvSpPr/>
              <p:nvPr/>
            </p:nvSpPr>
            <p:spPr>
              <a:xfrm>
                <a:off x="3142434" y="17918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330" y="931638"/>
                    </a:lnTo>
                    <a:lnTo>
                      <a:pt x="906468" y="926884"/>
                    </a:lnTo>
                    <a:lnTo>
                      <a:pt x="907077" y="916223"/>
                    </a:lnTo>
                    <a:lnTo>
                      <a:pt x="907233" y="914400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h4381"/>
              <p:cNvSpPr/>
              <p:nvPr/>
            </p:nvSpPr>
            <p:spPr>
              <a:xfrm>
                <a:off x="314243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h4382"/>
              <p:cNvSpPr/>
              <p:nvPr/>
            </p:nvSpPr>
            <p:spPr>
              <a:xfrm>
                <a:off x="31516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h4383"/>
              <p:cNvSpPr/>
              <p:nvPr/>
            </p:nvSpPr>
            <p:spPr>
              <a:xfrm>
                <a:off x="31609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h4384"/>
              <p:cNvSpPr/>
              <p:nvPr/>
            </p:nvSpPr>
            <p:spPr>
              <a:xfrm>
                <a:off x="31702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h4385"/>
              <p:cNvSpPr/>
              <p:nvPr/>
            </p:nvSpPr>
            <p:spPr>
              <a:xfrm>
                <a:off x="31794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h4386"/>
              <p:cNvSpPr/>
              <p:nvPr/>
            </p:nvSpPr>
            <p:spPr>
              <a:xfrm>
                <a:off x="318874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h4387"/>
              <p:cNvSpPr/>
              <p:nvPr/>
            </p:nvSpPr>
            <p:spPr>
              <a:xfrm>
                <a:off x="31980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h4388"/>
              <p:cNvSpPr/>
              <p:nvPr/>
            </p:nvSpPr>
            <p:spPr>
              <a:xfrm>
                <a:off x="32072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h4389"/>
              <p:cNvSpPr/>
              <p:nvPr/>
            </p:nvSpPr>
            <p:spPr>
              <a:xfrm>
                <a:off x="32165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h4390"/>
              <p:cNvSpPr/>
              <p:nvPr/>
            </p:nvSpPr>
            <p:spPr>
              <a:xfrm>
                <a:off x="322579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h4391"/>
              <p:cNvSpPr/>
              <p:nvPr/>
            </p:nvSpPr>
            <p:spPr>
              <a:xfrm>
                <a:off x="32350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h4392"/>
              <p:cNvSpPr/>
              <p:nvPr/>
            </p:nvSpPr>
            <p:spPr>
              <a:xfrm>
                <a:off x="32443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h4393"/>
              <p:cNvSpPr/>
              <p:nvPr/>
            </p:nvSpPr>
            <p:spPr>
              <a:xfrm>
                <a:off x="32535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h4394"/>
              <p:cNvSpPr/>
              <p:nvPr/>
            </p:nvSpPr>
            <p:spPr>
              <a:xfrm>
                <a:off x="32628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h4395"/>
              <p:cNvSpPr/>
              <p:nvPr/>
            </p:nvSpPr>
            <p:spPr>
              <a:xfrm>
                <a:off x="327210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h4396"/>
              <p:cNvSpPr/>
              <p:nvPr/>
            </p:nvSpPr>
            <p:spPr>
              <a:xfrm>
                <a:off x="32813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h4397"/>
              <p:cNvSpPr/>
              <p:nvPr/>
            </p:nvSpPr>
            <p:spPr>
              <a:xfrm>
                <a:off x="32906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h4398"/>
              <p:cNvSpPr/>
              <p:nvPr/>
            </p:nvSpPr>
            <p:spPr>
              <a:xfrm>
                <a:off x="32998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h4399"/>
              <p:cNvSpPr/>
              <p:nvPr/>
            </p:nvSpPr>
            <p:spPr>
              <a:xfrm>
                <a:off x="330915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h4400"/>
              <p:cNvSpPr/>
              <p:nvPr/>
            </p:nvSpPr>
            <p:spPr>
              <a:xfrm>
                <a:off x="331841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h4401"/>
              <p:cNvSpPr/>
              <p:nvPr/>
            </p:nvSpPr>
            <p:spPr>
              <a:xfrm>
                <a:off x="332767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h4402"/>
              <p:cNvSpPr/>
              <p:nvPr/>
            </p:nvSpPr>
            <p:spPr>
              <a:xfrm>
                <a:off x="333694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h4403"/>
              <p:cNvSpPr/>
              <p:nvPr/>
            </p:nvSpPr>
            <p:spPr>
              <a:xfrm>
                <a:off x="334620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h4404"/>
              <p:cNvSpPr/>
              <p:nvPr/>
            </p:nvSpPr>
            <p:spPr>
              <a:xfrm>
                <a:off x="335546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h4405"/>
              <p:cNvSpPr/>
              <p:nvPr/>
            </p:nvSpPr>
            <p:spPr>
              <a:xfrm>
                <a:off x="336472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h4406"/>
              <p:cNvSpPr/>
              <p:nvPr/>
            </p:nvSpPr>
            <p:spPr>
              <a:xfrm>
                <a:off x="3373990" y="1809064"/>
                <a:ext cx="9226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603" y="897161"/>
                    </a:lnTo>
                    <a:lnTo>
                      <a:pt x="922406" y="904960"/>
                    </a:lnTo>
                    <a:lnTo>
                      <a:pt x="921903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h4407"/>
              <p:cNvSpPr/>
              <p:nvPr/>
            </p:nvSpPr>
            <p:spPr>
              <a:xfrm>
                <a:off x="2188426" y="1774587"/>
                <a:ext cx="914400" cy="92332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21">
                    <a:moveTo>
                      <a:pt x="914400" y="914400"/>
                    </a:moveTo>
                    <a:lnTo>
                      <a:pt x="914400" y="923321"/>
                    </a:lnTo>
                    <a:lnTo>
                      <a:pt x="912242" y="919758"/>
                    </a:lnTo>
                    <a:lnTo>
                      <a:pt x="909319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h4408"/>
              <p:cNvSpPr/>
              <p:nvPr/>
            </p:nvSpPr>
            <p:spPr>
              <a:xfrm>
                <a:off x="218842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55" y="931638"/>
                    </a:lnTo>
                    <a:lnTo>
                      <a:pt x="916585" y="926929"/>
                    </a:lnTo>
                    <a:lnTo>
                      <a:pt x="914400" y="923321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h4409"/>
              <p:cNvSpPr/>
              <p:nvPr/>
            </p:nvSpPr>
            <p:spPr>
              <a:xfrm>
                <a:off x="219768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h4410"/>
              <p:cNvSpPr/>
              <p:nvPr/>
            </p:nvSpPr>
            <p:spPr>
              <a:xfrm>
                <a:off x="220695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h4411"/>
              <p:cNvSpPr/>
              <p:nvPr/>
            </p:nvSpPr>
            <p:spPr>
              <a:xfrm>
                <a:off x="221621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h4412"/>
              <p:cNvSpPr/>
              <p:nvPr/>
            </p:nvSpPr>
            <p:spPr>
              <a:xfrm>
                <a:off x="222547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h4413"/>
              <p:cNvSpPr/>
              <p:nvPr/>
            </p:nvSpPr>
            <p:spPr>
              <a:xfrm>
                <a:off x="223473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h4414"/>
              <p:cNvSpPr/>
              <p:nvPr/>
            </p:nvSpPr>
            <p:spPr>
              <a:xfrm>
                <a:off x="224399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h4415"/>
              <p:cNvSpPr/>
              <p:nvPr/>
            </p:nvSpPr>
            <p:spPr>
              <a:xfrm>
                <a:off x="225326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h4416"/>
              <p:cNvSpPr/>
              <p:nvPr/>
            </p:nvSpPr>
            <p:spPr>
              <a:xfrm>
                <a:off x="226252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h4417"/>
              <p:cNvSpPr/>
              <p:nvPr/>
            </p:nvSpPr>
            <p:spPr>
              <a:xfrm>
                <a:off x="227178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h4418"/>
              <p:cNvSpPr/>
              <p:nvPr/>
            </p:nvSpPr>
            <p:spPr>
              <a:xfrm>
                <a:off x="228104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h4419"/>
              <p:cNvSpPr/>
              <p:nvPr/>
            </p:nvSpPr>
            <p:spPr>
              <a:xfrm>
                <a:off x="229031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h4420"/>
              <p:cNvSpPr/>
              <p:nvPr/>
            </p:nvSpPr>
            <p:spPr>
              <a:xfrm>
                <a:off x="229957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h4421"/>
              <p:cNvSpPr/>
              <p:nvPr/>
            </p:nvSpPr>
            <p:spPr>
              <a:xfrm>
                <a:off x="230883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h4422"/>
              <p:cNvSpPr/>
              <p:nvPr/>
            </p:nvSpPr>
            <p:spPr>
              <a:xfrm>
                <a:off x="23180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h4423"/>
              <p:cNvSpPr/>
              <p:nvPr/>
            </p:nvSpPr>
            <p:spPr>
              <a:xfrm>
                <a:off x="23273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h4424"/>
              <p:cNvSpPr/>
              <p:nvPr/>
            </p:nvSpPr>
            <p:spPr>
              <a:xfrm>
                <a:off x="23366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h4425"/>
              <p:cNvSpPr/>
              <p:nvPr/>
            </p:nvSpPr>
            <p:spPr>
              <a:xfrm>
                <a:off x="23458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h4426"/>
              <p:cNvSpPr/>
              <p:nvPr/>
            </p:nvSpPr>
            <p:spPr>
              <a:xfrm>
                <a:off x="235514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h4427"/>
              <p:cNvSpPr/>
              <p:nvPr/>
            </p:nvSpPr>
            <p:spPr>
              <a:xfrm>
                <a:off x="23644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h4428"/>
              <p:cNvSpPr/>
              <p:nvPr/>
            </p:nvSpPr>
            <p:spPr>
              <a:xfrm>
                <a:off x="23736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h4429"/>
              <p:cNvSpPr/>
              <p:nvPr/>
            </p:nvSpPr>
            <p:spPr>
              <a:xfrm>
                <a:off x="23829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h4430"/>
              <p:cNvSpPr/>
              <p:nvPr/>
            </p:nvSpPr>
            <p:spPr>
              <a:xfrm>
                <a:off x="239219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h4431"/>
              <p:cNvSpPr/>
              <p:nvPr/>
            </p:nvSpPr>
            <p:spPr>
              <a:xfrm>
                <a:off x="24014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h4432"/>
              <p:cNvSpPr/>
              <p:nvPr/>
            </p:nvSpPr>
            <p:spPr>
              <a:xfrm>
                <a:off x="24107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h4433"/>
              <p:cNvSpPr/>
              <p:nvPr/>
            </p:nvSpPr>
            <p:spPr>
              <a:xfrm>
                <a:off x="24199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h4434"/>
              <p:cNvSpPr/>
              <p:nvPr/>
            </p:nvSpPr>
            <p:spPr>
              <a:xfrm>
                <a:off x="24292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h4435"/>
              <p:cNvSpPr/>
              <p:nvPr/>
            </p:nvSpPr>
            <p:spPr>
              <a:xfrm>
                <a:off x="243850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h4436"/>
              <p:cNvSpPr/>
              <p:nvPr/>
            </p:nvSpPr>
            <p:spPr>
              <a:xfrm>
                <a:off x="24477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h4437"/>
              <p:cNvSpPr/>
              <p:nvPr/>
            </p:nvSpPr>
            <p:spPr>
              <a:xfrm>
                <a:off x="24570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h4438"/>
              <p:cNvSpPr/>
              <p:nvPr/>
            </p:nvSpPr>
            <p:spPr>
              <a:xfrm>
                <a:off x="24662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h4439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069" y="897161"/>
                    </a:lnTo>
                    <a:lnTo>
                      <a:pt x="910230" y="905657"/>
                    </a:lnTo>
                    <a:lnTo>
                      <a:pt x="910920" y="908789"/>
                    </a:ln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h4440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h4441"/>
              <p:cNvSpPr/>
              <p:nvPr/>
            </p:nvSpPr>
            <p:spPr>
              <a:xfrm>
                <a:off x="3142434" y="17745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233" y="931638"/>
                    </a:lnTo>
                    <a:lnTo>
                      <a:pt x="907982" y="922873"/>
                    </a:lnTo>
                    <a:lnTo>
                      <a:pt x="908950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h4442"/>
              <p:cNvSpPr/>
              <p:nvPr/>
            </p:nvSpPr>
            <p:spPr>
              <a:xfrm>
                <a:off x="314243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h4443"/>
              <p:cNvSpPr/>
              <p:nvPr/>
            </p:nvSpPr>
            <p:spPr>
              <a:xfrm>
                <a:off x="31516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h4444"/>
              <p:cNvSpPr/>
              <p:nvPr/>
            </p:nvSpPr>
            <p:spPr>
              <a:xfrm>
                <a:off x="31609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h4445"/>
              <p:cNvSpPr/>
              <p:nvPr/>
            </p:nvSpPr>
            <p:spPr>
              <a:xfrm>
                <a:off x="31702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h4446"/>
              <p:cNvSpPr/>
              <p:nvPr/>
            </p:nvSpPr>
            <p:spPr>
              <a:xfrm>
                <a:off x="31794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h4447"/>
              <p:cNvSpPr/>
              <p:nvPr/>
            </p:nvSpPr>
            <p:spPr>
              <a:xfrm>
                <a:off x="318874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h4448"/>
              <p:cNvSpPr/>
              <p:nvPr/>
            </p:nvSpPr>
            <p:spPr>
              <a:xfrm>
                <a:off x="31980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h4449"/>
              <p:cNvSpPr/>
              <p:nvPr/>
            </p:nvSpPr>
            <p:spPr>
              <a:xfrm>
                <a:off x="32072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h4450"/>
              <p:cNvSpPr/>
              <p:nvPr/>
            </p:nvSpPr>
            <p:spPr>
              <a:xfrm>
                <a:off x="32165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h4451"/>
              <p:cNvSpPr/>
              <p:nvPr/>
            </p:nvSpPr>
            <p:spPr>
              <a:xfrm>
                <a:off x="322579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h4452"/>
              <p:cNvSpPr/>
              <p:nvPr/>
            </p:nvSpPr>
            <p:spPr>
              <a:xfrm>
                <a:off x="32350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h4453"/>
              <p:cNvSpPr/>
              <p:nvPr/>
            </p:nvSpPr>
            <p:spPr>
              <a:xfrm>
                <a:off x="32443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h4454"/>
              <p:cNvSpPr/>
              <p:nvPr/>
            </p:nvSpPr>
            <p:spPr>
              <a:xfrm>
                <a:off x="32535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h4455"/>
              <p:cNvSpPr/>
              <p:nvPr/>
            </p:nvSpPr>
            <p:spPr>
              <a:xfrm>
                <a:off x="32628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h4456"/>
              <p:cNvSpPr/>
              <p:nvPr/>
            </p:nvSpPr>
            <p:spPr>
              <a:xfrm>
                <a:off x="327210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h4457"/>
              <p:cNvSpPr/>
              <p:nvPr/>
            </p:nvSpPr>
            <p:spPr>
              <a:xfrm>
                <a:off x="32813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h4458"/>
              <p:cNvSpPr/>
              <p:nvPr/>
            </p:nvSpPr>
            <p:spPr>
              <a:xfrm>
                <a:off x="32906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h4459"/>
              <p:cNvSpPr/>
              <p:nvPr/>
            </p:nvSpPr>
            <p:spPr>
              <a:xfrm>
                <a:off x="32998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h4460"/>
              <p:cNvSpPr/>
              <p:nvPr/>
            </p:nvSpPr>
            <p:spPr>
              <a:xfrm>
                <a:off x="330915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h4461"/>
              <p:cNvSpPr/>
              <p:nvPr/>
            </p:nvSpPr>
            <p:spPr>
              <a:xfrm>
                <a:off x="331841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h4462"/>
              <p:cNvSpPr/>
              <p:nvPr/>
            </p:nvSpPr>
            <p:spPr>
              <a:xfrm>
                <a:off x="332767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h4463"/>
              <p:cNvSpPr/>
              <p:nvPr/>
            </p:nvSpPr>
            <p:spPr>
              <a:xfrm>
                <a:off x="333694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h4464"/>
              <p:cNvSpPr/>
              <p:nvPr/>
            </p:nvSpPr>
            <p:spPr>
              <a:xfrm>
                <a:off x="334620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h4465"/>
              <p:cNvSpPr/>
              <p:nvPr/>
            </p:nvSpPr>
            <p:spPr>
              <a:xfrm>
                <a:off x="335546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h4466"/>
              <p:cNvSpPr/>
              <p:nvPr/>
            </p:nvSpPr>
            <p:spPr>
              <a:xfrm>
                <a:off x="336472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h4467"/>
              <p:cNvSpPr/>
              <p:nvPr/>
            </p:nvSpPr>
            <p:spPr>
              <a:xfrm>
                <a:off x="3373990" y="17918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42"/>
                    </a:lnTo>
                    <a:lnTo>
                      <a:pt x="922916" y="904237"/>
                    </a:lnTo>
                    <a:lnTo>
                      <a:pt x="922753" y="904759"/>
                    </a:lnTo>
                    <a:lnTo>
                      <a:pt x="922736" y="906253"/>
                    </a:lnTo>
                    <a:lnTo>
                      <a:pt x="922706" y="908872"/>
                    </a:lnTo>
                    <a:lnTo>
                      <a:pt x="922676" y="911492"/>
                    </a:lnTo>
                    <a:lnTo>
                      <a:pt x="922603" y="914400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h4468"/>
              <p:cNvSpPr/>
              <p:nvPr/>
            </p:nvSpPr>
            <p:spPr>
              <a:xfrm>
                <a:off x="3383252" y="1774587"/>
                <a:ext cx="915611" cy="918780"/>
              </a:xfrm>
              <a:custGeom>
                <a:avLst/>
                <a:gdLst/>
                <a:ahLst/>
                <a:cxnLst/>
                <a:rect l="0" t="0" r="0" b="0"/>
                <a:pathLst>
                  <a:path w="915611" h="918780">
                    <a:moveTo>
                      <a:pt x="914400" y="914400"/>
                    </a:moveTo>
                    <a:lnTo>
                      <a:pt x="915611" y="914400"/>
                    </a:lnTo>
                    <a:lnTo>
                      <a:pt x="914400" y="918780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h4469"/>
              <p:cNvSpPr/>
              <p:nvPr/>
            </p:nvSpPr>
            <p:spPr>
              <a:xfrm>
                <a:off x="2179163" y="1757348"/>
                <a:ext cx="914400" cy="9233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69">
                    <a:moveTo>
                      <a:pt x="914400" y="914400"/>
                    </a:moveTo>
                    <a:lnTo>
                      <a:pt x="914400" y="923369"/>
                    </a:lnTo>
                    <a:lnTo>
                      <a:pt x="913451" y="921438"/>
                    </a:lnTo>
                    <a:lnTo>
                      <a:pt x="910340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h4470"/>
              <p:cNvSpPr/>
              <p:nvPr/>
            </p:nvSpPr>
            <p:spPr>
              <a:xfrm>
                <a:off x="217916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82" y="931638"/>
                    </a:lnTo>
                    <a:lnTo>
                      <a:pt x="917368" y="929413"/>
                    </a:lnTo>
                    <a:lnTo>
                      <a:pt x="914400" y="9233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h4471"/>
              <p:cNvSpPr/>
              <p:nvPr/>
            </p:nvSpPr>
            <p:spPr>
              <a:xfrm>
                <a:off x="218842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h4472"/>
              <p:cNvSpPr/>
              <p:nvPr/>
            </p:nvSpPr>
            <p:spPr>
              <a:xfrm>
                <a:off x="219768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h4473"/>
              <p:cNvSpPr/>
              <p:nvPr/>
            </p:nvSpPr>
            <p:spPr>
              <a:xfrm>
                <a:off x="220695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h4474"/>
              <p:cNvSpPr/>
              <p:nvPr/>
            </p:nvSpPr>
            <p:spPr>
              <a:xfrm>
                <a:off x="221621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h4475"/>
              <p:cNvSpPr/>
              <p:nvPr/>
            </p:nvSpPr>
            <p:spPr>
              <a:xfrm>
                <a:off x="222547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h4476"/>
              <p:cNvSpPr/>
              <p:nvPr/>
            </p:nvSpPr>
            <p:spPr>
              <a:xfrm>
                <a:off x="223473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h4477"/>
              <p:cNvSpPr/>
              <p:nvPr/>
            </p:nvSpPr>
            <p:spPr>
              <a:xfrm>
                <a:off x="224399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h4478"/>
              <p:cNvSpPr/>
              <p:nvPr/>
            </p:nvSpPr>
            <p:spPr>
              <a:xfrm>
                <a:off x="225326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h4479"/>
              <p:cNvSpPr/>
              <p:nvPr/>
            </p:nvSpPr>
            <p:spPr>
              <a:xfrm>
                <a:off x="226252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h4480"/>
              <p:cNvSpPr/>
              <p:nvPr/>
            </p:nvSpPr>
            <p:spPr>
              <a:xfrm>
                <a:off x="227178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h4481"/>
              <p:cNvSpPr/>
              <p:nvPr/>
            </p:nvSpPr>
            <p:spPr>
              <a:xfrm>
                <a:off x="228104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h4482"/>
              <p:cNvSpPr/>
              <p:nvPr/>
            </p:nvSpPr>
            <p:spPr>
              <a:xfrm>
                <a:off x="229031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h4483"/>
              <p:cNvSpPr/>
              <p:nvPr/>
            </p:nvSpPr>
            <p:spPr>
              <a:xfrm>
                <a:off x="229957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h4484"/>
              <p:cNvSpPr/>
              <p:nvPr/>
            </p:nvSpPr>
            <p:spPr>
              <a:xfrm>
                <a:off x="230883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h4485"/>
              <p:cNvSpPr/>
              <p:nvPr/>
            </p:nvSpPr>
            <p:spPr>
              <a:xfrm>
                <a:off x="23180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h4486"/>
              <p:cNvSpPr/>
              <p:nvPr/>
            </p:nvSpPr>
            <p:spPr>
              <a:xfrm>
                <a:off x="23273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h4487"/>
              <p:cNvSpPr/>
              <p:nvPr/>
            </p:nvSpPr>
            <p:spPr>
              <a:xfrm>
                <a:off x="23366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h4488"/>
              <p:cNvSpPr/>
              <p:nvPr/>
            </p:nvSpPr>
            <p:spPr>
              <a:xfrm>
                <a:off x="23458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h4489"/>
              <p:cNvSpPr/>
              <p:nvPr/>
            </p:nvSpPr>
            <p:spPr>
              <a:xfrm>
                <a:off x="235514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h4490"/>
              <p:cNvSpPr/>
              <p:nvPr/>
            </p:nvSpPr>
            <p:spPr>
              <a:xfrm>
                <a:off x="23644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h4491"/>
              <p:cNvSpPr/>
              <p:nvPr/>
            </p:nvSpPr>
            <p:spPr>
              <a:xfrm>
                <a:off x="23736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h4492"/>
              <p:cNvSpPr/>
              <p:nvPr/>
            </p:nvSpPr>
            <p:spPr>
              <a:xfrm>
                <a:off x="23829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h4493"/>
              <p:cNvSpPr/>
              <p:nvPr/>
            </p:nvSpPr>
            <p:spPr>
              <a:xfrm>
                <a:off x="239219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h4494"/>
              <p:cNvSpPr/>
              <p:nvPr/>
            </p:nvSpPr>
            <p:spPr>
              <a:xfrm>
                <a:off x="24014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h4495"/>
              <p:cNvSpPr/>
              <p:nvPr/>
            </p:nvSpPr>
            <p:spPr>
              <a:xfrm>
                <a:off x="24107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h4496"/>
              <p:cNvSpPr/>
              <p:nvPr/>
            </p:nvSpPr>
            <p:spPr>
              <a:xfrm>
                <a:off x="24199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h4497"/>
              <p:cNvSpPr/>
              <p:nvPr/>
            </p:nvSpPr>
            <p:spPr>
              <a:xfrm>
                <a:off x="24292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h4498"/>
              <p:cNvSpPr/>
              <p:nvPr/>
            </p:nvSpPr>
            <p:spPr>
              <a:xfrm>
                <a:off x="243850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h4499"/>
              <p:cNvSpPr/>
              <p:nvPr/>
            </p:nvSpPr>
            <p:spPr>
              <a:xfrm>
                <a:off x="24477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h4500"/>
              <p:cNvSpPr/>
              <p:nvPr/>
            </p:nvSpPr>
            <p:spPr>
              <a:xfrm>
                <a:off x="24570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h4501"/>
              <p:cNvSpPr/>
              <p:nvPr/>
            </p:nvSpPr>
            <p:spPr>
              <a:xfrm>
                <a:off x="2475555" y="17745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145" y="897161"/>
                    </a:lnTo>
                    <a:lnTo>
                      <a:pt x="914215" y="903484"/>
                    </a:lnTo>
                    <a:lnTo>
                      <a:pt x="914399" y="90411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h4502"/>
              <p:cNvSpPr/>
              <p:nvPr/>
            </p:nvSpPr>
            <p:spPr>
              <a:xfrm>
                <a:off x="2475555" y="1774587"/>
                <a:ext cx="9173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31" h="914400">
                    <a:moveTo>
                      <a:pt x="914399" y="914400"/>
                    </a:moveTo>
                    <a:lnTo>
                      <a:pt x="914399" y="904119"/>
                    </a:lnTo>
                    <a:lnTo>
                      <a:pt x="916991" y="913060"/>
                    </a:lnTo>
                    <a:lnTo>
                      <a:pt x="917331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h4503"/>
              <p:cNvSpPr/>
              <p:nvPr/>
            </p:nvSpPr>
            <p:spPr>
              <a:xfrm>
                <a:off x="3142434" y="17573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950" y="931638"/>
                    </a:lnTo>
                    <a:lnTo>
                      <a:pt x="909180" y="929625"/>
                    </a:lnTo>
                    <a:lnTo>
                      <a:pt x="910669" y="919268"/>
                    </a:lnTo>
                    <a:lnTo>
                      <a:pt x="911517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h4504"/>
              <p:cNvSpPr/>
              <p:nvPr/>
            </p:nvSpPr>
            <p:spPr>
              <a:xfrm>
                <a:off x="314243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h4505"/>
              <p:cNvSpPr/>
              <p:nvPr/>
            </p:nvSpPr>
            <p:spPr>
              <a:xfrm>
                <a:off x="31516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h4506"/>
              <p:cNvSpPr/>
              <p:nvPr/>
            </p:nvSpPr>
            <p:spPr>
              <a:xfrm>
                <a:off x="31609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h4507"/>
              <p:cNvSpPr/>
              <p:nvPr/>
            </p:nvSpPr>
            <p:spPr>
              <a:xfrm>
                <a:off x="31702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h4508"/>
              <p:cNvSpPr/>
              <p:nvPr/>
            </p:nvSpPr>
            <p:spPr>
              <a:xfrm>
                <a:off x="31794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h4509"/>
              <p:cNvSpPr/>
              <p:nvPr/>
            </p:nvSpPr>
            <p:spPr>
              <a:xfrm>
                <a:off x="318874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h4510"/>
              <p:cNvSpPr/>
              <p:nvPr/>
            </p:nvSpPr>
            <p:spPr>
              <a:xfrm>
                <a:off x="31980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h4511"/>
              <p:cNvSpPr/>
              <p:nvPr/>
            </p:nvSpPr>
            <p:spPr>
              <a:xfrm>
                <a:off x="32072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h4512"/>
              <p:cNvSpPr/>
              <p:nvPr/>
            </p:nvSpPr>
            <p:spPr>
              <a:xfrm>
                <a:off x="32165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h4513"/>
              <p:cNvSpPr/>
              <p:nvPr/>
            </p:nvSpPr>
            <p:spPr>
              <a:xfrm>
                <a:off x="322579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h4514"/>
              <p:cNvSpPr/>
              <p:nvPr/>
            </p:nvSpPr>
            <p:spPr>
              <a:xfrm>
                <a:off x="32350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h4515"/>
              <p:cNvSpPr/>
              <p:nvPr/>
            </p:nvSpPr>
            <p:spPr>
              <a:xfrm>
                <a:off x="32443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h4516"/>
              <p:cNvSpPr/>
              <p:nvPr/>
            </p:nvSpPr>
            <p:spPr>
              <a:xfrm>
                <a:off x="32535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h4517"/>
              <p:cNvSpPr/>
              <p:nvPr/>
            </p:nvSpPr>
            <p:spPr>
              <a:xfrm>
                <a:off x="32628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h4518"/>
              <p:cNvSpPr/>
              <p:nvPr/>
            </p:nvSpPr>
            <p:spPr>
              <a:xfrm>
                <a:off x="327210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h4519"/>
              <p:cNvSpPr/>
              <p:nvPr/>
            </p:nvSpPr>
            <p:spPr>
              <a:xfrm>
                <a:off x="32813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h4520"/>
              <p:cNvSpPr/>
              <p:nvPr/>
            </p:nvSpPr>
            <p:spPr>
              <a:xfrm>
                <a:off x="32906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h4521"/>
              <p:cNvSpPr/>
              <p:nvPr/>
            </p:nvSpPr>
            <p:spPr>
              <a:xfrm>
                <a:off x="329989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h4522"/>
              <p:cNvSpPr/>
              <p:nvPr/>
            </p:nvSpPr>
            <p:spPr>
              <a:xfrm>
                <a:off x="330915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h4523"/>
              <p:cNvSpPr/>
              <p:nvPr/>
            </p:nvSpPr>
            <p:spPr>
              <a:xfrm>
                <a:off x="331841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h4524"/>
              <p:cNvSpPr/>
              <p:nvPr/>
            </p:nvSpPr>
            <p:spPr>
              <a:xfrm>
                <a:off x="332767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h4525"/>
              <p:cNvSpPr/>
              <p:nvPr/>
            </p:nvSpPr>
            <p:spPr>
              <a:xfrm>
                <a:off x="333694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h4526"/>
              <p:cNvSpPr/>
              <p:nvPr/>
            </p:nvSpPr>
            <p:spPr>
              <a:xfrm>
                <a:off x="334620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h4527"/>
              <p:cNvSpPr/>
              <p:nvPr/>
            </p:nvSpPr>
            <p:spPr>
              <a:xfrm>
                <a:off x="335546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h4528"/>
              <p:cNvSpPr/>
              <p:nvPr/>
            </p:nvSpPr>
            <p:spPr>
              <a:xfrm>
                <a:off x="336472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h4529"/>
              <p:cNvSpPr/>
              <p:nvPr/>
            </p:nvSpPr>
            <p:spPr>
              <a:xfrm>
                <a:off x="337399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h4530"/>
              <p:cNvSpPr/>
              <p:nvPr/>
            </p:nvSpPr>
            <p:spPr>
              <a:xfrm>
                <a:off x="3383252" y="1774587"/>
                <a:ext cx="9197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708" y="897161"/>
                    </a:lnTo>
                    <a:lnTo>
                      <a:pt x="918681" y="902071"/>
                    </a:lnTo>
                    <a:lnTo>
                      <a:pt x="916303" y="911895"/>
                    </a:lnTo>
                    <a:lnTo>
                      <a:pt x="915611" y="914400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h4531"/>
              <p:cNvSpPr/>
              <p:nvPr/>
            </p:nvSpPr>
            <p:spPr>
              <a:xfrm>
                <a:off x="2169901" y="1740110"/>
                <a:ext cx="914400" cy="91832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327">
                    <a:moveTo>
                      <a:pt x="914400" y="914400"/>
                    </a:moveTo>
                    <a:lnTo>
                      <a:pt x="914400" y="918327"/>
                    </a:lnTo>
                    <a:lnTo>
                      <a:pt x="913005" y="914400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h4532"/>
              <p:cNvSpPr/>
              <p:nvPr/>
            </p:nvSpPr>
            <p:spPr>
              <a:xfrm>
                <a:off x="216990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02" y="931638"/>
                    </a:lnTo>
                    <a:lnTo>
                      <a:pt x="919025" y="930332"/>
                    </a:lnTo>
                    <a:lnTo>
                      <a:pt x="915576" y="921640"/>
                    </a:lnTo>
                    <a:lnTo>
                      <a:pt x="914400" y="918327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h4533"/>
              <p:cNvSpPr/>
              <p:nvPr/>
            </p:nvSpPr>
            <p:spPr>
              <a:xfrm>
                <a:off x="217916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h4534"/>
              <p:cNvSpPr/>
              <p:nvPr/>
            </p:nvSpPr>
            <p:spPr>
              <a:xfrm>
                <a:off x="218842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h4535"/>
              <p:cNvSpPr/>
              <p:nvPr/>
            </p:nvSpPr>
            <p:spPr>
              <a:xfrm>
                <a:off x="219768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h4536"/>
              <p:cNvSpPr/>
              <p:nvPr/>
            </p:nvSpPr>
            <p:spPr>
              <a:xfrm>
                <a:off x="220695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h4537"/>
              <p:cNvSpPr/>
              <p:nvPr/>
            </p:nvSpPr>
            <p:spPr>
              <a:xfrm>
                <a:off x="221621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h4538"/>
              <p:cNvSpPr/>
              <p:nvPr/>
            </p:nvSpPr>
            <p:spPr>
              <a:xfrm>
                <a:off x="222547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h4539"/>
              <p:cNvSpPr/>
              <p:nvPr/>
            </p:nvSpPr>
            <p:spPr>
              <a:xfrm>
                <a:off x="223473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h4540"/>
              <p:cNvSpPr/>
              <p:nvPr/>
            </p:nvSpPr>
            <p:spPr>
              <a:xfrm>
                <a:off x="224399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h4541"/>
              <p:cNvSpPr/>
              <p:nvPr/>
            </p:nvSpPr>
            <p:spPr>
              <a:xfrm>
                <a:off x="225326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h4542"/>
              <p:cNvSpPr/>
              <p:nvPr/>
            </p:nvSpPr>
            <p:spPr>
              <a:xfrm>
                <a:off x="226252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h4543"/>
              <p:cNvSpPr/>
              <p:nvPr/>
            </p:nvSpPr>
            <p:spPr>
              <a:xfrm>
                <a:off x="227178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h4544"/>
              <p:cNvSpPr/>
              <p:nvPr/>
            </p:nvSpPr>
            <p:spPr>
              <a:xfrm>
                <a:off x="228104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h4545"/>
              <p:cNvSpPr/>
              <p:nvPr/>
            </p:nvSpPr>
            <p:spPr>
              <a:xfrm>
                <a:off x="229031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h4546"/>
              <p:cNvSpPr/>
              <p:nvPr/>
            </p:nvSpPr>
            <p:spPr>
              <a:xfrm>
                <a:off x="229957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h4547"/>
              <p:cNvSpPr/>
              <p:nvPr/>
            </p:nvSpPr>
            <p:spPr>
              <a:xfrm>
                <a:off x="230883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h4548"/>
              <p:cNvSpPr/>
              <p:nvPr/>
            </p:nvSpPr>
            <p:spPr>
              <a:xfrm>
                <a:off x="23180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h4549"/>
              <p:cNvSpPr/>
              <p:nvPr/>
            </p:nvSpPr>
            <p:spPr>
              <a:xfrm>
                <a:off x="23273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h4550"/>
              <p:cNvSpPr/>
              <p:nvPr/>
            </p:nvSpPr>
            <p:spPr>
              <a:xfrm>
                <a:off x="23366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h4551"/>
              <p:cNvSpPr/>
              <p:nvPr/>
            </p:nvSpPr>
            <p:spPr>
              <a:xfrm>
                <a:off x="23458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h4552"/>
              <p:cNvSpPr/>
              <p:nvPr/>
            </p:nvSpPr>
            <p:spPr>
              <a:xfrm>
                <a:off x="235514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h4553"/>
              <p:cNvSpPr/>
              <p:nvPr/>
            </p:nvSpPr>
            <p:spPr>
              <a:xfrm>
                <a:off x="23644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h4554"/>
              <p:cNvSpPr/>
              <p:nvPr/>
            </p:nvSpPr>
            <p:spPr>
              <a:xfrm>
                <a:off x="23736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h4555"/>
              <p:cNvSpPr/>
              <p:nvPr/>
            </p:nvSpPr>
            <p:spPr>
              <a:xfrm>
                <a:off x="23829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h4556"/>
              <p:cNvSpPr/>
              <p:nvPr/>
            </p:nvSpPr>
            <p:spPr>
              <a:xfrm>
                <a:off x="239219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h4557"/>
              <p:cNvSpPr/>
              <p:nvPr/>
            </p:nvSpPr>
            <p:spPr>
              <a:xfrm>
                <a:off x="24014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h4558"/>
              <p:cNvSpPr/>
              <p:nvPr/>
            </p:nvSpPr>
            <p:spPr>
              <a:xfrm>
                <a:off x="24107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h4559"/>
              <p:cNvSpPr/>
              <p:nvPr/>
            </p:nvSpPr>
            <p:spPr>
              <a:xfrm>
                <a:off x="24199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h4560"/>
              <p:cNvSpPr/>
              <p:nvPr/>
            </p:nvSpPr>
            <p:spPr>
              <a:xfrm>
                <a:off x="24292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h4561"/>
              <p:cNvSpPr/>
              <p:nvPr/>
            </p:nvSpPr>
            <p:spPr>
              <a:xfrm>
                <a:off x="243850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h4562"/>
              <p:cNvSpPr/>
              <p:nvPr/>
            </p:nvSpPr>
            <p:spPr>
              <a:xfrm>
                <a:off x="24477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h4563"/>
              <p:cNvSpPr/>
              <p:nvPr/>
            </p:nvSpPr>
            <p:spPr>
              <a:xfrm>
                <a:off x="24570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h4564"/>
              <p:cNvSpPr/>
              <p:nvPr/>
            </p:nvSpPr>
            <p:spPr>
              <a:xfrm>
                <a:off x="2466292" y="1757348"/>
                <a:ext cx="921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64" y="897161"/>
                    </a:lnTo>
                    <a:lnTo>
                      <a:pt x="917135" y="902449"/>
                    </a:lnTo>
                    <a:lnTo>
                      <a:pt x="920435" y="911430"/>
                    </a:lnTo>
                    <a:lnTo>
                      <a:pt x="921407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h4565"/>
              <p:cNvSpPr/>
              <p:nvPr/>
            </p:nvSpPr>
            <p:spPr>
              <a:xfrm>
                <a:off x="3142434" y="17573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517" y="914400"/>
                    </a:lnTo>
                    <a:lnTo>
                      <a:pt x="912444" y="909069"/>
                    </a:lnTo>
                    <a:lnTo>
                      <a:pt x="914400" y="89954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h4566"/>
              <p:cNvSpPr/>
              <p:nvPr/>
            </p:nvSpPr>
            <p:spPr>
              <a:xfrm>
                <a:off x="3151697" y="17401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787"/>
                    </a:lnTo>
                    <a:lnTo>
                      <a:pt x="905239" y="916293"/>
                    </a:lnTo>
                    <a:lnTo>
                      <a:pt x="905359" y="915751"/>
                    </a:lnTo>
                    <a:lnTo>
                      <a:pt x="905480" y="915202"/>
                    </a:lnTo>
                    <a:lnTo>
                      <a:pt x="905602" y="914654"/>
                    </a:lnTo>
                    <a:lnTo>
                      <a:pt x="905658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h4567"/>
              <p:cNvSpPr/>
              <p:nvPr/>
            </p:nvSpPr>
            <p:spPr>
              <a:xfrm>
                <a:off x="31516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h4568"/>
              <p:cNvSpPr/>
              <p:nvPr/>
            </p:nvSpPr>
            <p:spPr>
              <a:xfrm>
                <a:off x="31609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h4569"/>
              <p:cNvSpPr/>
              <p:nvPr/>
            </p:nvSpPr>
            <p:spPr>
              <a:xfrm>
                <a:off x="31702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h4570"/>
              <p:cNvSpPr/>
              <p:nvPr/>
            </p:nvSpPr>
            <p:spPr>
              <a:xfrm>
                <a:off x="31794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h4571"/>
              <p:cNvSpPr/>
              <p:nvPr/>
            </p:nvSpPr>
            <p:spPr>
              <a:xfrm>
                <a:off x="318874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h4572"/>
              <p:cNvSpPr/>
              <p:nvPr/>
            </p:nvSpPr>
            <p:spPr>
              <a:xfrm>
                <a:off x="31980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h4573"/>
              <p:cNvSpPr/>
              <p:nvPr/>
            </p:nvSpPr>
            <p:spPr>
              <a:xfrm>
                <a:off x="32072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h4574"/>
              <p:cNvSpPr/>
              <p:nvPr/>
            </p:nvSpPr>
            <p:spPr>
              <a:xfrm>
                <a:off x="32165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h4575"/>
              <p:cNvSpPr/>
              <p:nvPr/>
            </p:nvSpPr>
            <p:spPr>
              <a:xfrm>
                <a:off x="322579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h4576"/>
              <p:cNvSpPr/>
              <p:nvPr/>
            </p:nvSpPr>
            <p:spPr>
              <a:xfrm>
                <a:off x="32350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h4577"/>
              <p:cNvSpPr/>
              <p:nvPr/>
            </p:nvSpPr>
            <p:spPr>
              <a:xfrm>
                <a:off x="32443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h4578"/>
              <p:cNvSpPr/>
              <p:nvPr/>
            </p:nvSpPr>
            <p:spPr>
              <a:xfrm>
                <a:off x="32535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h4579"/>
              <p:cNvSpPr/>
              <p:nvPr/>
            </p:nvSpPr>
            <p:spPr>
              <a:xfrm>
                <a:off x="32628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h4580"/>
              <p:cNvSpPr/>
              <p:nvPr/>
            </p:nvSpPr>
            <p:spPr>
              <a:xfrm>
                <a:off x="327210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h4581"/>
              <p:cNvSpPr/>
              <p:nvPr/>
            </p:nvSpPr>
            <p:spPr>
              <a:xfrm>
                <a:off x="32813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h4582"/>
              <p:cNvSpPr/>
              <p:nvPr/>
            </p:nvSpPr>
            <p:spPr>
              <a:xfrm>
                <a:off x="32906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h4583"/>
              <p:cNvSpPr/>
              <p:nvPr/>
            </p:nvSpPr>
            <p:spPr>
              <a:xfrm>
                <a:off x="329989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h4584"/>
              <p:cNvSpPr/>
              <p:nvPr/>
            </p:nvSpPr>
            <p:spPr>
              <a:xfrm>
                <a:off x="330915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h4585"/>
              <p:cNvSpPr/>
              <p:nvPr/>
            </p:nvSpPr>
            <p:spPr>
              <a:xfrm>
                <a:off x="331841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h4586"/>
              <p:cNvSpPr/>
              <p:nvPr/>
            </p:nvSpPr>
            <p:spPr>
              <a:xfrm>
                <a:off x="332767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h4587"/>
              <p:cNvSpPr/>
              <p:nvPr/>
            </p:nvSpPr>
            <p:spPr>
              <a:xfrm>
                <a:off x="333694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h4588"/>
              <p:cNvSpPr/>
              <p:nvPr/>
            </p:nvSpPr>
            <p:spPr>
              <a:xfrm>
                <a:off x="334620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h4589"/>
              <p:cNvSpPr/>
              <p:nvPr/>
            </p:nvSpPr>
            <p:spPr>
              <a:xfrm>
                <a:off x="335546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h4590"/>
              <p:cNvSpPr/>
              <p:nvPr/>
            </p:nvSpPr>
            <p:spPr>
              <a:xfrm>
                <a:off x="336472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h4591"/>
              <p:cNvSpPr/>
              <p:nvPr/>
            </p:nvSpPr>
            <p:spPr>
              <a:xfrm>
                <a:off x="337399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h4592"/>
              <p:cNvSpPr/>
              <p:nvPr/>
            </p:nvSpPr>
            <p:spPr>
              <a:xfrm>
                <a:off x="3383252" y="1757348"/>
                <a:ext cx="9228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872" y="897161"/>
                    </a:lnTo>
                    <a:lnTo>
                      <a:pt x="922596" y="899038"/>
                    </a:lnTo>
                    <a:lnTo>
                      <a:pt x="920780" y="909269"/>
                    </a:lnTo>
                    <a:lnTo>
                      <a:pt x="919708" y="914400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h4593"/>
              <p:cNvSpPr/>
              <p:nvPr/>
            </p:nvSpPr>
            <p:spPr>
              <a:xfrm>
                <a:off x="2169901" y="17228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005" y="931638"/>
                    </a:lnTo>
                    <a:lnTo>
                      <a:pt x="912375" y="929863"/>
                    </a:lnTo>
                    <a:lnTo>
                      <a:pt x="909432" y="920549"/>
                    </a:lnTo>
                    <a:lnTo>
                      <a:pt x="907714" y="914400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h4594"/>
              <p:cNvSpPr/>
              <p:nvPr/>
            </p:nvSpPr>
            <p:spPr>
              <a:xfrm>
                <a:off x="216990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h4595"/>
              <p:cNvSpPr/>
              <p:nvPr/>
            </p:nvSpPr>
            <p:spPr>
              <a:xfrm>
                <a:off x="217916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h4596"/>
              <p:cNvSpPr/>
              <p:nvPr/>
            </p:nvSpPr>
            <p:spPr>
              <a:xfrm>
                <a:off x="218842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h4597"/>
              <p:cNvSpPr/>
              <p:nvPr/>
            </p:nvSpPr>
            <p:spPr>
              <a:xfrm>
                <a:off x="219768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h4598"/>
              <p:cNvSpPr/>
              <p:nvPr/>
            </p:nvSpPr>
            <p:spPr>
              <a:xfrm>
                <a:off x="220695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h4599"/>
              <p:cNvSpPr/>
              <p:nvPr/>
            </p:nvSpPr>
            <p:spPr>
              <a:xfrm>
                <a:off x="221621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h4600"/>
              <p:cNvSpPr/>
              <p:nvPr/>
            </p:nvSpPr>
            <p:spPr>
              <a:xfrm>
                <a:off x="222547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h4601"/>
              <p:cNvSpPr/>
              <p:nvPr/>
            </p:nvSpPr>
            <p:spPr>
              <a:xfrm>
                <a:off x="223473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h4602"/>
              <p:cNvSpPr/>
              <p:nvPr/>
            </p:nvSpPr>
            <p:spPr>
              <a:xfrm>
                <a:off x="224399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h4603"/>
              <p:cNvSpPr/>
              <p:nvPr/>
            </p:nvSpPr>
            <p:spPr>
              <a:xfrm>
                <a:off x="225326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h4604"/>
              <p:cNvSpPr/>
              <p:nvPr/>
            </p:nvSpPr>
            <p:spPr>
              <a:xfrm>
                <a:off x="226252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h4605"/>
              <p:cNvSpPr/>
              <p:nvPr/>
            </p:nvSpPr>
            <p:spPr>
              <a:xfrm>
                <a:off x="227178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h4606"/>
              <p:cNvSpPr/>
              <p:nvPr/>
            </p:nvSpPr>
            <p:spPr>
              <a:xfrm>
                <a:off x="228104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h4607"/>
              <p:cNvSpPr/>
              <p:nvPr/>
            </p:nvSpPr>
            <p:spPr>
              <a:xfrm>
                <a:off x="229031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h4608"/>
              <p:cNvSpPr/>
              <p:nvPr/>
            </p:nvSpPr>
            <p:spPr>
              <a:xfrm>
                <a:off x="229957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h4609"/>
              <p:cNvSpPr/>
              <p:nvPr/>
            </p:nvSpPr>
            <p:spPr>
              <a:xfrm>
                <a:off x="230883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h4610"/>
              <p:cNvSpPr/>
              <p:nvPr/>
            </p:nvSpPr>
            <p:spPr>
              <a:xfrm>
                <a:off x="23180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h4611"/>
              <p:cNvSpPr/>
              <p:nvPr/>
            </p:nvSpPr>
            <p:spPr>
              <a:xfrm>
                <a:off x="23273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h4612"/>
              <p:cNvSpPr/>
              <p:nvPr/>
            </p:nvSpPr>
            <p:spPr>
              <a:xfrm>
                <a:off x="23366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h4613"/>
              <p:cNvSpPr/>
              <p:nvPr/>
            </p:nvSpPr>
            <p:spPr>
              <a:xfrm>
                <a:off x="23458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h4614"/>
              <p:cNvSpPr/>
              <p:nvPr/>
            </p:nvSpPr>
            <p:spPr>
              <a:xfrm>
                <a:off x="235514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h4615"/>
              <p:cNvSpPr/>
              <p:nvPr/>
            </p:nvSpPr>
            <p:spPr>
              <a:xfrm>
                <a:off x="23644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h4616"/>
              <p:cNvSpPr/>
              <p:nvPr/>
            </p:nvSpPr>
            <p:spPr>
              <a:xfrm>
                <a:off x="23736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h4617"/>
              <p:cNvSpPr/>
              <p:nvPr/>
            </p:nvSpPr>
            <p:spPr>
              <a:xfrm>
                <a:off x="23829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h4618"/>
              <p:cNvSpPr/>
              <p:nvPr/>
            </p:nvSpPr>
            <p:spPr>
              <a:xfrm>
                <a:off x="239219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h4619"/>
              <p:cNvSpPr/>
              <p:nvPr/>
            </p:nvSpPr>
            <p:spPr>
              <a:xfrm>
                <a:off x="24014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h4620"/>
              <p:cNvSpPr/>
              <p:nvPr/>
            </p:nvSpPr>
            <p:spPr>
              <a:xfrm>
                <a:off x="24107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h4621"/>
              <p:cNvSpPr/>
              <p:nvPr/>
            </p:nvSpPr>
            <p:spPr>
              <a:xfrm>
                <a:off x="24199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h4622"/>
              <p:cNvSpPr/>
              <p:nvPr/>
            </p:nvSpPr>
            <p:spPr>
              <a:xfrm>
                <a:off x="24292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h4623"/>
              <p:cNvSpPr/>
              <p:nvPr/>
            </p:nvSpPr>
            <p:spPr>
              <a:xfrm>
                <a:off x="243850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h4624"/>
              <p:cNvSpPr/>
              <p:nvPr/>
            </p:nvSpPr>
            <p:spPr>
              <a:xfrm>
                <a:off x="24477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h4625"/>
              <p:cNvSpPr/>
              <p:nvPr/>
            </p:nvSpPr>
            <p:spPr>
              <a:xfrm>
                <a:off x="2466292" y="17401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52" y="897161"/>
                    </a:lnTo>
                    <a:lnTo>
                      <a:pt x="909796" y="902755"/>
                    </a:lnTo>
                    <a:lnTo>
                      <a:pt x="913585" y="911042"/>
                    </a:lnTo>
                    <a:lnTo>
                      <a:pt x="914400" y="913026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h4626"/>
              <p:cNvSpPr/>
              <p:nvPr/>
            </p:nvSpPr>
            <p:spPr>
              <a:xfrm>
                <a:off x="2466292" y="1740110"/>
                <a:ext cx="9149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64" h="914400">
                    <a:moveTo>
                      <a:pt x="914400" y="914400"/>
                    </a:moveTo>
                    <a:lnTo>
                      <a:pt x="914400" y="913026"/>
                    </a:lnTo>
                    <a:lnTo>
                      <a:pt x="914964" y="914400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h4627"/>
              <p:cNvSpPr/>
              <p:nvPr/>
            </p:nvSpPr>
            <p:spPr>
              <a:xfrm>
                <a:off x="3142434" y="1722871"/>
                <a:ext cx="914400" cy="9212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99">
                    <a:moveTo>
                      <a:pt x="914400" y="914400"/>
                    </a:moveTo>
                    <a:lnTo>
                      <a:pt x="914400" y="921299"/>
                    </a:lnTo>
                    <a:lnTo>
                      <a:pt x="911692" y="919372"/>
                    </a:lnTo>
                    <a:lnTo>
                      <a:pt x="906421" y="915025"/>
                    </a:lnTo>
                    <a:lnTo>
                      <a:pt x="905758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h4628"/>
              <p:cNvSpPr/>
              <p:nvPr/>
            </p:nvSpPr>
            <p:spPr>
              <a:xfrm>
                <a:off x="314243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20" y="931638"/>
                    </a:lnTo>
                    <a:lnTo>
                      <a:pt x="914985" y="931344"/>
                    </a:lnTo>
                    <a:lnTo>
                      <a:pt x="915107" y="930796"/>
                    </a:lnTo>
                    <a:lnTo>
                      <a:pt x="915228" y="930248"/>
                    </a:lnTo>
                    <a:lnTo>
                      <a:pt x="915350" y="929700"/>
                    </a:lnTo>
                    <a:lnTo>
                      <a:pt x="915471" y="929152"/>
                    </a:lnTo>
                    <a:lnTo>
                      <a:pt x="915593" y="928604"/>
                    </a:lnTo>
                    <a:lnTo>
                      <a:pt x="915714" y="928055"/>
                    </a:lnTo>
                    <a:lnTo>
                      <a:pt x="915836" y="927507"/>
                    </a:lnTo>
                    <a:lnTo>
                      <a:pt x="915957" y="926959"/>
                    </a:lnTo>
                    <a:lnTo>
                      <a:pt x="916079" y="926411"/>
                    </a:lnTo>
                    <a:lnTo>
                      <a:pt x="916200" y="925863"/>
                    </a:lnTo>
                    <a:lnTo>
                      <a:pt x="916322" y="925315"/>
                    </a:lnTo>
                    <a:lnTo>
                      <a:pt x="916444" y="924766"/>
                    </a:lnTo>
                    <a:lnTo>
                      <a:pt x="916565" y="924218"/>
                    </a:lnTo>
                    <a:lnTo>
                      <a:pt x="916687" y="923670"/>
                    </a:lnTo>
                    <a:lnTo>
                      <a:pt x="916829" y="923028"/>
                    </a:lnTo>
                    <a:lnTo>
                      <a:pt x="914400" y="92129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h4629"/>
              <p:cNvSpPr/>
              <p:nvPr/>
            </p:nvSpPr>
            <p:spPr>
              <a:xfrm>
                <a:off x="31516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h4630"/>
              <p:cNvSpPr/>
              <p:nvPr/>
            </p:nvSpPr>
            <p:spPr>
              <a:xfrm>
                <a:off x="31609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h4631"/>
              <p:cNvSpPr/>
              <p:nvPr/>
            </p:nvSpPr>
            <p:spPr>
              <a:xfrm>
                <a:off x="31702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h4632"/>
              <p:cNvSpPr/>
              <p:nvPr/>
            </p:nvSpPr>
            <p:spPr>
              <a:xfrm>
                <a:off x="31794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h4633"/>
              <p:cNvSpPr/>
              <p:nvPr/>
            </p:nvSpPr>
            <p:spPr>
              <a:xfrm>
                <a:off x="318874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h4634"/>
              <p:cNvSpPr/>
              <p:nvPr/>
            </p:nvSpPr>
            <p:spPr>
              <a:xfrm>
                <a:off x="31980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h4635"/>
              <p:cNvSpPr/>
              <p:nvPr/>
            </p:nvSpPr>
            <p:spPr>
              <a:xfrm>
                <a:off x="32072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h4636"/>
              <p:cNvSpPr/>
              <p:nvPr/>
            </p:nvSpPr>
            <p:spPr>
              <a:xfrm>
                <a:off x="32165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h4637"/>
              <p:cNvSpPr/>
              <p:nvPr/>
            </p:nvSpPr>
            <p:spPr>
              <a:xfrm>
                <a:off x="322579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h4638"/>
              <p:cNvSpPr/>
              <p:nvPr/>
            </p:nvSpPr>
            <p:spPr>
              <a:xfrm>
                <a:off x="32350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h4639"/>
              <p:cNvSpPr/>
              <p:nvPr/>
            </p:nvSpPr>
            <p:spPr>
              <a:xfrm>
                <a:off x="32443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h4640"/>
              <p:cNvSpPr/>
              <p:nvPr/>
            </p:nvSpPr>
            <p:spPr>
              <a:xfrm>
                <a:off x="32535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h4641"/>
              <p:cNvSpPr/>
              <p:nvPr/>
            </p:nvSpPr>
            <p:spPr>
              <a:xfrm>
                <a:off x="32628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h4642"/>
              <p:cNvSpPr/>
              <p:nvPr/>
            </p:nvSpPr>
            <p:spPr>
              <a:xfrm>
                <a:off x="327210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h4643"/>
              <p:cNvSpPr/>
              <p:nvPr/>
            </p:nvSpPr>
            <p:spPr>
              <a:xfrm>
                <a:off x="32813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h4644"/>
              <p:cNvSpPr/>
              <p:nvPr/>
            </p:nvSpPr>
            <p:spPr>
              <a:xfrm>
                <a:off x="329063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h4645"/>
              <p:cNvSpPr/>
              <p:nvPr/>
            </p:nvSpPr>
            <p:spPr>
              <a:xfrm>
                <a:off x="329989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h4646"/>
              <p:cNvSpPr/>
              <p:nvPr/>
            </p:nvSpPr>
            <p:spPr>
              <a:xfrm>
                <a:off x="330915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h4647"/>
              <p:cNvSpPr/>
              <p:nvPr/>
            </p:nvSpPr>
            <p:spPr>
              <a:xfrm>
                <a:off x="331841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h4648"/>
              <p:cNvSpPr/>
              <p:nvPr/>
            </p:nvSpPr>
            <p:spPr>
              <a:xfrm>
                <a:off x="332767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h4649"/>
              <p:cNvSpPr/>
              <p:nvPr/>
            </p:nvSpPr>
            <p:spPr>
              <a:xfrm>
                <a:off x="333694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h4650"/>
              <p:cNvSpPr/>
              <p:nvPr/>
            </p:nvSpPr>
            <p:spPr>
              <a:xfrm>
                <a:off x="334620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h4651"/>
              <p:cNvSpPr/>
              <p:nvPr/>
            </p:nvSpPr>
            <p:spPr>
              <a:xfrm>
                <a:off x="335546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h4652"/>
              <p:cNvSpPr/>
              <p:nvPr/>
            </p:nvSpPr>
            <p:spPr>
              <a:xfrm>
                <a:off x="336472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h4653"/>
              <p:cNvSpPr/>
              <p:nvPr/>
            </p:nvSpPr>
            <p:spPr>
              <a:xfrm>
                <a:off x="337399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h4654"/>
              <p:cNvSpPr/>
              <p:nvPr/>
            </p:nvSpPr>
            <p:spPr>
              <a:xfrm>
                <a:off x="3383252" y="17401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024"/>
                    </a:lnTo>
                    <a:lnTo>
                      <a:pt x="922872" y="914400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h4655"/>
              <p:cNvSpPr/>
              <p:nvPr/>
            </p:nvSpPr>
            <p:spPr>
              <a:xfrm>
                <a:off x="3392514" y="1722871"/>
                <a:ext cx="918902" cy="926262"/>
              </a:xfrm>
              <a:custGeom>
                <a:avLst/>
                <a:gdLst/>
                <a:ahLst/>
                <a:cxnLst/>
                <a:rect l="0" t="0" r="0" b="0"/>
                <a:pathLst>
                  <a:path w="918902" h="926262">
                    <a:moveTo>
                      <a:pt x="914400" y="914400"/>
                    </a:moveTo>
                    <a:lnTo>
                      <a:pt x="918902" y="914400"/>
                    </a:lnTo>
                    <a:lnTo>
                      <a:pt x="918782" y="914665"/>
                    </a:lnTo>
                    <a:lnTo>
                      <a:pt x="914955" y="922323"/>
                    </a:lnTo>
                    <a:lnTo>
                      <a:pt x="914861" y="923122"/>
                    </a:lnTo>
                    <a:lnTo>
                      <a:pt x="914400" y="926262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h4656"/>
              <p:cNvSpPr/>
              <p:nvPr/>
            </p:nvSpPr>
            <p:spPr>
              <a:xfrm>
                <a:off x="2160639" y="1705633"/>
                <a:ext cx="914400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0">
                    <a:moveTo>
                      <a:pt x="914400" y="914400"/>
                    </a:moveTo>
                    <a:lnTo>
                      <a:pt x="914400" y="921590"/>
                    </a:lnTo>
                    <a:lnTo>
                      <a:pt x="913611" y="918366"/>
                    </a:lnTo>
                    <a:lnTo>
                      <a:pt x="912772" y="914400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h4657"/>
              <p:cNvSpPr/>
              <p:nvPr/>
            </p:nvSpPr>
            <p:spPr>
              <a:xfrm>
                <a:off x="216063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76" y="931638"/>
                    </a:lnTo>
                    <a:lnTo>
                      <a:pt x="916016" y="928201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h4658"/>
              <p:cNvSpPr/>
              <p:nvPr/>
            </p:nvSpPr>
            <p:spPr>
              <a:xfrm>
                <a:off x="216990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h4659"/>
              <p:cNvSpPr/>
              <p:nvPr/>
            </p:nvSpPr>
            <p:spPr>
              <a:xfrm>
                <a:off x="217916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h4660"/>
              <p:cNvSpPr/>
              <p:nvPr/>
            </p:nvSpPr>
            <p:spPr>
              <a:xfrm>
                <a:off x="218842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h4661"/>
              <p:cNvSpPr/>
              <p:nvPr/>
            </p:nvSpPr>
            <p:spPr>
              <a:xfrm>
                <a:off x="219768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h4662"/>
              <p:cNvSpPr/>
              <p:nvPr/>
            </p:nvSpPr>
            <p:spPr>
              <a:xfrm>
                <a:off x="220695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h4663"/>
              <p:cNvSpPr/>
              <p:nvPr/>
            </p:nvSpPr>
            <p:spPr>
              <a:xfrm>
                <a:off x="221621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h4664"/>
              <p:cNvSpPr/>
              <p:nvPr/>
            </p:nvSpPr>
            <p:spPr>
              <a:xfrm>
                <a:off x="222547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h4665"/>
              <p:cNvSpPr/>
              <p:nvPr/>
            </p:nvSpPr>
            <p:spPr>
              <a:xfrm>
                <a:off x="223473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h4666"/>
              <p:cNvSpPr/>
              <p:nvPr/>
            </p:nvSpPr>
            <p:spPr>
              <a:xfrm>
                <a:off x="224399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h4667"/>
              <p:cNvSpPr/>
              <p:nvPr/>
            </p:nvSpPr>
            <p:spPr>
              <a:xfrm>
                <a:off x="225326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h4668"/>
              <p:cNvSpPr/>
              <p:nvPr/>
            </p:nvSpPr>
            <p:spPr>
              <a:xfrm>
                <a:off x="226252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h4669"/>
              <p:cNvSpPr/>
              <p:nvPr/>
            </p:nvSpPr>
            <p:spPr>
              <a:xfrm>
                <a:off x="227178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h4670"/>
              <p:cNvSpPr/>
              <p:nvPr/>
            </p:nvSpPr>
            <p:spPr>
              <a:xfrm>
                <a:off x="228104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h4671"/>
              <p:cNvSpPr/>
              <p:nvPr/>
            </p:nvSpPr>
            <p:spPr>
              <a:xfrm>
                <a:off x="229031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h4672"/>
              <p:cNvSpPr/>
              <p:nvPr/>
            </p:nvSpPr>
            <p:spPr>
              <a:xfrm>
                <a:off x="22995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h4673"/>
              <p:cNvSpPr/>
              <p:nvPr/>
            </p:nvSpPr>
            <p:spPr>
              <a:xfrm>
                <a:off x="230883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h4674"/>
              <p:cNvSpPr/>
              <p:nvPr/>
            </p:nvSpPr>
            <p:spPr>
              <a:xfrm>
                <a:off x="23180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h4675"/>
              <p:cNvSpPr/>
              <p:nvPr/>
            </p:nvSpPr>
            <p:spPr>
              <a:xfrm>
                <a:off x="23273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h4676"/>
              <p:cNvSpPr/>
              <p:nvPr/>
            </p:nvSpPr>
            <p:spPr>
              <a:xfrm>
                <a:off x="23366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h4677"/>
              <p:cNvSpPr/>
              <p:nvPr/>
            </p:nvSpPr>
            <p:spPr>
              <a:xfrm>
                <a:off x="23458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h4678"/>
              <p:cNvSpPr/>
              <p:nvPr/>
            </p:nvSpPr>
            <p:spPr>
              <a:xfrm>
                <a:off x="235514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h4679"/>
              <p:cNvSpPr/>
              <p:nvPr/>
            </p:nvSpPr>
            <p:spPr>
              <a:xfrm>
                <a:off x="23644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h4680"/>
              <p:cNvSpPr/>
              <p:nvPr/>
            </p:nvSpPr>
            <p:spPr>
              <a:xfrm>
                <a:off x="23736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h4681"/>
              <p:cNvSpPr/>
              <p:nvPr/>
            </p:nvSpPr>
            <p:spPr>
              <a:xfrm>
                <a:off x="23829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h4682"/>
              <p:cNvSpPr/>
              <p:nvPr/>
            </p:nvSpPr>
            <p:spPr>
              <a:xfrm>
                <a:off x="239219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h4683"/>
              <p:cNvSpPr/>
              <p:nvPr/>
            </p:nvSpPr>
            <p:spPr>
              <a:xfrm>
                <a:off x="24014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h4684"/>
              <p:cNvSpPr/>
              <p:nvPr/>
            </p:nvSpPr>
            <p:spPr>
              <a:xfrm>
                <a:off x="24107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h4685"/>
              <p:cNvSpPr/>
              <p:nvPr/>
            </p:nvSpPr>
            <p:spPr>
              <a:xfrm>
                <a:off x="24199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h4686"/>
              <p:cNvSpPr/>
              <p:nvPr/>
            </p:nvSpPr>
            <p:spPr>
              <a:xfrm>
                <a:off x="24292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h4687"/>
              <p:cNvSpPr/>
              <p:nvPr/>
            </p:nvSpPr>
            <p:spPr>
              <a:xfrm>
                <a:off x="243850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h4688"/>
              <p:cNvSpPr/>
              <p:nvPr/>
            </p:nvSpPr>
            <p:spPr>
              <a:xfrm>
                <a:off x="2457030" y="17228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218" y="897161"/>
                    </a:lnTo>
                    <a:lnTo>
                      <a:pt x="910576" y="899252"/>
                    </a:lnTo>
                    <a:lnTo>
                      <a:pt x="911500" y="905821"/>
                    </a:lnTo>
                    <a:lnTo>
                      <a:pt x="914400" y="910955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h4689"/>
              <p:cNvSpPr/>
              <p:nvPr/>
            </p:nvSpPr>
            <p:spPr>
              <a:xfrm>
                <a:off x="2457030" y="1722871"/>
                <a:ext cx="9162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14" h="914400">
                    <a:moveTo>
                      <a:pt x="914400" y="914400"/>
                    </a:moveTo>
                    <a:lnTo>
                      <a:pt x="914400" y="910955"/>
                    </a:lnTo>
                    <a:lnTo>
                      <a:pt x="915040" y="912090"/>
                    </a:lnTo>
                    <a:lnTo>
                      <a:pt x="916214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h4690"/>
              <p:cNvSpPr/>
              <p:nvPr/>
            </p:nvSpPr>
            <p:spPr>
              <a:xfrm>
                <a:off x="3123910" y="1705633"/>
                <a:ext cx="914400" cy="9215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1">
                    <a:moveTo>
                      <a:pt x="914400" y="914400"/>
                    </a:moveTo>
                    <a:lnTo>
                      <a:pt x="914400" y="921591"/>
                    </a:lnTo>
                    <a:lnTo>
                      <a:pt x="909954" y="916256"/>
                    </a:lnTo>
                    <a:lnTo>
                      <a:pt x="908571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h4691"/>
              <p:cNvSpPr/>
              <p:nvPr/>
            </p:nvSpPr>
            <p:spPr>
              <a:xfrm>
                <a:off x="3123910" y="1705633"/>
                <a:ext cx="923662" cy="93105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05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053"/>
                    </a:lnTo>
                    <a:lnTo>
                      <a:pt x="919802" y="927412"/>
                    </a:lnTo>
                    <a:lnTo>
                      <a:pt x="914800" y="922072"/>
                    </a:lnTo>
                    <a:lnTo>
                      <a:pt x="914400" y="921591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h4692"/>
              <p:cNvSpPr/>
              <p:nvPr/>
            </p:nvSpPr>
            <p:spPr>
              <a:xfrm>
                <a:off x="31331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20" y="931638"/>
                    </a:lnTo>
                    <a:lnTo>
                      <a:pt x="914400" y="931053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h4693"/>
              <p:cNvSpPr/>
              <p:nvPr/>
            </p:nvSpPr>
            <p:spPr>
              <a:xfrm>
                <a:off x="314243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h4694"/>
              <p:cNvSpPr/>
              <p:nvPr/>
            </p:nvSpPr>
            <p:spPr>
              <a:xfrm>
                <a:off x="31516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h4695"/>
              <p:cNvSpPr/>
              <p:nvPr/>
            </p:nvSpPr>
            <p:spPr>
              <a:xfrm>
                <a:off x="31609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h4696"/>
              <p:cNvSpPr/>
              <p:nvPr/>
            </p:nvSpPr>
            <p:spPr>
              <a:xfrm>
                <a:off x="31702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h4697"/>
              <p:cNvSpPr/>
              <p:nvPr/>
            </p:nvSpPr>
            <p:spPr>
              <a:xfrm>
                <a:off x="31794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h4698"/>
              <p:cNvSpPr/>
              <p:nvPr/>
            </p:nvSpPr>
            <p:spPr>
              <a:xfrm>
                <a:off x="318874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h4699"/>
              <p:cNvSpPr/>
              <p:nvPr/>
            </p:nvSpPr>
            <p:spPr>
              <a:xfrm>
                <a:off x="31980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h4700"/>
              <p:cNvSpPr/>
              <p:nvPr/>
            </p:nvSpPr>
            <p:spPr>
              <a:xfrm>
                <a:off x="32072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h4701"/>
              <p:cNvSpPr/>
              <p:nvPr/>
            </p:nvSpPr>
            <p:spPr>
              <a:xfrm>
                <a:off x="32165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h4702"/>
              <p:cNvSpPr/>
              <p:nvPr/>
            </p:nvSpPr>
            <p:spPr>
              <a:xfrm>
                <a:off x="322579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h4703"/>
              <p:cNvSpPr/>
              <p:nvPr/>
            </p:nvSpPr>
            <p:spPr>
              <a:xfrm>
                <a:off x="32350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h4704"/>
              <p:cNvSpPr/>
              <p:nvPr/>
            </p:nvSpPr>
            <p:spPr>
              <a:xfrm>
                <a:off x="32443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h4705"/>
              <p:cNvSpPr/>
              <p:nvPr/>
            </p:nvSpPr>
            <p:spPr>
              <a:xfrm>
                <a:off x="32535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h4706"/>
              <p:cNvSpPr/>
              <p:nvPr/>
            </p:nvSpPr>
            <p:spPr>
              <a:xfrm>
                <a:off x="32628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h4707"/>
              <p:cNvSpPr/>
              <p:nvPr/>
            </p:nvSpPr>
            <p:spPr>
              <a:xfrm>
                <a:off x="327210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h4708"/>
              <p:cNvSpPr/>
              <p:nvPr/>
            </p:nvSpPr>
            <p:spPr>
              <a:xfrm>
                <a:off x="328136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h4709"/>
              <p:cNvSpPr/>
              <p:nvPr/>
            </p:nvSpPr>
            <p:spPr>
              <a:xfrm>
                <a:off x="329063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h4710"/>
              <p:cNvSpPr/>
              <p:nvPr/>
            </p:nvSpPr>
            <p:spPr>
              <a:xfrm>
                <a:off x="329989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h4711"/>
              <p:cNvSpPr/>
              <p:nvPr/>
            </p:nvSpPr>
            <p:spPr>
              <a:xfrm>
                <a:off x="330915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h4712"/>
              <p:cNvSpPr/>
              <p:nvPr/>
            </p:nvSpPr>
            <p:spPr>
              <a:xfrm>
                <a:off x="331841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h4713"/>
              <p:cNvSpPr/>
              <p:nvPr/>
            </p:nvSpPr>
            <p:spPr>
              <a:xfrm>
                <a:off x="332767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h4714"/>
              <p:cNvSpPr/>
              <p:nvPr/>
            </p:nvSpPr>
            <p:spPr>
              <a:xfrm>
                <a:off x="333694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h4715"/>
              <p:cNvSpPr/>
              <p:nvPr/>
            </p:nvSpPr>
            <p:spPr>
              <a:xfrm>
                <a:off x="334620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h4716"/>
              <p:cNvSpPr/>
              <p:nvPr/>
            </p:nvSpPr>
            <p:spPr>
              <a:xfrm>
                <a:off x="335546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h4717"/>
              <p:cNvSpPr/>
              <p:nvPr/>
            </p:nvSpPr>
            <p:spPr>
              <a:xfrm>
                <a:off x="336472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h4718"/>
              <p:cNvSpPr/>
              <p:nvPr/>
            </p:nvSpPr>
            <p:spPr>
              <a:xfrm>
                <a:off x="337399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h4719"/>
              <p:cNvSpPr/>
              <p:nvPr/>
            </p:nvSpPr>
            <p:spPr>
              <a:xfrm>
                <a:off x="338325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h4720"/>
              <p:cNvSpPr/>
              <p:nvPr/>
            </p:nvSpPr>
            <p:spPr>
              <a:xfrm>
                <a:off x="3392514" y="17228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522"/>
                    </a:lnTo>
                    <a:lnTo>
                      <a:pt x="922551" y="906277"/>
                    </a:lnTo>
                    <a:lnTo>
                      <a:pt x="918902" y="914400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h4721"/>
              <p:cNvSpPr/>
              <p:nvPr/>
            </p:nvSpPr>
            <p:spPr>
              <a:xfrm>
                <a:off x="3401777" y="1705633"/>
                <a:ext cx="916948" cy="920761"/>
              </a:xfrm>
              <a:custGeom>
                <a:avLst/>
                <a:gdLst/>
                <a:ahLst/>
                <a:cxnLst/>
                <a:rect l="0" t="0" r="0" b="0"/>
                <a:pathLst>
                  <a:path w="916948" h="920761">
                    <a:moveTo>
                      <a:pt x="914400" y="914400"/>
                    </a:moveTo>
                    <a:lnTo>
                      <a:pt x="916948" y="914400"/>
                    </a:lnTo>
                    <a:lnTo>
                      <a:pt x="916815" y="914768"/>
                    </a:lnTo>
                    <a:lnTo>
                      <a:pt x="914400" y="920761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h4722"/>
              <p:cNvSpPr/>
              <p:nvPr/>
            </p:nvSpPr>
            <p:spPr>
              <a:xfrm>
                <a:off x="2160639" y="16883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772" y="931638"/>
                    </a:lnTo>
                    <a:lnTo>
                      <a:pt x="911485" y="925550"/>
                    </a:lnTo>
                    <a:lnTo>
                      <a:pt x="909644" y="915302"/>
                    </a:lnTo>
                    <a:lnTo>
                      <a:pt x="909509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h4723"/>
              <p:cNvSpPr/>
              <p:nvPr/>
            </p:nvSpPr>
            <p:spPr>
              <a:xfrm>
                <a:off x="216063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h4724"/>
              <p:cNvSpPr/>
              <p:nvPr/>
            </p:nvSpPr>
            <p:spPr>
              <a:xfrm>
                <a:off x="216990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h4725"/>
              <p:cNvSpPr/>
              <p:nvPr/>
            </p:nvSpPr>
            <p:spPr>
              <a:xfrm>
                <a:off x="217916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h4726"/>
              <p:cNvSpPr/>
              <p:nvPr/>
            </p:nvSpPr>
            <p:spPr>
              <a:xfrm>
                <a:off x="218842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h4727"/>
              <p:cNvSpPr/>
              <p:nvPr/>
            </p:nvSpPr>
            <p:spPr>
              <a:xfrm>
                <a:off x="219768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h4728"/>
              <p:cNvSpPr/>
              <p:nvPr/>
            </p:nvSpPr>
            <p:spPr>
              <a:xfrm>
                <a:off x="220695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h4729"/>
              <p:cNvSpPr/>
              <p:nvPr/>
            </p:nvSpPr>
            <p:spPr>
              <a:xfrm>
                <a:off x="221621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h4730"/>
              <p:cNvSpPr/>
              <p:nvPr/>
            </p:nvSpPr>
            <p:spPr>
              <a:xfrm>
                <a:off x="222547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h4731"/>
              <p:cNvSpPr/>
              <p:nvPr/>
            </p:nvSpPr>
            <p:spPr>
              <a:xfrm>
                <a:off x="223473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h4732"/>
              <p:cNvSpPr/>
              <p:nvPr/>
            </p:nvSpPr>
            <p:spPr>
              <a:xfrm>
                <a:off x="224399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ph4733"/>
              <p:cNvSpPr/>
              <p:nvPr/>
            </p:nvSpPr>
            <p:spPr>
              <a:xfrm>
                <a:off x="225326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ph4734"/>
              <p:cNvSpPr/>
              <p:nvPr/>
            </p:nvSpPr>
            <p:spPr>
              <a:xfrm>
                <a:off x="226252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ph4735"/>
              <p:cNvSpPr/>
              <p:nvPr/>
            </p:nvSpPr>
            <p:spPr>
              <a:xfrm>
                <a:off x="227178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ph4736"/>
              <p:cNvSpPr/>
              <p:nvPr/>
            </p:nvSpPr>
            <p:spPr>
              <a:xfrm>
                <a:off x="22810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ph4737"/>
              <p:cNvSpPr/>
              <p:nvPr/>
            </p:nvSpPr>
            <p:spPr>
              <a:xfrm>
                <a:off x="22903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8" name="ph4738"/>
              <p:cNvSpPr/>
              <p:nvPr/>
            </p:nvSpPr>
            <p:spPr>
              <a:xfrm>
                <a:off x="22995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9" name="ph4739"/>
              <p:cNvSpPr/>
              <p:nvPr/>
            </p:nvSpPr>
            <p:spPr>
              <a:xfrm>
                <a:off x="230883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0" name="ph4740"/>
              <p:cNvSpPr/>
              <p:nvPr/>
            </p:nvSpPr>
            <p:spPr>
              <a:xfrm>
                <a:off x="23180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1" name="ph4741"/>
              <p:cNvSpPr/>
              <p:nvPr/>
            </p:nvSpPr>
            <p:spPr>
              <a:xfrm>
                <a:off x="23273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2" name="ph4742"/>
              <p:cNvSpPr/>
              <p:nvPr/>
            </p:nvSpPr>
            <p:spPr>
              <a:xfrm>
                <a:off x="23366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3" name="ph4743"/>
              <p:cNvSpPr/>
              <p:nvPr/>
            </p:nvSpPr>
            <p:spPr>
              <a:xfrm>
                <a:off x="23458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4" name="ph4744"/>
              <p:cNvSpPr/>
              <p:nvPr/>
            </p:nvSpPr>
            <p:spPr>
              <a:xfrm>
                <a:off x="235514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5" name="ph4745"/>
              <p:cNvSpPr/>
              <p:nvPr/>
            </p:nvSpPr>
            <p:spPr>
              <a:xfrm>
                <a:off x="23644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6" name="ph4746"/>
              <p:cNvSpPr/>
              <p:nvPr/>
            </p:nvSpPr>
            <p:spPr>
              <a:xfrm>
                <a:off x="23736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7" name="ph4747"/>
              <p:cNvSpPr/>
              <p:nvPr/>
            </p:nvSpPr>
            <p:spPr>
              <a:xfrm>
                <a:off x="23829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8" name="ph4748"/>
              <p:cNvSpPr/>
              <p:nvPr/>
            </p:nvSpPr>
            <p:spPr>
              <a:xfrm>
                <a:off x="239219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9" name="ph4749"/>
              <p:cNvSpPr/>
              <p:nvPr/>
            </p:nvSpPr>
            <p:spPr>
              <a:xfrm>
                <a:off x="24014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0" name="ph4750"/>
              <p:cNvSpPr/>
              <p:nvPr/>
            </p:nvSpPr>
            <p:spPr>
              <a:xfrm>
                <a:off x="24107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1" name="ph4751"/>
              <p:cNvSpPr/>
              <p:nvPr/>
            </p:nvSpPr>
            <p:spPr>
              <a:xfrm>
                <a:off x="24199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2" name="ph4752"/>
              <p:cNvSpPr/>
              <p:nvPr/>
            </p:nvSpPr>
            <p:spPr>
              <a:xfrm>
                <a:off x="24292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3" name="ph4753"/>
              <p:cNvSpPr/>
              <p:nvPr/>
            </p:nvSpPr>
            <p:spPr>
              <a:xfrm>
                <a:off x="243850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4" name="ph4754"/>
              <p:cNvSpPr/>
              <p:nvPr/>
            </p:nvSpPr>
            <p:spPr>
              <a:xfrm>
                <a:off x="2447768" y="1705633"/>
                <a:ext cx="9194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8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6242" y="897161"/>
                    </a:lnTo>
                    <a:lnTo>
                      <a:pt x="918057" y="906094"/>
                    </a:lnTo>
                    <a:lnTo>
                      <a:pt x="919480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5" name="ph4755"/>
              <p:cNvSpPr/>
              <p:nvPr/>
            </p:nvSpPr>
            <p:spPr>
              <a:xfrm>
                <a:off x="3114648" y="1688394"/>
                <a:ext cx="914400" cy="92700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09">
                    <a:moveTo>
                      <a:pt x="914400" y="914400"/>
                    </a:moveTo>
                    <a:lnTo>
                      <a:pt x="914400" y="927009"/>
                    </a:lnTo>
                    <a:lnTo>
                      <a:pt x="910043" y="920499"/>
                    </a:lnTo>
                    <a:lnTo>
                      <a:pt x="906369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6" name="ph4756"/>
              <p:cNvSpPr/>
              <p:nvPr/>
            </p:nvSpPr>
            <p:spPr>
              <a:xfrm>
                <a:off x="31146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833" y="931638"/>
                    </a:lnTo>
                    <a:lnTo>
                      <a:pt x="914539" y="927218"/>
                    </a:lnTo>
                    <a:lnTo>
                      <a:pt x="914400" y="92700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7" name="ph4757"/>
              <p:cNvSpPr/>
              <p:nvPr/>
            </p:nvSpPr>
            <p:spPr>
              <a:xfrm>
                <a:off x="31239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8" name="ph4758"/>
              <p:cNvSpPr/>
              <p:nvPr/>
            </p:nvSpPr>
            <p:spPr>
              <a:xfrm>
                <a:off x="31331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9" name="ph4759"/>
              <p:cNvSpPr/>
              <p:nvPr/>
            </p:nvSpPr>
            <p:spPr>
              <a:xfrm>
                <a:off x="314243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0" name="ph4760"/>
              <p:cNvSpPr/>
              <p:nvPr/>
            </p:nvSpPr>
            <p:spPr>
              <a:xfrm>
                <a:off x="31516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1" name="ph4761"/>
              <p:cNvSpPr/>
              <p:nvPr/>
            </p:nvSpPr>
            <p:spPr>
              <a:xfrm>
                <a:off x="31609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2" name="ph4762"/>
              <p:cNvSpPr/>
              <p:nvPr/>
            </p:nvSpPr>
            <p:spPr>
              <a:xfrm>
                <a:off x="31702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3" name="ph4763"/>
              <p:cNvSpPr/>
              <p:nvPr/>
            </p:nvSpPr>
            <p:spPr>
              <a:xfrm>
                <a:off x="31794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4" name="ph4764"/>
              <p:cNvSpPr/>
              <p:nvPr/>
            </p:nvSpPr>
            <p:spPr>
              <a:xfrm>
                <a:off x="318874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5" name="ph4765"/>
              <p:cNvSpPr/>
              <p:nvPr/>
            </p:nvSpPr>
            <p:spPr>
              <a:xfrm>
                <a:off x="31980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6" name="ph4766"/>
              <p:cNvSpPr/>
              <p:nvPr/>
            </p:nvSpPr>
            <p:spPr>
              <a:xfrm>
                <a:off x="32072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7" name="ph4767"/>
              <p:cNvSpPr/>
              <p:nvPr/>
            </p:nvSpPr>
            <p:spPr>
              <a:xfrm>
                <a:off x="32165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8" name="ph4768"/>
              <p:cNvSpPr/>
              <p:nvPr/>
            </p:nvSpPr>
            <p:spPr>
              <a:xfrm>
                <a:off x="322579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9" name="ph4769"/>
              <p:cNvSpPr/>
              <p:nvPr/>
            </p:nvSpPr>
            <p:spPr>
              <a:xfrm>
                <a:off x="32350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0" name="ph4770"/>
              <p:cNvSpPr/>
              <p:nvPr/>
            </p:nvSpPr>
            <p:spPr>
              <a:xfrm>
                <a:off x="32443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1" name="ph4771"/>
              <p:cNvSpPr/>
              <p:nvPr/>
            </p:nvSpPr>
            <p:spPr>
              <a:xfrm>
                <a:off x="32535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2" name="ph4772"/>
              <p:cNvSpPr/>
              <p:nvPr/>
            </p:nvSpPr>
            <p:spPr>
              <a:xfrm>
                <a:off x="32628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3" name="ph4773"/>
              <p:cNvSpPr/>
              <p:nvPr/>
            </p:nvSpPr>
            <p:spPr>
              <a:xfrm>
                <a:off x="327210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4" name="ph4774"/>
              <p:cNvSpPr/>
              <p:nvPr/>
            </p:nvSpPr>
            <p:spPr>
              <a:xfrm>
                <a:off x="328136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5" name="ph4775"/>
              <p:cNvSpPr/>
              <p:nvPr/>
            </p:nvSpPr>
            <p:spPr>
              <a:xfrm>
                <a:off x="329063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6" name="ph4776"/>
              <p:cNvSpPr/>
              <p:nvPr/>
            </p:nvSpPr>
            <p:spPr>
              <a:xfrm>
                <a:off x="329989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7" name="ph4777"/>
              <p:cNvSpPr/>
              <p:nvPr/>
            </p:nvSpPr>
            <p:spPr>
              <a:xfrm>
                <a:off x="330915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8" name="ph4778"/>
              <p:cNvSpPr/>
              <p:nvPr/>
            </p:nvSpPr>
            <p:spPr>
              <a:xfrm>
                <a:off x="331841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9" name="ph4779"/>
              <p:cNvSpPr/>
              <p:nvPr/>
            </p:nvSpPr>
            <p:spPr>
              <a:xfrm>
                <a:off x="332767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0" name="ph4780"/>
              <p:cNvSpPr/>
              <p:nvPr/>
            </p:nvSpPr>
            <p:spPr>
              <a:xfrm>
                <a:off x="333694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1" name="ph4781"/>
              <p:cNvSpPr/>
              <p:nvPr/>
            </p:nvSpPr>
            <p:spPr>
              <a:xfrm>
                <a:off x="334620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2" name="ph4782"/>
              <p:cNvSpPr/>
              <p:nvPr/>
            </p:nvSpPr>
            <p:spPr>
              <a:xfrm>
                <a:off x="335546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3" name="ph4783"/>
              <p:cNvSpPr/>
              <p:nvPr/>
            </p:nvSpPr>
            <p:spPr>
              <a:xfrm>
                <a:off x="336472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4" name="ph4784"/>
              <p:cNvSpPr/>
              <p:nvPr/>
            </p:nvSpPr>
            <p:spPr>
              <a:xfrm>
                <a:off x="337399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5" name="ph4785"/>
              <p:cNvSpPr/>
              <p:nvPr/>
            </p:nvSpPr>
            <p:spPr>
              <a:xfrm>
                <a:off x="338325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6" name="ph4786"/>
              <p:cNvSpPr/>
              <p:nvPr/>
            </p:nvSpPr>
            <p:spPr>
              <a:xfrm>
                <a:off x="339251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h4787"/>
              <p:cNvSpPr/>
              <p:nvPr/>
            </p:nvSpPr>
            <p:spPr>
              <a:xfrm>
                <a:off x="3401777" y="17056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80"/>
                    </a:lnTo>
                    <a:lnTo>
                      <a:pt x="922269" y="901517"/>
                    </a:lnTo>
                    <a:lnTo>
                      <a:pt x="921251" y="902054"/>
                    </a:lnTo>
                    <a:lnTo>
                      <a:pt x="920087" y="905686"/>
                    </a:lnTo>
                    <a:lnTo>
                      <a:pt x="916948" y="914400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h4788"/>
              <p:cNvSpPr/>
              <p:nvPr/>
            </p:nvSpPr>
            <p:spPr>
              <a:xfrm>
                <a:off x="3411039" y="1688394"/>
                <a:ext cx="921256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21256" h="918019">
                    <a:moveTo>
                      <a:pt x="914400" y="914400"/>
                    </a:moveTo>
                    <a:lnTo>
                      <a:pt x="921256" y="914400"/>
                    </a:lnTo>
                    <a:lnTo>
                      <a:pt x="920054" y="915034"/>
                    </a:lnTo>
                    <a:lnTo>
                      <a:pt x="918644" y="915778"/>
                    </a:lnTo>
                    <a:lnTo>
                      <a:pt x="917234" y="916522"/>
                    </a:lnTo>
                    <a:lnTo>
                      <a:pt x="915825" y="917266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h4789"/>
              <p:cNvSpPr/>
              <p:nvPr/>
            </p:nvSpPr>
            <p:spPr>
              <a:xfrm>
                <a:off x="2160639" y="16711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09" y="931638"/>
                    </a:lnTo>
                    <a:lnTo>
                      <a:pt x="908093" y="922128"/>
                    </a:lnTo>
                    <a:lnTo>
                      <a:pt x="907172" y="914400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h4790"/>
              <p:cNvSpPr/>
              <p:nvPr/>
            </p:nvSpPr>
            <p:spPr>
              <a:xfrm>
                <a:off x="216063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h4791"/>
              <p:cNvSpPr/>
              <p:nvPr/>
            </p:nvSpPr>
            <p:spPr>
              <a:xfrm>
                <a:off x="216990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h4792"/>
              <p:cNvSpPr/>
              <p:nvPr/>
            </p:nvSpPr>
            <p:spPr>
              <a:xfrm>
                <a:off x="217916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h4793"/>
              <p:cNvSpPr/>
              <p:nvPr/>
            </p:nvSpPr>
            <p:spPr>
              <a:xfrm>
                <a:off x="218842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h4794"/>
              <p:cNvSpPr/>
              <p:nvPr/>
            </p:nvSpPr>
            <p:spPr>
              <a:xfrm>
                <a:off x="219768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h4795"/>
              <p:cNvSpPr/>
              <p:nvPr/>
            </p:nvSpPr>
            <p:spPr>
              <a:xfrm>
                <a:off x="220695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h4796"/>
              <p:cNvSpPr/>
              <p:nvPr/>
            </p:nvSpPr>
            <p:spPr>
              <a:xfrm>
                <a:off x="221621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h4797"/>
              <p:cNvSpPr/>
              <p:nvPr/>
            </p:nvSpPr>
            <p:spPr>
              <a:xfrm>
                <a:off x="222547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8" name="ph4798"/>
              <p:cNvSpPr/>
              <p:nvPr/>
            </p:nvSpPr>
            <p:spPr>
              <a:xfrm>
                <a:off x="223473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9" name="ph4799"/>
              <p:cNvSpPr/>
              <p:nvPr/>
            </p:nvSpPr>
            <p:spPr>
              <a:xfrm>
                <a:off x="224399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0" name="ph4800"/>
              <p:cNvSpPr/>
              <p:nvPr/>
            </p:nvSpPr>
            <p:spPr>
              <a:xfrm>
                <a:off x="225326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ph4801"/>
              <p:cNvSpPr/>
              <p:nvPr/>
            </p:nvSpPr>
            <p:spPr>
              <a:xfrm>
                <a:off x="226252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2" name="ph4802"/>
              <p:cNvSpPr/>
              <p:nvPr/>
            </p:nvSpPr>
            <p:spPr>
              <a:xfrm>
                <a:off x="22717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3" name="ph4803"/>
              <p:cNvSpPr/>
              <p:nvPr/>
            </p:nvSpPr>
            <p:spPr>
              <a:xfrm>
                <a:off x="22810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4" name="ph4804"/>
              <p:cNvSpPr/>
              <p:nvPr/>
            </p:nvSpPr>
            <p:spPr>
              <a:xfrm>
                <a:off x="22903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5" name="ph4805"/>
              <p:cNvSpPr/>
              <p:nvPr/>
            </p:nvSpPr>
            <p:spPr>
              <a:xfrm>
                <a:off x="22995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6" name="ph4806"/>
              <p:cNvSpPr/>
              <p:nvPr/>
            </p:nvSpPr>
            <p:spPr>
              <a:xfrm>
                <a:off x="230883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7" name="ph4807"/>
              <p:cNvSpPr/>
              <p:nvPr/>
            </p:nvSpPr>
            <p:spPr>
              <a:xfrm>
                <a:off x="23180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8" name="ph4808"/>
              <p:cNvSpPr/>
              <p:nvPr/>
            </p:nvSpPr>
            <p:spPr>
              <a:xfrm>
                <a:off x="23273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9" name="ph4809"/>
              <p:cNvSpPr/>
              <p:nvPr/>
            </p:nvSpPr>
            <p:spPr>
              <a:xfrm>
                <a:off x="23366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0" name="ph4810"/>
              <p:cNvSpPr/>
              <p:nvPr/>
            </p:nvSpPr>
            <p:spPr>
              <a:xfrm>
                <a:off x="23458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1" name="ph4811"/>
              <p:cNvSpPr/>
              <p:nvPr/>
            </p:nvSpPr>
            <p:spPr>
              <a:xfrm>
                <a:off x="235514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2" name="ph4812"/>
              <p:cNvSpPr/>
              <p:nvPr/>
            </p:nvSpPr>
            <p:spPr>
              <a:xfrm>
                <a:off x="23644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3" name="ph4813"/>
              <p:cNvSpPr/>
              <p:nvPr/>
            </p:nvSpPr>
            <p:spPr>
              <a:xfrm>
                <a:off x="23736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4" name="ph4814"/>
              <p:cNvSpPr/>
              <p:nvPr/>
            </p:nvSpPr>
            <p:spPr>
              <a:xfrm>
                <a:off x="23829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5" name="ph4815"/>
              <p:cNvSpPr/>
              <p:nvPr/>
            </p:nvSpPr>
            <p:spPr>
              <a:xfrm>
                <a:off x="239219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6" name="ph4816"/>
              <p:cNvSpPr/>
              <p:nvPr/>
            </p:nvSpPr>
            <p:spPr>
              <a:xfrm>
                <a:off x="24014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7" name="ph4817"/>
              <p:cNvSpPr/>
              <p:nvPr/>
            </p:nvSpPr>
            <p:spPr>
              <a:xfrm>
                <a:off x="24107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8" name="ph4818"/>
              <p:cNvSpPr/>
              <p:nvPr/>
            </p:nvSpPr>
            <p:spPr>
              <a:xfrm>
                <a:off x="24199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9" name="ph4819"/>
              <p:cNvSpPr/>
              <p:nvPr/>
            </p:nvSpPr>
            <p:spPr>
              <a:xfrm>
                <a:off x="24292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0" name="ph4820"/>
              <p:cNvSpPr/>
              <p:nvPr/>
            </p:nvSpPr>
            <p:spPr>
              <a:xfrm>
                <a:off x="2447768" y="168839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005" y="897161"/>
                    </a:lnTo>
                    <a:lnTo>
                      <a:pt x="913623" y="903135"/>
                    </a:lnTo>
                    <a:lnTo>
                      <a:pt x="914399" y="90642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1" name="ph4821"/>
              <p:cNvSpPr/>
              <p:nvPr/>
            </p:nvSpPr>
            <p:spPr>
              <a:xfrm>
                <a:off x="2447768" y="1688394"/>
                <a:ext cx="9162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2" h="914400">
                    <a:moveTo>
                      <a:pt x="914399" y="914400"/>
                    </a:moveTo>
                    <a:lnTo>
                      <a:pt x="914399" y="906420"/>
                    </a:lnTo>
                    <a:lnTo>
                      <a:pt x="915983" y="913125"/>
                    </a:lnTo>
                    <a:lnTo>
                      <a:pt x="916242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2" name="ph4822"/>
              <p:cNvSpPr/>
              <p:nvPr/>
            </p:nvSpPr>
            <p:spPr>
              <a:xfrm>
                <a:off x="3105386" y="1671156"/>
                <a:ext cx="914400" cy="92948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483">
                    <a:moveTo>
                      <a:pt x="914400" y="914400"/>
                    </a:moveTo>
                    <a:lnTo>
                      <a:pt x="914400" y="929483"/>
                    </a:lnTo>
                    <a:lnTo>
                      <a:pt x="910904" y="923043"/>
                    </a:lnTo>
                    <a:lnTo>
                      <a:pt x="907022" y="915108"/>
                    </a:lnTo>
                    <a:lnTo>
                      <a:pt x="906710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3" name="ph4823"/>
              <p:cNvSpPr/>
              <p:nvPr/>
            </p:nvSpPr>
            <p:spPr>
              <a:xfrm>
                <a:off x="31053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32" y="931638"/>
                    </a:lnTo>
                    <a:lnTo>
                      <a:pt x="915002" y="930593"/>
                    </a:lnTo>
                    <a:lnTo>
                      <a:pt x="914400" y="929483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4" name="ph4824"/>
              <p:cNvSpPr/>
              <p:nvPr/>
            </p:nvSpPr>
            <p:spPr>
              <a:xfrm>
                <a:off x="31146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5" name="ph4825"/>
              <p:cNvSpPr/>
              <p:nvPr/>
            </p:nvSpPr>
            <p:spPr>
              <a:xfrm>
                <a:off x="31239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6" name="ph4826"/>
              <p:cNvSpPr/>
              <p:nvPr/>
            </p:nvSpPr>
            <p:spPr>
              <a:xfrm>
                <a:off x="31331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7" name="ph4827"/>
              <p:cNvSpPr/>
              <p:nvPr/>
            </p:nvSpPr>
            <p:spPr>
              <a:xfrm>
                <a:off x="314243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8" name="ph4828"/>
              <p:cNvSpPr/>
              <p:nvPr/>
            </p:nvSpPr>
            <p:spPr>
              <a:xfrm>
                <a:off x="31516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9" name="ph4829"/>
              <p:cNvSpPr/>
              <p:nvPr/>
            </p:nvSpPr>
            <p:spPr>
              <a:xfrm>
                <a:off x="31609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0" name="ph4830"/>
              <p:cNvSpPr/>
              <p:nvPr/>
            </p:nvSpPr>
            <p:spPr>
              <a:xfrm>
                <a:off x="31702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1" name="ph4831"/>
              <p:cNvSpPr/>
              <p:nvPr/>
            </p:nvSpPr>
            <p:spPr>
              <a:xfrm>
                <a:off x="31794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2" name="ph4832"/>
              <p:cNvSpPr/>
              <p:nvPr/>
            </p:nvSpPr>
            <p:spPr>
              <a:xfrm>
                <a:off x="318874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3" name="ph4833"/>
              <p:cNvSpPr/>
              <p:nvPr/>
            </p:nvSpPr>
            <p:spPr>
              <a:xfrm>
                <a:off x="31980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4" name="ph4834"/>
              <p:cNvSpPr/>
              <p:nvPr/>
            </p:nvSpPr>
            <p:spPr>
              <a:xfrm>
                <a:off x="32072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5" name="ph4835"/>
              <p:cNvSpPr/>
              <p:nvPr/>
            </p:nvSpPr>
            <p:spPr>
              <a:xfrm>
                <a:off x="32165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6" name="ph4836"/>
              <p:cNvSpPr/>
              <p:nvPr/>
            </p:nvSpPr>
            <p:spPr>
              <a:xfrm>
                <a:off x="322579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7" name="ph4837"/>
              <p:cNvSpPr/>
              <p:nvPr/>
            </p:nvSpPr>
            <p:spPr>
              <a:xfrm>
                <a:off x="32350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8" name="ph4838"/>
              <p:cNvSpPr/>
              <p:nvPr/>
            </p:nvSpPr>
            <p:spPr>
              <a:xfrm>
                <a:off x="32443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9" name="ph4839"/>
              <p:cNvSpPr/>
              <p:nvPr/>
            </p:nvSpPr>
            <p:spPr>
              <a:xfrm>
                <a:off x="32535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0" name="ph4840"/>
              <p:cNvSpPr/>
              <p:nvPr/>
            </p:nvSpPr>
            <p:spPr>
              <a:xfrm>
                <a:off x="32628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1" name="ph4841"/>
              <p:cNvSpPr/>
              <p:nvPr/>
            </p:nvSpPr>
            <p:spPr>
              <a:xfrm>
                <a:off x="327210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2" name="ph4842"/>
              <p:cNvSpPr/>
              <p:nvPr/>
            </p:nvSpPr>
            <p:spPr>
              <a:xfrm>
                <a:off x="328136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3" name="ph4843"/>
              <p:cNvSpPr/>
              <p:nvPr/>
            </p:nvSpPr>
            <p:spPr>
              <a:xfrm>
                <a:off x="329063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4" name="ph4844"/>
              <p:cNvSpPr/>
              <p:nvPr/>
            </p:nvSpPr>
            <p:spPr>
              <a:xfrm>
                <a:off x="329989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5" name="ph4845"/>
              <p:cNvSpPr/>
              <p:nvPr/>
            </p:nvSpPr>
            <p:spPr>
              <a:xfrm>
                <a:off x="330915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6" name="ph4846"/>
              <p:cNvSpPr/>
              <p:nvPr/>
            </p:nvSpPr>
            <p:spPr>
              <a:xfrm>
                <a:off x="331841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7" name="ph4847"/>
              <p:cNvSpPr/>
              <p:nvPr/>
            </p:nvSpPr>
            <p:spPr>
              <a:xfrm>
                <a:off x="332767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8" name="ph4848"/>
              <p:cNvSpPr/>
              <p:nvPr/>
            </p:nvSpPr>
            <p:spPr>
              <a:xfrm>
                <a:off x="333694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9" name="ph4849"/>
              <p:cNvSpPr/>
              <p:nvPr/>
            </p:nvSpPr>
            <p:spPr>
              <a:xfrm>
                <a:off x="334620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0" name="ph4850"/>
              <p:cNvSpPr/>
              <p:nvPr/>
            </p:nvSpPr>
            <p:spPr>
              <a:xfrm>
                <a:off x="335546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1" name="ph4851"/>
              <p:cNvSpPr/>
              <p:nvPr/>
            </p:nvSpPr>
            <p:spPr>
              <a:xfrm>
                <a:off x="336472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2" name="ph4852"/>
              <p:cNvSpPr/>
              <p:nvPr/>
            </p:nvSpPr>
            <p:spPr>
              <a:xfrm>
                <a:off x="337399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3" name="ph4853"/>
              <p:cNvSpPr/>
              <p:nvPr/>
            </p:nvSpPr>
            <p:spPr>
              <a:xfrm>
                <a:off x="338325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4" name="ph4854"/>
              <p:cNvSpPr/>
              <p:nvPr/>
            </p:nvSpPr>
            <p:spPr>
              <a:xfrm>
                <a:off x="339251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5" name="ph4855"/>
              <p:cNvSpPr/>
              <p:nvPr/>
            </p:nvSpPr>
            <p:spPr>
              <a:xfrm>
                <a:off x="340177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6" name="ph4856"/>
              <p:cNvSpPr/>
              <p:nvPr/>
            </p:nvSpPr>
            <p:spPr>
              <a:xfrm>
                <a:off x="3411039" y="16883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131"/>
                    </a:lnTo>
                    <a:lnTo>
                      <a:pt x="922875" y="913546"/>
                    </a:lnTo>
                    <a:lnTo>
                      <a:pt x="921464" y="914290"/>
                    </a:lnTo>
                    <a:lnTo>
                      <a:pt x="921256" y="914400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7" name="ph4857"/>
              <p:cNvSpPr/>
              <p:nvPr/>
            </p:nvSpPr>
            <p:spPr>
              <a:xfrm>
                <a:off x="3420301" y="1671156"/>
                <a:ext cx="923662" cy="93037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7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925"/>
                    </a:lnTo>
                    <a:lnTo>
                      <a:pt x="921676" y="926274"/>
                    </a:lnTo>
                    <a:lnTo>
                      <a:pt x="916438" y="929295"/>
                    </a:lnTo>
                    <a:lnTo>
                      <a:pt x="915023" y="930041"/>
                    </a:lnTo>
                    <a:lnTo>
                      <a:pt x="914400" y="930370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8" name="ph4858"/>
              <p:cNvSpPr/>
              <p:nvPr/>
            </p:nvSpPr>
            <p:spPr>
              <a:xfrm>
                <a:off x="3429563" y="1671156"/>
                <a:ext cx="923662" cy="92492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92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72"/>
                    </a:lnTo>
                    <a:lnTo>
                      <a:pt x="922617" y="918808"/>
                    </a:lnTo>
                    <a:lnTo>
                      <a:pt x="917565" y="922775"/>
                    </a:lnTo>
                    <a:lnTo>
                      <a:pt x="914400" y="924925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9" name="ph4859"/>
              <p:cNvSpPr/>
              <p:nvPr/>
            </p:nvSpPr>
            <p:spPr>
              <a:xfrm>
                <a:off x="3438825" y="1671156"/>
                <a:ext cx="918275" cy="917872"/>
              </a:xfrm>
              <a:custGeom>
                <a:avLst/>
                <a:gdLst/>
                <a:ahLst/>
                <a:cxnLst/>
                <a:rect l="0" t="0" r="0" b="0"/>
                <a:pathLst>
                  <a:path w="918275" h="917872">
                    <a:moveTo>
                      <a:pt x="914400" y="914400"/>
                    </a:moveTo>
                    <a:lnTo>
                      <a:pt x="918275" y="914400"/>
                    </a:lnTo>
                    <a:lnTo>
                      <a:pt x="914400" y="917872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0" name="ph4860"/>
              <p:cNvSpPr/>
              <p:nvPr/>
            </p:nvSpPr>
            <p:spPr>
              <a:xfrm>
                <a:off x="2160639" y="16539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172" y="931638"/>
                    </a:lnTo>
                    <a:lnTo>
                      <a:pt x="906836" y="928818"/>
                    </a:lnTo>
                    <a:lnTo>
                      <a:pt x="905877" y="918161"/>
                    </a:lnTo>
                    <a:lnTo>
                      <a:pt x="905646" y="914400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1" name="ph4861"/>
              <p:cNvSpPr/>
              <p:nvPr/>
            </p:nvSpPr>
            <p:spPr>
              <a:xfrm>
                <a:off x="21606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2" name="ph4862"/>
              <p:cNvSpPr/>
              <p:nvPr/>
            </p:nvSpPr>
            <p:spPr>
              <a:xfrm>
                <a:off x="21699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3" name="ph4863"/>
              <p:cNvSpPr/>
              <p:nvPr/>
            </p:nvSpPr>
            <p:spPr>
              <a:xfrm>
                <a:off x="21791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4" name="ph4864"/>
              <p:cNvSpPr/>
              <p:nvPr/>
            </p:nvSpPr>
            <p:spPr>
              <a:xfrm>
                <a:off x="218842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5" name="ph4865"/>
              <p:cNvSpPr/>
              <p:nvPr/>
            </p:nvSpPr>
            <p:spPr>
              <a:xfrm>
                <a:off x="219768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6" name="ph4866"/>
              <p:cNvSpPr/>
              <p:nvPr/>
            </p:nvSpPr>
            <p:spPr>
              <a:xfrm>
                <a:off x="220695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7" name="ph4867"/>
              <p:cNvSpPr/>
              <p:nvPr/>
            </p:nvSpPr>
            <p:spPr>
              <a:xfrm>
                <a:off x="221621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8" name="ph4868"/>
              <p:cNvSpPr/>
              <p:nvPr/>
            </p:nvSpPr>
            <p:spPr>
              <a:xfrm>
                <a:off x="222547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9" name="ph4869"/>
              <p:cNvSpPr/>
              <p:nvPr/>
            </p:nvSpPr>
            <p:spPr>
              <a:xfrm>
                <a:off x="223473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0" name="ph4870"/>
              <p:cNvSpPr/>
              <p:nvPr/>
            </p:nvSpPr>
            <p:spPr>
              <a:xfrm>
                <a:off x="224399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1" name="ph4871"/>
              <p:cNvSpPr/>
              <p:nvPr/>
            </p:nvSpPr>
            <p:spPr>
              <a:xfrm>
                <a:off x="225326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2" name="ph4872"/>
              <p:cNvSpPr/>
              <p:nvPr/>
            </p:nvSpPr>
            <p:spPr>
              <a:xfrm>
                <a:off x="22625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3" name="ph4873"/>
              <p:cNvSpPr/>
              <p:nvPr/>
            </p:nvSpPr>
            <p:spPr>
              <a:xfrm>
                <a:off x="22717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4" name="ph4874"/>
              <p:cNvSpPr/>
              <p:nvPr/>
            </p:nvSpPr>
            <p:spPr>
              <a:xfrm>
                <a:off x="22810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5" name="ph4875"/>
              <p:cNvSpPr/>
              <p:nvPr/>
            </p:nvSpPr>
            <p:spPr>
              <a:xfrm>
                <a:off x="22903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6" name="ph4876"/>
              <p:cNvSpPr/>
              <p:nvPr/>
            </p:nvSpPr>
            <p:spPr>
              <a:xfrm>
                <a:off x="22995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7" name="ph4877"/>
              <p:cNvSpPr/>
              <p:nvPr/>
            </p:nvSpPr>
            <p:spPr>
              <a:xfrm>
                <a:off x="230883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8" name="ph4878"/>
              <p:cNvSpPr/>
              <p:nvPr/>
            </p:nvSpPr>
            <p:spPr>
              <a:xfrm>
                <a:off x="23180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9" name="ph4879"/>
              <p:cNvSpPr/>
              <p:nvPr/>
            </p:nvSpPr>
            <p:spPr>
              <a:xfrm>
                <a:off x="23273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0" name="ph4880"/>
              <p:cNvSpPr/>
              <p:nvPr/>
            </p:nvSpPr>
            <p:spPr>
              <a:xfrm>
                <a:off x="23366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1" name="ph4881"/>
              <p:cNvSpPr/>
              <p:nvPr/>
            </p:nvSpPr>
            <p:spPr>
              <a:xfrm>
                <a:off x="23458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2" name="ph4882"/>
              <p:cNvSpPr/>
              <p:nvPr/>
            </p:nvSpPr>
            <p:spPr>
              <a:xfrm>
                <a:off x="235514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3" name="ph4883"/>
              <p:cNvSpPr/>
              <p:nvPr/>
            </p:nvSpPr>
            <p:spPr>
              <a:xfrm>
                <a:off x="23644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4" name="ph4884"/>
              <p:cNvSpPr/>
              <p:nvPr/>
            </p:nvSpPr>
            <p:spPr>
              <a:xfrm>
                <a:off x="23736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5" name="ph4885"/>
              <p:cNvSpPr/>
              <p:nvPr/>
            </p:nvSpPr>
            <p:spPr>
              <a:xfrm>
                <a:off x="23829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6" name="ph4886"/>
              <p:cNvSpPr/>
              <p:nvPr/>
            </p:nvSpPr>
            <p:spPr>
              <a:xfrm>
                <a:off x="239219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7" name="ph4887"/>
              <p:cNvSpPr/>
              <p:nvPr/>
            </p:nvSpPr>
            <p:spPr>
              <a:xfrm>
                <a:off x="24014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8" name="ph4888"/>
              <p:cNvSpPr/>
              <p:nvPr/>
            </p:nvSpPr>
            <p:spPr>
              <a:xfrm>
                <a:off x="24107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9" name="ph4889"/>
              <p:cNvSpPr/>
              <p:nvPr/>
            </p:nvSpPr>
            <p:spPr>
              <a:xfrm>
                <a:off x="24199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0" name="ph4890"/>
              <p:cNvSpPr/>
              <p:nvPr/>
            </p:nvSpPr>
            <p:spPr>
              <a:xfrm>
                <a:off x="24292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1" name="ph4891"/>
              <p:cNvSpPr/>
              <p:nvPr/>
            </p:nvSpPr>
            <p:spPr>
              <a:xfrm>
                <a:off x="2438506" y="1671156"/>
                <a:ext cx="9212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6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950" y="897161"/>
                    </a:lnTo>
                    <a:lnTo>
                      <a:pt x="917334" y="901158"/>
                    </a:lnTo>
                    <a:lnTo>
                      <a:pt x="920246" y="910629"/>
                    </a:lnTo>
                    <a:lnTo>
                      <a:pt x="921267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2" name="ph4892"/>
              <p:cNvSpPr/>
              <p:nvPr/>
            </p:nvSpPr>
            <p:spPr>
              <a:xfrm>
                <a:off x="3096123" y="1653917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629" y="924048"/>
                    </a:lnTo>
                    <a:lnTo>
                      <a:pt x="909209" y="915407"/>
                    </a:lnTo>
                    <a:lnTo>
                      <a:pt x="908852" y="914400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3" name="ph4893"/>
              <p:cNvSpPr/>
              <p:nvPr/>
            </p:nvSpPr>
            <p:spPr>
              <a:xfrm>
                <a:off x="30961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972" y="931638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4" name="ph4894"/>
              <p:cNvSpPr/>
              <p:nvPr/>
            </p:nvSpPr>
            <p:spPr>
              <a:xfrm>
                <a:off x="31053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5" name="ph4895"/>
              <p:cNvSpPr/>
              <p:nvPr/>
            </p:nvSpPr>
            <p:spPr>
              <a:xfrm>
                <a:off x="31146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6" name="ph4896"/>
              <p:cNvSpPr/>
              <p:nvPr/>
            </p:nvSpPr>
            <p:spPr>
              <a:xfrm>
                <a:off x="31239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7" name="ph4897"/>
              <p:cNvSpPr/>
              <p:nvPr/>
            </p:nvSpPr>
            <p:spPr>
              <a:xfrm>
                <a:off x="31331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8" name="ph4898"/>
              <p:cNvSpPr/>
              <p:nvPr/>
            </p:nvSpPr>
            <p:spPr>
              <a:xfrm>
                <a:off x="314243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9" name="ph4899"/>
              <p:cNvSpPr/>
              <p:nvPr/>
            </p:nvSpPr>
            <p:spPr>
              <a:xfrm>
                <a:off x="31516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0" name="ph4900"/>
              <p:cNvSpPr/>
              <p:nvPr/>
            </p:nvSpPr>
            <p:spPr>
              <a:xfrm>
                <a:off x="31609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1" name="ph4901"/>
              <p:cNvSpPr/>
              <p:nvPr/>
            </p:nvSpPr>
            <p:spPr>
              <a:xfrm>
                <a:off x="31702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2" name="ph4902"/>
              <p:cNvSpPr/>
              <p:nvPr/>
            </p:nvSpPr>
            <p:spPr>
              <a:xfrm>
                <a:off x="31794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3" name="ph4903"/>
              <p:cNvSpPr/>
              <p:nvPr/>
            </p:nvSpPr>
            <p:spPr>
              <a:xfrm>
                <a:off x="318874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4" name="ph4904"/>
              <p:cNvSpPr/>
              <p:nvPr/>
            </p:nvSpPr>
            <p:spPr>
              <a:xfrm>
                <a:off x="31980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5" name="ph4905"/>
              <p:cNvSpPr/>
              <p:nvPr/>
            </p:nvSpPr>
            <p:spPr>
              <a:xfrm>
                <a:off x="32072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6" name="ph4906"/>
              <p:cNvSpPr/>
              <p:nvPr/>
            </p:nvSpPr>
            <p:spPr>
              <a:xfrm>
                <a:off x="32165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7" name="ph4907"/>
              <p:cNvSpPr/>
              <p:nvPr/>
            </p:nvSpPr>
            <p:spPr>
              <a:xfrm>
                <a:off x="322579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8" name="ph4908"/>
              <p:cNvSpPr/>
              <p:nvPr/>
            </p:nvSpPr>
            <p:spPr>
              <a:xfrm>
                <a:off x="32350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9" name="ph4909"/>
              <p:cNvSpPr/>
              <p:nvPr/>
            </p:nvSpPr>
            <p:spPr>
              <a:xfrm>
                <a:off x="32443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0" name="ph4910"/>
              <p:cNvSpPr/>
              <p:nvPr/>
            </p:nvSpPr>
            <p:spPr>
              <a:xfrm>
                <a:off x="32535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1" name="ph4911"/>
              <p:cNvSpPr/>
              <p:nvPr/>
            </p:nvSpPr>
            <p:spPr>
              <a:xfrm>
                <a:off x="32628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2" name="ph4912"/>
              <p:cNvSpPr/>
              <p:nvPr/>
            </p:nvSpPr>
            <p:spPr>
              <a:xfrm>
                <a:off x="327210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3" name="ph4913"/>
              <p:cNvSpPr/>
              <p:nvPr/>
            </p:nvSpPr>
            <p:spPr>
              <a:xfrm>
                <a:off x="328136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4" name="ph4914"/>
              <p:cNvSpPr/>
              <p:nvPr/>
            </p:nvSpPr>
            <p:spPr>
              <a:xfrm>
                <a:off x="329063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5" name="ph4915"/>
              <p:cNvSpPr/>
              <p:nvPr/>
            </p:nvSpPr>
            <p:spPr>
              <a:xfrm>
                <a:off x="329989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6" name="ph4916"/>
              <p:cNvSpPr/>
              <p:nvPr/>
            </p:nvSpPr>
            <p:spPr>
              <a:xfrm>
                <a:off x="330915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7" name="ph4917"/>
              <p:cNvSpPr/>
              <p:nvPr/>
            </p:nvSpPr>
            <p:spPr>
              <a:xfrm>
                <a:off x="331841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8" name="ph4918"/>
              <p:cNvSpPr/>
              <p:nvPr/>
            </p:nvSpPr>
            <p:spPr>
              <a:xfrm>
                <a:off x="332767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9" name="ph4919"/>
              <p:cNvSpPr/>
              <p:nvPr/>
            </p:nvSpPr>
            <p:spPr>
              <a:xfrm>
                <a:off x="333694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0" name="ph4920"/>
              <p:cNvSpPr/>
              <p:nvPr/>
            </p:nvSpPr>
            <p:spPr>
              <a:xfrm>
                <a:off x="334620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1" name="ph4921"/>
              <p:cNvSpPr/>
              <p:nvPr/>
            </p:nvSpPr>
            <p:spPr>
              <a:xfrm>
                <a:off x="335546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2" name="ph4922"/>
              <p:cNvSpPr/>
              <p:nvPr/>
            </p:nvSpPr>
            <p:spPr>
              <a:xfrm>
                <a:off x="336472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3" name="ph4923"/>
              <p:cNvSpPr/>
              <p:nvPr/>
            </p:nvSpPr>
            <p:spPr>
              <a:xfrm>
                <a:off x="337399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4" name="ph4924"/>
              <p:cNvSpPr/>
              <p:nvPr/>
            </p:nvSpPr>
            <p:spPr>
              <a:xfrm>
                <a:off x="338325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5" name="ph4925"/>
              <p:cNvSpPr/>
              <p:nvPr/>
            </p:nvSpPr>
            <p:spPr>
              <a:xfrm>
                <a:off x="339251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6" name="ph4926"/>
              <p:cNvSpPr/>
              <p:nvPr/>
            </p:nvSpPr>
            <p:spPr>
              <a:xfrm>
                <a:off x="340177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7" name="ph4927"/>
              <p:cNvSpPr/>
              <p:nvPr/>
            </p:nvSpPr>
            <p:spPr>
              <a:xfrm>
                <a:off x="34110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8" name="ph4928"/>
              <p:cNvSpPr/>
              <p:nvPr/>
            </p:nvSpPr>
            <p:spPr>
              <a:xfrm>
                <a:off x="34203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9" name="ph4929"/>
              <p:cNvSpPr/>
              <p:nvPr/>
            </p:nvSpPr>
            <p:spPr>
              <a:xfrm>
                <a:off x="34295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0" name="ph4930"/>
              <p:cNvSpPr/>
              <p:nvPr/>
            </p:nvSpPr>
            <p:spPr>
              <a:xfrm>
                <a:off x="3438825" y="16711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885"/>
                    </a:lnTo>
                    <a:lnTo>
                      <a:pt x="923113" y="909507"/>
                    </a:lnTo>
                    <a:lnTo>
                      <a:pt x="918275" y="914400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1" name="ph4931"/>
              <p:cNvSpPr/>
              <p:nvPr/>
            </p:nvSpPr>
            <p:spPr>
              <a:xfrm>
                <a:off x="3448088" y="1653917"/>
                <a:ext cx="923662" cy="9261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12"/>
                    </a:lnTo>
                    <a:lnTo>
                      <a:pt x="923069" y="915701"/>
                    </a:lnTo>
                    <a:lnTo>
                      <a:pt x="918533" y="921435"/>
                    </a:lnTo>
                    <a:lnTo>
                      <a:pt x="914400" y="926123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2" name="ph4932"/>
              <p:cNvSpPr/>
              <p:nvPr/>
            </p:nvSpPr>
            <p:spPr>
              <a:xfrm>
                <a:off x="3457350" y="1653917"/>
                <a:ext cx="914784" cy="914912"/>
              </a:xfrm>
              <a:custGeom>
                <a:avLst/>
                <a:gdLst/>
                <a:ahLst/>
                <a:cxnLst/>
                <a:rect l="0" t="0" r="0" b="0"/>
                <a:pathLst>
                  <a:path w="914784" h="914912">
                    <a:moveTo>
                      <a:pt x="914400" y="914400"/>
                    </a:moveTo>
                    <a:lnTo>
                      <a:pt x="914784" y="914400"/>
                    </a:lnTo>
                    <a:lnTo>
                      <a:pt x="914400" y="914912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3" name="ph4933"/>
              <p:cNvSpPr/>
              <p:nvPr/>
            </p:nvSpPr>
            <p:spPr>
              <a:xfrm>
                <a:off x="2151377" y="1636679"/>
                <a:ext cx="914400" cy="92222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220">
                    <a:moveTo>
                      <a:pt x="914400" y="914400"/>
                    </a:moveTo>
                    <a:lnTo>
                      <a:pt x="914400" y="922220"/>
                    </a:lnTo>
                    <a:lnTo>
                      <a:pt x="914141" y="914400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4" name="ph4934"/>
              <p:cNvSpPr/>
              <p:nvPr/>
            </p:nvSpPr>
            <p:spPr>
              <a:xfrm>
                <a:off x="21513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08" y="931638"/>
                    </a:lnTo>
                    <a:lnTo>
                      <a:pt x="914480" y="924664"/>
                    </a:lnTo>
                    <a:lnTo>
                      <a:pt x="914400" y="922220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5" name="ph4935"/>
              <p:cNvSpPr/>
              <p:nvPr/>
            </p:nvSpPr>
            <p:spPr>
              <a:xfrm>
                <a:off x="21606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6" name="ph4936"/>
              <p:cNvSpPr/>
              <p:nvPr/>
            </p:nvSpPr>
            <p:spPr>
              <a:xfrm>
                <a:off x="21699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7" name="ph4937"/>
              <p:cNvSpPr/>
              <p:nvPr/>
            </p:nvSpPr>
            <p:spPr>
              <a:xfrm>
                <a:off x="21791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8" name="ph4938"/>
              <p:cNvSpPr/>
              <p:nvPr/>
            </p:nvSpPr>
            <p:spPr>
              <a:xfrm>
                <a:off x="218842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9" name="ph4939"/>
              <p:cNvSpPr/>
              <p:nvPr/>
            </p:nvSpPr>
            <p:spPr>
              <a:xfrm>
                <a:off x="21976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0" name="ph4940"/>
              <p:cNvSpPr/>
              <p:nvPr/>
            </p:nvSpPr>
            <p:spPr>
              <a:xfrm>
                <a:off x="220695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1" name="ph4941"/>
              <p:cNvSpPr/>
              <p:nvPr/>
            </p:nvSpPr>
            <p:spPr>
              <a:xfrm>
                <a:off x="221621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2" name="ph4942"/>
              <p:cNvSpPr/>
              <p:nvPr/>
            </p:nvSpPr>
            <p:spPr>
              <a:xfrm>
                <a:off x="222547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3" name="ph4943"/>
              <p:cNvSpPr/>
              <p:nvPr/>
            </p:nvSpPr>
            <p:spPr>
              <a:xfrm>
                <a:off x="223473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4" name="ph4944"/>
              <p:cNvSpPr/>
              <p:nvPr/>
            </p:nvSpPr>
            <p:spPr>
              <a:xfrm>
                <a:off x="224399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5" name="ph4945"/>
              <p:cNvSpPr/>
              <p:nvPr/>
            </p:nvSpPr>
            <p:spPr>
              <a:xfrm>
                <a:off x="22532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6" name="ph4946"/>
              <p:cNvSpPr/>
              <p:nvPr/>
            </p:nvSpPr>
            <p:spPr>
              <a:xfrm>
                <a:off x="22625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7" name="ph4947"/>
              <p:cNvSpPr/>
              <p:nvPr/>
            </p:nvSpPr>
            <p:spPr>
              <a:xfrm>
                <a:off x="22717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8" name="ph4948"/>
              <p:cNvSpPr/>
              <p:nvPr/>
            </p:nvSpPr>
            <p:spPr>
              <a:xfrm>
                <a:off x="22810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9" name="ph4949"/>
              <p:cNvSpPr/>
              <p:nvPr/>
            </p:nvSpPr>
            <p:spPr>
              <a:xfrm>
                <a:off x="22903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0" name="ph4950"/>
              <p:cNvSpPr/>
              <p:nvPr/>
            </p:nvSpPr>
            <p:spPr>
              <a:xfrm>
                <a:off x="22995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1" name="ph4951"/>
              <p:cNvSpPr/>
              <p:nvPr/>
            </p:nvSpPr>
            <p:spPr>
              <a:xfrm>
                <a:off x="230883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2" name="ph4952"/>
              <p:cNvSpPr/>
              <p:nvPr/>
            </p:nvSpPr>
            <p:spPr>
              <a:xfrm>
                <a:off x="23180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3" name="ph4953"/>
              <p:cNvSpPr/>
              <p:nvPr/>
            </p:nvSpPr>
            <p:spPr>
              <a:xfrm>
                <a:off x="23273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4" name="ph4954"/>
              <p:cNvSpPr/>
              <p:nvPr/>
            </p:nvSpPr>
            <p:spPr>
              <a:xfrm>
                <a:off x="23366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5" name="ph4955"/>
              <p:cNvSpPr/>
              <p:nvPr/>
            </p:nvSpPr>
            <p:spPr>
              <a:xfrm>
                <a:off x="23458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6" name="ph4956"/>
              <p:cNvSpPr/>
              <p:nvPr/>
            </p:nvSpPr>
            <p:spPr>
              <a:xfrm>
                <a:off x="235514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7" name="ph4957"/>
              <p:cNvSpPr/>
              <p:nvPr/>
            </p:nvSpPr>
            <p:spPr>
              <a:xfrm>
                <a:off x="23644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8" name="ph4958"/>
              <p:cNvSpPr/>
              <p:nvPr/>
            </p:nvSpPr>
            <p:spPr>
              <a:xfrm>
                <a:off x="23736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9" name="ph4959"/>
              <p:cNvSpPr/>
              <p:nvPr/>
            </p:nvSpPr>
            <p:spPr>
              <a:xfrm>
                <a:off x="23829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0" name="ph4960"/>
              <p:cNvSpPr/>
              <p:nvPr/>
            </p:nvSpPr>
            <p:spPr>
              <a:xfrm>
                <a:off x="239219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1" name="ph4961"/>
              <p:cNvSpPr/>
              <p:nvPr/>
            </p:nvSpPr>
            <p:spPr>
              <a:xfrm>
                <a:off x="24014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2" name="ph4962"/>
              <p:cNvSpPr/>
              <p:nvPr/>
            </p:nvSpPr>
            <p:spPr>
              <a:xfrm>
                <a:off x="24107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3" name="ph4963"/>
              <p:cNvSpPr/>
              <p:nvPr/>
            </p:nvSpPr>
            <p:spPr>
              <a:xfrm>
                <a:off x="24199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4" name="ph4964"/>
              <p:cNvSpPr/>
              <p:nvPr/>
            </p:nvSpPr>
            <p:spPr>
              <a:xfrm>
                <a:off x="2438506" y="16539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34" y="897161"/>
                    </a:lnTo>
                    <a:lnTo>
                      <a:pt x="910725" y="900376"/>
                    </a:lnTo>
                    <a:lnTo>
                      <a:pt x="914157" y="909224"/>
                    </a:lnTo>
                    <a:lnTo>
                      <a:pt x="914400" y="909923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5" name="ph4965"/>
              <p:cNvSpPr/>
              <p:nvPr/>
            </p:nvSpPr>
            <p:spPr>
              <a:xfrm>
                <a:off x="2438506" y="1653917"/>
                <a:ext cx="9159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0" h="914400">
                    <a:moveTo>
                      <a:pt x="914400" y="914400"/>
                    </a:moveTo>
                    <a:lnTo>
                      <a:pt x="914400" y="909923"/>
                    </a:lnTo>
                    <a:lnTo>
                      <a:pt x="915950" y="914400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6" name="ph4966"/>
              <p:cNvSpPr/>
              <p:nvPr/>
            </p:nvSpPr>
            <p:spPr>
              <a:xfrm>
                <a:off x="3086861" y="1636679"/>
                <a:ext cx="914400" cy="9208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841">
                    <a:moveTo>
                      <a:pt x="914400" y="914400"/>
                    </a:moveTo>
                    <a:lnTo>
                      <a:pt x="914400" y="920841"/>
                    </a:lnTo>
                    <a:lnTo>
                      <a:pt x="912368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7" name="ph4967"/>
              <p:cNvSpPr/>
              <p:nvPr/>
            </p:nvSpPr>
            <p:spPr>
              <a:xfrm>
                <a:off x="30868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15" y="931638"/>
                    </a:lnTo>
                    <a:lnTo>
                      <a:pt x="915297" y="923686"/>
                    </a:lnTo>
                    <a:lnTo>
                      <a:pt x="914400" y="920841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8" name="ph4968"/>
              <p:cNvSpPr/>
              <p:nvPr/>
            </p:nvSpPr>
            <p:spPr>
              <a:xfrm>
                <a:off x="30961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9" name="ph4969"/>
              <p:cNvSpPr/>
              <p:nvPr/>
            </p:nvSpPr>
            <p:spPr>
              <a:xfrm>
                <a:off x="31053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0" name="ph4970"/>
              <p:cNvSpPr/>
              <p:nvPr/>
            </p:nvSpPr>
            <p:spPr>
              <a:xfrm>
                <a:off x="31146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1" name="ph4971"/>
              <p:cNvSpPr/>
              <p:nvPr/>
            </p:nvSpPr>
            <p:spPr>
              <a:xfrm>
                <a:off x="31239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2" name="ph4972"/>
              <p:cNvSpPr/>
              <p:nvPr/>
            </p:nvSpPr>
            <p:spPr>
              <a:xfrm>
                <a:off x="31331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3" name="ph4973"/>
              <p:cNvSpPr/>
              <p:nvPr/>
            </p:nvSpPr>
            <p:spPr>
              <a:xfrm>
                <a:off x="314243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4" name="ph4974"/>
              <p:cNvSpPr/>
              <p:nvPr/>
            </p:nvSpPr>
            <p:spPr>
              <a:xfrm>
                <a:off x="31516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5" name="ph4975"/>
              <p:cNvSpPr/>
              <p:nvPr/>
            </p:nvSpPr>
            <p:spPr>
              <a:xfrm>
                <a:off x="31609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6" name="ph4976"/>
              <p:cNvSpPr/>
              <p:nvPr/>
            </p:nvSpPr>
            <p:spPr>
              <a:xfrm>
                <a:off x="31702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7" name="ph4977"/>
              <p:cNvSpPr/>
              <p:nvPr/>
            </p:nvSpPr>
            <p:spPr>
              <a:xfrm>
                <a:off x="31794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8" name="ph4978"/>
              <p:cNvSpPr/>
              <p:nvPr/>
            </p:nvSpPr>
            <p:spPr>
              <a:xfrm>
                <a:off x="318874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9" name="ph4979"/>
              <p:cNvSpPr/>
              <p:nvPr/>
            </p:nvSpPr>
            <p:spPr>
              <a:xfrm>
                <a:off x="31980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0" name="ph4980"/>
              <p:cNvSpPr/>
              <p:nvPr/>
            </p:nvSpPr>
            <p:spPr>
              <a:xfrm>
                <a:off x="32072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1" name="ph4981"/>
              <p:cNvSpPr/>
              <p:nvPr/>
            </p:nvSpPr>
            <p:spPr>
              <a:xfrm>
                <a:off x="32165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2" name="ph4982"/>
              <p:cNvSpPr/>
              <p:nvPr/>
            </p:nvSpPr>
            <p:spPr>
              <a:xfrm>
                <a:off x="322579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3" name="ph4983"/>
              <p:cNvSpPr/>
              <p:nvPr/>
            </p:nvSpPr>
            <p:spPr>
              <a:xfrm>
                <a:off x="32350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4" name="ph4984"/>
              <p:cNvSpPr/>
              <p:nvPr/>
            </p:nvSpPr>
            <p:spPr>
              <a:xfrm>
                <a:off x="32443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5" name="ph4985"/>
              <p:cNvSpPr/>
              <p:nvPr/>
            </p:nvSpPr>
            <p:spPr>
              <a:xfrm>
                <a:off x="32535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6" name="ph4986"/>
              <p:cNvSpPr/>
              <p:nvPr/>
            </p:nvSpPr>
            <p:spPr>
              <a:xfrm>
                <a:off x="326284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7" name="ph4987"/>
              <p:cNvSpPr/>
              <p:nvPr/>
            </p:nvSpPr>
            <p:spPr>
              <a:xfrm>
                <a:off x="327210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8" name="ph4988"/>
              <p:cNvSpPr/>
              <p:nvPr/>
            </p:nvSpPr>
            <p:spPr>
              <a:xfrm>
                <a:off x="328136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9" name="ph4989"/>
              <p:cNvSpPr/>
              <p:nvPr/>
            </p:nvSpPr>
            <p:spPr>
              <a:xfrm>
                <a:off x="329063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0" name="ph4990"/>
              <p:cNvSpPr/>
              <p:nvPr/>
            </p:nvSpPr>
            <p:spPr>
              <a:xfrm>
                <a:off x="329989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1" name="ph4991"/>
              <p:cNvSpPr/>
              <p:nvPr/>
            </p:nvSpPr>
            <p:spPr>
              <a:xfrm>
                <a:off x="330915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2" name="ph4992"/>
              <p:cNvSpPr/>
              <p:nvPr/>
            </p:nvSpPr>
            <p:spPr>
              <a:xfrm>
                <a:off x="331841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3" name="ph4993"/>
              <p:cNvSpPr/>
              <p:nvPr/>
            </p:nvSpPr>
            <p:spPr>
              <a:xfrm>
                <a:off x="332767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4" name="ph4994"/>
              <p:cNvSpPr/>
              <p:nvPr/>
            </p:nvSpPr>
            <p:spPr>
              <a:xfrm>
                <a:off x="333694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5" name="ph4995"/>
              <p:cNvSpPr/>
              <p:nvPr/>
            </p:nvSpPr>
            <p:spPr>
              <a:xfrm>
                <a:off x="334620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6" name="ph4996"/>
              <p:cNvSpPr/>
              <p:nvPr/>
            </p:nvSpPr>
            <p:spPr>
              <a:xfrm>
                <a:off x="335546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7" name="ph4997"/>
              <p:cNvSpPr/>
              <p:nvPr/>
            </p:nvSpPr>
            <p:spPr>
              <a:xfrm>
                <a:off x="336472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8" name="ph4998"/>
              <p:cNvSpPr/>
              <p:nvPr/>
            </p:nvSpPr>
            <p:spPr>
              <a:xfrm>
                <a:off x="337399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9" name="ph4999"/>
              <p:cNvSpPr/>
              <p:nvPr/>
            </p:nvSpPr>
            <p:spPr>
              <a:xfrm>
                <a:off x="338325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0" name="ph5000"/>
              <p:cNvSpPr/>
              <p:nvPr/>
            </p:nvSpPr>
            <p:spPr>
              <a:xfrm>
                <a:off x="339251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1" name="ph5001"/>
              <p:cNvSpPr/>
              <p:nvPr/>
            </p:nvSpPr>
            <p:spPr>
              <a:xfrm>
                <a:off x="34017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2" name="ph5002"/>
              <p:cNvSpPr/>
              <p:nvPr/>
            </p:nvSpPr>
            <p:spPr>
              <a:xfrm>
                <a:off x="34110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3" name="ph5003"/>
              <p:cNvSpPr/>
              <p:nvPr/>
            </p:nvSpPr>
            <p:spPr>
              <a:xfrm>
                <a:off x="34203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4" name="ph5004"/>
              <p:cNvSpPr/>
              <p:nvPr/>
            </p:nvSpPr>
            <p:spPr>
              <a:xfrm>
                <a:off x="34295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5" name="ph5005"/>
              <p:cNvSpPr/>
              <p:nvPr/>
            </p:nvSpPr>
            <p:spPr>
              <a:xfrm>
                <a:off x="343882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6" name="ph5006"/>
              <p:cNvSpPr/>
              <p:nvPr/>
            </p:nvSpPr>
            <p:spPr>
              <a:xfrm>
                <a:off x="34480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7" name="ph5007"/>
              <p:cNvSpPr/>
              <p:nvPr/>
            </p:nvSpPr>
            <p:spPr>
              <a:xfrm>
                <a:off x="3457350" y="16539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11"/>
                    </a:lnTo>
                    <a:lnTo>
                      <a:pt x="923046" y="907822"/>
                    </a:lnTo>
                    <a:lnTo>
                      <a:pt x="921821" y="908440"/>
                    </a:lnTo>
                    <a:lnTo>
                      <a:pt x="920596" y="909059"/>
                    </a:lnTo>
                    <a:lnTo>
                      <a:pt x="919371" y="909677"/>
                    </a:lnTo>
                    <a:lnTo>
                      <a:pt x="918147" y="910296"/>
                    </a:lnTo>
                    <a:lnTo>
                      <a:pt x="917693" y="910525"/>
                    </a:lnTo>
                    <a:lnTo>
                      <a:pt x="917551" y="910714"/>
                    </a:lnTo>
                    <a:lnTo>
                      <a:pt x="916305" y="912373"/>
                    </a:lnTo>
                    <a:lnTo>
                      <a:pt x="915060" y="914032"/>
                    </a:lnTo>
                    <a:lnTo>
                      <a:pt x="914784" y="914400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8" name="ph5008"/>
              <p:cNvSpPr/>
              <p:nvPr/>
            </p:nvSpPr>
            <p:spPr>
              <a:xfrm>
                <a:off x="3466612" y="1636679"/>
                <a:ext cx="923662" cy="92474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74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7" y="920117"/>
                    </a:lnTo>
                    <a:lnTo>
                      <a:pt x="922361" y="920734"/>
                    </a:lnTo>
                    <a:lnTo>
                      <a:pt x="921135" y="921352"/>
                    </a:lnTo>
                    <a:lnTo>
                      <a:pt x="919910" y="921970"/>
                    </a:lnTo>
                    <a:lnTo>
                      <a:pt x="918684" y="922587"/>
                    </a:lnTo>
                    <a:lnTo>
                      <a:pt x="917459" y="923205"/>
                    </a:lnTo>
                    <a:lnTo>
                      <a:pt x="916234" y="923823"/>
                    </a:lnTo>
                    <a:lnTo>
                      <a:pt x="915008" y="924442"/>
                    </a:lnTo>
                    <a:lnTo>
                      <a:pt x="914400" y="92474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9" name="ph5009"/>
              <p:cNvSpPr/>
              <p:nvPr/>
            </p:nvSpPr>
            <p:spPr>
              <a:xfrm>
                <a:off x="3475874" y="1636679"/>
                <a:ext cx="923662" cy="9200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186"/>
                    </a:lnTo>
                    <a:lnTo>
                      <a:pt x="919234" y="917646"/>
                    </a:lnTo>
                    <a:lnTo>
                      <a:pt x="918003" y="918265"/>
                    </a:lnTo>
                    <a:lnTo>
                      <a:pt x="916777" y="918882"/>
                    </a:lnTo>
                    <a:lnTo>
                      <a:pt x="915551" y="919499"/>
                    </a:lnTo>
                    <a:lnTo>
                      <a:pt x="914400" y="92007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0" name="ph5010"/>
              <p:cNvSpPr/>
              <p:nvPr/>
            </p:nvSpPr>
            <p:spPr>
              <a:xfrm>
                <a:off x="3485137" y="1636679"/>
                <a:ext cx="915767" cy="915186"/>
              </a:xfrm>
              <a:custGeom>
                <a:avLst/>
                <a:gdLst/>
                <a:ahLst/>
                <a:cxnLst/>
                <a:rect l="0" t="0" r="0" b="0"/>
                <a:pathLst>
                  <a:path w="915767" h="915186">
                    <a:moveTo>
                      <a:pt x="914400" y="914400"/>
                    </a:moveTo>
                    <a:lnTo>
                      <a:pt x="915767" y="914400"/>
                    </a:lnTo>
                    <a:lnTo>
                      <a:pt x="915514" y="914567"/>
                    </a:lnTo>
                    <a:lnTo>
                      <a:pt x="914400" y="915186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1" name="ph5011"/>
              <p:cNvSpPr/>
              <p:nvPr/>
            </p:nvSpPr>
            <p:spPr>
              <a:xfrm>
                <a:off x="2151377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41" y="931638"/>
                    </a:lnTo>
                    <a:lnTo>
                      <a:pt x="914124" y="931117"/>
                    </a:lnTo>
                    <a:lnTo>
                      <a:pt x="914070" y="920312"/>
                    </a:lnTo>
                    <a:lnTo>
                      <a:pt x="914207" y="914400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2" name="ph5012"/>
              <p:cNvSpPr/>
              <p:nvPr/>
            </p:nvSpPr>
            <p:spPr>
              <a:xfrm>
                <a:off x="21513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3" name="ph5013"/>
              <p:cNvSpPr/>
              <p:nvPr/>
            </p:nvSpPr>
            <p:spPr>
              <a:xfrm>
                <a:off x="21606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4" name="ph5014"/>
              <p:cNvSpPr/>
              <p:nvPr/>
            </p:nvSpPr>
            <p:spPr>
              <a:xfrm>
                <a:off x="21699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5" name="ph5015"/>
              <p:cNvSpPr/>
              <p:nvPr/>
            </p:nvSpPr>
            <p:spPr>
              <a:xfrm>
                <a:off x="21791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6" name="ph5016"/>
              <p:cNvSpPr/>
              <p:nvPr/>
            </p:nvSpPr>
            <p:spPr>
              <a:xfrm>
                <a:off x="218842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7" name="ph5017"/>
              <p:cNvSpPr/>
              <p:nvPr/>
            </p:nvSpPr>
            <p:spPr>
              <a:xfrm>
                <a:off x="21976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8" name="ph5018"/>
              <p:cNvSpPr/>
              <p:nvPr/>
            </p:nvSpPr>
            <p:spPr>
              <a:xfrm>
                <a:off x="22069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9" name="ph5019"/>
              <p:cNvSpPr/>
              <p:nvPr/>
            </p:nvSpPr>
            <p:spPr>
              <a:xfrm>
                <a:off x="22162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0" name="ph5020"/>
              <p:cNvSpPr/>
              <p:nvPr/>
            </p:nvSpPr>
            <p:spPr>
              <a:xfrm>
                <a:off x="222547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1" name="ph5021"/>
              <p:cNvSpPr/>
              <p:nvPr/>
            </p:nvSpPr>
            <p:spPr>
              <a:xfrm>
                <a:off x="223473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2" name="ph5022"/>
              <p:cNvSpPr/>
              <p:nvPr/>
            </p:nvSpPr>
            <p:spPr>
              <a:xfrm>
                <a:off x="224399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3" name="ph5023"/>
              <p:cNvSpPr/>
              <p:nvPr/>
            </p:nvSpPr>
            <p:spPr>
              <a:xfrm>
                <a:off x="22532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4" name="ph5024"/>
              <p:cNvSpPr/>
              <p:nvPr/>
            </p:nvSpPr>
            <p:spPr>
              <a:xfrm>
                <a:off x="22625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5" name="ph5025"/>
              <p:cNvSpPr/>
              <p:nvPr/>
            </p:nvSpPr>
            <p:spPr>
              <a:xfrm>
                <a:off x="22717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6" name="ph5026"/>
              <p:cNvSpPr/>
              <p:nvPr/>
            </p:nvSpPr>
            <p:spPr>
              <a:xfrm>
                <a:off x="22810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7" name="ph5027"/>
              <p:cNvSpPr/>
              <p:nvPr/>
            </p:nvSpPr>
            <p:spPr>
              <a:xfrm>
                <a:off x="22903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8" name="ph5028"/>
              <p:cNvSpPr/>
              <p:nvPr/>
            </p:nvSpPr>
            <p:spPr>
              <a:xfrm>
                <a:off x="22995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9" name="ph5029"/>
              <p:cNvSpPr/>
              <p:nvPr/>
            </p:nvSpPr>
            <p:spPr>
              <a:xfrm>
                <a:off x="230883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0" name="ph5030"/>
              <p:cNvSpPr/>
              <p:nvPr/>
            </p:nvSpPr>
            <p:spPr>
              <a:xfrm>
                <a:off x="23180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1" name="ph5031"/>
              <p:cNvSpPr/>
              <p:nvPr/>
            </p:nvSpPr>
            <p:spPr>
              <a:xfrm>
                <a:off x="23273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2" name="ph5032"/>
              <p:cNvSpPr/>
              <p:nvPr/>
            </p:nvSpPr>
            <p:spPr>
              <a:xfrm>
                <a:off x="23366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3" name="ph5033"/>
              <p:cNvSpPr/>
              <p:nvPr/>
            </p:nvSpPr>
            <p:spPr>
              <a:xfrm>
                <a:off x="23458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4" name="ph5034"/>
              <p:cNvSpPr/>
              <p:nvPr/>
            </p:nvSpPr>
            <p:spPr>
              <a:xfrm>
                <a:off x="235514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5" name="ph5035"/>
              <p:cNvSpPr/>
              <p:nvPr/>
            </p:nvSpPr>
            <p:spPr>
              <a:xfrm>
                <a:off x="23644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6" name="ph5036"/>
              <p:cNvSpPr/>
              <p:nvPr/>
            </p:nvSpPr>
            <p:spPr>
              <a:xfrm>
                <a:off x="23736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7" name="ph5037"/>
              <p:cNvSpPr/>
              <p:nvPr/>
            </p:nvSpPr>
            <p:spPr>
              <a:xfrm>
                <a:off x="23829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8" name="ph5038"/>
              <p:cNvSpPr/>
              <p:nvPr/>
            </p:nvSpPr>
            <p:spPr>
              <a:xfrm>
                <a:off x="239219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9" name="ph5039"/>
              <p:cNvSpPr/>
              <p:nvPr/>
            </p:nvSpPr>
            <p:spPr>
              <a:xfrm>
                <a:off x="24014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0" name="ph5040"/>
              <p:cNvSpPr/>
              <p:nvPr/>
            </p:nvSpPr>
            <p:spPr>
              <a:xfrm>
                <a:off x="24107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1" name="ph5041"/>
              <p:cNvSpPr/>
              <p:nvPr/>
            </p:nvSpPr>
            <p:spPr>
              <a:xfrm>
                <a:off x="2429243" y="16366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347" y="897161"/>
                    </a:lnTo>
                    <a:lnTo>
                      <a:pt x="912396" y="900989"/>
                    </a:lnTo>
                    <a:lnTo>
                      <a:pt x="914400" y="90514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2" name="ph5042"/>
              <p:cNvSpPr/>
              <p:nvPr/>
            </p:nvSpPr>
            <p:spPr>
              <a:xfrm>
                <a:off x="2429243" y="1636679"/>
                <a:ext cx="918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97" h="914400">
                    <a:moveTo>
                      <a:pt x="914400" y="914400"/>
                    </a:moveTo>
                    <a:lnTo>
                      <a:pt x="914400" y="905149"/>
                    </a:lnTo>
                    <a:lnTo>
                      <a:pt x="916310" y="909115"/>
                    </a:lnTo>
                    <a:lnTo>
                      <a:pt x="918597" y="91440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3" name="ph5043"/>
              <p:cNvSpPr/>
              <p:nvPr/>
            </p:nvSpPr>
            <p:spPr>
              <a:xfrm>
                <a:off x="3086861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68" y="931638"/>
                    </a:lnTo>
                    <a:lnTo>
                      <a:pt x="909718" y="922148"/>
                    </a:lnTo>
                    <a:lnTo>
                      <a:pt x="907823" y="914400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4" name="ph5044"/>
              <p:cNvSpPr/>
              <p:nvPr/>
            </p:nvSpPr>
            <p:spPr>
              <a:xfrm>
                <a:off x="30868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5" name="ph5045"/>
              <p:cNvSpPr/>
              <p:nvPr/>
            </p:nvSpPr>
            <p:spPr>
              <a:xfrm>
                <a:off x="30961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6" name="ph5046"/>
              <p:cNvSpPr/>
              <p:nvPr/>
            </p:nvSpPr>
            <p:spPr>
              <a:xfrm>
                <a:off x="31053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7" name="ph5047"/>
              <p:cNvSpPr/>
              <p:nvPr/>
            </p:nvSpPr>
            <p:spPr>
              <a:xfrm>
                <a:off x="31146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8" name="ph5048"/>
              <p:cNvSpPr/>
              <p:nvPr/>
            </p:nvSpPr>
            <p:spPr>
              <a:xfrm>
                <a:off x="31239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9" name="ph5049"/>
              <p:cNvSpPr/>
              <p:nvPr/>
            </p:nvSpPr>
            <p:spPr>
              <a:xfrm>
                <a:off x="31331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0" name="ph5050"/>
              <p:cNvSpPr/>
              <p:nvPr/>
            </p:nvSpPr>
            <p:spPr>
              <a:xfrm>
                <a:off x="314243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1" name="ph5051"/>
              <p:cNvSpPr/>
              <p:nvPr/>
            </p:nvSpPr>
            <p:spPr>
              <a:xfrm>
                <a:off x="31516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2" name="ph5052"/>
              <p:cNvSpPr/>
              <p:nvPr/>
            </p:nvSpPr>
            <p:spPr>
              <a:xfrm>
                <a:off x="31609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3" name="ph5053"/>
              <p:cNvSpPr/>
              <p:nvPr/>
            </p:nvSpPr>
            <p:spPr>
              <a:xfrm>
                <a:off x="31702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4" name="ph5054"/>
              <p:cNvSpPr/>
              <p:nvPr/>
            </p:nvSpPr>
            <p:spPr>
              <a:xfrm>
                <a:off x="31794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5" name="ph5055"/>
              <p:cNvSpPr/>
              <p:nvPr/>
            </p:nvSpPr>
            <p:spPr>
              <a:xfrm>
                <a:off x="318874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6" name="ph5056"/>
              <p:cNvSpPr/>
              <p:nvPr/>
            </p:nvSpPr>
            <p:spPr>
              <a:xfrm>
                <a:off x="31980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7" name="ph5057"/>
              <p:cNvSpPr/>
              <p:nvPr/>
            </p:nvSpPr>
            <p:spPr>
              <a:xfrm>
                <a:off x="32072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8" name="ph5058"/>
              <p:cNvSpPr/>
              <p:nvPr/>
            </p:nvSpPr>
            <p:spPr>
              <a:xfrm>
                <a:off x="32165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9" name="ph5059"/>
              <p:cNvSpPr/>
              <p:nvPr/>
            </p:nvSpPr>
            <p:spPr>
              <a:xfrm>
                <a:off x="322579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0" name="ph5060"/>
              <p:cNvSpPr/>
              <p:nvPr/>
            </p:nvSpPr>
            <p:spPr>
              <a:xfrm>
                <a:off x="32350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1" name="ph5061"/>
              <p:cNvSpPr/>
              <p:nvPr/>
            </p:nvSpPr>
            <p:spPr>
              <a:xfrm>
                <a:off x="32443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2" name="ph5062"/>
              <p:cNvSpPr/>
              <p:nvPr/>
            </p:nvSpPr>
            <p:spPr>
              <a:xfrm>
                <a:off x="325358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3" name="ph5063"/>
              <p:cNvSpPr/>
              <p:nvPr/>
            </p:nvSpPr>
            <p:spPr>
              <a:xfrm>
                <a:off x="326284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4" name="ph5064"/>
              <p:cNvSpPr/>
              <p:nvPr/>
            </p:nvSpPr>
            <p:spPr>
              <a:xfrm>
                <a:off x="327210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5" name="ph5065"/>
              <p:cNvSpPr/>
              <p:nvPr/>
            </p:nvSpPr>
            <p:spPr>
              <a:xfrm>
                <a:off x="328136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6" name="ph5066"/>
              <p:cNvSpPr/>
              <p:nvPr/>
            </p:nvSpPr>
            <p:spPr>
              <a:xfrm>
                <a:off x="329063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7" name="ph5067"/>
              <p:cNvSpPr/>
              <p:nvPr/>
            </p:nvSpPr>
            <p:spPr>
              <a:xfrm>
                <a:off x="329989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8" name="ph5068"/>
              <p:cNvSpPr/>
              <p:nvPr/>
            </p:nvSpPr>
            <p:spPr>
              <a:xfrm>
                <a:off x="330915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9" name="ph5069"/>
              <p:cNvSpPr/>
              <p:nvPr/>
            </p:nvSpPr>
            <p:spPr>
              <a:xfrm>
                <a:off x="331841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0" name="ph5070"/>
              <p:cNvSpPr/>
              <p:nvPr/>
            </p:nvSpPr>
            <p:spPr>
              <a:xfrm>
                <a:off x="332767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1" name="ph5071"/>
              <p:cNvSpPr/>
              <p:nvPr/>
            </p:nvSpPr>
            <p:spPr>
              <a:xfrm>
                <a:off x="333694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2" name="ph5072"/>
              <p:cNvSpPr/>
              <p:nvPr/>
            </p:nvSpPr>
            <p:spPr>
              <a:xfrm>
                <a:off x="334620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3" name="ph5073"/>
              <p:cNvSpPr/>
              <p:nvPr/>
            </p:nvSpPr>
            <p:spPr>
              <a:xfrm>
                <a:off x="335546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4" name="ph5074"/>
              <p:cNvSpPr/>
              <p:nvPr/>
            </p:nvSpPr>
            <p:spPr>
              <a:xfrm>
                <a:off x="336472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5" name="ph5075"/>
              <p:cNvSpPr/>
              <p:nvPr/>
            </p:nvSpPr>
            <p:spPr>
              <a:xfrm>
                <a:off x="337399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6" name="ph5076"/>
              <p:cNvSpPr/>
              <p:nvPr/>
            </p:nvSpPr>
            <p:spPr>
              <a:xfrm>
                <a:off x="338325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7" name="ph5077"/>
              <p:cNvSpPr/>
              <p:nvPr/>
            </p:nvSpPr>
            <p:spPr>
              <a:xfrm>
                <a:off x="339251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8" name="ph5078"/>
              <p:cNvSpPr/>
              <p:nvPr/>
            </p:nvSpPr>
            <p:spPr>
              <a:xfrm>
                <a:off x="34017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9" name="ph5079"/>
              <p:cNvSpPr/>
              <p:nvPr/>
            </p:nvSpPr>
            <p:spPr>
              <a:xfrm>
                <a:off x="34110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0" name="ph5080"/>
              <p:cNvSpPr/>
              <p:nvPr/>
            </p:nvSpPr>
            <p:spPr>
              <a:xfrm>
                <a:off x="34203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1" name="ph5081"/>
              <p:cNvSpPr/>
              <p:nvPr/>
            </p:nvSpPr>
            <p:spPr>
              <a:xfrm>
                <a:off x="34295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2" name="ph5082"/>
              <p:cNvSpPr/>
              <p:nvPr/>
            </p:nvSpPr>
            <p:spPr>
              <a:xfrm>
                <a:off x="343882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3" name="ph5083"/>
              <p:cNvSpPr/>
              <p:nvPr/>
            </p:nvSpPr>
            <p:spPr>
              <a:xfrm>
                <a:off x="34480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4" name="ph5084"/>
              <p:cNvSpPr/>
              <p:nvPr/>
            </p:nvSpPr>
            <p:spPr>
              <a:xfrm>
                <a:off x="34573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5" name="ph5085"/>
              <p:cNvSpPr/>
              <p:nvPr/>
            </p:nvSpPr>
            <p:spPr>
              <a:xfrm>
                <a:off x="34666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6" name="ph5086"/>
              <p:cNvSpPr/>
              <p:nvPr/>
            </p:nvSpPr>
            <p:spPr>
              <a:xfrm>
                <a:off x="347587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7" name="ph5087"/>
              <p:cNvSpPr/>
              <p:nvPr/>
            </p:nvSpPr>
            <p:spPr>
              <a:xfrm>
                <a:off x="3485137" y="16366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067"/>
                    </a:lnTo>
                    <a:lnTo>
                      <a:pt x="922143" y="910442"/>
                    </a:lnTo>
                    <a:lnTo>
                      <a:pt x="921508" y="910534"/>
                    </a:lnTo>
                    <a:lnTo>
                      <a:pt x="920962" y="910957"/>
                    </a:lnTo>
                    <a:lnTo>
                      <a:pt x="915767" y="914400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8" name="ph5088"/>
              <p:cNvSpPr/>
              <p:nvPr/>
            </p:nvSpPr>
            <p:spPr>
              <a:xfrm>
                <a:off x="3494399" y="1619441"/>
                <a:ext cx="923662" cy="9273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520"/>
                    </a:lnTo>
                    <a:lnTo>
                      <a:pt x="918791" y="926221"/>
                    </a:lnTo>
                    <a:lnTo>
                      <a:pt x="914400" y="927305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9" name="ph5089"/>
              <p:cNvSpPr/>
              <p:nvPr/>
            </p:nvSpPr>
            <p:spPr>
              <a:xfrm>
                <a:off x="3503661" y="1619441"/>
                <a:ext cx="923662" cy="9245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5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54"/>
                    </a:lnTo>
                    <a:lnTo>
                      <a:pt x="921179" y="921547"/>
                    </a:lnTo>
                    <a:lnTo>
                      <a:pt x="915387" y="924175"/>
                    </a:lnTo>
                    <a:lnTo>
                      <a:pt x="914400" y="924520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0" name="ph5090"/>
              <p:cNvSpPr/>
              <p:nvPr/>
            </p:nvSpPr>
            <p:spPr>
              <a:xfrm>
                <a:off x="3512923" y="1619441"/>
                <a:ext cx="923662" cy="92015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5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628"/>
                    </a:lnTo>
                    <a:lnTo>
                      <a:pt x="922645" y="915254"/>
                    </a:lnTo>
                    <a:lnTo>
                      <a:pt x="920973" y="916283"/>
                    </a:lnTo>
                    <a:lnTo>
                      <a:pt x="919301" y="917312"/>
                    </a:lnTo>
                    <a:lnTo>
                      <a:pt x="917624" y="918345"/>
                    </a:lnTo>
                    <a:lnTo>
                      <a:pt x="914400" y="920154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1" name="ph5091"/>
              <p:cNvSpPr/>
              <p:nvPr/>
            </p:nvSpPr>
            <p:spPr>
              <a:xfrm>
                <a:off x="3522185" y="1619441"/>
                <a:ext cx="914771" cy="914628"/>
              </a:xfrm>
              <a:custGeom>
                <a:avLst/>
                <a:gdLst/>
                <a:ahLst/>
                <a:cxnLst/>
                <a:rect l="0" t="0" r="0" b="0"/>
                <a:pathLst>
                  <a:path w="914771" h="914628">
                    <a:moveTo>
                      <a:pt x="914400" y="914400"/>
                    </a:moveTo>
                    <a:lnTo>
                      <a:pt x="914771" y="914400"/>
                    </a:lnTo>
                    <a:lnTo>
                      <a:pt x="914400" y="91462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2" name="ph5092"/>
              <p:cNvSpPr/>
              <p:nvPr/>
            </p:nvSpPr>
            <p:spPr>
              <a:xfrm>
                <a:off x="2151377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7" y="914400"/>
                    </a:lnTo>
                    <a:lnTo>
                      <a:pt x="914319" y="909517"/>
                    </a:lnTo>
                    <a:lnTo>
                      <a:pt x="914341" y="908925"/>
                    </a:lnTo>
                    <a:lnTo>
                      <a:pt x="914364" y="908332"/>
                    </a:lnTo>
                    <a:lnTo>
                      <a:pt x="914386" y="907739"/>
                    </a:lnTo>
                    <a:lnTo>
                      <a:pt x="914400" y="907366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3" name="ph5093"/>
              <p:cNvSpPr/>
              <p:nvPr/>
            </p:nvSpPr>
            <p:spPr>
              <a:xfrm>
                <a:off x="2160639" y="16022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04"/>
                    </a:lnTo>
                    <a:lnTo>
                      <a:pt x="905145" y="924384"/>
                    </a:lnTo>
                    <a:lnTo>
                      <a:pt x="905168" y="923791"/>
                    </a:lnTo>
                    <a:lnTo>
                      <a:pt x="905190" y="923197"/>
                    </a:lnTo>
                    <a:lnTo>
                      <a:pt x="905212" y="922604"/>
                    </a:lnTo>
                    <a:lnTo>
                      <a:pt x="905234" y="922011"/>
                    </a:lnTo>
                    <a:lnTo>
                      <a:pt x="905256" y="921418"/>
                    </a:lnTo>
                    <a:lnTo>
                      <a:pt x="905278" y="920825"/>
                    </a:lnTo>
                    <a:lnTo>
                      <a:pt x="905300" y="920231"/>
                    </a:lnTo>
                    <a:lnTo>
                      <a:pt x="905322" y="919638"/>
                    </a:lnTo>
                    <a:lnTo>
                      <a:pt x="905344" y="919045"/>
                    </a:lnTo>
                    <a:lnTo>
                      <a:pt x="905366" y="918452"/>
                    </a:lnTo>
                    <a:lnTo>
                      <a:pt x="905388" y="917858"/>
                    </a:lnTo>
                    <a:lnTo>
                      <a:pt x="905411" y="917265"/>
                    </a:lnTo>
                    <a:lnTo>
                      <a:pt x="905433" y="916672"/>
                    </a:lnTo>
                    <a:lnTo>
                      <a:pt x="905455" y="916079"/>
                    </a:lnTo>
                    <a:lnTo>
                      <a:pt x="905477" y="915486"/>
                    </a:lnTo>
                    <a:lnTo>
                      <a:pt x="905499" y="914892"/>
                    </a:lnTo>
                    <a:lnTo>
                      <a:pt x="905517" y="91439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4" name="ph5094"/>
              <p:cNvSpPr/>
              <p:nvPr/>
            </p:nvSpPr>
            <p:spPr>
              <a:xfrm>
                <a:off x="21606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5" name="ph5095"/>
              <p:cNvSpPr/>
              <p:nvPr/>
            </p:nvSpPr>
            <p:spPr>
              <a:xfrm>
                <a:off x="21699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6" name="ph5096"/>
              <p:cNvSpPr/>
              <p:nvPr/>
            </p:nvSpPr>
            <p:spPr>
              <a:xfrm>
                <a:off x="21791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7" name="ph5097"/>
              <p:cNvSpPr/>
              <p:nvPr/>
            </p:nvSpPr>
            <p:spPr>
              <a:xfrm>
                <a:off x="218842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8" name="ph5098"/>
              <p:cNvSpPr/>
              <p:nvPr/>
            </p:nvSpPr>
            <p:spPr>
              <a:xfrm>
                <a:off x="21976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9" name="ph5099"/>
              <p:cNvSpPr/>
              <p:nvPr/>
            </p:nvSpPr>
            <p:spPr>
              <a:xfrm>
                <a:off x="22069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0" name="ph5100"/>
              <p:cNvSpPr/>
              <p:nvPr/>
            </p:nvSpPr>
            <p:spPr>
              <a:xfrm>
                <a:off x="22162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1" name="ph5101"/>
              <p:cNvSpPr/>
              <p:nvPr/>
            </p:nvSpPr>
            <p:spPr>
              <a:xfrm>
                <a:off x="222547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2" name="ph5102"/>
              <p:cNvSpPr/>
              <p:nvPr/>
            </p:nvSpPr>
            <p:spPr>
              <a:xfrm>
                <a:off x="22347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3" name="ph5103"/>
              <p:cNvSpPr/>
              <p:nvPr/>
            </p:nvSpPr>
            <p:spPr>
              <a:xfrm>
                <a:off x="22439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4" name="ph5104"/>
              <p:cNvSpPr/>
              <p:nvPr/>
            </p:nvSpPr>
            <p:spPr>
              <a:xfrm>
                <a:off x="22532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5" name="ph5105"/>
              <p:cNvSpPr/>
              <p:nvPr/>
            </p:nvSpPr>
            <p:spPr>
              <a:xfrm>
                <a:off x="22625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6" name="ph5106"/>
              <p:cNvSpPr/>
              <p:nvPr/>
            </p:nvSpPr>
            <p:spPr>
              <a:xfrm>
                <a:off x="22717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7" name="ph5107"/>
              <p:cNvSpPr/>
              <p:nvPr/>
            </p:nvSpPr>
            <p:spPr>
              <a:xfrm>
                <a:off x="22810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8" name="ph5108"/>
              <p:cNvSpPr/>
              <p:nvPr/>
            </p:nvSpPr>
            <p:spPr>
              <a:xfrm>
                <a:off x="22903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9" name="ph5109"/>
              <p:cNvSpPr/>
              <p:nvPr/>
            </p:nvSpPr>
            <p:spPr>
              <a:xfrm>
                <a:off x="22995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0" name="ph5110"/>
              <p:cNvSpPr/>
              <p:nvPr/>
            </p:nvSpPr>
            <p:spPr>
              <a:xfrm>
                <a:off x="230883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1" name="ph5111"/>
              <p:cNvSpPr/>
              <p:nvPr/>
            </p:nvSpPr>
            <p:spPr>
              <a:xfrm>
                <a:off x="23180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2" name="ph5112"/>
              <p:cNvSpPr/>
              <p:nvPr/>
            </p:nvSpPr>
            <p:spPr>
              <a:xfrm>
                <a:off x="23273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3" name="ph5113"/>
              <p:cNvSpPr/>
              <p:nvPr/>
            </p:nvSpPr>
            <p:spPr>
              <a:xfrm>
                <a:off x="23366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4" name="ph5114"/>
              <p:cNvSpPr/>
              <p:nvPr/>
            </p:nvSpPr>
            <p:spPr>
              <a:xfrm>
                <a:off x="23458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5" name="ph5115"/>
              <p:cNvSpPr/>
              <p:nvPr/>
            </p:nvSpPr>
            <p:spPr>
              <a:xfrm>
                <a:off x="235514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6" name="ph5116"/>
              <p:cNvSpPr/>
              <p:nvPr/>
            </p:nvSpPr>
            <p:spPr>
              <a:xfrm>
                <a:off x="23644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7" name="ph5117"/>
              <p:cNvSpPr/>
              <p:nvPr/>
            </p:nvSpPr>
            <p:spPr>
              <a:xfrm>
                <a:off x="23736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8" name="ph5118"/>
              <p:cNvSpPr/>
              <p:nvPr/>
            </p:nvSpPr>
            <p:spPr>
              <a:xfrm>
                <a:off x="23829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9" name="ph5119"/>
              <p:cNvSpPr/>
              <p:nvPr/>
            </p:nvSpPr>
            <p:spPr>
              <a:xfrm>
                <a:off x="239219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0" name="ph5120"/>
              <p:cNvSpPr/>
              <p:nvPr/>
            </p:nvSpPr>
            <p:spPr>
              <a:xfrm>
                <a:off x="24014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1" name="ph5121"/>
              <p:cNvSpPr/>
              <p:nvPr/>
            </p:nvSpPr>
            <p:spPr>
              <a:xfrm>
                <a:off x="2419981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181" y="897161"/>
                    </a:lnTo>
                    <a:lnTo>
                      <a:pt x="913168" y="903183"/>
                    </a:lnTo>
                    <a:lnTo>
                      <a:pt x="914400" y="905252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2" name="ph5122"/>
              <p:cNvSpPr/>
              <p:nvPr/>
            </p:nvSpPr>
            <p:spPr>
              <a:xfrm>
                <a:off x="2419981" y="1619441"/>
                <a:ext cx="9196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09" h="914400">
                    <a:moveTo>
                      <a:pt x="914400" y="914400"/>
                    </a:moveTo>
                    <a:lnTo>
                      <a:pt x="914400" y="905252"/>
                    </a:lnTo>
                    <a:lnTo>
                      <a:pt x="917520" y="910497"/>
                    </a:lnTo>
                    <a:lnTo>
                      <a:pt x="919609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3" name="ph5123"/>
              <p:cNvSpPr/>
              <p:nvPr/>
            </p:nvSpPr>
            <p:spPr>
              <a:xfrm>
                <a:off x="3077599" y="1602202"/>
                <a:ext cx="914400" cy="91920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05">
                    <a:moveTo>
                      <a:pt x="914400" y="914399"/>
                    </a:moveTo>
                    <a:lnTo>
                      <a:pt x="914400" y="919205"/>
                    </a:lnTo>
                    <a:lnTo>
                      <a:pt x="913534" y="914399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4" name="ph5124"/>
              <p:cNvSpPr/>
              <p:nvPr/>
            </p:nvSpPr>
            <p:spPr>
              <a:xfrm>
                <a:off x="30775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7085" y="931638"/>
                    </a:lnTo>
                    <a:lnTo>
                      <a:pt x="916591" y="929619"/>
                    </a:lnTo>
                    <a:lnTo>
                      <a:pt x="914477" y="919635"/>
                    </a:lnTo>
                    <a:lnTo>
                      <a:pt x="914400" y="919205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5" name="ph5125"/>
              <p:cNvSpPr/>
              <p:nvPr/>
            </p:nvSpPr>
            <p:spPr>
              <a:xfrm>
                <a:off x="30868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6" name="ph5126"/>
              <p:cNvSpPr/>
              <p:nvPr/>
            </p:nvSpPr>
            <p:spPr>
              <a:xfrm>
                <a:off x="30961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7" name="ph5127"/>
              <p:cNvSpPr/>
              <p:nvPr/>
            </p:nvSpPr>
            <p:spPr>
              <a:xfrm>
                <a:off x="31053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8" name="ph5128"/>
              <p:cNvSpPr/>
              <p:nvPr/>
            </p:nvSpPr>
            <p:spPr>
              <a:xfrm>
                <a:off x="31146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9" name="ph5129"/>
              <p:cNvSpPr/>
              <p:nvPr/>
            </p:nvSpPr>
            <p:spPr>
              <a:xfrm>
                <a:off x="31239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0" name="ph5130"/>
              <p:cNvSpPr/>
              <p:nvPr/>
            </p:nvSpPr>
            <p:spPr>
              <a:xfrm>
                <a:off x="31331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1" name="ph5131"/>
              <p:cNvSpPr/>
              <p:nvPr/>
            </p:nvSpPr>
            <p:spPr>
              <a:xfrm>
                <a:off x="314243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2" name="ph5132"/>
              <p:cNvSpPr/>
              <p:nvPr/>
            </p:nvSpPr>
            <p:spPr>
              <a:xfrm>
                <a:off x="31516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3" name="ph5133"/>
              <p:cNvSpPr/>
              <p:nvPr/>
            </p:nvSpPr>
            <p:spPr>
              <a:xfrm>
                <a:off x="31609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4" name="ph5134"/>
              <p:cNvSpPr/>
              <p:nvPr/>
            </p:nvSpPr>
            <p:spPr>
              <a:xfrm>
                <a:off x="31702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5" name="ph5135"/>
              <p:cNvSpPr/>
              <p:nvPr/>
            </p:nvSpPr>
            <p:spPr>
              <a:xfrm>
                <a:off x="31794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6" name="ph5136"/>
              <p:cNvSpPr/>
              <p:nvPr/>
            </p:nvSpPr>
            <p:spPr>
              <a:xfrm>
                <a:off x="318874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7" name="ph5137"/>
              <p:cNvSpPr/>
              <p:nvPr/>
            </p:nvSpPr>
            <p:spPr>
              <a:xfrm>
                <a:off x="31980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8" name="ph5138"/>
              <p:cNvSpPr/>
              <p:nvPr/>
            </p:nvSpPr>
            <p:spPr>
              <a:xfrm>
                <a:off x="32072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9" name="ph5139"/>
              <p:cNvSpPr/>
              <p:nvPr/>
            </p:nvSpPr>
            <p:spPr>
              <a:xfrm>
                <a:off x="32165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0" name="ph5140"/>
              <p:cNvSpPr/>
              <p:nvPr/>
            </p:nvSpPr>
            <p:spPr>
              <a:xfrm>
                <a:off x="322579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1" name="ph5141"/>
              <p:cNvSpPr/>
              <p:nvPr/>
            </p:nvSpPr>
            <p:spPr>
              <a:xfrm>
                <a:off x="32350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2" name="ph5142"/>
              <p:cNvSpPr/>
              <p:nvPr/>
            </p:nvSpPr>
            <p:spPr>
              <a:xfrm>
                <a:off x="324431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3" name="ph5143"/>
              <p:cNvSpPr/>
              <p:nvPr/>
            </p:nvSpPr>
            <p:spPr>
              <a:xfrm>
                <a:off x="325358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4" name="ph5144"/>
              <p:cNvSpPr/>
              <p:nvPr/>
            </p:nvSpPr>
            <p:spPr>
              <a:xfrm>
                <a:off x="326284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5" name="ph5145"/>
              <p:cNvSpPr/>
              <p:nvPr/>
            </p:nvSpPr>
            <p:spPr>
              <a:xfrm>
                <a:off x="327210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6" name="ph5146"/>
              <p:cNvSpPr/>
              <p:nvPr/>
            </p:nvSpPr>
            <p:spPr>
              <a:xfrm>
                <a:off x="328136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7" name="ph5147"/>
              <p:cNvSpPr/>
              <p:nvPr/>
            </p:nvSpPr>
            <p:spPr>
              <a:xfrm>
                <a:off x="329063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8" name="ph5148"/>
              <p:cNvSpPr/>
              <p:nvPr/>
            </p:nvSpPr>
            <p:spPr>
              <a:xfrm>
                <a:off x="329989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9" name="ph5149"/>
              <p:cNvSpPr/>
              <p:nvPr/>
            </p:nvSpPr>
            <p:spPr>
              <a:xfrm>
                <a:off x="330915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0" name="ph5150"/>
              <p:cNvSpPr/>
              <p:nvPr/>
            </p:nvSpPr>
            <p:spPr>
              <a:xfrm>
                <a:off x="331841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1" name="ph5151"/>
              <p:cNvSpPr/>
              <p:nvPr/>
            </p:nvSpPr>
            <p:spPr>
              <a:xfrm>
                <a:off x="332767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2" name="ph5152"/>
              <p:cNvSpPr/>
              <p:nvPr/>
            </p:nvSpPr>
            <p:spPr>
              <a:xfrm>
                <a:off x="333694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3" name="ph5153"/>
              <p:cNvSpPr/>
              <p:nvPr/>
            </p:nvSpPr>
            <p:spPr>
              <a:xfrm>
                <a:off x="334620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4" name="ph5154"/>
              <p:cNvSpPr/>
              <p:nvPr/>
            </p:nvSpPr>
            <p:spPr>
              <a:xfrm>
                <a:off x="335546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5" name="ph5155"/>
              <p:cNvSpPr/>
              <p:nvPr/>
            </p:nvSpPr>
            <p:spPr>
              <a:xfrm>
                <a:off x="336472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6" name="ph5156"/>
              <p:cNvSpPr/>
              <p:nvPr/>
            </p:nvSpPr>
            <p:spPr>
              <a:xfrm>
                <a:off x="337399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7" name="ph5157"/>
              <p:cNvSpPr/>
              <p:nvPr/>
            </p:nvSpPr>
            <p:spPr>
              <a:xfrm>
                <a:off x="338325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8" name="ph5158"/>
              <p:cNvSpPr/>
              <p:nvPr/>
            </p:nvSpPr>
            <p:spPr>
              <a:xfrm>
                <a:off x="339251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9" name="ph5159"/>
              <p:cNvSpPr/>
              <p:nvPr/>
            </p:nvSpPr>
            <p:spPr>
              <a:xfrm>
                <a:off x="340177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0" name="ph5160"/>
              <p:cNvSpPr/>
              <p:nvPr/>
            </p:nvSpPr>
            <p:spPr>
              <a:xfrm>
                <a:off x="34110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1" name="ph5161"/>
              <p:cNvSpPr/>
              <p:nvPr/>
            </p:nvSpPr>
            <p:spPr>
              <a:xfrm>
                <a:off x="34203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2" name="ph5162"/>
              <p:cNvSpPr/>
              <p:nvPr/>
            </p:nvSpPr>
            <p:spPr>
              <a:xfrm>
                <a:off x="34295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3" name="ph5163"/>
              <p:cNvSpPr/>
              <p:nvPr/>
            </p:nvSpPr>
            <p:spPr>
              <a:xfrm>
                <a:off x="343882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4" name="ph5164"/>
              <p:cNvSpPr/>
              <p:nvPr/>
            </p:nvSpPr>
            <p:spPr>
              <a:xfrm>
                <a:off x="34480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5" name="ph5165"/>
              <p:cNvSpPr/>
              <p:nvPr/>
            </p:nvSpPr>
            <p:spPr>
              <a:xfrm>
                <a:off x="34573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6" name="ph5166"/>
              <p:cNvSpPr/>
              <p:nvPr/>
            </p:nvSpPr>
            <p:spPr>
              <a:xfrm>
                <a:off x="34666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7" name="ph5167"/>
              <p:cNvSpPr/>
              <p:nvPr/>
            </p:nvSpPr>
            <p:spPr>
              <a:xfrm>
                <a:off x="347587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8" name="ph5168"/>
              <p:cNvSpPr/>
              <p:nvPr/>
            </p:nvSpPr>
            <p:spPr>
              <a:xfrm>
                <a:off x="34851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9" name="ph5169"/>
              <p:cNvSpPr/>
              <p:nvPr/>
            </p:nvSpPr>
            <p:spPr>
              <a:xfrm>
                <a:off x="34943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0" name="ph5170"/>
              <p:cNvSpPr/>
              <p:nvPr/>
            </p:nvSpPr>
            <p:spPr>
              <a:xfrm>
                <a:off x="35036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1" name="ph5171"/>
              <p:cNvSpPr/>
              <p:nvPr/>
            </p:nvSpPr>
            <p:spPr>
              <a:xfrm>
                <a:off x="35129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2" name="ph5172"/>
              <p:cNvSpPr/>
              <p:nvPr/>
            </p:nvSpPr>
            <p:spPr>
              <a:xfrm>
                <a:off x="3522185" y="16194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936"/>
                    </a:lnTo>
                    <a:lnTo>
                      <a:pt x="923421" y="909084"/>
                    </a:lnTo>
                    <a:lnTo>
                      <a:pt x="921747" y="910112"/>
                    </a:lnTo>
                    <a:lnTo>
                      <a:pt x="920074" y="911140"/>
                    </a:lnTo>
                    <a:lnTo>
                      <a:pt x="918401" y="912168"/>
                    </a:lnTo>
                    <a:lnTo>
                      <a:pt x="916728" y="913196"/>
                    </a:lnTo>
                    <a:lnTo>
                      <a:pt x="915055" y="914225"/>
                    </a:lnTo>
                    <a:lnTo>
                      <a:pt x="914771" y="914400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3" name="ph5173"/>
              <p:cNvSpPr/>
              <p:nvPr/>
            </p:nvSpPr>
            <p:spPr>
              <a:xfrm>
                <a:off x="3531448" y="1602202"/>
                <a:ext cx="923662" cy="9261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7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495"/>
                    </a:lnTo>
                    <a:lnTo>
                      <a:pt x="922532" y="921187"/>
                    </a:lnTo>
                    <a:lnTo>
                      <a:pt x="920857" y="922214"/>
                    </a:lnTo>
                    <a:lnTo>
                      <a:pt x="919182" y="923241"/>
                    </a:lnTo>
                    <a:lnTo>
                      <a:pt x="917507" y="924268"/>
                    </a:lnTo>
                    <a:lnTo>
                      <a:pt x="915833" y="925295"/>
                    </a:lnTo>
                    <a:lnTo>
                      <a:pt x="914400" y="926175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4" name="ph5174"/>
              <p:cNvSpPr/>
              <p:nvPr/>
            </p:nvSpPr>
            <p:spPr>
              <a:xfrm>
                <a:off x="3540710" y="1602202"/>
                <a:ext cx="923494" cy="920495"/>
              </a:xfrm>
              <a:custGeom>
                <a:avLst/>
                <a:gdLst/>
                <a:ahLst/>
                <a:cxnLst/>
                <a:rect l="0" t="0" r="0" b="0"/>
                <a:pathLst>
                  <a:path w="923494" h="920495">
                    <a:moveTo>
                      <a:pt x="914400" y="914399"/>
                    </a:moveTo>
                    <a:lnTo>
                      <a:pt x="923494" y="914399"/>
                    </a:lnTo>
                    <a:lnTo>
                      <a:pt x="921276" y="916070"/>
                    </a:lnTo>
                    <a:lnTo>
                      <a:pt x="916627" y="919131"/>
                    </a:lnTo>
                    <a:lnTo>
                      <a:pt x="914946" y="920161"/>
                    </a:lnTo>
                    <a:lnTo>
                      <a:pt x="914400" y="920495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5" name="ph5175"/>
              <p:cNvSpPr/>
              <p:nvPr/>
            </p:nvSpPr>
            <p:spPr>
              <a:xfrm>
                <a:off x="216063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21" y="931538"/>
                    </a:lnTo>
                    <a:lnTo>
                      <a:pt x="905543" y="930944"/>
                    </a:lnTo>
                    <a:lnTo>
                      <a:pt x="905565" y="930351"/>
                    </a:lnTo>
                    <a:lnTo>
                      <a:pt x="905587" y="929758"/>
                    </a:lnTo>
                    <a:lnTo>
                      <a:pt x="905610" y="929165"/>
                    </a:lnTo>
                    <a:lnTo>
                      <a:pt x="905632" y="928571"/>
                    </a:lnTo>
                    <a:lnTo>
                      <a:pt x="905654" y="927978"/>
                    </a:lnTo>
                    <a:lnTo>
                      <a:pt x="905676" y="927385"/>
                    </a:lnTo>
                    <a:lnTo>
                      <a:pt x="905698" y="926792"/>
                    </a:lnTo>
                    <a:lnTo>
                      <a:pt x="905720" y="926199"/>
                    </a:lnTo>
                    <a:lnTo>
                      <a:pt x="905742" y="925605"/>
                    </a:lnTo>
                    <a:lnTo>
                      <a:pt x="905764" y="925012"/>
                    </a:lnTo>
                    <a:lnTo>
                      <a:pt x="905994" y="920473"/>
                    </a:lnTo>
                    <a:lnTo>
                      <a:pt x="905975" y="920322"/>
                    </a:lnTo>
                    <a:lnTo>
                      <a:pt x="905700" y="918137"/>
                    </a:lnTo>
                    <a:lnTo>
                      <a:pt x="905424" y="915953"/>
                    </a:lnTo>
                    <a:lnTo>
                      <a:pt x="905229" y="91439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6" name="ph5176"/>
              <p:cNvSpPr/>
              <p:nvPr/>
            </p:nvSpPr>
            <p:spPr>
              <a:xfrm>
                <a:off x="21606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7" name="ph5177"/>
              <p:cNvSpPr/>
              <p:nvPr/>
            </p:nvSpPr>
            <p:spPr>
              <a:xfrm>
                <a:off x="21699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8" name="ph5178"/>
              <p:cNvSpPr/>
              <p:nvPr/>
            </p:nvSpPr>
            <p:spPr>
              <a:xfrm>
                <a:off x="21791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9" name="ph5179"/>
              <p:cNvSpPr/>
              <p:nvPr/>
            </p:nvSpPr>
            <p:spPr>
              <a:xfrm>
                <a:off x="218842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0" name="ph5180"/>
              <p:cNvSpPr/>
              <p:nvPr/>
            </p:nvSpPr>
            <p:spPr>
              <a:xfrm>
                <a:off x="21976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1" name="ph5181"/>
              <p:cNvSpPr/>
              <p:nvPr/>
            </p:nvSpPr>
            <p:spPr>
              <a:xfrm>
                <a:off x="22069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2" name="ph5182"/>
              <p:cNvSpPr/>
              <p:nvPr/>
            </p:nvSpPr>
            <p:spPr>
              <a:xfrm>
                <a:off x="22162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3" name="ph5183"/>
              <p:cNvSpPr/>
              <p:nvPr/>
            </p:nvSpPr>
            <p:spPr>
              <a:xfrm>
                <a:off x="222547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4" name="ph5184"/>
              <p:cNvSpPr/>
              <p:nvPr/>
            </p:nvSpPr>
            <p:spPr>
              <a:xfrm>
                <a:off x="22347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5" name="ph5185"/>
              <p:cNvSpPr/>
              <p:nvPr/>
            </p:nvSpPr>
            <p:spPr>
              <a:xfrm>
                <a:off x="22439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6" name="ph5186"/>
              <p:cNvSpPr/>
              <p:nvPr/>
            </p:nvSpPr>
            <p:spPr>
              <a:xfrm>
                <a:off x="22532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7" name="ph5187"/>
              <p:cNvSpPr/>
              <p:nvPr/>
            </p:nvSpPr>
            <p:spPr>
              <a:xfrm>
                <a:off x="22625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8" name="ph5188"/>
              <p:cNvSpPr/>
              <p:nvPr/>
            </p:nvSpPr>
            <p:spPr>
              <a:xfrm>
                <a:off x="22717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9" name="ph5189"/>
              <p:cNvSpPr/>
              <p:nvPr/>
            </p:nvSpPr>
            <p:spPr>
              <a:xfrm>
                <a:off x="22810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0" name="ph5190"/>
              <p:cNvSpPr/>
              <p:nvPr/>
            </p:nvSpPr>
            <p:spPr>
              <a:xfrm>
                <a:off x="22903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1" name="ph5191"/>
              <p:cNvSpPr/>
              <p:nvPr/>
            </p:nvSpPr>
            <p:spPr>
              <a:xfrm>
                <a:off x="22995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2" name="ph5192"/>
              <p:cNvSpPr/>
              <p:nvPr/>
            </p:nvSpPr>
            <p:spPr>
              <a:xfrm>
                <a:off x="230883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3" name="ph5193"/>
              <p:cNvSpPr/>
              <p:nvPr/>
            </p:nvSpPr>
            <p:spPr>
              <a:xfrm>
                <a:off x="23180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4" name="ph5194"/>
              <p:cNvSpPr/>
              <p:nvPr/>
            </p:nvSpPr>
            <p:spPr>
              <a:xfrm>
                <a:off x="23273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5" name="ph5195"/>
              <p:cNvSpPr/>
              <p:nvPr/>
            </p:nvSpPr>
            <p:spPr>
              <a:xfrm>
                <a:off x="23366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6" name="ph5196"/>
              <p:cNvSpPr/>
              <p:nvPr/>
            </p:nvSpPr>
            <p:spPr>
              <a:xfrm>
                <a:off x="23458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7" name="ph5197"/>
              <p:cNvSpPr/>
              <p:nvPr/>
            </p:nvSpPr>
            <p:spPr>
              <a:xfrm>
                <a:off x="235514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8" name="ph5198"/>
              <p:cNvSpPr/>
              <p:nvPr/>
            </p:nvSpPr>
            <p:spPr>
              <a:xfrm>
                <a:off x="23644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9" name="ph5199"/>
              <p:cNvSpPr/>
              <p:nvPr/>
            </p:nvSpPr>
            <p:spPr>
              <a:xfrm>
                <a:off x="23736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0" name="ph5200"/>
              <p:cNvSpPr/>
              <p:nvPr/>
            </p:nvSpPr>
            <p:spPr>
              <a:xfrm>
                <a:off x="23829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1" name="ph5201"/>
              <p:cNvSpPr/>
              <p:nvPr/>
            </p:nvSpPr>
            <p:spPr>
              <a:xfrm>
                <a:off x="239219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2" name="ph5202"/>
              <p:cNvSpPr/>
              <p:nvPr/>
            </p:nvSpPr>
            <p:spPr>
              <a:xfrm>
                <a:off x="2410719" y="160220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7078" y="897161"/>
                    </a:lnTo>
                    <a:lnTo>
                      <a:pt x="907567" y="900478"/>
                    </a:lnTo>
                    <a:lnTo>
                      <a:pt x="908220" y="901179"/>
                    </a:lnTo>
                    <a:lnTo>
                      <a:pt x="913136" y="907125"/>
                    </a:lnTo>
                    <a:lnTo>
                      <a:pt x="914400" y="908835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3" name="ph5203"/>
              <p:cNvSpPr/>
              <p:nvPr/>
            </p:nvSpPr>
            <p:spPr>
              <a:xfrm>
                <a:off x="2410719" y="1602202"/>
                <a:ext cx="91844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444" h="914399">
                    <a:moveTo>
                      <a:pt x="914400" y="914399"/>
                    </a:moveTo>
                    <a:lnTo>
                      <a:pt x="914400" y="908835"/>
                    </a:lnTo>
                    <a:lnTo>
                      <a:pt x="917878" y="913545"/>
                    </a:lnTo>
                    <a:lnTo>
                      <a:pt x="918444" y="91439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4" name="ph5204"/>
              <p:cNvSpPr/>
              <p:nvPr/>
            </p:nvSpPr>
            <p:spPr>
              <a:xfrm>
                <a:off x="307759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3534" y="931638"/>
                    </a:lnTo>
                    <a:lnTo>
                      <a:pt x="912644" y="926698"/>
                    </a:lnTo>
                    <a:lnTo>
                      <a:pt x="911097" y="916360"/>
                    </a:lnTo>
                    <a:lnTo>
                      <a:pt x="910861" y="914399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5" name="ph5205"/>
              <p:cNvSpPr/>
              <p:nvPr/>
            </p:nvSpPr>
            <p:spPr>
              <a:xfrm>
                <a:off x="30775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6" name="ph5206"/>
              <p:cNvSpPr/>
              <p:nvPr/>
            </p:nvSpPr>
            <p:spPr>
              <a:xfrm>
                <a:off x="30868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7" name="ph5207"/>
              <p:cNvSpPr/>
              <p:nvPr/>
            </p:nvSpPr>
            <p:spPr>
              <a:xfrm>
                <a:off x="30961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8" name="ph5208"/>
              <p:cNvSpPr/>
              <p:nvPr/>
            </p:nvSpPr>
            <p:spPr>
              <a:xfrm>
                <a:off x="31053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9" name="ph5209"/>
              <p:cNvSpPr/>
              <p:nvPr/>
            </p:nvSpPr>
            <p:spPr>
              <a:xfrm>
                <a:off x="31146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0" name="ph5210"/>
              <p:cNvSpPr/>
              <p:nvPr/>
            </p:nvSpPr>
            <p:spPr>
              <a:xfrm>
                <a:off x="31239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1" name="ph5211"/>
              <p:cNvSpPr/>
              <p:nvPr/>
            </p:nvSpPr>
            <p:spPr>
              <a:xfrm>
                <a:off x="31331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2" name="ph5212"/>
              <p:cNvSpPr/>
              <p:nvPr/>
            </p:nvSpPr>
            <p:spPr>
              <a:xfrm>
                <a:off x="314243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3" name="ph5213"/>
              <p:cNvSpPr/>
              <p:nvPr/>
            </p:nvSpPr>
            <p:spPr>
              <a:xfrm>
                <a:off x="31516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4" name="ph5214"/>
              <p:cNvSpPr/>
              <p:nvPr/>
            </p:nvSpPr>
            <p:spPr>
              <a:xfrm>
                <a:off x="31609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5" name="ph5215"/>
              <p:cNvSpPr/>
              <p:nvPr/>
            </p:nvSpPr>
            <p:spPr>
              <a:xfrm>
                <a:off x="31702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6" name="ph5216"/>
              <p:cNvSpPr/>
              <p:nvPr/>
            </p:nvSpPr>
            <p:spPr>
              <a:xfrm>
                <a:off x="31794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7" name="ph5217"/>
              <p:cNvSpPr/>
              <p:nvPr/>
            </p:nvSpPr>
            <p:spPr>
              <a:xfrm>
                <a:off x="318874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8" name="ph5218"/>
              <p:cNvSpPr/>
              <p:nvPr/>
            </p:nvSpPr>
            <p:spPr>
              <a:xfrm>
                <a:off x="31980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9" name="ph5219"/>
              <p:cNvSpPr/>
              <p:nvPr/>
            </p:nvSpPr>
            <p:spPr>
              <a:xfrm>
                <a:off x="32072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0" name="ph5220"/>
              <p:cNvSpPr/>
              <p:nvPr/>
            </p:nvSpPr>
            <p:spPr>
              <a:xfrm>
                <a:off x="32165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1" name="ph5221"/>
              <p:cNvSpPr/>
              <p:nvPr/>
            </p:nvSpPr>
            <p:spPr>
              <a:xfrm>
                <a:off x="322579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2" name="ph5222"/>
              <p:cNvSpPr/>
              <p:nvPr/>
            </p:nvSpPr>
            <p:spPr>
              <a:xfrm>
                <a:off x="323505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3" name="ph5223"/>
              <p:cNvSpPr/>
              <p:nvPr/>
            </p:nvSpPr>
            <p:spPr>
              <a:xfrm>
                <a:off x="324431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4" name="ph5224"/>
              <p:cNvSpPr/>
              <p:nvPr/>
            </p:nvSpPr>
            <p:spPr>
              <a:xfrm>
                <a:off x="325358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5" name="ph5225"/>
              <p:cNvSpPr/>
              <p:nvPr/>
            </p:nvSpPr>
            <p:spPr>
              <a:xfrm>
                <a:off x="326284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6" name="ph5226"/>
              <p:cNvSpPr/>
              <p:nvPr/>
            </p:nvSpPr>
            <p:spPr>
              <a:xfrm>
                <a:off x="327210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7" name="ph5227"/>
              <p:cNvSpPr/>
              <p:nvPr/>
            </p:nvSpPr>
            <p:spPr>
              <a:xfrm>
                <a:off x="328136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8" name="ph5228"/>
              <p:cNvSpPr/>
              <p:nvPr/>
            </p:nvSpPr>
            <p:spPr>
              <a:xfrm>
                <a:off x="329063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9" name="ph5229"/>
              <p:cNvSpPr/>
              <p:nvPr/>
            </p:nvSpPr>
            <p:spPr>
              <a:xfrm>
                <a:off x="329989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0" name="ph5230"/>
              <p:cNvSpPr/>
              <p:nvPr/>
            </p:nvSpPr>
            <p:spPr>
              <a:xfrm>
                <a:off x="330915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1" name="ph5231"/>
              <p:cNvSpPr/>
              <p:nvPr/>
            </p:nvSpPr>
            <p:spPr>
              <a:xfrm>
                <a:off x="331841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2" name="ph5232"/>
              <p:cNvSpPr/>
              <p:nvPr/>
            </p:nvSpPr>
            <p:spPr>
              <a:xfrm>
                <a:off x="332767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3" name="ph5233"/>
              <p:cNvSpPr/>
              <p:nvPr/>
            </p:nvSpPr>
            <p:spPr>
              <a:xfrm>
                <a:off x="333694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4" name="ph5234"/>
              <p:cNvSpPr/>
              <p:nvPr/>
            </p:nvSpPr>
            <p:spPr>
              <a:xfrm>
                <a:off x="334620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5" name="ph5235"/>
              <p:cNvSpPr/>
              <p:nvPr/>
            </p:nvSpPr>
            <p:spPr>
              <a:xfrm>
                <a:off x="335546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6" name="ph5236"/>
              <p:cNvSpPr/>
              <p:nvPr/>
            </p:nvSpPr>
            <p:spPr>
              <a:xfrm>
                <a:off x="336472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7" name="ph5237"/>
              <p:cNvSpPr/>
              <p:nvPr/>
            </p:nvSpPr>
            <p:spPr>
              <a:xfrm>
                <a:off x="337399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8" name="ph5238"/>
              <p:cNvSpPr/>
              <p:nvPr/>
            </p:nvSpPr>
            <p:spPr>
              <a:xfrm>
                <a:off x="338325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9" name="ph5239"/>
              <p:cNvSpPr/>
              <p:nvPr/>
            </p:nvSpPr>
            <p:spPr>
              <a:xfrm>
                <a:off x="339251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0" name="ph5240"/>
              <p:cNvSpPr/>
              <p:nvPr/>
            </p:nvSpPr>
            <p:spPr>
              <a:xfrm>
                <a:off x="340177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1" name="ph5241"/>
              <p:cNvSpPr/>
              <p:nvPr/>
            </p:nvSpPr>
            <p:spPr>
              <a:xfrm>
                <a:off x="34110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2" name="ph5242"/>
              <p:cNvSpPr/>
              <p:nvPr/>
            </p:nvSpPr>
            <p:spPr>
              <a:xfrm>
                <a:off x="34203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3" name="ph5243"/>
              <p:cNvSpPr/>
              <p:nvPr/>
            </p:nvSpPr>
            <p:spPr>
              <a:xfrm>
                <a:off x="34295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4" name="ph5244"/>
              <p:cNvSpPr/>
              <p:nvPr/>
            </p:nvSpPr>
            <p:spPr>
              <a:xfrm>
                <a:off x="343882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5" name="ph5245"/>
              <p:cNvSpPr/>
              <p:nvPr/>
            </p:nvSpPr>
            <p:spPr>
              <a:xfrm>
                <a:off x="34480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6" name="ph5246"/>
              <p:cNvSpPr/>
              <p:nvPr/>
            </p:nvSpPr>
            <p:spPr>
              <a:xfrm>
                <a:off x="34573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7" name="ph5247"/>
              <p:cNvSpPr/>
              <p:nvPr/>
            </p:nvSpPr>
            <p:spPr>
              <a:xfrm>
                <a:off x="34666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8" name="ph5248"/>
              <p:cNvSpPr/>
              <p:nvPr/>
            </p:nvSpPr>
            <p:spPr>
              <a:xfrm>
                <a:off x="347587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9" name="ph5249"/>
              <p:cNvSpPr/>
              <p:nvPr/>
            </p:nvSpPr>
            <p:spPr>
              <a:xfrm>
                <a:off x="34851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0" name="ph5250"/>
              <p:cNvSpPr/>
              <p:nvPr/>
            </p:nvSpPr>
            <p:spPr>
              <a:xfrm>
                <a:off x="34943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1" name="ph5251"/>
              <p:cNvSpPr/>
              <p:nvPr/>
            </p:nvSpPr>
            <p:spPr>
              <a:xfrm>
                <a:off x="35036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2" name="ph5252"/>
              <p:cNvSpPr/>
              <p:nvPr/>
            </p:nvSpPr>
            <p:spPr>
              <a:xfrm>
                <a:off x="35129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3" name="ph5253"/>
              <p:cNvSpPr/>
              <p:nvPr/>
            </p:nvSpPr>
            <p:spPr>
              <a:xfrm>
                <a:off x="352218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4" name="ph5254"/>
              <p:cNvSpPr/>
              <p:nvPr/>
            </p:nvSpPr>
            <p:spPr>
              <a:xfrm>
                <a:off x="35314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5" name="ph5255"/>
              <p:cNvSpPr/>
              <p:nvPr/>
            </p:nvSpPr>
            <p:spPr>
              <a:xfrm>
                <a:off x="3540710" y="160220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73"/>
                    </a:lnTo>
                    <a:lnTo>
                      <a:pt x="923494" y="91439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6" name="ph5256"/>
              <p:cNvSpPr/>
              <p:nvPr/>
            </p:nvSpPr>
            <p:spPr>
              <a:xfrm>
                <a:off x="3549972" y="1584964"/>
                <a:ext cx="923662" cy="93151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512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715"/>
                    </a:lnTo>
                    <a:lnTo>
                      <a:pt x="922489" y="924771"/>
                    </a:lnTo>
                    <a:lnTo>
                      <a:pt x="921068" y="926052"/>
                    </a:lnTo>
                    <a:lnTo>
                      <a:pt x="916584" y="929867"/>
                    </a:lnTo>
                    <a:lnTo>
                      <a:pt x="914400" y="931512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7" name="ph5257"/>
              <p:cNvSpPr/>
              <p:nvPr/>
            </p:nvSpPr>
            <p:spPr>
              <a:xfrm>
                <a:off x="3559234" y="1584964"/>
                <a:ext cx="923662" cy="9237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7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381"/>
                    </a:lnTo>
                    <a:lnTo>
                      <a:pt x="923138" y="915851"/>
                    </a:lnTo>
                    <a:lnTo>
                      <a:pt x="921721" y="917125"/>
                    </a:lnTo>
                    <a:lnTo>
                      <a:pt x="920305" y="918399"/>
                    </a:lnTo>
                    <a:lnTo>
                      <a:pt x="918889" y="919673"/>
                    </a:lnTo>
                    <a:lnTo>
                      <a:pt x="917473" y="920947"/>
                    </a:lnTo>
                    <a:lnTo>
                      <a:pt x="916057" y="922222"/>
                    </a:lnTo>
                    <a:lnTo>
                      <a:pt x="914642" y="923496"/>
                    </a:lnTo>
                    <a:lnTo>
                      <a:pt x="914400" y="923715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8" name="ph5258"/>
              <p:cNvSpPr/>
              <p:nvPr/>
            </p:nvSpPr>
            <p:spPr>
              <a:xfrm>
                <a:off x="3568497" y="1584964"/>
                <a:ext cx="915845" cy="915381"/>
              </a:xfrm>
              <a:custGeom>
                <a:avLst/>
                <a:gdLst/>
                <a:ahLst/>
                <a:cxnLst/>
                <a:rect l="0" t="0" r="0" b="0"/>
                <a:pathLst>
                  <a:path w="915845" h="915381">
                    <a:moveTo>
                      <a:pt x="914400" y="914399"/>
                    </a:moveTo>
                    <a:lnTo>
                      <a:pt x="915845" y="914399"/>
                    </a:lnTo>
                    <a:lnTo>
                      <a:pt x="915105" y="914746"/>
                    </a:lnTo>
                    <a:lnTo>
                      <a:pt x="914400" y="915381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9" name="ph5259"/>
              <p:cNvSpPr/>
              <p:nvPr/>
            </p:nvSpPr>
            <p:spPr>
              <a:xfrm>
                <a:off x="2151377" y="1567725"/>
                <a:ext cx="914400" cy="930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912">
                    <a:moveTo>
                      <a:pt x="914400" y="914400"/>
                    </a:moveTo>
                    <a:lnTo>
                      <a:pt x="914400" y="930912"/>
                    </a:lnTo>
                    <a:lnTo>
                      <a:pt x="914136" y="928822"/>
                    </a:lnTo>
                    <a:lnTo>
                      <a:pt x="913861" y="926638"/>
                    </a:lnTo>
                    <a:lnTo>
                      <a:pt x="913585" y="924453"/>
                    </a:lnTo>
                    <a:lnTo>
                      <a:pt x="913310" y="922269"/>
                    </a:lnTo>
                    <a:lnTo>
                      <a:pt x="913034" y="920084"/>
                    </a:lnTo>
                    <a:lnTo>
                      <a:pt x="912758" y="917900"/>
                    </a:lnTo>
                    <a:lnTo>
                      <a:pt x="912481" y="915707"/>
                    </a:lnTo>
                    <a:lnTo>
                      <a:pt x="912334" y="914400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0" name="ph5260"/>
              <p:cNvSpPr/>
              <p:nvPr/>
            </p:nvSpPr>
            <p:spPr>
              <a:xfrm>
                <a:off x="21513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91" y="931638"/>
                    </a:lnTo>
                    <a:lnTo>
                      <a:pt x="914400" y="930912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1" name="ph5261"/>
              <p:cNvSpPr/>
              <p:nvPr/>
            </p:nvSpPr>
            <p:spPr>
              <a:xfrm>
                <a:off x="21606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2" name="ph5262"/>
              <p:cNvSpPr/>
              <p:nvPr/>
            </p:nvSpPr>
            <p:spPr>
              <a:xfrm>
                <a:off x="21699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3" name="ph5263"/>
              <p:cNvSpPr/>
              <p:nvPr/>
            </p:nvSpPr>
            <p:spPr>
              <a:xfrm>
                <a:off x="21791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4" name="ph5264"/>
              <p:cNvSpPr/>
              <p:nvPr/>
            </p:nvSpPr>
            <p:spPr>
              <a:xfrm>
                <a:off x="218842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5" name="ph5265"/>
              <p:cNvSpPr/>
              <p:nvPr/>
            </p:nvSpPr>
            <p:spPr>
              <a:xfrm>
                <a:off x="21976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6" name="ph5266"/>
              <p:cNvSpPr/>
              <p:nvPr/>
            </p:nvSpPr>
            <p:spPr>
              <a:xfrm>
                <a:off x="22069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7" name="ph5267"/>
              <p:cNvSpPr/>
              <p:nvPr/>
            </p:nvSpPr>
            <p:spPr>
              <a:xfrm>
                <a:off x="22162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8" name="ph5268"/>
              <p:cNvSpPr/>
              <p:nvPr/>
            </p:nvSpPr>
            <p:spPr>
              <a:xfrm>
                <a:off x="222547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9" name="ph5269"/>
              <p:cNvSpPr/>
              <p:nvPr/>
            </p:nvSpPr>
            <p:spPr>
              <a:xfrm>
                <a:off x="22347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0" name="ph5270"/>
              <p:cNvSpPr/>
              <p:nvPr/>
            </p:nvSpPr>
            <p:spPr>
              <a:xfrm>
                <a:off x="22439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1" name="ph5271"/>
              <p:cNvSpPr/>
              <p:nvPr/>
            </p:nvSpPr>
            <p:spPr>
              <a:xfrm>
                <a:off x="22532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2" name="ph5272"/>
              <p:cNvSpPr/>
              <p:nvPr/>
            </p:nvSpPr>
            <p:spPr>
              <a:xfrm>
                <a:off x="22625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3" name="ph5273"/>
              <p:cNvSpPr/>
              <p:nvPr/>
            </p:nvSpPr>
            <p:spPr>
              <a:xfrm>
                <a:off x="22717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467">
                  <a:alpha val="100000"/>
                </a:srgbClr>
              </a:solidFill>
              <a:ln w="5420" cap="flat">
                <a:solidFill>
                  <a:srgbClr val="9E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4" name="ph5274"/>
              <p:cNvSpPr/>
              <p:nvPr/>
            </p:nvSpPr>
            <p:spPr>
              <a:xfrm>
                <a:off x="22810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5" name="ph5275"/>
              <p:cNvSpPr/>
              <p:nvPr/>
            </p:nvSpPr>
            <p:spPr>
              <a:xfrm>
                <a:off x="22903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6" name="ph5276"/>
              <p:cNvSpPr/>
              <p:nvPr/>
            </p:nvSpPr>
            <p:spPr>
              <a:xfrm>
                <a:off x="22995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7" name="ph5277"/>
              <p:cNvSpPr/>
              <p:nvPr/>
            </p:nvSpPr>
            <p:spPr>
              <a:xfrm>
                <a:off x="230883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8" name="ph5278"/>
              <p:cNvSpPr/>
              <p:nvPr/>
            </p:nvSpPr>
            <p:spPr>
              <a:xfrm>
                <a:off x="23180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9" name="ph5279"/>
              <p:cNvSpPr/>
              <p:nvPr/>
            </p:nvSpPr>
            <p:spPr>
              <a:xfrm>
                <a:off x="23273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0" name="ph5280"/>
              <p:cNvSpPr/>
              <p:nvPr/>
            </p:nvSpPr>
            <p:spPr>
              <a:xfrm>
                <a:off x="23366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1" name="ph5281"/>
              <p:cNvSpPr/>
              <p:nvPr/>
            </p:nvSpPr>
            <p:spPr>
              <a:xfrm>
                <a:off x="23458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2" name="ph5282"/>
              <p:cNvSpPr/>
              <p:nvPr/>
            </p:nvSpPr>
            <p:spPr>
              <a:xfrm>
                <a:off x="235514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3" name="ph5283"/>
              <p:cNvSpPr/>
              <p:nvPr/>
            </p:nvSpPr>
            <p:spPr>
              <a:xfrm>
                <a:off x="23644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4" name="ph5284"/>
              <p:cNvSpPr/>
              <p:nvPr/>
            </p:nvSpPr>
            <p:spPr>
              <a:xfrm>
                <a:off x="23736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162">
                  <a:alpha val="100000"/>
                </a:srgbClr>
              </a:solidFill>
              <a:ln w="5420" cap="flat">
                <a:solidFill>
                  <a:srgbClr val="94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5" name="ph5285"/>
              <p:cNvSpPr/>
              <p:nvPr/>
            </p:nvSpPr>
            <p:spPr>
              <a:xfrm>
                <a:off x="23829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6" name="ph5286"/>
              <p:cNvSpPr/>
              <p:nvPr/>
            </p:nvSpPr>
            <p:spPr>
              <a:xfrm>
                <a:off x="2401457" y="158496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426" y="897161"/>
                    </a:lnTo>
                    <a:lnTo>
                      <a:pt x="913591" y="897942"/>
                    </a:lnTo>
                    <a:lnTo>
                      <a:pt x="914400" y="902473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7" name="ph5287"/>
              <p:cNvSpPr/>
              <p:nvPr/>
            </p:nvSpPr>
            <p:spPr>
              <a:xfrm>
                <a:off x="2401457" y="1584964"/>
                <a:ext cx="9163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40" h="914399">
                    <a:moveTo>
                      <a:pt x="914400" y="914399"/>
                    </a:moveTo>
                    <a:lnTo>
                      <a:pt x="914400" y="902473"/>
                    </a:lnTo>
                    <a:lnTo>
                      <a:pt x="915441" y="908307"/>
                    </a:lnTo>
                    <a:lnTo>
                      <a:pt x="916340" y="91439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8" name="ph5288"/>
              <p:cNvSpPr/>
              <p:nvPr/>
            </p:nvSpPr>
            <p:spPr>
              <a:xfrm>
                <a:off x="3077599" y="15677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61" y="931638"/>
                    </a:lnTo>
                    <a:lnTo>
                      <a:pt x="909840" y="923125"/>
                    </a:lnTo>
                    <a:lnTo>
                      <a:pt x="909045" y="914400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9" name="ph5289"/>
              <p:cNvSpPr/>
              <p:nvPr/>
            </p:nvSpPr>
            <p:spPr>
              <a:xfrm>
                <a:off x="30775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0" name="ph5290"/>
              <p:cNvSpPr/>
              <p:nvPr/>
            </p:nvSpPr>
            <p:spPr>
              <a:xfrm>
                <a:off x="30868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1" name="ph5291"/>
              <p:cNvSpPr/>
              <p:nvPr/>
            </p:nvSpPr>
            <p:spPr>
              <a:xfrm>
                <a:off x="30961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2" name="ph5292"/>
              <p:cNvSpPr/>
              <p:nvPr/>
            </p:nvSpPr>
            <p:spPr>
              <a:xfrm>
                <a:off x="31053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3" name="ph5293"/>
              <p:cNvSpPr/>
              <p:nvPr/>
            </p:nvSpPr>
            <p:spPr>
              <a:xfrm>
                <a:off x="31146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4" name="ph5294"/>
              <p:cNvSpPr/>
              <p:nvPr/>
            </p:nvSpPr>
            <p:spPr>
              <a:xfrm>
                <a:off x="31239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5" name="ph5295"/>
              <p:cNvSpPr/>
              <p:nvPr/>
            </p:nvSpPr>
            <p:spPr>
              <a:xfrm>
                <a:off x="31331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6" name="ph5296"/>
              <p:cNvSpPr/>
              <p:nvPr/>
            </p:nvSpPr>
            <p:spPr>
              <a:xfrm>
                <a:off x="31424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7" name="ph5297"/>
              <p:cNvSpPr/>
              <p:nvPr/>
            </p:nvSpPr>
            <p:spPr>
              <a:xfrm>
                <a:off x="31516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8" name="ph5298"/>
              <p:cNvSpPr/>
              <p:nvPr/>
            </p:nvSpPr>
            <p:spPr>
              <a:xfrm>
                <a:off x="31609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9" name="ph5299"/>
              <p:cNvSpPr/>
              <p:nvPr/>
            </p:nvSpPr>
            <p:spPr>
              <a:xfrm>
                <a:off x="31702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0" name="ph5300"/>
              <p:cNvSpPr/>
              <p:nvPr/>
            </p:nvSpPr>
            <p:spPr>
              <a:xfrm>
                <a:off x="31794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1" name="ph5301"/>
              <p:cNvSpPr/>
              <p:nvPr/>
            </p:nvSpPr>
            <p:spPr>
              <a:xfrm>
                <a:off x="318874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2" name="ph5302"/>
              <p:cNvSpPr/>
              <p:nvPr/>
            </p:nvSpPr>
            <p:spPr>
              <a:xfrm>
                <a:off x="31980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3" name="ph5303"/>
              <p:cNvSpPr/>
              <p:nvPr/>
            </p:nvSpPr>
            <p:spPr>
              <a:xfrm>
                <a:off x="32072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4" name="ph5304"/>
              <p:cNvSpPr/>
              <p:nvPr/>
            </p:nvSpPr>
            <p:spPr>
              <a:xfrm>
                <a:off x="32165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5" name="ph5305"/>
              <p:cNvSpPr/>
              <p:nvPr/>
            </p:nvSpPr>
            <p:spPr>
              <a:xfrm>
                <a:off x="322579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6" name="ph5306"/>
              <p:cNvSpPr/>
              <p:nvPr/>
            </p:nvSpPr>
            <p:spPr>
              <a:xfrm>
                <a:off x="323505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7" name="ph5307"/>
              <p:cNvSpPr/>
              <p:nvPr/>
            </p:nvSpPr>
            <p:spPr>
              <a:xfrm>
                <a:off x="324431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8" name="ph5308"/>
              <p:cNvSpPr/>
              <p:nvPr/>
            </p:nvSpPr>
            <p:spPr>
              <a:xfrm>
                <a:off x="325358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9" name="ph5309"/>
              <p:cNvSpPr/>
              <p:nvPr/>
            </p:nvSpPr>
            <p:spPr>
              <a:xfrm>
                <a:off x="326284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0" name="ph5310"/>
              <p:cNvSpPr/>
              <p:nvPr/>
            </p:nvSpPr>
            <p:spPr>
              <a:xfrm>
                <a:off x="327210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1" name="ph5311"/>
              <p:cNvSpPr/>
              <p:nvPr/>
            </p:nvSpPr>
            <p:spPr>
              <a:xfrm>
                <a:off x="328136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2" name="ph5312"/>
              <p:cNvSpPr/>
              <p:nvPr/>
            </p:nvSpPr>
            <p:spPr>
              <a:xfrm>
                <a:off x="329063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3" name="ph5313"/>
              <p:cNvSpPr/>
              <p:nvPr/>
            </p:nvSpPr>
            <p:spPr>
              <a:xfrm>
                <a:off x="329989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4" name="ph5314"/>
              <p:cNvSpPr/>
              <p:nvPr/>
            </p:nvSpPr>
            <p:spPr>
              <a:xfrm>
                <a:off x="330915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5" name="ph5315"/>
              <p:cNvSpPr/>
              <p:nvPr/>
            </p:nvSpPr>
            <p:spPr>
              <a:xfrm>
                <a:off x="331841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6" name="ph5316"/>
              <p:cNvSpPr/>
              <p:nvPr/>
            </p:nvSpPr>
            <p:spPr>
              <a:xfrm>
                <a:off x="332767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7" name="ph5317"/>
              <p:cNvSpPr/>
              <p:nvPr/>
            </p:nvSpPr>
            <p:spPr>
              <a:xfrm>
                <a:off x="333694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8" name="ph5318"/>
              <p:cNvSpPr/>
              <p:nvPr/>
            </p:nvSpPr>
            <p:spPr>
              <a:xfrm>
                <a:off x="334620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9" name="ph5319"/>
              <p:cNvSpPr/>
              <p:nvPr/>
            </p:nvSpPr>
            <p:spPr>
              <a:xfrm>
                <a:off x="335546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0" name="ph5320"/>
              <p:cNvSpPr/>
              <p:nvPr/>
            </p:nvSpPr>
            <p:spPr>
              <a:xfrm>
                <a:off x="336472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1" name="ph5321"/>
              <p:cNvSpPr/>
              <p:nvPr/>
            </p:nvSpPr>
            <p:spPr>
              <a:xfrm>
                <a:off x="337399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2" name="ph5322"/>
              <p:cNvSpPr/>
              <p:nvPr/>
            </p:nvSpPr>
            <p:spPr>
              <a:xfrm>
                <a:off x="338325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3" name="ph5323"/>
              <p:cNvSpPr/>
              <p:nvPr/>
            </p:nvSpPr>
            <p:spPr>
              <a:xfrm>
                <a:off x="339251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4" name="ph5324"/>
              <p:cNvSpPr/>
              <p:nvPr/>
            </p:nvSpPr>
            <p:spPr>
              <a:xfrm>
                <a:off x="34017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5" name="ph5325"/>
              <p:cNvSpPr/>
              <p:nvPr/>
            </p:nvSpPr>
            <p:spPr>
              <a:xfrm>
                <a:off x="34110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6" name="ph5326"/>
              <p:cNvSpPr/>
              <p:nvPr/>
            </p:nvSpPr>
            <p:spPr>
              <a:xfrm>
                <a:off x="34203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7" name="ph5327"/>
              <p:cNvSpPr/>
              <p:nvPr/>
            </p:nvSpPr>
            <p:spPr>
              <a:xfrm>
                <a:off x="34295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8" name="ph5328"/>
              <p:cNvSpPr/>
              <p:nvPr/>
            </p:nvSpPr>
            <p:spPr>
              <a:xfrm>
                <a:off x="343882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9" name="ph5329"/>
              <p:cNvSpPr/>
              <p:nvPr/>
            </p:nvSpPr>
            <p:spPr>
              <a:xfrm>
                <a:off x="34480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0" name="ph5330"/>
              <p:cNvSpPr/>
              <p:nvPr/>
            </p:nvSpPr>
            <p:spPr>
              <a:xfrm>
                <a:off x="34573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1" name="ph5331"/>
              <p:cNvSpPr/>
              <p:nvPr/>
            </p:nvSpPr>
            <p:spPr>
              <a:xfrm>
                <a:off x="34666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2" name="ph5332"/>
              <p:cNvSpPr/>
              <p:nvPr/>
            </p:nvSpPr>
            <p:spPr>
              <a:xfrm>
                <a:off x="347587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3" name="ph5333"/>
              <p:cNvSpPr/>
              <p:nvPr/>
            </p:nvSpPr>
            <p:spPr>
              <a:xfrm>
                <a:off x="34851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4" name="ph5334"/>
              <p:cNvSpPr/>
              <p:nvPr/>
            </p:nvSpPr>
            <p:spPr>
              <a:xfrm>
                <a:off x="34943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5" name="ph5335"/>
              <p:cNvSpPr/>
              <p:nvPr/>
            </p:nvSpPr>
            <p:spPr>
              <a:xfrm>
                <a:off x="35036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6" name="ph5336"/>
              <p:cNvSpPr/>
              <p:nvPr/>
            </p:nvSpPr>
            <p:spPr>
              <a:xfrm>
                <a:off x="35129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7" name="ph5337"/>
              <p:cNvSpPr/>
              <p:nvPr/>
            </p:nvSpPr>
            <p:spPr>
              <a:xfrm>
                <a:off x="352218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8" name="ph5338"/>
              <p:cNvSpPr/>
              <p:nvPr/>
            </p:nvSpPr>
            <p:spPr>
              <a:xfrm>
                <a:off x="35314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9" name="ph5339"/>
              <p:cNvSpPr/>
              <p:nvPr/>
            </p:nvSpPr>
            <p:spPr>
              <a:xfrm>
                <a:off x="35407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0" name="ph5340"/>
              <p:cNvSpPr/>
              <p:nvPr/>
            </p:nvSpPr>
            <p:spPr>
              <a:xfrm>
                <a:off x="35499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1" name="ph5341"/>
              <p:cNvSpPr/>
              <p:nvPr/>
            </p:nvSpPr>
            <p:spPr>
              <a:xfrm>
                <a:off x="35592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2" name="ph5342"/>
              <p:cNvSpPr/>
              <p:nvPr/>
            </p:nvSpPr>
            <p:spPr>
              <a:xfrm>
                <a:off x="3568497" y="1584964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571" y="910782"/>
                    </a:lnTo>
                    <a:lnTo>
                      <a:pt x="922494" y="911286"/>
                    </a:lnTo>
                    <a:lnTo>
                      <a:pt x="921417" y="911790"/>
                    </a:lnTo>
                    <a:lnTo>
                      <a:pt x="920340" y="912294"/>
                    </a:lnTo>
                    <a:lnTo>
                      <a:pt x="919264" y="912798"/>
                    </a:lnTo>
                    <a:lnTo>
                      <a:pt x="918187" y="913303"/>
                    </a:lnTo>
                    <a:lnTo>
                      <a:pt x="917110" y="913807"/>
                    </a:lnTo>
                    <a:lnTo>
                      <a:pt x="916034" y="914311"/>
                    </a:lnTo>
                    <a:lnTo>
                      <a:pt x="915845" y="91439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3" name="ph5343"/>
              <p:cNvSpPr/>
              <p:nvPr/>
            </p:nvSpPr>
            <p:spPr>
              <a:xfrm>
                <a:off x="3577759" y="1567725"/>
                <a:ext cx="923662" cy="9279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9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652"/>
                    </a:lnTo>
                    <a:lnTo>
                      <a:pt x="922929" y="923993"/>
                    </a:lnTo>
                    <a:lnTo>
                      <a:pt x="921852" y="924496"/>
                    </a:lnTo>
                    <a:lnTo>
                      <a:pt x="920774" y="925000"/>
                    </a:lnTo>
                    <a:lnTo>
                      <a:pt x="919696" y="925503"/>
                    </a:lnTo>
                    <a:lnTo>
                      <a:pt x="918619" y="926006"/>
                    </a:lnTo>
                    <a:lnTo>
                      <a:pt x="917541" y="926510"/>
                    </a:lnTo>
                    <a:lnTo>
                      <a:pt x="916464" y="927013"/>
                    </a:lnTo>
                    <a:lnTo>
                      <a:pt x="915386" y="927517"/>
                    </a:lnTo>
                    <a:lnTo>
                      <a:pt x="914400" y="92797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4" name="ph5344"/>
              <p:cNvSpPr/>
              <p:nvPr/>
            </p:nvSpPr>
            <p:spPr>
              <a:xfrm>
                <a:off x="3587021" y="1567725"/>
                <a:ext cx="923662" cy="92365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65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151"/>
                    </a:lnTo>
                    <a:lnTo>
                      <a:pt x="920140" y="920975"/>
                    </a:lnTo>
                    <a:lnTo>
                      <a:pt x="919058" y="921479"/>
                    </a:lnTo>
                    <a:lnTo>
                      <a:pt x="917980" y="921982"/>
                    </a:lnTo>
                    <a:lnTo>
                      <a:pt x="916901" y="922484"/>
                    </a:lnTo>
                    <a:lnTo>
                      <a:pt x="915823" y="922987"/>
                    </a:lnTo>
                    <a:lnTo>
                      <a:pt x="914745" y="923490"/>
                    </a:lnTo>
                    <a:lnTo>
                      <a:pt x="914400" y="923652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5" name="ph5345"/>
              <p:cNvSpPr/>
              <p:nvPr/>
            </p:nvSpPr>
            <p:spPr>
              <a:xfrm>
                <a:off x="3596283" y="1567725"/>
                <a:ext cx="922301" cy="919151"/>
              </a:xfrm>
              <a:custGeom>
                <a:avLst/>
                <a:gdLst/>
                <a:ahLst/>
                <a:cxnLst/>
                <a:rect l="0" t="0" r="0" b="0"/>
                <a:pathLst>
                  <a:path w="922301" h="919151">
                    <a:moveTo>
                      <a:pt x="914400" y="914400"/>
                    </a:moveTo>
                    <a:lnTo>
                      <a:pt x="922301" y="914400"/>
                    </a:lnTo>
                    <a:lnTo>
                      <a:pt x="921953" y="914655"/>
                    </a:lnTo>
                    <a:lnTo>
                      <a:pt x="916460" y="918084"/>
                    </a:lnTo>
                    <a:lnTo>
                      <a:pt x="914400" y="919151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6" name="ph5346"/>
              <p:cNvSpPr/>
              <p:nvPr/>
            </p:nvSpPr>
            <p:spPr>
              <a:xfrm>
                <a:off x="2151377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4" y="931638"/>
                    </a:lnTo>
                    <a:lnTo>
                      <a:pt x="911371" y="923082"/>
                    </a:lnTo>
                    <a:lnTo>
                      <a:pt x="910628" y="91439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7" name="ph5347"/>
              <p:cNvSpPr/>
              <p:nvPr/>
            </p:nvSpPr>
            <p:spPr>
              <a:xfrm>
                <a:off x="21513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8" name="ph5348"/>
              <p:cNvSpPr/>
              <p:nvPr/>
            </p:nvSpPr>
            <p:spPr>
              <a:xfrm>
                <a:off x="21606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9" name="ph5349"/>
              <p:cNvSpPr/>
              <p:nvPr/>
            </p:nvSpPr>
            <p:spPr>
              <a:xfrm>
                <a:off x="21699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0" name="ph5350"/>
              <p:cNvSpPr/>
              <p:nvPr/>
            </p:nvSpPr>
            <p:spPr>
              <a:xfrm>
                <a:off x="21791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1" name="ph5351"/>
              <p:cNvSpPr/>
              <p:nvPr/>
            </p:nvSpPr>
            <p:spPr>
              <a:xfrm>
                <a:off x="218842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2" name="ph5352"/>
              <p:cNvSpPr/>
              <p:nvPr/>
            </p:nvSpPr>
            <p:spPr>
              <a:xfrm>
                <a:off x="21976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3" name="ph5353"/>
              <p:cNvSpPr/>
              <p:nvPr/>
            </p:nvSpPr>
            <p:spPr>
              <a:xfrm>
                <a:off x="22069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4" name="ph5354"/>
              <p:cNvSpPr/>
              <p:nvPr/>
            </p:nvSpPr>
            <p:spPr>
              <a:xfrm>
                <a:off x="22162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5" name="ph5355"/>
              <p:cNvSpPr/>
              <p:nvPr/>
            </p:nvSpPr>
            <p:spPr>
              <a:xfrm>
                <a:off x="222547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6" name="ph5356"/>
              <p:cNvSpPr/>
              <p:nvPr/>
            </p:nvSpPr>
            <p:spPr>
              <a:xfrm>
                <a:off x="22347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7" name="ph5357"/>
              <p:cNvSpPr/>
              <p:nvPr/>
            </p:nvSpPr>
            <p:spPr>
              <a:xfrm>
                <a:off x="22439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8" name="ph5358"/>
              <p:cNvSpPr/>
              <p:nvPr/>
            </p:nvSpPr>
            <p:spPr>
              <a:xfrm>
                <a:off x="22532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9" name="ph5359"/>
              <p:cNvSpPr/>
              <p:nvPr/>
            </p:nvSpPr>
            <p:spPr>
              <a:xfrm>
                <a:off x="22625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0" name="ph5360"/>
              <p:cNvSpPr/>
              <p:nvPr/>
            </p:nvSpPr>
            <p:spPr>
              <a:xfrm>
                <a:off x="22717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1" name="ph5361"/>
              <p:cNvSpPr/>
              <p:nvPr/>
            </p:nvSpPr>
            <p:spPr>
              <a:xfrm>
                <a:off x="22810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2" name="ph5362"/>
              <p:cNvSpPr/>
              <p:nvPr/>
            </p:nvSpPr>
            <p:spPr>
              <a:xfrm>
                <a:off x="22903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3" name="ph5363"/>
              <p:cNvSpPr/>
              <p:nvPr/>
            </p:nvSpPr>
            <p:spPr>
              <a:xfrm>
                <a:off x="22995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4" name="ph5364"/>
              <p:cNvSpPr/>
              <p:nvPr/>
            </p:nvSpPr>
            <p:spPr>
              <a:xfrm>
                <a:off x="230883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5" name="ph5365"/>
              <p:cNvSpPr/>
              <p:nvPr/>
            </p:nvSpPr>
            <p:spPr>
              <a:xfrm>
                <a:off x="23180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6" name="ph5366"/>
              <p:cNvSpPr/>
              <p:nvPr/>
            </p:nvSpPr>
            <p:spPr>
              <a:xfrm>
                <a:off x="23273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7" name="ph5367"/>
              <p:cNvSpPr/>
              <p:nvPr/>
            </p:nvSpPr>
            <p:spPr>
              <a:xfrm>
                <a:off x="23366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8" name="ph5368"/>
              <p:cNvSpPr/>
              <p:nvPr/>
            </p:nvSpPr>
            <p:spPr>
              <a:xfrm>
                <a:off x="23458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9" name="ph5369"/>
              <p:cNvSpPr/>
              <p:nvPr/>
            </p:nvSpPr>
            <p:spPr>
              <a:xfrm>
                <a:off x="235514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0" name="ph5370"/>
              <p:cNvSpPr/>
              <p:nvPr/>
            </p:nvSpPr>
            <p:spPr>
              <a:xfrm>
                <a:off x="23644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1" name="ph5371"/>
              <p:cNvSpPr/>
              <p:nvPr/>
            </p:nvSpPr>
            <p:spPr>
              <a:xfrm>
                <a:off x="23736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2" name="ph5372"/>
              <p:cNvSpPr/>
              <p:nvPr/>
            </p:nvSpPr>
            <p:spPr>
              <a:xfrm>
                <a:off x="23829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3" name="ph5373"/>
              <p:cNvSpPr/>
              <p:nvPr/>
            </p:nvSpPr>
            <p:spPr>
              <a:xfrm>
                <a:off x="2392195" y="1567725"/>
                <a:ext cx="9226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8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795" y="897161"/>
                    </a:lnTo>
                    <a:lnTo>
                      <a:pt x="920711" y="905012"/>
                    </a:lnTo>
                    <a:lnTo>
                      <a:pt x="922688" y="914400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4" name="ph5374"/>
              <p:cNvSpPr/>
              <p:nvPr/>
            </p:nvSpPr>
            <p:spPr>
              <a:xfrm>
                <a:off x="3077599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9045" y="931638"/>
                    </a:lnTo>
                    <a:lnTo>
                      <a:pt x="908876" y="929783"/>
                    </a:lnTo>
                    <a:lnTo>
                      <a:pt x="908209" y="919123"/>
                    </a:lnTo>
                    <a:lnTo>
                      <a:pt x="908046" y="91439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5" name="ph5375"/>
              <p:cNvSpPr/>
              <p:nvPr/>
            </p:nvSpPr>
            <p:spPr>
              <a:xfrm>
                <a:off x="30775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6" name="ph5376"/>
              <p:cNvSpPr/>
              <p:nvPr/>
            </p:nvSpPr>
            <p:spPr>
              <a:xfrm>
                <a:off x="30868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7" name="ph5377"/>
              <p:cNvSpPr/>
              <p:nvPr/>
            </p:nvSpPr>
            <p:spPr>
              <a:xfrm>
                <a:off x="30961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8" name="ph5378"/>
              <p:cNvSpPr/>
              <p:nvPr/>
            </p:nvSpPr>
            <p:spPr>
              <a:xfrm>
                <a:off x="31053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9" name="ph5379"/>
              <p:cNvSpPr/>
              <p:nvPr/>
            </p:nvSpPr>
            <p:spPr>
              <a:xfrm>
                <a:off x="31146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0" name="ph5380"/>
              <p:cNvSpPr/>
              <p:nvPr/>
            </p:nvSpPr>
            <p:spPr>
              <a:xfrm>
                <a:off x="31239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1" name="ph5381"/>
              <p:cNvSpPr/>
              <p:nvPr/>
            </p:nvSpPr>
            <p:spPr>
              <a:xfrm>
                <a:off x="31331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2" name="ph5382"/>
              <p:cNvSpPr/>
              <p:nvPr/>
            </p:nvSpPr>
            <p:spPr>
              <a:xfrm>
                <a:off x="31424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3" name="ph5383"/>
              <p:cNvSpPr/>
              <p:nvPr/>
            </p:nvSpPr>
            <p:spPr>
              <a:xfrm>
                <a:off x="31516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4" name="ph5384"/>
              <p:cNvSpPr/>
              <p:nvPr/>
            </p:nvSpPr>
            <p:spPr>
              <a:xfrm>
                <a:off x="31609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5" name="ph5385"/>
              <p:cNvSpPr/>
              <p:nvPr/>
            </p:nvSpPr>
            <p:spPr>
              <a:xfrm>
                <a:off x="31702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6" name="ph5386"/>
              <p:cNvSpPr/>
              <p:nvPr/>
            </p:nvSpPr>
            <p:spPr>
              <a:xfrm>
                <a:off x="31794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7" name="ph5387"/>
              <p:cNvSpPr/>
              <p:nvPr/>
            </p:nvSpPr>
            <p:spPr>
              <a:xfrm>
                <a:off x="318874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8" name="ph5388"/>
              <p:cNvSpPr/>
              <p:nvPr/>
            </p:nvSpPr>
            <p:spPr>
              <a:xfrm>
                <a:off x="31980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9" name="ph5389"/>
              <p:cNvSpPr/>
              <p:nvPr/>
            </p:nvSpPr>
            <p:spPr>
              <a:xfrm>
                <a:off x="32072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0" name="ph5390"/>
              <p:cNvSpPr/>
              <p:nvPr/>
            </p:nvSpPr>
            <p:spPr>
              <a:xfrm>
                <a:off x="32165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1" name="ph5391"/>
              <p:cNvSpPr/>
              <p:nvPr/>
            </p:nvSpPr>
            <p:spPr>
              <a:xfrm>
                <a:off x="322579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2" name="ph5392"/>
              <p:cNvSpPr/>
              <p:nvPr/>
            </p:nvSpPr>
            <p:spPr>
              <a:xfrm>
                <a:off x="323505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3" name="ph5393"/>
              <p:cNvSpPr/>
              <p:nvPr/>
            </p:nvSpPr>
            <p:spPr>
              <a:xfrm>
                <a:off x="324431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4" name="ph5394"/>
              <p:cNvSpPr/>
              <p:nvPr/>
            </p:nvSpPr>
            <p:spPr>
              <a:xfrm>
                <a:off x="325358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5" name="ph5395"/>
              <p:cNvSpPr/>
              <p:nvPr/>
            </p:nvSpPr>
            <p:spPr>
              <a:xfrm>
                <a:off x="326284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6" name="ph5396"/>
              <p:cNvSpPr/>
              <p:nvPr/>
            </p:nvSpPr>
            <p:spPr>
              <a:xfrm>
                <a:off x="327210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7" name="ph5397"/>
              <p:cNvSpPr/>
              <p:nvPr/>
            </p:nvSpPr>
            <p:spPr>
              <a:xfrm>
                <a:off x="328136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358">
                  <a:alpha val="100000"/>
                </a:srgbClr>
              </a:solidFill>
              <a:ln w="5420" cap="flat">
                <a:solidFill>
                  <a:srgbClr val="60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8" name="ph5398"/>
              <p:cNvSpPr/>
              <p:nvPr/>
            </p:nvSpPr>
            <p:spPr>
              <a:xfrm>
                <a:off x="329063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9" name="ph5399"/>
              <p:cNvSpPr/>
              <p:nvPr/>
            </p:nvSpPr>
            <p:spPr>
              <a:xfrm>
                <a:off x="329989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0" name="ph5400"/>
              <p:cNvSpPr/>
              <p:nvPr/>
            </p:nvSpPr>
            <p:spPr>
              <a:xfrm>
                <a:off x="330915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1" name="ph5401"/>
              <p:cNvSpPr/>
              <p:nvPr/>
            </p:nvSpPr>
            <p:spPr>
              <a:xfrm>
                <a:off x="331841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2" name="ph5402"/>
              <p:cNvSpPr/>
              <p:nvPr/>
            </p:nvSpPr>
            <p:spPr>
              <a:xfrm>
                <a:off x="332767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3" name="ph5403"/>
              <p:cNvSpPr/>
              <p:nvPr/>
            </p:nvSpPr>
            <p:spPr>
              <a:xfrm>
                <a:off x="333694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4" name="ph5404"/>
              <p:cNvSpPr/>
              <p:nvPr/>
            </p:nvSpPr>
            <p:spPr>
              <a:xfrm>
                <a:off x="334620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5" name="ph5405"/>
              <p:cNvSpPr/>
              <p:nvPr/>
            </p:nvSpPr>
            <p:spPr>
              <a:xfrm>
                <a:off x="335546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6" name="ph5406"/>
              <p:cNvSpPr/>
              <p:nvPr/>
            </p:nvSpPr>
            <p:spPr>
              <a:xfrm>
                <a:off x="336472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7" name="ph5407"/>
              <p:cNvSpPr/>
              <p:nvPr/>
            </p:nvSpPr>
            <p:spPr>
              <a:xfrm>
                <a:off x="337399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8" name="ph5408"/>
              <p:cNvSpPr/>
              <p:nvPr/>
            </p:nvSpPr>
            <p:spPr>
              <a:xfrm>
                <a:off x="338325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9" name="ph5409"/>
              <p:cNvSpPr/>
              <p:nvPr/>
            </p:nvSpPr>
            <p:spPr>
              <a:xfrm>
                <a:off x="339251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0" name="ph5410"/>
              <p:cNvSpPr/>
              <p:nvPr/>
            </p:nvSpPr>
            <p:spPr>
              <a:xfrm>
                <a:off x="34017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1" name="ph5411"/>
              <p:cNvSpPr/>
              <p:nvPr/>
            </p:nvSpPr>
            <p:spPr>
              <a:xfrm>
                <a:off x="34110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2" name="ph5412"/>
              <p:cNvSpPr/>
              <p:nvPr/>
            </p:nvSpPr>
            <p:spPr>
              <a:xfrm>
                <a:off x="34203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3" name="ph5413"/>
              <p:cNvSpPr/>
              <p:nvPr/>
            </p:nvSpPr>
            <p:spPr>
              <a:xfrm>
                <a:off x="34295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4" name="ph5414"/>
              <p:cNvSpPr/>
              <p:nvPr/>
            </p:nvSpPr>
            <p:spPr>
              <a:xfrm>
                <a:off x="343882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5" name="ph5415"/>
              <p:cNvSpPr/>
              <p:nvPr/>
            </p:nvSpPr>
            <p:spPr>
              <a:xfrm>
                <a:off x="34480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6" name="ph5416"/>
              <p:cNvSpPr/>
              <p:nvPr/>
            </p:nvSpPr>
            <p:spPr>
              <a:xfrm>
                <a:off x="34573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7" name="ph5417"/>
              <p:cNvSpPr/>
              <p:nvPr/>
            </p:nvSpPr>
            <p:spPr>
              <a:xfrm>
                <a:off x="34666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8" name="ph5418"/>
              <p:cNvSpPr/>
              <p:nvPr/>
            </p:nvSpPr>
            <p:spPr>
              <a:xfrm>
                <a:off x="347587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9" name="ph5419"/>
              <p:cNvSpPr/>
              <p:nvPr/>
            </p:nvSpPr>
            <p:spPr>
              <a:xfrm>
                <a:off x="34851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0" name="ph5420"/>
              <p:cNvSpPr/>
              <p:nvPr/>
            </p:nvSpPr>
            <p:spPr>
              <a:xfrm>
                <a:off x="34943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1" name="ph5421"/>
              <p:cNvSpPr/>
              <p:nvPr/>
            </p:nvSpPr>
            <p:spPr>
              <a:xfrm>
                <a:off x="35036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2" name="ph5422"/>
              <p:cNvSpPr/>
              <p:nvPr/>
            </p:nvSpPr>
            <p:spPr>
              <a:xfrm>
                <a:off x="35129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3" name="ph5423"/>
              <p:cNvSpPr/>
              <p:nvPr/>
            </p:nvSpPr>
            <p:spPr>
              <a:xfrm>
                <a:off x="352218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4" name="ph5424"/>
              <p:cNvSpPr/>
              <p:nvPr/>
            </p:nvSpPr>
            <p:spPr>
              <a:xfrm>
                <a:off x="35314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5" name="ph5425"/>
              <p:cNvSpPr/>
              <p:nvPr/>
            </p:nvSpPr>
            <p:spPr>
              <a:xfrm>
                <a:off x="35407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6" name="ph5426"/>
              <p:cNvSpPr/>
              <p:nvPr/>
            </p:nvSpPr>
            <p:spPr>
              <a:xfrm>
                <a:off x="35499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7" name="ph5427"/>
              <p:cNvSpPr/>
              <p:nvPr/>
            </p:nvSpPr>
            <p:spPr>
              <a:xfrm>
                <a:off x="35592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8" name="ph5428"/>
              <p:cNvSpPr/>
              <p:nvPr/>
            </p:nvSpPr>
            <p:spPr>
              <a:xfrm>
                <a:off x="35684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9" name="ph5429"/>
              <p:cNvSpPr/>
              <p:nvPr/>
            </p:nvSpPr>
            <p:spPr>
              <a:xfrm>
                <a:off x="35777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0" name="ph5430"/>
              <p:cNvSpPr/>
              <p:nvPr/>
            </p:nvSpPr>
            <p:spPr>
              <a:xfrm>
                <a:off x="35870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1" name="ph5431"/>
              <p:cNvSpPr/>
              <p:nvPr/>
            </p:nvSpPr>
            <p:spPr>
              <a:xfrm>
                <a:off x="3596283" y="15677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401"/>
                    </a:lnTo>
                    <a:lnTo>
                      <a:pt x="922301" y="914400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2" name="ph5432"/>
              <p:cNvSpPr/>
              <p:nvPr/>
            </p:nvSpPr>
            <p:spPr>
              <a:xfrm>
                <a:off x="3605545" y="1550487"/>
                <a:ext cx="923662" cy="9306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639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163"/>
                    </a:lnTo>
                    <a:lnTo>
                      <a:pt x="923353" y="923462"/>
                    </a:lnTo>
                    <a:lnTo>
                      <a:pt x="918081" y="927937"/>
                    </a:lnTo>
                    <a:lnTo>
                      <a:pt x="914400" y="930639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3" name="ph5433"/>
              <p:cNvSpPr/>
              <p:nvPr/>
            </p:nvSpPr>
            <p:spPr>
              <a:xfrm>
                <a:off x="3614808" y="1550487"/>
                <a:ext cx="922956" cy="923163"/>
              </a:xfrm>
              <a:custGeom>
                <a:avLst/>
                <a:gdLst/>
                <a:ahLst/>
                <a:cxnLst/>
                <a:rect l="0" t="0" r="0" b="0"/>
                <a:pathLst>
                  <a:path w="922956" h="923163">
                    <a:moveTo>
                      <a:pt x="914400" y="914399"/>
                    </a:moveTo>
                    <a:lnTo>
                      <a:pt x="922956" y="914399"/>
                    </a:lnTo>
                    <a:lnTo>
                      <a:pt x="919230" y="918483"/>
                    </a:lnTo>
                    <a:lnTo>
                      <a:pt x="914400" y="923163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4" name="ph5434"/>
              <p:cNvSpPr/>
              <p:nvPr/>
            </p:nvSpPr>
            <p:spPr>
              <a:xfrm>
                <a:off x="2142115" y="1533248"/>
                <a:ext cx="914400" cy="9194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34">
                    <a:moveTo>
                      <a:pt x="914400" y="914399"/>
                    </a:moveTo>
                    <a:lnTo>
                      <a:pt x="914400" y="919434"/>
                    </a:lnTo>
                    <a:lnTo>
                      <a:pt x="912019" y="917566"/>
                    </a:lnTo>
                    <a:lnTo>
                      <a:pt x="908500" y="91439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5" name="ph5435"/>
              <p:cNvSpPr/>
              <p:nvPr/>
            </p:nvSpPr>
            <p:spPr>
              <a:xfrm>
                <a:off x="214211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891" y="931638"/>
                    </a:lnTo>
                    <a:lnTo>
                      <a:pt x="919782" y="930369"/>
                    </a:lnTo>
                    <a:lnTo>
                      <a:pt x="919354" y="923093"/>
                    </a:lnTo>
                    <a:lnTo>
                      <a:pt x="917264" y="921682"/>
                    </a:lnTo>
                    <a:lnTo>
                      <a:pt x="914400" y="919434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6" name="ph5436"/>
              <p:cNvSpPr/>
              <p:nvPr/>
            </p:nvSpPr>
            <p:spPr>
              <a:xfrm>
                <a:off x="21513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7" name="ph5437"/>
              <p:cNvSpPr/>
              <p:nvPr/>
            </p:nvSpPr>
            <p:spPr>
              <a:xfrm>
                <a:off x="21606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8" name="ph5438"/>
              <p:cNvSpPr/>
              <p:nvPr/>
            </p:nvSpPr>
            <p:spPr>
              <a:xfrm>
                <a:off x="21699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9" name="ph5439"/>
              <p:cNvSpPr/>
              <p:nvPr/>
            </p:nvSpPr>
            <p:spPr>
              <a:xfrm>
                <a:off x="21791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0" name="ph5440"/>
              <p:cNvSpPr/>
              <p:nvPr/>
            </p:nvSpPr>
            <p:spPr>
              <a:xfrm>
                <a:off x="218842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1" name="ph5441"/>
              <p:cNvSpPr/>
              <p:nvPr/>
            </p:nvSpPr>
            <p:spPr>
              <a:xfrm>
                <a:off x="21976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2" name="ph5442"/>
              <p:cNvSpPr/>
              <p:nvPr/>
            </p:nvSpPr>
            <p:spPr>
              <a:xfrm>
                <a:off x="22069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3" name="ph5443"/>
              <p:cNvSpPr/>
              <p:nvPr/>
            </p:nvSpPr>
            <p:spPr>
              <a:xfrm>
                <a:off x="22162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4" name="ph5444"/>
              <p:cNvSpPr/>
              <p:nvPr/>
            </p:nvSpPr>
            <p:spPr>
              <a:xfrm>
                <a:off x="222547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5" name="ph5445"/>
              <p:cNvSpPr/>
              <p:nvPr/>
            </p:nvSpPr>
            <p:spPr>
              <a:xfrm>
                <a:off x="22347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6" name="ph5446"/>
              <p:cNvSpPr/>
              <p:nvPr/>
            </p:nvSpPr>
            <p:spPr>
              <a:xfrm>
                <a:off x="22439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7" name="ph5447"/>
              <p:cNvSpPr/>
              <p:nvPr/>
            </p:nvSpPr>
            <p:spPr>
              <a:xfrm>
                <a:off x="22532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8" name="ph5448"/>
              <p:cNvSpPr/>
              <p:nvPr/>
            </p:nvSpPr>
            <p:spPr>
              <a:xfrm>
                <a:off x="22625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9" name="ph5449"/>
              <p:cNvSpPr/>
              <p:nvPr/>
            </p:nvSpPr>
            <p:spPr>
              <a:xfrm>
                <a:off x="22717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0" name="ph5450"/>
              <p:cNvSpPr/>
              <p:nvPr/>
            </p:nvSpPr>
            <p:spPr>
              <a:xfrm>
                <a:off x="22810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1" name="ph5451"/>
              <p:cNvSpPr/>
              <p:nvPr/>
            </p:nvSpPr>
            <p:spPr>
              <a:xfrm>
                <a:off x="22903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2" name="ph5452"/>
              <p:cNvSpPr/>
              <p:nvPr/>
            </p:nvSpPr>
            <p:spPr>
              <a:xfrm>
                <a:off x="22995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3" name="ph5453"/>
              <p:cNvSpPr/>
              <p:nvPr/>
            </p:nvSpPr>
            <p:spPr>
              <a:xfrm>
                <a:off x="230883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4" name="ph5454"/>
              <p:cNvSpPr/>
              <p:nvPr/>
            </p:nvSpPr>
            <p:spPr>
              <a:xfrm>
                <a:off x="23180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5" name="ph5455"/>
              <p:cNvSpPr/>
              <p:nvPr/>
            </p:nvSpPr>
            <p:spPr>
              <a:xfrm>
                <a:off x="23273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6" name="ph5456"/>
              <p:cNvSpPr/>
              <p:nvPr/>
            </p:nvSpPr>
            <p:spPr>
              <a:xfrm>
                <a:off x="23366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7" name="ph5457"/>
              <p:cNvSpPr/>
              <p:nvPr/>
            </p:nvSpPr>
            <p:spPr>
              <a:xfrm>
                <a:off x="23458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8" name="ph5458"/>
              <p:cNvSpPr/>
              <p:nvPr/>
            </p:nvSpPr>
            <p:spPr>
              <a:xfrm>
                <a:off x="235514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9" name="ph5459"/>
              <p:cNvSpPr/>
              <p:nvPr/>
            </p:nvSpPr>
            <p:spPr>
              <a:xfrm>
                <a:off x="23644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467">
                  <a:alpha val="100000"/>
                </a:srgbClr>
              </a:solidFill>
              <a:ln w="5420" cap="flat">
                <a:solidFill>
                  <a:srgbClr val="9E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0" name="ph5460"/>
              <p:cNvSpPr/>
              <p:nvPr/>
            </p:nvSpPr>
            <p:spPr>
              <a:xfrm>
                <a:off x="23736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1" name="ph5461"/>
              <p:cNvSpPr/>
              <p:nvPr/>
            </p:nvSpPr>
            <p:spPr>
              <a:xfrm>
                <a:off x="2392195" y="1550487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853" y="897161"/>
                    </a:lnTo>
                    <a:lnTo>
                      <a:pt x="914399" y="89888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2" name="ph5462"/>
              <p:cNvSpPr/>
              <p:nvPr/>
            </p:nvSpPr>
            <p:spPr>
              <a:xfrm>
                <a:off x="2392195" y="1550487"/>
                <a:ext cx="91879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795" h="914399">
                    <a:moveTo>
                      <a:pt x="914399" y="914399"/>
                    </a:moveTo>
                    <a:lnTo>
                      <a:pt x="914399" y="898889"/>
                    </a:lnTo>
                    <a:lnTo>
                      <a:pt x="915578" y="902616"/>
                    </a:lnTo>
                    <a:lnTo>
                      <a:pt x="918284" y="912307"/>
                    </a:lnTo>
                    <a:lnTo>
                      <a:pt x="918795" y="91439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3" name="ph5463"/>
              <p:cNvSpPr/>
              <p:nvPr/>
            </p:nvSpPr>
            <p:spPr>
              <a:xfrm>
                <a:off x="3077599" y="15332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046" y="931638"/>
                    </a:lnTo>
                    <a:lnTo>
                      <a:pt x="907840" y="925652"/>
                    </a:lnTo>
                    <a:lnTo>
                      <a:pt x="907769" y="914921"/>
                    </a:lnTo>
                    <a:lnTo>
                      <a:pt x="907780" y="91439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4" name="ph5464"/>
              <p:cNvSpPr/>
              <p:nvPr/>
            </p:nvSpPr>
            <p:spPr>
              <a:xfrm>
                <a:off x="30775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5" name="ph5465"/>
              <p:cNvSpPr/>
              <p:nvPr/>
            </p:nvSpPr>
            <p:spPr>
              <a:xfrm>
                <a:off x="30868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6" name="ph5466"/>
              <p:cNvSpPr/>
              <p:nvPr/>
            </p:nvSpPr>
            <p:spPr>
              <a:xfrm>
                <a:off x="30961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7" name="ph5467"/>
              <p:cNvSpPr/>
              <p:nvPr/>
            </p:nvSpPr>
            <p:spPr>
              <a:xfrm>
                <a:off x="31053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258">
                  <a:alpha val="100000"/>
                </a:srgbClr>
              </a:solidFill>
              <a:ln w="5420" cap="flat">
                <a:solidFill>
                  <a:srgbClr val="5E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8" name="ph5468"/>
              <p:cNvSpPr/>
              <p:nvPr/>
            </p:nvSpPr>
            <p:spPr>
              <a:xfrm>
                <a:off x="31146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9" name="ph5469"/>
              <p:cNvSpPr/>
              <p:nvPr/>
            </p:nvSpPr>
            <p:spPr>
              <a:xfrm>
                <a:off x="31239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0" name="ph5470"/>
              <p:cNvSpPr/>
              <p:nvPr/>
            </p:nvSpPr>
            <p:spPr>
              <a:xfrm>
                <a:off x="31331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1" name="ph5471"/>
              <p:cNvSpPr/>
              <p:nvPr/>
            </p:nvSpPr>
            <p:spPr>
              <a:xfrm>
                <a:off x="31424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2" name="ph5472"/>
              <p:cNvSpPr/>
              <p:nvPr/>
            </p:nvSpPr>
            <p:spPr>
              <a:xfrm>
                <a:off x="31516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3" name="ph5473"/>
              <p:cNvSpPr/>
              <p:nvPr/>
            </p:nvSpPr>
            <p:spPr>
              <a:xfrm>
                <a:off x="31609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4" name="ph5474"/>
              <p:cNvSpPr/>
              <p:nvPr/>
            </p:nvSpPr>
            <p:spPr>
              <a:xfrm>
                <a:off x="31702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5" name="ph5475"/>
              <p:cNvSpPr/>
              <p:nvPr/>
            </p:nvSpPr>
            <p:spPr>
              <a:xfrm>
                <a:off x="31794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6" name="ph5476"/>
              <p:cNvSpPr/>
              <p:nvPr/>
            </p:nvSpPr>
            <p:spPr>
              <a:xfrm>
                <a:off x="31887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7" name="ph5477"/>
              <p:cNvSpPr/>
              <p:nvPr/>
            </p:nvSpPr>
            <p:spPr>
              <a:xfrm>
                <a:off x="31980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8" name="ph5478"/>
              <p:cNvSpPr/>
              <p:nvPr/>
            </p:nvSpPr>
            <p:spPr>
              <a:xfrm>
                <a:off x="32072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9" name="ph5479"/>
              <p:cNvSpPr/>
              <p:nvPr/>
            </p:nvSpPr>
            <p:spPr>
              <a:xfrm>
                <a:off x="321653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0" name="ph5480"/>
              <p:cNvSpPr/>
              <p:nvPr/>
            </p:nvSpPr>
            <p:spPr>
              <a:xfrm>
                <a:off x="322579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1" name="ph5481"/>
              <p:cNvSpPr/>
              <p:nvPr/>
            </p:nvSpPr>
            <p:spPr>
              <a:xfrm>
                <a:off x="323505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358">
                  <a:alpha val="100000"/>
                </a:srgbClr>
              </a:solidFill>
              <a:ln w="5420" cap="flat">
                <a:solidFill>
                  <a:srgbClr val="60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2" name="ph5482"/>
              <p:cNvSpPr/>
              <p:nvPr/>
            </p:nvSpPr>
            <p:spPr>
              <a:xfrm>
                <a:off x="324431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3" name="ph5483"/>
              <p:cNvSpPr/>
              <p:nvPr/>
            </p:nvSpPr>
            <p:spPr>
              <a:xfrm>
                <a:off x="325358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4" name="ph5484"/>
              <p:cNvSpPr/>
              <p:nvPr/>
            </p:nvSpPr>
            <p:spPr>
              <a:xfrm>
                <a:off x="326284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5" name="ph5485"/>
              <p:cNvSpPr/>
              <p:nvPr/>
            </p:nvSpPr>
            <p:spPr>
              <a:xfrm>
                <a:off x="327210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6" name="ph5486"/>
              <p:cNvSpPr/>
              <p:nvPr/>
            </p:nvSpPr>
            <p:spPr>
              <a:xfrm>
                <a:off x="328136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7" name="ph5487"/>
              <p:cNvSpPr/>
              <p:nvPr/>
            </p:nvSpPr>
            <p:spPr>
              <a:xfrm>
                <a:off x="329063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8" name="ph5488"/>
              <p:cNvSpPr/>
              <p:nvPr/>
            </p:nvSpPr>
            <p:spPr>
              <a:xfrm>
                <a:off x="329989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9" name="ph5489"/>
              <p:cNvSpPr/>
              <p:nvPr/>
            </p:nvSpPr>
            <p:spPr>
              <a:xfrm>
                <a:off x="330915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0" name="ph5490"/>
              <p:cNvSpPr/>
              <p:nvPr/>
            </p:nvSpPr>
            <p:spPr>
              <a:xfrm>
                <a:off x="331841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1" name="ph5491"/>
              <p:cNvSpPr/>
              <p:nvPr/>
            </p:nvSpPr>
            <p:spPr>
              <a:xfrm>
                <a:off x="332767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2" name="ph5492"/>
              <p:cNvSpPr/>
              <p:nvPr/>
            </p:nvSpPr>
            <p:spPr>
              <a:xfrm>
                <a:off x="333694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3" name="ph5493"/>
              <p:cNvSpPr/>
              <p:nvPr/>
            </p:nvSpPr>
            <p:spPr>
              <a:xfrm>
                <a:off x="334620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4" name="ph5494"/>
              <p:cNvSpPr/>
              <p:nvPr/>
            </p:nvSpPr>
            <p:spPr>
              <a:xfrm>
                <a:off x="335546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5" name="ph5495"/>
              <p:cNvSpPr/>
              <p:nvPr/>
            </p:nvSpPr>
            <p:spPr>
              <a:xfrm>
                <a:off x="336472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6" name="ph5496"/>
              <p:cNvSpPr/>
              <p:nvPr/>
            </p:nvSpPr>
            <p:spPr>
              <a:xfrm>
                <a:off x="337399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7" name="ph5497"/>
              <p:cNvSpPr/>
              <p:nvPr/>
            </p:nvSpPr>
            <p:spPr>
              <a:xfrm>
                <a:off x="338325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8" name="ph5498"/>
              <p:cNvSpPr/>
              <p:nvPr/>
            </p:nvSpPr>
            <p:spPr>
              <a:xfrm>
                <a:off x="339251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9" name="ph5499"/>
              <p:cNvSpPr/>
              <p:nvPr/>
            </p:nvSpPr>
            <p:spPr>
              <a:xfrm>
                <a:off x="34017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0" name="ph5500"/>
              <p:cNvSpPr/>
              <p:nvPr/>
            </p:nvSpPr>
            <p:spPr>
              <a:xfrm>
                <a:off x="34110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1" name="ph5501"/>
              <p:cNvSpPr/>
              <p:nvPr/>
            </p:nvSpPr>
            <p:spPr>
              <a:xfrm>
                <a:off x="34203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2" name="ph5502"/>
              <p:cNvSpPr/>
              <p:nvPr/>
            </p:nvSpPr>
            <p:spPr>
              <a:xfrm>
                <a:off x="34295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3" name="ph5503"/>
              <p:cNvSpPr/>
              <p:nvPr/>
            </p:nvSpPr>
            <p:spPr>
              <a:xfrm>
                <a:off x="343882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4" name="ph5504"/>
              <p:cNvSpPr/>
              <p:nvPr/>
            </p:nvSpPr>
            <p:spPr>
              <a:xfrm>
                <a:off x="34480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5" name="ph5505"/>
              <p:cNvSpPr/>
              <p:nvPr/>
            </p:nvSpPr>
            <p:spPr>
              <a:xfrm>
                <a:off x="34573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6" name="ph5506"/>
              <p:cNvSpPr/>
              <p:nvPr/>
            </p:nvSpPr>
            <p:spPr>
              <a:xfrm>
                <a:off x="34666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7" name="ph5507"/>
              <p:cNvSpPr/>
              <p:nvPr/>
            </p:nvSpPr>
            <p:spPr>
              <a:xfrm>
                <a:off x="347587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8" name="ph5508"/>
              <p:cNvSpPr/>
              <p:nvPr/>
            </p:nvSpPr>
            <p:spPr>
              <a:xfrm>
                <a:off x="34851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9" name="ph5509"/>
              <p:cNvSpPr/>
              <p:nvPr/>
            </p:nvSpPr>
            <p:spPr>
              <a:xfrm>
                <a:off x="34943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0" name="ph5510"/>
              <p:cNvSpPr/>
              <p:nvPr/>
            </p:nvSpPr>
            <p:spPr>
              <a:xfrm>
                <a:off x="35036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1" name="ph5511"/>
              <p:cNvSpPr/>
              <p:nvPr/>
            </p:nvSpPr>
            <p:spPr>
              <a:xfrm>
                <a:off x="35129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2" name="ph5512"/>
              <p:cNvSpPr/>
              <p:nvPr/>
            </p:nvSpPr>
            <p:spPr>
              <a:xfrm>
                <a:off x="352218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3" name="ph5513"/>
              <p:cNvSpPr/>
              <p:nvPr/>
            </p:nvSpPr>
            <p:spPr>
              <a:xfrm>
                <a:off x="35314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4" name="ph5514"/>
              <p:cNvSpPr/>
              <p:nvPr/>
            </p:nvSpPr>
            <p:spPr>
              <a:xfrm>
                <a:off x="35407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5" name="ph5515"/>
              <p:cNvSpPr/>
              <p:nvPr/>
            </p:nvSpPr>
            <p:spPr>
              <a:xfrm>
                <a:off x="35499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6" name="ph5516"/>
              <p:cNvSpPr/>
              <p:nvPr/>
            </p:nvSpPr>
            <p:spPr>
              <a:xfrm>
                <a:off x="35592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7" name="ph5517"/>
              <p:cNvSpPr/>
              <p:nvPr/>
            </p:nvSpPr>
            <p:spPr>
              <a:xfrm>
                <a:off x="35684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8" name="ph5518"/>
              <p:cNvSpPr/>
              <p:nvPr/>
            </p:nvSpPr>
            <p:spPr>
              <a:xfrm>
                <a:off x="35777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9" name="ph5519"/>
              <p:cNvSpPr/>
              <p:nvPr/>
            </p:nvSpPr>
            <p:spPr>
              <a:xfrm>
                <a:off x="35870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0" name="ph5520"/>
              <p:cNvSpPr/>
              <p:nvPr/>
            </p:nvSpPr>
            <p:spPr>
              <a:xfrm>
                <a:off x="35962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1" name="ph5521"/>
              <p:cNvSpPr/>
              <p:nvPr/>
            </p:nvSpPr>
            <p:spPr>
              <a:xfrm>
                <a:off x="36055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2" name="ph5522"/>
              <p:cNvSpPr/>
              <p:nvPr/>
            </p:nvSpPr>
            <p:spPr>
              <a:xfrm>
                <a:off x="3614808" y="1550487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627"/>
                    </a:lnTo>
                    <a:lnTo>
                      <a:pt x="922956" y="91439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3" name="ph5523"/>
              <p:cNvSpPr/>
              <p:nvPr/>
            </p:nvSpPr>
            <p:spPr>
              <a:xfrm>
                <a:off x="3624070" y="1533248"/>
                <a:ext cx="923662" cy="9308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8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022"/>
                    </a:lnTo>
                    <a:lnTo>
                      <a:pt x="921688" y="922437"/>
                    </a:lnTo>
                    <a:lnTo>
                      <a:pt x="920001" y="924396"/>
                    </a:lnTo>
                    <a:lnTo>
                      <a:pt x="918323" y="926343"/>
                    </a:lnTo>
                    <a:lnTo>
                      <a:pt x="916647" y="928291"/>
                    </a:lnTo>
                    <a:lnTo>
                      <a:pt x="914961" y="930250"/>
                    </a:lnTo>
                    <a:lnTo>
                      <a:pt x="914400" y="930865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4" name="ph5524"/>
              <p:cNvSpPr/>
              <p:nvPr/>
            </p:nvSpPr>
            <p:spPr>
              <a:xfrm>
                <a:off x="3633332" y="1533248"/>
                <a:ext cx="918789" cy="920022"/>
              </a:xfrm>
              <a:custGeom>
                <a:avLst/>
                <a:gdLst/>
                <a:ahLst/>
                <a:cxnLst/>
                <a:rect l="0" t="0" r="0" b="0"/>
                <a:pathLst>
                  <a:path w="918789" h="920022">
                    <a:moveTo>
                      <a:pt x="914400" y="914399"/>
                    </a:moveTo>
                    <a:lnTo>
                      <a:pt x="918789" y="914399"/>
                    </a:lnTo>
                    <a:lnTo>
                      <a:pt x="916892" y="916972"/>
                    </a:lnTo>
                    <a:lnTo>
                      <a:pt x="914400" y="920022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5" name="ph5525"/>
              <p:cNvSpPr/>
              <p:nvPr/>
            </p:nvSpPr>
            <p:spPr>
              <a:xfrm>
                <a:off x="2123590" y="1516010"/>
                <a:ext cx="914400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19">
                    <a:moveTo>
                      <a:pt x="914400" y="914400"/>
                    </a:moveTo>
                    <a:lnTo>
                      <a:pt x="914400" y="918019"/>
                    </a:lnTo>
                    <a:lnTo>
                      <a:pt x="911581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6" name="ph5526"/>
              <p:cNvSpPr/>
              <p:nvPr/>
            </p:nvSpPr>
            <p:spPr>
              <a:xfrm>
                <a:off x="2123590" y="1516010"/>
                <a:ext cx="923662" cy="92840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0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401"/>
                    </a:lnTo>
                    <a:lnTo>
                      <a:pt x="920429" y="925102"/>
                    </a:lnTo>
                    <a:lnTo>
                      <a:pt x="915585" y="919541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7" name="ph5527"/>
              <p:cNvSpPr/>
              <p:nvPr/>
            </p:nvSpPr>
            <p:spPr>
              <a:xfrm>
                <a:off x="21328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62" y="931638"/>
                    </a:lnTo>
                    <a:lnTo>
                      <a:pt x="916157" y="930194"/>
                    </a:lnTo>
                    <a:lnTo>
                      <a:pt x="914400" y="928401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8" name="ph5528"/>
              <p:cNvSpPr/>
              <p:nvPr/>
            </p:nvSpPr>
            <p:spPr>
              <a:xfrm>
                <a:off x="214211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9" name="ph5529"/>
              <p:cNvSpPr/>
              <p:nvPr/>
            </p:nvSpPr>
            <p:spPr>
              <a:xfrm>
                <a:off x="21513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0" name="ph5530"/>
              <p:cNvSpPr/>
              <p:nvPr/>
            </p:nvSpPr>
            <p:spPr>
              <a:xfrm>
                <a:off x="21606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1" name="ph5531"/>
              <p:cNvSpPr/>
              <p:nvPr/>
            </p:nvSpPr>
            <p:spPr>
              <a:xfrm>
                <a:off x="21699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2" name="ph5532"/>
              <p:cNvSpPr/>
              <p:nvPr/>
            </p:nvSpPr>
            <p:spPr>
              <a:xfrm>
                <a:off x="21791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3" name="ph5533"/>
              <p:cNvSpPr/>
              <p:nvPr/>
            </p:nvSpPr>
            <p:spPr>
              <a:xfrm>
                <a:off x="218842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4" name="ph5534"/>
              <p:cNvSpPr/>
              <p:nvPr/>
            </p:nvSpPr>
            <p:spPr>
              <a:xfrm>
                <a:off x="21976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5" name="ph5535"/>
              <p:cNvSpPr/>
              <p:nvPr/>
            </p:nvSpPr>
            <p:spPr>
              <a:xfrm>
                <a:off x="22069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6" name="ph5536"/>
              <p:cNvSpPr/>
              <p:nvPr/>
            </p:nvSpPr>
            <p:spPr>
              <a:xfrm>
                <a:off x="22162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7" name="ph5537"/>
              <p:cNvSpPr/>
              <p:nvPr/>
            </p:nvSpPr>
            <p:spPr>
              <a:xfrm>
                <a:off x="222547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8" name="ph5538"/>
              <p:cNvSpPr/>
              <p:nvPr/>
            </p:nvSpPr>
            <p:spPr>
              <a:xfrm>
                <a:off x="22347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9" name="ph5539"/>
              <p:cNvSpPr/>
              <p:nvPr/>
            </p:nvSpPr>
            <p:spPr>
              <a:xfrm>
                <a:off x="22439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0" name="ph5540"/>
              <p:cNvSpPr/>
              <p:nvPr/>
            </p:nvSpPr>
            <p:spPr>
              <a:xfrm>
                <a:off x="22532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1" name="ph5541"/>
              <p:cNvSpPr/>
              <p:nvPr/>
            </p:nvSpPr>
            <p:spPr>
              <a:xfrm>
                <a:off x="22625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2" name="ph5542"/>
              <p:cNvSpPr/>
              <p:nvPr/>
            </p:nvSpPr>
            <p:spPr>
              <a:xfrm>
                <a:off x="22717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3" name="ph5543"/>
              <p:cNvSpPr/>
              <p:nvPr/>
            </p:nvSpPr>
            <p:spPr>
              <a:xfrm>
                <a:off x="22810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4" name="ph5544"/>
              <p:cNvSpPr/>
              <p:nvPr/>
            </p:nvSpPr>
            <p:spPr>
              <a:xfrm>
                <a:off x="22903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5" name="ph5545"/>
              <p:cNvSpPr/>
              <p:nvPr/>
            </p:nvSpPr>
            <p:spPr>
              <a:xfrm>
                <a:off x="22995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6" name="ph5546"/>
              <p:cNvSpPr/>
              <p:nvPr/>
            </p:nvSpPr>
            <p:spPr>
              <a:xfrm>
                <a:off x="230883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7" name="ph5547"/>
              <p:cNvSpPr/>
              <p:nvPr/>
            </p:nvSpPr>
            <p:spPr>
              <a:xfrm>
                <a:off x="23180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8" name="ph5548"/>
              <p:cNvSpPr/>
              <p:nvPr/>
            </p:nvSpPr>
            <p:spPr>
              <a:xfrm>
                <a:off x="23273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9" name="ph5549"/>
              <p:cNvSpPr/>
              <p:nvPr/>
            </p:nvSpPr>
            <p:spPr>
              <a:xfrm>
                <a:off x="23366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0" name="ph5550"/>
              <p:cNvSpPr/>
              <p:nvPr/>
            </p:nvSpPr>
            <p:spPr>
              <a:xfrm>
                <a:off x="23458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1" name="ph5551"/>
              <p:cNvSpPr/>
              <p:nvPr/>
            </p:nvSpPr>
            <p:spPr>
              <a:xfrm>
                <a:off x="235514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2" name="ph5552"/>
              <p:cNvSpPr/>
              <p:nvPr/>
            </p:nvSpPr>
            <p:spPr>
              <a:xfrm>
                <a:off x="23644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3" name="ph5553"/>
              <p:cNvSpPr/>
              <p:nvPr/>
            </p:nvSpPr>
            <p:spPr>
              <a:xfrm>
                <a:off x="23736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4" name="ph5554"/>
              <p:cNvSpPr/>
              <p:nvPr/>
            </p:nvSpPr>
            <p:spPr>
              <a:xfrm>
                <a:off x="2382932" y="1533248"/>
                <a:ext cx="92311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11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963" y="897161"/>
                    </a:lnTo>
                    <a:lnTo>
                      <a:pt x="918624" y="901335"/>
                    </a:lnTo>
                    <a:lnTo>
                      <a:pt x="921864" y="910442"/>
                    </a:lnTo>
                    <a:lnTo>
                      <a:pt x="923115" y="91439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5" name="ph5555"/>
              <p:cNvSpPr/>
              <p:nvPr/>
            </p:nvSpPr>
            <p:spPr>
              <a:xfrm>
                <a:off x="3077599" y="15160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780" y="931638"/>
                    </a:lnTo>
                    <a:lnTo>
                      <a:pt x="907998" y="921436"/>
                    </a:lnTo>
                    <a:lnTo>
                      <a:pt x="908345" y="914400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6" name="ph5556"/>
              <p:cNvSpPr/>
              <p:nvPr/>
            </p:nvSpPr>
            <p:spPr>
              <a:xfrm>
                <a:off x="30775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7" name="ph5557"/>
              <p:cNvSpPr/>
              <p:nvPr/>
            </p:nvSpPr>
            <p:spPr>
              <a:xfrm>
                <a:off x="30868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8" name="ph5558"/>
              <p:cNvSpPr/>
              <p:nvPr/>
            </p:nvSpPr>
            <p:spPr>
              <a:xfrm>
                <a:off x="30961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9" name="ph5559"/>
              <p:cNvSpPr/>
              <p:nvPr/>
            </p:nvSpPr>
            <p:spPr>
              <a:xfrm>
                <a:off x="31053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0" name="ph5560"/>
              <p:cNvSpPr/>
              <p:nvPr/>
            </p:nvSpPr>
            <p:spPr>
              <a:xfrm>
                <a:off x="31146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1" name="ph5561"/>
              <p:cNvSpPr/>
              <p:nvPr/>
            </p:nvSpPr>
            <p:spPr>
              <a:xfrm>
                <a:off x="31239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2" name="ph5562"/>
              <p:cNvSpPr/>
              <p:nvPr/>
            </p:nvSpPr>
            <p:spPr>
              <a:xfrm>
                <a:off x="31331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3" name="ph5563"/>
              <p:cNvSpPr/>
              <p:nvPr/>
            </p:nvSpPr>
            <p:spPr>
              <a:xfrm>
                <a:off x="31424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4" name="ph5564"/>
              <p:cNvSpPr/>
              <p:nvPr/>
            </p:nvSpPr>
            <p:spPr>
              <a:xfrm>
                <a:off x="31516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5" name="ph5565"/>
              <p:cNvSpPr/>
              <p:nvPr/>
            </p:nvSpPr>
            <p:spPr>
              <a:xfrm>
                <a:off x="31609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6" name="ph5566"/>
              <p:cNvSpPr/>
              <p:nvPr/>
            </p:nvSpPr>
            <p:spPr>
              <a:xfrm>
                <a:off x="31702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7" name="ph5567"/>
              <p:cNvSpPr/>
              <p:nvPr/>
            </p:nvSpPr>
            <p:spPr>
              <a:xfrm>
                <a:off x="31794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8" name="ph5568"/>
              <p:cNvSpPr/>
              <p:nvPr/>
            </p:nvSpPr>
            <p:spPr>
              <a:xfrm>
                <a:off x="31887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9" name="ph5569"/>
              <p:cNvSpPr/>
              <p:nvPr/>
            </p:nvSpPr>
            <p:spPr>
              <a:xfrm>
                <a:off x="31980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0" name="ph5570"/>
              <p:cNvSpPr/>
              <p:nvPr/>
            </p:nvSpPr>
            <p:spPr>
              <a:xfrm>
                <a:off x="32072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1" name="ph5571"/>
              <p:cNvSpPr/>
              <p:nvPr/>
            </p:nvSpPr>
            <p:spPr>
              <a:xfrm>
                <a:off x="321653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2" name="ph5572"/>
              <p:cNvSpPr/>
              <p:nvPr/>
            </p:nvSpPr>
            <p:spPr>
              <a:xfrm>
                <a:off x="322579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3" name="ph5573"/>
              <p:cNvSpPr/>
              <p:nvPr/>
            </p:nvSpPr>
            <p:spPr>
              <a:xfrm>
                <a:off x="323505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4" name="ph5574"/>
              <p:cNvSpPr/>
              <p:nvPr/>
            </p:nvSpPr>
            <p:spPr>
              <a:xfrm>
                <a:off x="324431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5" name="ph5575"/>
              <p:cNvSpPr/>
              <p:nvPr/>
            </p:nvSpPr>
            <p:spPr>
              <a:xfrm>
                <a:off x="325358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6" name="ph5576"/>
              <p:cNvSpPr/>
              <p:nvPr/>
            </p:nvSpPr>
            <p:spPr>
              <a:xfrm>
                <a:off x="326284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7" name="ph5577"/>
              <p:cNvSpPr/>
              <p:nvPr/>
            </p:nvSpPr>
            <p:spPr>
              <a:xfrm>
                <a:off x="327210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8" name="ph5578"/>
              <p:cNvSpPr/>
              <p:nvPr/>
            </p:nvSpPr>
            <p:spPr>
              <a:xfrm>
                <a:off x="328136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9" name="ph5579"/>
              <p:cNvSpPr/>
              <p:nvPr/>
            </p:nvSpPr>
            <p:spPr>
              <a:xfrm>
                <a:off x="329063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0" name="ph5580"/>
              <p:cNvSpPr/>
              <p:nvPr/>
            </p:nvSpPr>
            <p:spPr>
              <a:xfrm>
                <a:off x="329989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1" name="ph5581"/>
              <p:cNvSpPr/>
              <p:nvPr/>
            </p:nvSpPr>
            <p:spPr>
              <a:xfrm>
                <a:off x="330915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2" name="ph5582"/>
              <p:cNvSpPr/>
              <p:nvPr/>
            </p:nvSpPr>
            <p:spPr>
              <a:xfrm>
                <a:off x="331841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3" name="ph5583"/>
              <p:cNvSpPr/>
              <p:nvPr/>
            </p:nvSpPr>
            <p:spPr>
              <a:xfrm>
                <a:off x="332767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4" name="ph5584"/>
              <p:cNvSpPr/>
              <p:nvPr/>
            </p:nvSpPr>
            <p:spPr>
              <a:xfrm>
                <a:off x="333694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5" name="ph5585"/>
              <p:cNvSpPr/>
              <p:nvPr/>
            </p:nvSpPr>
            <p:spPr>
              <a:xfrm>
                <a:off x="334620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6" name="ph5586"/>
              <p:cNvSpPr/>
              <p:nvPr/>
            </p:nvSpPr>
            <p:spPr>
              <a:xfrm>
                <a:off x="335546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7" name="ph5587"/>
              <p:cNvSpPr/>
              <p:nvPr/>
            </p:nvSpPr>
            <p:spPr>
              <a:xfrm>
                <a:off x="336472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8" name="ph5588"/>
              <p:cNvSpPr/>
              <p:nvPr/>
            </p:nvSpPr>
            <p:spPr>
              <a:xfrm>
                <a:off x="337399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9" name="ph5589"/>
              <p:cNvSpPr/>
              <p:nvPr/>
            </p:nvSpPr>
            <p:spPr>
              <a:xfrm>
                <a:off x="33832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0" name="ph5590"/>
              <p:cNvSpPr/>
              <p:nvPr/>
            </p:nvSpPr>
            <p:spPr>
              <a:xfrm>
                <a:off x="339251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1" name="ph5591"/>
              <p:cNvSpPr/>
              <p:nvPr/>
            </p:nvSpPr>
            <p:spPr>
              <a:xfrm>
                <a:off x="34017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2" name="ph5592"/>
              <p:cNvSpPr/>
              <p:nvPr/>
            </p:nvSpPr>
            <p:spPr>
              <a:xfrm>
                <a:off x="34110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3" name="ph5593"/>
              <p:cNvSpPr/>
              <p:nvPr/>
            </p:nvSpPr>
            <p:spPr>
              <a:xfrm>
                <a:off x="34203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4" name="ph5594"/>
              <p:cNvSpPr/>
              <p:nvPr/>
            </p:nvSpPr>
            <p:spPr>
              <a:xfrm>
                <a:off x="34295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5" name="ph5595"/>
              <p:cNvSpPr/>
              <p:nvPr/>
            </p:nvSpPr>
            <p:spPr>
              <a:xfrm>
                <a:off x="343882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6" name="ph5596"/>
              <p:cNvSpPr/>
              <p:nvPr/>
            </p:nvSpPr>
            <p:spPr>
              <a:xfrm>
                <a:off x="34480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7" name="ph5597"/>
              <p:cNvSpPr/>
              <p:nvPr/>
            </p:nvSpPr>
            <p:spPr>
              <a:xfrm>
                <a:off x="34573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8" name="ph5598"/>
              <p:cNvSpPr/>
              <p:nvPr/>
            </p:nvSpPr>
            <p:spPr>
              <a:xfrm>
                <a:off x="34666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9" name="ph5599"/>
              <p:cNvSpPr/>
              <p:nvPr/>
            </p:nvSpPr>
            <p:spPr>
              <a:xfrm>
                <a:off x="347587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A">
                  <a:alpha val="100000"/>
                </a:srgbClr>
              </a:solidFill>
              <a:ln w="5420" cap="flat">
                <a:solidFill>
                  <a:srgbClr val="68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0" name="ph5600"/>
              <p:cNvSpPr/>
              <p:nvPr/>
            </p:nvSpPr>
            <p:spPr>
              <a:xfrm>
                <a:off x="34851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1" name="ph5601"/>
              <p:cNvSpPr/>
              <p:nvPr/>
            </p:nvSpPr>
            <p:spPr>
              <a:xfrm>
                <a:off x="34943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2" name="ph5602"/>
              <p:cNvSpPr/>
              <p:nvPr/>
            </p:nvSpPr>
            <p:spPr>
              <a:xfrm>
                <a:off x="35036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3" name="ph5603"/>
              <p:cNvSpPr/>
              <p:nvPr/>
            </p:nvSpPr>
            <p:spPr>
              <a:xfrm>
                <a:off x="35129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4" name="ph5604"/>
              <p:cNvSpPr/>
              <p:nvPr/>
            </p:nvSpPr>
            <p:spPr>
              <a:xfrm>
                <a:off x="352218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5" name="ph5605"/>
              <p:cNvSpPr/>
              <p:nvPr/>
            </p:nvSpPr>
            <p:spPr>
              <a:xfrm>
                <a:off x="35314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6" name="ph5606"/>
              <p:cNvSpPr/>
              <p:nvPr/>
            </p:nvSpPr>
            <p:spPr>
              <a:xfrm>
                <a:off x="35407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7" name="ph5607"/>
              <p:cNvSpPr/>
              <p:nvPr/>
            </p:nvSpPr>
            <p:spPr>
              <a:xfrm>
                <a:off x="35499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8" name="ph5608"/>
              <p:cNvSpPr/>
              <p:nvPr/>
            </p:nvSpPr>
            <p:spPr>
              <a:xfrm>
                <a:off x="35592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9" name="ph5609"/>
              <p:cNvSpPr/>
              <p:nvPr/>
            </p:nvSpPr>
            <p:spPr>
              <a:xfrm>
                <a:off x="35684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0" name="ph5610"/>
              <p:cNvSpPr/>
              <p:nvPr/>
            </p:nvSpPr>
            <p:spPr>
              <a:xfrm>
                <a:off x="35777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1" name="ph5611"/>
              <p:cNvSpPr/>
              <p:nvPr/>
            </p:nvSpPr>
            <p:spPr>
              <a:xfrm>
                <a:off x="35870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2" name="ph5612"/>
              <p:cNvSpPr/>
              <p:nvPr/>
            </p:nvSpPr>
            <p:spPr>
              <a:xfrm>
                <a:off x="35962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3" name="ph5613"/>
              <p:cNvSpPr/>
              <p:nvPr/>
            </p:nvSpPr>
            <p:spPr>
              <a:xfrm>
                <a:off x="36055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4" name="ph5614"/>
              <p:cNvSpPr/>
              <p:nvPr/>
            </p:nvSpPr>
            <p:spPr>
              <a:xfrm>
                <a:off x="36148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5" name="ph5615"/>
              <p:cNvSpPr/>
              <p:nvPr/>
            </p:nvSpPr>
            <p:spPr>
              <a:xfrm>
                <a:off x="36240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6" name="ph5616"/>
              <p:cNvSpPr/>
              <p:nvPr/>
            </p:nvSpPr>
            <p:spPr>
              <a:xfrm>
                <a:off x="3633332" y="153324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443"/>
                    </a:lnTo>
                    <a:lnTo>
                      <a:pt x="921212" y="911114"/>
                    </a:lnTo>
                    <a:lnTo>
                      <a:pt x="918789" y="91439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7" name="ph5617"/>
              <p:cNvSpPr/>
              <p:nvPr/>
            </p:nvSpPr>
            <p:spPr>
              <a:xfrm>
                <a:off x="3642594" y="1516010"/>
                <a:ext cx="920751" cy="924681"/>
              </a:xfrm>
              <a:custGeom>
                <a:avLst/>
                <a:gdLst/>
                <a:ahLst/>
                <a:cxnLst/>
                <a:rect l="0" t="0" r="0" b="0"/>
                <a:pathLst>
                  <a:path w="920751" h="924681">
                    <a:moveTo>
                      <a:pt x="914400" y="914400"/>
                    </a:moveTo>
                    <a:lnTo>
                      <a:pt x="920751" y="914400"/>
                    </a:lnTo>
                    <a:lnTo>
                      <a:pt x="920110" y="915510"/>
                    </a:lnTo>
                    <a:lnTo>
                      <a:pt x="916113" y="922114"/>
                    </a:lnTo>
                    <a:lnTo>
                      <a:pt x="914400" y="924681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8" name="ph5618"/>
              <p:cNvSpPr/>
              <p:nvPr/>
            </p:nvSpPr>
            <p:spPr>
              <a:xfrm>
                <a:off x="2114328" y="1498771"/>
                <a:ext cx="914400" cy="9223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26">
                    <a:moveTo>
                      <a:pt x="914400" y="914400"/>
                    </a:moveTo>
                    <a:lnTo>
                      <a:pt x="914400" y="922326"/>
                    </a:lnTo>
                    <a:lnTo>
                      <a:pt x="911319" y="917434"/>
                    </a:lnTo>
                    <a:lnTo>
                      <a:pt x="909595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9" name="ph5619"/>
              <p:cNvSpPr/>
              <p:nvPr/>
            </p:nvSpPr>
            <p:spPr>
              <a:xfrm>
                <a:off x="21143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843" y="931638"/>
                    </a:lnTo>
                    <a:lnTo>
                      <a:pt x="920162" y="930764"/>
                    </a:lnTo>
                    <a:lnTo>
                      <a:pt x="915649" y="924310"/>
                    </a:lnTo>
                    <a:lnTo>
                      <a:pt x="914400" y="922326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0" name="ph5620"/>
              <p:cNvSpPr/>
              <p:nvPr/>
            </p:nvSpPr>
            <p:spPr>
              <a:xfrm>
                <a:off x="21235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1" name="ph5621"/>
              <p:cNvSpPr/>
              <p:nvPr/>
            </p:nvSpPr>
            <p:spPr>
              <a:xfrm>
                <a:off x="21328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2" name="ph5622"/>
              <p:cNvSpPr/>
              <p:nvPr/>
            </p:nvSpPr>
            <p:spPr>
              <a:xfrm>
                <a:off x="214211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3" name="ph5623"/>
              <p:cNvSpPr/>
              <p:nvPr/>
            </p:nvSpPr>
            <p:spPr>
              <a:xfrm>
                <a:off x="21513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4" name="ph5624"/>
              <p:cNvSpPr/>
              <p:nvPr/>
            </p:nvSpPr>
            <p:spPr>
              <a:xfrm>
                <a:off x="21606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5" name="ph5625"/>
              <p:cNvSpPr/>
              <p:nvPr/>
            </p:nvSpPr>
            <p:spPr>
              <a:xfrm>
                <a:off x="21699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6" name="ph5626"/>
              <p:cNvSpPr/>
              <p:nvPr/>
            </p:nvSpPr>
            <p:spPr>
              <a:xfrm>
                <a:off x="21791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7" name="ph5627"/>
              <p:cNvSpPr/>
              <p:nvPr/>
            </p:nvSpPr>
            <p:spPr>
              <a:xfrm>
                <a:off x="218842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8" name="ph5628"/>
              <p:cNvSpPr/>
              <p:nvPr/>
            </p:nvSpPr>
            <p:spPr>
              <a:xfrm>
                <a:off x="21976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9" name="ph5629"/>
              <p:cNvSpPr/>
              <p:nvPr/>
            </p:nvSpPr>
            <p:spPr>
              <a:xfrm>
                <a:off x="22069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0" name="ph5630"/>
              <p:cNvSpPr/>
              <p:nvPr/>
            </p:nvSpPr>
            <p:spPr>
              <a:xfrm>
                <a:off x="22162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1" name="ph5631"/>
              <p:cNvSpPr/>
              <p:nvPr/>
            </p:nvSpPr>
            <p:spPr>
              <a:xfrm>
                <a:off x="222547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2" name="ph5632"/>
              <p:cNvSpPr/>
              <p:nvPr/>
            </p:nvSpPr>
            <p:spPr>
              <a:xfrm>
                <a:off x="22347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3" name="ph5633"/>
              <p:cNvSpPr/>
              <p:nvPr/>
            </p:nvSpPr>
            <p:spPr>
              <a:xfrm>
                <a:off x="22439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C72">
                  <a:alpha val="100000"/>
                </a:srgbClr>
              </a:solidFill>
              <a:ln w="5420" cap="flat">
                <a:solidFill>
                  <a:srgbClr val="B0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4" name="ph5634"/>
              <p:cNvSpPr/>
              <p:nvPr/>
            </p:nvSpPr>
            <p:spPr>
              <a:xfrm>
                <a:off x="22532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5" name="ph5635"/>
              <p:cNvSpPr/>
              <p:nvPr/>
            </p:nvSpPr>
            <p:spPr>
              <a:xfrm>
                <a:off x="22625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6" name="ph5636"/>
              <p:cNvSpPr/>
              <p:nvPr/>
            </p:nvSpPr>
            <p:spPr>
              <a:xfrm>
                <a:off x="22717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7" name="ph5637"/>
              <p:cNvSpPr/>
              <p:nvPr/>
            </p:nvSpPr>
            <p:spPr>
              <a:xfrm>
                <a:off x="22810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8" name="ph5638"/>
              <p:cNvSpPr/>
              <p:nvPr/>
            </p:nvSpPr>
            <p:spPr>
              <a:xfrm>
                <a:off x="22903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9" name="ph5639"/>
              <p:cNvSpPr/>
              <p:nvPr/>
            </p:nvSpPr>
            <p:spPr>
              <a:xfrm>
                <a:off x="22995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0" name="ph5640"/>
              <p:cNvSpPr/>
              <p:nvPr/>
            </p:nvSpPr>
            <p:spPr>
              <a:xfrm>
                <a:off x="230883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1" name="ph5641"/>
              <p:cNvSpPr/>
              <p:nvPr/>
            </p:nvSpPr>
            <p:spPr>
              <a:xfrm>
                <a:off x="23180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2" name="ph5642"/>
              <p:cNvSpPr/>
              <p:nvPr/>
            </p:nvSpPr>
            <p:spPr>
              <a:xfrm>
                <a:off x="23273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3" name="ph5643"/>
              <p:cNvSpPr/>
              <p:nvPr/>
            </p:nvSpPr>
            <p:spPr>
              <a:xfrm>
                <a:off x="23366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4" name="ph5644"/>
              <p:cNvSpPr/>
              <p:nvPr/>
            </p:nvSpPr>
            <p:spPr>
              <a:xfrm>
                <a:off x="23458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5" name="ph5645"/>
              <p:cNvSpPr/>
              <p:nvPr/>
            </p:nvSpPr>
            <p:spPr>
              <a:xfrm>
                <a:off x="235514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6" name="ph5646"/>
              <p:cNvSpPr/>
              <p:nvPr/>
            </p:nvSpPr>
            <p:spPr>
              <a:xfrm>
                <a:off x="23644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7" name="ph5647"/>
              <p:cNvSpPr/>
              <p:nvPr/>
            </p:nvSpPr>
            <p:spPr>
              <a:xfrm>
                <a:off x="2382932" y="15160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400" y="897161"/>
                    </a:lnTo>
                    <a:lnTo>
                      <a:pt x="914400" y="904996"/>
                    </a:lnTo>
                    <a:lnTo>
                      <a:pt x="913815" y="906834"/>
                    </a:lnTo>
                    <a:lnTo>
                      <a:pt x="914400" y="908150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8" name="ph5648"/>
              <p:cNvSpPr/>
              <p:nvPr/>
            </p:nvSpPr>
            <p:spPr>
              <a:xfrm>
                <a:off x="2382932" y="1516010"/>
                <a:ext cx="9169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3" h="914400">
                    <a:moveTo>
                      <a:pt x="914400" y="914400"/>
                    </a:moveTo>
                    <a:lnTo>
                      <a:pt x="914400" y="908150"/>
                    </a:lnTo>
                    <a:lnTo>
                      <a:pt x="915131" y="909798"/>
                    </a:lnTo>
                    <a:lnTo>
                      <a:pt x="916963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9" name="ph5649"/>
              <p:cNvSpPr/>
              <p:nvPr/>
            </p:nvSpPr>
            <p:spPr>
              <a:xfrm>
                <a:off x="2382932" y="1498771"/>
                <a:ext cx="916866" cy="922235"/>
              </a:xfrm>
              <a:custGeom>
                <a:avLst/>
                <a:gdLst/>
                <a:ahLst/>
                <a:cxnLst/>
                <a:rect l="0" t="0" r="0" b="0"/>
                <a:pathLst>
                  <a:path w="916866" h="922235">
                    <a:moveTo>
                      <a:pt x="914400" y="914400"/>
                    </a:moveTo>
                    <a:lnTo>
                      <a:pt x="916866" y="914400"/>
                    </a:lnTo>
                    <a:lnTo>
                      <a:pt x="916675" y="915078"/>
                    </a:lnTo>
                    <a:lnTo>
                      <a:pt x="914400" y="922235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0" name="ph5650"/>
              <p:cNvSpPr/>
              <p:nvPr/>
            </p:nvSpPr>
            <p:spPr>
              <a:xfrm>
                <a:off x="3077599" y="14987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345" y="931638"/>
                    </a:lnTo>
                    <a:lnTo>
                      <a:pt x="908525" y="927988"/>
                    </a:lnTo>
                    <a:lnTo>
                      <a:pt x="909349" y="917366"/>
                    </a:lnTo>
                    <a:lnTo>
                      <a:pt x="909665" y="914400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1" name="ph5651"/>
              <p:cNvSpPr/>
              <p:nvPr/>
            </p:nvSpPr>
            <p:spPr>
              <a:xfrm>
                <a:off x="30775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2" name="ph5652"/>
              <p:cNvSpPr/>
              <p:nvPr/>
            </p:nvSpPr>
            <p:spPr>
              <a:xfrm>
                <a:off x="30868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3" name="ph5653"/>
              <p:cNvSpPr/>
              <p:nvPr/>
            </p:nvSpPr>
            <p:spPr>
              <a:xfrm>
                <a:off x="30961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4" name="ph5654"/>
              <p:cNvSpPr/>
              <p:nvPr/>
            </p:nvSpPr>
            <p:spPr>
              <a:xfrm>
                <a:off x="31053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5" name="ph5655"/>
              <p:cNvSpPr/>
              <p:nvPr/>
            </p:nvSpPr>
            <p:spPr>
              <a:xfrm>
                <a:off x="31146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6" name="ph5656"/>
              <p:cNvSpPr/>
              <p:nvPr/>
            </p:nvSpPr>
            <p:spPr>
              <a:xfrm>
                <a:off x="31239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7" name="ph5657"/>
              <p:cNvSpPr/>
              <p:nvPr/>
            </p:nvSpPr>
            <p:spPr>
              <a:xfrm>
                <a:off x="31331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8" name="ph5658"/>
              <p:cNvSpPr/>
              <p:nvPr/>
            </p:nvSpPr>
            <p:spPr>
              <a:xfrm>
                <a:off x="31424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9" name="ph5659"/>
              <p:cNvSpPr/>
              <p:nvPr/>
            </p:nvSpPr>
            <p:spPr>
              <a:xfrm>
                <a:off x="31516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0" name="ph5660"/>
              <p:cNvSpPr/>
              <p:nvPr/>
            </p:nvSpPr>
            <p:spPr>
              <a:xfrm>
                <a:off x="31609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1" name="ph5661"/>
              <p:cNvSpPr/>
              <p:nvPr/>
            </p:nvSpPr>
            <p:spPr>
              <a:xfrm>
                <a:off x="31702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2" name="ph5662"/>
              <p:cNvSpPr/>
              <p:nvPr/>
            </p:nvSpPr>
            <p:spPr>
              <a:xfrm>
                <a:off x="31794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3" name="ph5663"/>
              <p:cNvSpPr/>
              <p:nvPr/>
            </p:nvSpPr>
            <p:spPr>
              <a:xfrm>
                <a:off x="31887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4" name="ph5664"/>
              <p:cNvSpPr/>
              <p:nvPr/>
            </p:nvSpPr>
            <p:spPr>
              <a:xfrm>
                <a:off x="31980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5" name="ph5665"/>
              <p:cNvSpPr/>
              <p:nvPr/>
            </p:nvSpPr>
            <p:spPr>
              <a:xfrm>
                <a:off x="32072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6" name="ph5666"/>
              <p:cNvSpPr/>
              <p:nvPr/>
            </p:nvSpPr>
            <p:spPr>
              <a:xfrm>
                <a:off x="32165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7" name="ph5667"/>
              <p:cNvSpPr/>
              <p:nvPr/>
            </p:nvSpPr>
            <p:spPr>
              <a:xfrm>
                <a:off x="322579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8" name="ph5668"/>
              <p:cNvSpPr/>
              <p:nvPr/>
            </p:nvSpPr>
            <p:spPr>
              <a:xfrm>
                <a:off x="323505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9" name="ph5669"/>
              <p:cNvSpPr/>
              <p:nvPr/>
            </p:nvSpPr>
            <p:spPr>
              <a:xfrm>
                <a:off x="324431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0" name="ph5670"/>
              <p:cNvSpPr/>
              <p:nvPr/>
            </p:nvSpPr>
            <p:spPr>
              <a:xfrm>
                <a:off x="325358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1" name="ph5671"/>
              <p:cNvSpPr/>
              <p:nvPr/>
            </p:nvSpPr>
            <p:spPr>
              <a:xfrm>
                <a:off x="326284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2" name="ph5672"/>
              <p:cNvSpPr/>
              <p:nvPr/>
            </p:nvSpPr>
            <p:spPr>
              <a:xfrm>
                <a:off x="327210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3" name="ph5673"/>
              <p:cNvSpPr/>
              <p:nvPr/>
            </p:nvSpPr>
            <p:spPr>
              <a:xfrm>
                <a:off x="328136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4" name="ph5674"/>
              <p:cNvSpPr/>
              <p:nvPr/>
            </p:nvSpPr>
            <p:spPr>
              <a:xfrm>
                <a:off x="329063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5" name="ph5675"/>
              <p:cNvSpPr/>
              <p:nvPr/>
            </p:nvSpPr>
            <p:spPr>
              <a:xfrm>
                <a:off x="329989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6" name="ph5676"/>
              <p:cNvSpPr/>
              <p:nvPr/>
            </p:nvSpPr>
            <p:spPr>
              <a:xfrm>
                <a:off x="330915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7" name="ph5677"/>
              <p:cNvSpPr/>
              <p:nvPr/>
            </p:nvSpPr>
            <p:spPr>
              <a:xfrm>
                <a:off x="331841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8" name="ph5678"/>
              <p:cNvSpPr/>
              <p:nvPr/>
            </p:nvSpPr>
            <p:spPr>
              <a:xfrm>
                <a:off x="332767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9" name="ph5679"/>
              <p:cNvSpPr/>
              <p:nvPr/>
            </p:nvSpPr>
            <p:spPr>
              <a:xfrm>
                <a:off x="333694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0" name="ph5680"/>
              <p:cNvSpPr/>
              <p:nvPr/>
            </p:nvSpPr>
            <p:spPr>
              <a:xfrm>
                <a:off x="334620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1" name="ph5681"/>
              <p:cNvSpPr/>
              <p:nvPr/>
            </p:nvSpPr>
            <p:spPr>
              <a:xfrm>
                <a:off x="335546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2" name="ph5682"/>
              <p:cNvSpPr/>
              <p:nvPr/>
            </p:nvSpPr>
            <p:spPr>
              <a:xfrm>
                <a:off x="33647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3" name="ph5683"/>
              <p:cNvSpPr/>
              <p:nvPr/>
            </p:nvSpPr>
            <p:spPr>
              <a:xfrm>
                <a:off x="33739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4" name="ph5684"/>
              <p:cNvSpPr/>
              <p:nvPr/>
            </p:nvSpPr>
            <p:spPr>
              <a:xfrm>
                <a:off x="33832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5" name="ph5685"/>
              <p:cNvSpPr/>
              <p:nvPr/>
            </p:nvSpPr>
            <p:spPr>
              <a:xfrm>
                <a:off x="339251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6" name="ph5686"/>
              <p:cNvSpPr/>
              <p:nvPr/>
            </p:nvSpPr>
            <p:spPr>
              <a:xfrm>
                <a:off x="34017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7" name="ph5687"/>
              <p:cNvSpPr/>
              <p:nvPr/>
            </p:nvSpPr>
            <p:spPr>
              <a:xfrm>
                <a:off x="34110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8" name="ph5688"/>
              <p:cNvSpPr/>
              <p:nvPr/>
            </p:nvSpPr>
            <p:spPr>
              <a:xfrm>
                <a:off x="34203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9" name="ph5689"/>
              <p:cNvSpPr/>
              <p:nvPr/>
            </p:nvSpPr>
            <p:spPr>
              <a:xfrm>
                <a:off x="34295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0" name="ph5690"/>
              <p:cNvSpPr/>
              <p:nvPr/>
            </p:nvSpPr>
            <p:spPr>
              <a:xfrm>
                <a:off x="343882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1" name="ph5691"/>
              <p:cNvSpPr/>
              <p:nvPr/>
            </p:nvSpPr>
            <p:spPr>
              <a:xfrm>
                <a:off x="34480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2" name="ph5692"/>
              <p:cNvSpPr/>
              <p:nvPr/>
            </p:nvSpPr>
            <p:spPr>
              <a:xfrm>
                <a:off x="34573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3" name="ph5693"/>
              <p:cNvSpPr/>
              <p:nvPr/>
            </p:nvSpPr>
            <p:spPr>
              <a:xfrm>
                <a:off x="34666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4" name="ph5694"/>
              <p:cNvSpPr/>
              <p:nvPr/>
            </p:nvSpPr>
            <p:spPr>
              <a:xfrm>
                <a:off x="347587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5" name="ph5695"/>
              <p:cNvSpPr/>
              <p:nvPr/>
            </p:nvSpPr>
            <p:spPr>
              <a:xfrm>
                <a:off x="34851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6" name="ph5696"/>
              <p:cNvSpPr/>
              <p:nvPr/>
            </p:nvSpPr>
            <p:spPr>
              <a:xfrm>
                <a:off x="34943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7" name="ph5697"/>
              <p:cNvSpPr/>
              <p:nvPr/>
            </p:nvSpPr>
            <p:spPr>
              <a:xfrm>
                <a:off x="35036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8" name="ph5698"/>
              <p:cNvSpPr/>
              <p:nvPr/>
            </p:nvSpPr>
            <p:spPr>
              <a:xfrm>
                <a:off x="35129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9" name="ph5699"/>
              <p:cNvSpPr/>
              <p:nvPr/>
            </p:nvSpPr>
            <p:spPr>
              <a:xfrm>
                <a:off x="352218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0" name="ph5700"/>
              <p:cNvSpPr/>
              <p:nvPr/>
            </p:nvSpPr>
            <p:spPr>
              <a:xfrm>
                <a:off x="35314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1" name="ph5701"/>
              <p:cNvSpPr/>
              <p:nvPr/>
            </p:nvSpPr>
            <p:spPr>
              <a:xfrm>
                <a:off x="35407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2" name="ph5702"/>
              <p:cNvSpPr/>
              <p:nvPr/>
            </p:nvSpPr>
            <p:spPr>
              <a:xfrm>
                <a:off x="35499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3" name="ph5703"/>
              <p:cNvSpPr/>
              <p:nvPr/>
            </p:nvSpPr>
            <p:spPr>
              <a:xfrm>
                <a:off x="35592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4" name="ph5704"/>
              <p:cNvSpPr/>
              <p:nvPr/>
            </p:nvSpPr>
            <p:spPr>
              <a:xfrm>
                <a:off x="35684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5" name="ph5705"/>
              <p:cNvSpPr/>
              <p:nvPr/>
            </p:nvSpPr>
            <p:spPr>
              <a:xfrm>
                <a:off x="35777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6" name="ph5706"/>
              <p:cNvSpPr/>
              <p:nvPr/>
            </p:nvSpPr>
            <p:spPr>
              <a:xfrm>
                <a:off x="35870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7" name="ph5707"/>
              <p:cNvSpPr/>
              <p:nvPr/>
            </p:nvSpPr>
            <p:spPr>
              <a:xfrm>
                <a:off x="35962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8" name="ph5708"/>
              <p:cNvSpPr/>
              <p:nvPr/>
            </p:nvSpPr>
            <p:spPr>
              <a:xfrm>
                <a:off x="36055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9" name="ph5709"/>
              <p:cNvSpPr/>
              <p:nvPr/>
            </p:nvSpPr>
            <p:spPr>
              <a:xfrm>
                <a:off x="36148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0" name="ph5710"/>
              <p:cNvSpPr/>
              <p:nvPr/>
            </p:nvSpPr>
            <p:spPr>
              <a:xfrm>
                <a:off x="36240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1" name="ph5711"/>
              <p:cNvSpPr/>
              <p:nvPr/>
            </p:nvSpPr>
            <p:spPr>
              <a:xfrm>
                <a:off x="36333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2" name="ph5712"/>
              <p:cNvSpPr/>
              <p:nvPr/>
            </p:nvSpPr>
            <p:spPr>
              <a:xfrm>
                <a:off x="3642594" y="15160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9437"/>
                    </a:lnTo>
                    <a:lnTo>
                      <a:pt x="922449" y="911457"/>
                    </a:lnTo>
                    <a:lnTo>
                      <a:pt x="921284" y="913476"/>
                    </a:lnTo>
                    <a:lnTo>
                      <a:pt x="920751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3" name="ph5713"/>
              <p:cNvSpPr/>
              <p:nvPr/>
            </p:nvSpPr>
            <p:spPr>
              <a:xfrm>
                <a:off x="3651857" y="1498771"/>
                <a:ext cx="921385" cy="926595"/>
              </a:xfrm>
              <a:custGeom>
                <a:avLst/>
                <a:gdLst/>
                <a:ahLst/>
                <a:cxnLst/>
                <a:rect l="0" t="0" r="0" b="0"/>
                <a:pathLst>
                  <a:path w="921385" h="926595">
                    <a:moveTo>
                      <a:pt x="914400" y="914400"/>
                    </a:moveTo>
                    <a:lnTo>
                      <a:pt x="921385" y="914400"/>
                    </a:lnTo>
                    <a:lnTo>
                      <a:pt x="920196" y="916565"/>
                    </a:lnTo>
                    <a:lnTo>
                      <a:pt x="919020" y="918599"/>
                    </a:lnTo>
                    <a:lnTo>
                      <a:pt x="917852" y="920618"/>
                    </a:lnTo>
                    <a:lnTo>
                      <a:pt x="916685" y="922637"/>
                    </a:lnTo>
                    <a:lnTo>
                      <a:pt x="915519" y="924656"/>
                    </a:lnTo>
                    <a:lnTo>
                      <a:pt x="914400" y="926595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4" name="ph5714"/>
              <p:cNvSpPr/>
              <p:nvPr/>
            </p:nvSpPr>
            <p:spPr>
              <a:xfrm>
                <a:off x="2105066" y="1481533"/>
                <a:ext cx="914400" cy="923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2">
                    <a:moveTo>
                      <a:pt x="914400" y="914400"/>
                    </a:moveTo>
                    <a:lnTo>
                      <a:pt x="914400" y="923402"/>
                    </a:lnTo>
                    <a:lnTo>
                      <a:pt x="912517" y="919731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5" name="ph5715"/>
              <p:cNvSpPr/>
              <p:nvPr/>
            </p:nvSpPr>
            <p:spPr>
              <a:xfrm>
                <a:off x="210506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857" y="931638"/>
                    </a:lnTo>
                    <a:lnTo>
                      <a:pt x="916446" y="927394"/>
                    </a:lnTo>
                    <a:lnTo>
                      <a:pt x="914400" y="923402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6" name="ph5716"/>
              <p:cNvSpPr/>
              <p:nvPr/>
            </p:nvSpPr>
            <p:spPr>
              <a:xfrm>
                <a:off x="21143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7" name="ph5717"/>
              <p:cNvSpPr/>
              <p:nvPr/>
            </p:nvSpPr>
            <p:spPr>
              <a:xfrm>
                <a:off x="21235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8" name="ph5718"/>
              <p:cNvSpPr/>
              <p:nvPr/>
            </p:nvSpPr>
            <p:spPr>
              <a:xfrm>
                <a:off x="21328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9" name="ph5719"/>
              <p:cNvSpPr/>
              <p:nvPr/>
            </p:nvSpPr>
            <p:spPr>
              <a:xfrm>
                <a:off x="214211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0" name="ph5720"/>
              <p:cNvSpPr/>
              <p:nvPr/>
            </p:nvSpPr>
            <p:spPr>
              <a:xfrm>
                <a:off x="21513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1" name="ph5721"/>
              <p:cNvSpPr/>
              <p:nvPr/>
            </p:nvSpPr>
            <p:spPr>
              <a:xfrm>
                <a:off x="21606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2" name="ph5722"/>
              <p:cNvSpPr/>
              <p:nvPr/>
            </p:nvSpPr>
            <p:spPr>
              <a:xfrm>
                <a:off x="21699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3" name="ph5723"/>
              <p:cNvSpPr/>
              <p:nvPr/>
            </p:nvSpPr>
            <p:spPr>
              <a:xfrm>
                <a:off x="21791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4" name="ph5724"/>
              <p:cNvSpPr/>
              <p:nvPr/>
            </p:nvSpPr>
            <p:spPr>
              <a:xfrm>
                <a:off x="218842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5" name="ph5725"/>
              <p:cNvSpPr/>
              <p:nvPr/>
            </p:nvSpPr>
            <p:spPr>
              <a:xfrm>
                <a:off x="21976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6" name="ph5726"/>
              <p:cNvSpPr/>
              <p:nvPr/>
            </p:nvSpPr>
            <p:spPr>
              <a:xfrm>
                <a:off x="22069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7" name="ph5727"/>
              <p:cNvSpPr/>
              <p:nvPr/>
            </p:nvSpPr>
            <p:spPr>
              <a:xfrm>
                <a:off x="22162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8" name="ph5728"/>
              <p:cNvSpPr/>
              <p:nvPr/>
            </p:nvSpPr>
            <p:spPr>
              <a:xfrm>
                <a:off x="222547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9" name="ph5729"/>
              <p:cNvSpPr/>
              <p:nvPr/>
            </p:nvSpPr>
            <p:spPr>
              <a:xfrm>
                <a:off x="22347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0" name="ph5730"/>
              <p:cNvSpPr/>
              <p:nvPr/>
            </p:nvSpPr>
            <p:spPr>
              <a:xfrm>
                <a:off x="22439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1" name="ph5731"/>
              <p:cNvSpPr/>
              <p:nvPr/>
            </p:nvSpPr>
            <p:spPr>
              <a:xfrm>
                <a:off x="22532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2" name="ph5732"/>
              <p:cNvSpPr/>
              <p:nvPr/>
            </p:nvSpPr>
            <p:spPr>
              <a:xfrm>
                <a:off x="22625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3" name="ph5733"/>
              <p:cNvSpPr/>
              <p:nvPr/>
            </p:nvSpPr>
            <p:spPr>
              <a:xfrm>
                <a:off x="22717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4" name="ph5734"/>
              <p:cNvSpPr/>
              <p:nvPr/>
            </p:nvSpPr>
            <p:spPr>
              <a:xfrm>
                <a:off x="22810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5" name="ph5735"/>
              <p:cNvSpPr/>
              <p:nvPr/>
            </p:nvSpPr>
            <p:spPr>
              <a:xfrm>
                <a:off x="22903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6" name="ph5736"/>
              <p:cNvSpPr/>
              <p:nvPr/>
            </p:nvSpPr>
            <p:spPr>
              <a:xfrm>
                <a:off x="22995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7" name="ph5737"/>
              <p:cNvSpPr/>
              <p:nvPr/>
            </p:nvSpPr>
            <p:spPr>
              <a:xfrm>
                <a:off x="230883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8" name="ph5738"/>
              <p:cNvSpPr/>
              <p:nvPr/>
            </p:nvSpPr>
            <p:spPr>
              <a:xfrm>
                <a:off x="23180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9" name="ph5739"/>
              <p:cNvSpPr/>
              <p:nvPr/>
            </p:nvSpPr>
            <p:spPr>
              <a:xfrm>
                <a:off x="23273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0" name="ph5740"/>
              <p:cNvSpPr/>
              <p:nvPr/>
            </p:nvSpPr>
            <p:spPr>
              <a:xfrm>
                <a:off x="23366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1" name="ph5741"/>
              <p:cNvSpPr/>
              <p:nvPr/>
            </p:nvSpPr>
            <p:spPr>
              <a:xfrm>
                <a:off x="23458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2" name="ph5742"/>
              <p:cNvSpPr/>
              <p:nvPr/>
            </p:nvSpPr>
            <p:spPr>
              <a:xfrm>
                <a:off x="235514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3" name="ph5743"/>
              <p:cNvSpPr/>
              <p:nvPr/>
            </p:nvSpPr>
            <p:spPr>
              <a:xfrm>
                <a:off x="23644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4" name="ph5744"/>
              <p:cNvSpPr/>
              <p:nvPr/>
            </p:nvSpPr>
            <p:spPr>
              <a:xfrm>
                <a:off x="23736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5" name="ph5745"/>
              <p:cNvSpPr/>
              <p:nvPr/>
            </p:nvSpPr>
            <p:spPr>
              <a:xfrm>
                <a:off x="2382932" y="1498771"/>
                <a:ext cx="921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26" y="897161"/>
                    </a:lnTo>
                    <a:lnTo>
                      <a:pt x="919356" y="905553"/>
                    </a:lnTo>
                    <a:lnTo>
                      <a:pt x="916866" y="914400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6" name="ph5746"/>
              <p:cNvSpPr/>
              <p:nvPr/>
            </p:nvSpPr>
            <p:spPr>
              <a:xfrm>
                <a:off x="3077599" y="14815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665" y="931638"/>
                    </a:lnTo>
                    <a:lnTo>
                      <a:pt x="910468" y="924077"/>
                    </a:lnTo>
                    <a:lnTo>
                      <a:pt x="911781" y="914400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7" name="ph5747"/>
              <p:cNvSpPr/>
              <p:nvPr/>
            </p:nvSpPr>
            <p:spPr>
              <a:xfrm>
                <a:off x="30775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8" name="ph5748"/>
              <p:cNvSpPr/>
              <p:nvPr/>
            </p:nvSpPr>
            <p:spPr>
              <a:xfrm>
                <a:off x="30868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9" name="ph5749"/>
              <p:cNvSpPr/>
              <p:nvPr/>
            </p:nvSpPr>
            <p:spPr>
              <a:xfrm>
                <a:off x="30961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0" name="ph5750"/>
              <p:cNvSpPr/>
              <p:nvPr/>
            </p:nvSpPr>
            <p:spPr>
              <a:xfrm>
                <a:off x="31053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1" name="ph5751"/>
              <p:cNvSpPr/>
              <p:nvPr/>
            </p:nvSpPr>
            <p:spPr>
              <a:xfrm>
                <a:off x="31146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2" name="ph5752"/>
              <p:cNvSpPr/>
              <p:nvPr/>
            </p:nvSpPr>
            <p:spPr>
              <a:xfrm>
                <a:off x="31239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3" name="ph5753"/>
              <p:cNvSpPr/>
              <p:nvPr/>
            </p:nvSpPr>
            <p:spPr>
              <a:xfrm>
                <a:off x="31331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4" name="ph5754"/>
              <p:cNvSpPr/>
              <p:nvPr/>
            </p:nvSpPr>
            <p:spPr>
              <a:xfrm>
                <a:off x="31424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5" name="ph5755"/>
              <p:cNvSpPr/>
              <p:nvPr/>
            </p:nvSpPr>
            <p:spPr>
              <a:xfrm>
                <a:off x="31516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6" name="ph5756"/>
              <p:cNvSpPr/>
              <p:nvPr/>
            </p:nvSpPr>
            <p:spPr>
              <a:xfrm>
                <a:off x="31609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7" name="ph5757"/>
              <p:cNvSpPr/>
              <p:nvPr/>
            </p:nvSpPr>
            <p:spPr>
              <a:xfrm>
                <a:off x="31702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8" name="ph5758"/>
              <p:cNvSpPr/>
              <p:nvPr/>
            </p:nvSpPr>
            <p:spPr>
              <a:xfrm>
                <a:off x="31794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9" name="ph5759"/>
              <p:cNvSpPr/>
              <p:nvPr/>
            </p:nvSpPr>
            <p:spPr>
              <a:xfrm>
                <a:off x="31887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0" name="ph5760"/>
              <p:cNvSpPr/>
              <p:nvPr/>
            </p:nvSpPr>
            <p:spPr>
              <a:xfrm>
                <a:off x="31980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1" name="ph5761"/>
              <p:cNvSpPr/>
              <p:nvPr/>
            </p:nvSpPr>
            <p:spPr>
              <a:xfrm>
                <a:off x="32072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2" name="ph5762"/>
              <p:cNvSpPr/>
              <p:nvPr/>
            </p:nvSpPr>
            <p:spPr>
              <a:xfrm>
                <a:off x="32165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3" name="ph5763"/>
              <p:cNvSpPr/>
              <p:nvPr/>
            </p:nvSpPr>
            <p:spPr>
              <a:xfrm>
                <a:off x="32257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4" name="ph5764"/>
              <p:cNvSpPr/>
              <p:nvPr/>
            </p:nvSpPr>
            <p:spPr>
              <a:xfrm>
                <a:off x="323505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5" name="ph5765"/>
              <p:cNvSpPr/>
              <p:nvPr/>
            </p:nvSpPr>
            <p:spPr>
              <a:xfrm>
                <a:off x="324431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6" name="ph5766"/>
              <p:cNvSpPr/>
              <p:nvPr/>
            </p:nvSpPr>
            <p:spPr>
              <a:xfrm>
                <a:off x="325358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7" name="ph5767"/>
              <p:cNvSpPr/>
              <p:nvPr/>
            </p:nvSpPr>
            <p:spPr>
              <a:xfrm>
                <a:off x="326284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8" name="ph5768"/>
              <p:cNvSpPr/>
              <p:nvPr/>
            </p:nvSpPr>
            <p:spPr>
              <a:xfrm>
                <a:off x="327210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9" name="ph5769"/>
              <p:cNvSpPr/>
              <p:nvPr/>
            </p:nvSpPr>
            <p:spPr>
              <a:xfrm>
                <a:off x="328136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0" name="ph5770"/>
              <p:cNvSpPr/>
              <p:nvPr/>
            </p:nvSpPr>
            <p:spPr>
              <a:xfrm>
                <a:off x="329063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1" name="ph5771"/>
              <p:cNvSpPr/>
              <p:nvPr/>
            </p:nvSpPr>
            <p:spPr>
              <a:xfrm>
                <a:off x="329989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2" name="ph5772"/>
              <p:cNvSpPr/>
              <p:nvPr/>
            </p:nvSpPr>
            <p:spPr>
              <a:xfrm>
                <a:off x="330915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3" name="ph5773"/>
              <p:cNvSpPr/>
              <p:nvPr/>
            </p:nvSpPr>
            <p:spPr>
              <a:xfrm>
                <a:off x="331841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4" name="ph5774"/>
              <p:cNvSpPr/>
              <p:nvPr/>
            </p:nvSpPr>
            <p:spPr>
              <a:xfrm>
                <a:off x="332767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5" name="ph5775"/>
              <p:cNvSpPr/>
              <p:nvPr/>
            </p:nvSpPr>
            <p:spPr>
              <a:xfrm>
                <a:off x="333694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6" name="ph5776"/>
              <p:cNvSpPr/>
              <p:nvPr/>
            </p:nvSpPr>
            <p:spPr>
              <a:xfrm>
                <a:off x="334620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7" name="ph5777"/>
              <p:cNvSpPr/>
              <p:nvPr/>
            </p:nvSpPr>
            <p:spPr>
              <a:xfrm>
                <a:off x="335546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8" name="ph5778"/>
              <p:cNvSpPr/>
              <p:nvPr/>
            </p:nvSpPr>
            <p:spPr>
              <a:xfrm>
                <a:off x="33647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9" name="ph5779"/>
              <p:cNvSpPr/>
              <p:nvPr/>
            </p:nvSpPr>
            <p:spPr>
              <a:xfrm>
                <a:off x="33739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0" name="ph5780"/>
              <p:cNvSpPr/>
              <p:nvPr/>
            </p:nvSpPr>
            <p:spPr>
              <a:xfrm>
                <a:off x="33832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1" name="ph5781"/>
              <p:cNvSpPr/>
              <p:nvPr/>
            </p:nvSpPr>
            <p:spPr>
              <a:xfrm>
                <a:off x="339251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2" name="ph5782"/>
              <p:cNvSpPr/>
              <p:nvPr/>
            </p:nvSpPr>
            <p:spPr>
              <a:xfrm>
                <a:off x="34017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3" name="ph5783"/>
              <p:cNvSpPr/>
              <p:nvPr/>
            </p:nvSpPr>
            <p:spPr>
              <a:xfrm>
                <a:off x="34110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A">
                  <a:alpha val="100000"/>
                </a:srgbClr>
              </a:solidFill>
              <a:ln w="5420" cap="flat">
                <a:solidFill>
                  <a:srgbClr val="68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4" name="ph5784"/>
              <p:cNvSpPr/>
              <p:nvPr/>
            </p:nvSpPr>
            <p:spPr>
              <a:xfrm>
                <a:off x="34203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5" name="ph5785"/>
              <p:cNvSpPr/>
              <p:nvPr/>
            </p:nvSpPr>
            <p:spPr>
              <a:xfrm>
                <a:off x="34295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6" name="ph5786"/>
              <p:cNvSpPr/>
              <p:nvPr/>
            </p:nvSpPr>
            <p:spPr>
              <a:xfrm>
                <a:off x="343882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7" name="ph5787"/>
              <p:cNvSpPr/>
              <p:nvPr/>
            </p:nvSpPr>
            <p:spPr>
              <a:xfrm>
                <a:off x="34480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8" name="ph5788"/>
              <p:cNvSpPr/>
              <p:nvPr/>
            </p:nvSpPr>
            <p:spPr>
              <a:xfrm>
                <a:off x="34573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9" name="ph5789"/>
              <p:cNvSpPr/>
              <p:nvPr/>
            </p:nvSpPr>
            <p:spPr>
              <a:xfrm>
                <a:off x="34666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0" name="ph5790"/>
              <p:cNvSpPr/>
              <p:nvPr/>
            </p:nvSpPr>
            <p:spPr>
              <a:xfrm>
                <a:off x="347587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1" name="ph5791"/>
              <p:cNvSpPr/>
              <p:nvPr/>
            </p:nvSpPr>
            <p:spPr>
              <a:xfrm>
                <a:off x="34851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2" name="ph5792"/>
              <p:cNvSpPr/>
              <p:nvPr/>
            </p:nvSpPr>
            <p:spPr>
              <a:xfrm>
                <a:off x="34943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3" name="ph5793"/>
              <p:cNvSpPr/>
              <p:nvPr/>
            </p:nvSpPr>
            <p:spPr>
              <a:xfrm>
                <a:off x="35036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4" name="ph5794"/>
              <p:cNvSpPr/>
              <p:nvPr/>
            </p:nvSpPr>
            <p:spPr>
              <a:xfrm>
                <a:off x="35129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5" name="ph5795"/>
              <p:cNvSpPr/>
              <p:nvPr/>
            </p:nvSpPr>
            <p:spPr>
              <a:xfrm>
                <a:off x="352218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6" name="ph5796"/>
              <p:cNvSpPr/>
              <p:nvPr/>
            </p:nvSpPr>
            <p:spPr>
              <a:xfrm>
                <a:off x="35314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7" name="ph5797"/>
              <p:cNvSpPr/>
              <p:nvPr/>
            </p:nvSpPr>
            <p:spPr>
              <a:xfrm>
                <a:off x="35407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8" name="ph5798"/>
              <p:cNvSpPr/>
              <p:nvPr/>
            </p:nvSpPr>
            <p:spPr>
              <a:xfrm>
                <a:off x="35499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9" name="ph5799"/>
              <p:cNvSpPr/>
              <p:nvPr/>
            </p:nvSpPr>
            <p:spPr>
              <a:xfrm>
                <a:off x="35592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0" name="ph5800"/>
              <p:cNvSpPr/>
              <p:nvPr/>
            </p:nvSpPr>
            <p:spPr>
              <a:xfrm>
                <a:off x="35684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1" name="ph5801"/>
              <p:cNvSpPr/>
              <p:nvPr/>
            </p:nvSpPr>
            <p:spPr>
              <a:xfrm>
                <a:off x="35777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2" name="ph5802"/>
              <p:cNvSpPr/>
              <p:nvPr/>
            </p:nvSpPr>
            <p:spPr>
              <a:xfrm>
                <a:off x="35870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3" name="ph5803"/>
              <p:cNvSpPr/>
              <p:nvPr/>
            </p:nvSpPr>
            <p:spPr>
              <a:xfrm>
                <a:off x="35962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4" name="ph5804"/>
              <p:cNvSpPr/>
              <p:nvPr/>
            </p:nvSpPr>
            <p:spPr>
              <a:xfrm>
                <a:off x="36055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5" name="ph5805"/>
              <p:cNvSpPr/>
              <p:nvPr/>
            </p:nvSpPr>
            <p:spPr>
              <a:xfrm>
                <a:off x="36148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6" name="ph5806"/>
              <p:cNvSpPr/>
              <p:nvPr/>
            </p:nvSpPr>
            <p:spPr>
              <a:xfrm>
                <a:off x="36240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7" name="ph5807"/>
              <p:cNvSpPr/>
              <p:nvPr/>
            </p:nvSpPr>
            <p:spPr>
              <a:xfrm>
                <a:off x="36333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8" name="ph5808"/>
              <p:cNvSpPr/>
              <p:nvPr/>
            </p:nvSpPr>
            <p:spPr>
              <a:xfrm>
                <a:off x="36425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9" name="ph5809"/>
              <p:cNvSpPr/>
              <p:nvPr/>
            </p:nvSpPr>
            <p:spPr>
              <a:xfrm>
                <a:off x="3651857" y="14987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199"/>
                    </a:lnTo>
                    <a:lnTo>
                      <a:pt x="922887" y="911664"/>
                    </a:lnTo>
                    <a:lnTo>
                      <a:pt x="921385" y="914400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0" name="ph5810"/>
              <p:cNvSpPr/>
              <p:nvPr/>
            </p:nvSpPr>
            <p:spPr>
              <a:xfrm>
                <a:off x="3661119" y="1481533"/>
                <a:ext cx="923662" cy="9284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113"/>
                    </a:lnTo>
                    <a:lnTo>
                      <a:pt x="922945" y="922704"/>
                    </a:lnTo>
                    <a:lnTo>
                      <a:pt x="917513" y="926565"/>
                    </a:lnTo>
                    <a:lnTo>
                      <a:pt x="914400" y="928437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1" name="ph5811"/>
              <p:cNvSpPr/>
              <p:nvPr/>
            </p:nvSpPr>
            <p:spPr>
              <a:xfrm>
                <a:off x="3670381" y="1481533"/>
                <a:ext cx="923150" cy="922113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22113">
                    <a:moveTo>
                      <a:pt x="914400" y="914400"/>
                    </a:moveTo>
                    <a:lnTo>
                      <a:pt x="923150" y="914400"/>
                    </a:lnTo>
                    <a:lnTo>
                      <a:pt x="918998" y="918320"/>
                    </a:lnTo>
                    <a:lnTo>
                      <a:pt x="914400" y="922113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2" name="ph5812"/>
              <p:cNvSpPr/>
              <p:nvPr/>
            </p:nvSpPr>
            <p:spPr>
              <a:xfrm>
                <a:off x="2095803" y="1464294"/>
                <a:ext cx="914400" cy="9205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8">
                    <a:moveTo>
                      <a:pt x="914400" y="914400"/>
                    </a:moveTo>
                    <a:lnTo>
                      <a:pt x="914400" y="920598"/>
                    </a:lnTo>
                    <a:lnTo>
                      <a:pt x="913874" y="919403"/>
                    </a:lnTo>
                    <a:lnTo>
                      <a:pt x="912827" y="917023"/>
                    </a:lnTo>
                    <a:lnTo>
                      <a:pt x="911780" y="914643"/>
                    </a:lnTo>
                    <a:lnTo>
                      <a:pt x="911673" y="914400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3" name="ph5813"/>
              <p:cNvSpPr/>
              <p:nvPr/>
            </p:nvSpPr>
            <p:spPr>
              <a:xfrm>
                <a:off x="20958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313" y="931638"/>
                    </a:lnTo>
                    <a:lnTo>
                      <a:pt x="918066" y="928941"/>
                    </a:lnTo>
                    <a:lnTo>
                      <a:pt x="917013" y="926543"/>
                    </a:lnTo>
                    <a:lnTo>
                      <a:pt x="915967" y="924163"/>
                    </a:lnTo>
                    <a:lnTo>
                      <a:pt x="914921" y="921783"/>
                    </a:lnTo>
                    <a:lnTo>
                      <a:pt x="914400" y="92059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4" name="ph5814"/>
              <p:cNvSpPr/>
              <p:nvPr/>
            </p:nvSpPr>
            <p:spPr>
              <a:xfrm>
                <a:off x="210506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5" name="ph5815"/>
              <p:cNvSpPr/>
              <p:nvPr/>
            </p:nvSpPr>
            <p:spPr>
              <a:xfrm>
                <a:off x="21143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6" name="ph5816"/>
              <p:cNvSpPr/>
              <p:nvPr/>
            </p:nvSpPr>
            <p:spPr>
              <a:xfrm>
                <a:off x="21235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7" name="ph5817"/>
              <p:cNvSpPr/>
              <p:nvPr/>
            </p:nvSpPr>
            <p:spPr>
              <a:xfrm>
                <a:off x="21328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8" name="ph5818"/>
              <p:cNvSpPr/>
              <p:nvPr/>
            </p:nvSpPr>
            <p:spPr>
              <a:xfrm>
                <a:off x="214211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9" name="ph5819"/>
              <p:cNvSpPr/>
              <p:nvPr/>
            </p:nvSpPr>
            <p:spPr>
              <a:xfrm>
                <a:off x="21513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0" name="ph5820"/>
              <p:cNvSpPr/>
              <p:nvPr/>
            </p:nvSpPr>
            <p:spPr>
              <a:xfrm>
                <a:off x="21606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1" name="ph5821"/>
              <p:cNvSpPr/>
              <p:nvPr/>
            </p:nvSpPr>
            <p:spPr>
              <a:xfrm>
                <a:off x="21699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2" name="ph5822"/>
              <p:cNvSpPr/>
              <p:nvPr/>
            </p:nvSpPr>
            <p:spPr>
              <a:xfrm>
                <a:off x="21791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3" name="ph5823"/>
              <p:cNvSpPr/>
              <p:nvPr/>
            </p:nvSpPr>
            <p:spPr>
              <a:xfrm>
                <a:off x="218842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4" name="ph5824"/>
              <p:cNvSpPr/>
              <p:nvPr/>
            </p:nvSpPr>
            <p:spPr>
              <a:xfrm>
                <a:off x="21976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5" name="ph5825"/>
              <p:cNvSpPr/>
              <p:nvPr/>
            </p:nvSpPr>
            <p:spPr>
              <a:xfrm>
                <a:off x="22069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6" name="ph5826"/>
              <p:cNvSpPr/>
              <p:nvPr/>
            </p:nvSpPr>
            <p:spPr>
              <a:xfrm>
                <a:off x="22162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7" name="ph5827"/>
              <p:cNvSpPr/>
              <p:nvPr/>
            </p:nvSpPr>
            <p:spPr>
              <a:xfrm>
                <a:off x="222547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8" name="ph5828"/>
              <p:cNvSpPr/>
              <p:nvPr/>
            </p:nvSpPr>
            <p:spPr>
              <a:xfrm>
                <a:off x="22347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9" name="ph5829"/>
              <p:cNvSpPr/>
              <p:nvPr/>
            </p:nvSpPr>
            <p:spPr>
              <a:xfrm>
                <a:off x="22439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0" name="ph5830"/>
              <p:cNvSpPr/>
              <p:nvPr/>
            </p:nvSpPr>
            <p:spPr>
              <a:xfrm>
                <a:off x="22532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1" name="ph5831"/>
              <p:cNvSpPr/>
              <p:nvPr/>
            </p:nvSpPr>
            <p:spPr>
              <a:xfrm>
                <a:off x="22625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2" name="ph5832"/>
              <p:cNvSpPr/>
              <p:nvPr/>
            </p:nvSpPr>
            <p:spPr>
              <a:xfrm>
                <a:off x="22717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3" name="ph5833"/>
              <p:cNvSpPr/>
              <p:nvPr/>
            </p:nvSpPr>
            <p:spPr>
              <a:xfrm>
                <a:off x="22810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4" name="ph5834"/>
              <p:cNvSpPr/>
              <p:nvPr/>
            </p:nvSpPr>
            <p:spPr>
              <a:xfrm>
                <a:off x="22903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5" name="ph5835"/>
              <p:cNvSpPr/>
              <p:nvPr/>
            </p:nvSpPr>
            <p:spPr>
              <a:xfrm>
                <a:off x="22995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6" name="ph5836"/>
              <p:cNvSpPr/>
              <p:nvPr/>
            </p:nvSpPr>
            <p:spPr>
              <a:xfrm>
                <a:off x="230883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7" name="ph5837"/>
              <p:cNvSpPr/>
              <p:nvPr/>
            </p:nvSpPr>
            <p:spPr>
              <a:xfrm>
                <a:off x="23180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8" name="ph5838"/>
              <p:cNvSpPr/>
              <p:nvPr/>
            </p:nvSpPr>
            <p:spPr>
              <a:xfrm>
                <a:off x="23273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9" name="ph5839"/>
              <p:cNvSpPr/>
              <p:nvPr/>
            </p:nvSpPr>
            <p:spPr>
              <a:xfrm>
                <a:off x="23366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0" name="ph5840"/>
              <p:cNvSpPr/>
              <p:nvPr/>
            </p:nvSpPr>
            <p:spPr>
              <a:xfrm>
                <a:off x="23458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1" name="ph5841"/>
              <p:cNvSpPr/>
              <p:nvPr/>
            </p:nvSpPr>
            <p:spPr>
              <a:xfrm>
                <a:off x="235514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2" name="ph5842"/>
              <p:cNvSpPr/>
              <p:nvPr/>
            </p:nvSpPr>
            <p:spPr>
              <a:xfrm>
                <a:off x="23644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3" name="ph5843"/>
              <p:cNvSpPr/>
              <p:nvPr/>
            </p:nvSpPr>
            <p:spPr>
              <a:xfrm>
                <a:off x="23736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4" name="ph5844"/>
              <p:cNvSpPr/>
              <p:nvPr/>
            </p:nvSpPr>
            <p:spPr>
              <a:xfrm>
                <a:off x="2382932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147"/>
                    </a:lnTo>
                    <a:lnTo>
                      <a:pt x="921766" y="913020"/>
                    </a:lnTo>
                    <a:lnTo>
                      <a:pt x="921426" y="914400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5" name="ph5845"/>
              <p:cNvSpPr/>
              <p:nvPr/>
            </p:nvSpPr>
            <p:spPr>
              <a:xfrm>
                <a:off x="2392195" y="1464294"/>
                <a:ext cx="915706" cy="921386"/>
              </a:xfrm>
              <a:custGeom>
                <a:avLst/>
                <a:gdLst/>
                <a:ahLst/>
                <a:cxnLst/>
                <a:rect l="0" t="0" r="0" b="0"/>
                <a:pathLst>
                  <a:path w="915706" h="921386">
                    <a:moveTo>
                      <a:pt x="914399" y="914400"/>
                    </a:moveTo>
                    <a:lnTo>
                      <a:pt x="915706" y="914400"/>
                    </a:lnTo>
                    <a:lnTo>
                      <a:pt x="914638" y="920267"/>
                    </a:lnTo>
                    <a:lnTo>
                      <a:pt x="914399" y="921386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6" name="ph5846"/>
              <p:cNvSpPr/>
              <p:nvPr/>
            </p:nvSpPr>
            <p:spPr>
              <a:xfrm>
                <a:off x="3077599" y="14815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81" y="914400"/>
                    </a:lnTo>
                    <a:lnTo>
                      <a:pt x="911879" y="913671"/>
                    </a:lnTo>
                    <a:lnTo>
                      <a:pt x="913578" y="903416"/>
                    </a:lnTo>
                    <a:lnTo>
                      <a:pt x="914400" y="899242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7" name="ph5847"/>
              <p:cNvSpPr/>
              <p:nvPr/>
            </p:nvSpPr>
            <p:spPr>
              <a:xfrm>
                <a:off x="3086861" y="14642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80"/>
                    </a:lnTo>
                    <a:lnTo>
                      <a:pt x="905547" y="914400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8" name="ph5848"/>
              <p:cNvSpPr/>
              <p:nvPr/>
            </p:nvSpPr>
            <p:spPr>
              <a:xfrm>
                <a:off x="30868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9" name="ph5849"/>
              <p:cNvSpPr/>
              <p:nvPr/>
            </p:nvSpPr>
            <p:spPr>
              <a:xfrm>
                <a:off x="30961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0" name="ph5850"/>
              <p:cNvSpPr/>
              <p:nvPr/>
            </p:nvSpPr>
            <p:spPr>
              <a:xfrm>
                <a:off x="31053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1" name="ph5851"/>
              <p:cNvSpPr/>
              <p:nvPr/>
            </p:nvSpPr>
            <p:spPr>
              <a:xfrm>
                <a:off x="31146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2" name="ph5852"/>
              <p:cNvSpPr/>
              <p:nvPr/>
            </p:nvSpPr>
            <p:spPr>
              <a:xfrm>
                <a:off x="31239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3" name="ph5853"/>
              <p:cNvSpPr/>
              <p:nvPr/>
            </p:nvSpPr>
            <p:spPr>
              <a:xfrm>
                <a:off x="31331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4" name="ph5854"/>
              <p:cNvSpPr/>
              <p:nvPr/>
            </p:nvSpPr>
            <p:spPr>
              <a:xfrm>
                <a:off x="31424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5" name="ph5855"/>
              <p:cNvSpPr/>
              <p:nvPr/>
            </p:nvSpPr>
            <p:spPr>
              <a:xfrm>
                <a:off x="31516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6" name="ph5856"/>
              <p:cNvSpPr/>
              <p:nvPr/>
            </p:nvSpPr>
            <p:spPr>
              <a:xfrm>
                <a:off x="31609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7" name="ph5857"/>
              <p:cNvSpPr/>
              <p:nvPr/>
            </p:nvSpPr>
            <p:spPr>
              <a:xfrm>
                <a:off x="31702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8" name="ph5858"/>
              <p:cNvSpPr/>
              <p:nvPr/>
            </p:nvSpPr>
            <p:spPr>
              <a:xfrm>
                <a:off x="31794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9" name="ph5859"/>
              <p:cNvSpPr/>
              <p:nvPr/>
            </p:nvSpPr>
            <p:spPr>
              <a:xfrm>
                <a:off x="31887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0" name="ph5860"/>
              <p:cNvSpPr/>
              <p:nvPr/>
            </p:nvSpPr>
            <p:spPr>
              <a:xfrm>
                <a:off x="31980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1" name="ph5861"/>
              <p:cNvSpPr/>
              <p:nvPr/>
            </p:nvSpPr>
            <p:spPr>
              <a:xfrm>
                <a:off x="32072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2" name="ph5862"/>
              <p:cNvSpPr/>
              <p:nvPr/>
            </p:nvSpPr>
            <p:spPr>
              <a:xfrm>
                <a:off x="32165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3" name="ph5863"/>
              <p:cNvSpPr/>
              <p:nvPr/>
            </p:nvSpPr>
            <p:spPr>
              <a:xfrm>
                <a:off x="32257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4" name="ph5864"/>
              <p:cNvSpPr/>
              <p:nvPr/>
            </p:nvSpPr>
            <p:spPr>
              <a:xfrm>
                <a:off x="32350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5" name="ph5865"/>
              <p:cNvSpPr/>
              <p:nvPr/>
            </p:nvSpPr>
            <p:spPr>
              <a:xfrm>
                <a:off x="32443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6" name="ph5866"/>
              <p:cNvSpPr/>
              <p:nvPr/>
            </p:nvSpPr>
            <p:spPr>
              <a:xfrm>
                <a:off x="325358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7" name="ph5867"/>
              <p:cNvSpPr/>
              <p:nvPr/>
            </p:nvSpPr>
            <p:spPr>
              <a:xfrm>
                <a:off x="326284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8" name="ph5868"/>
              <p:cNvSpPr/>
              <p:nvPr/>
            </p:nvSpPr>
            <p:spPr>
              <a:xfrm>
                <a:off x="327210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9" name="ph5869"/>
              <p:cNvSpPr/>
              <p:nvPr/>
            </p:nvSpPr>
            <p:spPr>
              <a:xfrm>
                <a:off x="328136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0" name="ph5870"/>
              <p:cNvSpPr/>
              <p:nvPr/>
            </p:nvSpPr>
            <p:spPr>
              <a:xfrm>
                <a:off x="329063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1" name="ph5871"/>
              <p:cNvSpPr/>
              <p:nvPr/>
            </p:nvSpPr>
            <p:spPr>
              <a:xfrm>
                <a:off x="329989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2" name="ph5872"/>
              <p:cNvSpPr/>
              <p:nvPr/>
            </p:nvSpPr>
            <p:spPr>
              <a:xfrm>
                <a:off x="330915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3" name="ph5873"/>
              <p:cNvSpPr/>
              <p:nvPr/>
            </p:nvSpPr>
            <p:spPr>
              <a:xfrm>
                <a:off x="331841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4" name="ph5874"/>
              <p:cNvSpPr/>
              <p:nvPr/>
            </p:nvSpPr>
            <p:spPr>
              <a:xfrm>
                <a:off x="332767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5" name="ph5875"/>
              <p:cNvSpPr/>
              <p:nvPr/>
            </p:nvSpPr>
            <p:spPr>
              <a:xfrm>
                <a:off x="333694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6" name="ph5876"/>
              <p:cNvSpPr/>
              <p:nvPr/>
            </p:nvSpPr>
            <p:spPr>
              <a:xfrm>
                <a:off x="33462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7" name="ph5877"/>
              <p:cNvSpPr/>
              <p:nvPr/>
            </p:nvSpPr>
            <p:spPr>
              <a:xfrm>
                <a:off x="335546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8" name="ph5878"/>
              <p:cNvSpPr/>
              <p:nvPr/>
            </p:nvSpPr>
            <p:spPr>
              <a:xfrm>
                <a:off x="33647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9" name="ph5879"/>
              <p:cNvSpPr/>
              <p:nvPr/>
            </p:nvSpPr>
            <p:spPr>
              <a:xfrm>
                <a:off x="33739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0" name="ph5880"/>
              <p:cNvSpPr/>
              <p:nvPr/>
            </p:nvSpPr>
            <p:spPr>
              <a:xfrm>
                <a:off x="33832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1" name="ph5881"/>
              <p:cNvSpPr/>
              <p:nvPr/>
            </p:nvSpPr>
            <p:spPr>
              <a:xfrm>
                <a:off x="339251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2" name="ph5882"/>
              <p:cNvSpPr/>
              <p:nvPr/>
            </p:nvSpPr>
            <p:spPr>
              <a:xfrm>
                <a:off x="34017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3" name="ph5883"/>
              <p:cNvSpPr/>
              <p:nvPr/>
            </p:nvSpPr>
            <p:spPr>
              <a:xfrm>
                <a:off x="34110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4" name="ph5884"/>
              <p:cNvSpPr/>
              <p:nvPr/>
            </p:nvSpPr>
            <p:spPr>
              <a:xfrm>
                <a:off x="34203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5" name="ph5885"/>
              <p:cNvSpPr/>
              <p:nvPr/>
            </p:nvSpPr>
            <p:spPr>
              <a:xfrm>
                <a:off x="34295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6" name="ph5886"/>
              <p:cNvSpPr/>
              <p:nvPr/>
            </p:nvSpPr>
            <p:spPr>
              <a:xfrm>
                <a:off x="343882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7" name="ph5887"/>
              <p:cNvSpPr/>
              <p:nvPr/>
            </p:nvSpPr>
            <p:spPr>
              <a:xfrm>
                <a:off x="34480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8" name="ph5888"/>
              <p:cNvSpPr/>
              <p:nvPr/>
            </p:nvSpPr>
            <p:spPr>
              <a:xfrm>
                <a:off x="34573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9" name="ph5889"/>
              <p:cNvSpPr/>
              <p:nvPr/>
            </p:nvSpPr>
            <p:spPr>
              <a:xfrm>
                <a:off x="34666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0" name="ph5890"/>
              <p:cNvSpPr/>
              <p:nvPr/>
            </p:nvSpPr>
            <p:spPr>
              <a:xfrm>
                <a:off x="347587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1" name="ph5891"/>
              <p:cNvSpPr/>
              <p:nvPr/>
            </p:nvSpPr>
            <p:spPr>
              <a:xfrm>
                <a:off x="34851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2" name="ph5892"/>
              <p:cNvSpPr/>
              <p:nvPr/>
            </p:nvSpPr>
            <p:spPr>
              <a:xfrm>
                <a:off x="34943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3" name="ph5893"/>
              <p:cNvSpPr/>
              <p:nvPr/>
            </p:nvSpPr>
            <p:spPr>
              <a:xfrm>
                <a:off x="35036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4" name="ph5894"/>
              <p:cNvSpPr/>
              <p:nvPr/>
            </p:nvSpPr>
            <p:spPr>
              <a:xfrm>
                <a:off x="35129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5" name="ph5895"/>
              <p:cNvSpPr/>
              <p:nvPr/>
            </p:nvSpPr>
            <p:spPr>
              <a:xfrm>
                <a:off x="352218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6" name="ph5896"/>
              <p:cNvSpPr/>
              <p:nvPr/>
            </p:nvSpPr>
            <p:spPr>
              <a:xfrm>
                <a:off x="35314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7" name="ph5897"/>
              <p:cNvSpPr/>
              <p:nvPr/>
            </p:nvSpPr>
            <p:spPr>
              <a:xfrm>
                <a:off x="35407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8" name="ph5898"/>
              <p:cNvSpPr/>
              <p:nvPr/>
            </p:nvSpPr>
            <p:spPr>
              <a:xfrm>
                <a:off x="35499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9" name="ph5899"/>
              <p:cNvSpPr/>
              <p:nvPr/>
            </p:nvSpPr>
            <p:spPr>
              <a:xfrm>
                <a:off x="35592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0" name="ph5900"/>
              <p:cNvSpPr/>
              <p:nvPr/>
            </p:nvSpPr>
            <p:spPr>
              <a:xfrm>
                <a:off x="35684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1" name="ph5901"/>
              <p:cNvSpPr/>
              <p:nvPr/>
            </p:nvSpPr>
            <p:spPr>
              <a:xfrm>
                <a:off x="35777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2" name="ph5902"/>
              <p:cNvSpPr/>
              <p:nvPr/>
            </p:nvSpPr>
            <p:spPr>
              <a:xfrm>
                <a:off x="35870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3" name="ph5903"/>
              <p:cNvSpPr/>
              <p:nvPr/>
            </p:nvSpPr>
            <p:spPr>
              <a:xfrm>
                <a:off x="35962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4" name="ph5904"/>
              <p:cNvSpPr/>
              <p:nvPr/>
            </p:nvSpPr>
            <p:spPr>
              <a:xfrm>
                <a:off x="36055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5" name="ph5905"/>
              <p:cNvSpPr/>
              <p:nvPr/>
            </p:nvSpPr>
            <p:spPr>
              <a:xfrm>
                <a:off x="36148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6" name="ph5906"/>
              <p:cNvSpPr/>
              <p:nvPr/>
            </p:nvSpPr>
            <p:spPr>
              <a:xfrm>
                <a:off x="36240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7" name="ph5907"/>
              <p:cNvSpPr/>
              <p:nvPr/>
            </p:nvSpPr>
            <p:spPr>
              <a:xfrm>
                <a:off x="36333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8" name="ph5908"/>
              <p:cNvSpPr/>
              <p:nvPr/>
            </p:nvSpPr>
            <p:spPr>
              <a:xfrm>
                <a:off x="36425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9" name="ph5909"/>
              <p:cNvSpPr/>
              <p:nvPr/>
            </p:nvSpPr>
            <p:spPr>
              <a:xfrm>
                <a:off x="36518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0" name="ph5910"/>
              <p:cNvSpPr/>
              <p:nvPr/>
            </p:nvSpPr>
            <p:spPr>
              <a:xfrm>
                <a:off x="36611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1" name="ph5911"/>
              <p:cNvSpPr/>
              <p:nvPr/>
            </p:nvSpPr>
            <p:spPr>
              <a:xfrm>
                <a:off x="3670381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917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2" name="ph5912"/>
              <p:cNvSpPr/>
              <p:nvPr/>
            </p:nvSpPr>
            <p:spPr>
              <a:xfrm>
                <a:off x="3679643" y="1464294"/>
                <a:ext cx="923662" cy="9311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15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815"/>
                    </a:lnTo>
                    <a:lnTo>
                      <a:pt x="919961" y="925270"/>
                    </a:lnTo>
                    <a:lnTo>
                      <a:pt x="914920" y="930663"/>
                    </a:lnTo>
                    <a:lnTo>
                      <a:pt x="914400" y="931155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3" name="ph5913"/>
              <p:cNvSpPr/>
              <p:nvPr/>
            </p:nvSpPr>
            <p:spPr>
              <a:xfrm>
                <a:off x="3688905" y="1464294"/>
                <a:ext cx="919289" cy="920815"/>
              </a:xfrm>
              <a:custGeom>
                <a:avLst/>
                <a:gdLst/>
                <a:ahLst/>
                <a:cxnLst/>
                <a:rect l="0" t="0" r="0" b="0"/>
                <a:pathLst>
                  <a:path w="919289" h="920815">
                    <a:moveTo>
                      <a:pt x="914400" y="914400"/>
                    </a:moveTo>
                    <a:lnTo>
                      <a:pt x="919289" y="914400"/>
                    </a:lnTo>
                    <a:lnTo>
                      <a:pt x="915580" y="919394"/>
                    </a:lnTo>
                    <a:lnTo>
                      <a:pt x="914400" y="920815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4" name="ph5914"/>
              <p:cNvSpPr/>
              <p:nvPr/>
            </p:nvSpPr>
            <p:spPr>
              <a:xfrm>
                <a:off x="2086541" y="1447056"/>
                <a:ext cx="914400" cy="9169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975">
                    <a:moveTo>
                      <a:pt x="914400" y="914400"/>
                    </a:moveTo>
                    <a:lnTo>
                      <a:pt x="914400" y="916975"/>
                    </a:lnTo>
                    <a:lnTo>
                      <a:pt x="913933" y="916145"/>
                    </a:lnTo>
                    <a:lnTo>
                      <a:pt x="912951" y="914400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5" name="ph5915"/>
              <p:cNvSpPr/>
              <p:nvPr/>
            </p:nvSpPr>
            <p:spPr>
              <a:xfrm>
                <a:off x="20865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935" y="931638"/>
                    </a:lnTo>
                    <a:lnTo>
                      <a:pt x="919994" y="929502"/>
                    </a:lnTo>
                    <a:lnTo>
                      <a:pt x="918946" y="927122"/>
                    </a:lnTo>
                    <a:lnTo>
                      <a:pt x="917897" y="924743"/>
                    </a:lnTo>
                    <a:lnTo>
                      <a:pt x="916848" y="922363"/>
                    </a:lnTo>
                    <a:lnTo>
                      <a:pt x="915799" y="919984"/>
                    </a:lnTo>
                    <a:lnTo>
                      <a:pt x="914732" y="917566"/>
                    </a:lnTo>
                    <a:lnTo>
                      <a:pt x="914400" y="916975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6" name="ph5916"/>
              <p:cNvSpPr/>
              <p:nvPr/>
            </p:nvSpPr>
            <p:spPr>
              <a:xfrm>
                <a:off x="20958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7" name="ph5917"/>
              <p:cNvSpPr/>
              <p:nvPr/>
            </p:nvSpPr>
            <p:spPr>
              <a:xfrm>
                <a:off x="210506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8" name="ph5918"/>
              <p:cNvSpPr/>
              <p:nvPr/>
            </p:nvSpPr>
            <p:spPr>
              <a:xfrm>
                <a:off x="21143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9" name="ph5919"/>
              <p:cNvSpPr/>
              <p:nvPr/>
            </p:nvSpPr>
            <p:spPr>
              <a:xfrm>
                <a:off x="21235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0" name="ph5920"/>
              <p:cNvSpPr/>
              <p:nvPr/>
            </p:nvSpPr>
            <p:spPr>
              <a:xfrm>
                <a:off x="21328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1" name="ph5921"/>
              <p:cNvSpPr/>
              <p:nvPr/>
            </p:nvSpPr>
            <p:spPr>
              <a:xfrm>
                <a:off x="214211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2" name="ph5922"/>
              <p:cNvSpPr/>
              <p:nvPr/>
            </p:nvSpPr>
            <p:spPr>
              <a:xfrm>
                <a:off x="21513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3" name="ph5923"/>
              <p:cNvSpPr/>
              <p:nvPr/>
            </p:nvSpPr>
            <p:spPr>
              <a:xfrm>
                <a:off x="21606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4" name="ph5924"/>
              <p:cNvSpPr/>
              <p:nvPr/>
            </p:nvSpPr>
            <p:spPr>
              <a:xfrm>
                <a:off x="21699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5" name="ph5925"/>
              <p:cNvSpPr/>
              <p:nvPr/>
            </p:nvSpPr>
            <p:spPr>
              <a:xfrm>
                <a:off x="21791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6" name="ph5926"/>
              <p:cNvSpPr/>
              <p:nvPr/>
            </p:nvSpPr>
            <p:spPr>
              <a:xfrm>
                <a:off x="218842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7" name="ph5927"/>
              <p:cNvSpPr/>
              <p:nvPr/>
            </p:nvSpPr>
            <p:spPr>
              <a:xfrm>
                <a:off x="21976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8" name="ph5928"/>
              <p:cNvSpPr/>
              <p:nvPr/>
            </p:nvSpPr>
            <p:spPr>
              <a:xfrm>
                <a:off x="22069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9" name="ph5929"/>
              <p:cNvSpPr/>
              <p:nvPr/>
            </p:nvSpPr>
            <p:spPr>
              <a:xfrm>
                <a:off x="22162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0" name="ph5930"/>
              <p:cNvSpPr/>
              <p:nvPr/>
            </p:nvSpPr>
            <p:spPr>
              <a:xfrm>
                <a:off x="222547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1" name="ph5931"/>
              <p:cNvSpPr/>
              <p:nvPr/>
            </p:nvSpPr>
            <p:spPr>
              <a:xfrm>
                <a:off x="22347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2" name="ph5932"/>
              <p:cNvSpPr/>
              <p:nvPr/>
            </p:nvSpPr>
            <p:spPr>
              <a:xfrm>
                <a:off x="22439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3" name="ph5933"/>
              <p:cNvSpPr/>
              <p:nvPr/>
            </p:nvSpPr>
            <p:spPr>
              <a:xfrm>
                <a:off x="22532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4" name="ph5934"/>
              <p:cNvSpPr/>
              <p:nvPr/>
            </p:nvSpPr>
            <p:spPr>
              <a:xfrm>
                <a:off x="22625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5" name="ph5935"/>
              <p:cNvSpPr/>
              <p:nvPr/>
            </p:nvSpPr>
            <p:spPr>
              <a:xfrm>
                <a:off x="22717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6" name="ph5936"/>
              <p:cNvSpPr/>
              <p:nvPr/>
            </p:nvSpPr>
            <p:spPr>
              <a:xfrm>
                <a:off x="22810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7" name="ph5937"/>
              <p:cNvSpPr/>
              <p:nvPr/>
            </p:nvSpPr>
            <p:spPr>
              <a:xfrm>
                <a:off x="22903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8" name="ph5938"/>
              <p:cNvSpPr/>
              <p:nvPr/>
            </p:nvSpPr>
            <p:spPr>
              <a:xfrm>
                <a:off x="22995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C72">
                  <a:alpha val="100000"/>
                </a:srgbClr>
              </a:solidFill>
              <a:ln w="5420" cap="flat">
                <a:solidFill>
                  <a:srgbClr val="B0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9" name="ph5939"/>
              <p:cNvSpPr/>
              <p:nvPr/>
            </p:nvSpPr>
            <p:spPr>
              <a:xfrm>
                <a:off x="230883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0" name="ph5940"/>
              <p:cNvSpPr/>
              <p:nvPr/>
            </p:nvSpPr>
            <p:spPr>
              <a:xfrm>
                <a:off x="23180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1" name="ph5941"/>
              <p:cNvSpPr/>
              <p:nvPr/>
            </p:nvSpPr>
            <p:spPr>
              <a:xfrm>
                <a:off x="23273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2" name="ph5942"/>
              <p:cNvSpPr/>
              <p:nvPr/>
            </p:nvSpPr>
            <p:spPr>
              <a:xfrm>
                <a:off x="23366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3" name="ph5943"/>
              <p:cNvSpPr/>
              <p:nvPr/>
            </p:nvSpPr>
            <p:spPr>
              <a:xfrm>
                <a:off x="23458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4" name="ph5944"/>
              <p:cNvSpPr/>
              <p:nvPr/>
            </p:nvSpPr>
            <p:spPr>
              <a:xfrm>
                <a:off x="235514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5" name="ph5945"/>
              <p:cNvSpPr/>
              <p:nvPr/>
            </p:nvSpPr>
            <p:spPr>
              <a:xfrm>
                <a:off x="23644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6" name="ph5946"/>
              <p:cNvSpPr/>
              <p:nvPr/>
            </p:nvSpPr>
            <p:spPr>
              <a:xfrm>
                <a:off x="23736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7" name="ph5947"/>
              <p:cNvSpPr/>
              <p:nvPr/>
            </p:nvSpPr>
            <p:spPr>
              <a:xfrm>
                <a:off x="23829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8" name="ph5948"/>
              <p:cNvSpPr/>
              <p:nvPr/>
            </p:nvSpPr>
            <p:spPr>
              <a:xfrm>
                <a:off x="2392195" y="1464294"/>
                <a:ext cx="9183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7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370" y="897161"/>
                    </a:lnTo>
                    <a:lnTo>
                      <a:pt x="918057" y="899733"/>
                    </a:lnTo>
                    <a:lnTo>
                      <a:pt x="916491" y="910083"/>
                    </a:lnTo>
                    <a:lnTo>
                      <a:pt x="915706" y="914400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9" name="ph5949"/>
              <p:cNvSpPr/>
              <p:nvPr/>
            </p:nvSpPr>
            <p:spPr>
              <a:xfrm>
                <a:off x="3086861" y="14470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47" y="931638"/>
                    </a:lnTo>
                    <a:lnTo>
                      <a:pt x="906299" y="927816"/>
                    </a:lnTo>
                    <a:lnTo>
                      <a:pt x="908559" y="917943"/>
                    </a:lnTo>
                    <a:lnTo>
                      <a:pt x="909490" y="914400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0" name="ph5950"/>
              <p:cNvSpPr/>
              <p:nvPr/>
            </p:nvSpPr>
            <p:spPr>
              <a:xfrm>
                <a:off x="30868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1" name="ph5951"/>
              <p:cNvSpPr/>
              <p:nvPr/>
            </p:nvSpPr>
            <p:spPr>
              <a:xfrm>
                <a:off x="30961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2" name="ph5952"/>
              <p:cNvSpPr/>
              <p:nvPr/>
            </p:nvSpPr>
            <p:spPr>
              <a:xfrm>
                <a:off x="31053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3" name="ph5953"/>
              <p:cNvSpPr/>
              <p:nvPr/>
            </p:nvSpPr>
            <p:spPr>
              <a:xfrm>
                <a:off x="31146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4" name="ph5954"/>
              <p:cNvSpPr/>
              <p:nvPr/>
            </p:nvSpPr>
            <p:spPr>
              <a:xfrm>
                <a:off x="31239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1B558">
                  <a:alpha val="100000"/>
                </a:srgbClr>
              </a:solidFill>
              <a:ln w="5420" cap="flat">
                <a:solidFill>
                  <a:srgbClr val="61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5" name="ph5955"/>
              <p:cNvSpPr/>
              <p:nvPr/>
            </p:nvSpPr>
            <p:spPr>
              <a:xfrm>
                <a:off x="31331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6" name="ph5956"/>
              <p:cNvSpPr/>
              <p:nvPr/>
            </p:nvSpPr>
            <p:spPr>
              <a:xfrm>
                <a:off x="31424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7" name="ph5957"/>
              <p:cNvSpPr/>
              <p:nvPr/>
            </p:nvSpPr>
            <p:spPr>
              <a:xfrm>
                <a:off x="31516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8" name="ph5958"/>
              <p:cNvSpPr/>
              <p:nvPr/>
            </p:nvSpPr>
            <p:spPr>
              <a:xfrm>
                <a:off x="31609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9" name="ph5959"/>
              <p:cNvSpPr/>
              <p:nvPr/>
            </p:nvSpPr>
            <p:spPr>
              <a:xfrm>
                <a:off x="31702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0" name="ph5960"/>
              <p:cNvSpPr/>
              <p:nvPr/>
            </p:nvSpPr>
            <p:spPr>
              <a:xfrm>
                <a:off x="31794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1" name="ph5961"/>
              <p:cNvSpPr/>
              <p:nvPr/>
            </p:nvSpPr>
            <p:spPr>
              <a:xfrm>
                <a:off x="31887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2" name="ph5962"/>
              <p:cNvSpPr/>
              <p:nvPr/>
            </p:nvSpPr>
            <p:spPr>
              <a:xfrm>
                <a:off x="31980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3" name="ph5963"/>
              <p:cNvSpPr/>
              <p:nvPr/>
            </p:nvSpPr>
            <p:spPr>
              <a:xfrm>
                <a:off x="32072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659">
                  <a:alpha val="100000"/>
                </a:srgbClr>
              </a:solidFill>
              <a:ln w="5420" cap="flat">
                <a:solidFill>
                  <a:srgbClr val="63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4" name="ph5964"/>
              <p:cNvSpPr/>
              <p:nvPr/>
            </p:nvSpPr>
            <p:spPr>
              <a:xfrm>
                <a:off x="32165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5" name="ph5965"/>
              <p:cNvSpPr/>
              <p:nvPr/>
            </p:nvSpPr>
            <p:spPr>
              <a:xfrm>
                <a:off x="32257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6" name="ph5966"/>
              <p:cNvSpPr/>
              <p:nvPr/>
            </p:nvSpPr>
            <p:spPr>
              <a:xfrm>
                <a:off x="32350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7" name="ph5967"/>
              <p:cNvSpPr/>
              <p:nvPr/>
            </p:nvSpPr>
            <p:spPr>
              <a:xfrm>
                <a:off x="32443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8" name="ph5968"/>
              <p:cNvSpPr/>
              <p:nvPr/>
            </p:nvSpPr>
            <p:spPr>
              <a:xfrm>
                <a:off x="32535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9" name="ph5969"/>
              <p:cNvSpPr/>
              <p:nvPr/>
            </p:nvSpPr>
            <p:spPr>
              <a:xfrm>
                <a:off x="32628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0" name="ph5970"/>
              <p:cNvSpPr/>
              <p:nvPr/>
            </p:nvSpPr>
            <p:spPr>
              <a:xfrm>
                <a:off x="327210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1" name="ph5971"/>
              <p:cNvSpPr/>
              <p:nvPr/>
            </p:nvSpPr>
            <p:spPr>
              <a:xfrm>
                <a:off x="328136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2" name="ph5972"/>
              <p:cNvSpPr/>
              <p:nvPr/>
            </p:nvSpPr>
            <p:spPr>
              <a:xfrm>
                <a:off x="329063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3" name="ph5973"/>
              <p:cNvSpPr/>
              <p:nvPr/>
            </p:nvSpPr>
            <p:spPr>
              <a:xfrm>
                <a:off x="329989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4" name="ph5974"/>
              <p:cNvSpPr/>
              <p:nvPr/>
            </p:nvSpPr>
            <p:spPr>
              <a:xfrm>
                <a:off x="330915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5" name="ph5975"/>
              <p:cNvSpPr/>
              <p:nvPr/>
            </p:nvSpPr>
            <p:spPr>
              <a:xfrm>
                <a:off x="331841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6" name="ph5976"/>
              <p:cNvSpPr/>
              <p:nvPr/>
            </p:nvSpPr>
            <p:spPr>
              <a:xfrm>
                <a:off x="332767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7" name="ph5977"/>
              <p:cNvSpPr/>
              <p:nvPr/>
            </p:nvSpPr>
            <p:spPr>
              <a:xfrm>
                <a:off x="33369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8" name="ph5978"/>
              <p:cNvSpPr/>
              <p:nvPr/>
            </p:nvSpPr>
            <p:spPr>
              <a:xfrm>
                <a:off x="33462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A">
                  <a:alpha val="100000"/>
                </a:srgbClr>
              </a:solidFill>
              <a:ln w="5420" cap="flat">
                <a:solidFill>
                  <a:srgbClr val="68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9" name="ph5979"/>
              <p:cNvSpPr/>
              <p:nvPr/>
            </p:nvSpPr>
            <p:spPr>
              <a:xfrm>
                <a:off x="335546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0" name="ph5980"/>
              <p:cNvSpPr/>
              <p:nvPr/>
            </p:nvSpPr>
            <p:spPr>
              <a:xfrm>
                <a:off x="33647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1" name="ph5981"/>
              <p:cNvSpPr/>
              <p:nvPr/>
            </p:nvSpPr>
            <p:spPr>
              <a:xfrm>
                <a:off x="33739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2" name="ph5982"/>
              <p:cNvSpPr/>
              <p:nvPr/>
            </p:nvSpPr>
            <p:spPr>
              <a:xfrm>
                <a:off x="33832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3" name="ph5983"/>
              <p:cNvSpPr/>
              <p:nvPr/>
            </p:nvSpPr>
            <p:spPr>
              <a:xfrm>
                <a:off x="339251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4" name="ph5984"/>
              <p:cNvSpPr/>
              <p:nvPr/>
            </p:nvSpPr>
            <p:spPr>
              <a:xfrm>
                <a:off x="34017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5" name="ph5985"/>
              <p:cNvSpPr/>
              <p:nvPr/>
            </p:nvSpPr>
            <p:spPr>
              <a:xfrm>
                <a:off x="34110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6" name="ph5986"/>
              <p:cNvSpPr/>
              <p:nvPr/>
            </p:nvSpPr>
            <p:spPr>
              <a:xfrm>
                <a:off x="34203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7" name="ph5987"/>
              <p:cNvSpPr/>
              <p:nvPr/>
            </p:nvSpPr>
            <p:spPr>
              <a:xfrm>
                <a:off x="34295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8" name="ph5988"/>
              <p:cNvSpPr/>
              <p:nvPr/>
            </p:nvSpPr>
            <p:spPr>
              <a:xfrm>
                <a:off x="343882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9" name="ph5989"/>
              <p:cNvSpPr/>
              <p:nvPr/>
            </p:nvSpPr>
            <p:spPr>
              <a:xfrm>
                <a:off x="34480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0" name="ph5990"/>
              <p:cNvSpPr/>
              <p:nvPr/>
            </p:nvSpPr>
            <p:spPr>
              <a:xfrm>
                <a:off x="34573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1" name="ph5991"/>
              <p:cNvSpPr/>
              <p:nvPr/>
            </p:nvSpPr>
            <p:spPr>
              <a:xfrm>
                <a:off x="34666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2" name="ph5992"/>
              <p:cNvSpPr/>
              <p:nvPr/>
            </p:nvSpPr>
            <p:spPr>
              <a:xfrm>
                <a:off x="347587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3" name="ph5993"/>
              <p:cNvSpPr/>
              <p:nvPr/>
            </p:nvSpPr>
            <p:spPr>
              <a:xfrm>
                <a:off x="34851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4" name="ph5994"/>
              <p:cNvSpPr/>
              <p:nvPr/>
            </p:nvSpPr>
            <p:spPr>
              <a:xfrm>
                <a:off x="34943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5" name="ph5995"/>
              <p:cNvSpPr/>
              <p:nvPr/>
            </p:nvSpPr>
            <p:spPr>
              <a:xfrm>
                <a:off x="35036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6" name="ph5996"/>
              <p:cNvSpPr/>
              <p:nvPr/>
            </p:nvSpPr>
            <p:spPr>
              <a:xfrm>
                <a:off x="35129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7" name="ph5997"/>
              <p:cNvSpPr/>
              <p:nvPr/>
            </p:nvSpPr>
            <p:spPr>
              <a:xfrm>
                <a:off x="352218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8" name="ph5998"/>
              <p:cNvSpPr/>
              <p:nvPr/>
            </p:nvSpPr>
            <p:spPr>
              <a:xfrm>
                <a:off x="35314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9" name="ph5999"/>
              <p:cNvSpPr/>
              <p:nvPr/>
            </p:nvSpPr>
            <p:spPr>
              <a:xfrm>
                <a:off x="35407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0" name="ph6000"/>
              <p:cNvSpPr/>
              <p:nvPr/>
            </p:nvSpPr>
            <p:spPr>
              <a:xfrm>
                <a:off x="35499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1" name="ph6001"/>
              <p:cNvSpPr/>
              <p:nvPr/>
            </p:nvSpPr>
            <p:spPr>
              <a:xfrm>
                <a:off x="35592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2" name="ph6002"/>
              <p:cNvSpPr/>
              <p:nvPr/>
            </p:nvSpPr>
            <p:spPr>
              <a:xfrm>
                <a:off x="35684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3" name="ph6003"/>
              <p:cNvSpPr/>
              <p:nvPr/>
            </p:nvSpPr>
            <p:spPr>
              <a:xfrm>
                <a:off x="35777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4" name="ph6004"/>
              <p:cNvSpPr/>
              <p:nvPr/>
            </p:nvSpPr>
            <p:spPr>
              <a:xfrm>
                <a:off x="35870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5" name="ph6005"/>
              <p:cNvSpPr/>
              <p:nvPr/>
            </p:nvSpPr>
            <p:spPr>
              <a:xfrm>
                <a:off x="35962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6" name="ph6006"/>
              <p:cNvSpPr/>
              <p:nvPr/>
            </p:nvSpPr>
            <p:spPr>
              <a:xfrm>
                <a:off x="36055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7" name="ph6007"/>
              <p:cNvSpPr/>
              <p:nvPr/>
            </p:nvSpPr>
            <p:spPr>
              <a:xfrm>
                <a:off x="36148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8" name="ph6008"/>
              <p:cNvSpPr/>
              <p:nvPr/>
            </p:nvSpPr>
            <p:spPr>
              <a:xfrm>
                <a:off x="36240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9" name="ph6009"/>
              <p:cNvSpPr/>
              <p:nvPr/>
            </p:nvSpPr>
            <p:spPr>
              <a:xfrm>
                <a:off x="36333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0" name="ph6010"/>
              <p:cNvSpPr/>
              <p:nvPr/>
            </p:nvSpPr>
            <p:spPr>
              <a:xfrm>
                <a:off x="36425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1" name="ph6011"/>
              <p:cNvSpPr/>
              <p:nvPr/>
            </p:nvSpPr>
            <p:spPr>
              <a:xfrm>
                <a:off x="36518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2" name="ph6012"/>
              <p:cNvSpPr/>
              <p:nvPr/>
            </p:nvSpPr>
            <p:spPr>
              <a:xfrm>
                <a:off x="36611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3" name="ph6013"/>
              <p:cNvSpPr/>
              <p:nvPr/>
            </p:nvSpPr>
            <p:spPr>
              <a:xfrm>
                <a:off x="36703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4" name="ph6014"/>
              <p:cNvSpPr/>
              <p:nvPr/>
            </p:nvSpPr>
            <p:spPr>
              <a:xfrm>
                <a:off x="36796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5" name="ph6015"/>
              <p:cNvSpPr/>
              <p:nvPr/>
            </p:nvSpPr>
            <p:spPr>
              <a:xfrm>
                <a:off x="3688905" y="14642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990"/>
                    </a:lnTo>
                    <a:lnTo>
                      <a:pt x="920290" y="913051"/>
                    </a:lnTo>
                    <a:lnTo>
                      <a:pt x="919289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6" name="ph6016"/>
              <p:cNvSpPr/>
              <p:nvPr/>
            </p:nvSpPr>
            <p:spPr>
              <a:xfrm>
                <a:off x="3698168" y="1447056"/>
                <a:ext cx="920892" cy="925229"/>
              </a:xfrm>
              <a:custGeom>
                <a:avLst/>
                <a:gdLst/>
                <a:ahLst/>
                <a:cxnLst/>
                <a:rect l="0" t="0" r="0" b="0"/>
                <a:pathLst>
                  <a:path w="920892" h="925229">
                    <a:moveTo>
                      <a:pt x="914400" y="914400"/>
                    </a:moveTo>
                    <a:lnTo>
                      <a:pt x="920892" y="914400"/>
                    </a:lnTo>
                    <a:lnTo>
                      <a:pt x="919882" y="916272"/>
                    </a:lnTo>
                    <a:lnTo>
                      <a:pt x="915554" y="923496"/>
                    </a:lnTo>
                    <a:lnTo>
                      <a:pt x="914400" y="92522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7" name="ph6017"/>
              <p:cNvSpPr/>
              <p:nvPr/>
            </p:nvSpPr>
            <p:spPr>
              <a:xfrm>
                <a:off x="2077279" y="1429817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4273" y="917540"/>
                    </a:lnTo>
                    <a:lnTo>
                      <a:pt x="913156" y="915560"/>
                    </a:lnTo>
                    <a:lnTo>
                      <a:pt x="912501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8" name="ph6018"/>
              <p:cNvSpPr/>
              <p:nvPr/>
            </p:nvSpPr>
            <p:spPr>
              <a:xfrm>
                <a:off x="20772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213" y="931638"/>
                    </a:lnTo>
                    <a:lnTo>
                      <a:pt x="922081" y="931403"/>
                    </a:lnTo>
                    <a:lnTo>
                      <a:pt x="920967" y="929422"/>
                    </a:lnTo>
                    <a:lnTo>
                      <a:pt x="919852" y="927441"/>
                    </a:lnTo>
                    <a:lnTo>
                      <a:pt x="918737" y="925461"/>
                    </a:lnTo>
                    <a:lnTo>
                      <a:pt x="917622" y="923480"/>
                    </a:lnTo>
                    <a:lnTo>
                      <a:pt x="916506" y="921500"/>
                    </a:lnTo>
                    <a:lnTo>
                      <a:pt x="915389" y="919520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9" name="ph6019"/>
              <p:cNvSpPr/>
              <p:nvPr/>
            </p:nvSpPr>
            <p:spPr>
              <a:xfrm>
                <a:off x="20865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0" name="ph6020"/>
              <p:cNvSpPr/>
              <p:nvPr/>
            </p:nvSpPr>
            <p:spPr>
              <a:xfrm>
                <a:off x="20958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1" name="ph6021"/>
              <p:cNvSpPr/>
              <p:nvPr/>
            </p:nvSpPr>
            <p:spPr>
              <a:xfrm>
                <a:off x="210506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2" name="ph6022"/>
              <p:cNvSpPr/>
              <p:nvPr/>
            </p:nvSpPr>
            <p:spPr>
              <a:xfrm>
                <a:off x="21143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3" name="ph6023"/>
              <p:cNvSpPr/>
              <p:nvPr/>
            </p:nvSpPr>
            <p:spPr>
              <a:xfrm>
                <a:off x="21235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4" name="ph6024"/>
              <p:cNvSpPr/>
              <p:nvPr/>
            </p:nvSpPr>
            <p:spPr>
              <a:xfrm>
                <a:off x="21328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5" name="ph6025"/>
              <p:cNvSpPr/>
              <p:nvPr/>
            </p:nvSpPr>
            <p:spPr>
              <a:xfrm>
                <a:off x="214211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6" name="ph6026"/>
              <p:cNvSpPr/>
              <p:nvPr/>
            </p:nvSpPr>
            <p:spPr>
              <a:xfrm>
                <a:off x="21513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7" name="ph6027"/>
              <p:cNvSpPr/>
              <p:nvPr/>
            </p:nvSpPr>
            <p:spPr>
              <a:xfrm>
                <a:off x="21606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8" name="ph6028"/>
              <p:cNvSpPr/>
              <p:nvPr/>
            </p:nvSpPr>
            <p:spPr>
              <a:xfrm>
                <a:off x="21699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9" name="ph6029"/>
              <p:cNvSpPr/>
              <p:nvPr/>
            </p:nvSpPr>
            <p:spPr>
              <a:xfrm>
                <a:off x="21791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0" name="ph6030"/>
              <p:cNvSpPr/>
              <p:nvPr/>
            </p:nvSpPr>
            <p:spPr>
              <a:xfrm>
                <a:off x="218842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1" name="ph6031"/>
              <p:cNvSpPr/>
              <p:nvPr/>
            </p:nvSpPr>
            <p:spPr>
              <a:xfrm>
                <a:off x="21976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2" name="ph6032"/>
              <p:cNvSpPr/>
              <p:nvPr/>
            </p:nvSpPr>
            <p:spPr>
              <a:xfrm>
                <a:off x="22069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3" name="ph6033"/>
              <p:cNvSpPr/>
              <p:nvPr/>
            </p:nvSpPr>
            <p:spPr>
              <a:xfrm>
                <a:off x="22162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4" name="ph6034"/>
              <p:cNvSpPr/>
              <p:nvPr/>
            </p:nvSpPr>
            <p:spPr>
              <a:xfrm>
                <a:off x="222547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5" name="ph6035"/>
              <p:cNvSpPr/>
              <p:nvPr/>
            </p:nvSpPr>
            <p:spPr>
              <a:xfrm>
                <a:off x="22347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6" name="ph6036"/>
              <p:cNvSpPr/>
              <p:nvPr/>
            </p:nvSpPr>
            <p:spPr>
              <a:xfrm>
                <a:off x="22439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7" name="ph6037"/>
              <p:cNvSpPr/>
              <p:nvPr/>
            </p:nvSpPr>
            <p:spPr>
              <a:xfrm>
                <a:off x="22532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8" name="ph6038"/>
              <p:cNvSpPr/>
              <p:nvPr/>
            </p:nvSpPr>
            <p:spPr>
              <a:xfrm>
                <a:off x="22625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9" name="ph6039"/>
              <p:cNvSpPr/>
              <p:nvPr/>
            </p:nvSpPr>
            <p:spPr>
              <a:xfrm>
                <a:off x="22717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0" name="ph6040"/>
              <p:cNvSpPr/>
              <p:nvPr/>
            </p:nvSpPr>
            <p:spPr>
              <a:xfrm>
                <a:off x="22810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1" name="ph6041"/>
              <p:cNvSpPr/>
              <p:nvPr/>
            </p:nvSpPr>
            <p:spPr>
              <a:xfrm>
                <a:off x="22903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2" name="ph6042"/>
              <p:cNvSpPr/>
              <p:nvPr/>
            </p:nvSpPr>
            <p:spPr>
              <a:xfrm>
                <a:off x="22995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3" name="ph6043"/>
              <p:cNvSpPr/>
              <p:nvPr/>
            </p:nvSpPr>
            <p:spPr>
              <a:xfrm>
                <a:off x="230883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4" name="ph6044"/>
              <p:cNvSpPr/>
              <p:nvPr/>
            </p:nvSpPr>
            <p:spPr>
              <a:xfrm>
                <a:off x="23180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5" name="ph6045"/>
              <p:cNvSpPr/>
              <p:nvPr/>
            </p:nvSpPr>
            <p:spPr>
              <a:xfrm>
                <a:off x="23273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6" name="ph6046"/>
              <p:cNvSpPr/>
              <p:nvPr/>
            </p:nvSpPr>
            <p:spPr>
              <a:xfrm>
                <a:off x="23366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7" name="ph6047"/>
              <p:cNvSpPr/>
              <p:nvPr/>
            </p:nvSpPr>
            <p:spPr>
              <a:xfrm>
                <a:off x="23458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8" name="ph6048"/>
              <p:cNvSpPr/>
              <p:nvPr/>
            </p:nvSpPr>
            <p:spPr>
              <a:xfrm>
                <a:off x="235514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9" name="ph6049"/>
              <p:cNvSpPr/>
              <p:nvPr/>
            </p:nvSpPr>
            <p:spPr>
              <a:xfrm>
                <a:off x="23644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0" name="ph6050"/>
              <p:cNvSpPr/>
              <p:nvPr/>
            </p:nvSpPr>
            <p:spPr>
              <a:xfrm>
                <a:off x="23736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1" name="ph6051"/>
              <p:cNvSpPr/>
              <p:nvPr/>
            </p:nvSpPr>
            <p:spPr>
              <a:xfrm>
                <a:off x="23829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2" name="ph6052"/>
              <p:cNvSpPr/>
              <p:nvPr/>
            </p:nvSpPr>
            <p:spPr>
              <a:xfrm>
                <a:off x="2392195" y="1447056"/>
                <a:ext cx="9201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9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195" y="897161"/>
                    </a:lnTo>
                    <a:lnTo>
                      <a:pt x="919332" y="906484"/>
                    </a:lnTo>
                    <a:lnTo>
                      <a:pt x="918370" y="914400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3" name="ph6053"/>
              <p:cNvSpPr/>
              <p:nvPr/>
            </p:nvSpPr>
            <p:spPr>
              <a:xfrm>
                <a:off x="3086861" y="14470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490" y="914400"/>
                    </a:lnTo>
                    <a:lnTo>
                      <a:pt x="911092" y="908302"/>
                    </a:lnTo>
                    <a:lnTo>
                      <a:pt x="913890" y="898918"/>
                    </a:lnTo>
                    <a:lnTo>
                      <a:pt x="914400" y="897400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4" name="ph6054"/>
              <p:cNvSpPr/>
              <p:nvPr/>
            </p:nvSpPr>
            <p:spPr>
              <a:xfrm>
                <a:off x="3096123" y="14298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639"/>
                    </a:lnTo>
                    <a:lnTo>
                      <a:pt x="905218" y="914400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5" name="ph6055"/>
              <p:cNvSpPr/>
              <p:nvPr/>
            </p:nvSpPr>
            <p:spPr>
              <a:xfrm>
                <a:off x="30961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6" name="ph6056"/>
              <p:cNvSpPr/>
              <p:nvPr/>
            </p:nvSpPr>
            <p:spPr>
              <a:xfrm>
                <a:off x="31053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7" name="ph6057"/>
              <p:cNvSpPr/>
              <p:nvPr/>
            </p:nvSpPr>
            <p:spPr>
              <a:xfrm>
                <a:off x="31146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8" name="ph6058"/>
              <p:cNvSpPr/>
              <p:nvPr/>
            </p:nvSpPr>
            <p:spPr>
              <a:xfrm>
                <a:off x="31239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9" name="ph6059"/>
              <p:cNvSpPr/>
              <p:nvPr/>
            </p:nvSpPr>
            <p:spPr>
              <a:xfrm>
                <a:off x="31331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0" name="ph6060"/>
              <p:cNvSpPr/>
              <p:nvPr/>
            </p:nvSpPr>
            <p:spPr>
              <a:xfrm>
                <a:off x="31424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1" name="ph6061"/>
              <p:cNvSpPr/>
              <p:nvPr/>
            </p:nvSpPr>
            <p:spPr>
              <a:xfrm>
                <a:off x="31516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2" name="ph6062"/>
              <p:cNvSpPr/>
              <p:nvPr/>
            </p:nvSpPr>
            <p:spPr>
              <a:xfrm>
                <a:off x="31609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3" name="ph6063"/>
              <p:cNvSpPr/>
              <p:nvPr/>
            </p:nvSpPr>
            <p:spPr>
              <a:xfrm>
                <a:off x="31702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659">
                  <a:alpha val="100000"/>
                </a:srgbClr>
              </a:solidFill>
              <a:ln w="5420" cap="flat">
                <a:solidFill>
                  <a:srgbClr val="63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4" name="ph6064"/>
              <p:cNvSpPr/>
              <p:nvPr/>
            </p:nvSpPr>
            <p:spPr>
              <a:xfrm>
                <a:off x="31794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5" name="ph6065"/>
              <p:cNvSpPr/>
              <p:nvPr/>
            </p:nvSpPr>
            <p:spPr>
              <a:xfrm>
                <a:off x="31887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6" name="ph6066"/>
              <p:cNvSpPr/>
              <p:nvPr/>
            </p:nvSpPr>
            <p:spPr>
              <a:xfrm>
                <a:off x="31980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7" name="ph6067"/>
              <p:cNvSpPr/>
              <p:nvPr/>
            </p:nvSpPr>
            <p:spPr>
              <a:xfrm>
                <a:off x="32072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8" name="ph6068"/>
              <p:cNvSpPr/>
              <p:nvPr/>
            </p:nvSpPr>
            <p:spPr>
              <a:xfrm>
                <a:off x="32165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9" name="ph6069"/>
              <p:cNvSpPr/>
              <p:nvPr/>
            </p:nvSpPr>
            <p:spPr>
              <a:xfrm>
                <a:off x="32257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0" name="ph6070"/>
              <p:cNvSpPr/>
              <p:nvPr/>
            </p:nvSpPr>
            <p:spPr>
              <a:xfrm>
                <a:off x="32350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1" name="ph6071"/>
              <p:cNvSpPr/>
              <p:nvPr/>
            </p:nvSpPr>
            <p:spPr>
              <a:xfrm>
                <a:off x="32443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2" name="ph6072"/>
              <p:cNvSpPr/>
              <p:nvPr/>
            </p:nvSpPr>
            <p:spPr>
              <a:xfrm>
                <a:off x="32535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3" name="ph6073"/>
              <p:cNvSpPr/>
              <p:nvPr/>
            </p:nvSpPr>
            <p:spPr>
              <a:xfrm>
                <a:off x="32628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4" name="ph6074"/>
              <p:cNvSpPr/>
              <p:nvPr/>
            </p:nvSpPr>
            <p:spPr>
              <a:xfrm>
                <a:off x="32721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5" name="ph6075"/>
              <p:cNvSpPr/>
              <p:nvPr/>
            </p:nvSpPr>
            <p:spPr>
              <a:xfrm>
                <a:off x="328136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6" name="ph6076"/>
              <p:cNvSpPr/>
              <p:nvPr/>
            </p:nvSpPr>
            <p:spPr>
              <a:xfrm>
                <a:off x="329063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7" name="ph6077"/>
              <p:cNvSpPr/>
              <p:nvPr/>
            </p:nvSpPr>
            <p:spPr>
              <a:xfrm>
                <a:off x="329989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8" name="ph6078"/>
              <p:cNvSpPr/>
              <p:nvPr/>
            </p:nvSpPr>
            <p:spPr>
              <a:xfrm>
                <a:off x="330915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9" name="ph6079"/>
              <p:cNvSpPr/>
              <p:nvPr/>
            </p:nvSpPr>
            <p:spPr>
              <a:xfrm>
                <a:off x="331841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0" name="ph6080"/>
              <p:cNvSpPr/>
              <p:nvPr/>
            </p:nvSpPr>
            <p:spPr>
              <a:xfrm>
                <a:off x="33276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1" name="ph6081"/>
              <p:cNvSpPr/>
              <p:nvPr/>
            </p:nvSpPr>
            <p:spPr>
              <a:xfrm>
                <a:off x="33369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2" name="ph6082"/>
              <p:cNvSpPr/>
              <p:nvPr/>
            </p:nvSpPr>
            <p:spPr>
              <a:xfrm>
                <a:off x="33462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3" name="ph6083"/>
              <p:cNvSpPr/>
              <p:nvPr/>
            </p:nvSpPr>
            <p:spPr>
              <a:xfrm>
                <a:off x="335546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4" name="ph6084"/>
              <p:cNvSpPr/>
              <p:nvPr/>
            </p:nvSpPr>
            <p:spPr>
              <a:xfrm>
                <a:off x="33647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5" name="ph6085"/>
              <p:cNvSpPr/>
              <p:nvPr/>
            </p:nvSpPr>
            <p:spPr>
              <a:xfrm>
                <a:off x="33739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6" name="ph6086"/>
              <p:cNvSpPr/>
              <p:nvPr/>
            </p:nvSpPr>
            <p:spPr>
              <a:xfrm>
                <a:off x="33832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7" name="ph6087"/>
              <p:cNvSpPr/>
              <p:nvPr/>
            </p:nvSpPr>
            <p:spPr>
              <a:xfrm>
                <a:off x="339251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8" name="ph6088"/>
              <p:cNvSpPr/>
              <p:nvPr/>
            </p:nvSpPr>
            <p:spPr>
              <a:xfrm>
                <a:off x="34017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9" name="ph6089"/>
              <p:cNvSpPr/>
              <p:nvPr/>
            </p:nvSpPr>
            <p:spPr>
              <a:xfrm>
                <a:off x="34110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0" name="ph6090"/>
              <p:cNvSpPr/>
              <p:nvPr/>
            </p:nvSpPr>
            <p:spPr>
              <a:xfrm>
                <a:off x="34203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1" name="ph6091"/>
              <p:cNvSpPr/>
              <p:nvPr/>
            </p:nvSpPr>
            <p:spPr>
              <a:xfrm>
                <a:off x="34295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2" name="ph6092"/>
              <p:cNvSpPr/>
              <p:nvPr/>
            </p:nvSpPr>
            <p:spPr>
              <a:xfrm>
                <a:off x="343882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3" name="ph6093"/>
              <p:cNvSpPr/>
              <p:nvPr/>
            </p:nvSpPr>
            <p:spPr>
              <a:xfrm>
                <a:off x="34480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4" name="ph6094"/>
              <p:cNvSpPr/>
              <p:nvPr/>
            </p:nvSpPr>
            <p:spPr>
              <a:xfrm>
                <a:off x="34573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5" name="ph6095"/>
              <p:cNvSpPr/>
              <p:nvPr/>
            </p:nvSpPr>
            <p:spPr>
              <a:xfrm>
                <a:off x="34666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6" name="ph6096"/>
              <p:cNvSpPr/>
              <p:nvPr/>
            </p:nvSpPr>
            <p:spPr>
              <a:xfrm>
                <a:off x="347587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7" name="ph6097"/>
              <p:cNvSpPr/>
              <p:nvPr/>
            </p:nvSpPr>
            <p:spPr>
              <a:xfrm>
                <a:off x="34851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8" name="ph6098"/>
              <p:cNvSpPr/>
              <p:nvPr/>
            </p:nvSpPr>
            <p:spPr>
              <a:xfrm>
                <a:off x="34943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9" name="ph6099"/>
              <p:cNvSpPr/>
              <p:nvPr/>
            </p:nvSpPr>
            <p:spPr>
              <a:xfrm>
                <a:off x="35036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0" name="ph6100"/>
              <p:cNvSpPr/>
              <p:nvPr/>
            </p:nvSpPr>
            <p:spPr>
              <a:xfrm>
                <a:off x="35129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1" name="ph6101"/>
              <p:cNvSpPr/>
              <p:nvPr/>
            </p:nvSpPr>
            <p:spPr>
              <a:xfrm>
                <a:off x="352218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2" name="ph6102"/>
              <p:cNvSpPr/>
              <p:nvPr/>
            </p:nvSpPr>
            <p:spPr>
              <a:xfrm>
                <a:off x="35314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3" name="ph6103"/>
              <p:cNvSpPr/>
              <p:nvPr/>
            </p:nvSpPr>
            <p:spPr>
              <a:xfrm>
                <a:off x="35407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4" name="ph6104"/>
              <p:cNvSpPr/>
              <p:nvPr/>
            </p:nvSpPr>
            <p:spPr>
              <a:xfrm>
                <a:off x="35499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5" name="ph6105"/>
              <p:cNvSpPr/>
              <p:nvPr/>
            </p:nvSpPr>
            <p:spPr>
              <a:xfrm>
                <a:off x="35592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6" name="ph6106"/>
              <p:cNvSpPr/>
              <p:nvPr/>
            </p:nvSpPr>
            <p:spPr>
              <a:xfrm>
                <a:off x="35684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7" name="ph6107"/>
              <p:cNvSpPr/>
              <p:nvPr/>
            </p:nvSpPr>
            <p:spPr>
              <a:xfrm>
                <a:off x="35777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8" name="ph6108"/>
              <p:cNvSpPr/>
              <p:nvPr/>
            </p:nvSpPr>
            <p:spPr>
              <a:xfrm>
                <a:off x="35870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9" name="ph6109"/>
              <p:cNvSpPr/>
              <p:nvPr/>
            </p:nvSpPr>
            <p:spPr>
              <a:xfrm>
                <a:off x="35962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0" name="ph6110"/>
              <p:cNvSpPr/>
              <p:nvPr/>
            </p:nvSpPr>
            <p:spPr>
              <a:xfrm>
                <a:off x="36055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1" name="ph6111"/>
              <p:cNvSpPr/>
              <p:nvPr/>
            </p:nvSpPr>
            <p:spPr>
              <a:xfrm>
                <a:off x="36148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2" name="ph6112"/>
              <p:cNvSpPr/>
              <p:nvPr/>
            </p:nvSpPr>
            <p:spPr>
              <a:xfrm>
                <a:off x="36240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3" name="ph6113"/>
              <p:cNvSpPr/>
              <p:nvPr/>
            </p:nvSpPr>
            <p:spPr>
              <a:xfrm>
                <a:off x="36333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4" name="ph6114"/>
              <p:cNvSpPr/>
              <p:nvPr/>
            </p:nvSpPr>
            <p:spPr>
              <a:xfrm>
                <a:off x="36425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5" name="ph6115"/>
              <p:cNvSpPr/>
              <p:nvPr/>
            </p:nvSpPr>
            <p:spPr>
              <a:xfrm>
                <a:off x="36518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6" name="ph6116"/>
              <p:cNvSpPr/>
              <p:nvPr/>
            </p:nvSpPr>
            <p:spPr>
              <a:xfrm>
                <a:off x="36611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7" name="ph6117"/>
              <p:cNvSpPr/>
              <p:nvPr/>
            </p:nvSpPr>
            <p:spPr>
              <a:xfrm>
                <a:off x="36703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8" name="ph6118"/>
              <p:cNvSpPr/>
              <p:nvPr/>
            </p:nvSpPr>
            <p:spPr>
              <a:xfrm>
                <a:off x="36796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9" name="ph6119"/>
              <p:cNvSpPr/>
              <p:nvPr/>
            </p:nvSpPr>
            <p:spPr>
              <a:xfrm>
                <a:off x="36889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0" name="ph6120"/>
              <p:cNvSpPr/>
              <p:nvPr/>
            </p:nvSpPr>
            <p:spPr>
              <a:xfrm>
                <a:off x="3698168" y="14470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266"/>
                    </a:lnTo>
                    <a:lnTo>
                      <a:pt x="920892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1" name="ph6121"/>
              <p:cNvSpPr/>
              <p:nvPr/>
            </p:nvSpPr>
            <p:spPr>
              <a:xfrm>
                <a:off x="3707430" y="1429817"/>
                <a:ext cx="920146" cy="926505"/>
              </a:xfrm>
              <a:custGeom>
                <a:avLst/>
                <a:gdLst/>
                <a:ahLst/>
                <a:cxnLst/>
                <a:rect l="0" t="0" r="0" b="0"/>
                <a:pathLst>
                  <a:path w="920146" h="926505">
                    <a:moveTo>
                      <a:pt x="914400" y="914400"/>
                    </a:moveTo>
                    <a:lnTo>
                      <a:pt x="920146" y="914400"/>
                    </a:lnTo>
                    <a:lnTo>
                      <a:pt x="918639" y="917849"/>
                    </a:lnTo>
                    <a:lnTo>
                      <a:pt x="914739" y="925875"/>
                    </a:lnTo>
                    <a:lnTo>
                      <a:pt x="914400" y="926505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2" name="ph6122"/>
              <p:cNvSpPr/>
              <p:nvPr/>
            </p:nvSpPr>
            <p:spPr>
              <a:xfrm>
                <a:off x="2068017" y="1412579"/>
                <a:ext cx="914400" cy="9177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01">
                    <a:moveTo>
                      <a:pt x="914400" y="914400"/>
                    </a:moveTo>
                    <a:lnTo>
                      <a:pt x="914400" y="917701"/>
                    </a:lnTo>
                    <a:lnTo>
                      <a:pt x="912806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3" name="ph6123"/>
              <p:cNvSpPr/>
              <p:nvPr/>
            </p:nvSpPr>
            <p:spPr>
              <a:xfrm>
                <a:off x="20680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763" y="931638"/>
                    </a:lnTo>
                    <a:lnTo>
                      <a:pt x="921301" y="930818"/>
                    </a:lnTo>
                    <a:lnTo>
                      <a:pt x="920175" y="928824"/>
                    </a:lnTo>
                    <a:lnTo>
                      <a:pt x="916089" y="921201"/>
                    </a:lnTo>
                    <a:lnTo>
                      <a:pt x="914400" y="917701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4" name="ph6124"/>
              <p:cNvSpPr/>
              <p:nvPr/>
            </p:nvSpPr>
            <p:spPr>
              <a:xfrm>
                <a:off x="20772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5" name="ph6125"/>
              <p:cNvSpPr/>
              <p:nvPr/>
            </p:nvSpPr>
            <p:spPr>
              <a:xfrm>
                <a:off x="20865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6" name="ph6126"/>
              <p:cNvSpPr/>
              <p:nvPr/>
            </p:nvSpPr>
            <p:spPr>
              <a:xfrm>
                <a:off x="20958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7" name="ph6127"/>
              <p:cNvSpPr/>
              <p:nvPr/>
            </p:nvSpPr>
            <p:spPr>
              <a:xfrm>
                <a:off x="210506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8" name="ph6128"/>
              <p:cNvSpPr/>
              <p:nvPr/>
            </p:nvSpPr>
            <p:spPr>
              <a:xfrm>
                <a:off x="21143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9" name="ph6129"/>
              <p:cNvSpPr/>
              <p:nvPr/>
            </p:nvSpPr>
            <p:spPr>
              <a:xfrm>
                <a:off x="21235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0" name="ph6130"/>
              <p:cNvSpPr/>
              <p:nvPr/>
            </p:nvSpPr>
            <p:spPr>
              <a:xfrm>
                <a:off x="21328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1" name="ph6131"/>
              <p:cNvSpPr/>
              <p:nvPr/>
            </p:nvSpPr>
            <p:spPr>
              <a:xfrm>
                <a:off x="214211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2" name="ph6132"/>
              <p:cNvSpPr/>
              <p:nvPr/>
            </p:nvSpPr>
            <p:spPr>
              <a:xfrm>
                <a:off x="21513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3" name="ph6133"/>
              <p:cNvSpPr/>
              <p:nvPr/>
            </p:nvSpPr>
            <p:spPr>
              <a:xfrm>
                <a:off x="21606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4" name="ph6134"/>
              <p:cNvSpPr/>
              <p:nvPr/>
            </p:nvSpPr>
            <p:spPr>
              <a:xfrm>
                <a:off x="21699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5" name="ph6135"/>
              <p:cNvSpPr/>
              <p:nvPr/>
            </p:nvSpPr>
            <p:spPr>
              <a:xfrm>
                <a:off x="21791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6" name="ph6136"/>
              <p:cNvSpPr/>
              <p:nvPr/>
            </p:nvSpPr>
            <p:spPr>
              <a:xfrm>
                <a:off x="218842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7" name="ph6137"/>
              <p:cNvSpPr/>
              <p:nvPr/>
            </p:nvSpPr>
            <p:spPr>
              <a:xfrm>
                <a:off x="21976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8" name="ph6138"/>
              <p:cNvSpPr/>
              <p:nvPr/>
            </p:nvSpPr>
            <p:spPr>
              <a:xfrm>
                <a:off x="22069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9" name="ph6139"/>
              <p:cNvSpPr/>
              <p:nvPr/>
            </p:nvSpPr>
            <p:spPr>
              <a:xfrm>
                <a:off x="22162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0" name="ph6140"/>
              <p:cNvSpPr/>
              <p:nvPr/>
            </p:nvSpPr>
            <p:spPr>
              <a:xfrm>
                <a:off x="222547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1" name="ph6141"/>
              <p:cNvSpPr/>
              <p:nvPr/>
            </p:nvSpPr>
            <p:spPr>
              <a:xfrm>
                <a:off x="22347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2" name="ph6142"/>
              <p:cNvSpPr/>
              <p:nvPr/>
            </p:nvSpPr>
            <p:spPr>
              <a:xfrm>
                <a:off x="22439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3" name="ph6143"/>
              <p:cNvSpPr/>
              <p:nvPr/>
            </p:nvSpPr>
            <p:spPr>
              <a:xfrm>
                <a:off x="22532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4" name="ph6144"/>
              <p:cNvSpPr/>
              <p:nvPr/>
            </p:nvSpPr>
            <p:spPr>
              <a:xfrm>
                <a:off x="22625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5" name="ph6145"/>
              <p:cNvSpPr/>
              <p:nvPr/>
            </p:nvSpPr>
            <p:spPr>
              <a:xfrm>
                <a:off x="22717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6" name="ph6146"/>
              <p:cNvSpPr/>
              <p:nvPr/>
            </p:nvSpPr>
            <p:spPr>
              <a:xfrm>
                <a:off x="22810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7" name="ph6147"/>
              <p:cNvSpPr/>
              <p:nvPr/>
            </p:nvSpPr>
            <p:spPr>
              <a:xfrm>
                <a:off x="22903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8" name="ph6148"/>
              <p:cNvSpPr/>
              <p:nvPr/>
            </p:nvSpPr>
            <p:spPr>
              <a:xfrm>
                <a:off x="22995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C72">
                  <a:alpha val="100000"/>
                </a:srgbClr>
              </a:solidFill>
              <a:ln w="5420" cap="flat">
                <a:solidFill>
                  <a:srgbClr val="B0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9" name="ph6149"/>
              <p:cNvSpPr/>
              <p:nvPr/>
            </p:nvSpPr>
            <p:spPr>
              <a:xfrm>
                <a:off x="230883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0" name="ph6150"/>
              <p:cNvSpPr/>
              <p:nvPr/>
            </p:nvSpPr>
            <p:spPr>
              <a:xfrm>
                <a:off x="23180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1" name="ph6151"/>
              <p:cNvSpPr/>
              <p:nvPr/>
            </p:nvSpPr>
            <p:spPr>
              <a:xfrm>
                <a:off x="23273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2" name="ph6152"/>
              <p:cNvSpPr/>
              <p:nvPr/>
            </p:nvSpPr>
            <p:spPr>
              <a:xfrm>
                <a:off x="23366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3" name="ph6153"/>
              <p:cNvSpPr/>
              <p:nvPr/>
            </p:nvSpPr>
            <p:spPr>
              <a:xfrm>
                <a:off x="23458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4" name="ph6154"/>
              <p:cNvSpPr/>
              <p:nvPr/>
            </p:nvSpPr>
            <p:spPr>
              <a:xfrm>
                <a:off x="235514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5" name="ph6155"/>
              <p:cNvSpPr/>
              <p:nvPr/>
            </p:nvSpPr>
            <p:spPr>
              <a:xfrm>
                <a:off x="23644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6" name="ph6156"/>
              <p:cNvSpPr/>
              <p:nvPr/>
            </p:nvSpPr>
            <p:spPr>
              <a:xfrm>
                <a:off x="23736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7" name="ph6157"/>
              <p:cNvSpPr/>
              <p:nvPr/>
            </p:nvSpPr>
            <p:spPr>
              <a:xfrm>
                <a:off x="23829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8" name="ph6158"/>
              <p:cNvSpPr/>
              <p:nvPr/>
            </p:nvSpPr>
            <p:spPr>
              <a:xfrm>
                <a:off x="2392195" y="1429817"/>
                <a:ext cx="921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8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185" y="897161"/>
                    </a:lnTo>
                    <a:lnTo>
                      <a:pt x="920996" y="902450"/>
                    </a:lnTo>
                    <a:lnTo>
                      <a:pt x="920312" y="913126"/>
                    </a:lnTo>
                    <a:lnTo>
                      <a:pt x="920195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9" name="ph6159"/>
              <p:cNvSpPr/>
              <p:nvPr/>
            </p:nvSpPr>
            <p:spPr>
              <a:xfrm>
                <a:off x="3096123" y="14125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218" y="931638"/>
                    </a:lnTo>
                    <a:lnTo>
                      <a:pt x="907683" y="924294"/>
                    </a:lnTo>
                    <a:lnTo>
                      <a:pt x="910988" y="915500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0" name="ph6160"/>
              <p:cNvSpPr/>
              <p:nvPr/>
            </p:nvSpPr>
            <p:spPr>
              <a:xfrm>
                <a:off x="30961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1" name="ph6161"/>
              <p:cNvSpPr/>
              <p:nvPr/>
            </p:nvSpPr>
            <p:spPr>
              <a:xfrm>
                <a:off x="31053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2" name="ph6162"/>
              <p:cNvSpPr/>
              <p:nvPr/>
            </p:nvSpPr>
            <p:spPr>
              <a:xfrm>
                <a:off x="31146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3" name="ph6163"/>
              <p:cNvSpPr/>
              <p:nvPr/>
            </p:nvSpPr>
            <p:spPr>
              <a:xfrm>
                <a:off x="31239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4" name="ph6164"/>
              <p:cNvSpPr/>
              <p:nvPr/>
            </p:nvSpPr>
            <p:spPr>
              <a:xfrm>
                <a:off x="31331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3B659">
                  <a:alpha val="100000"/>
                </a:srgbClr>
              </a:solidFill>
              <a:ln w="5420" cap="flat">
                <a:solidFill>
                  <a:srgbClr val="63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5" name="ph6165"/>
              <p:cNvSpPr/>
              <p:nvPr/>
            </p:nvSpPr>
            <p:spPr>
              <a:xfrm>
                <a:off x="31424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6" name="ph6166"/>
              <p:cNvSpPr/>
              <p:nvPr/>
            </p:nvSpPr>
            <p:spPr>
              <a:xfrm>
                <a:off x="31516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7" name="ph6167"/>
              <p:cNvSpPr/>
              <p:nvPr/>
            </p:nvSpPr>
            <p:spPr>
              <a:xfrm>
                <a:off x="31609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8" name="ph6168"/>
              <p:cNvSpPr/>
              <p:nvPr/>
            </p:nvSpPr>
            <p:spPr>
              <a:xfrm>
                <a:off x="31702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9" name="ph6169"/>
              <p:cNvSpPr/>
              <p:nvPr/>
            </p:nvSpPr>
            <p:spPr>
              <a:xfrm>
                <a:off x="31794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0" name="ph6170"/>
              <p:cNvSpPr/>
              <p:nvPr/>
            </p:nvSpPr>
            <p:spPr>
              <a:xfrm>
                <a:off x="31887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1" name="ph6171"/>
              <p:cNvSpPr/>
              <p:nvPr/>
            </p:nvSpPr>
            <p:spPr>
              <a:xfrm>
                <a:off x="31980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2" name="ph6172"/>
              <p:cNvSpPr/>
              <p:nvPr/>
            </p:nvSpPr>
            <p:spPr>
              <a:xfrm>
                <a:off x="32072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3" name="ph6173"/>
              <p:cNvSpPr/>
              <p:nvPr/>
            </p:nvSpPr>
            <p:spPr>
              <a:xfrm>
                <a:off x="32165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4" name="ph6174"/>
              <p:cNvSpPr/>
              <p:nvPr/>
            </p:nvSpPr>
            <p:spPr>
              <a:xfrm>
                <a:off x="32257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5" name="ph6175"/>
              <p:cNvSpPr/>
              <p:nvPr/>
            </p:nvSpPr>
            <p:spPr>
              <a:xfrm>
                <a:off x="32350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6" name="ph6176"/>
              <p:cNvSpPr/>
              <p:nvPr/>
            </p:nvSpPr>
            <p:spPr>
              <a:xfrm>
                <a:off x="32443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7" name="ph6177"/>
              <p:cNvSpPr/>
              <p:nvPr/>
            </p:nvSpPr>
            <p:spPr>
              <a:xfrm>
                <a:off x="32535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8" name="ph6178"/>
              <p:cNvSpPr/>
              <p:nvPr/>
            </p:nvSpPr>
            <p:spPr>
              <a:xfrm>
                <a:off x="32628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9" name="ph6179"/>
              <p:cNvSpPr/>
              <p:nvPr/>
            </p:nvSpPr>
            <p:spPr>
              <a:xfrm>
                <a:off x="32721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0" name="ph6180"/>
              <p:cNvSpPr/>
              <p:nvPr/>
            </p:nvSpPr>
            <p:spPr>
              <a:xfrm>
                <a:off x="32813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1" name="ph6181"/>
              <p:cNvSpPr/>
              <p:nvPr/>
            </p:nvSpPr>
            <p:spPr>
              <a:xfrm>
                <a:off x="329063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2" name="ph6182"/>
              <p:cNvSpPr/>
              <p:nvPr/>
            </p:nvSpPr>
            <p:spPr>
              <a:xfrm>
                <a:off x="329989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3" name="ph6183"/>
              <p:cNvSpPr/>
              <p:nvPr/>
            </p:nvSpPr>
            <p:spPr>
              <a:xfrm>
                <a:off x="330915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4" name="ph6184"/>
              <p:cNvSpPr/>
              <p:nvPr/>
            </p:nvSpPr>
            <p:spPr>
              <a:xfrm>
                <a:off x="33184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5" name="ph6185"/>
              <p:cNvSpPr/>
              <p:nvPr/>
            </p:nvSpPr>
            <p:spPr>
              <a:xfrm>
                <a:off x="33276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6" name="ph6186"/>
              <p:cNvSpPr/>
              <p:nvPr/>
            </p:nvSpPr>
            <p:spPr>
              <a:xfrm>
                <a:off x="33369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7" name="ph6187"/>
              <p:cNvSpPr/>
              <p:nvPr/>
            </p:nvSpPr>
            <p:spPr>
              <a:xfrm>
                <a:off x="33462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8" name="ph6188"/>
              <p:cNvSpPr/>
              <p:nvPr/>
            </p:nvSpPr>
            <p:spPr>
              <a:xfrm>
                <a:off x="335546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9" name="ph6189"/>
              <p:cNvSpPr/>
              <p:nvPr/>
            </p:nvSpPr>
            <p:spPr>
              <a:xfrm>
                <a:off x="33647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0" name="ph6190"/>
              <p:cNvSpPr/>
              <p:nvPr/>
            </p:nvSpPr>
            <p:spPr>
              <a:xfrm>
                <a:off x="33739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1" name="ph6191"/>
              <p:cNvSpPr/>
              <p:nvPr/>
            </p:nvSpPr>
            <p:spPr>
              <a:xfrm>
                <a:off x="33832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2" name="ph6192"/>
              <p:cNvSpPr/>
              <p:nvPr/>
            </p:nvSpPr>
            <p:spPr>
              <a:xfrm>
                <a:off x="339251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3" name="ph6193"/>
              <p:cNvSpPr/>
              <p:nvPr/>
            </p:nvSpPr>
            <p:spPr>
              <a:xfrm>
                <a:off x="34017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4" name="ph6194"/>
              <p:cNvSpPr/>
              <p:nvPr/>
            </p:nvSpPr>
            <p:spPr>
              <a:xfrm>
                <a:off x="34110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5" name="ph6195"/>
              <p:cNvSpPr/>
              <p:nvPr/>
            </p:nvSpPr>
            <p:spPr>
              <a:xfrm>
                <a:off x="34203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6" name="ph6196"/>
              <p:cNvSpPr/>
              <p:nvPr/>
            </p:nvSpPr>
            <p:spPr>
              <a:xfrm>
                <a:off x="34295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7" name="ph6197"/>
              <p:cNvSpPr/>
              <p:nvPr/>
            </p:nvSpPr>
            <p:spPr>
              <a:xfrm>
                <a:off x="343882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8" name="ph6198"/>
              <p:cNvSpPr/>
              <p:nvPr/>
            </p:nvSpPr>
            <p:spPr>
              <a:xfrm>
                <a:off x="34480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9" name="ph6199"/>
              <p:cNvSpPr/>
              <p:nvPr/>
            </p:nvSpPr>
            <p:spPr>
              <a:xfrm>
                <a:off x="34573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0" name="ph6200"/>
              <p:cNvSpPr/>
              <p:nvPr/>
            </p:nvSpPr>
            <p:spPr>
              <a:xfrm>
                <a:off x="34666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1" name="ph6201"/>
              <p:cNvSpPr/>
              <p:nvPr/>
            </p:nvSpPr>
            <p:spPr>
              <a:xfrm>
                <a:off x="347587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2" name="ph6202"/>
              <p:cNvSpPr/>
              <p:nvPr/>
            </p:nvSpPr>
            <p:spPr>
              <a:xfrm>
                <a:off x="34851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3" name="ph6203"/>
              <p:cNvSpPr/>
              <p:nvPr/>
            </p:nvSpPr>
            <p:spPr>
              <a:xfrm>
                <a:off x="34943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4" name="ph6204"/>
              <p:cNvSpPr/>
              <p:nvPr/>
            </p:nvSpPr>
            <p:spPr>
              <a:xfrm>
                <a:off x="35036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5" name="ph6205"/>
              <p:cNvSpPr/>
              <p:nvPr/>
            </p:nvSpPr>
            <p:spPr>
              <a:xfrm>
                <a:off x="35129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6" name="ph6206"/>
              <p:cNvSpPr/>
              <p:nvPr/>
            </p:nvSpPr>
            <p:spPr>
              <a:xfrm>
                <a:off x="352218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7" name="ph6207"/>
              <p:cNvSpPr/>
              <p:nvPr/>
            </p:nvSpPr>
            <p:spPr>
              <a:xfrm>
                <a:off x="35314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8" name="ph6208"/>
              <p:cNvSpPr/>
              <p:nvPr/>
            </p:nvSpPr>
            <p:spPr>
              <a:xfrm>
                <a:off x="35407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9" name="ph6209"/>
              <p:cNvSpPr/>
              <p:nvPr/>
            </p:nvSpPr>
            <p:spPr>
              <a:xfrm>
                <a:off x="35499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0" name="ph6210"/>
              <p:cNvSpPr/>
              <p:nvPr/>
            </p:nvSpPr>
            <p:spPr>
              <a:xfrm>
                <a:off x="35592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1" name="ph6211"/>
              <p:cNvSpPr/>
              <p:nvPr/>
            </p:nvSpPr>
            <p:spPr>
              <a:xfrm>
                <a:off x="35684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2" name="ph6212"/>
              <p:cNvSpPr/>
              <p:nvPr/>
            </p:nvSpPr>
            <p:spPr>
              <a:xfrm>
                <a:off x="35777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3" name="ph6213"/>
              <p:cNvSpPr/>
              <p:nvPr/>
            </p:nvSpPr>
            <p:spPr>
              <a:xfrm>
                <a:off x="35870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4" name="ph6214"/>
              <p:cNvSpPr/>
              <p:nvPr/>
            </p:nvSpPr>
            <p:spPr>
              <a:xfrm>
                <a:off x="35962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5" name="ph6215"/>
              <p:cNvSpPr/>
              <p:nvPr/>
            </p:nvSpPr>
            <p:spPr>
              <a:xfrm>
                <a:off x="36055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6" name="ph6216"/>
              <p:cNvSpPr/>
              <p:nvPr/>
            </p:nvSpPr>
            <p:spPr>
              <a:xfrm>
                <a:off x="36148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7" name="ph6217"/>
              <p:cNvSpPr/>
              <p:nvPr/>
            </p:nvSpPr>
            <p:spPr>
              <a:xfrm>
                <a:off x="36240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8" name="ph6218"/>
              <p:cNvSpPr/>
              <p:nvPr/>
            </p:nvSpPr>
            <p:spPr>
              <a:xfrm>
                <a:off x="36333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9" name="ph6219"/>
              <p:cNvSpPr/>
              <p:nvPr/>
            </p:nvSpPr>
            <p:spPr>
              <a:xfrm>
                <a:off x="36425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0" name="ph6220"/>
              <p:cNvSpPr/>
              <p:nvPr/>
            </p:nvSpPr>
            <p:spPr>
              <a:xfrm>
                <a:off x="36518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1" name="ph6221"/>
              <p:cNvSpPr/>
              <p:nvPr/>
            </p:nvSpPr>
            <p:spPr>
              <a:xfrm>
                <a:off x="36611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2" name="ph6222"/>
              <p:cNvSpPr/>
              <p:nvPr/>
            </p:nvSpPr>
            <p:spPr>
              <a:xfrm>
                <a:off x="36703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3" name="ph6223"/>
              <p:cNvSpPr/>
              <p:nvPr/>
            </p:nvSpPr>
            <p:spPr>
              <a:xfrm>
                <a:off x="36796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4" name="ph6224"/>
              <p:cNvSpPr/>
              <p:nvPr/>
            </p:nvSpPr>
            <p:spPr>
              <a:xfrm>
                <a:off x="36889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5" name="ph6225"/>
              <p:cNvSpPr/>
              <p:nvPr/>
            </p:nvSpPr>
            <p:spPr>
              <a:xfrm>
                <a:off x="36981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6" name="ph6226"/>
              <p:cNvSpPr/>
              <p:nvPr/>
            </p:nvSpPr>
            <p:spPr>
              <a:xfrm>
                <a:off x="3707430" y="14298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001"/>
                    </a:lnTo>
                    <a:lnTo>
                      <a:pt x="922307" y="909454"/>
                    </a:lnTo>
                    <a:lnTo>
                      <a:pt x="920146" y="91440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7" name="ph6227"/>
              <p:cNvSpPr/>
              <p:nvPr/>
            </p:nvSpPr>
            <p:spPr>
              <a:xfrm>
                <a:off x="3716692" y="1412579"/>
                <a:ext cx="917719" cy="923239"/>
              </a:xfrm>
              <a:custGeom>
                <a:avLst/>
                <a:gdLst/>
                <a:ahLst/>
                <a:cxnLst/>
                <a:rect l="0" t="0" r="0" b="0"/>
                <a:pathLst>
                  <a:path w="917719" h="923239">
                    <a:moveTo>
                      <a:pt x="914400" y="914400"/>
                    </a:moveTo>
                    <a:lnTo>
                      <a:pt x="917719" y="914400"/>
                    </a:lnTo>
                    <a:lnTo>
                      <a:pt x="916473" y="917953"/>
                    </a:lnTo>
                    <a:lnTo>
                      <a:pt x="914400" y="923239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8" name="ph6228"/>
              <p:cNvSpPr/>
              <p:nvPr/>
            </p:nvSpPr>
            <p:spPr>
              <a:xfrm>
                <a:off x="2068017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806" y="931638"/>
                    </a:lnTo>
                    <a:lnTo>
                      <a:pt x="912223" y="930431"/>
                    </a:lnTo>
                    <a:lnTo>
                      <a:pt x="908585" y="922058"/>
                    </a:lnTo>
                    <a:lnTo>
                      <a:pt x="905597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9" name="ph6229"/>
              <p:cNvSpPr/>
              <p:nvPr/>
            </p:nvSpPr>
            <p:spPr>
              <a:xfrm>
                <a:off x="20680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0" name="ph6230"/>
              <p:cNvSpPr/>
              <p:nvPr/>
            </p:nvSpPr>
            <p:spPr>
              <a:xfrm>
                <a:off x="20772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1" name="ph6231"/>
              <p:cNvSpPr/>
              <p:nvPr/>
            </p:nvSpPr>
            <p:spPr>
              <a:xfrm>
                <a:off x="20865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2" name="ph6232"/>
              <p:cNvSpPr/>
              <p:nvPr/>
            </p:nvSpPr>
            <p:spPr>
              <a:xfrm>
                <a:off x="20958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3" name="ph6233"/>
              <p:cNvSpPr/>
              <p:nvPr/>
            </p:nvSpPr>
            <p:spPr>
              <a:xfrm>
                <a:off x="210506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4" name="ph6234"/>
              <p:cNvSpPr/>
              <p:nvPr/>
            </p:nvSpPr>
            <p:spPr>
              <a:xfrm>
                <a:off x="21143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5" name="ph6235"/>
              <p:cNvSpPr/>
              <p:nvPr/>
            </p:nvSpPr>
            <p:spPr>
              <a:xfrm>
                <a:off x="21235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6" name="ph6236"/>
              <p:cNvSpPr/>
              <p:nvPr/>
            </p:nvSpPr>
            <p:spPr>
              <a:xfrm>
                <a:off x="21328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7" name="ph6237"/>
              <p:cNvSpPr/>
              <p:nvPr/>
            </p:nvSpPr>
            <p:spPr>
              <a:xfrm>
                <a:off x="214211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8" name="ph6238"/>
              <p:cNvSpPr/>
              <p:nvPr/>
            </p:nvSpPr>
            <p:spPr>
              <a:xfrm>
                <a:off x="21513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9" name="ph6239"/>
              <p:cNvSpPr/>
              <p:nvPr/>
            </p:nvSpPr>
            <p:spPr>
              <a:xfrm>
                <a:off x="21606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0" name="ph6240"/>
              <p:cNvSpPr/>
              <p:nvPr/>
            </p:nvSpPr>
            <p:spPr>
              <a:xfrm>
                <a:off x="21699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1" name="ph6241"/>
              <p:cNvSpPr/>
              <p:nvPr/>
            </p:nvSpPr>
            <p:spPr>
              <a:xfrm>
                <a:off x="21791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2" name="ph6242"/>
              <p:cNvSpPr/>
              <p:nvPr/>
            </p:nvSpPr>
            <p:spPr>
              <a:xfrm>
                <a:off x="218842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3" name="ph6243"/>
              <p:cNvSpPr/>
              <p:nvPr/>
            </p:nvSpPr>
            <p:spPr>
              <a:xfrm>
                <a:off x="21976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4" name="ph6244"/>
              <p:cNvSpPr/>
              <p:nvPr/>
            </p:nvSpPr>
            <p:spPr>
              <a:xfrm>
                <a:off x="22069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5" name="ph6245"/>
              <p:cNvSpPr/>
              <p:nvPr/>
            </p:nvSpPr>
            <p:spPr>
              <a:xfrm>
                <a:off x="22162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6" name="ph6246"/>
              <p:cNvSpPr/>
              <p:nvPr/>
            </p:nvSpPr>
            <p:spPr>
              <a:xfrm>
                <a:off x="222547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7" name="ph6247"/>
              <p:cNvSpPr/>
              <p:nvPr/>
            </p:nvSpPr>
            <p:spPr>
              <a:xfrm>
                <a:off x="22347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8" name="ph6248"/>
              <p:cNvSpPr/>
              <p:nvPr/>
            </p:nvSpPr>
            <p:spPr>
              <a:xfrm>
                <a:off x="22439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9" name="ph6249"/>
              <p:cNvSpPr/>
              <p:nvPr/>
            </p:nvSpPr>
            <p:spPr>
              <a:xfrm>
                <a:off x="22532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0" name="ph6250"/>
              <p:cNvSpPr/>
              <p:nvPr/>
            </p:nvSpPr>
            <p:spPr>
              <a:xfrm>
                <a:off x="22625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1" name="ph6251"/>
              <p:cNvSpPr/>
              <p:nvPr/>
            </p:nvSpPr>
            <p:spPr>
              <a:xfrm>
                <a:off x="22717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2" name="ph6252"/>
              <p:cNvSpPr/>
              <p:nvPr/>
            </p:nvSpPr>
            <p:spPr>
              <a:xfrm>
                <a:off x="22810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3" name="ph6253"/>
              <p:cNvSpPr/>
              <p:nvPr/>
            </p:nvSpPr>
            <p:spPr>
              <a:xfrm>
                <a:off x="22903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4" name="ph6254"/>
              <p:cNvSpPr/>
              <p:nvPr/>
            </p:nvSpPr>
            <p:spPr>
              <a:xfrm>
                <a:off x="22995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5" name="ph6255"/>
              <p:cNvSpPr/>
              <p:nvPr/>
            </p:nvSpPr>
            <p:spPr>
              <a:xfrm>
                <a:off x="230883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6" name="ph6256"/>
              <p:cNvSpPr/>
              <p:nvPr/>
            </p:nvSpPr>
            <p:spPr>
              <a:xfrm>
                <a:off x="23180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7" name="ph6257"/>
              <p:cNvSpPr/>
              <p:nvPr/>
            </p:nvSpPr>
            <p:spPr>
              <a:xfrm>
                <a:off x="23273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8" name="ph6258"/>
              <p:cNvSpPr/>
              <p:nvPr/>
            </p:nvSpPr>
            <p:spPr>
              <a:xfrm>
                <a:off x="23366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9" name="ph6259"/>
              <p:cNvSpPr/>
              <p:nvPr/>
            </p:nvSpPr>
            <p:spPr>
              <a:xfrm>
                <a:off x="23458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0" name="ph6260"/>
              <p:cNvSpPr/>
              <p:nvPr/>
            </p:nvSpPr>
            <p:spPr>
              <a:xfrm>
                <a:off x="235514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1" name="ph6261"/>
              <p:cNvSpPr/>
              <p:nvPr/>
            </p:nvSpPr>
            <p:spPr>
              <a:xfrm>
                <a:off x="23644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2" name="ph6262"/>
              <p:cNvSpPr/>
              <p:nvPr/>
            </p:nvSpPr>
            <p:spPr>
              <a:xfrm>
                <a:off x="23736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3" name="ph6263"/>
              <p:cNvSpPr/>
              <p:nvPr/>
            </p:nvSpPr>
            <p:spPr>
              <a:xfrm>
                <a:off x="23829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4" name="ph6264"/>
              <p:cNvSpPr/>
              <p:nvPr/>
            </p:nvSpPr>
            <p:spPr>
              <a:xfrm>
                <a:off x="2392195" y="1412579"/>
                <a:ext cx="921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64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443" y="897161"/>
                    </a:lnTo>
                    <a:lnTo>
                      <a:pt x="921464" y="898209"/>
                    </a:lnTo>
                    <a:lnTo>
                      <a:pt x="921380" y="908960"/>
                    </a:lnTo>
                    <a:lnTo>
                      <a:pt x="921185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5" name="ph6265"/>
              <p:cNvSpPr/>
              <p:nvPr/>
            </p:nvSpPr>
            <p:spPr>
              <a:xfrm>
                <a:off x="3096123" y="14125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50" y="914400"/>
                    </a:lnTo>
                    <a:lnTo>
                      <a:pt x="914400" y="90735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6" name="ph6266"/>
              <p:cNvSpPr/>
              <p:nvPr/>
            </p:nvSpPr>
            <p:spPr>
              <a:xfrm>
                <a:off x="3105386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597"/>
                    </a:lnTo>
                    <a:lnTo>
                      <a:pt x="905272" y="924276"/>
                    </a:lnTo>
                    <a:lnTo>
                      <a:pt x="909049" y="916167"/>
                    </a:lnTo>
                    <a:lnTo>
                      <a:pt x="909962" y="914400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7" name="ph6267"/>
              <p:cNvSpPr/>
              <p:nvPr/>
            </p:nvSpPr>
            <p:spPr>
              <a:xfrm>
                <a:off x="31053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8" name="ph6268"/>
              <p:cNvSpPr/>
              <p:nvPr/>
            </p:nvSpPr>
            <p:spPr>
              <a:xfrm>
                <a:off x="31146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9" name="ph6269"/>
              <p:cNvSpPr/>
              <p:nvPr/>
            </p:nvSpPr>
            <p:spPr>
              <a:xfrm>
                <a:off x="31239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0" name="ph6270"/>
              <p:cNvSpPr/>
              <p:nvPr/>
            </p:nvSpPr>
            <p:spPr>
              <a:xfrm>
                <a:off x="31331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1" name="ph6271"/>
              <p:cNvSpPr/>
              <p:nvPr/>
            </p:nvSpPr>
            <p:spPr>
              <a:xfrm>
                <a:off x="31424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2" name="ph6272"/>
              <p:cNvSpPr/>
              <p:nvPr/>
            </p:nvSpPr>
            <p:spPr>
              <a:xfrm>
                <a:off x="31516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3" name="ph6273"/>
              <p:cNvSpPr/>
              <p:nvPr/>
            </p:nvSpPr>
            <p:spPr>
              <a:xfrm>
                <a:off x="31609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4" name="ph6274"/>
              <p:cNvSpPr/>
              <p:nvPr/>
            </p:nvSpPr>
            <p:spPr>
              <a:xfrm>
                <a:off x="31702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5" name="ph6275"/>
              <p:cNvSpPr/>
              <p:nvPr/>
            </p:nvSpPr>
            <p:spPr>
              <a:xfrm>
                <a:off x="31794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6" name="ph6276"/>
              <p:cNvSpPr/>
              <p:nvPr/>
            </p:nvSpPr>
            <p:spPr>
              <a:xfrm>
                <a:off x="31887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7" name="ph6277"/>
              <p:cNvSpPr/>
              <p:nvPr/>
            </p:nvSpPr>
            <p:spPr>
              <a:xfrm>
                <a:off x="31980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8" name="ph6278"/>
              <p:cNvSpPr/>
              <p:nvPr/>
            </p:nvSpPr>
            <p:spPr>
              <a:xfrm>
                <a:off x="32072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9" name="ph6279"/>
              <p:cNvSpPr/>
              <p:nvPr/>
            </p:nvSpPr>
            <p:spPr>
              <a:xfrm>
                <a:off x="32165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0" name="ph6280"/>
              <p:cNvSpPr/>
              <p:nvPr/>
            </p:nvSpPr>
            <p:spPr>
              <a:xfrm>
                <a:off x="32257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1" name="ph6281"/>
              <p:cNvSpPr/>
              <p:nvPr/>
            </p:nvSpPr>
            <p:spPr>
              <a:xfrm>
                <a:off x="32350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2" name="ph6282"/>
              <p:cNvSpPr/>
              <p:nvPr/>
            </p:nvSpPr>
            <p:spPr>
              <a:xfrm>
                <a:off x="32443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3" name="ph6283"/>
              <p:cNvSpPr/>
              <p:nvPr/>
            </p:nvSpPr>
            <p:spPr>
              <a:xfrm>
                <a:off x="32535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4" name="ph6284"/>
              <p:cNvSpPr/>
              <p:nvPr/>
            </p:nvSpPr>
            <p:spPr>
              <a:xfrm>
                <a:off x="32628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5" name="ph6285"/>
              <p:cNvSpPr/>
              <p:nvPr/>
            </p:nvSpPr>
            <p:spPr>
              <a:xfrm>
                <a:off x="32721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6" name="ph6286"/>
              <p:cNvSpPr/>
              <p:nvPr/>
            </p:nvSpPr>
            <p:spPr>
              <a:xfrm>
                <a:off x="32813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7" name="ph6287"/>
              <p:cNvSpPr/>
              <p:nvPr/>
            </p:nvSpPr>
            <p:spPr>
              <a:xfrm>
                <a:off x="32906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8" name="ph6288"/>
              <p:cNvSpPr/>
              <p:nvPr/>
            </p:nvSpPr>
            <p:spPr>
              <a:xfrm>
                <a:off x="329989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9" name="ph6289"/>
              <p:cNvSpPr/>
              <p:nvPr/>
            </p:nvSpPr>
            <p:spPr>
              <a:xfrm>
                <a:off x="330915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0" name="ph6290"/>
              <p:cNvSpPr/>
              <p:nvPr/>
            </p:nvSpPr>
            <p:spPr>
              <a:xfrm>
                <a:off x="33184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1" name="ph6291"/>
              <p:cNvSpPr/>
              <p:nvPr/>
            </p:nvSpPr>
            <p:spPr>
              <a:xfrm>
                <a:off x="33276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2" name="ph6292"/>
              <p:cNvSpPr/>
              <p:nvPr/>
            </p:nvSpPr>
            <p:spPr>
              <a:xfrm>
                <a:off x="33369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3" name="ph6293"/>
              <p:cNvSpPr/>
              <p:nvPr/>
            </p:nvSpPr>
            <p:spPr>
              <a:xfrm>
                <a:off x="33462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4" name="ph6294"/>
              <p:cNvSpPr/>
              <p:nvPr/>
            </p:nvSpPr>
            <p:spPr>
              <a:xfrm>
                <a:off x="335546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5" name="ph6295"/>
              <p:cNvSpPr/>
              <p:nvPr/>
            </p:nvSpPr>
            <p:spPr>
              <a:xfrm>
                <a:off x="33647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6" name="ph6296"/>
              <p:cNvSpPr/>
              <p:nvPr/>
            </p:nvSpPr>
            <p:spPr>
              <a:xfrm>
                <a:off x="33739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7" name="ph6297"/>
              <p:cNvSpPr/>
              <p:nvPr/>
            </p:nvSpPr>
            <p:spPr>
              <a:xfrm>
                <a:off x="33832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8" name="ph6298"/>
              <p:cNvSpPr/>
              <p:nvPr/>
            </p:nvSpPr>
            <p:spPr>
              <a:xfrm>
                <a:off x="339251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9" name="ph6299"/>
              <p:cNvSpPr/>
              <p:nvPr/>
            </p:nvSpPr>
            <p:spPr>
              <a:xfrm>
                <a:off x="34017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0" name="ph6300"/>
              <p:cNvSpPr/>
              <p:nvPr/>
            </p:nvSpPr>
            <p:spPr>
              <a:xfrm>
                <a:off x="34110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1" name="ph6301"/>
              <p:cNvSpPr/>
              <p:nvPr/>
            </p:nvSpPr>
            <p:spPr>
              <a:xfrm>
                <a:off x="34203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2" name="ph6302"/>
              <p:cNvSpPr/>
              <p:nvPr/>
            </p:nvSpPr>
            <p:spPr>
              <a:xfrm>
                <a:off x="34295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3" name="ph6303"/>
              <p:cNvSpPr/>
              <p:nvPr/>
            </p:nvSpPr>
            <p:spPr>
              <a:xfrm>
                <a:off x="343882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4" name="ph6304"/>
              <p:cNvSpPr/>
              <p:nvPr/>
            </p:nvSpPr>
            <p:spPr>
              <a:xfrm>
                <a:off x="34480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5" name="ph6305"/>
              <p:cNvSpPr/>
              <p:nvPr/>
            </p:nvSpPr>
            <p:spPr>
              <a:xfrm>
                <a:off x="34573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6" name="ph6306"/>
              <p:cNvSpPr/>
              <p:nvPr/>
            </p:nvSpPr>
            <p:spPr>
              <a:xfrm>
                <a:off x="34666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7" name="ph6307"/>
              <p:cNvSpPr/>
              <p:nvPr/>
            </p:nvSpPr>
            <p:spPr>
              <a:xfrm>
                <a:off x="347587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8" name="ph6308"/>
              <p:cNvSpPr/>
              <p:nvPr/>
            </p:nvSpPr>
            <p:spPr>
              <a:xfrm>
                <a:off x="34851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9" name="ph6309"/>
              <p:cNvSpPr/>
              <p:nvPr/>
            </p:nvSpPr>
            <p:spPr>
              <a:xfrm>
                <a:off x="34943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0" name="ph6310"/>
              <p:cNvSpPr/>
              <p:nvPr/>
            </p:nvSpPr>
            <p:spPr>
              <a:xfrm>
                <a:off x="35036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1" name="ph6311"/>
              <p:cNvSpPr/>
              <p:nvPr/>
            </p:nvSpPr>
            <p:spPr>
              <a:xfrm>
                <a:off x="35129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2" name="ph6312"/>
              <p:cNvSpPr/>
              <p:nvPr/>
            </p:nvSpPr>
            <p:spPr>
              <a:xfrm>
                <a:off x="352218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3" name="ph6313"/>
              <p:cNvSpPr/>
              <p:nvPr/>
            </p:nvSpPr>
            <p:spPr>
              <a:xfrm>
                <a:off x="35314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4" name="ph6314"/>
              <p:cNvSpPr/>
              <p:nvPr/>
            </p:nvSpPr>
            <p:spPr>
              <a:xfrm>
                <a:off x="35407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5" name="ph6315"/>
              <p:cNvSpPr/>
              <p:nvPr/>
            </p:nvSpPr>
            <p:spPr>
              <a:xfrm>
                <a:off x="35499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6" name="ph6316"/>
              <p:cNvSpPr/>
              <p:nvPr/>
            </p:nvSpPr>
            <p:spPr>
              <a:xfrm>
                <a:off x="35592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7" name="ph6317"/>
              <p:cNvSpPr/>
              <p:nvPr/>
            </p:nvSpPr>
            <p:spPr>
              <a:xfrm>
                <a:off x="35684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8" name="ph6318"/>
              <p:cNvSpPr/>
              <p:nvPr/>
            </p:nvSpPr>
            <p:spPr>
              <a:xfrm>
                <a:off x="35777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9" name="ph6319"/>
              <p:cNvSpPr/>
              <p:nvPr/>
            </p:nvSpPr>
            <p:spPr>
              <a:xfrm>
                <a:off x="35870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0" name="ph6320"/>
              <p:cNvSpPr/>
              <p:nvPr/>
            </p:nvSpPr>
            <p:spPr>
              <a:xfrm>
                <a:off x="35962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1" name="ph6321"/>
              <p:cNvSpPr/>
              <p:nvPr/>
            </p:nvSpPr>
            <p:spPr>
              <a:xfrm>
                <a:off x="36055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2" name="ph6322"/>
              <p:cNvSpPr/>
              <p:nvPr/>
            </p:nvSpPr>
            <p:spPr>
              <a:xfrm>
                <a:off x="36148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3" name="ph6323"/>
              <p:cNvSpPr/>
              <p:nvPr/>
            </p:nvSpPr>
            <p:spPr>
              <a:xfrm>
                <a:off x="36240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4" name="ph6324"/>
              <p:cNvSpPr/>
              <p:nvPr/>
            </p:nvSpPr>
            <p:spPr>
              <a:xfrm>
                <a:off x="36333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5" name="ph6325"/>
              <p:cNvSpPr/>
              <p:nvPr/>
            </p:nvSpPr>
            <p:spPr>
              <a:xfrm>
                <a:off x="36425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6" name="ph6326"/>
              <p:cNvSpPr/>
              <p:nvPr/>
            </p:nvSpPr>
            <p:spPr>
              <a:xfrm>
                <a:off x="36518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7" name="ph6327"/>
              <p:cNvSpPr/>
              <p:nvPr/>
            </p:nvSpPr>
            <p:spPr>
              <a:xfrm>
                <a:off x="36611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8" name="ph6328"/>
              <p:cNvSpPr/>
              <p:nvPr/>
            </p:nvSpPr>
            <p:spPr>
              <a:xfrm>
                <a:off x="36703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9" name="ph6329"/>
              <p:cNvSpPr/>
              <p:nvPr/>
            </p:nvSpPr>
            <p:spPr>
              <a:xfrm>
                <a:off x="36796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0" name="ph6330"/>
              <p:cNvSpPr/>
              <p:nvPr/>
            </p:nvSpPr>
            <p:spPr>
              <a:xfrm>
                <a:off x="36889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1" name="ph6331"/>
              <p:cNvSpPr/>
              <p:nvPr/>
            </p:nvSpPr>
            <p:spPr>
              <a:xfrm>
                <a:off x="36981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2" name="ph6332"/>
              <p:cNvSpPr/>
              <p:nvPr/>
            </p:nvSpPr>
            <p:spPr>
              <a:xfrm>
                <a:off x="37074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3" name="ph6333"/>
              <p:cNvSpPr/>
              <p:nvPr/>
            </p:nvSpPr>
            <p:spPr>
              <a:xfrm>
                <a:off x="3716692" y="1412579"/>
                <a:ext cx="9232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2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222" y="897161"/>
                    </a:lnTo>
                    <a:lnTo>
                      <a:pt x="922569" y="899533"/>
                    </a:lnTo>
                    <a:lnTo>
                      <a:pt x="919650" y="908891"/>
                    </a:lnTo>
                    <a:lnTo>
                      <a:pt x="917719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4" name="ph6334"/>
              <p:cNvSpPr/>
              <p:nvPr/>
            </p:nvSpPr>
            <p:spPr>
              <a:xfrm>
                <a:off x="2058755" y="1378102"/>
                <a:ext cx="914400" cy="9304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443">
                    <a:moveTo>
                      <a:pt x="914400" y="914400"/>
                    </a:moveTo>
                    <a:lnTo>
                      <a:pt x="914400" y="930443"/>
                    </a:lnTo>
                    <a:lnTo>
                      <a:pt x="912516" y="925043"/>
                    </a:lnTo>
                    <a:lnTo>
                      <a:pt x="910910" y="922839"/>
                    </a:lnTo>
                    <a:lnTo>
                      <a:pt x="906415" y="915962"/>
                    </a:lnTo>
                    <a:lnTo>
                      <a:pt x="905496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5" name="ph6335"/>
              <p:cNvSpPr/>
              <p:nvPr/>
            </p:nvSpPr>
            <p:spPr>
              <a:xfrm>
                <a:off x="205875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860" y="931638"/>
                    </a:lnTo>
                    <a:lnTo>
                      <a:pt x="914448" y="930584"/>
                    </a:lnTo>
                    <a:lnTo>
                      <a:pt x="914400" y="930443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6" name="ph6336"/>
              <p:cNvSpPr/>
              <p:nvPr/>
            </p:nvSpPr>
            <p:spPr>
              <a:xfrm>
                <a:off x="20680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7" name="ph6337"/>
              <p:cNvSpPr/>
              <p:nvPr/>
            </p:nvSpPr>
            <p:spPr>
              <a:xfrm>
                <a:off x="20772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8" name="ph6338"/>
              <p:cNvSpPr/>
              <p:nvPr/>
            </p:nvSpPr>
            <p:spPr>
              <a:xfrm>
                <a:off x="20865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9" name="ph6339"/>
              <p:cNvSpPr/>
              <p:nvPr/>
            </p:nvSpPr>
            <p:spPr>
              <a:xfrm>
                <a:off x="20958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0" name="ph6340"/>
              <p:cNvSpPr/>
              <p:nvPr/>
            </p:nvSpPr>
            <p:spPr>
              <a:xfrm>
                <a:off x="210506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1" name="ph6341"/>
              <p:cNvSpPr/>
              <p:nvPr/>
            </p:nvSpPr>
            <p:spPr>
              <a:xfrm>
                <a:off x="21143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2" name="ph6342"/>
              <p:cNvSpPr/>
              <p:nvPr/>
            </p:nvSpPr>
            <p:spPr>
              <a:xfrm>
                <a:off x="21235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3" name="ph6343"/>
              <p:cNvSpPr/>
              <p:nvPr/>
            </p:nvSpPr>
            <p:spPr>
              <a:xfrm>
                <a:off x="21328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4" name="ph6344"/>
              <p:cNvSpPr/>
              <p:nvPr/>
            </p:nvSpPr>
            <p:spPr>
              <a:xfrm>
                <a:off x="214211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5" name="ph6345"/>
              <p:cNvSpPr/>
              <p:nvPr/>
            </p:nvSpPr>
            <p:spPr>
              <a:xfrm>
                <a:off x="21513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6" name="ph6346"/>
              <p:cNvSpPr/>
              <p:nvPr/>
            </p:nvSpPr>
            <p:spPr>
              <a:xfrm>
                <a:off x="21606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7" name="ph6347"/>
              <p:cNvSpPr/>
              <p:nvPr/>
            </p:nvSpPr>
            <p:spPr>
              <a:xfrm>
                <a:off x="21699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8" name="ph6348"/>
              <p:cNvSpPr/>
              <p:nvPr/>
            </p:nvSpPr>
            <p:spPr>
              <a:xfrm>
                <a:off x="21791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9" name="ph6349"/>
              <p:cNvSpPr/>
              <p:nvPr/>
            </p:nvSpPr>
            <p:spPr>
              <a:xfrm>
                <a:off x="218842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0" name="ph6350"/>
              <p:cNvSpPr/>
              <p:nvPr/>
            </p:nvSpPr>
            <p:spPr>
              <a:xfrm>
                <a:off x="21976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1" name="ph6351"/>
              <p:cNvSpPr/>
              <p:nvPr/>
            </p:nvSpPr>
            <p:spPr>
              <a:xfrm>
                <a:off x="22069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2" name="ph6352"/>
              <p:cNvSpPr/>
              <p:nvPr/>
            </p:nvSpPr>
            <p:spPr>
              <a:xfrm>
                <a:off x="22162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3" name="ph6353"/>
              <p:cNvSpPr/>
              <p:nvPr/>
            </p:nvSpPr>
            <p:spPr>
              <a:xfrm>
                <a:off x="222547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4" name="ph6354"/>
              <p:cNvSpPr/>
              <p:nvPr/>
            </p:nvSpPr>
            <p:spPr>
              <a:xfrm>
                <a:off x="22347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5" name="ph6355"/>
              <p:cNvSpPr/>
              <p:nvPr/>
            </p:nvSpPr>
            <p:spPr>
              <a:xfrm>
                <a:off x="22439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6" name="ph6356"/>
              <p:cNvSpPr/>
              <p:nvPr/>
            </p:nvSpPr>
            <p:spPr>
              <a:xfrm>
                <a:off x="22532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7" name="ph6357"/>
              <p:cNvSpPr/>
              <p:nvPr/>
            </p:nvSpPr>
            <p:spPr>
              <a:xfrm>
                <a:off x="22625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8" name="ph6358"/>
              <p:cNvSpPr/>
              <p:nvPr/>
            </p:nvSpPr>
            <p:spPr>
              <a:xfrm>
                <a:off x="227178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9" name="ph6359"/>
              <p:cNvSpPr/>
              <p:nvPr/>
            </p:nvSpPr>
            <p:spPr>
              <a:xfrm>
                <a:off x="22810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0" name="ph6360"/>
              <p:cNvSpPr/>
              <p:nvPr/>
            </p:nvSpPr>
            <p:spPr>
              <a:xfrm>
                <a:off x="22903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1" name="ph6361"/>
              <p:cNvSpPr/>
              <p:nvPr/>
            </p:nvSpPr>
            <p:spPr>
              <a:xfrm>
                <a:off x="22995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2" name="ph6362"/>
              <p:cNvSpPr/>
              <p:nvPr/>
            </p:nvSpPr>
            <p:spPr>
              <a:xfrm>
                <a:off x="230883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3" name="ph6363"/>
              <p:cNvSpPr/>
              <p:nvPr/>
            </p:nvSpPr>
            <p:spPr>
              <a:xfrm>
                <a:off x="23180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4" name="ph6364"/>
              <p:cNvSpPr/>
              <p:nvPr/>
            </p:nvSpPr>
            <p:spPr>
              <a:xfrm>
                <a:off x="23273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5" name="ph6365"/>
              <p:cNvSpPr/>
              <p:nvPr/>
            </p:nvSpPr>
            <p:spPr>
              <a:xfrm>
                <a:off x="23366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6" name="ph6366"/>
              <p:cNvSpPr/>
              <p:nvPr/>
            </p:nvSpPr>
            <p:spPr>
              <a:xfrm>
                <a:off x="23458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7" name="ph6367"/>
              <p:cNvSpPr/>
              <p:nvPr/>
            </p:nvSpPr>
            <p:spPr>
              <a:xfrm>
                <a:off x="235514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8" name="ph6368"/>
              <p:cNvSpPr/>
              <p:nvPr/>
            </p:nvSpPr>
            <p:spPr>
              <a:xfrm>
                <a:off x="23644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9" name="ph6369"/>
              <p:cNvSpPr/>
              <p:nvPr/>
            </p:nvSpPr>
            <p:spPr>
              <a:xfrm>
                <a:off x="23736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0" name="ph6370"/>
              <p:cNvSpPr/>
              <p:nvPr/>
            </p:nvSpPr>
            <p:spPr>
              <a:xfrm>
                <a:off x="23829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1" name="ph6371"/>
              <p:cNvSpPr/>
              <p:nvPr/>
            </p:nvSpPr>
            <p:spPr>
              <a:xfrm>
                <a:off x="2392195" y="1395340"/>
                <a:ext cx="9214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43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990" y="897161"/>
                    </a:lnTo>
                    <a:lnTo>
                      <a:pt x="921000" y="897451"/>
                    </a:lnTo>
                    <a:lnTo>
                      <a:pt x="921011" y="897766"/>
                    </a:lnTo>
                    <a:lnTo>
                      <a:pt x="921022" y="898082"/>
                    </a:lnTo>
                    <a:lnTo>
                      <a:pt x="921033" y="898397"/>
                    </a:lnTo>
                    <a:lnTo>
                      <a:pt x="921043" y="898712"/>
                    </a:lnTo>
                    <a:lnTo>
                      <a:pt x="921054" y="899027"/>
                    </a:lnTo>
                    <a:lnTo>
                      <a:pt x="921065" y="899343"/>
                    </a:lnTo>
                    <a:lnTo>
                      <a:pt x="921076" y="899658"/>
                    </a:lnTo>
                    <a:lnTo>
                      <a:pt x="921086" y="899973"/>
                    </a:lnTo>
                    <a:lnTo>
                      <a:pt x="921097" y="900289"/>
                    </a:lnTo>
                    <a:lnTo>
                      <a:pt x="921108" y="900604"/>
                    </a:lnTo>
                    <a:lnTo>
                      <a:pt x="921119" y="900919"/>
                    </a:lnTo>
                    <a:lnTo>
                      <a:pt x="921129" y="901234"/>
                    </a:lnTo>
                    <a:lnTo>
                      <a:pt x="921140" y="901550"/>
                    </a:lnTo>
                    <a:lnTo>
                      <a:pt x="921151" y="901865"/>
                    </a:lnTo>
                    <a:lnTo>
                      <a:pt x="921162" y="902180"/>
                    </a:lnTo>
                    <a:lnTo>
                      <a:pt x="921172" y="902496"/>
                    </a:lnTo>
                    <a:lnTo>
                      <a:pt x="921183" y="902811"/>
                    </a:lnTo>
                    <a:lnTo>
                      <a:pt x="921194" y="903126"/>
                    </a:lnTo>
                    <a:lnTo>
                      <a:pt x="921205" y="903441"/>
                    </a:lnTo>
                    <a:lnTo>
                      <a:pt x="921215" y="903757"/>
                    </a:lnTo>
                    <a:lnTo>
                      <a:pt x="921226" y="904072"/>
                    </a:lnTo>
                    <a:lnTo>
                      <a:pt x="921237" y="904387"/>
                    </a:lnTo>
                    <a:lnTo>
                      <a:pt x="921248" y="904703"/>
                    </a:lnTo>
                    <a:lnTo>
                      <a:pt x="921443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2" name="ph6372"/>
              <p:cNvSpPr/>
              <p:nvPr/>
            </p:nvSpPr>
            <p:spPr>
              <a:xfrm>
                <a:off x="3105386" y="13953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62" y="914400"/>
                    </a:lnTo>
                    <a:lnTo>
                      <a:pt x="913046" y="908433"/>
                    </a:lnTo>
                    <a:lnTo>
                      <a:pt x="914400" y="906073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3" name="ph6373"/>
              <p:cNvSpPr/>
              <p:nvPr/>
            </p:nvSpPr>
            <p:spPr>
              <a:xfrm>
                <a:off x="3114648" y="13781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11"/>
                    </a:lnTo>
                    <a:lnTo>
                      <a:pt x="907992" y="918334"/>
                    </a:lnTo>
                    <a:lnTo>
                      <a:pt x="910496" y="914400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4" name="ph6374"/>
              <p:cNvSpPr/>
              <p:nvPr/>
            </p:nvSpPr>
            <p:spPr>
              <a:xfrm>
                <a:off x="31146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5" name="ph6375"/>
              <p:cNvSpPr/>
              <p:nvPr/>
            </p:nvSpPr>
            <p:spPr>
              <a:xfrm>
                <a:off x="31239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6" name="ph6376"/>
              <p:cNvSpPr/>
              <p:nvPr/>
            </p:nvSpPr>
            <p:spPr>
              <a:xfrm>
                <a:off x="31331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7" name="ph6377"/>
              <p:cNvSpPr/>
              <p:nvPr/>
            </p:nvSpPr>
            <p:spPr>
              <a:xfrm>
                <a:off x="31424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8" name="ph6378"/>
              <p:cNvSpPr/>
              <p:nvPr/>
            </p:nvSpPr>
            <p:spPr>
              <a:xfrm>
                <a:off x="31516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9" name="ph6379"/>
              <p:cNvSpPr/>
              <p:nvPr/>
            </p:nvSpPr>
            <p:spPr>
              <a:xfrm>
                <a:off x="31609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0" name="ph6380"/>
              <p:cNvSpPr/>
              <p:nvPr/>
            </p:nvSpPr>
            <p:spPr>
              <a:xfrm>
                <a:off x="31702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1" name="ph6381"/>
              <p:cNvSpPr/>
              <p:nvPr/>
            </p:nvSpPr>
            <p:spPr>
              <a:xfrm>
                <a:off x="31794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2" name="ph6382"/>
              <p:cNvSpPr/>
              <p:nvPr/>
            </p:nvSpPr>
            <p:spPr>
              <a:xfrm>
                <a:off x="31887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3" name="ph6383"/>
              <p:cNvSpPr/>
              <p:nvPr/>
            </p:nvSpPr>
            <p:spPr>
              <a:xfrm>
                <a:off x="31980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4" name="ph6384"/>
              <p:cNvSpPr/>
              <p:nvPr/>
            </p:nvSpPr>
            <p:spPr>
              <a:xfrm>
                <a:off x="32072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5" name="ph6385"/>
              <p:cNvSpPr/>
              <p:nvPr/>
            </p:nvSpPr>
            <p:spPr>
              <a:xfrm>
                <a:off x="32165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6" name="ph6386"/>
              <p:cNvSpPr/>
              <p:nvPr/>
            </p:nvSpPr>
            <p:spPr>
              <a:xfrm>
                <a:off x="32257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7" name="ph6387"/>
              <p:cNvSpPr/>
              <p:nvPr/>
            </p:nvSpPr>
            <p:spPr>
              <a:xfrm>
                <a:off x="32350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8" name="ph6388"/>
              <p:cNvSpPr/>
              <p:nvPr/>
            </p:nvSpPr>
            <p:spPr>
              <a:xfrm>
                <a:off x="32443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9" name="ph6389"/>
              <p:cNvSpPr/>
              <p:nvPr/>
            </p:nvSpPr>
            <p:spPr>
              <a:xfrm>
                <a:off x="32535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0" name="ph6390"/>
              <p:cNvSpPr/>
              <p:nvPr/>
            </p:nvSpPr>
            <p:spPr>
              <a:xfrm>
                <a:off x="32628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1" name="ph6391"/>
              <p:cNvSpPr/>
              <p:nvPr/>
            </p:nvSpPr>
            <p:spPr>
              <a:xfrm>
                <a:off x="32721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2" name="ph6392"/>
              <p:cNvSpPr/>
              <p:nvPr/>
            </p:nvSpPr>
            <p:spPr>
              <a:xfrm>
                <a:off x="32813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3" name="ph6393"/>
              <p:cNvSpPr/>
              <p:nvPr/>
            </p:nvSpPr>
            <p:spPr>
              <a:xfrm>
                <a:off x="32906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4" name="ph6394"/>
              <p:cNvSpPr/>
              <p:nvPr/>
            </p:nvSpPr>
            <p:spPr>
              <a:xfrm>
                <a:off x="329989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5" name="ph6395"/>
              <p:cNvSpPr/>
              <p:nvPr/>
            </p:nvSpPr>
            <p:spPr>
              <a:xfrm>
                <a:off x="330915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6" name="ph6396"/>
              <p:cNvSpPr/>
              <p:nvPr/>
            </p:nvSpPr>
            <p:spPr>
              <a:xfrm>
                <a:off x="33184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7" name="ph6397"/>
              <p:cNvSpPr/>
              <p:nvPr/>
            </p:nvSpPr>
            <p:spPr>
              <a:xfrm>
                <a:off x="33276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8" name="ph6398"/>
              <p:cNvSpPr/>
              <p:nvPr/>
            </p:nvSpPr>
            <p:spPr>
              <a:xfrm>
                <a:off x="33369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9" name="ph6399"/>
              <p:cNvSpPr/>
              <p:nvPr/>
            </p:nvSpPr>
            <p:spPr>
              <a:xfrm>
                <a:off x="33462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0" name="ph6400"/>
              <p:cNvSpPr/>
              <p:nvPr/>
            </p:nvSpPr>
            <p:spPr>
              <a:xfrm>
                <a:off x="335546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1" name="ph6401"/>
              <p:cNvSpPr/>
              <p:nvPr/>
            </p:nvSpPr>
            <p:spPr>
              <a:xfrm>
                <a:off x="33647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2" name="ph6402"/>
              <p:cNvSpPr/>
              <p:nvPr/>
            </p:nvSpPr>
            <p:spPr>
              <a:xfrm>
                <a:off x="33739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3" name="ph6403"/>
              <p:cNvSpPr/>
              <p:nvPr/>
            </p:nvSpPr>
            <p:spPr>
              <a:xfrm>
                <a:off x="33832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4" name="ph6404"/>
              <p:cNvSpPr/>
              <p:nvPr/>
            </p:nvSpPr>
            <p:spPr>
              <a:xfrm>
                <a:off x="339251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5" name="ph6405"/>
              <p:cNvSpPr/>
              <p:nvPr/>
            </p:nvSpPr>
            <p:spPr>
              <a:xfrm>
                <a:off x="34017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6" name="ph6406"/>
              <p:cNvSpPr/>
              <p:nvPr/>
            </p:nvSpPr>
            <p:spPr>
              <a:xfrm>
                <a:off x="34110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7" name="ph6407"/>
              <p:cNvSpPr/>
              <p:nvPr/>
            </p:nvSpPr>
            <p:spPr>
              <a:xfrm>
                <a:off x="34203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8" name="ph6408"/>
              <p:cNvSpPr/>
              <p:nvPr/>
            </p:nvSpPr>
            <p:spPr>
              <a:xfrm>
                <a:off x="34295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9" name="ph6409"/>
              <p:cNvSpPr/>
              <p:nvPr/>
            </p:nvSpPr>
            <p:spPr>
              <a:xfrm>
                <a:off x="343882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0" name="ph6410"/>
              <p:cNvSpPr/>
              <p:nvPr/>
            </p:nvSpPr>
            <p:spPr>
              <a:xfrm>
                <a:off x="34480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1" name="ph6411"/>
              <p:cNvSpPr/>
              <p:nvPr/>
            </p:nvSpPr>
            <p:spPr>
              <a:xfrm>
                <a:off x="34573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2" name="ph6412"/>
              <p:cNvSpPr/>
              <p:nvPr/>
            </p:nvSpPr>
            <p:spPr>
              <a:xfrm>
                <a:off x="34666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3" name="ph6413"/>
              <p:cNvSpPr/>
              <p:nvPr/>
            </p:nvSpPr>
            <p:spPr>
              <a:xfrm>
                <a:off x="347587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4" name="ph6414"/>
              <p:cNvSpPr/>
              <p:nvPr/>
            </p:nvSpPr>
            <p:spPr>
              <a:xfrm>
                <a:off x="34851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5" name="ph6415"/>
              <p:cNvSpPr/>
              <p:nvPr/>
            </p:nvSpPr>
            <p:spPr>
              <a:xfrm>
                <a:off x="34943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6" name="ph6416"/>
              <p:cNvSpPr/>
              <p:nvPr/>
            </p:nvSpPr>
            <p:spPr>
              <a:xfrm>
                <a:off x="35036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7" name="ph6417"/>
              <p:cNvSpPr/>
              <p:nvPr/>
            </p:nvSpPr>
            <p:spPr>
              <a:xfrm>
                <a:off x="35129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8" name="ph6418"/>
              <p:cNvSpPr/>
              <p:nvPr/>
            </p:nvSpPr>
            <p:spPr>
              <a:xfrm>
                <a:off x="352218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9" name="ph6419"/>
              <p:cNvSpPr/>
              <p:nvPr/>
            </p:nvSpPr>
            <p:spPr>
              <a:xfrm>
                <a:off x="35314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0" name="ph6420"/>
              <p:cNvSpPr/>
              <p:nvPr/>
            </p:nvSpPr>
            <p:spPr>
              <a:xfrm>
                <a:off x="35407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1" name="ph6421"/>
              <p:cNvSpPr/>
              <p:nvPr/>
            </p:nvSpPr>
            <p:spPr>
              <a:xfrm>
                <a:off x="35499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2" name="ph6422"/>
              <p:cNvSpPr/>
              <p:nvPr/>
            </p:nvSpPr>
            <p:spPr>
              <a:xfrm>
                <a:off x="35592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3" name="ph6423"/>
              <p:cNvSpPr/>
              <p:nvPr/>
            </p:nvSpPr>
            <p:spPr>
              <a:xfrm>
                <a:off x="35684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4" name="ph6424"/>
              <p:cNvSpPr/>
              <p:nvPr/>
            </p:nvSpPr>
            <p:spPr>
              <a:xfrm>
                <a:off x="35777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5" name="ph6425"/>
              <p:cNvSpPr/>
              <p:nvPr/>
            </p:nvSpPr>
            <p:spPr>
              <a:xfrm>
                <a:off x="35870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6" name="ph6426"/>
              <p:cNvSpPr/>
              <p:nvPr/>
            </p:nvSpPr>
            <p:spPr>
              <a:xfrm>
                <a:off x="35962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7" name="ph6427"/>
              <p:cNvSpPr/>
              <p:nvPr/>
            </p:nvSpPr>
            <p:spPr>
              <a:xfrm>
                <a:off x="36055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8" name="ph6428"/>
              <p:cNvSpPr/>
              <p:nvPr/>
            </p:nvSpPr>
            <p:spPr>
              <a:xfrm>
                <a:off x="36148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9" name="ph6429"/>
              <p:cNvSpPr/>
              <p:nvPr/>
            </p:nvSpPr>
            <p:spPr>
              <a:xfrm>
                <a:off x="36240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0" name="ph6430"/>
              <p:cNvSpPr/>
              <p:nvPr/>
            </p:nvSpPr>
            <p:spPr>
              <a:xfrm>
                <a:off x="36333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1" name="ph6431"/>
              <p:cNvSpPr/>
              <p:nvPr/>
            </p:nvSpPr>
            <p:spPr>
              <a:xfrm>
                <a:off x="36425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2" name="ph6432"/>
              <p:cNvSpPr/>
              <p:nvPr/>
            </p:nvSpPr>
            <p:spPr>
              <a:xfrm>
                <a:off x="36518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3" name="ph6433"/>
              <p:cNvSpPr/>
              <p:nvPr/>
            </p:nvSpPr>
            <p:spPr>
              <a:xfrm>
                <a:off x="36611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4" name="ph6434"/>
              <p:cNvSpPr/>
              <p:nvPr/>
            </p:nvSpPr>
            <p:spPr>
              <a:xfrm>
                <a:off x="36703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5" name="ph6435"/>
              <p:cNvSpPr/>
              <p:nvPr/>
            </p:nvSpPr>
            <p:spPr>
              <a:xfrm>
                <a:off x="36796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6" name="ph6436"/>
              <p:cNvSpPr/>
              <p:nvPr/>
            </p:nvSpPr>
            <p:spPr>
              <a:xfrm>
                <a:off x="36889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7" name="ph6437"/>
              <p:cNvSpPr/>
              <p:nvPr/>
            </p:nvSpPr>
            <p:spPr>
              <a:xfrm>
                <a:off x="36981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8" name="ph6438"/>
              <p:cNvSpPr/>
              <p:nvPr/>
            </p:nvSpPr>
            <p:spPr>
              <a:xfrm>
                <a:off x="37074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9" name="ph6439"/>
              <p:cNvSpPr/>
              <p:nvPr/>
            </p:nvSpPr>
            <p:spPr>
              <a:xfrm>
                <a:off x="3716692" y="139534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01"/>
                    </a:lnTo>
                    <a:lnTo>
                      <a:pt x="923222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0" name="ph6440"/>
              <p:cNvSpPr/>
              <p:nvPr/>
            </p:nvSpPr>
            <p:spPr>
              <a:xfrm>
                <a:off x="3725954" y="1378102"/>
                <a:ext cx="918335" cy="930039"/>
              </a:xfrm>
              <a:custGeom>
                <a:avLst/>
                <a:gdLst/>
                <a:ahLst/>
                <a:cxnLst/>
                <a:rect l="0" t="0" r="0" b="0"/>
                <a:pathLst>
                  <a:path w="918335" h="930039">
                    <a:moveTo>
                      <a:pt x="914400" y="914400"/>
                    </a:moveTo>
                    <a:lnTo>
                      <a:pt x="918335" y="914505"/>
                    </a:lnTo>
                    <a:lnTo>
                      <a:pt x="915958" y="924380"/>
                    </a:lnTo>
                    <a:lnTo>
                      <a:pt x="914400" y="93003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1" name="ph6441"/>
              <p:cNvSpPr/>
              <p:nvPr/>
            </p:nvSpPr>
            <p:spPr>
              <a:xfrm>
                <a:off x="2049492" y="1360864"/>
                <a:ext cx="914400" cy="9310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8">
                    <a:moveTo>
                      <a:pt x="914400" y="914400"/>
                    </a:moveTo>
                    <a:lnTo>
                      <a:pt x="914400" y="931028"/>
                    </a:lnTo>
                    <a:lnTo>
                      <a:pt x="911382" y="925896"/>
                    </a:lnTo>
                    <a:lnTo>
                      <a:pt x="907297" y="918182"/>
                    </a:lnTo>
                    <a:lnTo>
                      <a:pt x="905494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2" name="ph6442"/>
              <p:cNvSpPr/>
              <p:nvPr/>
            </p:nvSpPr>
            <p:spPr>
              <a:xfrm>
                <a:off x="20494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8" y="931638"/>
                    </a:lnTo>
                    <a:lnTo>
                      <a:pt x="914400" y="93102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3" name="ph6443"/>
              <p:cNvSpPr/>
              <p:nvPr/>
            </p:nvSpPr>
            <p:spPr>
              <a:xfrm>
                <a:off x="205875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4" name="ph6444"/>
              <p:cNvSpPr/>
              <p:nvPr/>
            </p:nvSpPr>
            <p:spPr>
              <a:xfrm>
                <a:off x="20680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5" name="ph6445"/>
              <p:cNvSpPr/>
              <p:nvPr/>
            </p:nvSpPr>
            <p:spPr>
              <a:xfrm>
                <a:off x="20772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6" name="ph6446"/>
              <p:cNvSpPr/>
              <p:nvPr/>
            </p:nvSpPr>
            <p:spPr>
              <a:xfrm>
                <a:off x="20865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7" name="ph6447"/>
              <p:cNvSpPr/>
              <p:nvPr/>
            </p:nvSpPr>
            <p:spPr>
              <a:xfrm>
                <a:off x="20958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8" name="ph6448"/>
              <p:cNvSpPr/>
              <p:nvPr/>
            </p:nvSpPr>
            <p:spPr>
              <a:xfrm>
                <a:off x="210506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9" name="ph6449"/>
              <p:cNvSpPr/>
              <p:nvPr/>
            </p:nvSpPr>
            <p:spPr>
              <a:xfrm>
                <a:off x="21143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0" name="ph6450"/>
              <p:cNvSpPr/>
              <p:nvPr/>
            </p:nvSpPr>
            <p:spPr>
              <a:xfrm>
                <a:off x="21235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1" name="ph6451"/>
              <p:cNvSpPr/>
              <p:nvPr/>
            </p:nvSpPr>
            <p:spPr>
              <a:xfrm>
                <a:off x="21328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2" name="ph6452"/>
              <p:cNvSpPr/>
              <p:nvPr/>
            </p:nvSpPr>
            <p:spPr>
              <a:xfrm>
                <a:off x="214211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3" name="ph6453"/>
              <p:cNvSpPr/>
              <p:nvPr/>
            </p:nvSpPr>
            <p:spPr>
              <a:xfrm>
                <a:off x="21513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4" name="ph6454"/>
              <p:cNvSpPr/>
              <p:nvPr/>
            </p:nvSpPr>
            <p:spPr>
              <a:xfrm>
                <a:off x="21606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5" name="ph6455"/>
              <p:cNvSpPr/>
              <p:nvPr/>
            </p:nvSpPr>
            <p:spPr>
              <a:xfrm>
                <a:off x="21699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6" name="ph6456"/>
              <p:cNvSpPr/>
              <p:nvPr/>
            </p:nvSpPr>
            <p:spPr>
              <a:xfrm>
                <a:off x="21791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7" name="ph6457"/>
              <p:cNvSpPr/>
              <p:nvPr/>
            </p:nvSpPr>
            <p:spPr>
              <a:xfrm>
                <a:off x="218842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8" name="ph6458"/>
              <p:cNvSpPr/>
              <p:nvPr/>
            </p:nvSpPr>
            <p:spPr>
              <a:xfrm>
                <a:off x="21976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9" name="ph6459"/>
              <p:cNvSpPr/>
              <p:nvPr/>
            </p:nvSpPr>
            <p:spPr>
              <a:xfrm>
                <a:off x="22069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0" name="ph6460"/>
              <p:cNvSpPr/>
              <p:nvPr/>
            </p:nvSpPr>
            <p:spPr>
              <a:xfrm>
                <a:off x="22162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1" name="ph6461"/>
              <p:cNvSpPr/>
              <p:nvPr/>
            </p:nvSpPr>
            <p:spPr>
              <a:xfrm>
                <a:off x="222547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2" name="ph6462"/>
              <p:cNvSpPr/>
              <p:nvPr/>
            </p:nvSpPr>
            <p:spPr>
              <a:xfrm>
                <a:off x="22347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3" name="ph6463"/>
              <p:cNvSpPr/>
              <p:nvPr/>
            </p:nvSpPr>
            <p:spPr>
              <a:xfrm>
                <a:off x="22439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C72">
                  <a:alpha val="100000"/>
                </a:srgbClr>
              </a:solidFill>
              <a:ln w="5420" cap="flat">
                <a:solidFill>
                  <a:srgbClr val="B0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4" name="ph6464"/>
              <p:cNvSpPr/>
              <p:nvPr/>
            </p:nvSpPr>
            <p:spPr>
              <a:xfrm>
                <a:off x="22532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5" name="ph6465"/>
              <p:cNvSpPr/>
              <p:nvPr/>
            </p:nvSpPr>
            <p:spPr>
              <a:xfrm>
                <a:off x="22625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6" name="ph6466"/>
              <p:cNvSpPr/>
              <p:nvPr/>
            </p:nvSpPr>
            <p:spPr>
              <a:xfrm>
                <a:off x="227178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7" name="ph6467"/>
              <p:cNvSpPr/>
              <p:nvPr/>
            </p:nvSpPr>
            <p:spPr>
              <a:xfrm>
                <a:off x="22810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8" name="ph6468"/>
              <p:cNvSpPr/>
              <p:nvPr/>
            </p:nvSpPr>
            <p:spPr>
              <a:xfrm>
                <a:off x="22903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9" name="ph6469"/>
              <p:cNvSpPr/>
              <p:nvPr/>
            </p:nvSpPr>
            <p:spPr>
              <a:xfrm>
                <a:off x="22995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0" name="ph6470"/>
              <p:cNvSpPr/>
              <p:nvPr/>
            </p:nvSpPr>
            <p:spPr>
              <a:xfrm>
                <a:off x="230883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1" name="ph6471"/>
              <p:cNvSpPr/>
              <p:nvPr/>
            </p:nvSpPr>
            <p:spPr>
              <a:xfrm>
                <a:off x="23180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2" name="ph6472"/>
              <p:cNvSpPr/>
              <p:nvPr/>
            </p:nvSpPr>
            <p:spPr>
              <a:xfrm>
                <a:off x="23273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3" name="ph6473"/>
              <p:cNvSpPr/>
              <p:nvPr/>
            </p:nvSpPr>
            <p:spPr>
              <a:xfrm>
                <a:off x="23366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4" name="ph6474"/>
              <p:cNvSpPr/>
              <p:nvPr/>
            </p:nvSpPr>
            <p:spPr>
              <a:xfrm>
                <a:off x="23458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5" name="ph6475"/>
              <p:cNvSpPr/>
              <p:nvPr/>
            </p:nvSpPr>
            <p:spPr>
              <a:xfrm>
                <a:off x="235514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6" name="ph6476"/>
              <p:cNvSpPr/>
              <p:nvPr/>
            </p:nvSpPr>
            <p:spPr>
              <a:xfrm>
                <a:off x="23644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7" name="ph6477"/>
              <p:cNvSpPr/>
              <p:nvPr/>
            </p:nvSpPr>
            <p:spPr>
              <a:xfrm>
                <a:off x="23736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8" name="ph6478"/>
              <p:cNvSpPr/>
              <p:nvPr/>
            </p:nvSpPr>
            <p:spPr>
              <a:xfrm>
                <a:off x="23829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9" name="ph6479"/>
              <p:cNvSpPr/>
              <p:nvPr/>
            </p:nvSpPr>
            <p:spPr>
              <a:xfrm>
                <a:off x="2392195" y="1378102"/>
                <a:ext cx="920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9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082" y="897161"/>
                    </a:lnTo>
                    <a:lnTo>
                      <a:pt x="920377" y="900985"/>
                    </a:lnTo>
                    <a:lnTo>
                      <a:pt x="920903" y="911853"/>
                    </a:lnTo>
                    <a:lnTo>
                      <a:pt x="920914" y="912167"/>
                    </a:lnTo>
                    <a:lnTo>
                      <a:pt x="920925" y="912482"/>
                    </a:lnTo>
                    <a:lnTo>
                      <a:pt x="920936" y="912798"/>
                    </a:lnTo>
                    <a:lnTo>
                      <a:pt x="920946" y="913113"/>
                    </a:lnTo>
                    <a:lnTo>
                      <a:pt x="920957" y="913428"/>
                    </a:lnTo>
                    <a:lnTo>
                      <a:pt x="920968" y="913744"/>
                    </a:lnTo>
                    <a:lnTo>
                      <a:pt x="920979" y="914059"/>
                    </a:lnTo>
                    <a:lnTo>
                      <a:pt x="920990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0" name="ph6480"/>
              <p:cNvSpPr/>
              <p:nvPr/>
            </p:nvSpPr>
            <p:spPr>
              <a:xfrm>
                <a:off x="3114648" y="13781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96" y="914400"/>
                    </a:lnTo>
                    <a:lnTo>
                      <a:pt x="912398" y="911412"/>
                    </a:lnTo>
                    <a:lnTo>
                      <a:pt x="914400" y="908586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1" name="ph6481"/>
              <p:cNvSpPr/>
              <p:nvPr/>
            </p:nvSpPr>
            <p:spPr>
              <a:xfrm>
                <a:off x="3123910" y="13608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825"/>
                    </a:lnTo>
                    <a:lnTo>
                      <a:pt x="907730" y="922164"/>
                    </a:lnTo>
                    <a:lnTo>
                      <a:pt x="912498" y="916129"/>
                    </a:lnTo>
                    <a:lnTo>
                      <a:pt x="914029" y="914400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2" name="ph6482"/>
              <p:cNvSpPr/>
              <p:nvPr/>
            </p:nvSpPr>
            <p:spPr>
              <a:xfrm>
                <a:off x="31239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3" name="ph6483"/>
              <p:cNvSpPr/>
              <p:nvPr/>
            </p:nvSpPr>
            <p:spPr>
              <a:xfrm>
                <a:off x="31331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4" name="ph6484"/>
              <p:cNvSpPr/>
              <p:nvPr/>
            </p:nvSpPr>
            <p:spPr>
              <a:xfrm>
                <a:off x="31424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5" name="ph6485"/>
              <p:cNvSpPr/>
              <p:nvPr/>
            </p:nvSpPr>
            <p:spPr>
              <a:xfrm>
                <a:off x="31516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6" name="ph6486"/>
              <p:cNvSpPr/>
              <p:nvPr/>
            </p:nvSpPr>
            <p:spPr>
              <a:xfrm>
                <a:off x="31609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7" name="ph6487"/>
              <p:cNvSpPr/>
              <p:nvPr/>
            </p:nvSpPr>
            <p:spPr>
              <a:xfrm>
                <a:off x="31702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8" name="ph6488"/>
              <p:cNvSpPr/>
              <p:nvPr/>
            </p:nvSpPr>
            <p:spPr>
              <a:xfrm>
                <a:off x="31794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9" name="ph6489"/>
              <p:cNvSpPr/>
              <p:nvPr/>
            </p:nvSpPr>
            <p:spPr>
              <a:xfrm>
                <a:off x="31887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0" name="ph6490"/>
              <p:cNvSpPr/>
              <p:nvPr/>
            </p:nvSpPr>
            <p:spPr>
              <a:xfrm>
                <a:off x="31980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1" name="ph6491"/>
              <p:cNvSpPr/>
              <p:nvPr/>
            </p:nvSpPr>
            <p:spPr>
              <a:xfrm>
                <a:off x="32072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2" name="ph6492"/>
              <p:cNvSpPr/>
              <p:nvPr/>
            </p:nvSpPr>
            <p:spPr>
              <a:xfrm>
                <a:off x="32165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3" name="ph6493"/>
              <p:cNvSpPr/>
              <p:nvPr/>
            </p:nvSpPr>
            <p:spPr>
              <a:xfrm>
                <a:off x="32257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4" name="ph6494"/>
              <p:cNvSpPr/>
              <p:nvPr/>
            </p:nvSpPr>
            <p:spPr>
              <a:xfrm>
                <a:off x="32350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5" name="ph6495"/>
              <p:cNvSpPr/>
              <p:nvPr/>
            </p:nvSpPr>
            <p:spPr>
              <a:xfrm>
                <a:off x="32443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6" name="ph6496"/>
              <p:cNvSpPr/>
              <p:nvPr/>
            </p:nvSpPr>
            <p:spPr>
              <a:xfrm>
                <a:off x="32535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7" name="ph6497"/>
              <p:cNvSpPr/>
              <p:nvPr/>
            </p:nvSpPr>
            <p:spPr>
              <a:xfrm>
                <a:off x="32628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8" name="ph6498"/>
              <p:cNvSpPr/>
              <p:nvPr/>
            </p:nvSpPr>
            <p:spPr>
              <a:xfrm>
                <a:off x="32721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9" name="ph6499"/>
              <p:cNvSpPr/>
              <p:nvPr/>
            </p:nvSpPr>
            <p:spPr>
              <a:xfrm>
                <a:off x="32813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0" name="ph6500"/>
              <p:cNvSpPr/>
              <p:nvPr/>
            </p:nvSpPr>
            <p:spPr>
              <a:xfrm>
                <a:off x="32906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1" name="ph6501"/>
              <p:cNvSpPr/>
              <p:nvPr/>
            </p:nvSpPr>
            <p:spPr>
              <a:xfrm>
                <a:off x="32998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2" name="ph6502"/>
              <p:cNvSpPr/>
              <p:nvPr/>
            </p:nvSpPr>
            <p:spPr>
              <a:xfrm>
                <a:off x="330915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3" name="ph6503"/>
              <p:cNvSpPr/>
              <p:nvPr/>
            </p:nvSpPr>
            <p:spPr>
              <a:xfrm>
                <a:off x="33184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4" name="ph6504"/>
              <p:cNvSpPr/>
              <p:nvPr/>
            </p:nvSpPr>
            <p:spPr>
              <a:xfrm>
                <a:off x="33276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5" name="ph6505"/>
              <p:cNvSpPr/>
              <p:nvPr/>
            </p:nvSpPr>
            <p:spPr>
              <a:xfrm>
                <a:off x="33369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6" name="ph6506"/>
              <p:cNvSpPr/>
              <p:nvPr/>
            </p:nvSpPr>
            <p:spPr>
              <a:xfrm>
                <a:off x="33462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7" name="ph6507"/>
              <p:cNvSpPr/>
              <p:nvPr/>
            </p:nvSpPr>
            <p:spPr>
              <a:xfrm>
                <a:off x="335546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8" name="ph6508"/>
              <p:cNvSpPr/>
              <p:nvPr/>
            </p:nvSpPr>
            <p:spPr>
              <a:xfrm>
                <a:off x="33647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9" name="ph6509"/>
              <p:cNvSpPr/>
              <p:nvPr/>
            </p:nvSpPr>
            <p:spPr>
              <a:xfrm>
                <a:off x="33739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0" name="ph6510"/>
              <p:cNvSpPr/>
              <p:nvPr/>
            </p:nvSpPr>
            <p:spPr>
              <a:xfrm>
                <a:off x="33832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1" name="ph6511"/>
              <p:cNvSpPr/>
              <p:nvPr/>
            </p:nvSpPr>
            <p:spPr>
              <a:xfrm>
                <a:off x="339251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2" name="ph6512"/>
              <p:cNvSpPr/>
              <p:nvPr/>
            </p:nvSpPr>
            <p:spPr>
              <a:xfrm>
                <a:off x="34017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3" name="ph6513"/>
              <p:cNvSpPr/>
              <p:nvPr/>
            </p:nvSpPr>
            <p:spPr>
              <a:xfrm>
                <a:off x="34110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4" name="ph6514"/>
              <p:cNvSpPr/>
              <p:nvPr/>
            </p:nvSpPr>
            <p:spPr>
              <a:xfrm>
                <a:off x="34203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5" name="ph6515"/>
              <p:cNvSpPr/>
              <p:nvPr/>
            </p:nvSpPr>
            <p:spPr>
              <a:xfrm>
                <a:off x="34295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6" name="ph6516"/>
              <p:cNvSpPr/>
              <p:nvPr/>
            </p:nvSpPr>
            <p:spPr>
              <a:xfrm>
                <a:off x="343882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7" name="ph6517"/>
              <p:cNvSpPr/>
              <p:nvPr/>
            </p:nvSpPr>
            <p:spPr>
              <a:xfrm>
                <a:off x="34480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8" name="ph6518"/>
              <p:cNvSpPr/>
              <p:nvPr/>
            </p:nvSpPr>
            <p:spPr>
              <a:xfrm>
                <a:off x="34573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9" name="ph6519"/>
              <p:cNvSpPr/>
              <p:nvPr/>
            </p:nvSpPr>
            <p:spPr>
              <a:xfrm>
                <a:off x="34666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0" name="ph6520"/>
              <p:cNvSpPr/>
              <p:nvPr/>
            </p:nvSpPr>
            <p:spPr>
              <a:xfrm>
                <a:off x="347587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1" name="ph6521"/>
              <p:cNvSpPr/>
              <p:nvPr/>
            </p:nvSpPr>
            <p:spPr>
              <a:xfrm>
                <a:off x="34851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2" name="ph6522"/>
              <p:cNvSpPr/>
              <p:nvPr/>
            </p:nvSpPr>
            <p:spPr>
              <a:xfrm>
                <a:off x="34943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3" name="ph6523"/>
              <p:cNvSpPr/>
              <p:nvPr/>
            </p:nvSpPr>
            <p:spPr>
              <a:xfrm>
                <a:off x="35036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4" name="ph6524"/>
              <p:cNvSpPr/>
              <p:nvPr/>
            </p:nvSpPr>
            <p:spPr>
              <a:xfrm>
                <a:off x="35129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5" name="ph6525"/>
              <p:cNvSpPr/>
              <p:nvPr/>
            </p:nvSpPr>
            <p:spPr>
              <a:xfrm>
                <a:off x="352218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6" name="ph6526"/>
              <p:cNvSpPr/>
              <p:nvPr/>
            </p:nvSpPr>
            <p:spPr>
              <a:xfrm>
                <a:off x="35314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7" name="ph6527"/>
              <p:cNvSpPr/>
              <p:nvPr/>
            </p:nvSpPr>
            <p:spPr>
              <a:xfrm>
                <a:off x="35407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8" name="ph6528"/>
              <p:cNvSpPr/>
              <p:nvPr/>
            </p:nvSpPr>
            <p:spPr>
              <a:xfrm>
                <a:off x="35499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9" name="ph6529"/>
              <p:cNvSpPr/>
              <p:nvPr/>
            </p:nvSpPr>
            <p:spPr>
              <a:xfrm>
                <a:off x="35592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0" name="ph6530"/>
              <p:cNvSpPr/>
              <p:nvPr/>
            </p:nvSpPr>
            <p:spPr>
              <a:xfrm>
                <a:off x="35684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1" name="ph6531"/>
              <p:cNvSpPr/>
              <p:nvPr/>
            </p:nvSpPr>
            <p:spPr>
              <a:xfrm>
                <a:off x="35777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2" name="ph6532"/>
              <p:cNvSpPr/>
              <p:nvPr/>
            </p:nvSpPr>
            <p:spPr>
              <a:xfrm>
                <a:off x="35870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3" name="ph6533"/>
              <p:cNvSpPr/>
              <p:nvPr/>
            </p:nvSpPr>
            <p:spPr>
              <a:xfrm>
                <a:off x="35962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4" name="ph6534"/>
              <p:cNvSpPr/>
              <p:nvPr/>
            </p:nvSpPr>
            <p:spPr>
              <a:xfrm>
                <a:off x="36055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5" name="ph6535"/>
              <p:cNvSpPr/>
              <p:nvPr/>
            </p:nvSpPr>
            <p:spPr>
              <a:xfrm>
                <a:off x="36148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6" name="ph6536"/>
              <p:cNvSpPr/>
              <p:nvPr/>
            </p:nvSpPr>
            <p:spPr>
              <a:xfrm>
                <a:off x="36240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7" name="ph6537"/>
              <p:cNvSpPr/>
              <p:nvPr/>
            </p:nvSpPr>
            <p:spPr>
              <a:xfrm>
                <a:off x="36333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8" name="ph6538"/>
              <p:cNvSpPr/>
              <p:nvPr/>
            </p:nvSpPr>
            <p:spPr>
              <a:xfrm>
                <a:off x="36425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9" name="ph6539"/>
              <p:cNvSpPr/>
              <p:nvPr/>
            </p:nvSpPr>
            <p:spPr>
              <a:xfrm>
                <a:off x="36518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0" name="ph6540"/>
              <p:cNvSpPr/>
              <p:nvPr/>
            </p:nvSpPr>
            <p:spPr>
              <a:xfrm>
                <a:off x="36611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1" name="ph6541"/>
              <p:cNvSpPr/>
              <p:nvPr/>
            </p:nvSpPr>
            <p:spPr>
              <a:xfrm>
                <a:off x="36703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2" name="ph6542"/>
              <p:cNvSpPr/>
              <p:nvPr/>
            </p:nvSpPr>
            <p:spPr>
              <a:xfrm>
                <a:off x="36796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3" name="ph6543"/>
              <p:cNvSpPr/>
              <p:nvPr/>
            </p:nvSpPr>
            <p:spPr>
              <a:xfrm>
                <a:off x="36889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4" name="ph6544"/>
              <p:cNvSpPr/>
              <p:nvPr/>
            </p:nvSpPr>
            <p:spPr>
              <a:xfrm>
                <a:off x="36981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5" name="ph6545"/>
              <p:cNvSpPr/>
              <p:nvPr/>
            </p:nvSpPr>
            <p:spPr>
              <a:xfrm>
                <a:off x="37074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6" name="ph6546"/>
              <p:cNvSpPr/>
              <p:nvPr/>
            </p:nvSpPr>
            <p:spPr>
              <a:xfrm>
                <a:off x="37166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7" name="ph6547"/>
              <p:cNvSpPr/>
              <p:nvPr/>
            </p:nvSpPr>
            <p:spPr>
              <a:xfrm>
                <a:off x="3725954" y="1378102"/>
                <a:ext cx="921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0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09" y="897161"/>
                    </a:lnTo>
                    <a:lnTo>
                      <a:pt x="920432" y="904413"/>
                    </a:lnTo>
                    <a:lnTo>
                      <a:pt x="918357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8" name="ph6548"/>
              <p:cNvSpPr/>
              <p:nvPr/>
            </p:nvSpPr>
            <p:spPr>
              <a:xfrm>
                <a:off x="2040230" y="1343625"/>
                <a:ext cx="914400" cy="9308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889">
                    <a:moveTo>
                      <a:pt x="914400" y="914400"/>
                    </a:moveTo>
                    <a:lnTo>
                      <a:pt x="914400" y="930889"/>
                    </a:lnTo>
                    <a:lnTo>
                      <a:pt x="912698" y="927319"/>
                    </a:lnTo>
                    <a:lnTo>
                      <a:pt x="909069" y="918853"/>
                    </a:lnTo>
                    <a:lnTo>
                      <a:pt x="907357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9" name="ph6549"/>
              <p:cNvSpPr/>
              <p:nvPr/>
            </p:nvSpPr>
            <p:spPr>
              <a:xfrm>
                <a:off x="20402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6" y="931638"/>
                    </a:lnTo>
                    <a:lnTo>
                      <a:pt x="914400" y="930889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0" name="ph6550"/>
              <p:cNvSpPr/>
              <p:nvPr/>
            </p:nvSpPr>
            <p:spPr>
              <a:xfrm>
                <a:off x="20494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1" name="ph6551"/>
              <p:cNvSpPr/>
              <p:nvPr/>
            </p:nvSpPr>
            <p:spPr>
              <a:xfrm>
                <a:off x="205875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2" name="ph6552"/>
              <p:cNvSpPr/>
              <p:nvPr/>
            </p:nvSpPr>
            <p:spPr>
              <a:xfrm>
                <a:off x="20680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3" name="ph6553"/>
              <p:cNvSpPr/>
              <p:nvPr/>
            </p:nvSpPr>
            <p:spPr>
              <a:xfrm>
                <a:off x="20772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4" name="ph6554"/>
              <p:cNvSpPr/>
              <p:nvPr/>
            </p:nvSpPr>
            <p:spPr>
              <a:xfrm>
                <a:off x="20865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5" name="ph6555"/>
              <p:cNvSpPr/>
              <p:nvPr/>
            </p:nvSpPr>
            <p:spPr>
              <a:xfrm>
                <a:off x="20958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6" name="ph6556"/>
              <p:cNvSpPr/>
              <p:nvPr/>
            </p:nvSpPr>
            <p:spPr>
              <a:xfrm>
                <a:off x="210506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7" name="ph6557"/>
              <p:cNvSpPr/>
              <p:nvPr/>
            </p:nvSpPr>
            <p:spPr>
              <a:xfrm>
                <a:off x="21143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8" name="ph6558"/>
              <p:cNvSpPr/>
              <p:nvPr/>
            </p:nvSpPr>
            <p:spPr>
              <a:xfrm>
                <a:off x="21235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9" name="ph6559"/>
              <p:cNvSpPr/>
              <p:nvPr/>
            </p:nvSpPr>
            <p:spPr>
              <a:xfrm>
                <a:off x="21328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0" name="ph6560"/>
              <p:cNvSpPr/>
              <p:nvPr/>
            </p:nvSpPr>
            <p:spPr>
              <a:xfrm>
                <a:off x="214211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1" name="ph6561"/>
              <p:cNvSpPr/>
              <p:nvPr/>
            </p:nvSpPr>
            <p:spPr>
              <a:xfrm>
                <a:off x="21513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2" name="ph6562"/>
              <p:cNvSpPr/>
              <p:nvPr/>
            </p:nvSpPr>
            <p:spPr>
              <a:xfrm>
                <a:off x="21606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3" name="ph6563"/>
              <p:cNvSpPr/>
              <p:nvPr/>
            </p:nvSpPr>
            <p:spPr>
              <a:xfrm>
                <a:off x="21699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4" name="ph6564"/>
              <p:cNvSpPr/>
              <p:nvPr/>
            </p:nvSpPr>
            <p:spPr>
              <a:xfrm>
                <a:off x="21791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5" name="ph6565"/>
              <p:cNvSpPr/>
              <p:nvPr/>
            </p:nvSpPr>
            <p:spPr>
              <a:xfrm>
                <a:off x="218842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6" name="ph6566"/>
              <p:cNvSpPr/>
              <p:nvPr/>
            </p:nvSpPr>
            <p:spPr>
              <a:xfrm>
                <a:off x="21976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7" name="ph6567"/>
              <p:cNvSpPr/>
              <p:nvPr/>
            </p:nvSpPr>
            <p:spPr>
              <a:xfrm>
                <a:off x="22069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8" name="ph6568"/>
              <p:cNvSpPr/>
              <p:nvPr/>
            </p:nvSpPr>
            <p:spPr>
              <a:xfrm>
                <a:off x="22162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9" name="ph6569"/>
              <p:cNvSpPr/>
              <p:nvPr/>
            </p:nvSpPr>
            <p:spPr>
              <a:xfrm>
                <a:off x="222547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0" name="ph6570"/>
              <p:cNvSpPr/>
              <p:nvPr/>
            </p:nvSpPr>
            <p:spPr>
              <a:xfrm>
                <a:off x="22347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1" name="ph6571"/>
              <p:cNvSpPr/>
              <p:nvPr/>
            </p:nvSpPr>
            <p:spPr>
              <a:xfrm>
                <a:off x="22439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2" name="ph6572"/>
              <p:cNvSpPr/>
              <p:nvPr/>
            </p:nvSpPr>
            <p:spPr>
              <a:xfrm>
                <a:off x="22532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3" name="ph6573"/>
              <p:cNvSpPr/>
              <p:nvPr/>
            </p:nvSpPr>
            <p:spPr>
              <a:xfrm>
                <a:off x="22625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4" name="ph6574"/>
              <p:cNvSpPr/>
              <p:nvPr/>
            </p:nvSpPr>
            <p:spPr>
              <a:xfrm>
                <a:off x="227178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5" name="ph6575"/>
              <p:cNvSpPr/>
              <p:nvPr/>
            </p:nvSpPr>
            <p:spPr>
              <a:xfrm>
                <a:off x="22810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6" name="ph6576"/>
              <p:cNvSpPr/>
              <p:nvPr/>
            </p:nvSpPr>
            <p:spPr>
              <a:xfrm>
                <a:off x="22903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7" name="ph6577"/>
              <p:cNvSpPr/>
              <p:nvPr/>
            </p:nvSpPr>
            <p:spPr>
              <a:xfrm>
                <a:off x="22995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8" name="ph6578"/>
              <p:cNvSpPr/>
              <p:nvPr/>
            </p:nvSpPr>
            <p:spPr>
              <a:xfrm>
                <a:off x="230883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9" name="ph6579"/>
              <p:cNvSpPr/>
              <p:nvPr/>
            </p:nvSpPr>
            <p:spPr>
              <a:xfrm>
                <a:off x="23180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0" name="ph6580"/>
              <p:cNvSpPr/>
              <p:nvPr/>
            </p:nvSpPr>
            <p:spPr>
              <a:xfrm>
                <a:off x="23273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1" name="ph6581"/>
              <p:cNvSpPr/>
              <p:nvPr/>
            </p:nvSpPr>
            <p:spPr>
              <a:xfrm>
                <a:off x="23366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2" name="ph6582"/>
              <p:cNvSpPr/>
              <p:nvPr/>
            </p:nvSpPr>
            <p:spPr>
              <a:xfrm>
                <a:off x="23458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3" name="ph6583"/>
              <p:cNvSpPr/>
              <p:nvPr/>
            </p:nvSpPr>
            <p:spPr>
              <a:xfrm>
                <a:off x="235514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4" name="ph6584"/>
              <p:cNvSpPr/>
              <p:nvPr/>
            </p:nvSpPr>
            <p:spPr>
              <a:xfrm>
                <a:off x="23644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5" name="ph6585"/>
              <p:cNvSpPr/>
              <p:nvPr/>
            </p:nvSpPr>
            <p:spPr>
              <a:xfrm>
                <a:off x="23736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6" name="ph6586"/>
              <p:cNvSpPr/>
              <p:nvPr/>
            </p:nvSpPr>
            <p:spPr>
              <a:xfrm>
                <a:off x="23829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7" name="ph6587"/>
              <p:cNvSpPr/>
              <p:nvPr/>
            </p:nvSpPr>
            <p:spPr>
              <a:xfrm>
                <a:off x="2392195" y="1360864"/>
                <a:ext cx="92008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8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452" y="897161"/>
                    </a:lnTo>
                    <a:lnTo>
                      <a:pt x="919543" y="907422"/>
                    </a:lnTo>
                    <a:lnTo>
                      <a:pt x="920082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8" name="ph6588"/>
              <p:cNvSpPr/>
              <p:nvPr/>
            </p:nvSpPr>
            <p:spPr>
              <a:xfrm>
                <a:off x="3123910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29" y="914400"/>
                    </a:lnTo>
                    <a:lnTo>
                      <a:pt x="914400" y="913981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9" name="ph6589"/>
              <p:cNvSpPr/>
              <p:nvPr/>
            </p:nvSpPr>
            <p:spPr>
              <a:xfrm>
                <a:off x="3133172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981"/>
                    </a:lnTo>
                    <a:lnTo>
                      <a:pt x="908165" y="910562"/>
                    </a:lnTo>
                    <a:lnTo>
                      <a:pt x="913244" y="905479"/>
                    </a:lnTo>
                    <a:lnTo>
                      <a:pt x="914400" y="904462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0" name="ph6590"/>
              <p:cNvSpPr/>
              <p:nvPr/>
            </p:nvSpPr>
            <p:spPr>
              <a:xfrm>
                <a:off x="3142434" y="13436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1701"/>
                    </a:lnTo>
                    <a:lnTo>
                      <a:pt x="909195" y="918131"/>
                    </a:lnTo>
                    <a:lnTo>
                      <a:pt x="914077" y="914400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1" name="ph6591"/>
              <p:cNvSpPr/>
              <p:nvPr/>
            </p:nvSpPr>
            <p:spPr>
              <a:xfrm>
                <a:off x="31424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2" name="ph6592"/>
              <p:cNvSpPr/>
              <p:nvPr/>
            </p:nvSpPr>
            <p:spPr>
              <a:xfrm>
                <a:off x="31516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3" name="ph6593"/>
              <p:cNvSpPr/>
              <p:nvPr/>
            </p:nvSpPr>
            <p:spPr>
              <a:xfrm>
                <a:off x="31609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4" name="ph6594"/>
              <p:cNvSpPr/>
              <p:nvPr/>
            </p:nvSpPr>
            <p:spPr>
              <a:xfrm>
                <a:off x="31702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5" name="ph6595"/>
              <p:cNvSpPr/>
              <p:nvPr/>
            </p:nvSpPr>
            <p:spPr>
              <a:xfrm>
                <a:off x="31794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6" name="ph6596"/>
              <p:cNvSpPr/>
              <p:nvPr/>
            </p:nvSpPr>
            <p:spPr>
              <a:xfrm>
                <a:off x="31887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7" name="ph6597"/>
              <p:cNvSpPr/>
              <p:nvPr/>
            </p:nvSpPr>
            <p:spPr>
              <a:xfrm>
                <a:off x="31980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8" name="ph6598"/>
              <p:cNvSpPr/>
              <p:nvPr/>
            </p:nvSpPr>
            <p:spPr>
              <a:xfrm>
                <a:off x="32072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9" name="ph6599"/>
              <p:cNvSpPr/>
              <p:nvPr/>
            </p:nvSpPr>
            <p:spPr>
              <a:xfrm>
                <a:off x="32165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0" name="ph6600"/>
              <p:cNvSpPr/>
              <p:nvPr/>
            </p:nvSpPr>
            <p:spPr>
              <a:xfrm>
                <a:off x="32257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1" name="ph6601"/>
              <p:cNvSpPr/>
              <p:nvPr/>
            </p:nvSpPr>
            <p:spPr>
              <a:xfrm>
                <a:off x="32350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2" name="ph6602"/>
              <p:cNvSpPr/>
              <p:nvPr/>
            </p:nvSpPr>
            <p:spPr>
              <a:xfrm>
                <a:off x="32443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3" name="ph6603"/>
              <p:cNvSpPr/>
              <p:nvPr/>
            </p:nvSpPr>
            <p:spPr>
              <a:xfrm>
                <a:off x="32535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4" name="ph6604"/>
              <p:cNvSpPr/>
              <p:nvPr/>
            </p:nvSpPr>
            <p:spPr>
              <a:xfrm>
                <a:off x="32628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5" name="ph6605"/>
              <p:cNvSpPr/>
              <p:nvPr/>
            </p:nvSpPr>
            <p:spPr>
              <a:xfrm>
                <a:off x="32721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6" name="ph6606"/>
              <p:cNvSpPr/>
              <p:nvPr/>
            </p:nvSpPr>
            <p:spPr>
              <a:xfrm>
                <a:off x="32813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7" name="ph6607"/>
              <p:cNvSpPr/>
              <p:nvPr/>
            </p:nvSpPr>
            <p:spPr>
              <a:xfrm>
                <a:off x="32906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8" name="ph6608"/>
              <p:cNvSpPr/>
              <p:nvPr/>
            </p:nvSpPr>
            <p:spPr>
              <a:xfrm>
                <a:off x="32998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9" name="ph6609"/>
              <p:cNvSpPr/>
              <p:nvPr/>
            </p:nvSpPr>
            <p:spPr>
              <a:xfrm>
                <a:off x="330915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0" name="ph6610"/>
              <p:cNvSpPr/>
              <p:nvPr/>
            </p:nvSpPr>
            <p:spPr>
              <a:xfrm>
                <a:off x="33184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1" name="ph6611"/>
              <p:cNvSpPr/>
              <p:nvPr/>
            </p:nvSpPr>
            <p:spPr>
              <a:xfrm>
                <a:off x="33276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2" name="ph6612"/>
              <p:cNvSpPr/>
              <p:nvPr/>
            </p:nvSpPr>
            <p:spPr>
              <a:xfrm>
                <a:off x="33369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3" name="ph6613"/>
              <p:cNvSpPr/>
              <p:nvPr/>
            </p:nvSpPr>
            <p:spPr>
              <a:xfrm>
                <a:off x="33462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4" name="ph6614"/>
              <p:cNvSpPr/>
              <p:nvPr/>
            </p:nvSpPr>
            <p:spPr>
              <a:xfrm>
                <a:off x="335546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5" name="ph6615"/>
              <p:cNvSpPr/>
              <p:nvPr/>
            </p:nvSpPr>
            <p:spPr>
              <a:xfrm>
                <a:off x="33647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6" name="ph6616"/>
              <p:cNvSpPr/>
              <p:nvPr/>
            </p:nvSpPr>
            <p:spPr>
              <a:xfrm>
                <a:off x="33739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7" name="ph6617"/>
              <p:cNvSpPr/>
              <p:nvPr/>
            </p:nvSpPr>
            <p:spPr>
              <a:xfrm>
                <a:off x="33832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8" name="ph6618"/>
              <p:cNvSpPr/>
              <p:nvPr/>
            </p:nvSpPr>
            <p:spPr>
              <a:xfrm>
                <a:off x="339251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9" name="ph6619"/>
              <p:cNvSpPr/>
              <p:nvPr/>
            </p:nvSpPr>
            <p:spPr>
              <a:xfrm>
                <a:off x="34017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0" name="ph6620"/>
              <p:cNvSpPr/>
              <p:nvPr/>
            </p:nvSpPr>
            <p:spPr>
              <a:xfrm>
                <a:off x="34110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1" name="ph6621"/>
              <p:cNvSpPr/>
              <p:nvPr/>
            </p:nvSpPr>
            <p:spPr>
              <a:xfrm>
                <a:off x="34203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2" name="ph6622"/>
              <p:cNvSpPr/>
              <p:nvPr/>
            </p:nvSpPr>
            <p:spPr>
              <a:xfrm>
                <a:off x="34295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3" name="ph6623"/>
              <p:cNvSpPr/>
              <p:nvPr/>
            </p:nvSpPr>
            <p:spPr>
              <a:xfrm>
                <a:off x="343882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4" name="ph6624"/>
              <p:cNvSpPr/>
              <p:nvPr/>
            </p:nvSpPr>
            <p:spPr>
              <a:xfrm>
                <a:off x="34480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5" name="ph6625"/>
              <p:cNvSpPr/>
              <p:nvPr/>
            </p:nvSpPr>
            <p:spPr>
              <a:xfrm>
                <a:off x="34573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6" name="ph6626"/>
              <p:cNvSpPr/>
              <p:nvPr/>
            </p:nvSpPr>
            <p:spPr>
              <a:xfrm>
                <a:off x="34666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7" name="ph6627"/>
              <p:cNvSpPr/>
              <p:nvPr/>
            </p:nvSpPr>
            <p:spPr>
              <a:xfrm>
                <a:off x="347587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8" name="ph6628"/>
              <p:cNvSpPr/>
              <p:nvPr/>
            </p:nvSpPr>
            <p:spPr>
              <a:xfrm>
                <a:off x="34851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9" name="ph6629"/>
              <p:cNvSpPr/>
              <p:nvPr/>
            </p:nvSpPr>
            <p:spPr>
              <a:xfrm>
                <a:off x="34943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0" name="ph6630"/>
              <p:cNvSpPr/>
              <p:nvPr/>
            </p:nvSpPr>
            <p:spPr>
              <a:xfrm>
                <a:off x="35036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1" name="ph6631"/>
              <p:cNvSpPr/>
              <p:nvPr/>
            </p:nvSpPr>
            <p:spPr>
              <a:xfrm>
                <a:off x="35129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2" name="ph6632"/>
              <p:cNvSpPr/>
              <p:nvPr/>
            </p:nvSpPr>
            <p:spPr>
              <a:xfrm>
                <a:off x="352218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3" name="ph6633"/>
              <p:cNvSpPr/>
              <p:nvPr/>
            </p:nvSpPr>
            <p:spPr>
              <a:xfrm>
                <a:off x="35314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4" name="ph6634"/>
              <p:cNvSpPr/>
              <p:nvPr/>
            </p:nvSpPr>
            <p:spPr>
              <a:xfrm>
                <a:off x="35407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5" name="ph6635"/>
              <p:cNvSpPr/>
              <p:nvPr/>
            </p:nvSpPr>
            <p:spPr>
              <a:xfrm>
                <a:off x="35499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6" name="ph6636"/>
              <p:cNvSpPr/>
              <p:nvPr/>
            </p:nvSpPr>
            <p:spPr>
              <a:xfrm>
                <a:off x="35592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7" name="ph6637"/>
              <p:cNvSpPr/>
              <p:nvPr/>
            </p:nvSpPr>
            <p:spPr>
              <a:xfrm>
                <a:off x="35684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8" name="ph6638"/>
              <p:cNvSpPr/>
              <p:nvPr/>
            </p:nvSpPr>
            <p:spPr>
              <a:xfrm>
                <a:off x="35777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9" name="ph6639"/>
              <p:cNvSpPr/>
              <p:nvPr/>
            </p:nvSpPr>
            <p:spPr>
              <a:xfrm>
                <a:off x="35870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0" name="ph6640"/>
              <p:cNvSpPr/>
              <p:nvPr/>
            </p:nvSpPr>
            <p:spPr>
              <a:xfrm>
                <a:off x="35962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1" name="ph6641"/>
              <p:cNvSpPr/>
              <p:nvPr/>
            </p:nvSpPr>
            <p:spPr>
              <a:xfrm>
                <a:off x="36055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2" name="ph6642"/>
              <p:cNvSpPr/>
              <p:nvPr/>
            </p:nvSpPr>
            <p:spPr>
              <a:xfrm>
                <a:off x="36148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3" name="ph6643"/>
              <p:cNvSpPr/>
              <p:nvPr/>
            </p:nvSpPr>
            <p:spPr>
              <a:xfrm>
                <a:off x="36240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4" name="ph6644"/>
              <p:cNvSpPr/>
              <p:nvPr/>
            </p:nvSpPr>
            <p:spPr>
              <a:xfrm>
                <a:off x="36333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5" name="ph6645"/>
              <p:cNvSpPr/>
              <p:nvPr/>
            </p:nvSpPr>
            <p:spPr>
              <a:xfrm>
                <a:off x="36425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6" name="ph6646"/>
              <p:cNvSpPr/>
              <p:nvPr/>
            </p:nvSpPr>
            <p:spPr>
              <a:xfrm>
                <a:off x="36518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7" name="ph6647"/>
              <p:cNvSpPr/>
              <p:nvPr/>
            </p:nvSpPr>
            <p:spPr>
              <a:xfrm>
                <a:off x="36611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8" name="ph6648"/>
              <p:cNvSpPr/>
              <p:nvPr/>
            </p:nvSpPr>
            <p:spPr>
              <a:xfrm>
                <a:off x="36703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9" name="ph6649"/>
              <p:cNvSpPr/>
              <p:nvPr/>
            </p:nvSpPr>
            <p:spPr>
              <a:xfrm>
                <a:off x="36796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0" name="ph6650"/>
              <p:cNvSpPr/>
              <p:nvPr/>
            </p:nvSpPr>
            <p:spPr>
              <a:xfrm>
                <a:off x="36889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1" name="ph6651"/>
              <p:cNvSpPr/>
              <p:nvPr/>
            </p:nvSpPr>
            <p:spPr>
              <a:xfrm>
                <a:off x="36981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2" name="ph6652"/>
              <p:cNvSpPr/>
              <p:nvPr/>
            </p:nvSpPr>
            <p:spPr>
              <a:xfrm>
                <a:off x="37074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3" name="ph6653"/>
              <p:cNvSpPr/>
              <p:nvPr/>
            </p:nvSpPr>
            <p:spPr>
              <a:xfrm>
                <a:off x="37166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4" name="ph6654"/>
              <p:cNvSpPr/>
              <p:nvPr/>
            </p:nvSpPr>
            <p:spPr>
              <a:xfrm>
                <a:off x="3725954" y="13608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606"/>
                    </a:lnTo>
                    <a:lnTo>
                      <a:pt x="922242" y="911368"/>
                    </a:lnTo>
                    <a:lnTo>
                      <a:pt x="921709" y="914400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5" name="ph6655"/>
              <p:cNvSpPr/>
              <p:nvPr/>
            </p:nvSpPr>
            <p:spPr>
              <a:xfrm>
                <a:off x="3735217" y="1343625"/>
                <a:ext cx="914934" cy="918845"/>
              </a:xfrm>
              <a:custGeom>
                <a:avLst/>
                <a:gdLst/>
                <a:ahLst/>
                <a:cxnLst/>
                <a:rect l="0" t="0" r="0" b="0"/>
                <a:pathLst>
                  <a:path w="914934" h="918845">
                    <a:moveTo>
                      <a:pt x="914400" y="914400"/>
                    </a:moveTo>
                    <a:lnTo>
                      <a:pt x="914934" y="914400"/>
                    </a:lnTo>
                    <a:lnTo>
                      <a:pt x="914499" y="918162"/>
                    </a:lnTo>
                    <a:lnTo>
                      <a:pt x="914400" y="918845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6" name="ph6656"/>
              <p:cNvSpPr/>
              <p:nvPr/>
            </p:nvSpPr>
            <p:spPr>
              <a:xfrm>
                <a:off x="2030968" y="1326387"/>
                <a:ext cx="914400" cy="92569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95">
                    <a:moveTo>
                      <a:pt x="914400" y="914400"/>
                    </a:moveTo>
                    <a:lnTo>
                      <a:pt x="914400" y="925695"/>
                    </a:lnTo>
                    <a:lnTo>
                      <a:pt x="911812" y="918158"/>
                    </a:lnTo>
                    <a:lnTo>
                      <a:pt x="910665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7" name="ph6657"/>
              <p:cNvSpPr/>
              <p:nvPr/>
            </p:nvSpPr>
            <p:spPr>
              <a:xfrm>
                <a:off x="20309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619" y="931638"/>
                    </a:lnTo>
                    <a:lnTo>
                      <a:pt x="914945" y="927284"/>
                    </a:lnTo>
                    <a:lnTo>
                      <a:pt x="914400" y="925695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8" name="ph6658"/>
              <p:cNvSpPr/>
              <p:nvPr/>
            </p:nvSpPr>
            <p:spPr>
              <a:xfrm>
                <a:off x="20402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9" name="ph6659"/>
              <p:cNvSpPr/>
              <p:nvPr/>
            </p:nvSpPr>
            <p:spPr>
              <a:xfrm>
                <a:off x="20494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0" name="ph6660"/>
              <p:cNvSpPr/>
              <p:nvPr/>
            </p:nvSpPr>
            <p:spPr>
              <a:xfrm>
                <a:off x="205875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1" name="ph6661"/>
              <p:cNvSpPr/>
              <p:nvPr/>
            </p:nvSpPr>
            <p:spPr>
              <a:xfrm>
                <a:off x="20680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2" name="ph6662"/>
              <p:cNvSpPr/>
              <p:nvPr/>
            </p:nvSpPr>
            <p:spPr>
              <a:xfrm>
                <a:off x="20772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3" name="ph6663"/>
              <p:cNvSpPr/>
              <p:nvPr/>
            </p:nvSpPr>
            <p:spPr>
              <a:xfrm>
                <a:off x="20865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4" name="ph6664"/>
              <p:cNvSpPr/>
              <p:nvPr/>
            </p:nvSpPr>
            <p:spPr>
              <a:xfrm>
                <a:off x="20958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5" name="ph6665"/>
              <p:cNvSpPr/>
              <p:nvPr/>
            </p:nvSpPr>
            <p:spPr>
              <a:xfrm>
                <a:off x="210506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6" name="ph6666"/>
              <p:cNvSpPr/>
              <p:nvPr/>
            </p:nvSpPr>
            <p:spPr>
              <a:xfrm>
                <a:off x="21143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7" name="ph6667"/>
              <p:cNvSpPr/>
              <p:nvPr/>
            </p:nvSpPr>
            <p:spPr>
              <a:xfrm>
                <a:off x="21235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8" name="ph6668"/>
              <p:cNvSpPr/>
              <p:nvPr/>
            </p:nvSpPr>
            <p:spPr>
              <a:xfrm>
                <a:off x="21328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9" name="ph6669"/>
              <p:cNvSpPr/>
              <p:nvPr/>
            </p:nvSpPr>
            <p:spPr>
              <a:xfrm>
                <a:off x="214211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0" name="ph6670"/>
              <p:cNvSpPr/>
              <p:nvPr/>
            </p:nvSpPr>
            <p:spPr>
              <a:xfrm>
                <a:off x="21513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1" name="ph6671"/>
              <p:cNvSpPr/>
              <p:nvPr/>
            </p:nvSpPr>
            <p:spPr>
              <a:xfrm>
                <a:off x="21606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2" name="ph6672"/>
              <p:cNvSpPr/>
              <p:nvPr/>
            </p:nvSpPr>
            <p:spPr>
              <a:xfrm>
                <a:off x="21699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3" name="ph6673"/>
              <p:cNvSpPr/>
              <p:nvPr/>
            </p:nvSpPr>
            <p:spPr>
              <a:xfrm>
                <a:off x="21791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4" name="ph6674"/>
              <p:cNvSpPr/>
              <p:nvPr/>
            </p:nvSpPr>
            <p:spPr>
              <a:xfrm>
                <a:off x="218842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5" name="ph6675"/>
              <p:cNvSpPr/>
              <p:nvPr/>
            </p:nvSpPr>
            <p:spPr>
              <a:xfrm>
                <a:off x="21976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6" name="ph6676"/>
              <p:cNvSpPr/>
              <p:nvPr/>
            </p:nvSpPr>
            <p:spPr>
              <a:xfrm>
                <a:off x="22069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7" name="ph6677"/>
              <p:cNvSpPr/>
              <p:nvPr/>
            </p:nvSpPr>
            <p:spPr>
              <a:xfrm>
                <a:off x="22162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8" name="ph6678"/>
              <p:cNvSpPr/>
              <p:nvPr/>
            </p:nvSpPr>
            <p:spPr>
              <a:xfrm>
                <a:off x="222547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9" name="ph6679"/>
              <p:cNvSpPr/>
              <p:nvPr/>
            </p:nvSpPr>
            <p:spPr>
              <a:xfrm>
                <a:off x="22347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0" name="ph6680"/>
              <p:cNvSpPr/>
              <p:nvPr/>
            </p:nvSpPr>
            <p:spPr>
              <a:xfrm>
                <a:off x="22439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1" name="ph6681"/>
              <p:cNvSpPr/>
              <p:nvPr/>
            </p:nvSpPr>
            <p:spPr>
              <a:xfrm>
                <a:off x="22532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2" name="ph6682"/>
              <p:cNvSpPr/>
              <p:nvPr/>
            </p:nvSpPr>
            <p:spPr>
              <a:xfrm>
                <a:off x="22625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3" name="ph6683"/>
              <p:cNvSpPr/>
              <p:nvPr/>
            </p:nvSpPr>
            <p:spPr>
              <a:xfrm>
                <a:off x="227178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4" name="ph6684"/>
              <p:cNvSpPr/>
              <p:nvPr/>
            </p:nvSpPr>
            <p:spPr>
              <a:xfrm>
                <a:off x="22810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5" name="ph6685"/>
              <p:cNvSpPr/>
              <p:nvPr/>
            </p:nvSpPr>
            <p:spPr>
              <a:xfrm>
                <a:off x="22903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6" name="ph6686"/>
              <p:cNvSpPr/>
              <p:nvPr/>
            </p:nvSpPr>
            <p:spPr>
              <a:xfrm>
                <a:off x="22995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7" name="ph6687"/>
              <p:cNvSpPr/>
              <p:nvPr/>
            </p:nvSpPr>
            <p:spPr>
              <a:xfrm>
                <a:off x="230883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8" name="ph6688"/>
              <p:cNvSpPr/>
              <p:nvPr/>
            </p:nvSpPr>
            <p:spPr>
              <a:xfrm>
                <a:off x="23180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9" name="ph6689"/>
              <p:cNvSpPr/>
              <p:nvPr/>
            </p:nvSpPr>
            <p:spPr>
              <a:xfrm>
                <a:off x="23273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0" name="ph6690"/>
              <p:cNvSpPr/>
              <p:nvPr/>
            </p:nvSpPr>
            <p:spPr>
              <a:xfrm>
                <a:off x="23366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1" name="ph6691"/>
              <p:cNvSpPr/>
              <p:nvPr/>
            </p:nvSpPr>
            <p:spPr>
              <a:xfrm>
                <a:off x="23458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2" name="ph6692"/>
              <p:cNvSpPr/>
              <p:nvPr/>
            </p:nvSpPr>
            <p:spPr>
              <a:xfrm>
                <a:off x="235514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3" name="ph6693"/>
              <p:cNvSpPr/>
              <p:nvPr/>
            </p:nvSpPr>
            <p:spPr>
              <a:xfrm>
                <a:off x="23644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4" name="ph6694"/>
              <p:cNvSpPr/>
              <p:nvPr/>
            </p:nvSpPr>
            <p:spPr>
              <a:xfrm>
                <a:off x="23736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5" name="ph6695"/>
              <p:cNvSpPr/>
              <p:nvPr/>
            </p:nvSpPr>
            <p:spPr>
              <a:xfrm>
                <a:off x="23829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6" name="ph6696"/>
              <p:cNvSpPr/>
              <p:nvPr/>
            </p:nvSpPr>
            <p:spPr>
              <a:xfrm>
                <a:off x="2392195" y="1343625"/>
                <a:ext cx="9184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5928" y="897161"/>
                    </a:lnTo>
                    <a:lnTo>
                      <a:pt x="916965" y="903378"/>
                    </a:lnTo>
                    <a:lnTo>
                      <a:pt x="918405" y="913956"/>
                    </a:lnTo>
                    <a:lnTo>
                      <a:pt x="918452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7" name="ph6697"/>
              <p:cNvSpPr/>
              <p:nvPr/>
            </p:nvSpPr>
            <p:spPr>
              <a:xfrm>
                <a:off x="3142434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7" y="914400"/>
                    </a:lnTo>
                    <a:lnTo>
                      <a:pt x="914400" y="914153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8" name="ph6698"/>
              <p:cNvSpPr/>
              <p:nvPr/>
            </p:nvSpPr>
            <p:spPr>
              <a:xfrm>
                <a:off x="3151697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53"/>
                    </a:lnTo>
                    <a:lnTo>
                      <a:pt x="905266" y="914055"/>
                    </a:lnTo>
                    <a:lnTo>
                      <a:pt x="910707" y="910498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9" name="ph6699"/>
              <p:cNvSpPr/>
              <p:nvPr/>
            </p:nvSpPr>
            <p:spPr>
              <a:xfrm>
                <a:off x="3160959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478"/>
                    </a:lnTo>
                    <a:lnTo>
                      <a:pt x="906976" y="907472"/>
                    </a:lnTo>
                    <a:lnTo>
                      <a:pt x="907270" y="907326"/>
                    </a:lnTo>
                    <a:lnTo>
                      <a:pt x="907566" y="907180"/>
                    </a:lnTo>
                    <a:lnTo>
                      <a:pt x="907861" y="907034"/>
                    </a:lnTo>
                    <a:lnTo>
                      <a:pt x="908157" y="906887"/>
                    </a:lnTo>
                    <a:lnTo>
                      <a:pt x="908453" y="906741"/>
                    </a:lnTo>
                    <a:lnTo>
                      <a:pt x="908748" y="906595"/>
                    </a:lnTo>
                    <a:lnTo>
                      <a:pt x="909044" y="906448"/>
                    </a:lnTo>
                    <a:lnTo>
                      <a:pt x="909340" y="906302"/>
                    </a:lnTo>
                    <a:lnTo>
                      <a:pt x="909635" y="906156"/>
                    </a:lnTo>
                    <a:lnTo>
                      <a:pt x="909931" y="906010"/>
                    </a:lnTo>
                    <a:lnTo>
                      <a:pt x="910227" y="905863"/>
                    </a:lnTo>
                    <a:lnTo>
                      <a:pt x="910522" y="905717"/>
                    </a:lnTo>
                    <a:lnTo>
                      <a:pt x="910818" y="905571"/>
                    </a:lnTo>
                    <a:lnTo>
                      <a:pt x="911114" y="905425"/>
                    </a:lnTo>
                    <a:lnTo>
                      <a:pt x="911410" y="905278"/>
                    </a:lnTo>
                    <a:lnTo>
                      <a:pt x="911705" y="905132"/>
                    </a:lnTo>
                    <a:lnTo>
                      <a:pt x="912001" y="904986"/>
                    </a:lnTo>
                    <a:lnTo>
                      <a:pt x="912297" y="904840"/>
                    </a:lnTo>
                    <a:lnTo>
                      <a:pt x="912593" y="904693"/>
                    </a:lnTo>
                    <a:lnTo>
                      <a:pt x="912888" y="904547"/>
                    </a:lnTo>
                    <a:lnTo>
                      <a:pt x="913184" y="904401"/>
                    </a:lnTo>
                    <a:lnTo>
                      <a:pt x="913480" y="904255"/>
                    </a:lnTo>
                    <a:lnTo>
                      <a:pt x="913776" y="904109"/>
                    </a:lnTo>
                    <a:lnTo>
                      <a:pt x="914071" y="903962"/>
                    </a:lnTo>
                    <a:lnTo>
                      <a:pt x="914400" y="903800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0" name="ph6700"/>
              <p:cNvSpPr/>
              <p:nvPr/>
            </p:nvSpPr>
            <p:spPr>
              <a:xfrm>
                <a:off x="3170221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00"/>
                    </a:lnTo>
                    <a:lnTo>
                      <a:pt x="905401" y="903670"/>
                    </a:lnTo>
                    <a:lnTo>
                      <a:pt x="905697" y="903524"/>
                    </a:lnTo>
                    <a:lnTo>
                      <a:pt x="905992" y="903378"/>
                    </a:lnTo>
                    <a:lnTo>
                      <a:pt x="906288" y="903232"/>
                    </a:lnTo>
                    <a:lnTo>
                      <a:pt x="906584" y="903085"/>
                    </a:lnTo>
                    <a:lnTo>
                      <a:pt x="906880" y="902939"/>
                    </a:lnTo>
                    <a:lnTo>
                      <a:pt x="907176" y="902793"/>
                    </a:lnTo>
                    <a:lnTo>
                      <a:pt x="907472" y="902647"/>
                    </a:lnTo>
                    <a:lnTo>
                      <a:pt x="907767" y="902501"/>
                    </a:lnTo>
                    <a:lnTo>
                      <a:pt x="908063" y="902355"/>
                    </a:lnTo>
                    <a:lnTo>
                      <a:pt x="908359" y="902209"/>
                    </a:lnTo>
                    <a:lnTo>
                      <a:pt x="908655" y="902063"/>
                    </a:lnTo>
                    <a:lnTo>
                      <a:pt x="908951" y="901917"/>
                    </a:lnTo>
                    <a:lnTo>
                      <a:pt x="909247" y="901770"/>
                    </a:lnTo>
                    <a:lnTo>
                      <a:pt x="909543" y="901624"/>
                    </a:lnTo>
                    <a:lnTo>
                      <a:pt x="909839" y="901478"/>
                    </a:lnTo>
                    <a:lnTo>
                      <a:pt x="910135" y="901332"/>
                    </a:lnTo>
                    <a:lnTo>
                      <a:pt x="910430" y="901186"/>
                    </a:lnTo>
                    <a:lnTo>
                      <a:pt x="910726" y="901040"/>
                    </a:lnTo>
                    <a:lnTo>
                      <a:pt x="911022" y="900894"/>
                    </a:lnTo>
                    <a:lnTo>
                      <a:pt x="911318" y="900748"/>
                    </a:lnTo>
                    <a:lnTo>
                      <a:pt x="911614" y="900602"/>
                    </a:lnTo>
                    <a:lnTo>
                      <a:pt x="911910" y="900456"/>
                    </a:lnTo>
                    <a:lnTo>
                      <a:pt x="912206" y="900310"/>
                    </a:lnTo>
                    <a:lnTo>
                      <a:pt x="912502" y="900164"/>
                    </a:lnTo>
                    <a:lnTo>
                      <a:pt x="912798" y="900018"/>
                    </a:lnTo>
                    <a:lnTo>
                      <a:pt x="913094" y="899872"/>
                    </a:lnTo>
                    <a:lnTo>
                      <a:pt x="913390" y="899726"/>
                    </a:lnTo>
                    <a:lnTo>
                      <a:pt x="913686" y="899580"/>
                    </a:lnTo>
                    <a:lnTo>
                      <a:pt x="913982" y="899434"/>
                    </a:lnTo>
                    <a:lnTo>
                      <a:pt x="914400" y="899228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1" name="ph6701"/>
              <p:cNvSpPr/>
              <p:nvPr/>
            </p:nvSpPr>
            <p:spPr>
              <a:xfrm>
                <a:off x="3179483" y="13263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67"/>
                    </a:lnTo>
                    <a:lnTo>
                      <a:pt x="905312" y="916381"/>
                    </a:lnTo>
                    <a:lnTo>
                      <a:pt x="905608" y="916235"/>
                    </a:lnTo>
                    <a:lnTo>
                      <a:pt x="905904" y="916089"/>
                    </a:lnTo>
                    <a:lnTo>
                      <a:pt x="906200" y="915943"/>
                    </a:lnTo>
                    <a:lnTo>
                      <a:pt x="906496" y="915797"/>
                    </a:lnTo>
                    <a:lnTo>
                      <a:pt x="906792" y="915651"/>
                    </a:lnTo>
                    <a:lnTo>
                      <a:pt x="907088" y="915505"/>
                    </a:lnTo>
                    <a:lnTo>
                      <a:pt x="907384" y="915359"/>
                    </a:lnTo>
                    <a:lnTo>
                      <a:pt x="909546" y="914400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2" name="ph6702"/>
              <p:cNvSpPr/>
              <p:nvPr/>
            </p:nvSpPr>
            <p:spPr>
              <a:xfrm>
                <a:off x="31794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3" name="ph6703"/>
              <p:cNvSpPr/>
              <p:nvPr/>
            </p:nvSpPr>
            <p:spPr>
              <a:xfrm>
                <a:off x="31887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4" name="ph6704"/>
              <p:cNvSpPr/>
              <p:nvPr/>
            </p:nvSpPr>
            <p:spPr>
              <a:xfrm>
                <a:off x="31980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5" name="ph6705"/>
              <p:cNvSpPr/>
              <p:nvPr/>
            </p:nvSpPr>
            <p:spPr>
              <a:xfrm>
                <a:off x="32072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6" name="ph6706"/>
              <p:cNvSpPr/>
              <p:nvPr/>
            </p:nvSpPr>
            <p:spPr>
              <a:xfrm>
                <a:off x="32165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7" name="ph6707"/>
              <p:cNvSpPr/>
              <p:nvPr/>
            </p:nvSpPr>
            <p:spPr>
              <a:xfrm>
                <a:off x="32257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8" name="ph6708"/>
              <p:cNvSpPr/>
              <p:nvPr/>
            </p:nvSpPr>
            <p:spPr>
              <a:xfrm>
                <a:off x="32350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9" name="ph6709"/>
              <p:cNvSpPr/>
              <p:nvPr/>
            </p:nvSpPr>
            <p:spPr>
              <a:xfrm>
                <a:off x="32443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0" name="ph6710"/>
              <p:cNvSpPr/>
              <p:nvPr/>
            </p:nvSpPr>
            <p:spPr>
              <a:xfrm>
                <a:off x="32535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1" name="ph6711"/>
              <p:cNvSpPr/>
              <p:nvPr/>
            </p:nvSpPr>
            <p:spPr>
              <a:xfrm>
                <a:off x="32628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2" name="ph6712"/>
              <p:cNvSpPr/>
              <p:nvPr/>
            </p:nvSpPr>
            <p:spPr>
              <a:xfrm>
                <a:off x="32721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3" name="ph6713"/>
              <p:cNvSpPr/>
              <p:nvPr/>
            </p:nvSpPr>
            <p:spPr>
              <a:xfrm>
                <a:off x="32813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4" name="ph6714"/>
              <p:cNvSpPr/>
              <p:nvPr/>
            </p:nvSpPr>
            <p:spPr>
              <a:xfrm>
                <a:off x="32906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5" name="ph6715"/>
              <p:cNvSpPr/>
              <p:nvPr/>
            </p:nvSpPr>
            <p:spPr>
              <a:xfrm>
                <a:off x="32998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6" name="ph6716"/>
              <p:cNvSpPr/>
              <p:nvPr/>
            </p:nvSpPr>
            <p:spPr>
              <a:xfrm>
                <a:off x="33091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7" name="ph6717"/>
              <p:cNvSpPr/>
              <p:nvPr/>
            </p:nvSpPr>
            <p:spPr>
              <a:xfrm>
                <a:off x="33184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8" name="ph6718"/>
              <p:cNvSpPr/>
              <p:nvPr/>
            </p:nvSpPr>
            <p:spPr>
              <a:xfrm>
                <a:off x="33276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9" name="ph6719"/>
              <p:cNvSpPr/>
              <p:nvPr/>
            </p:nvSpPr>
            <p:spPr>
              <a:xfrm>
                <a:off x="33369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0" name="ph6720"/>
              <p:cNvSpPr/>
              <p:nvPr/>
            </p:nvSpPr>
            <p:spPr>
              <a:xfrm>
                <a:off x="33462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1" name="ph6721"/>
              <p:cNvSpPr/>
              <p:nvPr/>
            </p:nvSpPr>
            <p:spPr>
              <a:xfrm>
                <a:off x="335546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2" name="ph6722"/>
              <p:cNvSpPr/>
              <p:nvPr/>
            </p:nvSpPr>
            <p:spPr>
              <a:xfrm>
                <a:off x="33647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3" name="ph6723"/>
              <p:cNvSpPr/>
              <p:nvPr/>
            </p:nvSpPr>
            <p:spPr>
              <a:xfrm>
                <a:off x="33739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4" name="ph6724"/>
              <p:cNvSpPr/>
              <p:nvPr/>
            </p:nvSpPr>
            <p:spPr>
              <a:xfrm>
                <a:off x="33832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5" name="ph6725"/>
              <p:cNvSpPr/>
              <p:nvPr/>
            </p:nvSpPr>
            <p:spPr>
              <a:xfrm>
                <a:off x="339251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6" name="ph6726"/>
              <p:cNvSpPr/>
              <p:nvPr/>
            </p:nvSpPr>
            <p:spPr>
              <a:xfrm>
                <a:off x="34017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7" name="ph6727"/>
              <p:cNvSpPr/>
              <p:nvPr/>
            </p:nvSpPr>
            <p:spPr>
              <a:xfrm>
                <a:off x="34110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8" name="ph6728"/>
              <p:cNvSpPr/>
              <p:nvPr/>
            </p:nvSpPr>
            <p:spPr>
              <a:xfrm>
                <a:off x="34203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9" name="ph6729"/>
              <p:cNvSpPr/>
              <p:nvPr/>
            </p:nvSpPr>
            <p:spPr>
              <a:xfrm>
                <a:off x="34295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0" name="ph6730"/>
              <p:cNvSpPr/>
              <p:nvPr/>
            </p:nvSpPr>
            <p:spPr>
              <a:xfrm>
                <a:off x="343882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1" name="ph6731"/>
              <p:cNvSpPr/>
              <p:nvPr/>
            </p:nvSpPr>
            <p:spPr>
              <a:xfrm>
                <a:off x="34480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2" name="ph6732"/>
              <p:cNvSpPr/>
              <p:nvPr/>
            </p:nvSpPr>
            <p:spPr>
              <a:xfrm>
                <a:off x="34573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3" name="ph6733"/>
              <p:cNvSpPr/>
              <p:nvPr/>
            </p:nvSpPr>
            <p:spPr>
              <a:xfrm>
                <a:off x="34666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4" name="ph6734"/>
              <p:cNvSpPr/>
              <p:nvPr/>
            </p:nvSpPr>
            <p:spPr>
              <a:xfrm>
                <a:off x="347587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5" name="ph6735"/>
              <p:cNvSpPr/>
              <p:nvPr/>
            </p:nvSpPr>
            <p:spPr>
              <a:xfrm>
                <a:off x="34851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6" name="ph6736"/>
              <p:cNvSpPr/>
              <p:nvPr/>
            </p:nvSpPr>
            <p:spPr>
              <a:xfrm>
                <a:off x="34943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7" name="ph6737"/>
              <p:cNvSpPr/>
              <p:nvPr/>
            </p:nvSpPr>
            <p:spPr>
              <a:xfrm>
                <a:off x="35036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8" name="ph6738"/>
              <p:cNvSpPr/>
              <p:nvPr/>
            </p:nvSpPr>
            <p:spPr>
              <a:xfrm>
                <a:off x="35129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9" name="ph6739"/>
              <p:cNvSpPr/>
              <p:nvPr/>
            </p:nvSpPr>
            <p:spPr>
              <a:xfrm>
                <a:off x="352218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0" name="ph6740"/>
              <p:cNvSpPr/>
              <p:nvPr/>
            </p:nvSpPr>
            <p:spPr>
              <a:xfrm>
                <a:off x="35314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1" name="ph6741"/>
              <p:cNvSpPr/>
              <p:nvPr/>
            </p:nvSpPr>
            <p:spPr>
              <a:xfrm>
                <a:off x="35407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2" name="ph6742"/>
              <p:cNvSpPr/>
              <p:nvPr/>
            </p:nvSpPr>
            <p:spPr>
              <a:xfrm>
                <a:off x="35499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3" name="ph6743"/>
              <p:cNvSpPr/>
              <p:nvPr/>
            </p:nvSpPr>
            <p:spPr>
              <a:xfrm>
                <a:off x="355923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4" name="ph6744"/>
              <p:cNvSpPr/>
              <p:nvPr/>
            </p:nvSpPr>
            <p:spPr>
              <a:xfrm>
                <a:off x="35684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5" name="ph6745"/>
              <p:cNvSpPr/>
              <p:nvPr/>
            </p:nvSpPr>
            <p:spPr>
              <a:xfrm>
                <a:off x="35777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6" name="ph6746"/>
              <p:cNvSpPr/>
              <p:nvPr/>
            </p:nvSpPr>
            <p:spPr>
              <a:xfrm>
                <a:off x="35870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7" name="ph6747"/>
              <p:cNvSpPr/>
              <p:nvPr/>
            </p:nvSpPr>
            <p:spPr>
              <a:xfrm>
                <a:off x="35962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8" name="ph6748"/>
              <p:cNvSpPr/>
              <p:nvPr/>
            </p:nvSpPr>
            <p:spPr>
              <a:xfrm>
                <a:off x="36055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9" name="ph6749"/>
              <p:cNvSpPr/>
              <p:nvPr/>
            </p:nvSpPr>
            <p:spPr>
              <a:xfrm>
                <a:off x="36148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0" name="ph6750"/>
              <p:cNvSpPr/>
              <p:nvPr/>
            </p:nvSpPr>
            <p:spPr>
              <a:xfrm>
                <a:off x="36240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1" name="ph6751"/>
              <p:cNvSpPr/>
              <p:nvPr/>
            </p:nvSpPr>
            <p:spPr>
              <a:xfrm>
                <a:off x="36333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2" name="ph6752"/>
              <p:cNvSpPr/>
              <p:nvPr/>
            </p:nvSpPr>
            <p:spPr>
              <a:xfrm>
                <a:off x="36425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3" name="ph6753"/>
              <p:cNvSpPr/>
              <p:nvPr/>
            </p:nvSpPr>
            <p:spPr>
              <a:xfrm>
                <a:off x="36518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4" name="ph6754"/>
              <p:cNvSpPr/>
              <p:nvPr/>
            </p:nvSpPr>
            <p:spPr>
              <a:xfrm>
                <a:off x="36611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5" name="ph6755"/>
              <p:cNvSpPr/>
              <p:nvPr/>
            </p:nvSpPr>
            <p:spPr>
              <a:xfrm>
                <a:off x="36703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6" name="ph6756"/>
              <p:cNvSpPr/>
              <p:nvPr/>
            </p:nvSpPr>
            <p:spPr>
              <a:xfrm>
                <a:off x="36796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7" name="ph6757"/>
              <p:cNvSpPr/>
              <p:nvPr/>
            </p:nvSpPr>
            <p:spPr>
              <a:xfrm>
                <a:off x="36889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8" name="ph6758"/>
              <p:cNvSpPr/>
              <p:nvPr/>
            </p:nvSpPr>
            <p:spPr>
              <a:xfrm>
                <a:off x="36981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9" name="ph6759"/>
              <p:cNvSpPr/>
              <p:nvPr/>
            </p:nvSpPr>
            <p:spPr>
              <a:xfrm>
                <a:off x="37074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0" name="ph6760"/>
              <p:cNvSpPr/>
              <p:nvPr/>
            </p:nvSpPr>
            <p:spPr>
              <a:xfrm>
                <a:off x="37166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1" name="ph6761"/>
              <p:cNvSpPr/>
              <p:nvPr/>
            </p:nvSpPr>
            <p:spPr>
              <a:xfrm>
                <a:off x="37259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2" name="ph6762"/>
              <p:cNvSpPr/>
              <p:nvPr/>
            </p:nvSpPr>
            <p:spPr>
              <a:xfrm>
                <a:off x="3735217" y="13436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009"/>
                    </a:lnTo>
                    <a:lnTo>
                      <a:pt x="922021" y="905654"/>
                    </a:lnTo>
                    <a:lnTo>
                      <a:pt x="916823" y="910235"/>
                    </a:lnTo>
                    <a:lnTo>
                      <a:pt x="915279" y="911418"/>
                    </a:lnTo>
                    <a:lnTo>
                      <a:pt x="914934" y="914400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3" name="ph6763"/>
              <p:cNvSpPr/>
              <p:nvPr/>
            </p:nvSpPr>
            <p:spPr>
              <a:xfrm>
                <a:off x="3744479" y="1326387"/>
                <a:ext cx="920846" cy="921248"/>
              </a:xfrm>
              <a:custGeom>
                <a:avLst/>
                <a:gdLst/>
                <a:ahLst/>
                <a:cxnLst/>
                <a:rect l="0" t="0" r="0" b="0"/>
                <a:pathLst>
                  <a:path w="920846" h="921248">
                    <a:moveTo>
                      <a:pt x="914400" y="914400"/>
                    </a:moveTo>
                    <a:lnTo>
                      <a:pt x="920846" y="914400"/>
                    </a:lnTo>
                    <a:lnTo>
                      <a:pt x="917822" y="917817"/>
                    </a:lnTo>
                    <a:lnTo>
                      <a:pt x="914400" y="92124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4" name="ph6764"/>
              <p:cNvSpPr/>
              <p:nvPr/>
            </p:nvSpPr>
            <p:spPr>
              <a:xfrm>
                <a:off x="2030968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665" y="931638"/>
                    </a:lnTo>
                    <a:lnTo>
                      <a:pt x="908939" y="925978"/>
                    </a:lnTo>
                    <a:lnTo>
                      <a:pt x="906335" y="916293"/>
                    </a:lnTo>
                    <a:lnTo>
                      <a:pt x="905891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5" name="ph6765"/>
              <p:cNvSpPr/>
              <p:nvPr/>
            </p:nvSpPr>
            <p:spPr>
              <a:xfrm>
                <a:off x="20309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6" name="ph6766"/>
              <p:cNvSpPr/>
              <p:nvPr/>
            </p:nvSpPr>
            <p:spPr>
              <a:xfrm>
                <a:off x="20402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7" name="ph6767"/>
              <p:cNvSpPr/>
              <p:nvPr/>
            </p:nvSpPr>
            <p:spPr>
              <a:xfrm>
                <a:off x="20494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8" name="ph6768"/>
              <p:cNvSpPr/>
              <p:nvPr/>
            </p:nvSpPr>
            <p:spPr>
              <a:xfrm>
                <a:off x="205875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9" name="ph6769"/>
              <p:cNvSpPr/>
              <p:nvPr/>
            </p:nvSpPr>
            <p:spPr>
              <a:xfrm>
                <a:off x="20680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0" name="ph6770"/>
              <p:cNvSpPr/>
              <p:nvPr/>
            </p:nvSpPr>
            <p:spPr>
              <a:xfrm>
                <a:off x="20772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1" name="ph6771"/>
              <p:cNvSpPr/>
              <p:nvPr/>
            </p:nvSpPr>
            <p:spPr>
              <a:xfrm>
                <a:off x="20865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2" name="ph6772"/>
              <p:cNvSpPr/>
              <p:nvPr/>
            </p:nvSpPr>
            <p:spPr>
              <a:xfrm>
                <a:off x="20958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3" name="ph6773"/>
              <p:cNvSpPr/>
              <p:nvPr/>
            </p:nvSpPr>
            <p:spPr>
              <a:xfrm>
                <a:off x="210506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4" name="ph6774"/>
              <p:cNvSpPr/>
              <p:nvPr/>
            </p:nvSpPr>
            <p:spPr>
              <a:xfrm>
                <a:off x="21143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5" name="ph6775"/>
              <p:cNvSpPr/>
              <p:nvPr/>
            </p:nvSpPr>
            <p:spPr>
              <a:xfrm>
                <a:off x="21235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6" name="ph6776"/>
              <p:cNvSpPr/>
              <p:nvPr/>
            </p:nvSpPr>
            <p:spPr>
              <a:xfrm>
                <a:off x="21328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7" name="ph6777"/>
              <p:cNvSpPr/>
              <p:nvPr/>
            </p:nvSpPr>
            <p:spPr>
              <a:xfrm>
                <a:off x="214211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8" name="ph6778"/>
              <p:cNvSpPr/>
              <p:nvPr/>
            </p:nvSpPr>
            <p:spPr>
              <a:xfrm>
                <a:off x="21513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9" name="ph6779"/>
              <p:cNvSpPr/>
              <p:nvPr/>
            </p:nvSpPr>
            <p:spPr>
              <a:xfrm>
                <a:off x="21606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0" name="ph6780"/>
              <p:cNvSpPr/>
              <p:nvPr/>
            </p:nvSpPr>
            <p:spPr>
              <a:xfrm>
                <a:off x="21699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1" name="ph6781"/>
              <p:cNvSpPr/>
              <p:nvPr/>
            </p:nvSpPr>
            <p:spPr>
              <a:xfrm>
                <a:off x="21791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2" name="ph6782"/>
              <p:cNvSpPr/>
              <p:nvPr/>
            </p:nvSpPr>
            <p:spPr>
              <a:xfrm>
                <a:off x="218842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3" name="ph6783"/>
              <p:cNvSpPr/>
              <p:nvPr/>
            </p:nvSpPr>
            <p:spPr>
              <a:xfrm>
                <a:off x="21976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4" name="ph6784"/>
              <p:cNvSpPr/>
              <p:nvPr/>
            </p:nvSpPr>
            <p:spPr>
              <a:xfrm>
                <a:off x="22069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5" name="ph6785"/>
              <p:cNvSpPr/>
              <p:nvPr/>
            </p:nvSpPr>
            <p:spPr>
              <a:xfrm>
                <a:off x="22162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6" name="ph6786"/>
              <p:cNvSpPr/>
              <p:nvPr/>
            </p:nvSpPr>
            <p:spPr>
              <a:xfrm>
                <a:off x="222547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7" name="ph6787"/>
              <p:cNvSpPr/>
              <p:nvPr/>
            </p:nvSpPr>
            <p:spPr>
              <a:xfrm>
                <a:off x="22347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8" name="ph6788"/>
              <p:cNvSpPr/>
              <p:nvPr/>
            </p:nvSpPr>
            <p:spPr>
              <a:xfrm>
                <a:off x="22439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9" name="ph6789"/>
              <p:cNvSpPr/>
              <p:nvPr/>
            </p:nvSpPr>
            <p:spPr>
              <a:xfrm>
                <a:off x="22532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0" name="ph6790"/>
              <p:cNvSpPr/>
              <p:nvPr/>
            </p:nvSpPr>
            <p:spPr>
              <a:xfrm>
                <a:off x="22625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1" name="ph6791"/>
              <p:cNvSpPr/>
              <p:nvPr/>
            </p:nvSpPr>
            <p:spPr>
              <a:xfrm>
                <a:off x="227178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2" name="ph6792"/>
              <p:cNvSpPr/>
              <p:nvPr/>
            </p:nvSpPr>
            <p:spPr>
              <a:xfrm>
                <a:off x="22810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3" name="ph6793"/>
              <p:cNvSpPr/>
              <p:nvPr/>
            </p:nvSpPr>
            <p:spPr>
              <a:xfrm>
                <a:off x="22903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4" name="ph6794"/>
              <p:cNvSpPr/>
              <p:nvPr/>
            </p:nvSpPr>
            <p:spPr>
              <a:xfrm>
                <a:off x="22995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5" name="ph6795"/>
              <p:cNvSpPr/>
              <p:nvPr/>
            </p:nvSpPr>
            <p:spPr>
              <a:xfrm>
                <a:off x="230883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6" name="ph6796"/>
              <p:cNvSpPr/>
              <p:nvPr/>
            </p:nvSpPr>
            <p:spPr>
              <a:xfrm>
                <a:off x="23180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7" name="ph6797"/>
              <p:cNvSpPr/>
              <p:nvPr/>
            </p:nvSpPr>
            <p:spPr>
              <a:xfrm>
                <a:off x="23273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8" name="ph6798"/>
              <p:cNvSpPr/>
              <p:nvPr/>
            </p:nvSpPr>
            <p:spPr>
              <a:xfrm>
                <a:off x="23366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9" name="ph6799"/>
              <p:cNvSpPr/>
              <p:nvPr/>
            </p:nvSpPr>
            <p:spPr>
              <a:xfrm>
                <a:off x="23458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0" name="ph6800"/>
              <p:cNvSpPr/>
              <p:nvPr/>
            </p:nvSpPr>
            <p:spPr>
              <a:xfrm>
                <a:off x="235514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1" name="ph6801"/>
              <p:cNvSpPr/>
              <p:nvPr/>
            </p:nvSpPr>
            <p:spPr>
              <a:xfrm>
                <a:off x="23644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2" name="ph6802"/>
              <p:cNvSpPr/>
              <p:nvPr/>
            </p:nvSpPr>
            <p:spPr>
              <a:xfrm>
                <a:off x="23736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3" name="ph6803"/>
              <p:cNvSpPr/>
              <p:nvPr/>
            </p:nvSpPr>
            <p:spPr>
              <a:xfrm>
                <a:off x="2392195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550" y="897161"/>
                    </a:lnTo>
                    <a:lnTo>
                      <a:pt x="913197" y="899958"/>
                    </a:lnTo>
                    <a:lnTo>
                      <a:pt x="914399" y="906022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4" name="ph6804"/>
              <p:cNvSpPr/>
              <p:nvPr/>
            </p:nvSpPr>
            <p:spPr>
              <a:xfrm>
                <a:off x="2392195" y="1326387"/>
                <a:ext cx="91592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28" h="914400">
                    <a:moveTo>
                      <a:pt x="914399" y="914400"/>
                    </a:moveTo>
                    <a:lnTo>
                      <a:pt x="914399" y="906022"/>
                    </a:lnTo>
                    <a:lnTo>
                      <a:pt x="915227" y="910195"/>
                    </a:lnTo>
                    <a:lnTo>
                      <a:pt x="915928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5" name="ph6805"/>
              <p:cNvSpPr/>
              <p:nvPr/>
            </p:nvSpPr>
            <p:spPr>
              <a:xfrm>
                <a:off x="317948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546" y="914400"/>
                    </a:lnTo>
                    <a:lnTo>
                      <a:pt x="912718" y="912991"/>
                    </a:lnTo>
                    <a:lnTo>
                      <a:pt x="914400" y="912406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6" name="ph6806"/>
              <p:cNvSpPr/>
              <p:nvPr/>
            </p:nvSpPr>
            <p:spPr>
              <a:xfrm>
                <a:off x="318874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406"/>
                    </a:lnTo>
                    <a:lnTo>
                      <a:pt x="908847" y="911115"/>
                    </a:lnTo>
                    <a:lnTo>
                      <a:pt x="914400" y="909717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7" name="ph6807"/>
              <p:cNvSpPr/>
              <p:nvPr/>
            </p:nvSpPr>
            <p:spPr>
              <a:xfrm>
                <a:off x="319800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717"/>
                    </a:lnTo>
                    <a:lnTo>
                      <a:pt x="910482" y="908858"/>
                    </a:lnTo>
                    <a:lnTo>
                      <a:pt x="914400" y="908590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8" name="ph6808"/>
              <p:cNvSpPr/>
              <p:nvPr/>
            </p:nvSpPr>
            <p:spPr>
              <a:xfrm>
                <a:off x="320727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590"/>
                    </a:lnTo>
                    <a:lnTo>
                      <a:pt x="906699" y="908483"/>
                    </a:lnTo>
                    <a:lnTo>
                      <a:pt x="912183" y="908610"/>
                    </a:lnTo>
                    <a:lnTo>
                      <a:pt x="912651" y="908643"/>
                    </a:lnTo>
                    <a:lnTo>
                      <a:pt x="913122" y="908676"/>
                    </a:lnTo>
                    <a:lnTo>
                      <a:pt x="913592" y="908708"/>
                    </a:lnTo>
                    <a:lnTo>
                      <a:pt x="914063" y="908741"/>
                    </a:lnTo>
                    <a:lnTo>
                      <a:pt x="914400" y="908764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9" name="ph6809"/>
              <p:cNvSpPr/>
              <p:nvPr/>
            </p:nvSpPr>
            <p:spPr>
              <a:xfrm>
                <a:off x="3216532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764"/>
                    </a:lnTo>
                    <a:lnTo>
                      <a:pt x="905271" y="908774"/>
                    </a:lnTo>
                    <a:lnTo>
                      <a:pt x="905742" y="908806"/>
                    </a:lnTo>
                    <a:lnTo>
                      <a:pt x="906213" y="908839"/>
                    </a:lnTo>
                    <a:lnTo>
                      <a:pt x="906683" y="908872"/>
                    </a:lnTo>
                    <a:lnTo>
                      <a:pt x="907154" y="908904"/>
                    </a:lnTo>
                    <a:lnTo>
                      <a:pt x="907624" y="908937"/>
                    </a:lnTo>
                    <a:lnTo>
                      <a:pt x="908095" y="908970"/>
                    </a:lnTo>
                    <a:lnTo>
                      <a:pt x="908565" y="909003"/>
                    </a:lnTo>
                    <a:lnTo>
                      <a:pt x="909036" y="909036"/>
                    </a:lnTo>
                    <a:lnTo>
                      <a:pt x="909506" y="909068"/>
                    </a:lnTo>
                    <a:lnTo>
                      <a:pt x="909977" y="909101"/>
                    </a:lnTo>
                    <a:lnTo>
                      <a:pt x="910448" y="909134"/>
                    </a:lnTo>
                    <a:lnTo>
                      <a:pt x="910918" y="909167"/>
                    </a:lnTo>
                    <a:lnTo>
                      <a:pt x="911389" y="909200"/>
                    </a:lnTo>
                    <a:lnTo>
                      <a:pt x="911859" y="909233"/>
                    </a:lnTo>
                    <a:lnTo>
                      <a:pt x="912330" y="909266"/>
                    </a:lnTo>
                    <a:lnTo>
                      <a:pt x="912800" y="909299"/>
                    </a:lnTo>
                    <a:lnTo>
                      <a:pt x="913271" y="909332"/>
                    </a:lnTo>
                    <a:lnTo>
                      <a:pt x="913741" y="909365"/>
                    </a:lnTo>
                    <a:lnTo>
                      <a:pt x="914212" y="909398"/>
                    </a:lnTo>
                    <a:lnTo>
                      <a:pt x="914399" y="909411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0" name="ph6810"/>
              <p:cNvSpPr/>
              <p:nvPr/>
            </p:nvSpPr>
            <p:spPr>
              <a:xfrm>
                <a:off x="322579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11"/>
                    </a:lnTo>
                    <a:lnTo>
                      <a:pt x="905420" y="909431"/>
                    </a:lnTo>
                    <a:lnTo>
                      <a:pt x="905891" y="909464"/>
                    </a:lnTo>
                    <a:lnTo>
                      <a:pt x="906361" y="909497"/>
                    </a:lnTo>
                    <a:lnTo>
                      <a:pt x="906832" y="909530"/>
                    </a:lnTo>
                    <a:lnTo>
                      <a:pt x="907302" y="909563"/>
                    </a:lnTo>
                    <a:lnTo>
                      <a:pt x="907773" y="909596"/>
                    </a:lnTo>
                    <a:lnTo>
                      <a:pt x="908243" y="909629"/>
                    </a:lnTo>
                    <a:lnTo>
                      <a:pt x="908714" y="909662"/>
                    </a:lnTo>
                    <a:lnTo>
                      <a:pt x="909184" y="909695"/>
                    </a:lnTo>
                    <a:lnTo>
                      <a:pt x="909655" y="909729"/>
                    </a:lnTo>
                    <a:lnTo>
                      <a:pt x="910125" y="909762"/>
                    </a:lnTo>
                    <a:lnTo>
                      <a:pt x="910596" y="909795"/>
                    </a:lnTo>
                    <a:lnTo>
                      <a:pt x="911066" y="909828"/>
                    </a:lnTo>
                    <a:lnTo>
                      <a:pt x="911537" y="909861"/>
                    </a:lnTo>
                    <a:lnTo>
                      <a:pt x="912007" y="909895"/>
                    </a:lnTo>
                    <a:lnTo>
                      <a:pt x="912478" y="909928"/>
                    </a:lnTo>
                    <a:lnTo>
                      <a:pt x="912948" y="909961"/>
                    </a:lnTo>
                    <a:lnTo>
                      <a:pt x="913419" y="909995"/>
                    </a:lnTo>
                    <a:lnTo>
                      <a:pt x="913889" y="910028"/>
                    </a:lnTo>
                    <a:lnTo>
                      <a:pt x="914400" y="910064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1" name="ph6811"/>
              <p:cNvSpPr/>
              <p:nvPr/>
            </p:nvSpPr>
            <p:spPr>
              <a:xfrm>
                <a:off x="323505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64"/>
                    </a:lnTo>
                    <a:lnTo>
                      <a:pt x="905568" y="910095"/>
                    </a:lnTo>
                    <a:lnTo>
                      <a:pt x="906038" y="910128"/>
                    </a:lnTo>
                    <a:lnTo>
                      <a:pt x="906509" y="910161"/>
                    </a:lnTo>
                    <a:lnTo>
                      <a:pt x="906979" y="910195"/>
                    </a:lnTo>
                    <a:lnTo>
                      <a:pt x="907450" y="910228"/>
                    </a:lnTo>
                    <a:lnTo>
                      <a:pt x="907920" y="910262"/>
                    </a:lnTo>
                    <a:lnTo>
                      <a:pt x="908391" y="910295"/>
                    </a:lnTo>
                    <a:lnTo>
                      <a:pt x="908861" y="910329"/>
                    </a:lnTo>
                    <a:lnTo>
                      <a:pt x="909332" y="910362"/>
                    </a:lnTo>
                    <a:lnTo>
                      <a:pt x="909802" y="910396"/>
                    </a:lnTo>
                    <a:lnTo>
                      <a:pt x="910273" y="910429"/>
                    </a:lnTo>
                    <a:lnTo>
                      <a:pt x="910743" y="910463"/>
                    </a:lnTo>
                    <a:lnTo>
                      <a:pt x="914400" y="910724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2" name="ph6812"/>
              <p:cNvSpPr/>
              <p:nvPr/>
            </p:nvSpPr>
            <p:spPr>
              <a:xfrm>
                <a:off x="3244319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724"/>
                    </a:lnTo>
                    <a:lnTo>
                      <a:pt x="914400" y="911384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3" name="ph6813"/>
              <p:cNvSpPr/>
              <p:nvPr/>
            </p:nvSpPr>
            <p:spPr>
              <a:xfrm>
                <a:off x="3253581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384"/>
                    </a:lnTo>
                    <a:lnTo>
                      <a:pt x="914400" y="912045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4" name="ph6814"/>
              <p:cNvSpPr/>
              <p:nvPr/>
            </p:nvSpPr>
            <p:spPr>
              <a:xfrm>
                <a:off x="326284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045"/>
                    </a:lnTo>
                    <a:lnTo>
                      <a:pt x="914400" y="912706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5" name="ph6815"/>
              <p:cNvSpPr/>
              <p:nvPr/>
            </p:nvSpPr>
            <p:spPr>
              <a:xfrm>
                <a:off x="327210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706"/>
                    </a:lnTo>
                    <a:lnTo>
                      <a:pt x="914400" y="912510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6" name="ph6816"/>
              <p:cNvSpPr/>
              <p:nvPr/>
            </p:nvSpPr>
            <p:spPr>
              <a:xfrm>
                <a:off x="328136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510"/>
                    </a:lnTo>
                    <a:lnTo>
                      <a:pt x="914400" y="912314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7" name="ph6817"/>
              <p:cNvSpPr/>
              <p:nvPr/>
            </p:nvSpPr>
            <p:spPr>
              <a:xfrm>
                <a:off x="329063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314"/>
                    </a:lnTo>
                    <a:lnTo>
                      <a:pt x="914400" y="91211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8" name="ph6818"/>
              <p:cNvSpPr/>
              <p:nvPr/>
            </p:nvSpPr>
            <p:spPr>
              <a:xfrm>
                <a:off x="3299892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119"/>
                    </a:lnTo>
                    <a:lnTo>
                      <a:pt x="913862" y="911879"/>
                    </a:lnTo>
                    <a:lnTo>
                      <a:pt x="914226" y="911571"/>
                    </a:lnTo>
                    <a:lnTo>
                      <a:pt x="914400" y="911425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9" name="ph6819"/>
              <p:cNvSpPr/>
              <p:nvPr/>
            </p:nvSpPr>
            <p:spPr>
              <a:xfrm>
                <a:off x="330915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425"/>
                    </a:lnTo>
                    <a:lnTo>
                      <a:pt x="905329" y="911263"/>
                    </a:lnTo>
                    <a:lnTo>
                      <a:pt x="905694" y="910955"/>
                    </a:lnTo>
                    <a:lnTo>
                      <a:pt x="906058" y="910647"/>
                    </a:lnTo>
                    <a:lnTo>
                      <a:pt x="911025" y="906724"/>
                    </a:lnTo>
                    <a:lnTo>
                      <a:pt x="914400" y="904411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0" name="ph6820"/>
              <p:cNvSpPr/>
              <p:nvPr/>
            </p:nvSpPr>
            <p:spPr>
              <a:xfrm>
                <a:off x="331841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411"/>
                    </a:lnTo>
                    <a:lnTo>
                      <a:pt x="906825" y="903254"/>
                    </a:lnTo>
                    <a:lnTo>
                      <a:pt x="911973" y="900246"/>
                    </a:lnTo>
                    <a:lnTo>
                      <a:pt x="914400" y="898947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1" name="ph6821"/>
              <p:cNvSpPr/>
              <p:nvPr/>
            </p:nvSpPr>
            <p:spPr>
              <a:xfrm>
                <a:off x="3327679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185"/>
                    </a:lnTo>
                    <a:lnTo>
                      <a:pt x="908474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2" name="ph6822"/>
              <p:cNvSpPr/>
              <p:nvPr/>
            </p:nvSpPr>
            <p:spPr>
              <a:xfrm>
                <a:off x="33276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3" name="ph6823"/>
              <p:cNvSpPr/>
              <p:nvPr/>
            </p:nvSpPr>
            <p:spPr>
              <a:xfrm>
                <a:off x="33369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4" name="ph6824"/>
              <p:cNvSpPr/>
              <p:nvPr/>
            </p:nvSpPr>
            <p:spPr>
              <a:xfrm>
                <a:off x="33462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5" name="ph6825"/>
              <p:cNvSpPr/>
              <p:nvPr/>
            </p:nvSpPr>
            <p:spPr>
              <a:xfrm>
                <a:off x="335546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6" name="ph6826"/>
              <p:cNvSpPr/>
              <p:nvPr/>
            </p:nvSpPr>
            <p:spPr>
              <a:xfrm>
                <a:off x="33647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7" name="ph6827"/>
              <p:cNvSpPr/>
              <p:nvPr/>
            </p:nvSpPr>
            <p:spPr>
              <a:xfrm>
                <a:off x="33739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8" name="ph6828"/>
              <p:cNvSpPr/>
              <p:nvPr/>
            </p:nvSpPr>
            <p:spPr>
              <a:xfrm>
                <a:off x="33832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9" name="ph6829"/>
              <p:cNvSpPr/>
              <p:nvPr/>
            </p:nvSpPr>
            <p:spPr>
              <a:xfrm>
                <a:off x="339251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0" name="ph6830"/>
              <p:cNvSpPr/>
              <p:nvPr/>
            </p:nvSpPr>
            <p:spPr>
              <a:xfrm>
                <a:off x="34017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1" name="ph6831"/>
              <p:cNvSpPr/>
              <p:nvPr/>
            </p:nvSpPr>
            <p:spPr>
              <a:xfrm>
                <a:off x="34110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2" name="ph6832"/>
              <p:cNvSpPr/>
              <p:nvPr/>
            </p:nvSpPr>
            <p:spPr>
              <a:xfrm>
                <a:off x="34203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3" name="ph6833"/>
              <p:cNvSpPr/>
              <p:nvPr/>
            </p:nvSpPr>
            <p:spPr>
              <a:xfrm>
                <a:off x="34295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4" name="ph6834"/>
              <p:cNvSpPr/>
              <p:nvPr/>
            </p:nvSpPr>
            <p:spPr>
              <a:xfrm>
                <a:off x="343882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5" name="ph6835"/>
              <p:cNvSpPr/>
              <p:nvPr/>
            </p:nvSpPr>
            <p:spPr>
              <a:xfrm>
                <a:off x="34480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6" name="ph6836"/>
              <p:cNvSpPr/>
              <p:nvPr/>
            </p:nvSpPr>
            <p:spPr>
              <a:xfrm>
                <a:off x="34573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7" name="ph6837"/>
              <p:cNvSpPr/>
              <p:nvPr/>
            </p:nvSpPr>
            <p:spPr>
              <a:xfrm>
                <a:off x="34666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8" name="ph6838"/>
              <p:cNvSpPr/>
              <p:nvPr/>
            </p:nvSpPr>
            <p:spPr>
              <a:xfrm>
                <a:off x="347587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9" name="ph6839"/>
              <p:cNvSpPr/>
              <p:nvPr/>
            </p:nvSpPr>
            <p:spPr>
              <a:xfrm>
                <a:off x="34851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0" name="ph6840"/>
              <p:cNvSpPr/>
              <p:nvPr/>
            </p:nvSpPr>
            <p:spPr>
              <a:xfrm>
                <a:off x="34943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1" name="ph6841"/>
              <p:cNvSpPr/>
              <p:nvPr/>
            </p:nvSpPr>
            <p:spPr>
              <a:xfrm>
                <a:off x="35036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2" name="ph6842"/>
              <p:cNvSpPr/>
              <p:nvPr/>
            </p:nvSpPr>
            <p:spPr>
              <a:xfrm>
                <a:off x="35129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3" name="ph6843"/>
              <p:cNvSpPr/>
              <p:nvPr/>
            </p:nvSpPr>
            <p:spPr>
              <a:xfrm>
                <a:off x="352218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4" name="ph6844"/>
              <p:cNvSpPr/>
              <p:nvPr/>
            </p:nvSpPr>
            <p:spPr>
              <a:xfrm>
                <a:off x="35314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5" name="ph6845"/>
              <p:cNvSpPr/>
              <p:nvPr/>
            </p:nvSpPr>
            <p:spPr>
              <a:xfrm>
                <a:off x="35407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6" name="ph6846"/>
              <p:cNvSpPr/>
              <p:nvPr/>
            </p:nvSpPr>
            <p:spPr>
              <a:xfrm>
                <a:off x="35499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7" name="ph6847"/>
              <p:cNvSpPr/>
              <p:nvPr/>
            </p:nvSpPr>
            <p:spPr>
              <a:xfrm>
                <a:off x="355923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8" name="ph6848"/>
              <p:cNvSpPr/>
              <p:nvPr/>
            </p:nvSpPr>
            <p:spPr>
              <a:xfrm>
                <a:off x="35684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9" name="ph6849"/>
              <p:cNvSpPr/>
              <p:nvPr/>
            </p:nvSpPr>
            <p:spPr>
              <a:xfrm>
                <a:off x="35777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0" name="ph6850"/>
              <p:cNvSpPr/>
              <p:nvPr/>
            </p:nvSpPr>
            <p:spPr>
              <a:xfrm>
                <a:off x="35870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1" name="ph6851"/>
              <p:cNvSpPr/>
              <p:nvPr/>
            </p:nvSpPr>
            <p:spPr>
              <a:xfrm>
                <a:off x="35962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2" name="ph6852"/>
              <p:cNvSpPr/>
              <p:nvPr/>
            </p:nvSpPr>
            <p:spPr>
              <a:xfrm>
                <a:off x="360554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3" name="ph6853"/>
              <p:cNvSpPr/>
              <p:nvPr/>
            </p:nvSpPr>
            <p:spPr>
              <a:xfrm>
                <a:off x="36148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4" name="ph6854"/>
              <p:cNvSpPr/>
              <p:nvPr/>
            </p:nvSpPr>
            <p:spPr>
              <a:xfrm>
                <a:off x="36240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5" name="ph6855"/>
              <p:cNvSpPr/>
              <p:nvPr/>
            </p:nvSpPr>
            <p:spPr>
              <a:xfrm>
                <a:off x="363333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6" name="ph6856"/>
              <p:cNvSpPr/>
              <p:nvPr/>
            </p:nvSpPr>
            <p:spPr>
              <a:xfrm>
                <a:off x="364259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7" name="ph6857"/>
              <p:cNvSpPr/>
              <p:nvPr/>
            </p:nvSpPr>
            <p:spPr>
              <a:xfrm>
                <a:off x="365185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8" name="ph6858"/>
              <p:cNvSpPr/>
              <p:nvPr/>
            </p:nvSpPr>
            <p:spPr>
              <a:xfrm>
                <a:off x="366111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9" name="ph6859"/>
              <p:cNvSpPr/>
              <p:nvPr/>
            </p:nvSpPr>
            <p:spPr>
              <a:xfrm>
                <a:off x="367038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0" name="ph6860"/>
              <p:cNvSpPr/>
              <p:nvPr/>
            </p:nvSpPr>
            <p:spPr>
              <a:xfrm>
                <a:off x="367964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1" name="ph6861"/>
              <p:cNvSpPr/>
              <p:nvPr/>
            </p:nvSpPr>
            <p:spPr>
              <a:xfrm>
                <a:off x="368890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2" name="ph6862"/>
              <p:cNvSpPr/>
              <p:nvPr/>
            </p:nvSpPr>
            <p:spPr>
              <a:xfrm>
                <a:off x="36981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3" name="ph6863"/>
              <p:cNvSpPr/>
              <p:nvPr/>
            </p:nvSpPr>
            <p:spPr>
              <a:xfrm>
                <a:off x="37074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4" name="ph6864"/>
              <p:cNvSpPr/>
              <p:nvPr/>
            </p:nvSpPr>
            <p:spPr>
              <a:xfrm>
                <a:off x="37166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5" name="ph6865"/>
              <p:cNvSpPr/>
              <p:nvPr/>
            </p:nvSpPr>
            <p:spPr>
              <a:xfrm>
                <a:off x="372595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6" name="ph6866"/>
              <p:cNvSpPr/>
              <p:nvPr/>
            </p:nvSpPr>
            <p:spPr>
              <a:xfrm>
                <a:off x="37352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7" name="ph6867"/>
              <p:cNvSpPr/>
              <p:nvPr/>
            </p:nvSpPr>
            <p:spPr>
              <a:xfrm>
                <a:off x="3744479" y="13263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090"/>
                    </a:lnTo>
                    <a:lnTo>
                      <a:pt x="922737" y="912262"/>
                    </a:lnTo>
                    <a:lnTo>
                      <a:pt x="920846" y="91440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8" name="ph6868"/>
              <p:cNvSpPr/>
              <p:nvPr/>
            </p:nvSpPr>
            <p:spPr>
              <a:xfrm>
                <a:off x="3753741" y="1309148"/>
                <a:ext cx="923662" cy="9283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3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69"/>
                    </a:lnTo>
                    <a:lnTo>
                      <a:pt x="922810" y="917007"/>
                    </a:lnTo>
                    <a:lnTo>
                      <a:pt x="918229" y="923479"/>
                    </a:lnTo>
                    <a:lnTo>
                      <a:pt x="914400" y="92832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9" name="ph6869"/>
              <p:cNvSpPr/>
              <p:nvPr/>
            </p:nvSpPr>
            <p:spPr>
              <a:xfrm>
                <a:off x="3763003" y="1309148"/>
                <a:ext cx="915208" cy="915669"/>
              </a:xfrm>
              <a:custGeom>
                <a:avLst/>
                <a:gdLst/>
                <a:ahLst/>
                <a:cxnLst/>
                <a:rect l="0" t="0" r="0" b="0"/>
                <a:pathLst>
                  <a:path w="915208" h="915669">
                    <a:moveTo>
                      <a:pt x="914400" y="914400"/>
                    </a:moveTo>
                    <a:lnTo>
                      <a:pt x="915208" y="914400"/>
                    </a:lnTo>
                    <a:lnTo>
                      <a:pt x="914400" y="9156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0" name="ph6870"/>
              <p:cNvSpPr/>
              <p:nvPr/>
            </p:nvSpPr>
            <p:spPr>
              <a:xfrm>
                <a:off x="2021706" y="1291910"/>
                <a:ext cx="914400" cy="9284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423">
                    <a:moveTo>
                      <a:pt x="914400" y="914399"/>
                    </a:moveTo>
                    <a:lnTo>
                      <a:pt x="914400" y="928423"/>
                    </a:lnTo>
                    <a:lnTo>
                      <a:pt x="913270" y="923605"/>
                    </a:lnTo>
                    <a:lnTo>
                      <a:pt x="911412" y="91439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1" name="ph6871"/>
              <p:cNvSpPr/>
              <p:nvPr/>
            </p:nvSpPr>
            <p:spPr>
              <a:xfrm>
                <a:off x="202170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154" y="931638"/>
                    </a:lnTo>
                    <a:lnTo>
                      <a:pt x="914400" y="928423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2" name="ph6872"/>
              <p:cNvSpPr/>
              <p:nvPr/>
            </p:nvSpPr>
            <p:spPr>
              <a:xfrm>
                <a:off x="20309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3" name="ph6873"/>
              <p:cNvSpPr/>
              <p:nvPr/>
            </p:nvSpPr>
            <p:spPr>
              <a:xfrm>
                <a:off x="20402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4" name="ph6874"/>
              <p:cNvSpPr/>
              <p:nvPr/>
            </p:nvSpPr>
            <p:spPr>
              <a:xfrm>
                <a:off x="20494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5" name="ph6875"/>
              <p:cNvSpPr/>
              <p:nvPr/>
            </p:nvSpPr>
            <p:spPr>
              <a:xfrm>
                <a:off x="205875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6" name="ph6876"/>
              <p:cNvSpPr/>
              <p:nvPr/>
            </p:nvSpPr>
            <p:spPr>
              <a:xfrm>
                <a:off x="20680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7" name="ph6877"/>
              <p:cNvSpPr/>
              <p:nvPr/>
            </p:nvSpPr>
            <p:spPr>
              <a:xfrm>
                <a:off x="20772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8" name="ph6878"/>
              <p:cNvSpPr/>
              <p:nvPr/>
            </p:nvSpPr>
            <p:spPr>
              <a:xfrm>
                <a:off x="20865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9" name="ph6879"/>
              <p:cNvSpPr/>
              <p:nvPr/>
            </p:nvSpPr>
            <p:spPr>
              <a:xfrm>
                <a:off x="209580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0" name="ph6880"/>
              <p:cNvSpPr/>
              <p:nvPr/>
            </p:nvSpPr>
            <p:spPr>
              <a:xfrm>
                <a:off x="210506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1" name="ph6881"/>
              <p:cNvSpPr/>
              <p:nvPr/>
            </p:nvSpPr>
            <p:spPr>
              <a:xfrm>
                <a:off x="21143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2" name="ph6882"/>
              <p:cNvSpPr/>
              <p:nvPr/>
            </p:nvSpPr>
            <p:spPr>
              <a:xfrm>
                <a:off x="21235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3" name="ph6883"/>
              <p:cNvSpPr/>
              <p:nvPr/>
            </p:nvSpPr>
            <p:spPr>
              <a:xfrm>
                <a:off x="21328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4" name="ph6884"/>
              <p:cNvSpPr/>
              <p:nvPr/>
            </p:nvSpPr>
            <p:spPr>
              <a:xfrm>
                <a:off x="214211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5" name="ph6885"/>
              <p:cNvSpPr/>
              <p:nvPr/>
            </p:nvSpPr>
            <p:spPr>
              <a:xfrm>
                <a:off x="21513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6" name="ph6886"/>
              <p:cNvSpPr/>
              <p:nvPr/>
            </p:nvSpPr>
            <p:spPr>
              <a:xfrm>
                <a:off x="21606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7" name="ph6887"/>
              <p:cNvSpPr/>
              <p:nvPr/>
            </p:nvSpPr>
            <p:spPr>
              <a:xfrm>
                <a:off x="21699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8" name="ph6888"/>
              <p:cNvSpPr/>
              <p:nvPr/>
            </p:nvSpPr>
            <p:spPr>
              <a:xfrm>
                <a:off x="21791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9" name="ph6889"/>
              <p:cNvSpPr/>
              <p:nvPr/>
            </p:nvSpPr>
            <p:spPr>
              <a:xfrm>
                <a:off x="218842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0" name="ph6890"/>
              <p:cNvSpPr/>
              <p:nvPr/>
            </p:nvSpPr>
            <p:spPr>
              <a:xfrm>
                <a:off x="21976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1" name="ph6891"/>
              <p:cNvSpPr/>
              <p:nvPr/>
            </p:nvSpPr>
            <p:spPr>
              <a:xfrm>
                <a:off x="22069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2" name="ph6892"/>
              <p:cNvSpPr/>
              <p:nvPr/>
            </p:nvSpPr>
            <p:spPr>
              <a:xfrm>
                <a:off x="22162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3" name="ph6893"/>
              <p:cNvSpPr/>
              <p:nvPr/>
            </p:nvSpPr>
            <p:spPr>
              <a:xfrm>
                <a:off x="222547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4" name="ph6894"/>
              <p:cNvSpPr/>
              <p:nvPr/>
            </p:nvSpPr>
            <p:spPr>
              <a:xfrm>
                <a:off x="22347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5" name="ph6895"/>
              <p:cNvSpPr/>
              <p:nvPr/>
            </p:nvSpPr>
            <p:spPr>
              <a:xfrm>
                <a:off x="22439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6" name="ph6896"/>
              <p:cNvSpPr/>
              <p:nvPr/>
            </p:nvSpPr>
            <p:spPr>
              <a:xfrm>
                <a:off x="22532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7" name="ph6897"/>
              <p:cNvSpPr/>
              <p:nvPr/>
            </p:nvSpPr>
            <p:spPr>
              <a:xfrm>
                <a:off x="22625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8" name="ph6898"/>
              <p:cNvSpPr/>
              <p:nvPr/>
            </p:nvSpPr>
            <p:spPr>
              <a:xfrm>
                <a:off x="227178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9" name="ph6899"/>
              <p:cNvSpPr/>
              <p:nvPr/>
            </p:nvSpPr>
            <p:spPr>
              <a:xfrm>
                <a:off x="22810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0" name="ph6900"/>
              <p:cNvSpPr/>
              <p:nvPr/>
            </p:nvSpPr>
            <p:spPr>
              <a:xfrm>
                <a:off x="22903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1" name="ph6901"/>
              <p:cNvSpPr/>
              <p:nvPr/>
            </p:nvSpPr>
            <p:spPr>
              <a:xfrm>
                <a:off x="22995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2" name="ph6902"/>
              <p:cNvSpPr/>
              <p:nvPr/>
            </p:nvSpPr>
            <p:spPr>
              <a:xfrm>
                <a:off x="230883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3" name="ph6903"/>
              <p:cNvSpPr/>
              <p:nvPr/>
            </p:nvSpPr>
            <p:spPr>
              <a:xfrm>
                <a:off x="23180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4" name="ph6904"/>
              <p:cNvSpPr/>
              <p:nvPr/>
            </p:nvSpPr>
            <p:spPr>
              <a:xfrm>
                <a:off x="23273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5" name="ph6905"/>
              <p:cNvSpPr/>
              <p:nvPr/>
            </p:nvSpPr>
            <p:spPr>
              <a:xfrm>
                <a:off x="23366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6" name="ph6906"/>
              <p:cNvSpPr/>
              <p:nvPr/>
            </p:nvSpPr>
            <p:spPr>
              <a:xfrm>
                <a:off x="23458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7" name="ph6907"/>
              <p:cNvSpPr/>
              <p:nvPr/>
            </p:nvSpPr>
            <p:spPr>
              <a:xfrm>
                <a:off x="235514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8" name="ph6908"/>
              <p:cNvSpPr/>
              <p:nvPr/>
            </p:nvSpPr>
            <p:spPr>
              <a:xfrm>
                <a:off x="23644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9" name="ph6909"/>
              <p:cNvSpPr/>
              <p:nvPr/>
            </p:nvSpPr>
            <p:spPr>
              <a:xfrm>
                <a:off x="23736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0" name="ph6910"/>
              <p:cNvSpPr/>
              <p:nvPr/>
            </p:nvSpPr>
            <p:spPr>
              <a:xfrm>
                <a:off x="2382932" y="1309148"/>
                <a:ext cx="9218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1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477" y="897161"/>
                    </a:lnTo>
                    <a:lnTo>
                      <a:pt x="917542" y="897392"/>
                    </a:lnTo>
                    <a:lnTo>
                      <a:pt x="920141" y="907174"/>
                    </a:lnTo>
                    <a:lnTo>
                      <a:pt x="921812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1" name="ph6911"/>
              <p:cNvSpPr/>
              <p:nvPr/>
            </p:nvSpPr>
            <p:spPr>
              <a:xfrm>
                <a:off x="3327679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74" y="914400"/>
                    </a:lnTo>
                    <a:lnTo>
                      <a:pt x="914400" y="91122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2" name="ph6912"/>
              <p:cNvSpPr/>
              <p:nvPr/>
            </p:nvSpPr>
            <p:spPr>
              <a:xfrm>
                <a:off x="3336941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28"/>
                    </a:lnTo>
                    <a:lnTo>
                      <a:pt x="914400" y="90627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3" name="ph6913"/>
              <p:cNvSpPr/>
              <p:nvPr/>
            </p:nvSpPr>
            <p:spPr>
              <a:xfrm>
                <a:off x="3346203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270"/>
                    </a:lnTo>
                    <a:lnTo>
                      <a:pt x="911518" y="902842"/>
                    </a:lnTo>
                    <a:lnTo>
                      <a:pt x="911838" y="902418"/>
                    </a:lnTo>
                    <a:lnTo>
                      <a:pt x="912158" y="901993"/>
                    </a:lnTo>
                    <a:lnTo>
                      <a:pt x="912478" y="901569"/>
                    </a:lnTo>
                    <a:lnTo>
                      <a:pt x="912798" y="901144"/>
                    </a:lnTo>
                    <a:lnTo>
                      <a:pt x="913118" y="900720"/>
                    </a:lnTo>
                    <a:lnTo>
                      <a:pt x="913438" y="900295"/>
                    </a:lnTo>
                    <a:lnTo>
                      <a:pt x="913758" y="899871"/>
                    </a:lnTo>
                    <a:lnTo>
                      <a:pt x="914078" y="899447"/>
                    </a:lnTo>
                    <a:lnTo>
                      <a:pt x="914400" y="899021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4" name="ph6914"/>
              <p:cNvSpPr/>
              <p:nvPr/>
            </p:nvSpPr>
            <p:spPr>
              <a:xfrm>
                <a:off x="3355465" y="12919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259"/>
                    </a:lnTo>
                    <a:lnTo>
                      <a:pt x="905456" y="915836"/>
                    </a:lnTo>
                    <a:lnTo>
                      <a:pt x="905777" y="915412"/>
                    </a:lnTo>
                    <a:lnTo>
                      <a:pt x="906097" y="914988"/>
                    </a:lnTo>
                    <a:lnTo>
                      <a:pt x="906417" y="914563"/>
                    </a:lnTo>
                    <a:lnTo>
                      <a:pt x="906541" y="91439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5" name="ph6915"/>
              <p:cNvSpPr/>
              <p:nvPr/>
            </p:nvSpPr>
            <p:spPr>
              <a:xfrm>
                <a:off x="335546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6" name="ph6916"/>
              <p:cNvSpPr/>
              <p:nvPr/>
            </p:nvSpPr>
            <p:spPr>
              <a:xfrm>
                <a:off x="33647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7" name="ph6917"/>
              <p:cNvSpPr/>
              <p:nvPr/>
            </p:nvSpPr>
            <p:spPr>
              <a:xfrm>
                <a:off x="33739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8" name="ph6918"/>
              <p:cNvSpPr/>
              <p:nvPr/>
            </p:nvSpPr>
            <p:spPr>
              <a:xfrm>
                <a:off x="33832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9" name="ph6919"/>
              <p:cNvSpPr/>
              <p:nvPr/>
            </p:nvSpPr>
            <p:spPr>
              <a:xfrm>
                <a:off x="339251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0" name="ph6920"/>
              <p:cNvSpPr/>
              <p:nvPr/>
            </p:nvSpPr>
            <p:spPr>
              <a:xfrm>
                <a:off x="34017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1" name="ph6921"/>
              <p:cNvSpPr/>
              <p:nvPr/>
            </p:nvSpPr>
            <p:spPr>
              <a:xfrm>
                <a:off x="34110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2" name="ph6922"/>
              <p:cNvSpPr/>
              <p:nvPr/>
            </p:nvSpPr>
            <p:spPr>
              <a:xfrm>
                <a:off x="34203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3" name="ph6923"/>
              <p:cNvSpPr/>
              <p:nvPr/>
            </p:nvSpPr>
            <p:spPr>
              <a:xfrm>
                <a:off x="34295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4" name="ph6924"/>
              <p:cNvSpPr/>
              <p:nvPr/>
            </p:nvSpPr>
            <p:spPr>
              <a:xfrm>
                <a:off x="343882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5" name="ph6925"/>
              <p:cNvSpPr/>
              <p:nvPr/>
            </p:nvSpPr>
            <p:spPr>
              <a:xfrm>
                <a:off x="34480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6" name="ph6926"/>
              <p:cNvSpPr/>
              <p:nvPr/>
            </p:nvSpPr>
            <p:spPr>
              <a:xfrm>
                <a:off x="34573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7" name="ph6927"/>
              <p:cNvSpPr/>
              <p:nvPr/>
            </p:nvSpPr>
            <p:spPr>
              <a:xfrm>
                <a:off x="34666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8" name="ph6928"/>
              <p:cNvSpPr/>
              <p:nvPr/>
            </p:nvSpPr>
            <p:spPr>
              <a:xfrm>
                <a:off x="347587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9" name="ph6929"/>
              <p:cNvSpPr/>
              <p:nvPr/>
            </p:nvSpPr>
            <p:spPr>
              <a:xfrm>
                <a:off x="34851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0" name="ph6930"/>
              <p:cNvSpPr/>
              <p:nvPr/>
            </p:nvSpPr>
            <p:spPr>
              <a:xfrm>
                <a:off x="34943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1" name="ph6931"/>
              <p:cNvSpPr/>
              <p:nvPr/>
            </p:nvSpPr>
            <p:spPr>
              <a:xfrm>
                <a:off x="35036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2" name="ph6932"/>
              <p:cNvSpPr/>
              <p:nvPr/>
            </p:nvSpPr>
            <p:spPr>
              <a:xfrm>
                <a:off x="35129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3" name="ph6933"/>
              <p:cNvSpPr/>
              <p:nvPr/>
            </p:nvSpPr>
            <p:spPr>
              <a:xfrm>
                <a:off x="352218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4" name="ph6934"/>
              <p:cNvSpPr/>
              <p:nvPr/>
            </p:nvSpPr>
            <p:spPr>
              <a:xfrm>
                <a:off x="35314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5" name="ph6935"/>
              <p:cNvSpPr/>
              <p:nvPr/>
            </p:nvSpPr>
            <p:spPr>
              <a:xfrm>
                <a:off x="35407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6" name="ph6936"/>
              <p:cNvSpPr/>
              <p:nvPr/>
            </p:nvSpPr>
            <p:spPr>
              <a:xfrm>
                <a:off x="35499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7" name="ph6937"/>
              <p:cNvSpPr/>
              <p:nvPr/>
            </p:nvSpPr>
            <p:spPr>
              <a:xfrm>
                <a:off x="355923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8" name="ph6938"/>
              <p:cNvSpPr/>
              <p:nvPr/>
            </p:nvSpPr>
            <p:spPr>
              <a:xfrm>
                <a:off x="35684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9" name="ph6939"/>
              <p:cNvSpPr/>
              <p:nvPr/>
            </p:nvSpPr>
            <p:spPr>
              <a:xfrm>
                <a:off x="35777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0" name="ph6940"/>
              <p:cNvSpPr/>
              <p:nvPr/>
            </p:nvSpPr>
            <p:spPr>
              <a:xfrm>
                <a:off x="35870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1" name="ph6941"/>
              <p:cNvSpPr/>
              <p:nvPr/>
            </p:nvSpPr>
            <p:spPr>
              <a:xfrm>
                <a:off x="35962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2" name="ph6942"/>
              <p:cNvSpPr/>
              <p:nvPr/>
            </p:nvSpPr>
            <p:spPr>
              <a:xfrm>
                <a:off x="360554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3" name="ph6943"/>
              <p:cNvSpPr/>
              <p:nvPr/>
            </p:nvSpPr>
            <p:spPr>
              <a:xfrm>
                <a:off x="36148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4" name="ph6944"/>
              <p:cNvSpPr/>
              <p:nvPr/>
            </p:nvSpPr>
            <p:spPr>
              <a:xfrm>
                <a:off x="36240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5" name="ph6945"/>
              <p:cNvSpPr/>
              <p:nvPr/>
            </p:nvSpPr>
            <p:spPr>
              <a:xfrm>
                <a:off x="363333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6" name="ph6946"/>
              <p:cNvSpPr/>
              <p:nvPr/>
            </p:nvSpPr>
            <p:spPr>
              <a:xfrm>
                <a:off x="364259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7" name="ph6947"/>
              <p:cNvSpPr/>
              <p:nvPr/>
            </p:nvSpPr>
            <p:spPr>
              <a:xfrm>
                <a:off x="365185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8" name="ph6948"/>
              <p:cNvSpPr/>
              <p:nvPr/>
            </p:nvSpPr>
            <p:spPr>
              <a:xfrm>
                <a:off x="366111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9" name="ph6949"/>
              <p:cNvSpPr/>
              <p:nvPr/>
            </p:nvSpPr>
            <p:spPr>
              <a:xfrm>
                <a:off x="367038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0" name="ph6950"/>
              <p:cNvSpPr/>
              <p:nvPr/>
            </p:nvSpPr>
            <p:spPr>
              <a:xfrm>
                <a:off x="367964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1" name="ph6951"/>
              <p:cNvSpPr/>
              <p:nvPr/>
            </p:nvSpPr>
            <p:spPr>
              <a:xfrm>
                <a:off x="368890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2" name="ph6952"/>
              <p:cNvSpPr/>
              <p:nvPr/>
            </p:nvSpPr>
            <p:spPr>
              <a:xfrm>
                <a:off x="36981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3" name="ph6953"/>
              <p:cNvSpPr/>
              <p:nvPr/>
            </p:nvSpPr>
            <p:spPr>
              <a:xfrm>
                <a:off x="37074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4" name="ph6954"/>
              <p:cNvSpPr/>
              <p:nvPr/>
            </p:nvSpPr>
            <p:spPr>
              <a:xfrm>
                <a:off x="37166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5" name="ph6955"/>
              <p:cNvSpPr/>
              <p:nvPr/>
            </p:nvSpPr>
            <p:spPr>
              <a:xfrm>
                <a:off x="372595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6" name="ph6956"/>
              <p:cNvSpPr/>
              <p:nvPr/>
            </p:nvSpPr>
            <p:spPr>
              <a:xfrm>
                <a:off x="37352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7" name="ph6957"/>
              <p:cNvSpPr/>
              <p:nvPr/>
            </p:nvSpPr>
            <p:spPr>
              <a:xfrm>
                <a:off x="37444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8" name="ph6958"/>
              <p:cNvSpPr/>
              <p:nvPr/>
            </p:nvSpPr>
            <p:spPr>
              <a:xfrm>
                <a:off x="37537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9" name="ph6959"/>
              <p:cNvSpPr/>
              <p:nvPr/>
            </p:nvSpPr>
            <p:spPr>
              <a:xfrm>
                <a:off x="3763003" y="13091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843"/>
                    </a:lnTo>
                    <a:lnTo>
                      <a:pt x="922140" y="902787"/>
                    </a:lnTo>
                    <a:lnTo>
                      <a:pt x="917943" y="910104"/>
                    </a:lnTo>
                    <a:lnTo>
                      <a:pt x="915208" y="91440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0" name="ph6960"/>
              <p:cNvSpPr/>
              <p:nvPr/>
            </p:nvSpPr>
            <p:spPr>
              <a:xfrm>
                <a:off x="3772265" y="1291910"/>
                <a:ext cx="915787" cy="917082"/>
              </a:xfrm>
              <a:custGeom>
                <a:avLst/>
                <a:gdLst/>
                <a:ahLst/>
                <a:cxnLst/>
                <a:rect l="0" t="0" r="0" b="0"/>
                <a:pathLst>
                  <a:path w="915787" h="917082">
                    <a:moveTo>
                      <a:pt x="914400" y="914399"/>
                    </a:moveTo>
                    <a:lnTo>
                      <a:pt x="915787" y="914399"/>
                    </a:lnTo>
                    <a:lnTo>
                      <a:pt x="914400" y="917082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1" name="ph6961"/>
              <p:cNvSpPr/>
              <p:nvPr/>
            </p:nvSpPr>
            <p:spPr>
              <a:xfrm>
                <a:off x="2021706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12" y="931638"/>
                    </a:lnTo>
                    <a:lnTo>
                      <a:pt x="911224" y="930705"/>
                    </a:lnTo>
                    <a:lnTo>
                      <a:pt x="909467" y="920381"/>
                    </a:lnTo>
                    <a:lnTo>
                      <a:pt x="908631" y="91439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2" name="ph6962"/>
              <p:cNvSpPr/>
              <p:nvPr/>
            </p:nvSpPr>
            <p:spPr>
              <a:xfrm>
                <a:off x="202170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3" name="ph6963"/>
              <p:cNvSpPr/>
              <p:nvPr/>
            </p:nvSpPr>
            <p:spPr>
              <a:xfrm>
                <a:off x="20309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4" name="ph6964"/>
              <p:cNvSpPr/>
              <p:nvPr/>
            </p:nvSpPr>
            <p:spPr>
              <a:xfrm>
                <a:off x="20402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5" name="ph6965"/>
              <p:cNvSpPr/>
              <p:nvPr/>
            </p:nvSpPr>
            <p:spPr>
              <a:xfrm>
                <a:off x="20494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6" name="ph6966"/>
              <p:cNvSpPr/>
              <p:nvPr/>
            </p:nvSpPr>
            <p:spPr>
              <a:xfrm>
                <a:off x="205875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7" name="ph6967"/>
              <p:cNvSpPr/>
              <p:nvPr/>
            </p:nvSpPr>
            <p:spPr>
              <a:xfrm>
                <a:off x="20680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8" name="ph6968"/>
              <p:cNvSpPr/>
              <p:nvPr/>
            </p:nvSpPr>
            <p:spPr>
              <a:xfrm>
                <a:off x="20772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9" name="ph6969"/>
              <p:cNvSpPr/>
              <p:nvPr/>
            </p:nvSpPr>
            <p:spPr>
              <a:xfrm>
                <a:off x="20865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0" name="ph6970"/>
              <p:cNvSpPr/>
              <p:nvPr/>
            </p:nvSpPr>
            <p:spPr>
              <a:xfrm>
                <a:off x="20958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1" name="ph6971"/>
              <p:cNvSpPr/>
              <p:nvPr/>
            </p:nvSpPr>
            <p:spPr>
              <a:xfrm>
                <a:off x="210506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2" name="ph6972"/>
              <p:cNvSpPr/>
              <p:nvPr/>
            </p:nvSpPr>
            <p:spPr>
              <a:xfrm>
                <a:off x="21143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3" name="ph6973"/>
              <p:cNvSpPr/>
              <p:nvPr/>
            </p:nvSpPr>
            <p:spPr>
              <a:xfrm>
                <a:off x="21235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4" name="ph6974"/>
              <p:cNvSpPr/>
              <p:nvPr/>
            </p:nvSpPr>
            <p:spPr>
              <a:xfrm>
                <a:off x="21328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5" name="ph6975"/>
              <p:cNvSpPr/>
              <p:nvPr/>
            </p:nvSpPr>
            <p:spPr>
              <a:xfrm>
                <a:off x="214211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6" name="ph6976"/>
              <p:cNvSpPr/>
              <p:nvPr/>
            </p:nvSpPr>
            <p:spPr>
              <a:xfrm>
                <a:off x="21513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7" name="ph6977"/>
              <p:cNvSpPr/>
              <p:nvPr/>
            </p:nvSpPr>
            <p:spPr>
              <a:xfrm>
                <a:off x="21606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8" name="ph6978"/>
              <p:cNvSpPr/>
              <p:nvPr/>
            </p:nvSpPr>
            <p:spPr>
              <a:xfrm>
                <a:off x="21699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9" name="ph6979"/>
              <p:cNvSpPr/>
              <p:nvPr/>
            </p:nvSpPr>
            <p:spPr>
              <a:xfrm>
                <a:off x="21791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0" name="ph6980"/>
              <p:cNvSpPr/>
              <p:nvPr/>
            </p:nvSpPr>
            <p:spPr>
              <a:xfrm>
                <a:off x="218842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1" name="ph6981"/>
              <p:cNvSpPr/>
              <p:nvPr/>
            </p:nvSpPr>
            <p:spPr>
              <a:xfrm>
                <a:off x="21976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2" name="ph6982"/>
              <p:cNvSpPr/>
              <p:nvPr/>
            </p:nvSpPr>
            <p:spPr>
              <a:xfrm>
                <a:off x="22069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3" name="ph6983"/>
              <p:cNvSpPr/>
              <p:nvPr/>
            </p:nvSpPr>
            <p:spPr>
              <a:xfrm>
                <a:off x="22162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4" name="ph6984"/>
              <p:cNvSpPr/>
              <p:nvPr/>
            </p:nvSpPr>
            <p:spPr>
              <a:xfrm>
                <a:off x="222547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5" name="ph6985"/>
              <p:cNvSpPr/>
              <p:nvPr/>
            </p:nvSpPr>
            <p:spPr>
              <a:xfrm>
                <a:off x="22347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6" name="ph6986"/>
              <p:cNvSpPr/>
              <p:nvPr/>
            </p:nvSpPr>
            <p:spPr>
              <a:xfrm>
                <a:off x="22439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7" name="ph6987"/>
              <p:cNvSpPr/>
              <p:nvPr/>
            </p:nvSpPr>
            <p:spPr>
              <a:xfrm>
                <a:off x="22532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8" name="ph6988"/>
              <p:cNvSpPr/>
              <p:nvPr/>
            </p:nvSpPr>
            <p:spPr>
              <a:xfrm>
                <a:off x="22625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9" name="ph6989"/>
              <p:cNvSpPr/>
              <p:nvPr/>
            </p:nvSpPr>
            <p:spPr>
              <a:xfrm>
                <a:off x="227178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0" name="ph6990"/>
              <p:cNvSpPr/>
              <p:nvPr/>
            </p:nvSpPr>
            <p:spPr>
              <a:xfrm>
                <a:off x="22810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1" name="ph6991"/>
              <p:cNvSpPr/>
              <p:nvPr/>
            </p:nvSpPr>
            <p:spPr>
              <a:xfrm>
                <a:off x="22903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2" name="ph6992"/>
              <p:cNvSpPr/>
              <p:nvPr/>
            </p:nvSpPr>
            <p:spPr>
              <a:xfrm>
                <a:off x="22995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3" name="ph6993"/>
              <p:cNvSpPr/>
              <p:nvPr/>
            </p:nvSpPr>
            <p:spPr>
              <a:xfrm>
                <a:off x="230883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4" name="ph6994"/>
              <p:cNvSpPr/>
              <p:nvPr/>
            </p:nvSpPr>
            <p:spPr>
              <a:xfrm>
                <a:off x="23180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5" name="ph6995"/>
              <p:cNvSpPr/>
              <p:nvPr/>
            </p:nvSpPr>
            <p:spPr>
              <a:xfrm>
                <a:off x="23273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6" name="ph6996"/>
              <p:cNvSpPr/>
              <p:nvPr/>
            </p:nvSpPr>
            <p:spPr>
              <a:xfrm>
                <a:off x="23366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7" name="ph6997"/>
              <p:cNvSpPr/>
              <p:nvPr/>
            </p:nvSpPr>
            <p:spPr>
              <a:xfrm>
                <a:off x="23458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8" name="ph6998"/>
              <p:cNvSpPr/>
              <p:nvPr/>
            </p:nvSpPr>
            <p:spPr>
              <a:xfrm>
                <a:off x="235514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9" name="ph6999"/>
              <p:cNvSpPr/>
              <p:nvPr/>
            </p:nvSpPr>
            <p:spPr>
              <a:xfrm>
                <a:off x="23644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0" name="ph7000"/>
              <p:cNvSpPr/>
              <p:nvPr/>
            </p:nvSpPr>
            <p:spPr>
              <a:xfrm>
                <a:off x="2382932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513" y="897161"/>
                    </a:lnTo>
                    <a:lnTo>
                      <a:pt x="913695" y="901076"/>
                    </a:lnTo>
                    <a:lnTo>
                      <a:pt x="913814" y="901494"/>
                    </a:lnTo>
                    <a:lnTo>
                      <a:pt x="913934" y="901918"/>
                    </a:lnTo>
                    <a:lnTo>
                      <a:pt x="914054" y="902341"/>
                    </a:lnTo>
                    <a:lnTo>
                      <a:pt x="914175" y="902765"/>
                    </a:lnTo>
                    <a:lnTo>
                      <a:pt x="914295" y="903189"/>
                    </a:lnTo>
                    <a:lnTo>
                      <a:pt x="914400" y="903556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1" name="ph7001"/>
              <p:cNvSpPr/>
              <p:nvPr/>
            </p:nvSpPr>
            <p:spPr>
              <a:xfrm>
                <a:off x="2382932" y="1291910"/>
                <a:ext cx="9174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77" h="914399">
                    <a:moveTo>
                      <a:pt x="914400" y="914399"/>
                    </a:moveTo>
                    <a:lnTo>
                      <a:pt x="914416" y="903613"/>
                    </a:lnTo>
                    <a:lnTo>
                      <a:pt x="914536" y="904036"/>
                    </a:lnTo>
                    <a:lnTo>
                      <a:pt x="914656" y="904460"/>
                    </a:lnTo>
                    <a:lnTo>
                      <a:pt x="914777" y="904884"/>
                    </a:lnTo>
                    <a:lnTo>
                      <a:pt x="914897" y="905308"/>
                    </a:lnTo>
                    <a:lnTo>
                      <a:pt x="915017" y="905731"/>
                    </a:lnTo>
                    <a:lnTo>
                      <a:pt x="915138" y="906155"/>
                    </a:lnTo>
                    <a:lnTo>
                      <a:pt x="915258" y="906579"/>
                    </a:lnTo>
                    <a:lnTo>
                      <a:pt x="915378" y="907003"/>
                    </a:lnTo>
                    <a:lnTo>
                      <a:pt x="915499" y="907426"/>
                    </a:lnTo>
                    <a:lnTo>
                      <a:pt x="915619" y="907850"/>
                    </a:lnTo>
                    <a:lnTo>
                      <a:pt x="915739" y="908274"/>
                    </a:lnTo>
                    <a:lnTo>
                      <a:pt x="915859" y="908698"/>
                    </a:lnTo>
                    <a:lnTo>
                      <a:pt x="915980" y="909122"/>
                    </a:lnTo>
                    <a:lnTo>
                      <a:pt x="916100" y="909545"/>
                    </a:lnTo>
                    <a:lnTo>
                      <a:pt x="916220" y="909969"/>
                    </a:lnTo>
                    <a:lnTo>
                      <a:pt x="916340" y="910393"/>
                    </a:lnTo>
                    <a:lnTo>
                      <a:pt x="916461" y="910817"/>
                    </a:lnTo>
                    <a:lnTo>
                      <a:pt x="916581" y="911240"/>
                    </a:lnTo>
                    <a:lnTo>
                      <a:pt x="916701" y="911664"/>
                    </a:lnTo>
                    <a:lnTo>
                      <a:pt x="916821" y="912088"/>
                    </a:lnTo>
                    <a:lnTo>
                      <a:pt x="916942" y="912512"/>
                    </a:lnTo>
                    <a:lnTo>
                      <a:pt x="917062" y="912936"/>
                    </a:lnTo>
                    <a:lnTo>
                      <a:pt x="917182" y="913359"/>
                    </a:lnTo>
                    <a:lnTo>
                      <a:pt x="917302" y="913783"/>
                    </a:lnTo>
                    <a:lnTo>
                      <a:pt x="917422" y="914207"/>
                    </a:lnTo>
                    <a:lnTo>
                      <a:pt x="917477" y="91439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2" name="ph7002"/>
              <p:cNvSpPr/>
              <p:nvPr/>
            </p:nvSpPr>
            <p:spPr>
              <a:xfrm>
                <a:off x="3355465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541" y="914399"/>
                    </a:lnTo>
                    <a:lnTo>
                      <a:pt x="906737" y="914139"/>
                    </a:lnTo>
                    <a:lnTo>
                      <a:pt x="911370" y="908321"/>
                    </a:lnTo>
                    <a:lnTo>
                      <a:pt x="914400" y="904916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3" name="ph7003"/>
              <p:cNvSpPr/>
              <p:nvPr/>
            </p:nvSpPr>
            <p:spPr>
              <a:xfrm>
                <a:off x="3364728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155"/>
                    </a:lnTo>
                    <a:lnTo>
                      <a:pt x="906891" y="920183"/>
                    </a:lnTo>
                    <a:lnTo>
                      <a:pt x="911814" y="915260"/>
                    </a:lnTo>
                    <a:lnTo>
                      <a:pt x="912790" y="91439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4" name="ph7004"/>
              <p:cNvSpPr/>
              <p:nvPr/>
            </p:nvSpPr>
            <p:spPr>
              <a:xfrm>
                <a:off x="33647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5" name="ph7005"/>
              <p:cNvSpPr/>
              <p:nvPr/>
            </p:nvSpPr>
            <p:spPr>
              <a:xfrm>
                <a:off x="33739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6" name="ph7006"/>
              <p:cNvSpPr/>
              <p:nvPr/>
            </p:nvSpPr>
            <p:spPr>
              <a:xfrm>
                <a:off x="33832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7" name="ph7007"/>
              <p:cNvSpPr/>
              <p:nvPr/>
            </p:nvSpPr>
            <p:spPr>
              <a:xfrm>
                <a:off x="339251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8" name="ph7008"/>
              <p:cNvSpPr/>
              <p:nvPr/>
            </p:nvSpPr>
            <p:spPr>
              <a:xfrm>
                <a:off x="34017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9" name="ph7009"/>
              <p:cNvSpPr/>
              <p:nvPr/>
            </p:nvSpPr>
            <p:spPr>
              <a:xfrm>
                <a:off x="34110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0" name="ph7010"/>
              <p:cNvSpPr/>
              <p:nvPr/>
            </p:nvSpPr>
            <p:spPr>
              <a:xfrm>
                <a:off x="34203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1" name="ph7011"/>
              <p:cNvSpPr/>
              <p:nvPr/>
            </p:nvSpPr>
            <p:spPr>
              <a:xfrm>
                <a:off x="34295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2" name="ph7012"/>
              <p:cNvSpPr/>
              <p:nvPr/>
            </p:nvSpPr>
            <p:spPr>
              <a:xfrm>
                <a:off x="343882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3" name="ph7013"/>
              <p:cNvSpPr/>
              <p:nvPr/>
            </p:nvSpPr>
            <p:spPr>
              <a:xfrm>
                <a:off x="34480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4" name="ph7014"/>
              <p:cNvSpPr/>
              <p:nvPr/>
            </p:nvSpPr>
            <p:spPr>
              <a:xfrm>
                <a:off x="34573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5" name="ph7015"/>
              <p:cNvSpPr/>
              <p:nvPr/>
            </p:nvSpPr>
            <p:spPr>
              <a:xfrm>
                <a:off x="34666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6" name="ph7016"/>
              <p:cNvSpPr/>
              <p:nvPr/>
            </p:nvSpPr>
            <p:spPr>
              <a:xfrm>
                <a:off x="347587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7" name="ph7017"/>
              <p:cNvSpPr/>
              <p:nvPr/>
            </p:nvSpPr>
            <p:spPr>
              <a:xfrm>
                <a:off x="34851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8" name="ph7018"/>
              <p:cNvSpPr/>
              <p:nvPr/>
            </p:nvSpPr>
            <p:spPr>
              <a:xfrm>
                <a:off x="34943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9" name="ph7019"/>
              <p:cNvSpPr/>
              <p:nvPr/>
            </p:nvSpPr>
            <p:spPr>
              <a:xfrm>
                <a:off x="35036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0" name="ph7020"/>
              <p:cNvSpPr/>
              <p:nvPr/>
            </p:nvSpPr>
            <p:spPr>
              <a:xfrm>
                <a:off x="35129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1" name="ph7021"/>
              <p:cNvSpPr/>
              <p:nvPr/>
            </p:nvSpPr>
            <p:spPr>
              <a:xfrm>
                <a:off x="352218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2" name="ph7022"/>
              <p:cNvSpPr/>
              <p:nvPr/>
            </p:nvSpPr>
            <p:spPr>
              <a:xfrm>
                <a:off x="35314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3" name="ph7023"/>
              <p:cNvSpPr/>
              <p:nvPr/>
            </p:nvSpPr>
            <p:spPr>
              <a:xfrm>
                <a:off x="35407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4" name="ph7024"/>
              <p:cNvSpPr/>
              <p:nvPr/>
            </p:nvSpPr>
            <p:spPr>
              <a:xfrm>
                <a:off x="35499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5" name="ph7025"/>
              <p:cNvSpPr/>
              <p:nvPr/>
            </p:nvSpPr>
            <p:spPr>
              <a:xfrm>
                <a:off x="355923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6" name="ph7026"/>
              <p:cNvSpPr/>
              <p:nvPr/>
            </p:nvSpPr>
            <p:spPr>
              <a:xfrm>
                <a:off x="35684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7" name="ph7027"/>
              <p:cNvSpPr/>
              <p:nvPr/>
            </p:nvSpPr>
            <p:spPr>
              <a:xfrm>
                <a:off x="35777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8" name="ph7028"/>
              <p:cNvSpPr/>
              <p:nvPr/>
            </p:nvSpPr>
            <p:spPr>
              <a:xfrm>
                <a:off x="35870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9" name="ph7029"/>
              <p:cNvSpPr/>
              <p:nvPr/>
            </p:nvSpPr>
            <p:spPr>
              <a:xfrm>
                <a:off x="35962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0" name="ph7030"/>
              <p:cNvSpPr/>
              <p:nvPr/>
            </p:nvSpPr>
            <p:spPr>
              <a:xfrm>
                <a:off x="360554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1" name="ph7031"/>
              <p:cNvSpPr/>
              <p:nvPr/>
            </p:nvSpPr>
            <p:spPr>
              <a:xfrm>
                <a:off x="36148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2" name="ph7032"/>
              <p:cNvSpPr/>
              <p:nvPr/>
            </p:nvSpPr>
            <p:spPr>
              <a:xfrm>
                <a:off x="362407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3" name="ph7033"/>
              <p:cNvSpPr/>
              <p:nvPr/>
            </p:nvSpPr>
            <p:spPr>
              <a:xfrm>
                <a:off x="363333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4" name="ph7034"/>
              <p:cNvSpPr/>
              <p:nvPr/>
            </p:nvSpPr>
            <p:spPr>
              <a:xfrm>
                <a:off x="364259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5" name="ph7035"/>
              <p:cNvSpPr/>
              <p:nvPr/>
            </p:nvSpPr>
            <p:spPr>
              <a:xfrm>
                <a:off x="365185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6" name="ph7036"/>
              <p:cNvSpPr/>
              <p:nvPr/>
            </p:nvSpPr>
            <p:spPr>
              <a:xfrm>
                <a:off x="366111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7" name="ph7037"/>
              <p:cNvSpPr/>
              <p:nvPr/>
            </p:nvSpPr>
            <p:spPr>
              <a:xfrm>
                <a:off x="367038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8" name="ph7038"/>
              <p:cNvSpPr/>
              <p:nvPr/>
            </p:nvSpPr>
            <p:spPr>
              <a:xfrm>
                <a:off x="367964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9" name="ph7039"/>
              <p:cNvSpPr/>
              <p:nvPr/>
            </p:nvSpPr>
            <p:spPr>
              <a:xfrm>
                <a:off x="368890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0" name="ph7040"/>
              <p:cNvSpPr/>
              <p:nvPr/>
            </p:nvSpPr>
            <p:spPr>
              <a:xfrm>
                <a:off x="36981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1" name="ph7041"/>
              <p:cNvSpPr/>
              <p:nvPr/>
            </p:nvSpPr>
            <p:spPr>
              <a:xfrm>
                <a:off x="37074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2" name="ph7042"/>
              <p:cNvSpPr/>
              <p:nvPr/>
            </p:nvSpPr>
            <p:spPr>
              <a:xfrm>
                <a:off x="37166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3" name="ph7043"/>
              <p:cNvSpPr/>
              <p:nvPr/>
            </p:nvSpPr>
            <p:spPr>
              <a:xfrm>
                <a:off x="372595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4" name="ph7044"/>
              <p:cNvSpPr/>
              <p:nvPr/>
            </p:nvSpPr>
            <p:spPr>
              <a:xfrm>
                <a:off x="37352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5" name="ph7045"/>
              <p:cNvSpPr/>
              <p:nvPr/>
            </p:nvSpPr>
            <p:spPr>
              <a:xfrm>
                <a:off x="37444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6" name="ph7046"/>
              <p:cNvSpPr/>
              <p:nvPr/>
            </p:nvSpPr>
            <p:spPr>
              <a:xfrm>
                <a:off x="37537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7" name="ph7047"/>
              <p:cNvSpPr/>
              <p:nvPr/>
            </p:nvSpPr>
            <p:spPr>
              <a:xfrm>
                <a:off x="37630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8" name="ph7048"/>
              <p:cNvSpPr/>
              <p:nvPr/>
            </p:nvSpPr>
            <p:spPr>
              <a:xfrm>
                <a:off x="3772265" y="1291910"/>
                <a:ext cx="92359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9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598" y="897161"/>
                    </a:lnTo>
                    <a:lnTo>
                      <a:pt x="920634" y="904228"/>
                    </a:lnTo>
                    <a:lnTo>
                      <a:pt x="916865" y="912314"/>
                    </a:lnTo>
                    <a:lnTo>
                      <a:pt x="915787" y="91439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9" name="ph7049"/>
              <p:cNvSpPr/>
              <p:nvPr/>
            </p:nvSpPr>
            <p:spPr>
              <a:xfrm>
                <a:off x="2021706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631" y="931638"/>
                    </a:lnTo>
                    <a:lnTo>
                      <a:pt x="908002" y="927138"/>
                    </a:lnTo>
                    <a:lnTo>
                      <a:pt x="906833" y="916529"/>
                    </a:lnTo>
                    <a:lnTo>
                      <a:pt x="906661" y="91439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0" name="ph7050"/>
              <p:cNvSpPr/>
              <p:nvPr/>
            </p:nvSpPr>
            <p:spPr>
              <a:xfrm>
                <a:off x="202170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1" name="ph7051"/>
              <p:cNvSpPr/>
              <p:nvPr/>
            </p:nvSpPr>
            <p:spPr>
              <a:xfrm>
                <a:off x="20309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2" name="ph7052"/>
              <p:cNvSpPr/>
              <p:nvPr/>
            </p:nvSpPr>
            <p:spPr>
              <a:xfrm>
                <a:off x="20402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3" name="ph7053"/>
              <p:cNvSpPr/>
              <p:nvPr/>
            </p:nvSpPr>
            <p:spPr>
              <a:xfrm>
                <a:off x="20494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4" name="ph7054"/>
              <p:cNvSpPr/>
              <p:nvPr/>
            </p:nvSpPr>
            <p:spPr>
              <a:xfrm>
                <a:off x="205875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5" name="ph7055"/>
              <p:cNvSpPr/>
              <p:nvPr/>
            </p:nvSpPr>
            <p:spPr>
              <a:xfrm>
                <a:off x="20680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6" name="ph7056"/>
              <p:cNvSpPr/>
              <p:nvPr/>
            </p:nvSpPr>
            <p:spPr>
              <a:xfrm>
                <a:off x="20772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7" name="ph7057"/>
              <p:cNvSpPr/>
              <p:nvPr/>
            </p:nvSpPr>
            <p:spPr>
              <a:xfrm>
                <a:off x="20865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8" name="ph7058"/>
              <p:cNvSpPr/>
              <p:nvPr/>
            </p:nvSpPr>
            <p:spPr>
              <a:xfrm>
                <a:off x="20958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9" name="ph7059"/>
              <p:cNvSpPr/>
              <p:nvPr/>
            </p:nvSpPr>
            <p:spPr>
              <a:xfrm>
                <a:off x="210506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0" name="ph7060"/>
              <p:cNvSpPr/>
              <p:nvPr/>
            </p:nvSpPr>
            <p:spPr>
              <a:xfrm>
                <a:off x="211432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1" name="ph7061"/>
              <p:cNvSpPr/>
              <p:nvPr/>
            </p:nvSpPr>
            <p:spPr>
              <a:xfrm>
                <a:off x="212359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2" name="ph7062"/>
              <p:cNvSpPr/>
              <p:nvPr/>
            </p:nvSpPr>
            <p:spPr>
              <a:xfrm>
                <a:off x="213285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3" name="ph7063"/>
              <p:cNvSpPr/>
              <p:nvPr/>
            </p:nvSpPr>
            <p:spPr>
              <a:xfrm>
                <a:off x="214211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4" name="ph7064"/>
              <p:cNvSpPr/>
              <p:nvPr/>
            </p:nvSpPr>
            <p:spPr>
              <a:xfrm>
                <a:off x="21513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5" name="ph7065"/>
              <p:cNvSpPr/>
              <p:nvPr/>
            </p:nvSpPr>
            <p:spPr>
              <a:xfrm>
                <a:off x="21606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6" name="ph7066"/>
              <p:cNvSpPr/>
              <p:nvPr/>
            </p:nvSpPr>
            <p:spPr>
              <a:xfrm>
                <a:off x="21699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7" name="ph7067"/>
              <p:cNvSpPr/>
              <p:nvPr/>
            </p:nvSpPr>
            <p:spPr>
              <a:xfrm>
                <a:off x="21791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8" name="ph7068"/>
              <p:cNvSpPr/>
              <p:nvPr/>
            </p:nvSpPr>
            <p:spPr>
              <a:xfrm>
                <a:off x="218842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9" name="ph7069"/>
              <p:cNvSpPr/>
              <p:nvPr/>
            </p:nvSpPr>
            <p:spPr>
              <a:xfrm>
                <a:off x="21976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0" name="ph7070"/>
              <p:cNvSpPr/>
              <p:nvPr/>
            </p:nvSpPr>
            <p:spPr>
              <a:xfrm>
                <a:off x="22069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1" name="ph7071"/>
              <p:cNvSpPr/>
              <p:nvPr/>
            </p:nvSpPr>
            <p:spPr>
              <a:xfrm>
                <a:off x="22162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2" name="ph7072"/>
              <p:cNvSpPr/>
              <p:nvPr/>
            </p:nvSpPr>
            <p:spPr>
              <a:xfrm>
                <a:off x="222547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3" name="ph7073"/>
              <p:cNvSpPr/>
              <p:nvPr/>
            </p:nvSpPr>
            <p:spPr>
              <a:xfrm>
                <a:off x="22347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4" name="ph7074"/>
              <p:cNvSpPr/>
              <p:nvPr/>
            </p:nvSpPr>
            <p:spPr>
              <a:xfrm>
                <a:off x="22439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5" name="ph7075"/>
              <p:cNvSpPr/>
              <p:nvPr/>
            </p:nvSpPr>
            <p:spPr>
              <a:xfrm>
                <a:off x="22532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6" name="ph7076"/>
              <p:cNvSpPr/>
              <p:nvPr/>
            </p:nvSpPr>
            <p:spPr>
              <a:xfrm>
                <a:off x="22625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7" name="ph7077"/>
              <p:cNvSpPr/>
              <p:nvPr/>
            </p:nvSpPr>
            <p:spPr>
              <a:xfrm>
                <a:off x="227178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8" name="ph7078"/>
              <p:cNvSpPr/>
              <p:nvPr/>
            </p:nvSpPr>
            <p:spPr>
              <a:xfrm>
                <a:off x="22810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9" name="ph7079"/>
              <p:cNvSpPr/>
              <p:nvPr/>
            </p:nvSpPr>
            <p:spPr>
              <a:xfrm>
                <a:off x="22903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0" name="ph7080"/>
              <p:cNvSpPr/>
              <p:nvPr/>
            </p:nvSpPr>
            <p:spPr>
              <a:xfrm>
                <a:off x="22995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1" name="ph7081"/>
              <p:cNvSpPr/>
              <p:nvPr/>
            </p:nvSpPr>
            <p:spPr>
              <a:xfrm>
                <a:off x="230883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2" name="ph7082"/>
              <p:cNvSpPr/>
              <p:nvPr/>
            </p:nvSpPr>
            <p:spPr>
              <a:xfrm>
                <a:off x="23180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3" name="ph7083"/>
              <p:cNvSpPr/>
              <p:nvPr/>
            </p:nvSpPr>
            <p:spPr>
              <a:xfrm>
                <a:off x="23273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4" name="ph7084"/>
              <p:cNvSpPr/>
              <p:nvPr/>
            </p:nvSpPr>
            <p:spPr>
              <a:xfrm>
                <a:off x="23366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5" name="ph7085"/>
              <p:cNvSpPr/>
              <p:nvPr/>
            </p:nvSpPr>
            <p:spPr>
              <a:xfrm>
                <a:off x="23458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6" name="ph7086"/>
              <p:cNvSpPr/>
              <p:nvPr/>
            </p:nvSpPr>
            <p:spPr>
              <a:xfrm>
                <a:off x="235514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7" name="ph7087"/>
              <p:cNvSpPr/>
              <p:nvPr/>
            </p:nvSpPr>
            <p:spPr>
              <a:xfrm>
                <a:off x="23644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8" name="ph7088"/>
              <p:cNvSpPr/>
              <p:nvPr/>
            </p:nvSpPr>
            <p:spPr>
              <a:xfrm>
                <a:off x="2373670" y="1274671"/>
                <a:ext cx="921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005" y="897161"/>
                    </a:lnTo>
                    <a:lnTo>
                      <a:pt x="917146" y="900172"/>
                    </a:lnTo>
                    <a:lnTo>
                      <a:pt x="920176" y="909105"/>
                    </a:lnTo>
                    <a:lnTo>
                      <a:pt x="921775" y="91439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9" name="ph7089"/>
              <p:cNvSpPr/>
              <p:nvPr/>
            </p:nvSpPr>
            <p:spPr>
              <a:xfrm>
                <a:off x="3364728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790" y="914399"/>
                    </a:lnTo>
                    <a:lnTo>
                      <a:pt x="914400" y="91297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0" name="ph7090"/>
              <p:cNvSpPr/>
              <p:nvPr/>
            </p:nvSpPr>
            <p:spPr>
              <a:xfrm>
                <a:off x="3373990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2979"/>
                    </a:lnTo>
                    <a:lnTo>
                      <a:pt x="907602" y="910805"/>
                    </a:lnTo>
                    <a:lnTo>
                      <a:pt x="912766" y="906827"/>
                    </a:lnTo>
                    <a:lnTo>
                      <a:pt x="914400" y="905744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1" name="ph7091"/>
              <p:cNvSpPr/>
              <p:nvPr/>
            </p:nvSpPr>
            <p:spPr>
              <a:xfrm>
                <a:off x="3383252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5744"/>
                    </a:lnTo>
                    <a:lnTo>
                      <a:pt x="908768" y="903337"/>
                    </a:lnTo>
                    <a:lnTo>
                      <a:pt x="914120" y="900344"/>
                    </a:lnTo>
                    <a:lnTo>
                      <a:pt x="914400" y="900202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2" name="ph7092"/>
              <p:cNvSpPr/>
              <p:nvPr/>
            </p:nvSpPr>
            <p:spPr>
              <a:xfrm>
                <a:off x="3392514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441"/>
                    </a:lnTo>
                    <a:lnTo>
                      <a:pt x="911118" y="91439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3" name="ph7093"/>
              <p:cNvSpPr/>
              <p:nvPr/>
            </p:nvSpPr>
            <p:spPr>
              <a:xfrm>
                <a:off x="339251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4" name="ph7094"/>
              <p:cNvSpPr/>
              <p:nvPr/>
            </p:nvSpPr>
            <p:spPr>
              <a:xfrm>
                <a:off x="34017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5" name="ph7095"/>
              <p:cNvSpPr/>
              <p:nvPr/>
            </p:nvSpPr>
            <p:spPr>
              <a:xfrm>
                <a:off x="34110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6" name="ph7096"/>
              <p:cNvSpPr/>
              <p:nvPr/>
            </p:nvSpPr>
            <p:spPr>
              <a:xfrm>
                <a:off x="34203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7" name="ph7097"/>
              <p:cNvSpPr/>
              <p:nvPr/>
            </p:nvSpPr>
            <p:spPr>
              <a:xfrm>
                <a:off x="34295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8" name="ph7098"/>
              <p:cNvSpPr/>
              <p:nvPr/>
            </p:nvSpPr>
            <p:spPr>
              <a:xfrm>
                <a:off x="343882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9" name="ph7099"/>
              <p:cNvSpPr/>
              <p:nvPr/>
            </p:nvSpPr>
            <p:spPr>
              <a:xfrm>
                <a:off x="34480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0" name="ph7100"/>
              <p:cNvSpPr/>
              <p:nvPr/>
            </p:nvSpPr>
            <p:spPr>
              <a:xfrm>
                <a:off x="34573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1" name="ph7101"/>
              <p:cNvSpPr/>
              <p:nvPr/>
            </p:nvSpPr>
            <p:spPr>
              <a:xfrm>
                <a:off x="34666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2" name="ph7102"/>
              <p:cNvSpPr/>
              <p:nvPr/>
            </p:nvSpPr>
            <p:spPr>
              <a:xfrm>
                <a:off x="347587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3" name="ph7103"/>
              <p:cNvSpPr/>
              <p:nvPr/>
            </p:nvSpPr>
            <p:spPr>
              <a:xfrm>
                <a:off x="34851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4" name="ph7104"/>
              <p:cNvSpPr/>
              <p:nvPr/>
            </p:nvSpPr>
            <p:spPr>
              <a:xfrm>
                <a:off x="34943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5" name="ph7105"/>
              <p:cNvSpPr/>
              <p:nvPr/>
            </p:nvSpPr>
            <p:spPr>
              <a:xfrm>
                <a:off x="35036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6" name="ph7106"/>
              <p:cNvSpPr/>
              <p:nvPr/>
            </p:nvSpPr>
            <p:spPr>
              <a:xfrm>
                <a:off x="35129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7" name="ph7107"/>
              <p:cNvSpPr/>
              <p:nvPr/>
            </p:nvSpPr>
            <p:spPr>
              <a:xfrm>
                <a:off x="352218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8" name="ph7108"/>
              <p:cNvSpPr/>
              <p:nvPr/>
            </p:nvSpPr>
            <p:spPr>
              <a:xfrm>
                <a:off x="35314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9" name="ph7109"/>
              <p:cNvSpPr/>
              <p:nvPr/>
            </p:nvSpPr>
            <p:spPr>
              <a:xfrm>
                <a:off x="35407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0" name="ph7110"/>
              <p:cNvSpPr/>
              <p:nvPr/>
            </p:nvSpPr>
            <p:spPr>
              <a:xfrm>
                <a:off x="35499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1" name="ph7111"/>
              <p:cNvSpPr/>
              <p:nvPr/>
            </p:nvSpPr>
            <p:spPr>
              <a:xfrm>
                <a:off x="355923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2" name="ph7112"/>
              <p:cNvSpPr/>
              <p:nvPr/>
            </p:nvSpPr>
            <p:spPr>
              <a:xfrm>
                <a:off x="35684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3" name="ph7113"/>
              <p:cNvSpPr/>
              <p:nvPr/>
            </p:nvSpPr>
            <p:spPr>
              <a:xfrm>
                <a:off x="35777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4" name="ph7114"/>
              <p:cNvSpPr/>
              <p:nvPr/>
            </p:nvSpPr>
            <p:spPr>
              <a:xfrm>
                <a:off x="35870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5" name="ph7115"/>
              <p:cNvSpPr/>
              <p:nvPr/>
            </p:nvSpPr>
            <p:spPr>
              <a:xfrm>
                <a:off x="35962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6" name="ph7116"/>
              <p:cNvSpPr/>
              <p:nvPr/>
            </p:nvSpPr>
            <p:spPr>
              <a:xfrm>
                <a:off x="360554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7" name="ph7117"/>
              <p:cNvSpPr/>
              <p:nvPr/>
            </p:nvSpPr>
            <p:spPr>
              <a:xfrm>
                <a:off x="36148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8" name="ph7118"/>
              <p:cNvSpPr/>
              <p:nvPr/>
            </p:nvSpPr>
            <p:spPr>
              <a:xfrm>
                <a:off x="362407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9" name="ph7119"/>
              <p:cNvSpPr/>
              <p:nvPr/>
            </p:nvSpPr>
            <p:spPr>
              <a:xfrm>
                <a:off x="363333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0" name="ph7120"/>
              <p:cNvSpPr/>
              <p:nvPr/>
            </p:nvSpPr>
            <p:spPr>
              <a:xfrm>
                <a:off x="364259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1" name="ph7121"/>
              <p:cNvSpPr/>
              <p:nvPr/>
            </p:nvSpPr>
            <p:spPr>
              <a:xfrm>
                <a:off x="365185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2" name="ph7122"/>
              <p:cNvSpPr/>
              <p:nvPr/>
            </p:nvSpPr>
            <p:spPr>
              <a:xfrm>
                <a:off x="366111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3" name="ph7123"/>
              <p:cNvSpPr/>
              <p:nvPr/>
            </p:nvSpPr>
            <p:spPr>
              <a:xfrm>
                <a:off x="367038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4" name="ph7124"/>
              <p:cNvSpPr/>
              <p:nvPr/>
            </p:nvSpPr>
            <p:spPr>
              <a:xfrm>
                <a:off x="367964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5" name="ph7125"/>
              <p:cNvSpPr/>
              <p:nvPr/>
            </p:nvSpPr>
            <p:spPr>
              <a:xfrm>
                <a:off x="368890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6" name="ph7126"/>
              <p:cNvSpPr/>
              <p:nvPr/>
            </p:nvSpPr>
            <p:spPr>
              <a:xfrm>
                <a:off x="36981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7" name="ph7127"/>
              <p:cNvSpPr/>
              <p:nvPr/>
            </p:nvSpPr>
            <p:spPr>
              <a:xfrm>
                <a:off x="37074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8" name="ph7128"/>
              <p:cNvSpPr/>
              <p:nvPr/>
            </p:nvSpPr>
            <p:spPr>
              <a:xfrm>
                <a:off x="37166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9" name="ph7129"/>
              <p:cNvSpPr/>
              <p:nvPr/>
            </p:nvSpPr>
            <p:spPr>
              <a:xfrm>
                <a:off x="372595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0" name="ph7130"/>
              <p:cNvSpPr/>
              <p:nvPr/>
            </p:nvSpPr>
            <p:spPr>
              <a:xfrm>
                <a:off x="37352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1" name="ph7131"/>
              <p:cNvSpPr/>
              <p:nvPr/>
            </p:nvSpPr>
            <p:spPr>
              <a:xfrm>
                <a:off x="37444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2" name="ph7132"/>
              <p:cNvSpPr/>
              <p:nvPr/>
            </p:nvSpPr>
            <p:spPr>
              <a:xfrm>
                <a:off x="37537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3" name="ph7133"/>
              <p:cNvSpPr/>
              <p:nvPr/>
            </p:nvSpPr>
            <p:spPr>
              <a:xfrm>
                <a:off x="37630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4" name="ph7134"/>
              <p:cNvSpPr/>
              <p:nvPr/>
            </p:nvSpPr>
            <p:spPr>
              <a:xfrm>
                <a:off x="3772265" y="1274671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48"/>
                    </a:lnTo>
                    <a:lnTo>
                      <a:pt x="923598" y="91439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5" name="ph7135"/>
              <p:cNvSpPr/>
              <p:nvPr/>
            </p:nvSpPr>
            <p:spPr>
              <a:xfrm>
                <a:off x="3781528" y="1257433"/>
                <a:ext cx="920598" cy="931486"/>
              </a:xfrm>
              <a:custGeom>
                <a:avLst/>
                <a:gdLst/>
                <a:ahLst/>
                <a:cxnLst/>
                <a:rect l="0" t="0" r="0" b="0"/>
                <a:pathLst>
                  <a:path w="920598" h="931486">
                    <a:moveTo>
                      <a:pt x="914400" y="914399"/>
                    </a:moveTo>
                    <a:lnTo>
                      <a:pt x="920598" y="914399"/>
                    </a:lnTo>
                    <a:lnTo>
                      <a:pt x="918210" y="921502"/>
                    </a:lnTo>
                    <a:lnTo>
                      <a:pt x="914910" y="930268"/>
                    </a:lnTo>
                    <a:lnTo>
                      <a:pt x="914400" y="931486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6" name="ph7136"/>
              <p:cNvSpPr/>
              <p:nvPr/>
            </p:nvSpPr>
            <p:spPr>
              <a:xfrm>
                <a:off x="2021706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6661" y="931638"/>
                    </a:lnTo>
                    <a:lnTo>
                      <a:pt x="905965" y="923058"/>
                    </a:lnTo>
                    <a:lnTo>
                      <a:pt x="905511" y="91439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7" name="ph7137"/>
              <p:cNvSpPr/>
              <p:nvPr/>
            </p:nvSpPr>
            <p:spPr>
              <a:xfrm>
                <a:off x="202170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8" name="ph7138"/>
              <p:cNvSpPr/>
              <p:nvPr/>
            </p:nvSpPr>
            <p:spPr>
              <a:xfrm>
                <a:off x="20309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9" name="ph7139"/>
              <p:cNvSpPr/>
              <p:nvPr/>
            </p:nvSpPr>
            <p:spPr>
              <a:xfrm>
                <a:off x="20402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0" name="ph7140"/>
              <p:cNvSpPr/>
              <p:nvPr/>
            </p:nvSpPr>
            <p:spPr>
              <a:xfrm>
                <a:off x="20494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1" name="ph7141"/>
              <p:cNvSpPr/>
              <p:nvPr/>
            </p:nvSpPr>
            <p:spPr>
              <a:xfrm>
                <a:off x="205875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2" name="ph7142"/>
              <p:cNvSpPr/>
              <p:nvPr/>
            </p:nvSpPr>
            <p:spPr>
              <a:xfrm>
                <a:off x="20680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3" name="ph7143"/>
              <p:cNvSpPr/>
              <p:nvPr/>
            </p:nvSpPr>
            <p:spPr>
              <a:xfrm>
                <a:off x="20772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4" name="ph7144"/>
              <p:cNvSpPr/>
              <p:nvPr/>
            </p:nvSpPr>
            <p:spPr>
              <a:xfrm>
                <a:off x="20865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5" name="ph7145"/>
              <p:cNvSpPr/>
              <p:nvPr/>
            </p:nvSpPr>
            <p:spPr>
              <a:xfrm>
                <a:off x="20958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6" name="ph7146"/>
              <p:cNvSpPr/>
              <p:nvPr/>
            </p:nvSpPr>
            <p:spPr>
              <a:xfrm>
                <a:off x="210506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7" name="ph7147"/>
              <p:cNvSpPr/>
              <p:nvPr/>
            </p:nvSpPr>
            <p:spPr>
              <a:xfrm>
                <a:off x="211432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8" name="ph7148"/>
              <p:cNvSpPr/>
              <p:nvPr/>
            </p:nvSpPr>
            <p:spPr>
              <a:xfrm>
                <a:off x="212359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9" name="ph7149"/>
              <p:cNvSpPr/>
              <p:nvPr/>
            </p:nvSpPr>
            <p:spPr>
              <a:xfrm>
                <a:off x="213285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0" name="ph7150"/>
              <p:cNvSpPr/>
              <p:nvPr/>
            </p:nvSpPr>
            <p:spPr>
              <a:xfrm>
                <a:off x="214211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1" name="ph7151"/>
              <p:cNvSpPr/>
              <p:nvPr/>
            </p:nvSpPr>
            <p:spPr>
              <a:xfrm>
                <a:off x="21513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2" name="ph7152"/>
              <p:cNvSpPr/>
              <p:nvPr/>
            </p:nvSpPr>
            <p:spPr>
              <a:xfrm>
                <a:off x="21606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3" name="ph7153"/>
              <p:cNvSpPr/>
              <p:nvPr/>
            </p:nvSpPr>
            <p:spPr>
              <a:xfrm>
                <a:off x="21699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4" name="ph7154"/>
              <p:cNvSpPr/>
              <p:nvPr/>
            </p:nvSpPr>
            <p:spPr>
              <a:xfrm>
                <a:off x="21791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5" name="ph7155"/>
              <p:cNvSpPr/>
              <p:nvPr/>
            </p:nvSpPr>
            <p:spPr>
              <a:xfrm>
                <a:off x="218842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6" name="ph7156"/>
              <p:cNvSpPr/>
              <p:nvPr/>
            </p:nvSpPr>
            <p:spPr>
              <a:xfrm>
                <a:off x="21976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7" name="ph7157"/>
              <p:cNvSpPr/>
              <p:nvPr/>
            </p:nvSpPr>
            <p:spPr>
              <a:xfrm>
                <a:off x="22069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8" name="ph7158"/>
              <p:cNvSpPr/>
              <p:nvPr/>
            </p:nvSpPr>
            <p:spPr>
              <a:xfrm>
                <a:off x="22162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9" name="ph7159"/>
              <p:cNvSpPr/>
              <p:nvPr/>
            </p:nvSpPr>
            <p:spPr>
              <a:xfrm>
                <a:off x="222547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0" name="ph7160"/>
              <p:cNvSpPr/>
              <p:nvPr/>
            </p:nvSpPr>
            <p:spPr>
              <a:xfrm>
                <a:off x="22347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1" name="ph7161"/>
              <p:cNvSpPr/>
              <p:nvPr/>
            </p:nvSpPr>
            <p:spPr>
              <a:xfrm>
                <a:off x="22439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2" name="ph7162"/>
              <p:cNvSpPr/>
              <p:nvPr/>
            </p:nvSpPr>
            <p:spPr>
              <a:xfrm>
                <a:off x="22532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3" name="ph7163"/>
              <p:cNvSpPr/>
              <p:nvPr/>
            </p:nvSpPr>
            <p:spPr>
              <a:xfrm>
                <a:off x="22625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4" name="ph7164"/>
              <p:cNvSpPr/>
              <p:nvPr/>
            </p:nvSpPr>
            <p:spPr>
              <a:xfrm>
                <a:off x="227178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5" name="ph7165"/>
              <p:cNvSpPr/>
              <p:nvPr/>
            </p:nvSpPr>
            <p:spPr>
              <a:xfrm>
                <a:off x="22810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6" name="ph7166"/>
              <p:cNvSpPr/>
              <p:nvPr/>
            </p:nvSpPr>
            <p:spPr>
              <a:xfrm>
                <a:off x="22903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7" name="ph7167"/>
              <p:cNvSpPr/>
              <p:nvPr/>
            </p:nvSpPr>
            <p:spPr>
              <a:xfrm>
                <a:off x="22995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8" name="ph7168"/>
              <p:cNvSpPr/>
              <p:nvPr/>
            </p:nvSpPr>
            <p:spPr>
              <a:xfrm>
                <a:off x="230883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9" name="ph7169"/>
              <p:cNvSpPr/>
              <p:nvPr/>
            </p:nvSpPr>
            <p:spPr>
              <a:xfrm>
                <a:off x="23180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0" name="ph7170"/>
              <p:cNvSpPr/>
              <p:nvPr/>
            </p:nvSpPr>
            <p:spPr>
              <a:xfrm>
                <a:off x="23273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1" name="ph7171"/>
              <p:cNvSpPr/>
              <p:nvPr/>
            </p:nvSpPr>
            <p:spPr>
              <a:xfrm>
                <a:off x="23366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2" name="ph7172"/>
              <p:cNvSpPr/>
              <p:nvPr/>
            </p:nvSpPr>
            <p:spPr>
              <a:xfrm>
                <a:off x="23458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3" name="ph7173"/>
              <p:cNvSpPr/>
              <p:nvPr/>
            </p:nvSpPr>
            <p:spPr>
              <a:xfrm>
                <a:off x="235514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4" name="ph7174"/>
              <p:cNvSpPr/>
              <p:nvPr/>
            </p:nvSpPr>
            <p:spPr>
              <a:xfrm>
                <a:off x="2373670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825" y="897161"/>
                    </a:lnTo>
                    <a:lnTo>
                      <a:pt x="910371" y="900466"/>
                    </a:lnTo>
                    <a:lnTo>
                      <a:pt x="913875" y="908777"/>
                    </a:lnTo>
                    <a:lnTo>
                      <a:pt x="914400" y="910162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5" name="ph7175"/>
              <p:cNvSpPr/>
              <p:nvPr/>
            </p:nvSpPr>
            <p:spPr>
              <a:xfrm>
                <a:off x="2373670" y="1257433"/>
                <a:ext cx="9160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005" h="914399">
                    <a:moveTo>
                      <a:pt x="914400" y="914399"/>
                    </a:moveTo>
                    <a:lnTo>
                      <a:pt x="914400" y="910162"/>
                    </a:lnTo>
                    <a:lnTo>
                      <a:pt x="916005" y="91439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6" name="ph7176"/>
              <p:cNvSpPr/>
              <p:nvPr/>
            </p:nvSpPr>
            <p:spPr>
              <a:xfrm>
                <a:off x="3392514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1118" y="914399"/>
                    </a:lnTo>
                    <a:lnTo>
                      <a:pt x="914400" y="912731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7" name="ph7177"/>
              <p:cNvSpPr/>
              <p:nvPr/>
            </p:nvSpPr>
            <p:spPr>
              <a:xfrm>
                <a:off x="3401777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969"/>
                    </a:lnTo>
                    <a:lnTo>
                      <a:pt x="909255" y="927820"/>
                    </a:lnTo>
                    <a:lnTo>
                      <a:pt x="910375" y="917026"/>
                    </a:lnTo>
                    <a:lnTo>
                      <a:pt x="910727" y="91439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8" name="ph7178"/>
              <p:cNvSpPr/>
              <p:nvPr/>
            </p:nvSpPr>
            <p:spPr>
              <a:xfrm>
                <a:off x="34017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9" name="ph7179"/>
              <p:cNvSpPr/>
              <p:nvPr/>
            </p:nvSpPr>
            <p:spPr>
              <a:xfrm>
                <a:off x="34110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0" name="ph7180"/>
              <p:cNvSpPr/>
              <p:nvPr/>
            </p:nvSpPr>
            <p:spPr>
              <a:xfrm>
                <a:off x="34203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1" name="ph7181"/>
              <p:cNvSpPr/>
              <p:nvPr/>
            </p:nvSpPr>
            <p:spPr>
              <a:xfrm>
                <a:off x="34295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2" name="ph7182"/>
              <p:cNvSpPr/>
              <p:nvPr/>
            </p:nvSpPr>
            <p:spPr>
              <a:xfrm>
                <a:off x="343882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3" name="ph7183"/>
              <p:cNvSpPr/>
              <p:nvPr/>
            </p:nvSpPr>
            <p:spPr>
              <a:xfrm>
                <a:off x="34480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4" name="ph7184"/>
              <p:cNvSpPr/>
              <p:nvPr/>
            </p:nvSpPr>
            <p:spPr>
              <a:xfrm>
                <a:off x="34573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5" name="ph7185"/>
              <p:cNvSpPr/>
              <p:nvPr/>
            </p:nvSpPr>
            <p:spPr>
              <a:xfrm>
                <a:off x="34666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6" name="ph7186"/>
              <p:cNvSpPr/>
              <p:nvPr/>
            </p:nvSpPr>
            <p:spPr>
              <a:xfrm>
                <a:off x="347587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7" name="ph7187"/>
              <p:cNvSpPr/>
              <p:nvPr/>
            </p:nvSpPr>
            <p:spPr>
              <a:xfrm>
                <a:off x="34851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8" name="ph7188"/>
              <p:cNvSpPr/>
              <p:nvPr/>
            </p:nvSpPr>
            <p:spPr>
              <a:xfrm>
                <a:off x="34943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9" name="ph7189"/>
              <p:cNvSpPr/>
              <p:nvPr/>
            </p:nvSpPr>
            <p:spPr>
              <a:xfrm>
                <a:off x="35036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0" name="ph7190"/>
              <p:cNvSpPr/>
              <p:nvPr/>
            </p:nvSpPr>
            <p:spPr>
              <a:xfrm>
                <a:off x="35129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1" name="ph7191"/>
              <p:cNvSpPr/>
              <p:nvPr/>
            </p:nvSpPr>
            <p:spPr>
              <a:xfrm>
                <a:off x="352218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2" name="ph7192"/>
              <p:cNvSpPr/>
              <p:nvPr/>
            </p:nvSpPr>
            <p:spPr>
              <a:xfrm>
                <a:off x="35314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3" name="ph7193"/>
              <p:cNvSpPr/>
              <p:nvPr/>
            </p:nvSpPr>
            <p:spPr>
              <a:xfrm>
                <a:off x="35407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4" name="ph7194"/>
              <p:cNvSpPr/>
              <p:nvPr/>
            </p:nvSpPr>
            <p:spPr>
              <a:xfrm>
                <a:off x="35499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5" name="ph7195"/>
              <p:cNvSpPr/>
              <p:nvPr/>
            </p:nvSpPr>
            <p:spPr>
              <a:xfrm>
                <a:off x="355923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6" name="ph7196"/>
              <p:cNvSpPr/>
              <p:nvPr/>
            </p:nvSpPr>
            <p:spPr>
              <a:xfrm>
                <a:off x="35684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7" name="ph7197"/>
              <p:cNvSpPr/>
              <p:nvPr/>
            </p:nvSpPr>
            <p:spPr>
              <a:xfrm>
                <a:off x="35777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8" name="ph7198"/>
              <p:cNvSpPr/>
              <p:nvPr/>
            </p:nvSpPr>
            <p:spPr>
              <a:xfrm>
                <a:off x="35870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9" name="ph7199"/>
              <p:cNvSpPr/>
              <p:nvPr/>
            </p:nvSpPr>
            <p:spPr>
              <a:xfrm>
                <a:off x="35962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0" name="ph7200"/>
              <p:cNvSpPr/>
              <p:nvPr/>
            </p:nvSpPr>
            <p:spPr>
              <a:xfrm>
                <a:off x="360554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1" name="ph7201"/>
              <p:cNvSpPr/>
              <p:nvPr/>
            </p:nvSpPr>
            <p:spPr>
              <a:xfrm>
                <a:off x="361480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2" name="ph7202"/>
              <p:cNvSpPr/>
              <p:nvPr/>
            </p:nvSpPr>
            <p:spPr>
              <a:xfrm>
                <a:off x="362407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3" name="ph7203"/>
              <p:cNvSpPr/>
              <p:nvPr/>
            </p:nvSpPr>
            <p:spPr>
              <a:xfrm>
                <a:off x="363333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4" name="ph7204"/>
              <p:cNvSpPr/>
              <p:nvPr/>
            </p:nvSpPr>
            <p:spPr>
              <a:xfrm>
                <a:off x="364259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5" name="ph7205"/>
              <p:cNvSpPr/>
              <p:nvPr/>
            </p:nvSpPr>
            <p:spPr>
              <a:xfrm>
                <a:off x="365185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6" name="ph7206"/>
              <p:cNvSpPr/>
              <p:nvPr/>
            </p:nvSpPr>
            <p:spPr>
              <a:xfrm>
                <a:off x="366111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7" name="ph7207"/>
              <p:cNvSpPr/>
              <p:nvPr/>
            </p:nvSpPr>
            <p:spPr>
              <a:xfrm>
                <a:off x="367038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8" name="ph7208"/>
              <p:cNvSpPr/>
              <p:nvPr/>
            </p:nvSpPr>
            <p:spPr>
              <a:xfrm>
                <a:off x="367964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9" name="ph7209"/>
              <p:cNvSpPr/>
              <p:nvPr/>
            </p:nvSpPr>
            <p:spPr>
              <a:xfrm>
                <a:off x="368890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0" name="ph7210"/>
              <p:cNvSpPr/>
              <p:nvPr/>
            </p:nvSpPr>
            <p:spPr>
              <a:xfrm>
                <a:off x="36981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1" name="ph7211"/>
              <p:cNvSpPr/>
              <p:nvPr/>
            </p:nvSpPr>
            <p:spPr>
              <a:xfrm>
                <a:off x="37074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2" name="ph7212"/>
              <p:cNvSpPr/>
              <p:nvPr/>
            </p:nvSpPr>
            <p:spPr>
              <a:xfrm>
                <a:off x="37166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3" name="ph7213"/>
              <p:cNvSpPr/>
              <p:nvPr/>
            </p:nvSpPr>
            <p:spPr>
              <a:xfrm>
                <a:off x="372595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4" name="ph7214"/>
              <p:cNvSpPr/>
              <p:nvPr/>
            </p:nvSpPr>
            <p:spPr>
              <a:xfrm>
                <a:off x="37352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5" name="ph7215"/>
              <p:cNvSpPr/>
              <p:nvPr/>
            </p:nvSpPr>
            <p:spPr>
              <a:xfrm>
                <a:off x="37444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6" name="ph7216"/>
              <p:cNvSpPr/>
              <p:nvPr/>
            </p:nvSpPr>
            <p:spPr>
              <a:xfrm>
                <a:off x="37537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7" name="ph7217"/>
              <p:cNvSpPr/>
              <p:nvPr/>
            </p:nvSpPr>
            <p:spPr>
              <a:xfrm>
                <a:off x="37630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8" name="ph7218"/>
              <p:cNvSpPr/>
              <p:nvPr/>
            </p:nvSpPr>
            <p:spPr>
              <a:xfrm>
                <a:off x="377226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9" name="ph7219"/>
              <p:cNvSpPr/>
              <p:nvPr/>
            </p:nvSpPr>
            <p:spPr>
              <a:xfrm>
                <a:off x="3781528" y="12574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396"/>
                    </a:lnTo>
                    <a:lnTo>
                      <a:pt x="921261" y="912430"/>
                    </a:lnTo>
                    <a:lnTo>
                      <a:pt x="920598" y="91439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0" name="ph7220"/>
              <p:cNvSpPr/>
              <p:nvPr/>
            </p:nvSpPr>
            <p:spPr>
              <a:xfrm>
                <a:off x="3790790" y="1240194"/>
                <a:ext cx="916352" cy="921634"/>
              </a:xfrm>
              <a:custGeom>
                <a:avLst/>
                <a:gdLst/>
                <a:ahLst/>
                <a:cxnLst/>
                <a:rect l="0" t="0" r="0" b="0"/>
                <a:pathLst>
                  <a:path w="916352" h="921634">
                    <a:moveTo>
                      <a:pt x="914400" y="914399"/>
                    </a:moveTo>
                    <a:lnTo>
                      <a:pt x="916352" y="914399"/>
                    </a:lnTo>
                    <a:lnTo>
                      <a:pt x="914794" y="920314"/>
                    </a:lnTo>
                    <a:lnTo>
                      <a:pt x="914400" y="921634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1" name="ph7221"/>
              <p:cNvSpPr/>
              <p:nvPr/>
            </p:nvSpPr>
            <p:spPr>
              <a:xfrm>
                <a:off x="2021706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11" y="931638"/>
                    </a:lnTo>
                    <a:lnTo>
                      <a:pt x="905399" y="929518"/>
                    </a:lnTo>
                    <a:lnTo>
                      <a:pt x="905137" y="918699"/>
                    </a:lnTo>
                    <a:lnTo>
                      <a:pt x="905154" y="91439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2" name="ph7222"/>
              <p:cNvSpPr/>
              <p:nvPr/>
            </p:nvSpPr>
            <p:spPr>
              <a:xfrm>
                <a:off x="202170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3" name="ph7223"/>
              <p:cNvSpPr/>
              <p:nvPr/>
            </p:nvSpPr>
            <p:spPr>
              <a:xfrm>
                <a:off x="20309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4" name="ph7224"/>
              <p:cNvSpPr/>
              <p:nvPr/>
            </p:nvSpPr>
            <p:spPr>
              <a:xfrm>
                <a:off x="20402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5" name="ph7225"/>
              <p:cNvSpPr/>
              <p:nvPr/>
            </p:nvSpPr>
            <p:spPr>
              <a:xfrm>
                <a:off x="20494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6" name="ph7226"/>
              <p:cNvSpPr/>
              <p:nvPr/>
            </p:nvSpPr>
            <p:spPr>
              <a:xfrm>
                <a:off x="205875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7" name="ph7227"/>
              <p:cNvSpPr/>
              <p:nvPr/>
            </p:nvSpPr>
            <p:spPr>
              <a:xfrm>
                <a:off x="20680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8" name="ph7228"/>
              <p:cNvSpPr/>
              <p:nvPr/>
            </p:nvSpPr>
            <p:spPr>
              <a:xfrm>
                <a:off x="20772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9" name="ph7229"/>
              <p:cNvSpPr/>
              <p:nvPr/>
            </p:nvSpPr>
            <p:spPr>
              <a:xfrm>
                <a:off x="20865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0" name="ph7230"/>
              <p:cNvSpPr/>
              <p:nvPr/>
            </p:nvSpPr>
            <p:spPr>
              <a:xfrm>
                <a:off x="20958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1" name="ph7231"/>
              <p:cNvSpPr/>
              <p:nvPr/>
            </p:nvSpPr>
            <p:spPr>
              <a:xfrm>
                <a:off x="210506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2" name="ph7232"/>
              <p:cNvSpPr/>
              <p:nvPr/>
            </p:nvSpPr>
            <p:spPr>
              <a:xfrm>
                <a:off x="21143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3" name="ph7233"/>
              <p:cNvSpPr/>
              <p:nvPr/>
            </p:nvSpPr>
            <p:spPr>
              <a:xfrm>
                <a:off x="212359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4" name="ph7234"/>
              <p:cNvSpPr/>
              <p:nvPr/>
            </p:nvSpPr>
            <p:spPr>
              <a:xfrm>
                <a:off x="213285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5" name="ph7235"/>
              <p:cNvSpPr/>
              <p:nvPr/>
            </p:nvSpPr>
            <p:spPr>
              <a:xfrm>
                <a:off x="214211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6" name="ph7236"/>
              <p:cNvSpPr/>
              <p:nvPr/>
            </p:nvSpPr>
            <p:spPr>
              <a:xfrm>
                <a:off x="21513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7" name="ph7237"/>
              <p:cNvSpPr/>
              <p:nvPr/>
            </p:nvSpPr>
            <p:spPr>
              <a:xfrm>
                <a:off x="21606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8" name="ph7238"/>
              <p:cNvSpPr/>
              <p:nvPr/>
            </p:nvSpPr>
            <p:spPr>
              <a:xfrm>
                <a:off x="21699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9" name="ph7239"/>
              <p:cNvSpPr/>
              <p:nvPr/>
            </p:nvSpPr>
            <p:spPr>
              <a:xfrm>
                <a:off x="21791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0" name="ph7240"/>
              <p:cNvSpPr/>
              <p:nvPr/>
            </p:nvSpPr>
            <p:spPr>
              <a:xfrm>
                <a:off x="218842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1" name="ph7241"/>
              <p:cNvSpPr/>
              <p:nvPr/>
            </p:nvSpPr>
            <p:spPr>
              <a:xfrm>
                <a:off x="21976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2" name="ph7242"/>
              <p:cNvSpPr/>
              <p:nvPr/>
            </p:nvSpPr>
            <p:spPr>
              <a:xfrm>
                <a:off x="22069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3" name="ph7243"/>
              <p:cNvSpPr/>
              <p:nvPr/>
            </p:nvSpPr>
            <p:spPr>
              <a:xfrm>
                <a:off x="22162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4" name="ph7244"/>
              <p:cNvSpPr/>
              <p:nvPr/>
            </p:nvSpPr>
            <p:spPr>
              <a:xfrm>
                <a:off x="222547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5" name="ph7245"/>
              <p:cNvSpPr/>
              <p:nvPr/>
            </p:nvSpPr>
            <p:spPr>
              <a:xfrm>
                <a:off x="22347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6" name="ph7246"/>
              <p:cNvSpPr/>
              <p:nvPr/>
            </p:nvSpPr>
            <p:spPr>
              <a:xfrm>
                <a:off x="22439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7" name="ph7247"/>
              <p:cNvSpPr/>
              <p:nvPr/>
            </p:nvSpPr>
            <p:spPr>
              <a:xfrm>
                <a:off x="22532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8" name="ph7248"/>
              <p:cNvSpPr/>
              <p:nvPr/>
            </p:nvSpPr>
            <p:spPr>
              <a:xfrm>
                <a:off x="22625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9" name="ph7249"/>
              <p:cNvSpPr/>
              <p:nvPr/>
            </p:nvSpPr>
            <p:spPr>
              <a:xfrm>
                <a:off x="227178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0" name="ph7250"/>
              <p:cNvSpPr/>
              <p:nvPr/>
            </p:nvSpPr>
            <p:spPr>
              <a:xfrm>
                <a:off x="22810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1" name="ph7251"/>
              <p:cNvSpPr/>
              <p:nvPr/>
            </p:nvSpPr>
            <p:spPr>
              <a:xfrm>
                <a:off x="22903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2" name="ph7252"/>
              <p:cNvSpPr/>
              <p:nvPr/>
            </p:nvSpPr>
            <p:spPr>
              <a:xfrm>
                <a:off x="22995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3" name="ph7253"/>
              <p:cNvSpPr/>
              <p:nvPr/>
            </p:nvSpPr>
            <p:spPr>
              <a:xfrm>
                <a:off x="230883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4" name="ph7254"/>
              <p:cNvSpPr/>
              <p:nvPr/>
            </p:nvSpPr>
            <p:spPr>
              <a:xfrm>
                <a:off x="23180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5" name="ph7255"/>
              <p:cNvSpPr/>
              <p:nvPr/>
            </p:nvSpPr>
            <p:spPr>
              <a:xfrm>
                <a:off x="23273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6" name="ph7256"/>
              <p:cNvSpPr/>
              <p:nvPr/>
            </p:nvSpPr>
            <p:spPr>
              <a:xfrm>
                <a:off x="23366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7" name="ph7257"/>
              <p:cNvSpPr/>
              <p:nvPr/>
            </p:nvSpPr>
            <p:spPr>
              <a:xfrm>
                <a:off x="23458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8" name="ph7258"/>
              <p:cNvSpPr/>
              <p:nvPr/>
            </p:nvSpPr>
            <p:spPr>
              <a:xfrm>
                <a:off x="2364408" y="1240194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111" y="897161"/>
                    </a:lnTo>
                    <a:lnTo>
                      <a:pt x="911966" y="902134"/>
                    </a:lnTo>
                    <a:lnTo>
                      <a:pt x="914399" y="90682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9" name="ph7259"/>
              <p:cNvSpPr/>
              <p:nvPr/>
            </p:nvSpPr>
            <p:spPr>
              <a:xfrm>
                <a:off x="2364408" y="1240194"/>
                <a:ext cx="91808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088" h="914399">
                    <a:moveTo>
                      <a:pt x="914399" y="914399"/>
                    </a:moveTo>
                    <a:lnTo>
                      <a:pt x="914399" y="906829"/>
                    </a:lnTo>
                    <a:lnTo>
                      <a:pt x="915907" y="909737"/>
                    </a:lnTo>
                    <a:lnTo>
                      <a:pt x="918088" y="91439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0" name="ph7260"/>
              <p:cNvSpPr/>
              <p:nvPr/>
            </p:nvSpPr>
            <p:spPr>
              <a:xfrm>
                <a:off x="3401777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0727" y="931638"/>
                    </a:lnTo>
                    <a:lnTo>
                      <a:pt x="911802" y="923596"/>
                    </a:lnTo>
                    <a:lnTo>
                      <a:pt x="913315" y="91439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1" name="ph7261"/>
              <p:cNvSpPr/>
              <p:nvPr/>
            </p:nvSpPr>
            <p:spPr>
              <a:xfrm>
                <a:off x="34017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2" name="ph7262"/>
              <p:cNvSpPr/>
              <p:nvPr/>
            </p:nvSpPr>
            <p:spPr>
              <a:xfrm>
                <a:off x="34110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3" name="ph7263"/>
              <p:cNvSpPr/>
              <p:nvPr/>
            </p:nvSpPr>
            <p:spPr>
              <a:xfrm>
                <a:off x="34203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4" name="ph7264"/>
              <p:cNvSpPr/>
              <p:nvPr/>
            </p:nvSpPr>
            <p:spPr>
              <a:xfrm>
                <a:off x="34295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5" name="ph7265"/>
              <p:cNvSpPr/>
              <p:nvPr/>
            </p:nvSpPr>
            <p:spPr>
              <a:xfrm>
                <a:off x="343882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6" name="ph7266"/>
              <p:cNvSpPr/>
              <p:nvPr/>
            </p:nvSpPr>
            <p:spPr>
              <a:xfrm>
                <a:off x="34480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7" name="ph7267"/>
              <p:cNvSpPr/>
              <p:nvPr/>
            </p:nvSpPr>
            <p:spPr>
              <a:xfrm>
                <a:off x="34573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8" name="ph7268"/>
              <p:cNvSpPr/>
              <p:nvPr/>
            </p:nvSpPr>
            <p:spPr>
              <a:xfrm>
                <a:off x="34666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9" name="ph7269"/>
              <p:cNvSpPr/>
              <p:nvPr/>
            </p:nvSpPr>
            <p:spPr>
              <a:xfrm>
                <a:off x="347587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0" name="ph7270"/>
              <p:cNvSpPr/>
              <p:nvPr/>
            </p:nvSpPr>
            <p:spPr>
              <a:xfrm>
                <a:off x="34851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1" name="ph7271"/>
              <p:cNvSpPr/>
              <p:nvPr/>
            </p:nvSpPr>
            <p:spPr>
              <a:xfrm>
                <a:off x="34943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2" name="ph7272"/>
              <p:cNvSpPr/>
              <p:nvPr/>
            </p:nvSpPr>
            <p:spPr>
              <a:xfrm>
                <a:off x="35036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3" name="ph7273"/>
              <p:cNvSpPr/>
              <p:nvPr/>
            </p:nvSpPr>
            <p:spPr>
              <a:xfrm>
                <a:off x="35129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4" name="ph7274"/>
              <p:cNvSpPr/>
              <p:nvPr/>
            </p:nvSpPr>
            <p:spPr>
              <a:xfrm>
                <a:off x="352218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5" name="ph7275"/>
              <p:cNvSpPr/>
              <p:nvPr/>
            </p:nvSpPr>
            <p:spPr>
              <a:xfrm>
                <a:off x="35314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6" name="ph7276"/>
              <p:cNvSpPr/>
              <p:nvPr/>
            </p:nvSpPr>
            <p:spPr>
              <a:xfrm>
                <a:off x="35407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7" name="ph7277"/>
              <p:cNvSpPr/>
              <p:nvPr/>
            </p:nvSpPr>
            <p:spPr>
              <a:xfrm>
                <a:off x="35499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8" name="ph7278"/>
              <p:cNvSpPr/>
              <p:nvPr/>
            </p:nvSpPr>
            <p:spPr>
              <a:xfrm>
                <a:off x="355923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9" name="ph7279"/>
              <p:cNvSpPr/>
              <p:nvPr/>
            </p:nvSpPr>
            <p:spPr>
              <a:xfrm>
                <a:off x="35684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0" name="ph7280"/>
              <p:cNvSpPr/>
              <p:nvPr/>
            </p:nvSpPr>
            <p:spPr>
              <a:xfrm>
                <a:off x="35777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1" name="ph7281"/>
              <p:cNvSpPr/>
              <p:nvPr/>
            </p:nvSpPr>
            <p:spPr>
              <a:xfrm>
                <a:off x="35870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2" name="ph7282"/>
              <p:cNvSpPr/>
              <p:nvPr/>
            </p:nvSpPr>
            <p:spPr>
              <a:xfrm>
                <a:off x="35962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3" name="ph7283"/>
              <p:cNvSpPr/>
              <p:nvPr/>
            </p:nvSpPr>
            <p:spPr>
              <a:xfrm>
                <a:off x="360554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4" name="ph7284"/>
              <p:cNvSpPr/>
              <p:nvPr/>
            </p:nvSpPr>
            <p:spPr>
              <a:xfrm>
                <a:off x="361480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5" name="ph7285"/>
              <p:cNvSpPr/>
              <p:nvPr/>
            </p:nvSpPr>
            <p:spPr>
              <a:xfrm>
                <a:off x="362407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6" name="ph7286"/>
              <p:cNvSpPr/>
              <p:nvPr/>
            </p:nvSpPr>
            <p:spPr>
              <a:xfrm>
                <a:off x="363333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7" name="ph7287"/>
              <p:cNvSpPr/>
              <p:nvPr/>
            </p:nvSpPr>
            <p:spPr>
              <a:xfrm>
                <a:off x="364259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8" name="ph7288"/>
              <p:cNvSpPr/>
              <p:nvPr/>
            </p:nvSpPr>
            <p:spPr>
              <a:xfrm>
                <a:off x="365185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9" name="ph7289"/>
              <p:cNvSpPr/>
              <p:nvPr/>
            </p:nvSpPr>
            <p:spPr>
              <a:xfrm>
                <a:off x="366111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0" name="ph7290"/>
              <p:cNvSpPr/>
              <p:nvPr/>
            </p:nvSpPr>
            <p:spPr>
              <a:xfrm>
                <a:off x="367038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1" name="ph7291"/>
              <p:cNvSpPr/>
              <p:nvPr/>
            </p:nvSpPr>
            <p:spPr>
              <a:xfrm>
                <a:off x="367964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2" name="ph7292"/>
              <p:cNvSpPr/>
              <p:nvPr/>
            </p:nvSpPr>
            <p:spPr>
              <a:xfrm>
                <a:off x="368890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3" name="ph7293"/>
              <p:cNvSpPr/>
              <p:nvPr/>
            </p:nvSpPr>
            <p:spPr>
              <a:xfrm>
                <a:off x="36981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4" name="ph7294"/>
              <p:cNvSpPr/>
              <p:nvPr/>
            </p:nvSpPr>
            <p:spPr>
              <a:xfrm>
                <a:off x="37074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5" name="ph7295"/>
              <p:cNvSpPr/>
              <p:nvPr/>
            </p:nvSpPr>
            <p:spPr>
              <a:xfrm>
                <a:off x="37166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6" name="ph7296"/>
              <p:cNvSpPr/>
              <p:nvPr/>
            </p:nvSpPr>
            <p:spPr>
              <a:xfrm>
                <a:off x="372595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7" name="ph7297"/>
              <p:cNvSpPr/>
              <p:nvPr/>
            </p:nvSpPr>
            <p:spPr>
              <a:xfrm>
                <a:off x="37352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8" name="ph7298"/>
              <p:cNvSpPr/>
              <p:nvPr/>
            </p:nvSpPr>
            <p:spPr>
              <a:xfrm>
                <a:off x="37444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9" name="ph7299"/>
              <p:cNvSpPr/>
              <p:nvPr/>
            </p:nvSpPr>
            <p:spPr>
              <a:xfrm>
                <a:off x="37537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0" name="ph7300"/>
              <p:cNvSpPr/>
              <p:nvPr/>
            </p:nvSpPr>
            <p:spPr>
              <a:xfrm>
                <a:off x="37630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1" name="ph7301"/>
              <p:cNvSpPr/>
              <p:nvPr/>
            </p:nvSpPr>
            <p:spPr>
              <a:xfrm>
                <a:off x="377226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2" name="ph7302"/>
              <p:cNvSpPr/>
              <p:nvPr/>
            </p:nvSpPr>
            <p:spPr>
              <a:xfrm>
                <a:off x="37815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3" name="ph7303"/>
              <p:cNvSpPr/>
              <p:nvPr/>
            </p:nvSpPr>
            <p:spPr>
              <a:xfrm>
                <a:off x="3790790" y="1240194"/>
                <a:ext cx="92031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1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0318" y="897161"/>
                    </a:lnTo>
                    <a:lnTo>
                      <a:pt x="919586" y="900862"/>
                    </a:lnTo>
                    <a:lnTo>
                      <a:pt x="917325" y="910704"/>
                    </a:lnTo>
                    <a:lnTo>
                      <a:pt x="916352" y="91439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4" name="ph7304"/>
              <p:cNvSpPr/>
              <p:nvPr/>
            </p:nvSpPr>
            <p:spPr>
              <a:xfrm>
                <a:off x="2021706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54" y="931638"/>
                    </a:lnTo>
                    <a:lnTo>
                      <a:pt x="905180" y="925108"/>
                    </a:lnTo>
                    <a:lnTo>
                      <a:pt x="905524" y="914400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5" name="ph7305"/>
              <p:cNvSpPr/>
              <p:nvPr/>
            </p:nvSpPr>
            <p:spPr>
              <a:xfrm>
                <a:off x="202170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6" name="ph7306"/>
              <p:cNvSpPr/>
              <p:nvPr/>
            </p:nvSpPr>
            <p:spPr>
              <a:xfrm>
                <a:off x="20309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7" name="ph7307"/>
              <p:cNvSpPr/>
              <p:nvPr/>
            </p:nvSpPr>
            <p:spPr>
              <a:xfrm>
                <a:off x="20402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8" name="ph7308"/>
              <p:cNvSpPr/>
              <p:nvPr/>
            </p:nvSpPr>
            <p:spPr>
              <a:xfrm>
                <a:off x="20494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9" name="ph7309"/>
              <p:cNvSpPr/>
              <p:nvPr/>
            </p:nvSpPr>
            <p:spPr>
              <a:xfrm>
                <a:off x="205875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0" name="ph7310"/>
              <p:cNvSpPr/>
              <p:nvPr/>
            </p:nvSpPr>
            <p:spPr>
              <a:xfrm>
                <a:off x="20680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1" name="ph7311"/>
              <p:cNvSpPr/>
              <p:nvPr/>
            </p:nvSpPr>
            <p:spPr>
              <a:xfrm>
                <a:off x="20772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2" name="ph7312"/>
              <p:cNvSpPr/>
              <p:nvPr/>
            </p:nvSpPr>
            <p:spPr>
              <a:xfrm>
                <a:off x="20865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3" name="ph7313"/>
              <p:cNvSpPr/>
              <p:nvPr/>
            </p:nvSpPr>
            <p:spPr>
              <a:xfrm>
                <a:off x="20958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4" name="ph7314"/>
              <p:cNvSpPr/>
              <p:nvPr/>
            </p:nvSpPr>
            <p:spPr>
              <a:xfrm>
                <a:off x="210506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5" name="ph7315"/>
              <p:cNvSpPr/>
              <p:nvPr/>
            </p:nvSpPr>
            <p:spPr>
              <a:xfrm>
                <a:off x="21143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6" name="ph7316"/>
              <p:cNvSpPr/>
              <p:nvPr/>
            </p:nvSpPr>
            <p:spPr>
              <a:xfrm>
                <a:off x="212359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7" name="ph7317"/>
              <p:cNvSpPr/>
              <p:nvPr/>
            </p:nvSpPr>
            <p:spPr>
              <a:xfrm>
                <a:off x="213285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8" name="ph7318"/>
              <p:cNvSpPr/>
              <p:nvPr/>
            </p:nvSpPr>
            <p:spPr>
              <a:xfrm>
                <a:off x="214211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9" name="ph7319"/>
              <p:cNvSpPr/>
              <p:nvPr/>
            </p:nvSpPr>
            <p:spPr>
              <a:xfrm>
                <a:off x="215137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0" name="ph7320"/>
              <p:cNvSpPr/>
              <p:nvPr/>
            </p:nvSpPr>
            <p:spPr>
              <a:xfrm>
                <a:off x="21606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1" name="ph7321"/>
              <p:cNvSpPr/>
              <p:nvPr/>
            </p:nvSpPr>
            <p:spPr>
              <a:xfrm>
                <a:off x="21699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2" name="ph7322"/>
              <p:cNvSpPr/>
              <p:nvPr/>
            </p:nvSpPr>
            <p:spPr>
              <a:xfrm>
                <a:off x="21791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3" name="ph7323"/>
              <p:cNvSpPr/>
              <p:nvPr/>
            </p:nvSpPr>
            <p:spPr>
              <a:xfrm>
                <a:off x="218842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4" name="ph7324"/>
              <p:cNvSpPr/>
              <p:nvPr/>
            </p:nvSpPr>
            <p:spPr>
              <a:xfrm>
                <a:off x="21976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5" name="ph7325"/>
              <p:cNvSpPr/>
              <p:nvPr/>
            </p:nvSpPr>
            <p:spPr>
              <a:xfrm>
                <a:off x="22069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6" name="ph7326"/>
              <p:cNvSpPr/>
              <p:nvPr/>
            </p:nvSpPr>
            <p:spPr>
              <a:xfrm>
                <a:off x="22162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7" name="ph7327"/>
              <p:cNvSpPr/>
              <p:nvPr/>
            </p:nvSpPr>
            <p:spPr>
              <a:xfrm>
                <a:off x="222547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8" name="ph7328"/>
              <p:cNvSpPr/>
              <p:nvPr/>
            </p:nvSpPr>
            <p:spPr>
              <a:xfrm>
                <a:off x="22347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9" name="ph7329"/>
              <p:cNvSpPr/>
              <p:nvPr/>
            </p:nvSpPr>
            <p:spPr>
              <a:xfrm>
                <a:off x="22439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0" name="ph7330"/>
              <p:cNvSpPr/>
              <p:nvPr/>
            </p:nvSpPr>
            <p:spPr>
              <a:xfrm>
                <a:off x="22532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1" name="ph7331"/>
              <p:cNvSpPr/>
              <p:nvPr/>
            </p:nvSpPr>
            <p:spPr>
              <a:xfrm>
                <a:off x="22625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2" name="ph7332"/>
              <p:cNvSpPr/>
              <p:nvPr/>
            </p:nvSpPr>
            <p:spPr>
              <a:xfrm>
                <a:off x="227178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3" name="ph7333"/>
              <p:cNvSpPr/>
              <p:nvPr/>
            </p:nvSpPr>
            <p:spPr>
              <a:xfrm>
                <a:off x="22810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4" name="ph7334"/>
              <p:cNvSpPr/>
              <p:nvPr/>
            </p:nvSpPr>
            <p:spPr>
              <a:xfrm>
                <a:off x="22903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5" name="ph7335"/>
              <p:cNvSpPr/>
              <p:nvPr/>
            </p:nvSpPr>
            <p:spPr>
              <a:xfrm>
                <a:off x="22995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6" name="ph7336"/>
              <p:cNvSpPr/>
              <p:nvPr/>
            </p:nvSpPr>
            <p:spPr>
              <a:xfrm>
                <a:off x="230883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7" name="ph7337"/>
              <p:cNvSpPr/>
              <p:nvPr/>
            </p:nvSpPr>
            <p:spPr>
              <a:xfrm>
                <a:off x="23180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8" name="ph7338"/>
              <p:cNvSpPr/>
              <p:nvPr/>
            </p:nvSpPr>
            <p:spPr>
              <a:xfrm>
                <a:off x="23273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9" name="ph7339"/>
              <p:cNvSpPr/>
              <p:nvPr/>
            </p:nvSpPr>
            <p:spPr>
              <a:xfrm>
                <a:off x="23366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0" name="ph7340"/>
              <p:cNvSpPr/>
              <p:nvPr/>
            </p:nvSpPr>
            <p:spPr>
              <a:xfrm>
                <a:off x="2355146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6827" y="897161"/>
                    </a:lnTo>
                    <a:lnTo>
                      <a:pt x="908229" y="898944"/>
                    </a:lnTo>
                    <a:lnTo>
                      <a:pt x="912747" y="905338"/>
                    </a:lnTo>
                    <a:lnTo>
                      <a:pt x="914400" y="907935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1" name="ph7341"/>
              <p:cNvSpPr/>
              <p:nvPr/>
            </p:nvSpPr>
            <p:spPr>
              <a:xfrm>
                <a:off x="2355146" y="1222956"/>
                <a:ext cx="9183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373" h="914399">
                    <a:moveTo>
                      <a:pt x="914400" y="914399"/>
                    </a:moveTo>
                    <a:lnTo>
                      <a:pt x="914400" y="907935"/>
                    </a:lnTo>
                    <a:lnTo>
                      <a:pt x="917084" y="912154"/>
                    </a:lnTo>
                    <a:lnTo>
                      <a:pt x="918373" y="91439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2" name="ph7342"/>
              <p:cNvSpPr/>
              <p:nvPr/>
            </p:nvSpPr>
            <p:spPr>
              <a:xfrm>
                <a:off x="3401777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315" y="914399"/>
                    </a:lnTo>
                    <a:lnTo>
                      <a:pt x="913532" y="913084"/>
                    </a:lnTo>
                    <a:lnTo>
                      <a:pt x="914400" y="908664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3" name="ph7343"/>
              <p:cNvSpPr/>
              <p:nvPr/>
            </p:nvSpPr>
            <p:spPr>
              <a:xfrm>
                <a:off x="3411039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902"/>
                    </a:lnTo>
                    <a:lnTo>
                      <a:pt x="906297" y="919997"/>
                    </a:lnTo>
                    <a:lnTo>
                      <a:pt x="907580" y="914400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4" name="ph7344"/>
              <p:cNvSpPr/>
              <p:nvPr/>
            </p:nvSpPr>
            <p:spPr>
              <a:xfrm>
                <a:off x="34110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5" name="ph7345"/>
              <p:cNvSpPr/>
              <p:nvPr/>
            </p:nvSpPr>
            <p:spPr>
              <a:xfrm>
                <a:off x="34203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6" name="ph7346"/>
              <p:cNvSpPr/>
              <p:nvPr/>
            </p:nvSpPr>
            <p:spPr>
              <a:xfrm>
                <a:off x="34295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7" name="ph7347"/>
              <p:cNvSpPr/>
              <p:nvPr/>
            </p:nvSpPr>
            <p:spPr>
              <a:xfrm>
                <a:off x="343882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8" name="ph7348"/>
              <p:cNvSpPr/>
              <p:nvPr/>
            </p:nvSpPr>
            <p:spPr>
              <a:xfrm>
                <a:off x="34480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9" name="ph7349"/>
              <p:cNvSpPr/>
              <p:nvPr/>
            </p:nvSpPr>
            <p:spPr>
              <a:xfrm>
                <a:off x="34573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0" name="ph7350"/>
              <p:cNvSpPr/>
              <p:nvPr/>
            </p:nvSpPr>
            <p:spPr>
              <a:xfrm>
                <a:off x="34666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1" name="ph7351"/>
              <p:cNvSpPr/>
              <p:nvPr/>
            </p:nvSpPr>
            <p:spPr>
              <a:xfrm>
                <a:off x="347587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2" name="ph7352"/>
              <p:cNvSpPr/>
              <p:nvPr/>
            </p:nvSpPr>
            <p:spPr>
              <a:xfrm>
                <a:off x="34851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3" name="ph7353"/>
              <p:cNvSpPr/>
              <p:nvPr/>
            </p:nvSpPr>
            <p:spPr>
              <a:xfrm>
                <a:off x="34943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4" name="ph7354"/>
              <p:cNvSpPr/>
              <p:nvPr/>
            </p:nvSpPr>
            <p:spPr>
              <a:xfrm>
                <a:off x="35036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5" name="ph7355"/>
              <p:cNvSpPr/>
              <p:nvPr/>
            </p:nvSpPr>
            <p:spPr>
              <a:xfrm>
                <a:off x="35129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6" name="ph7356"/>
              <p:cNvSpPr/>
              <p:nvPr/>
            </p:nvSpPr>
            <p:spPr>
              <a:xfrm>
                <a:off x="352218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7" name="ph7357"/>
              <p:cNvSpPr/>
              <p:nvPr/>
            </p:nvSpPr>
            <p:spPr>
              <a:xfrm>
                <a:off x="35314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8" name="ph7358"/>
              <p:cNvSpPr/>
              <p:nvPr/>
            </p:nvSpPr>
            <p:spPr>
              <a:xfrm>
                <a:off x="35407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9" name="ph7359"/>
              <p:cNvSpPr/>
              <p:nvPr/>
            </p:nvSpPr>
            <p:spPr>
              <a:xfrm>
                <a:off x="35499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0" name="ph7360"/>
              <p:cNvSpPr/>
              <p:nvPr/>
            </p:nvSpPr>
            <p:spPr>
              <a:xfrm>
                <a:off x="355923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1" name="ph7361"/>
              <p:cNvSpPr/>
              <p:nvPr/>
            </p:nvSpPr>
            <p:spPr>
              <a:xfrm>
                <a:off x="35684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2" name="ph7362"/>
              <p:cNvSpPr/>
              <p:nvPr/>
            </p:nvSpPr>
            <p:spPr>
              <a:xfrm>
                <a:off x="35777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3" name="ph7363"/>
              <p:cNvSpPr/>
              <p:nvPr/>
            </p:nvSpPr>
            <p:spPr>
              <a:xfrm>
                <a:off x="35870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4" name="ph7364"/>
              <p:cNvSpPr/>
              <p:nvPr/>
            </p:nvSpPr>
            <p:spPr>
              <a:xfrm>
                <a:off x="359628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5" name="ph7365"/>
              <p:cNvSpPr/>
              <p:nvPr/>
            </p:nvSpPr>
            <p:spPr>
              <a:xfrm>
                <a:off x="360554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6" name="ph7366"/>
              <p:cNvSpPr/>
              <p:nvPr/>
            </p:nvSpPr>
            <p:spPr>
              <a:xfrm>
                <a:off x="361480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7" name="ph7367"/>
              <p:cNvSpPr/>
              <p:nvPr/>
            </p:nvSpPr>
            <p:spPr>
              <a:xfrm>
                <a:off x="362407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8" name="ph7368"/>
              <p:cNvSpPr/>
              <p:nvPr/>
            </p:nvSpPr>
            <p:spPr>
              <a:xfrm>
                <a:off x="363333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9" name="ph7369"/>
              <p:cNvSpPr/>
              <p:nvPr/>
            </p:nvSpPr>
            <p:spPr>
              <a:xfrm>
                <a:off x="364259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0" name="ph7370"/>
              <p:cNvSpPr/>
              <p:nvPr/>
            </p:nvSpPr>
            <p:spPr>
              <a:xfrm>
                <a:off x="365185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1" name="ph7371"/>
              <p:cNvSpPr/>
              <p:nvPr/>
            </p:nvSpPr>
            <p:spPr>
              <a:xfrm>
                <a:off x="366111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2" name="ph7372"/>
              <p:cNvSpPr/>
              <p:nvPr/>
            </p:nvSpPr>
            <p:spPr>
              <a:xfrm>
                <a:off x="367038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3" name="ph7373"/>
              <p:cNvSpPr/>
              <p:nvPr/>
            </p:nvSpPr>
            <p:spPr>
              <a:xfrm>
                <a:off x="367964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4" name="ph7374"/>
              <p:cNvSpPr/>
              <p:nvPr/>
            </p:nvSpPr>
            <p:spPr>
              <a:xfrm>
                <a:off x="368890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5" name="ph7375"/>
              <p:cNvSpPr/>
              <p:nvPr/>
            </p:nvSpPr>
            <p:spPr>
              <a:xfrm>
                <a:off x="36981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6" name="ph7376"/>
              <p:cNvSpPr/>
              <p:nvPr/>
            </p:nvSpPr>
            <p:spPr>
              <a:xfrm>
                <a:off x="37074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7" name="ph7377"/>
              <p:cNvSpPr/>
              <p:nvPr/>
            </p:nvSpPr>
            <p:spPr>
              <a:xfrm>
                <a:off x="37166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8" name="ph7378"/>
              <p:cNvSpPr/>
              <p:nvPr/>
            </p:nvSpPr>
            <p:spPr>
              <a:xfrm>
                <a:off x="372595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9" name="ph7379"/>
              <p:cNvSpPr/>
              <p:nvPr/>
            </p:nvSpPr>
            <p:spPr>
              <a:xfrm>
                <a:off x="37352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0" name="ph7380"/>
              <p:cNvSpPr/>
              <p:nvPr/>
            </p:nvSpPr>
            <p:spPr>
              <a:xfrm>
                <a:off x="37444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1" name="ph7381"/>
              <p:cNvSpPr/>
              <p:nvPr/>
            </p:nvSpPr>
            <p:spPr>
              <a:xfrm>
                <a:off x="37537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2" name="ph7382"/>
              <p:cNvSpPr/>
              <p:nvPr/>
            </p:nvSpPr>
            <p:spPr>
              <a:xfrm>
                <a:off x="37630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3" name="ph7383"/>
              <p:cNvSpPr/>
              <p:nvPr/>
            </p:nvSpPr>
            <p:spPr>
              <a:xfrm>
                <a:off x="377226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4" name="ph7384"/>
              <p:cNvSpPr/>
              <p:nvPr/>
            </p:nvSpPr>
            <p:spPr>
              <a:xfrm>
                <a:off x="37815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5" name="ph7385"/>
              <p:cNvSpPr/>
              <p:nvPr/>
            </p:nvSpPr>
            <p:spPr>
              <a:xfrm>
                <a:off x="3790790" y="1222956"/>
                <a:ext cx="9233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3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375" y="897161"/>
                    </a:lnTo>
                    <a:lnTo>
                      <a:pt x="923274" y="897832"/>
                    </a:lnTo>
                    <a:lnTo>
                      <a:pt x="921571" y="908055"/>
                    </a:lnTo>
                    <a:lnTo>
                      <a:pt x="920318" y="91439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6" name="ph7386"/>
              <p:cNvSpPr/>
              <p:nvPr/>
            </p:nvSpPr>
            <p:spPr>
              <a:xfrm>
                <a:off x="2021706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27" y="931536"/>
                    </a:lnTo>
                    <a:lnTo>
                      <a:pt x="906177" y="920773"/>
                    </a:lnTo>
                    <a:lnTo>
                      <a:pt x="906746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7" name="ph7387"/>
              <p:cNvSpPr/>
              <p:nvPr/>
            </p:nvSpPr>
            <p:spPr>
              <a:xfrm>
                <a:off x="202170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8" name="ph7388"/>
              <p:cNvSpPr/>
              <p:nvPr/>
            </p:nvSpPr>
            <p:spPr>
              <a:xfrm>
                <a:off x="20309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9" name="ph7389"/>
              <p:cNvSpPr/>
              <p:nvPr/>
            </p:nvSpPr>
            <p:spPr>
              <a:xfrm>
                <a:off x="20402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0" name="ph7390"/>
              <p:cNvSpPr/>
              <p:nvPr/>
            </p:nvSpPr>
            <p:spPr>
              <a:xfrm>
                <a:off x="20494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1" name="ph7391"/>
              <p:cNvSpPr/>
              <p:nvPr/>
            </p:nvSpPr>
            <p:spPr>
              <a:xfrm>
                <a:off x="205875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2" name="ph7392"/>
              <p:cNvSpPr/>
              <p:nvPr/>
            </p:nvSpPr>
            <p:spPr>
              <a:xfrm>
                <a:off x="20680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3" name="ph7393"/>
              <p:cNvSpPr/>
              <p:nvPr/>
            </p:nvSpPr>
            <p:spPr>
              <a:xfrm>
                <a:off x="20772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4" name="ph7394"/>
              <p:cNvSpPr/>
              <p:nvPr/>
            </p:nvSpPr>
            <p:spPr>
              <a:xfrm>
                <a:off x="20865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5" name="ph7395"/>
              <p:cNvSpPr/>
              <p:nvPr/>
            </p:nvSpPr>
            <p:spPr>
              <a:xfrm>
                <a:off x="20958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6" name="ph7396"/>
              <p:cNvSpPr/>
              <p:nvPr/>
            </p:nvSpPr>
            <p:spPr>
              <a:xfrm>
                <a:off x="210506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7" name="ph7397"/>
              <p:cNvSpPr/>
              <p:nvPr/>
            </p:nvSpPr>
            <p:spPr>
              <a:xfrm>
                <a:off x="21143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8" name="ph7398"/>
              <p:cNvSpPr/>
              <p:nvPr/>
            </p:nvSpPr>
            <p:spPr>
              <a:xfrm>
                <a:off x="212359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9" name="ph7399"/>
              <p:cNvSpPr/>
              <p:nvPr/>
            </p:nvSpPr>
            <p:spPr>
              <a:xfrm>
                <a:off x="213285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0" name="ph7400"/>
              <p:cNvSpPr/>
              <p:nvPr/>
            </p:nvSpPr>
            <p:spPr>
              <a:xfrm>
                <a:off x="214211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1" name="ph7401"/>
              <p:cNvSpPr/>
              <p:nvPr/>
            </p:nvSpPr>
            <p:spPr>
              <a:xfrm>
                <a:off x="215137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2" name="ph7402"/>
              <p:cNvSpPr/>
              <p:nvPr/>
            </p:nvSpPr>
            <p:spPr>
              <a:xfrm>
                <a:off x="21606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3" name="ph7403"/>
              <p:cNvSpPr/>
              <p:nvPr/>
            </p:nvSpPr>
            <p:spPr>
              <a:xfrm>
                <a:off x="21699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4" name="ph7404"/>
              <p:cNvSpPr/>
              <p:nvPr/>
            </p:nvSpPr>
            <p:spPr>
              <a:xfrm>
                <a:off x="21791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5" name="ph7405"/>
              <p:cNvSpPr/>
              <p:nvPr/>
            </p:nvSpPr>
            <p:spPr>
              <a:xfrm>
                <a:off x="218842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6" name="ph7406"/>
              <p:cNvSpPr/>
              <p:nvPr/>
            </p:nvSpPr>
            <p:spPr>
              <a:xfrm>
                <a:off x="21976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7" name="ph7407"/>
              <p:cNvSpPr/>
              <p:nvPr/>
            </p:nvSpPr>
            <p:spPr>
              <a:xfrm>
                <a:off x="22069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8" name="ph7408"/>
              <p:cNvSpPr/>
              <p:nvPr/>
            </p:nvSpPr>
            <p:spPr>
              <a:xfrm>
                <a:off x="22162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9" name="ph7409"/>
              <p:cNvSpPr/>
              <p:nvPr/>
            </p:nvSpPr>
            <p:spPr>
              <a:xfrm>
                <a:off x="222547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0" name="ph7410"/>
              <p:cNvSpPr/>
              <p:nvPr/>
            </p:nvSpPr>
            <p:spPr>
              <a:xfrm>
                <a:off x="22347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1" name="ph7411"/>
              <p:cNvSpPr/>
              <p:nvPr/>
            </p:nvSpPr>
            <p:spPr>
              <a:xfrm>
                <a:off x="22439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2" name="ph7412"/>
              <p:cNvSpPr/>
              <p:nvPr/>
            </p:nvSpPr>
            <p:spPr>
              <a:xfrm>
                <a:off x="22532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3" name="ph7413"/>
              <p:cNvSpPr/>
              <p:nvPr/>
            </p:nvSpPr>
            <p:spPr>
              <a:xfrm>
                <a:off x="22625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4" name="ph7414"/>
              <p:cNvSpPr/>
              <p:nvPr/>
            </p:nvSpPr>
            <p:spPr>
              <a:xfrm>
                <a:off x="227178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5" name="ph7415"/>
              <p:cNvSpPr/>
              <p:nvPr/>
            </p:nvSpPr>
            <p:spPr>
              <a:xfrm>
                <a:off x="22810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6" name="ph7416"/>
              <p:cNvSpPr/>
              <p:nvPr/>
            </p:nvSpPr>
            <p:spPr>
              <a:xfrm>
                <a:off x="22903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7" name="ph7417"/>
              <p:cNvSpPr/>
              <p:nvPr/>
            </p:nvSpPr>
            <p:spPr>
              <a:xfrm>
                <a:off x="22995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8" name="ph7418"/>
              <p:cNvSpPr/>
              <p:nvPr/>
            </p:nvSpPr>
            <p:spPr>
              <a:xfrm>
                <a:off x="230883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9" name="ph7419"/>
              <p:cNvSpPr/>
              <p:nvPr/>
            </p:nvSpPr>
            <p:spPr>
              <a:xfrm>
                <a:off x="23180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0" name="ph7420"/>
              <p:cNvSpPr/>
              <p:nvPr/>
            </p:nvSpPr>
            <p:spPr>
              <a:xfrm>
                <a:off x="2336621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95" y="897161"/>
                    </a:lnTo>
                    <a:lnTo>
                      <a:pt x="912232" y="899685"/>
                    </a:lnTo>
                    <a:lnTo>
                      <a:pt x="914400" y="901872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1" name="ph7421"/>
              <p:cNvSpPr/>
              <p:nvPr/>
            </p:nvSpPr>
            <p:spPr>
              <a:xfrm>
                <a:off x="2345883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72"/>
                    </a:lnTo>
                    <a:lnTo>
                      <a:pt x="907959" y="904721"/>
                    </a:lnTo>
                    <a:lnTo>
                      <a:pt x="912804" y="910225"/>
                    </a:lnTo>
                    <a:lnTo>
                      <a:pt x="914400" y="912252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2" name="ph7422"/>
              <p:cNvSpPr/>
              <p:nvPr/>
            </p:nvSpPr>
            <p:spPr>
              <a:xfrm>
                <a:off x="2345883" y="1205717"/>
                <a:ext cx="9160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89" h="914400">
                    <a:moveTo>
                      <a:pt x="914400" y="914400"/>
                    </a:moveTo>
                    <a:lnTo>
                      <a:pt x="914400" y="912252"/>
                    </a:lnTo>
                    <a:lnTo>
                      <a:pt x="916089" y="914400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3" name="ph7423"/>
              <p:cNvSpPr/>
              <p:nvPr/>
            </p:nvSpPr>
            <p:spPr>
              <a:xfrm>
                <a:off x="3411039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580" y="931638"/>
                    </a:lnTo>
                    <a:lnTo>
                      <a:pt x="908616" y="927124"/>
                    </a:lnTo>
                    <a:lnTo>
                      <a:pt x="911220" y="917257"/>
                    </a:lnTo>
                    <a:lnTo>
                      <a:pt x="912078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4" name="ph7424"/>
              <p:cNvSpPr/>
              <p:nvPr/>
            </p:nvSpPr>
            <p:spPr>
              <a:xfrm>
                <a:off x="34110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5" name="ph7425"/>
              <p:cNvSpPr/>
              <p:nvPr/>
            </p:nvSpPr>
            <p:spPr>
              <a:xfrm>
                <a:off x="34203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6" name="ph7426"/>
              <p:cNvSpPr/>
              <p:nvPr/>
            </p:nvSpPr>
            <p:spPr>
              <a:xfrm>
                <a:off x="34295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7" name="ph7427"/>
              <p:cNvSpPr/>
              <p:nvPr/>
            </p:nvSpPr>
            <p:spPr>
              <a:xfrm>
                <a:off x="343882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8" name="ph7428"/>
              <p:cNvSpPr/>
              <p:nvPr/>
            </p:nvSpPr>
            <p:spPr>
              <a:xfrm>
                <a:off x="34480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9" name="ph7429"/>
              <p:cNvSpPr/>
              <p:nvPr/>
            </p:nvSpPr>
            <p:spPr>
              <a:xfrm>
                <a:off x="34573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0" name="ph7430"/>
              <p:cNvSpPr/>
              <p:nvPr/>
            </p:nvSpPr>
            <p:spPr>
              <a:xfrm>
                <a:off x="34666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1" name="ph7431"/>
              <p:cNvSpPr/>
              <p:nvPr/>
            </p:nvSpPr>
            <p:spPr>
              <a:xfrm>
                <a:off x="347587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2" name="ph7432"/>
              <p:cNvSpPr/>
              <p:nvPr/>
            </p:nvSpPr>
            <p:spPr>
              <a:xfrm>
                <a:off x="34851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3" name="ph7433"/>
              <p:cNvSpPr/>
              <p:nvPr/>
            </p:nvSpPr>
            <p:spPr>
              <a:xfrm>
                <a:off x="34943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4" name="ph7434"/>
              <p:cNvSpPr/>
              <p:nvPr/>
            </p:nvSpPr>
            <p:spPr>
              <a:xfrm>
                <a:off x="35036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5" name="ph7435"/>
              <p:cNvSpPr/>
              <p:nvPr/>
            </p:nvSpPr>
            <p:spPr>
              <a:xfrm>
                <a:off x="35129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6" name="ph7436"/>
              <p:cNvSpPr/>
              <p:nvPr/>
            </p:nvSpPr>
            <p:spPr>
              <a:xfrm>
                <a:off x="352218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7" name="ph7437"/>
              <p:cNvSpPr/>
              <p:nvPr/>
            </p:nvSpPr>
            <p:spPr>
              <a:xfrm>
                <a:off x="35314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8" name="ph7438"/>
              <p:cNvSpPr/>
              <p:nvPr/>
            </p:nvSpPr>
            <p:spPr>
              <a:xfrm>
                <a:off x="35407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9" name="ph7439"/>
              <p:cNvSpPr/>
              <p:nvPr/>
            </p:nvSpPr>
            <p:spPr>
              <a:xfrm>
                <a:off x="35499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0" name="ph7440"/>
              <p:cNvSpPr/>
              <p:nvPr/>
            </p:nvSpPr>
            <p:spPr>
              <a:xfrm>
                <a:off x="355923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1" name="ph7441"/>
              <p:cNvSpPr/>
              <p:nvPr/>
            </p:nvSpPr>
            <p:spPr>
              <a:xfrm>
                <a:off x="35684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2" name="ph7442"/>
              <p:cNvSpPr/>
              <p:nvPr/>
            </p:nvSpPr>
            <p:spPr>
              <a:xfrm>
                <a:off x="357775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3" name="ph7443"/>
              <p:cNvSpPr/>
              <p:nvPr/>
            </p:nvSpPr>
            <p:spPr>
              <a:xfrm>
                <a:off x="358702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4" name="ph7444"/>
              <p:cNvSpPr/>
              <p:nvPr/>
            </p:nvSpPr>
            <p:spPr>
              <a:xfrm>
                <a:off x="359628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5" name="ph7445"/>
              <p:cNvSpPr/>
              <p:nvPr/>
            </p:nvSpPr>
            <p:spPr>
              <a:xfrm>
                <a:off x="360554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6" name="ph7446"/>
              <p:cNvSpPr/>
              <p:nvPr/>
            </p:nvSpPr>
            <p:spPr>
              <a:xfrm>
                <a:off x="361480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7" name="ph7447"/>
              <p:cNvSpPr/>
              <p:nvPr/>
            </p:nvSpPr>
            <p:spPr>
              <a:xfrm>
                <a:off x="362407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8" name="ph7448"/>
              <p:cNvSpPr/>
              <p:nvPr/>
            </p:nvSpPr>
            <p:spPr>
              <a:xfrm>
                <a:off x="363333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9" name="ph7449"/>
              <p:cNvSpPr/>
              <p:nvPr/>
            </p:nvSpPr>
            <p:spPr>
              <a:xfrm>
                <a:off x="364259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0" name="ph7450"/>
              <p:cNvSpPr/>
              <p:nvPr/>
            </p:nvSpPr>
            <p:spPr>
              <a:xfrm>
                <a:off x="365185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1" name="ph7451"/>
              <p:cNvSpPr/>
              <p:nvPr/>
            </p:nvSpPr>
            <p:spPr>
              <a:xfrm>
                <a:off x="366111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2" name="ph7452"/>
              <p:cNvSpPr/>
              <p:nvPr/>
            </p:nvSpPr>
            <p:spPr>
              <a:xfrm>
                <a:off x="367038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3" name="ph7453"/>
              <p:cNvSpPr/>
              <p:nvPr/>
            </p:nvSpPr>
            <p:spPr>
              <a:xfrm>
                <a:off x="367964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4" name="ph7454"/>
              <p:cNvSpPr/>
              <p:nvPr/>
            </p:nvSpPr>
            <p:spPr>
              <a:xfrm>
                <a:off x="368890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5" name="ph7455"/>
              <p:cNvSpPr/>
              <p:nvPr/>
            </p:nvSpPr>
            <p:spPr>
              <a:xfrm>
                <a:off x="36981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6" name="ph7456"/>
              <p:cNvSpPr/>
              <p:nvPr/>
            </p:nvSpPr>
            <p:spPr>
              <a:xfrm>
                <a:off x="37074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7" name="ph7457"/>
              <p:cNvSpPr/>
              <p:nvPr/>
            </p:nvSpPr>
            <p:spPr>
              <a:xfrm>
                <a:off x="37166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8" name="ph7458"/>
              <p:cNvSpPr/>
              <p:nvPr/>
            </p:nvSpPr>
            <p:spPr>
              <a:xfrm>
                <a:off x="372595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9" name="ph7459"/>
              <p:cNvSpPr/>
              <p:nvPr/>
            </p:nvSpPr>
            <p:spPr>
              <a:xfrm>
                <a:off x="37352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0" name="ph7460"/>
              <p:cNvSpPr/>
              <p:nvPr/>
            </p:nvSpPr>
            <p:spPr>
              <a:xfrm>
                <a:off x="37444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1" name="ph7461"/>
              <p:cNvSpPr/>
              <p:nvPr/>
            </p:nvSpPr>
            <p:spPr>
              <a:xfrm>
                <a:off x="37537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2" name="ph7462"/>
              <p:cNvSpPr/>
              <p:nvPr/>
            </p:nvSpPr>
            <p:spPr>
              <a:xfrm>
                <a:off x="37630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3" name="ph7463"/>
              <p:cNvSpPr/>
              <p:nvPr/>
            </p:nvSpPr>
            <p:spPr>
              <a:xfrm>
                <a:off x="377226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4" name="ph7464"/>
              <p:cNvSpPr/>
              <p:nvPr/>
            </p:nvSpPr>
            <p:spPr>
              <a:xfrm>
                <a:off x="37815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5" name="ph7465"/>
              <p:cNvSpPr/>
              <p:nvPr/>
            </p:nvSpPr>
            <p:spPr>
              <a:xfrm>
                <a:off x="3790790" y="12057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507"/>
                    </a:lnTo>
                    <a:lnTo>
                      <a:pt x="923375" y="914400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6" name="ph7466"/>
              <p:cNvSpPr/>
              <p:nvPr/>
            </p:nvSpPr>
            <p:spPr>
              <a:xfrm>
                <a:off x="3800052" y="1188479"/>
                <a:ext cx="916727" cy="929746"/>
              </a:xfrm>
              <a:custGeom>
                <a:avLst/>
                <a:gdLst/>
                <a:ahLst/>
                <a:cxnLst/>
                <a:rect l="0" t="0" r="0" b="0"/>
                <a:pathLst>
                  <a:path w="916727" h="929746">
                    <a:moveTo>
                      <a:pt x="914400" y="914400"/>
                    </a:moveTo>
                    <a:lnTo>
                      <a:pt x="916727" y="914400"/>
                    </a:lnTo>
                    <a:lnTo>
                      <a:pt x="916297" y="917230"/>
                    </a:lnTo>
                    <a:lnTo>
                      <a:pt x="915840" y="920243"/>
                    </a:lnTo>
                    <a:lnTo>
                      <a:pt x="915383" y="923256"/>
                    </a:lnTo>
                    <a:lnTo>
                      <a:pt x="914926" y="926269"/>
                    </a:lnTo>
                    <a:lnTo>
                      <a:pt x="914470" y="929282"/>
                    </a:lnTo>
                    <a:lnTo>
                      <a:pt x="914400" y="929746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7" name="ph7467"/>
              <p:cNvSpPr/>
              <p:nvPr/>
            </p:nvSpPr>
            <p:spPr>
              <a:xfrm>
                <a:off x="2021706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746" y="931638"/>
                    </a:lnTo>
                    <a:lnTo>
                      <a:pt x="907130" y="927328"/>
                    </a:lnTo>
                    <a:lnTo>
                      <a:pt x="908381" y="916751"/>
                    </a:lnTo>
                    <a:lnTo>
                      <a:pt x="908730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8" name="ph7468"/>
              <p:cNvSpPr/>
              <p:nvPr/>
            </p:nvSpPr>
            <p:spPr>
              <a:xfrm>
                <a:off x="202170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9" name="ph7469"/>
              <p:cNvSpPr/>
              <p:nvPr/>
            </p:nvSpPr>
            <p:spPr>
              <a:xfrm>
                <a:off x="20309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0" name="ph7470"/>
              <p:cNvSpPr/>
              <p:nvPr/>
            </p:nvSpPr>
            <p:spPr>
              <a:xfrm>
                <a:off x="20402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1" name="ph7471"/>
              <p:cNvSpPr/>
              <p:nvPr/>
            </p:nvSpPr>
            <p:spPr>
              <a:xfrm>
                <a:off x="20494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2" name="ph7472"/>
              <p:cNvSpPr/>
              <p:nvPr/>
            </p:nvSpPr>
            <p:spPr>
              <a:xfrm>
                <a:off x="205875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3" name="ph7473"/>
              <p:cNvSpPr/>
              <p:nvPr/>
            </p:nvSpPr>
            <p:spPr>
              <a:xfrm>
                <a:off x="20680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4" name="ph7474"/>
              <p:cNvSpPr/>
              <p:nvPr/>
            </p:nvSpPr>
            <p:spPr>
              <a:xfrm>
                <a:off x="20772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5" name="ph7475"/>
              <p:cNvSpPr/>
              <p:nvPr/>
            </p:nvSpPr>
            <p:spPr>
              <a:xfrm>
                <a:off x="20865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6" name="ph7476"/>
              <p:cNvSpPr/>
              <p:nvPr/>
            </p:nvSpPr>
            <p:spPr>
              <a:xfrm>
                <a:off x="20958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7" name="ph7477"/>
              <p:cNvSpPr/>
              <p:nvPr/>
            </p:nvSpPr>
            <p:spPr>
              <a:xfrm>
                <a:off x="210506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8" name="ph7478"/>
              <p:cNvSpPr/>
              <p:nvPr/>
            </p:nvSpPr>
            <p:spPr>
              <a:xfrm>
                <a:off x="21143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9" name="ph7479"/>
              <p:cNvSpPr/>
              <p:nvPr/>
            </p:nvSpPr>
            <p:spPr>
              <a:xfrm>
                <a:off x="21235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0" name="ph7480"/>
              <p:cNvSpPr/>
              <p:nvPr/>
            </p:nvSpPr>
            <p:spPr>
              <a:xfrm>
                <a:off x="213285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1" name="ph7481"/>
              <p:cNvSpPr/>
              <p:nvPr/>
            </p:nvSpPr>
            <p:spPr>
              <a:xfrm>
                <a:off x="214211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2" name="ph7482"/>
              <p:cNvSpPr/>
              <p:nvPr/>
            </p:nvSpPr>
            <p:spPr>
              <a:xfrm>
                <a:off x="215137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3" name="ph7483"/>
              <p:cNvSpPr/>
              <p:nvPr/>
            </p:nvSpPr>
            <p:spPr>
              <a:xfrm>
                <a:off x="216063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4" name="ph7484"/>
              <p:cNvSpPr/>
              <p:nvPr/>
            </p:nvSpPr>
            <p:spPr>
              <a:xfrm>
                <a:off x="21699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5" name="ph7485"/>
              <p:cNvSpPr/>
              <p:nvPr/>
            </p:nvSpPr>
            <p:spPr>
              <a:xfrm>
                <a:off x="21791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6" name="ph7486"/>
              <p:cNvSpPr/>
              <p:nvPr/>
            </p:nvSpPr>
            <p:spPr>
              <a:xfrm>
                <a:off x="218842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7" name="ph7487"/>
              <p:cNvSpPr/>
              <p:nvPr/>
            </p:nvSpPr>
            <p:spPr>
              <a:xfrm>
                <a:off x="21976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8" name="ph7488"/>
              <p:cNvSpPr/>
              <p:nvPr/>
            </p:nvSpPr>
            <p:spPr>
              <a:xfrm>
                <a:off x="22069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9" name="ph7489"/>
              <p:cNvSpPr/>
              <p:nvPr/>
            </p:nvSpPr>
            <p:spPr>
              <a:xfrm>
                <a:off x="22162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0" name="ph7490"/>
              <p:cNvSpPr/>
              <p:nvPr/>
            </p:nvSpPr>
            <p:spPr>
              <a:xfrm>
                <a:off x="222547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1" name="ph7491"/>
              <p:cNvSpPr/>
              <p:nvPr/>
            </p:nvSpPr>
            <p:spPr>
              <a:xfrm>
                <a:off x="22347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2" name="ph7492"/>
              <p:cNvSpPr/>
              <p:nvPr/>
            </p:nvSpPr>
            <p:spPr>
              <a:xfrm>
                <a:off x="22439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3" name="ph7493"/>
              <p:cNvSpPr/>
              <p:nvPr/>
            </p:nvSpPr>
            <p:spPr>
              <a:xfrm>
                <a:off x="22532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4" name="ph7494"/>
              <p:cNvSpPr/>
              <p:nvPr/>
            </p:nvSpPr>
            <p:spPr>
              <a:xfrm>
                <a:off x="22625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5" name="ph7495"/>
              <p:cNvSpPr/>
              <p:nvPr/>
            </p:nvSpPr>
            <p:spPr>
              <a:xfrm>
                <a:off x="227178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6" name="ph7496"/>
              <p:cNvSpPr/>
              <p:nvPr/>
            </p:nvSpPr>
            <p:spPr>
              <a:xfrm>
                <a:off x="22810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7" name="ph7497"/>
              <p:cNvSpPr/>
              <p:nvPr/>
            </p:nvSpPr>
            <p:spPr>
              <a:xfrm>
                <a:off x="22903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8" name="ph7498"/>
              <p:cNvSpPr/>
              <p:nvPr/>
            </p:nvSpPr>
            <p:spPr>
              <a:xfrm>
                <a:off x="2308835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795" y="897169"/>
                    </a:lnTo>
                    <a:lnTo>
                      <a:pt x="913369" y="899169"/>
                    </a:lnTo>
                    <a:lnTo>
                      <a:pt x="914400" y="899642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9" name="ph7499"/>
              <p:cNvSpPr/>
              <p:nvPr/>
            </p:nvSpPr>
            <p:spPr>
              <a:xfrm>
                <a:off x="2318097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42"/>
                    </a:lnTo>
                    <a:lnTo>
                      <a:pt x="909618" y="901697"/>
                    </a:lnTo>
                    <a:lnTo>
                      <a:pt x="914400" y="90437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0" name="ph7500"/>
              <p:cNvSpPr/>
              <p:nvPr/>
            </p:nvSpPr>
            <p:spPr>
              <a:xfrm>
                <a:off x="232735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378"/>
                    </a:lnTo>
                    <a:lnTo>
                      <a:pt x="905790" y="904744"/>
                    </a:lnTo>
                    <a:lnTo>
                      <a:pt x="911134" y="908304"/>
                    </a:lnTo>
                    <a:lnTo>
                      <a:pt x="914400" y="910837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1" name="ph7501"/>
              <p:cNvSpPr/>
              <p:nvPr/>
            </p:nvSpPr>
            <p:spPr>
              <a:xfrm>
                <a:off x="2327359" y="1188479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837"/>
                    </a:lnTo>
                    <a:lnTo>
                      <a:pt x="916373" y="91236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2" name="ph7502"/>
              <p:cNvSpPr/>
              <p:nvPr/>
            </p:nvSpPr>
            <p:spPr>
              <a:xfrm>
                <a:off x="341103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78" y="914400"/>
                    </a:lnTo>
                    <a:lnTo>
                      <a:pt x="914102" y="907661"/>
                    </a:lnTo>
                    <a:lnTo>
                      <a:pt x="914400" y="906784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3" name="ph7503"/>
              <p:cNvSpPr/>
              <p:nvPr/>
            </p:nvSpPr>
            <p:spPr>
              <a:xfrm>
                <a:off x="3420301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022"/>
                    </a:lnTo>
                    <a:lnTo>
                      <a:pt x="907992" y="915602"/>
                    </a:lnTo>
                    <a:lnTo>
                      <a:pt x="908449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4" name="ph7504"/>
              <p:cNvSpPr/>
              <p:nvPr/>
            </p:nvSpPr>
            <p:spPr>
              <a:xfrm>
                <a:off x="34203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5" name="ph7505"/>
              <p:cNvSpPr/>
              <p:nvPr/>
            </p:nvSpPr>
            <p:spPr>
              <a:xfrm>
                <a:off x="34295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6" name="ph7506"/>
              <p:cNvSpPr/>
              <p:nvPr/>
            </p:nvSpPr>
            <p:spPr>
              <a:xfrm>
                <a:off x="343882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7" name="ph7507"/>
              <p:cNvSpPr/>
              <p:nvPr/>
            </p:nvSpPr>
            <p:spPr>
              <a:xfrm>
                <a:off x="34480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8" name="ph7508"/>
              <p:cNvSpPr/>
              <p:nvPr/>
            </p:nvSpPr>
            <p:spPr>
              <a:xfrm>
                <a:off x="34573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9" name="ph7509"/>
              <p:cNvSpPr/>
              <p:nvPr/>
            </p:nvSpPr>
            <p:spPr>
              <a:xfrm>
                <a:off x="34666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0" name="ph7510"/>
              <p:cNvSpPr/>
              <p:nvPr/>
            </p:nvSpPr>
            <p:spPr>
              <a:xfrm>
                <a:off x="347587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1" name="ph7511"/>
              <p:cNvSpPr/>
              <p:nvPr/>
            </p:nvSpPr>
            <p:spPr>
              <a:xfrm>
                <a:off x="34851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2" name="ph7512"/>
              <p:cNvSpPr/>
              <p:nvPr/>
            </p:nvSpPr>
            <p:spPr>
              <a:xfrm>
                <a:off x="34943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3" name="ph7513"/>
              <p:cNvSpPr/>
              <p:nvPr/>
            </p:nvSpPr>
            <p:spPr>
              <a:xfrm>
                <a:off x="35036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4" name="ph7514"/>
              <p:cNvSpPr/>
              <p:nvPr/>
            </p:nvSpPr>
            <p:spPr>
              <a:xfrm>
                <a:off x="35129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5" name="ph7515"/>
              <p:cNvSpPr/>
              <p:nvPr/>
            </p:nvSpPr>
            <p:spPr>
              <a:xfrm>
                <a:off x="352218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6" name="ph7516"/>
              <p:cNvSpPr/>
              <p:nvPr/>
            </p:nvSpPr>
            <p:spPr>
              <a:xfrm>
                <a:off x="35314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7" name="ph7517"/>
              <p:cNvSpPr/>
              <p:nvPr/>
            </p:nvSpPr>
            <p:spPr>
              <a:xfrm>
                <a:off x="35407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8" name="ph7518"/>
              <p:cNvSpPr/>
              <p:nvPr/>
            </p:nvSpPr>
            <p:spPr>
              <a:xfrm>
                <a:off x="354997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9" name="ph7519"/>
              <p:cNvSpPr/>
              <p:nvPr/>
            </p:nvSpPr>
            <p:spPr>
              <a:xfrm>
                <a:off x="355923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0" name="ph7520"/>
              <p:cNvSpPr/>
              <p:nvPr/>
            </p:nvSpPr>
            <p:spPr>
              <a:xfrm>
                <a:off x="356849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1" name="ph7521"/>
              <p:cNvSpPr/>
              <p:nvPr/>
            </p:nvSpPr>
            <p:spPr>
              <a:xfrm>
                <a:off x="357775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2" name="ph7522"/>
              <p:cNvSpPr/>
              <p:nvPr/>
            </p:nvSpPr>
            <p:spPr>
              <a:xfrm>
                <a:off x="358702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3" name="ph7523"/>
              <p:cNvSpPr/>
              <p:nvPr/>
            </p:nvSpPr>
            <p:spPr>
              <a:xfrm>
                <a:off x="359628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4" name="ph7524"/>
              <p:cNvSpPr/>
              <p:nvPr/>
            </p:nvSpPr>
            <p:spPr>
              <a:xfrm>
                <a:off x="360554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5" name="ph7525"/>
              <p:cNvSpPr/>
              <p:nvPr/>
            </p:nvSpPr>
            <p:spPr>
              <a:xfrm>
                <a:off x="361480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6" name="ph7526"/>
              <p:cNvSpPr/>
              <p:nvPr/>
            </p:nvSpPr>
            <p:spPr>
              <a:xfrm>
                <a:off x="362407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7" name="ph7527"/>
              <p:cNvSpPr/>
              <p:nvPr/>
            </p:nvSpPr>
            <p:spPr>
              <a:xfrm>
                <a:off x="363333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8" name="ph7528"/>
              <p:cNvSpPr/>
              <p:nvPr/>
            </p:nvSpPr>
            <p:spPr>
              <a:xfrm>
                <a:off x="364259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9" name="ph7529"/>
              <p:cNvSpPr/>
              <p:nvPr/>
            </p:nvSpPr>
            <p:spPr>
              <a:xfrm>
                <a:off x="365185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0" name="ph7530"/>
              <p:cNvSpPr/>
              <p:nvPr/>
            </p:nvSpPr>
            <p:spPr>
              <a:xfrm>
                <a:off x="366111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1" name="ph7531"/>
              <p:cNvSpPr/>
              <p:nvPr/>
            </p:nvSpPr>
            <p:spPr>
              <a:xfrm>
                <a:off x="367038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2" name="ph7532"/>
              <p:cNvSpPr/>
              <p:nvPr/>
            </p:nvSpPr>
            <p:spPr>
              <a:xfrm>
                <a:off x="367964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3" name="ph7533"/>
              <p:cNvSpPr/>
              <p:nvPr/>
            </p:nvSpPr>
            <p:spPr>
              <a:xfrm>
                <a:off x="368890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4" name="ph7534"/>
              <p:cNvSpPr/>
              <p:nvPr/>
            </p:nvSpPr>
            <p:spPr>
              <a:xfrm>
                <a:off x="36981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5" name="ph7535"/>
              <p:cNvSpPr/>
              <p:nvPr/>
            </p:nvSpPr>
            <p:spPr>
              <a:xfrm>
                <a:off x="37074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6" name="ph7536"/>
              <p:cNvSpPr/>
              <p:nvPr/>
            </p:nvSpPr>
            <p:spPr>
              <a:xfrm>
                <a:off x="37166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7" name="ph7537"/>
              <p:cNvSpPr/>
              <p:nvPr/>
            </p:nvSpPr>
            <p:spPr>
              <a:xfrm>
                <a:off x="372595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8" name="ph7538"/>
              <p:cNvSpPr/>
              <p:nvPr/>
            </p:nvSpPr>
            <p:spPr>
              <a:xfrm>
                <a:off x="37352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9" name="ph7539"/>
              <p:cNvSpPr/>
              <p:nvPr/>
            </p:nvSpPr>
            <p:spPr>
              <a:xfrm>
                <a:off x="37444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0" name="ph7540"/>
              <p:cNvSpPr/>
              <p:nvPr/>
            </p:nvSpPr>
            <p:spPr>
              <a:xfrm>
                <a:off x="37537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1" name="ph7541"/>
              <p:cNvSpPr/>
              <p:nvPr/>
            </p:nvSpPr>
            <p:spPr>
              <a:xfrm>
                <a:off x="37630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2" name="ph7542"/>
              <p:cNvSpPr/>
              <p:nvPr/>
            </p:nvSpPr>
            <p:spPr>
              <a:xfrm>
                <a:off x="377226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3" name="ph7543"/>
              <p:cNvSpPr/>
              <p:nvPr/>
            </p:nvSpPr>
            <p:spPr>
              <a:xfrm>
                <a:off x="37815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4" name="ph7544"/>
              <p:cNvSpPr/>
              <p:nvPr/>
            </p:nvSpPr>
            <p:spPr>
              <a:xfrm>
                <a:off x="37907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5" name="ph7545"/>
              <p:cNvSpPr/>
              <p:nvPr/>
            </p:nvSpPr>
            <p:spPr>
              <a:xfrm>
                <a:off x="3800052" y="1188479"/>
                <a:ext cx="9191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166" y="897161"/>
                    </a:lnTo>
                    <a:lnTo>
                      <a:pt x="919117" y="897615"/>
                    </a:lnTo>
                    <a:lnTo>
                      <a:pt x="917672" y="908178"/>
                    </a:lnTo>
                    <a:lnTo>
                      <a:pt x="917212" y="911204"/>
                    </a:lnTo>
                    <a:lnTo>
                      <a:pt x="916755" y="914217"/>
                    </a:lnTo>
                    <a:lnTo>
                      <a:pt x="916727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6" name="ph7546"/>
              <p:cNvSpPr/>
              <p:nvPr/>
            </p:nvSpPr>
            <p:spPr>
              <a:xfrm>
                <a:off x="2021706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730" y="931638"/>
                    </a:lnTo>
                    <a:lnTo>
                      <a:pt x="909928" y="923550"/>
                    </a:lnTo>
                    <a:lnTo>
                      <a:pt x="911566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7" name="ph7547"/>
              <p:cNvSpPr/>
              <p:nvPr/>
            </p:nvSpPr>
            <p:spPr>
              <a:xfrm>
                <a:off x="202170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8" name="ph7548"/>
              <p:cNvSpPr/>
              <p:nvPr/>
            </p:nvSpPr>
            <p:spPr>
              <a:xfrm>
                <a:off x="20309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9" name="ph7549"/>
              <p:cNvSpPr/>
              <p:nvPr/>
            </p:nvSpPr>
            <p:spPr>
              <a:xfrm>
                <a:off x="20402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0" name="ph7550"/>
              <p:cNvSpPr/>
              <p:nvPr/>
            </p:nvSpPr>
            <p:spPr>
              <a:xfrm>
                <a:off x="20494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1" name="ph7551"/>
              <p:cNvSpPr/>
              <p:nvPr/>
            </p:nvSpPr>
            <p:spPr>
              <a:xfrm>
                <a:off x="205875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2" name="ph7552"/>
              <p:cNvSpPr/>
              <p:nvPr/>
            </p:nvSpPr>
            <p:spPr>
              <a:xfrm>
                <a:off x="20680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3" name="ph7553"/>
              <p:cNvSpPr/>
              <p:nvPr/>
            </p:nvSpPr>
            <p:spPr>
              <a:xfrm>
                <a:off x="20772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4" name="ph7554"/>
              <p:cNvSpPr/>
              <p:nvPr/>
            </p:nvSpPr>
            <p:spPr>
              <a:xfrm>
                <a:off x="20865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5" name="ph7555"/>
              <p:cNvSpPr/>
              <p:nvPr/>
            </p:nvSpPr>
            <p:spPr>
              <a:xfrm>
                <a:off x="20958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6" name="ph7556"/>
              <p:cNvSpPr/>
              <p:nvPr/>
            </p:nvSpPr>
            <p:spPr>
              <a:xfrm>
                <a:off x="210506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7" name="ph7557"/>
              <p:cNvSpPr/>
              <p:nvPr/>
            </p:nvSpPr>
            <p:spPr>
              <a:xfrm>
                <a:off x="21143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8" name="ph7558"/>
              <p:cNvSpPr/>
              <p:nvPr/>
            </p:nvSpPr>
            <p:spPr>
              <a:xfrm>
                <a:off x="21235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9" name="ph7559"/>
              <p:cNvSpPr/>
              <p:nvPr/>
            </p:nvSpPr>
            <p:spPr>
              <a:xfrm>
                <a:off x="213285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0" name="ph7560"/>
              <p:cNvSpPr/>
              <p:nvPr/>
            </p:nvSpPr>
            <p:spPr>
              <a:xfrm>
                <a:off x="214211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1" name="ph7561"/>
              <p:cNvSpPr/>
              <p:nvPr/>
            </p:nvSpPr>
            <p:spPr>
              <a:xfrm>
                <a:off x="215137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2" name="ph7562"/>
              <p:cNvSpPr/>
              <p:nvPr/>
            </p:nvSpPr>
            <p:spPr>
              <a:xfrm>
                <a:off x="216063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3" name="ph7563"/>
              <p:cNvSpPr/>
              <p:nvPr/>
            </p:nvSpPr>
            <p:spPr>
              <a:xfrm>
                <a:off x="216990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4" name="ph7564"/>
              <p:cNvSpPr/>
              <p:nvPr/>
            </p:nvSpPr>
            <p:spPr>
              <a:xfrm>
                <a:off x="21791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5" name="ph7565"/>
              <p:cNvSpPr/>
              <p:nvPr/>
            </p:nvSpPr>
            <p:spPr>
              <a:xfrm>
                <a:off x="218842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6" name="ph7566"/>
              <p:cNvSpPr/>
              <p:nvPr/>
            </p:nvSpPr>
            <p:spPr>
              <a:xfrm>
                <a:off x="21976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7" name="ph7567"/>
              <p:cNvSpPr/>
              <p:nvPr/>
            </p:nvSpPr>
            <p:spPr>
              <a:xfrm>
                <a:off x="22069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8" name="ph7568"/>
              <p:cNvSpPr/>
              <p:nvPr/>
            </p:nvSpPr>
            <p:spPr>
              <a:xfrm>
                <a:off x="22162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9" name="ph7569"/>
              <p:cNvSpPr/>
              <p:nvPr/>
            </p:nvSpPr>
            <p:spPr>
              <a:xfrm>
                <a:off x="222547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0" name="ph7570"/>
              <p:cNvSpPr/>
              <p:nvPr/>
            </p:nvSpPr>
            <p:spPr>
              <a:xfrm>
                <a:off x="22347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1" name="ph7571"/>
              <p:cNvSpPr/>
              <p:nvPr/>
            </p:nvSpPr>
            <p:spPr>
              <a:xfrm>
                <a:off x="22439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2" name="ph7572"/>
              <p:cNvSpPr/>
              <p:nvPr/>
            </p:nvSpPr>
            <p:spPr>
              <a:xfrm>
                <a:off x="2262523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07" y="897161"/>
                    </a:lnTo>
                    <a:lnTo>
                      <a:pt x="908625" y="900500"/>
                    </a:lnTo>
                    <a:lnTo>
                      <a:pt x="910569" y="901004"/>
                    </a:lnTo>
                    <a:lnTo>
                      <a:pt x="910907" y="901107"/>
                    </a:lnTo>
                    <a:lnTo>
                      <a:pt x="911248" y="901211"/>
                    </a:lnTo>
                    <a:lnTo>
                      <a:pt x="911588" y="901316"/>
                    </a:lnTo>
                    <a:lnTo>
                      <a:pt x="911929" y="901420"/>
                    </a:lnTo>
                    <a:lnTo>
                      <a:pt x="912269" y="901524"/>
                    </a:lnTo>
                    <a:lnTo>
                      <a:pt x="912610" y="901628"/>
                    </a:lnTo>
                    <a:lnTo>
                      <a:pt x="912950" y="901732"/>
                    </a:lnTo>
                    <a:lnTo>
                      <a:pt x="913291" y="901837"/>
                    </a:lnTo>
                    <a:lnTo>
                      <a:pt x="913631" y="901941"/>
                    </a:lnTo>
                    <a:lnTo>
                      <a:pt x="913972" y="902045"/>
                    </a:lnTo>
                    <a:lnTo>
                      <a:pt x="914400" y="902176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3" name="ph7573"/>
              <p:cNvSpPr/>
              <p:nvPr/>
            </p:nvSpPr>
            <p:spPr>
              <a:xfrm>
                <a:off x="2271786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176"/>
                    </a:lnTo>
                    <a:lnTo>
                      <a:pt x="905391" y="902254"/>
                    </a:lnTo>
                    <a:lnTo>
                      <a:pt x="905731" y="902358"/>
                    </a:lnTo>
                    <a:lnTo>
                      <a:pt x="906071" y="902462"/>
                    </a:lnTo>
                    <a:lnTo>
                      <a:pt x="906412" y="902566"/>
                    </a:lnTo>
                    <a:lnTo>
                      <a:pt x="906752" y="902671"/>
                    </a:lnTo>
                    <a:lnTo>
                      <a:pt x="907093" y="902775"/>
                    </a:lnTo>
                    <a:lnTo>
                      <a:pt x="907433" y="902879"/>
                    </a:lnTo>
                    <a:lnTo>
                      <a:pt x="907774" y="902984"/>
                    </a:lnTo>
                    <a:lnTo>
                      <a:pt x="908114" y="903088"/>
                    </a:lnTo>
                    <a:lnTo>
                      <a:pt x="908454" y="903192"/>
                    </a:lnTo>
                    <a:lnTo>
                      <a:pt x="908795" y="903297"/>
                    </a:lnTo>
                    <a:lnTo>
                      <a:pt x="909135" y="903401"/>
                    </a:lnTo>
                    <a:lnTo>
                      <a:pt x="909476" y="903505"/>
                    </a:lnTo>
                    <a:lnTo>
                      <a:pt x="909816" y="903610"/>
                    </a:lnTo>
                    <a:lnTo>
                      <a:pt x="910156" y="903714"/>
                    </a:lnTo>
                    <a:lnTo>
                      <a:pt x="910497" y="903818"/>
                    </a:lnTo>
                    <a:lnTo>
                      <a:pt x="910837" y="903923"/>
                    </a:lnTo>
                    <a:lnTo>
                      <a:pt x="911178" y="904027"/>
                    </a:lnTo>
                    <a:lnTo>
                      <a:pt x="911518" y="904132"/>
                    </a:lnTo>
                    <a:lnTo>
                      <a:pt x="911858" y="904236"/>
                    </a:lnTo>
                    <a:lnTo>
                      <a:pt x="912199" y="904340"/>
                    </a:lnTo>
                    <a:lnTo>
                      <a:pt x="912539" y="904445"/>
                    </a:lnTo>
                    <a:lnTo>
                      <a:pt x="912879" y="904549"/>
                    </a:lnTo>
                    <a:lnTo>
                      <a:pt x="913220" y="904654"/>
                    </a:lnTo>
                    <a:lnTo>
                      <a:pt x="913560" y="904758"/>
                    </a:lnTo>
                    <a:lnTo>
                      <a:pt x="913900" y="904863"/>
                    </a:lnTo>
                    <a:lnTo>
                      <a:pt x="914241" y="904967"/>
                    </a:lnTo>
                    <a:lnTo>
                      <a:pt x="914400" y="905016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4" name="ph7574"/>
              <p:cNvSpPr/>
              <p:nvPr/>
            </p:nvSpPr>
            <p:spPr>
              <a:xfrm>
                <a:off x="2281048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016"/>
                    </a:lnTo>
                    <a:lnTo>
                      <a:pt x="905319" y="905072"/>
                    </a:lnTo>
                    <a:lnTo>
                      <a:pt x="905659" y="905176"/>
                    </a:lnTo>
                    <a:lnTo>
                      <a:pt x="905999" y="905281"/>
                    </a:lnTo>
                    <a:lnTo>
                      <a:pt x="906340" y="905385"/>
                    </a:lnTo>
                    <a:lnTo>
                      <a:pt x="906680" y="905490"/>
                    </a:lnTo>
                    <a:lnTo>
                      <a:pt x="907020" y="905594"/>
                    </a:lnTo>
                    <a:lnTo>
                      <a:pt x="907360" y="905699"/>
                    </a:lnTo>
                    <a:lnTo>
                      <a:pt x="907701" y="905803"/>
                    </a:lnTo>
                    <a:lnTo>
                      <a:pt x="908041" y="905908"/>
                    </a:lnTo>
                    <a:lnTo>
                      <a:pt x="908381" y="906013"/>
                    </a:lnTo>
                    <a:lnTo>
                      <a:pt x="908721" y="906117"/>
                    </a:lnTo>
                    <a:lnTo>
                      <a:pt x="909062" y="906222"/>
                    </a:lnTo>
                    <a:lnTo>
                      <a:pt x="909402" y="906326"/>
                    </a:lnTo>
                    <a:lnTo>
                      <a:pt x="909742" y="906431"/>
                    </a:lnTo>
                    <a:lnTo>
                      <a:pt x="910082" y="906536"/>
                    </a:lnTo>
                    <a:lnTo>
                      <a:pt x="910423" y="906640"/>
                    </a:lnTo>
                    <a:lnTo>
                      <a:pt x="910763" y="906745"/>
                    </a:lnTo>
                    <a:lnTo>
                      <a:pt x="911103" y="906849"/>
                    </a:lnTo>
                    <a:lnTo>
                      <a:pt x="911443" y="906954"/>
                    </a:lnTo>
                    <a:lnTo>
                      <a:pt x="911783" y="907059"/>
                    </a:lnTo>
                    <a:lnTo>
                      <a:pt x="912124" y="907163"/>
                    </a:lnTo>
                    <a:lnTo>
                      <a:pt x="912464" y="907268"/>
                    </a:lnTo>
                    <a:lnTo>
                      <a:pt x="912804" y="907373"/>
                    </a:lnTo>
                    <a:lnTo>
                      <a:pt x="913144" y="907477"/>
                    </a:lnTo>
                    <a:lnTo>
                      <a:pt x="913484" y="907582"/>
                    </a:lnTo>
                    <a:lnTo>
                      <a:pt x="913824" y="907687"/>
                    </a:lnTo>
                    <a:lnTo>
                      <a:pt x="914165" y="907792"/>
                    </a:lnTo>
                    <a:lnTo>
                      <a:pt x="914400" y="907864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5" name="ph7575"/>
              <p:cNvSpPr/>
              <p:nvPr/>
            </p:nvSpPr>
            <p:spPr>
              <a:xfrm>
                <a:off x="2290310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2" y="907896"/>
                    </a:lnTo>
                    <a:lnTo>
                      <a:pt x="905583" y="908001"/>
                    </a:lnTo>
                    <a:lnTo>
                      <a:pt x="905923" y="908106"/>
                    </a:lnTo>
                    <a:lnTo>
                      <a:pt x="906263" y="908211"/>
                    </a:lnTo>
                    <a:lnTo>
                      <a:pt x="906603" y="908315"/>
                    </a:lnTo>
                    <a:lnTo>
                      <a:pt x="906943" y="908420"/>
                    </a:lnTo>
                    <a:lnTo>
                      <a:pt x="907283" y="908525"/>
                    </a:lnTo>
                    <a:lnTo>
                      <a:pt x="907623" y="908630"/>
                    </a:lnTo>
                    <a:lnTo>
                      <a:pt x="907963" y="908735"/>
                    </a:lnTo>
                    <a:lnTo>
                      <a:pt x="908304" y="908839"/>
                    </a:lnTo>
                    <a:lnTo>
                      <a:pt x="908644" y="908944"/>
                    </a:lnTo>
                    <a:lnTo>
                      <a:pt x="908984" y="909049"/>
                    </a:lnTo>
                    <a:lnTo>
                      <a:pt x="909324" y="909154"/>
                    </a:lnTo>
                    <a:lnTo>
                      <a:pt x="909664" y="909259"/>
                    </a:lnTo>
                    <a:lnTo>
                      <a:pt x="910004" y="909364"/>
                    </a:lnTo>
                    <a:lnTo>
                      <a:pt x="910344" y="909468"/>
                    </a:lnTo>
                    <a:lnTo>
                      <a:pt x="910684" y="909573"/>
                    </a:lnTo>
                    <a:lnTo>
                      <a:pt x="911024" y="909678"/>
                    </a:lnTo>
                    <a:lnTo>
                      <a:pt x="911364" y="909783"/>
                    </a:lnTo>
                    <a:lnTo>
                      <a:pt x="911704" y="909888"/>
                    </a:lnTo>
                    <a:lnTo>
                      <a:pt x="912044" y="909993"/>
                    </a:lnTo>
                    <a:lnTo>
                      <a:pt x="912384" y="910098"/>
                    </a:lnTo>
                    <a:lnTo>
                      <a:pt x="912724" y="910203"/>
                    </a:lnTo>
                    <a:lnTo>
                      <a:pt x="913064" y="910308"/>
                    </a:lnTo>
                    <a:lnTo>
                      <a:pt x="913404" y="910413"/>
                    </a:lnTo>
                    <a:lnTo>
                      <a:pt x="913744" y="910518"/>
                    </a:lnTo>
                    <a:lnTo>
                      <a:pt x="914084" y="910623"/>
                    </a:lnTo>
                    <a:lnTo>
                      <a:pt x="914400" y="910720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6" name="ph7576"/>
              <p:cNvSpPr/>
              <p:nvPr/>
            </p:nvSpPr>
            <p:spPr>
              <a:xfrm>
                <a:off x="2299572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62" y="910728"/>
                    </a:lnTo>
                    <a:lnTo>
                      <a:pt x="905502" y="910833"/>
                    </a:lnTo>
                    <a:lnTo>
                      <a:pt x="905842" y="910938"/>
                    </a:lnTo>
                    <a:lnTo>
                      <a:pt x="906182" y="911043"/>
                    </a:lnTo>
                    <a:lnTo>
                      <a:pt x="906522" y="911148"/>
                    </a:lnTo>
                    <a:lnTo>
                      <a:pt x="906862" y="911253"/>
                    </a:lnTo>
                    <a:lnTo>
                      <a:pt x="907202" y="911358"/>
                    </a:lnTo>
                    <a:lnTo>
                      <a:pt x="907542" y="911463"/>
                    </a:lnTo>
                    <a:lnTo>
                      <a:pt x="907882" y="911568"/>
                    </a:lnTo>
                    <a:lnTo>
                      <a:pt x="908222" y="911673"/>
                    </a:lnTo>
                    <a:lnTo>
                      <a:pt x="908561" y="911778"/>
                    </a:lnTo>
                    <a:lnTo>
                      <a:pt x="908901" y="911883"/>
                    </a:lnTo>
                    <a:lnTo>
                      <a:pt x="909241" y="911988"/>
                    </a:lnTo>
                    <a:lnTo>
                      <a:pt x="909581" y="912093"/>
                    </a:lnTo>
                    <a:lnTo>
                      <a:pt x="909921" y="912198"/>
                    </a:lnTo>
                    <a:lnTo>
                      <a:pt x="910261" y="912303"/>
                    </a:lnTo>
                    <a:lnTo>
                      <a:pt x="910601" y="912408"/>
                    </a:lnTo>
                    <a:lnTo>
                      <a:pt x="910941" y="912513"/>
                    </a:lnTo>
                    <a:lnTo>
                      <a:pt x="911281" y="912619"/>
                    </a:lnTo>
                    <a:lnTo>
                      <a:pt x="911621" y="912724"/>
                    </a:lnTo>
                    <a:lnTo>
                      <a:pt x="911960" y="912829"/>
                    </a:lnTo>
                    <a:lnTo>
                      <a:pt x="912300" y="912934"/>
                    </a:lnTo>
                    <a:lnTo>
                      <a:pt x="912640" y="913039"/>
                    </a:lnTo>
                    <a:lnTo>
                      <a:pt x="912980" y="913144"/>
                    </a:lnTo>
                    <a:lnTo>
                      <a:pt x="913320" y="913250"/>
                    </a:lnTo>
                    <a:lnTo>
                      <a:pt x="913660" y="913355"/>
                    </a:lnTo>
                    <a:lnTo>
                      <a:pt x="913999" y="913460"/>
                    </a:lnTo>
                    <a:lnTo>
                      <a:pt x="914400" y="913584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7" name="ph7577"/>
              <p:cNvSpPr/>
              <p:nvPr/>
            </p:nvSpPr>
            <p:spPr>
              <a:xfrm>
                <a:off x="2299572" y="1171240"/>
                <a:ext cx="9170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33" h="914400">
                    <a:moveTo>
                      <a:pt x="914400" y="914400"/>
                    </a:moveTo>
                    <a:lnTo>
                      <a:pt x="914400" y="913584"/>
                    </a:lnTo>
                    <a:lnTo>
                      <a:pt x="914679" y="913670"/>
                    </a:lnTo>
                    <a:lnTo>
                      <a:pt x="915019" y="913776"/>
                    </a:lnTo>
                    <a:lnTo>
                      <a:pt x="915359" y="913881"/>
                    </a:lnTo>
                    <a:lnTo>
                      <a:pt x="915699" y="913986"/>
                    </a:lnTo>
                    <a:lnTo>
                      <a:pt x="916038" y="914091"/>
                    </a:lnTo>
                    <a:lnTo>
                      <a:pt x="916378" y="914197"/>
                    </a:lnTo>
                    <a:lnTo>
                      <a:pt x="916718" y="914302"/>
                    </a:lnTo>
                    <a:lnTo>
                      <a:pt x="917033" y="914400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8" name="ph7578"/>
              <p:cNvSpPr/>
              <p:nvPr/>
            </p:nvSpPr>
            <p:spPr>
              <a:xfrm>
                <a:off x="3420301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49" y="914400"/>
                    </a:lnTo>
                    <a:lnTo>
                      <a:pt x="911405" y="906630"/>
                    </a:lnTo>
                    <a:lnTo>
                      <a:pt x="914400" y="899583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9" name="ph7579"/>
              <p:cNvSpPr/>
              <p:nvPr/>
            </p:nvSpPr>
            <p:spPr>
              <a:xfrm>
                <a:off x="3429563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822"/>
                    </a:lnTo>
                    <a:lnTo>
                      <a:pt x="905807" y="915246"/>
                    </a:lnTo>
                    <a:lnTo>
                      <a:pt x="906208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0" name="ph7580"/>
              <p:cNvSpPr/>
              <p:nvPr/>
            </p:nvSpPr>
            <p:spPr>
              <a:xfrm>
                <a:off x="34295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1" name="ph7581"/>
              <p:cNvSpPr/>
              <p:nvPr/>
            </p:nvSpPr>
            <p:spPr>
              <a:xfrm>
                <a:off x="343882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2" name="ph7582"/>
              <p:cNvSpPr/>
              <p:nvPr/>
            </p:nvSpPr>
            <p:spPr>
              <a:xfrm>
                <a:off x="34480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3" name="ph7583"/>
              <p:cNvSpPr/>
              <p:nvPr/>
            </p:nvSpPr>
            <p:spPr>
              <a:xfrm>
                <a:off x="34573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4" name="ph7584"/>
              <p:cNvSpPr/>
              <p:nvPr/>
            </p:nvSpPr>
            <p:spPr>
              <a:xfrm>
                <a:off x="34666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5" name="ph7585"/>
              <p:cNvSpPr/>
              <p:nvPr/>
            </p:nvSpPr>
            <p:spPr>
              <a:xfrm>
                <a:off x="347587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6" name="ph7586"/>
              <p:cNvSpPr/>
              <p:nvPr/>
            </p:nvSpPr>
            <p:spPr>
              <a:xfrm>
                <a:off x="34851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7" name="ph7587"/>
              <p:cNvSpPr/>
              <p:nvPr/>
            </p:nvSpPr>
            <p:spPr>
              <a:xfrm>
                <a:off x="34943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8" name="ph7588"/>
              <p:cNvSpPr/>
              <p:nvPr/>
            </p:nvSpPr>
            <p:spPr>
              <a:xfrm>
                <a:off x="350366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9" name="ph7589"/>
              <p:cNvSpPr/>
              <p:nvPr/>
            </p:nvSpPr>
            <p:spPr>
              <a:xfrm>
                <a:off x="351292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0" name="ph7590"/>
              <p:cNvSpPr/>
              <p:nvPr/>
            </p:nvSpPr>
            <p:spPr>
              <a:xfrm>
                <a:off x="352218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1" name="ph7591"/>
              <p:cNvSpPr/>
              <p:nvPr/>
            </p:nvSpPr>
            <p:spPr>
              <a:xfrm>
                <a:off x="353144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2" name="ph7592"/>
              <p:cNvSpPr/>
              <p:nvPr/>
            </p:nvSpPr>
            <p:spPr>
              <a:xfrm>
                <a:off x="354071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3" name="ph7593"/>
              <p:cNvSpPr/>
              <p:nvPr/>
            </p:nvSpPr>
            <p:spPr>
              <a:xfrm>
                <a:off x="354997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4" name="ph7594"/>
              <p:cNvSpPr/>
              <p:nvPr/>
            </p:nvSpPr>
            <p:spPr>
              <a:xfrm>
                <a:off x="355923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5" name="ph7595"/>
              <p:cNvSpPr/>
              <p:nvPr/>
            </p:nvSpPr>
            <p:spPr>
              <a:xfrm>
                <a:off x="356849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6" name="ph7596"/>
              <p:cNvSpPr/>
              <p:nvPr/>
            </p:nvSpPr>
            <p:spPr>
              <a:xfrm>
                <a:off x="357775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7" name="ph7597"/>
              <p:cNvSpPr/>
              <p:nvPr/>
            </p:nvSpPr>
            <p:spPr>
              <a:xfrm>
                <a:off x="358702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8" name="ph7598"/>
              <p:cNvSpPr/>
              <p:nvPr/>
            </p:nvSpPr>
            <p:spPr>
              <a:xfrm>
                <a:off x="359628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9" name="ph7599"/>
              <p:cNvSpPr/>
              <p:nvPr/>
            </p:nvSpPr>
            <p:spPr>
              <a:xfrm>
                <a:off x="360554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0" name="ph7600"/>
              <p:cNvSpPr/>
              <p:nvPr/>
            </p:nvSpPr>
            <p:spPr>
              <a:xfrm>
                <a:off x="361480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1" name="ph7601"/>
              <p:cNvSpPr/>
              <p:nvPr/>
            </p:nvSpPr>
            <p:spPr>
              <a:xfrm>
                <a:off x="362407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2" name="ph7602"/>
              <p:cNvSpPr/>
              <p:nvPr/>
            </p:nvSpPr>
            <p:spPr>
              <a:xfrm>
                <a:off x="363333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3" name="ph7603"/>
              <p:cNvSpPr/>
              <p:nvPr/>
            </p:nvSpPr>
            <p:spPr>
              <a:xfrm>
                <a:off x="364259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4" name="ph7604"/>
              <p:cNvSpPr/>
              <p:nvPr/>
            </p:nvSpPr>
            <p:spPr>
              <a:xfrm>
                <a:off x="365185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5" name="ph7605"/>
              <p:cNvSpPr/>
              <p:nvPr/>
            </p:nvSpPr>
            <p:spPr>
              <a:xfrm>
                <a:off x="366111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6" name="ph7606"/>
              <p:cNvSpPr/>
              <p:nvPr/>
            </p:nvSpPr>
            <p:spPr>
              <a:xfrm>
                <a:off x="367038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7" name="ph7607"/>
              <p:cNvSpPr/>
              <p:nvPr/>
            </p:nvSpPr>
            <p:spPr>
              <a:xfrm>
                <a:off x="367964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8" name="ph7608"/>
              <p:cNvSpPr/>
              <p:nvPr/>
            </p:nvSpPr>
            <p:spPr>
              <a:xfrm>
                <a:off x="368890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9" name="ph7609"/>
              <p:cNvSpPr/>
              <p:nvPr/>
            </p:nvSpPr>
            <p:spPr>
              <a:xfrm>
                <a:off x="36981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0" name="ph7610"/>
              <p:cNvSpPr/>
              <p:nvPr/>
            </p:nvSpPr>
            <p:spPr>
              <a:xfrm>
                <a:off x="37074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1" name="ph7611"/>
              <p:cNvSpPr/>
              <p:nvPr/>
            </p:nvSpPr>
            <p:spPr>
              <a:xfrm>
                <a:off x="37166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2" name="ph7612"/>
              <p:cNvSpPr/>
              <p:nvPr/>
            </p:nvSpPr>
            <p:spPr>
              <a:xfrm>
                <a:off x="372595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3" name="ph7613"/>
              <p:cNvSpPr/>
              <p:nvPr/>
            </p:nvSpPr>
            <p:spPr>
              <a:xfrm>
                <a:off x="37352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4" name="ph7614"/>
              <p:cNvSpPr/>
              <p:nvPr/>
            </p:nvSpPr>
            <p:spPr>
              <a:xfrm>
                <a:off x="37444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5" name="ph7615"/>
              <p:cNvSpPr/>
              <p:nvPr/>
            </p:nvSpPr>
            <p:spPr>
              <a:xfrm>
                <a:off x="37537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6" name="ph7616"/>
              <p:cNvSpPr/>
              <p:nvPr/>
            </p:nvSpPr>
            <p:spPr>
              <a:xfrm>
                <a:off x="37630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7" name="ph7617"/>
              <p:cNvSpPr/>
              <p:nvPr/>
            </p:nvSpPr>
            <p:spPr>
              <a:xfrm>
                <a:off x="377226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8" name="ph7618"/>
              <p:cNvSpPr/>
              <p:nvPr/>
            </p:nvSpPr>
            <p:spPr>
              <a:xfrm>
                <a:off x="37815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9" name="ph7619"/>
              <p:cNvSpPr/>
              <p:nvPr/>
            </p:nvSpPr>
            <p:spPr>
              <a:xfrm>
                <a:off x="37907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0" name="ph7620"/>
              <p:cNvSpPr/>
              <p:nvPr/>
            </p:nvSpPr>
            <p:spPr>
              <a:xfrm>
                <a:off x="3800052" y="1171240"/>
                <a:ext cx="9208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8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807" y="897161"/>
                    </a:lnTo>
                    <a:lnTo>
                      <a:pt x="920262" y="904164"/>
                    </a:lnTo>
                    <a:lnTo>
                      <a:pt x="919166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1" name="ph7621"/>
              <p:cNvSpPr/>
              <p:nvPr/>
            </p:nvSpPr>
            <p:spPr>
              <a:xfrm>
                <a:off x="2021706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566" y="931638"/>
                    </a:lnTo>
                    <a:lnTo>
                      <a:pt x="911767" y="930513"/>
                    </a:lnTo>
                    <a:lnTo>
                      <a:pt x="911892" y="929917"/>
                    </a:lnTo>
                    <a:lnTo>
                      <a:pt x="911956" y="928325"/>
                    </a:lnTo>
                    <a:lnTo>
                      <a:pt x="912690" y="917595"/>
                    </a:lnTo>
                    <a:lnTo>
                      <a:pt x="913001" y="914400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2" name="ph7622"/>
              <p:cNvSpPr/>
              <p:nvPr/>
            </p:nvSpPr>
            <p:spPr>
              <a:xfrm>
                <a:off x="202170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3" name="ph7623"/>
              <p:cNvSpPr/>
              <p:nvPr/>
            </p:nvSpPr>
            <p:spPr>
              <a:xfrm>
                <a:off x="20309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4" name="ph7624"/>
              <p:cNvSpPr/>
              <p:nvPr/>
            </p:nvSpPr>
            <p:spPr>
              <a:xfrm>
                <a:off x="20402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5" name="ph7625"/>
              <p:cNvSpPr/>
              <p:nvPr/>
            </p:nvSpPr>
            <p:spPr>
              <a:xfrm>
                <a:off x="20494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6" name="ph7626"/>
              <p:cNvSpPr/>
              <p:nvPr/>
            </p:nvSpPr>
            <p:spPr>
              <a:xfrm>
                <a:off x="205875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7" name="ph7627"/>
              <p:cNvSpPr/>
              <p:nvPr/>
            </p:nvSpPr>
            <p:spPr>
              <a:xfrm>
                <a:off x="20680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8" name="ph7628"/>
              <p:cNvSpPr/>
              <p:nvPr/>
            </p:nvSpPr>
            <p:spPr>
              <a:xfrm>
                <a:off x="20772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9" name="ph7629"/>
              <p:cNvSpPr/>
              <p:nvPr/>
            </p:nvSpPr>
            <p:spPr>
              <a:xfrm>
                <a:off x="20865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0" name="ph7630"/>
              <p:cNvSpPr/>
              <p:nvPr/>
            </p:nvSpPr>
            <p:spPr>
              <a:xfrm>
                <a:off x="20958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1" name="ph7631"/>
              <p:cNvSpPr/>
              <p:nvPr/>
            </p:nvSpPr>
            <p:spPr>
              <a:xfrm>
                <a:off x="210506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2" name="ph7632"/>
              <p:cNvSpPr/>
              <p:nvPr/>
            </p:nvSpPr>
            <p:spPr>
              <a:xfrm>
                <a:off x="21143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3" name="ph7633"/>
              <p:cNvSpPr/>
              <p:nvPr/>
            </p:nvSpPr>
            <p:spPr>
              <a:xfrm>
                <a:off x="21235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4" name="ph7634"/>
              <p:cNvSpPr/>
              <p:nvPr/>
            </p:nvSpPr>
            <p:spPr>
              <a:xfrm>
                <a:off x="213285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5" name="ph7635"/>
              <p:cNvSpPr/>
              <p:nvPr/>
            </p:nvSpPr>
            <p:spPr>
              <a:xfrm>
                <a:off x="214211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6" name="ph7636"/>
              <p:cNvSpPr/>
              <p:nvPr/>
            </p:nvSpPr>
            <p:spPr>
              <a:xfrm>
                <a:off x="215137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7" name="ph7637"/>
              <p:cNvSpPr/>
              <p:nvPr/>
            </p:nvSpPr>
            <p:spPr>
              <a:xfrm>
                <a:off x="216063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8" name="ph7638"/>
              <p:cNvSpPr/>
              <p:nvPr/>
            </p:nvSpPr>
            <p:spPr>
              <a:xfrm>
                <a:off x="216990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9" name="ph7639"/>
              <p:cNvSpPr/>
              <p:nvPr/>
            </p:nvSpPr>
            <p:spPr>
              <a:xfrm>
                <a:off x="217916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0" name="ph7640"/>
              <p:cNvSpPr/>
              <p:nvPr/>
            </p:nvSpPr>
            <p:spPr>
              <a:xfrm>
                <a:off x="218842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1" name="ph7641"/>
              <p:cNvSpPr/>
              <p:nvPr/>
            </p:nvSpPr>
            <p:spPr>
              <a:xfrm>
                <a:off x="21976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2" name="ph7642"/>
              <p:cNvSpPr/>
              <p:nvPr/>
            </p:nvSpPr>
            <p:spPr>
              <a:xfrm>
                <a:off x="22069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3" name="ph7643"/>
              <p:cNvSpPr/>
              <p:nvPr/>
            </p:nvSpPr>
            <p:spPr>
              <a:xfrm>
                <a:off x="22162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4" name="ph7644"/>
              <p:cNvSpPr/>
              <p:nvPr/>
            </p:nvSpPr>
            <p:spPr>
              <a:xfrm>
                <a:off x="222547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5" name="ph7645"/>
              <p:cNvSpPr/>
              <p:nvPr/>
            </p:nvSpPr>
            <p:spPr>
              <a:xfrm>
                <a:off x="22347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6" name="ph7646"/>
              <p:cNvSpPr/>
              <p:nvPr/>
            </p:nvSpPr>
            <p:spPr>
              <a:xfrm>
                <a:off x="22439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7" name="ph7647"/>
              <p:cNvSpPr/>
              <p:nvPr/>
            </p:nvSpPr>
            <p:spPr>
              <a:xfrm>
                <a:off x="2253261" y="1154002"/>
                <a:ext cx="9174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3" y="897161"/>
                    </a:lnTo>
                    <a:lnTo>
                      <a:pt x="915385" y="900542"/>
                    </a:lnTo>
                    <a:lnTo>
                      <a:pt x="917105" y="911496"/>
                    </a:lnTo>
                    <a:lnTo>
                      <a:pt x="917469" y="914400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8" name="ph7648"/>
              <p:cNvSpPr/>
              <p:nvPr/>
            </p:nvSpPr>
            <p:spPr>
              <a:xfrm>
                <a:off x="3429563" y="11540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208" y="914400"/>
                    </a:lnTo>
                    <a:lnTo>
                      <a:pt x="909712" y="906998"/>
                    </a:lnTo>
                    <a:lnTo>
                      <a:pt x="913848" y="899147"/>
                    </a:lnTo>
                    <a:lnTo>
                      <a:pt x="914400" y="898206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9" name="ph7649"/>
              <p:cNvSpPr/>
              <p:nvPr/>
            </p:nvSpPr>
            <p:spPr>
              <a:xfrm>
                <a:off x="3438825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444"/>
                    </a:lnTo>
                    <a:lnTo>
                      <a:pt x="905749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0" name="ph7650"/>
              <p:cNvSpPr/>
              <p:nvPr/>
            </p:nvSpPr>
            <p:spPr>
              <a:xfrm>
                <a:off x="343882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1" name="ph7651"/>
              <p:cNvSpPr/>
              <p:nvPr/>
            </p:nvSpPr>
            <p:spPr>
              <a:xfrm>
                <a:off x="34480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2" name="ph7652"/>
              <p:cNvSpPr/>
              <p:nvPr/>
            </p:nvSpPr>
            <p:spPr>
              <a:xfrm>
                <a:off x="34573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3" name="ph7653"/>
              <p:cNvSpPr/>
              <p:nvPr/>
            </p:nvSpPr>
            <p:spPr>
              <a:xfrm>
                <a:off x="34666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4" name="ph7654"/>
              <p:cNvSpPr/>
              <p:nvPr/>
            </p:nvSpPr>
            <p:spPr>
              <a:xfrm>
                <a:off x="347587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5" name="ph7655"/>
              <p:cNvSpPr/>
              <p:nvPr/>
            </p:nvSpPr>
            <p:spPr>
              <a:xfrm>
                <a:off x="34851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6" name="ph7656"/>
              <p:cNvSpPr/>
              <p:nvPr/>
            </p:nvSpPr>
            <p:spPr>
              <a:xfrm>
                <a:off x="34943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7" name="ph7657"/>
              <p:cNvSpPr/>
              <p:nvPr/>
            </p:nvSpPr>
            <p:spPr>
              <a:xfrm>
                <a:off x="350366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8" name="ph7658"/>
              <p:cNvSpPr/>
              <p:nvPr/>
            </p:nvSpPr>
            <p:spPr>
              <a:xfrm>
                <a:off x="351292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9" name="ph7659"/>
              <p:cNvSpPr/>
              <p:nvPr/>
            </p:nvSpPr>
            <p:spPr>
              <a:xfrm>
                <a:off x="352218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0" name="ph7660"/>
              <p:cNvSpPr/>
              <p:nvPr/>
            </p:nvSpPr>
            <p:spPr>
              <a:xfrm>
                <a:off x="353144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1" name="ph7661"/>
              <p:cNvSpPr/>
              <p:nvPr/>
            </p:nvSpPr>
            <p:spPr>
              <a:xfrm>
                <a:off x="354071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2" name="ph7662"/>
              <p:cNvSpPr/>
              <p:nvPr/>
            </p:nvSpPr>
            <p:spPr>
              <a:xfrm>
                <a:off x="354997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3" name="ph7663"/>
              <p:cNvSpPr/>
              <p:nvPr/>
            </p:nvSpPr>
            <p:spPr>
              <a:xfrm>
                <a:off x="355923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4" name="ph7664"/>
              <p:cNvSpPr/>
              <p:nvPr/>
            </p:nvSpPr>
            <p:spPr>
              <a:xfrm>
                <a:off x="356849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5" name="ph7665"/>
              <p:cNvSpPr/>
              <p:nvPr/>
            </p:nvSpPr>
            <p:spPr>
              <a:xfrm>
                <a:off x="357775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6" name="ph7666"/>
              <p:cNvSpPr/>
              <p:nvPr/>
            </p:nvSpPr>
            <p:spPr>
              <a:xfrm>
                <a:off x="358702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7" name="ph7667"/>
              <p:cNvSpPr/>
              <p:nvPr/>
            </p:nvSpPr>
            <p:spPr>
              <a:xfrm>
                <a:off x="359628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8" name="ph7668"/>
              <p:cNvSpPr/>
              <p:nvPr/>
            </p:nvSpPr>
            <p:spPr>
              <a:xfrm>
                <a:off x="360554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9" name="ph7669"/>
              <p:cNvSpPr/>
              <p:nvPr/>
            </p:nvSpPr>
            <p:spPr>
              <a:xfrm>
                <a:off x="361480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0" name="ph7670"/>
              <p:cNvSpPr/>
              <p:nvPr/>
            </p:nvSpPr>
            <p:spPr>
              <a:xfrm>
                <a:off x="362407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1" name="ph7671"/>
              <p:cNvSpPr/>
              <p:nvPr/>
            </p:nvSpPr>
            <p:spPr>
              <a:xfrm>
                <a:off x="363333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2" name="ph7672"/>
              <p:cNvSpPr/>
              <p:nvPr/>
            </p:nvSpPr>
            <p:spPr>
              <a:xfrm>
                <a:off x="364259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3" name="ph7673"/>
              <p:cNvSpPr/>
              <p:nvPr/>
            </p:nvSpPr>
            <p:spPr>
              <a:xfrm>
                <a:off x="365185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4" name="ph7674"/>
              <p:cNvSpPr/>
              <p:nvPr/>
            </p:nvSpPr>
            <p:spPr>
              <a:xfrm>
                <a:off x="366111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5" name="ph7675"/>
              <p:cNvSpPr/>
              <p:nvPr/>
            </p:nvSpPr>
            <p:spPr>
              <a:xfrm>
                <a:off x="367038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6" name="ph7676"/>
              <p:cNvSpPr/>
              <p:nvPr/>
            </p:nvSpPr>
            <p:spPr>
              <a:xfrm>
                <a:off x="367964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7" name="ph7677"/>
              <p:cNvSpPr/>
              <p:nvPr/>
            </p:nvSpPr>
            <p:spPr>
              <a:xfrm>
                <a:off x="368890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8" name="ph7678"/>
              <p:cNvSpPr/>
              <p:nvPr/>
            </p:nvSpPr>
            <p:spPr>
              <a:xfrm>
                <a:off x="36981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9" name="ph7679"/>
              <p:cNvSpPr/>
              <p:nvPr/>
            </p:nvSpPr>
            <p:spPr>
              <a:xfrm>
                <a:off x="37074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0" name="ph7680"/>
              <p:cNvSpPr/>
              <p:nvPr/>
            </p:nvSpPr>
            <p:spPr>
              <a:xfrm>
                <a:off x="37166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1" name="ph7681"/>
              <p:cNvSpPr/>
              <p:nvPr/>
            </p:nvSpPr>
            <p:spPr>
              <a:xfrm>
                <a:off x="372595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2" name="ph7682"/>
              <p:cNvSpPr/>
              <p:nvPr/>
            </p:nvSpPr>
            <p:spPr>
              <a:xfrm>
                <a:off x="37352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3" name="ph7683"/>
              <p:cNvSpPr/>
              <p:nvPr/>
            </p:nvSpPr>
            <p:spPr>
              <a:xfrm>
                <a:off x="37444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4" name="ph7684"/>
              <p:cNvSpPr/>
              <p:nvPr/>
            </p:nvSpPr>
            <p:spPr>
              <a:xfrm>
                <a:off x="37537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5" name="ph7685"/>
              <p:cNvSpPr/>
              <p:nvPr/>
            </p:nvSpPr>
            <p:spPr>
              <a:xfrm>
                <a:off x="37630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6" name="ph7686"/>
              <p:cNvSpPr/>
              <p:nvPr/>
            </p:nvSpPr>
            <p:spPr>
              <a:xfrm>
                <a:off x="377226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7" name="ph7687"/>
              <p:cNvSpPr/>
              <p:nvPr/>
            </p:nvSpPr>
            <p:spPr>
              <a:xfrm>
                <a:off x="37815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8" name="ph7688"/>
              <p:cNvSpPr/>
              <p:nvPr/>
            </p:nvSpPr>
            <p:spPr>
              <a:xfrm>
                <a:off x="37907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9" name="ph7689"/>
              <p:cNvSpPr/>
              <p:nvPr/>
            </p:nvSpPr>
            <p:spPr>
              <a:xfrm>
                <a:off x="3800052" y="1154002"/>
                <a:ext cx="9216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8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689" y="897161"/>
                    </a:lnTo>
                    <a:lnTo>
                      <a:pt x="921635" y="899761"/>
                    </a:lnTo>
                    <a:lnTo>
                      <a:pt x="921102" y="910616"/>
                    </a:lnTo>
                    <a:lnTo>
                      <a:pt x="920807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0" name="ph7690"/>
              <p:cNvSpPr/>
              <p:nvPr/>
            </p:nvSpPr>
            <p:spPr>
              <a:xfrm>
                <a:off x="2021706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001" y="914400"/>
                    </a:lnTo>
                    <a:lnTo>
                      <a:pt x="913725" y="906951"/>
                    </a:lnTo>
                    <a:lnTo>
                      <a:pt x="914400" y="901622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1" name="ph7691"/>
              <p:cNvSpPr/>
              <p:nvPr/>
            </p:nvSpPr>
            <p:spPr>
              <a:xfrm>
                <a:off x="203096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60"/>
                    </a:lnTo>
                    <a:lnTo>
                      <a:pt x="905702" y="914400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2" name="ph7692"/>
              <p:cNvSpPr/>
              <p:nvPr/>
            </p:nvSpPr>
            <p:spPr>
              <a:xfrm>
                <a:off x="20309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3" name="ph7693"/>
              <p:cNvSpPr/>
              <p:nvPr/>
            </p:nvSpPr>
            <p:spPr>
              <a:xfrm>
                <a:off x="20402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4" name="ph7694"/>
              <p:cNvSpPr/>
              <p:nvPr/>
            </p:nvSpPr>
            <p:spPr>
              <a:xfrm>
                <a:off x="20494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5" name="ph7695"/>
              <p:cNvSpPr/>
              <p:nvPr/>
            </p:nvSpPr>
            <p:spPr>
              <a:xfrm>
                <a:off x="205875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6" name="ph7696"/>
              <p:cNvSpPr/>
              <p:nvPr/>
            </p:nvSpPr>
            <p:spPr>
              <a:xfrm>
                <a:off x="20680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7" name="ph7697"/>
              <p:cNvSpPr/>
              <p:nvPr/>
            </p:nvSpPr>
            <p:spPr>
              <a:xfrm>
                <a:off x="20772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8" name="ph7698"/>
              <p:cNvSpPr/>
              <p:nvPr/>
            </p:nvSpPr>
            <p:spPr>
              <a:xfrm>
                <a:off x="20865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9" name="ph7699"/>
              <p:cNvSpPr/>
              <p:nvPr/>
            </p:nvSpPr>
            <p:spPr>
              <a:xfrm>
                <a:off x="20958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0" name="ph7700"/>
              <p:cNvSpPr/>
              <p:nvPr/>
            </p:nvSpPr>
            <p:spPr>
              <a:xfrm>
                <a:off x="210506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1" name="ph7701"/>
              <p:cNvSpPr/>
              <p:nvPr/>
            </p:nvSpPr>
            <p:spPr>
              <a:xfrm>
                <a:off x="21143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2" name="ph7702"/>
              <p:cNvSpPr/>
              <p:nvPr/>
            </p:nvSpPr>
            <p:spPr>
              <a:xfrm>
                <a:off x="21235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3" name="ph7703"/>
              <p:cNvSpPr/>
              <p:nvPr/>
            </p:nvSpPr>
            <p:spPr>
              <a:xfrm>
                <a:off x="213285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4" name="ph7704"/>
              <p:cNvSpPr/>
              <p:nvPr/>
            </p:nvSpPr>
            <p:spPr>
              <a:xfrm>
                <a:off x="214211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5" name="ph7705"/>
              <p:cNvSpPr/>
              <p:nvPr/>
            </p:nvSpPr>
            <p:spPr>
              <a:xfrm>
                <a:off x="215137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6" name="ph7706"/>
              <p:cNvSpPr/>
              <p:nvPr/>
            </p:nvSpPr>
            <p:spPr>
              <a:xfrm>
                <a:off x="216063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7" name="ph7707"/>
              <p:cNvSpPr/>
              <p:nvPr/>
            </p:nvSpPr>
            <p:spPr>
              <a:xfrm>
                <a:off x="216990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8" name="ph7708"/>
              <p:cNvSpPr/>
              <p:nvPr/>
            </p:nvSpPr>
            <p:spPr>
              <a:xfrm>
                <a:off x="217916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9" name="ph7709"/>
              <p:cNvSpPr/>
              <p:nvPr/>
            </p:nvSpPr>
            <p:spPr>
              <a:xfrm>
                <a:off x="218842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0" name="ph7710"/>
              <p:cNvSpPr/>
              <p:nvPr/>
            </p:nvSpPr>
            <p:spPr>
              <a:xfrm>
                <a:off x="21976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1" name="ph7711"/>
              <p:cNvSpPr/>
              <p:nvPr/>
            </p:nvSpPr>
            <p:spPr>
              <a:xfrm>
                <a:off x="22069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2" name="ph7712"/>
              <p:cNvSpPr/>
              <p:nvPr/>
            </p:nvSpPr>
            <p:spPr>
              <a:xfrm>
                <a:off x="22162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3" name="ph7713"/>
              <p:cNvSpPr/>
              <p:nvPr/>
            </p:nvSpPr>
            <p:spPr>
              <a:xfrm>
                <a:off x="222547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4" name="ph7714"/>
              <p:cNvSpPr/>
              <p:nvPr/>
            </p:nvSpPr>
            <p:spPr>
              <a:xfrm>
                <a:off x="22347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5" name="ph7715"/>
              <p:cNvSpPr/>
              <p:nvPr/>
            </p:nvSpPr>
            <p:spPr>
              <a:xfrm>
                <a:off x="2253261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434" y="897161"/>
                    </a:lnTo>
                    <a:lnTo>
                      <a:pt x="912814" y="902253"/>
                    </a:lnTo>
                    <a:lnTo>
                      <a:pt x="913003" y="905373"/>
                    </a:lnTo>
                    <a:lnTo>
                      <a:pt x="913081" y="905753"/>
                    </a:lnTo>
                    <a:lnTo>
                      <a:pt x="913169" y="906175"/>
                    </a:lnTo>
                    <a:lnTo>
                      <a:pt x="913256" y="906598"/>
                    </a:lnTo>
                    <a:lnTo>
                      <a:pt x="913343" y="907020"/>
                    </a:lnTo>
                    <a:lnTo>
                      <a:pt x="914400" y="912587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6" name="ph7716"/>
              <p:cNvSpPr/>
              <p:nvPr/>
            </p:nvSpPr>
            <p:spPr>
              <a:xfrm>
                <a:off x="2253261" y="1136763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2587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7" name="ph7717"/>
              <p:cNvSpPr/>
              <p:nvPr/>
            </p:nvSpPr>
            <p:spPr>
              <a:xfrm>
                <a:off x="3438825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749" y="914400"/>
                    </a:lnTo>
                    <a:lnTo>
                      <a:pt x="908939" y="908956"/>
                    </a:lnTo>
                    <a:lnTo>
                      <a:pt x="913498" y="901966"/>
                    </a:lnTo>
                    <a:lnTo>
                      <a:pt x="914400" y="90072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8" name="ph7718"/>
              <p:cNvSpPr/>
              <p:nvPr/>
            </p:nvSpPr>
            <p:spPr>
              <a:xfrm>
                <a:off x="344808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967"/>
                    </a:lnTo>
                    <a:lnTo>
                      <a:pt x="907734" y="914400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9" name="ph7719"/>
              <p:cNvSpPr/>
              <p:nvPr/>
            </p:nvSpPr>
            <p:spPr>
              <a:xfrm>
                <a:off x="34480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0" name="ph7720"/>
              <p:cNvSpPr/>
              <p:nvPr/>
            </p:nvSpPr>
            <p:spPr>
              <a:xfrm>
                <a:off x="34573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1" name="ph7721"/>
              <p:cNvSpPr/>
              <p:nvPr/>
            </p:nvSpPr>
            <p:spPr>
              <a:xfrm>
                <a:off x="34666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2" name="ph7722"/>
              <p:cNvSpPr/>
              <p:nvPr/>
            </p:nvSpPr>
            <p:spPr>
              <a:xfrm>
                <a:off x="347587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3" name="ph7723"/>
              <p:cNvSpPr/>
              <p:nvPr/>
            </p:nvSpPr>
            <p:spPr>
              <a:xfrm>
                <a:off x="34851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4" name="ph7724"/>
              <p:cNvSpPr/>
              <p:nvPr/>
            </p:nvSpPr>
            <p:spPr>
              <a:xfrm>
                <a:off x="349439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5" name="ph7725"/>
              <p:cNvSpPr/>
              <p:nvPr/>
            </p:nvSpPr>
            <p:spPr>
              <a:xfrm>
                <a:off x="350366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6" name="ph7726"/>
              <p:cNvSpPr/>
              <p:nvPr/>
            </p:nvSpPr>
            <p:spPr>
              <a:xfrm>
                <a:off x="351292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7" name="ph7727"/>
              <p:cNvSpPr/>
              <p:nvPr/>
            </p:nvSpPr>
            <p:spPr>
              <a:xfrm>
                <a:off x="352218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8" name="ph7728"/>
              <p:cNvSpPr/>
              <p:nvPr/>
            </p:nvSpPr>
            <p:spPr>
              <a:xfrm>
                <a:off x="353144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9" name="ph7729"/>
              <p:cNvSpPr/>
              <p:nvPr/>
            </p:nvSpPr>
            <p:spPr>
              <a:xfrm>
                <a:off x="354071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0" name="ph7730"/>
              <p:cNvSpPr/>
              <p:nvPr/>
            </p:nvSpPr>
            <p:spPr>
              <a:xfrm>
                <a:off x="354997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1" name="ph7731"/>
              <p:cNvSpPr/>
              <p:nvPr/>
            </p:nvSpPr>
            <p:spPr>
              <a:xfrm>
                <a:off x="355923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2" name="ph7732"/>
              <p:cNvSpPr/>
              <p:nvPr/>
            </p:nvSpPr>
            <p:spPr>
              <a:xfrm>
                <a:off x="356849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3" name="ph7733"/>
              <p:cNvSpPr/>
              <p:nvPr/>
            </p:nvSpPr>
            <p:spPr>
              <a:xfrm>
                <a:off x="357775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4" name="ph7734"/>
              <p:cNvSpPr/>
              <p:nvPr/>
            </p:nvSpPr>
            <p:spPr>
              <a:xfrm>
                <a:off x="358702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5" name="ph7735"/>
              <p:cNvSpPr/>
              <p:nvPr/>
            </p:nvSpPr>
            <p:spPr>
              <a:xfrm>
                <a:off x="359628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6" name="ph7736"/>
              <p:cNvSpPr/>
              <p:nvPr/>
            </p:nvSpPr>
            <p:spPr>
              <a:xfrm>
                <a:off x="360554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7" name="ph7737"/>
              <p:cNvSpPr/>
              <p:nvPr/>
            </p:nvSpPr>
            <p:spPr>
              <a:xfrm>
                <a:off x="361480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8" name="ph7738"/>
              <p:cNvSpPr/>
              <p:nvPr/>
            </p:nvSpPr>
            <p:spPr>
              <a:xfrm>
                <a:off x="362407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9" name="ph7739"/>
              <p:cNvSpPr/>
              <p:nvPr/>
            </p:nvSpPr>
            <p:spPr>
              <a:xfrm>
                <a:off x="363333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0" name="ph7740"/>
              <p:cNvSpPr/>
              <p:nvPr/>
            </p:nvSpPr>
            <p:spPr>
              <a:xfrm>
                <a:off x="364259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1" name="ph7741"/>
              <p:cNvSpPr/>
              <p:nvPr/>
            </p:nvSpPr>
            <p:spPr>
              <a:xfrm>
                <a:off x="365185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2" name="ph7742"/>
              <p:cNvSpPr/>
              <p:nvPr/>
            </p:nvSpPr>
            <p:spPr>
              <a:xfrm>
                <a:off x="366111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3" name="ph7743"/>
              <p:cNvSpPr/>
              <p:nvPr/>
            </p:nvSpPr>
            <p:spPr>
              <a:xfrm>
                <a:off x="367038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4" name="ph7744"/>
              <p:cNvSpPr/>
              <p:nvPr/>
            </p:nvSpPr>
            <p:spPr>
              <a:xfrm>
                <a:off x="367964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5" name="ph7745"/>
              <p:cNvSpPr/>
              <p:nvPr/>
            </p:nvSpPr>
            <p:spPr>
              <a:xfrm>
                <a:off x="368890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6" name="ph7746"/>
              <p:cNvSpPr/>
              <p:nvPr/>
            </p:nvSpPr>
            <p:spPr>
              <a:xfrm>
                <a:off x="36981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7" name="ph7747"/>
              <p:cNvSpPr/>
              <p:nvPr/>
            </p:nvSpPr>
            <p:spPr>
              <a:xfrm>
                <a:off x="37074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8" name="ph7748"/>
              <p:cNvSpPr/>
              <p:nvPr/>
            </p:nvSpPr>
            <p:spPr>
              <a:xfrm>
                <a:off x="37166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9" name="ph7749"/>
              <p:cNvSpPr/>
              <p:nvPr/>
            </p:nvSpPr>
            <p:spPr>
              <a:xfrm>
                <a:off x="372595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0" name="ph7750"/>
              <p:cNvSpPr/>
              <p:nvPr/>
            </p:nvSpPr>
            <p:spPr>
              <a:xfrm>
                <a:off x="37352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1" name="ph7751"/>
              <p:cNvSpPr/>
              <p:nvPr/>
            </p:nvSpPr>
            <p:spPr>
              <a:xfrm>
                <a:off x="37444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2" name="ph7752"/>
              <p:cNvSpPr/>
              <p:nvPr/>
            </p:nvSpPr>
            <p:spPr>
              <a:xfrm>
                <a:off x="37537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3" name="ph7753"/>
              <p:cNvSpPr/>
              <p:nvPr/>
            </p:nvSpPr>
            <p:spPr>
              <a:xfrm>
                <a:off x="37630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4" name="ph7754"/>
              <p:cNvSpPr/>
              <p:nvPr/>
            </p:nvSpPr>
            <p:spPr>
              <a:xfrm>
                <a:off x="377226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5" name="ph7755"/>
              <p:cNvSpPr/>
              <p:nvPr/>
            </p:nvSpPr>
            <p:spPr>
              <a:xfrm>
                <a:off x="37815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6" name="ph7756"/>
              <p:cNvSpPr/>
              <p:nvPr/>
            </p:nvSpPr>
            <p:spPr>
              <a:xfrm>
                <a:off x="37907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7" name="ph7757"/>
              <p:cNvSpPr/>
              <p:nvPr/>
            </p:nvSpPr>
            <p:spPr>
              <a:xfrm>
                <a:off x="3800052" y="1136763"/>
                <a:ext cx="921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6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93" y="897161"/>
                    </a:lnTo>
                    <a:lnTo>
                      <a:pt x="921861" y="906108"/>
                    </a:lnTo>
                    <a:lnTo>
                      <a:pt x="921689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8" name="ph7758"/>
              <p:cNvSpPr/>
              <p:nvPr/>
            </p:nvSpPr>
            <p:spPr>
              <a:xfrm>
                <a:off x="2030968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02" y="931638"/>
                    </a:lnTo>
                    <a:lnTo>
                      <a:pt x="905795" y="930900"/>
                    </a:lnTo>
                    <a:lnTo>
                      <a:pt x="907421" y="920515"/>
                    </a:lnTo>
                    <a:lnTo>
                      <a:pt x="908568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9" name="ph7759"/>
              <p:cNvSpPr/>
              <p:nvPr/>
            </p:nvSpPr>
            <p:spPr>
              <a:xfrm>
                <a:off x="20309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0" name="ph7760"/>
              <p:cNvSpPr/>
              <p:nvPr/>
            </p:nvSpPr>
            <p:spPr>
              <a:xfrm>
                <a:off x="20402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1" name="ph7761"/>
              <p:cNvSpPr/>
              <p:nvPr/>
            </p:nvSpPr>
            <p:spPr>
              <a:xfrm>
                <a:off x="20494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2" name="ph7762"/>
              <p:cNvSpPr/>
              <p:nvPr/>
            </p:nvSpPr>
            <p:spPr>
              <a:xfrm>
                <a:off x="205875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3" name="ph7763"/>
              <p:cNvSpPr/>
              <p:nvPr/>
            </p:nvSpPr>
            <p:spPr>
              <a:xfrm>
                <a:off x="20680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4" name="ph7764"/>
              <p:cNvSpPr/>
              <p:nvPr/>
            </p:nvSpPr>
            <p:spPr>
              <a:xfrm>
                <a:off x="20772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5" name="ph7765"/>
              <p:cNvSpPr/>
              <p:nvPr/>
            </p:nvSpPr>
            <p:spPr>
              <a:xfrm>
                <a:off x="20865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6" name="ph7766"/>
              <p:cNvSpPr/>
              <p:nvPr/>
            </p:nvSpPr>
            <p:spPr>
              <a:xfrm>
                <a:off x="20958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7" name="ph7767"/>
              <p:cNvSpPr/>
              <p:nvPr/>
            </p:nvSpPr>
            <p:spPr>
              <a:xfrm>
                <a:off x="210506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8" name="ph7768"/>
              <p:cNvSpPr/>
              <p:nvPr/>
            </p:nvSpPr>
            <p:spPr>
              <a:xfrm>
                <a:off x="21143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9" name="ph7769"/>
              <p:cNvSpPr/>
              <p:nvPr/>
            </p:nvSpPr>
            <p:spPr>
              <a:xfrm>
                <a:off x="21235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0" name="ph7770"/>
              <p:cNvSpPr/>
              <p:nvPr/>
            </p:nvSpPr>
            <p:spPr>
              <a:xfrm>
                <a:off x="213285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1" name="ph7771"/>
              <p:cNvSpPr/>
              <p:nvPr/>
            </p:nvSpPr>
            <p:spPr>
              <a:xfrm>
                <a:off x="214211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2" name="ph7772"/>
              <p:cNvSpPr/>
              <p:nvPr/>
            </p:nvSpPr>
            <p:spPr>
              <a:xfrm>
                <a:off x="215137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3" name="ph7773"/>
              <p:cNvSpPr/>
              <p:nvPr/>
            </p:nvSpPr>
            <p:spPr>
              <a:xfrm>
                <a:off x="216063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4" name="ph7774"/>
              <p:cNvSpPr/>
              <p:nvPr/>
            </p:nvSpPr>
            <p:spPr>
              <a:xfrm>
                <a:off x="216990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5" name="ph7775"/>
              <p:cNvSpPr/>
              <p:nvPr/>
            </p:nvSpPr>
            <p:spPr>
              <a:xfrm>
                <a:off x="217916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6" name="ph7776"/>
              <p:cNvSpPr/>
              <p:nvPr/>
            </p:nvSpPr>
            <p:spPr>
              <a:xfrm>
                <a:off x="218842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7" name="ph7777"/>
              <p:cNvSpPr/>
              <p:nvPr/>
            </p:nvSpPr>
            <p:spPr>
              <a:xfrm>
                <a:off x="219768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8" name="ph7778"/>
              <p:cNvSpPr/>
              <p:nvPr/>
            </p:nvSpPr>
            <p:spPr>
              <a:xfrm>
                <a:off x="22069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9" name="ph7779"/>
              <p:cNvSpPr/>
              <p:nvPr/>
            </p:nvSpPr>
            <p:spPr>
              <a:xfrm>
                <a:off x="22162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0" name="ph7780"/>
              <p:cNvSpPr/>
              <p:nvPr/>
            </p:nvSpPr>
            <p:spPr>
              <a:xfrm>
                <a:off x="222547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1" name="ph7781"/>
              <p:cNvSpPr/>
              <p:nvPr/>
            </p:nvSpPr>
            <p:spPr>
              <a:xfrm>
                <a:off x="22347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2" name="ph7782"/>
              <p:cNvSpPr/>
              <p:nvPr/>
            </p:nvSpPr>
            <p:spPr>
              <a:xfrm>
                <a:off x="2243999" y="1119525"/>
                <a:ext cx="9216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9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043" y="897161"/>
                    </a:lnTo>
                    <a:lnTo>
                      <a:pt x="920177" y="898174"/>
                    </a:lnTo>
                    <a:lnTo>
                      <a:pt x="921277" y="908787"/>
                    </a:lnTo>
                    <a:lnTo>
                      <a:pt x="921696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3" name="ph7783"/>
              <p:cNvSpPr/>
              <p:nvPr/>
            </p:nvSpPr>
            <p:spPr>
              <a:xfrm>
                <a:off x="3448088" y="11195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34" y="914400"/>
                    </a:lnTo>
                    <a:lnTo>
                      <a:pt x="908989" y="912676"/>
                    </a:lnTo>
                    <a:lnTo>
                      <a:pt x="913921" y="906627"/>
                    </a:lnTo>
                    <a:lnTo>
                      <a:pt x="914400" y="906105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4" name="ph7784"/>
              <p:cNvSpPr/>
              <p:nvPr/>
            </p:nvSpPr>
            <p:spPr>
              <a:xfrm>
                <a:off x="3457350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44"/>
                    </a:lnTo>
                    <a:lnTo>
                      <a:pt x="909756" y="918312"/>
                    </a:lnTo>
                    <a:lnTo>
                      <a:pt x="913830" y="914400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5" name="ph7785"/>
              <p:cNvSpPr/>
              <p:nvPr/>
            </p:nvSpPr>
            <p:spPr>
              <a:xfrm>
                <a:off x="34573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6" name="ph7786"/>
              <p:cNvSpPr/>
              <p:nvPr/>
            </p:nvSpPr>
            <p:spPr>
              <a:xfrm>
                <a:off x="34666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7" name="ph7787"/>
              <p:cNvSpPr/>
              <p:nvPr/>
            </p:nvSpPr>
            <p:spPr>
              <a:xfrm>
                <a:off x="347587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8" name="ph7788"/>
              <p:cNvSpPr/>
              <p:nvPr/>
            </p:nvSpPr>
            <p:spPr>
              <a:xfrm>
                <a:off x="34851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9" name="ph7789"/>
              <p:cNvSpPr/>
              <p:nvPr/>
            </p:nvSpPr>
            <p:spPr>
              <a:xfrm>
                <a:off x="349439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0" name="ph7790"/>
              <p:cNvSpPr/>
              <p:nvPr/>
            </p:nvSpPr>
            <p:spPr>
              <a:xfrm>
                <a:off x="350366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1" name="ph7791"/>
              <p:cNvSpPr/>
              <p:nvPr/>
            </p:nvSpPr>
            <p:spPr>
              <a:xfrm>
                <a:off x="351292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2" name="ph7792"/>
              <p:cNvSpPr/>
              <p:nvPr/>
            </p:nvSpPr>
            <p:spPr>
              <a:xfrm>
                <a:off x="352218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3" name="ph7793"/>
              <p:cNvSpPr/>
              <p:nvPr/>
            </p:nvSpPr>
            <p:spPr>
              <a:xfrm>
                <a:off x="353144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4" name="ph7794"/>
              <p:cNvSpPr/>
              <p:nvPr/>
            </p:nvSpPr>
            <p:spPr>
              <a:xfrm>
                <a:off x="354071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5" name="ph7795"/>
              <p:cNvSpPr/>
              <p:nvPr/>
            </p:nvSpPr>
            <p:spPr>
              <a:xfrm>
                <a:off x="354997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6" name="ph7796"/>
              <p:cNvSpPr/>
              <p:nvPr/>
            </p:nvSpPr>
            <p:spPr>
              <a:xfrm>
                <a:off x="355923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7" name="ph7797"/>
              <p:cNvSpPr/>
              <p:nvPr/>
            </p:nvSpPr>
            <p:spPr>
              <a:xfrm>
                <a:off x="356849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8" name="ph7798"/>
              <p:cNvSpPr/>
              <p:nvPr/>
            </p:nvSpPr>
            <p:spPr>
              <a:xfrm>
                <a:off x="357775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9" name="ph7799"/>
              <p:cNvSpPr/>
              <p:nvPr/>
            </p:nvSpPr>
            <p:spPr>
              <a:xfrm>
                <a:off x="358702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0" name="ph7800"/>
              <p:cNvSpPr/>
              <p:nvPr/>
            </p:nvSpPr>
            <p:spPr>
              <a:xfrm>
                <a:off x="359628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1" name="ph7801"/>
              <p:cNvSpPr/>
              <p:nvPr/>
            </p:nvSpPr>
            <p:spPr>
              <a:xfrm>
                <a:off x="360554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2" name="ph7802"/>
              <p:cNvSpPr/>
              <p:nvPr/>
            </p:nvSpPr>
            <p:spPr>
              <a:xfrm>
                <a:off x="361480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3" name="ph7803"/>
              <p:cNvSpPr/>
              <p:nvPr/>
            </p:nvSpPr>
            <p:spPr>
              <a:xfrm>
                <a:off x="362407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4" name="ph7804"/>
              <p:cNvSpPr/>
              <p:nvPr/>
            </p:nvSpPr>
            <p:spPr>
              <a:xfrm>
                <a:off x="363333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5" name="ph7805"/>
              <p:cNvSpPr/>
              <p:nvPr/>
            </p:nvSpPr>
            <p:spPr>
              <a:xfrm>
                <a:off x="364259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6" name="ph7806"/>
              <p:cNvSpPr/>
              <p:nvPr/>
            </p:nvSpPr>
            <p:spPr>
              <a:xfrm>
                <a:off x="365185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7" name="ph7807"/>
              <p:cNvSpPr/>
              <p:nvPr/>
            </p:nvSpPr>
            <p:spPr>
              <a:xfrm>
                <a:off x="366111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8" name="ph7808"/>
              <p:cNvSpPr/>
              <p:nvPr/>
            </p:nvSpPr>
            <p:spPr>
              <a:xfrm>
                <a:off x="367038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9" name="ph7809"/>
              <p:cNvSpPr/>
              <p:nvPr/>
            </p:nvSpPr>
            <p:spPr>
              <a:xfrm>
                <a:off x="367964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0" name="ph7810"/>
              <p:cNvSpPr/>
              <p:nvPr/>
            </p:nvSpPr>
            <p:spPr>
              <a:xfrm>
                <a:off x="368890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1" name="ph7811"/>
              <p:cNvSpPr/>
              <p:nvPr/>
            </p:nvSpPr>
            <p:spPr>
              <a:xfrm>
                <a:off x="36981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2" name="ph7812"/>
              <p:cNvSpPr/>
              <p:nvPr/>
            </p:nvSpPr>
            <p:spPr>
              <a:xfrm>
                <a:off x="37074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3" name="ph7813"/>
              <p:cNvSpPr/>
              <p:nvPr/>
            </p:nvSpPr>
            <p:spPr>
              <a:xfrm>
                <a:off x="37166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4" name="ph7814"/>
              <p:cNvSpPr/>
              <p:nvPr/>
            </p:nvSpPr>
            <p:spPr>
              <a:xfrm>
                <a:off x="372595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5" name="ph7815"/>
              <p:cNvSpPr/>
              <p:nvPr/>
            </p:nvSpPr>
            <p:spPr>
              <a:xfrm>
                <a:off x="37352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6" name="ph7816"/>
              <p:cNvSpPr/>
              <p:nvPr/>
            </p:nvSpPr>
            <p:spPr>
              <a:xfrm>
                <a:off x="37444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7" name="ph7817"/>
              <p:cNvSpPr/>
              <p:nvPr/>
            </p:nvSpPr>
            <p:spPr>
              <a:xfrm>
                <a:off x="37537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8" name="ph7818"/>
              <p:cNvSpPr/>
              <p:nvPr/>
            </p:nvSpPr>
            <p:spPr>
              <a:xfrm>
                <a:off x="37630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9" name="ph7819"/>
              <p:cNvSpPr/>
              <p:nvPr/>
            </p:nvSpPr>
            <p:spPr>
              <a:xfrm>
                <a:off x="377226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0" name="ph7820"/>
              <p:cNvSpPr/>
              <p:nvPr/>
            </p:nvSpPr>
            <p:spPr>
              <a:xfrm>
                <a:off x="37815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1" name="ph7821"/>
              <p:cNvSpPr/>
              <p:nvPr/>
            </p:nvSpPr>
            <p:spPr>
              <a:xfrm>
                <a:off x="37907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2" name="ph7822"/>
              <p:cNvSpPr/>
              <p:nvPr/>
            </p:nvSpPr>
            <p:spPr>
              <a:xfrm>
                <a:off x="3800052" y="1119525"/>
                <a:ext cx="9217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102" y="897161"/>
                    </a:lnTo>
                    <a:lnTo>
                      <a:pt x="921387" y="901573"/>
                    </a:lnTo>
                    <a:lnTo>
                      <a:pt x="921778" y="912448"/>
                    </a:lnTo>
                    <a:lnTo>
                      <a:pt x="921793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3" name="ph7823"/>
              <p:cNvSpPr/>
              <p:nvPr/>
            </p:nvSpPr>
            <p:spPr>
              <a:xfrm>
                <a:off x="2030968" y="10850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568" y="931638"/>
                    </a:lnTo>
                    <a:lnTo>
                      <a:pt x="909337" y="927541"/>
                    </a:lnTo>
                    <a:lnTo>
                      <a:pt x="911536" y="917529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4" name="ph7824"/>
              <p:cNvSpPr/>
              <p:nvPr/>
            </p:nvSpPr>
            <p:spPr>
              <a:xfrm>
                <a:off x="20309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5" name="ph7825"/>
              <p:cNvSpPr/>
              <p:nvPr/>
            </p:nvSpPr>
            <p:spPr>
              <a:xfrm>
                <a:off x="20402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6" name="ph7826"/>
              <p:cNvSpPr/>
              <p:nvPr/>
            </p:nvSpPr>
            <p:spPr>
              <a:xfrm>
                <a:off x="20494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7" name="ph7827"/>
              <p:cNvSpPr/>
              <p:nvPr/>
            </p:nvSpPr>
            <p:spPr>
              <a:xfrm>
                <a:off x="205875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8" name="ph7828"/>
              <p:cNvSpPr/>
              <p:nvPr/>
            </p:nvSpPr>
            <p:spPr>
              <a:xfrm>
                <a:off x="20680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9" name="ph7829"/>
              <p:cNvSpPr/>
              <p:nvPr/>
            </p:nvSpPr>
            <p:spPr>
              <a:xfrm>
                <a:off x="20772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0" name="ph7830"/>
              <p:cNvSpPr/>
              <p:nvPr/>
            </p:nvSpPr>
            <p:spPr>
              <a:xfrm>
                <a:off x="20865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1" name="ph7831"/>
              <p:cNvSpPr/>
              <p:nvPr/>
            </p:nvSpPr>
            <p:spPr>
              <a:xfrm>
                <a:off x="20958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2" name="ph7832"/>
              <p:cNvSpPr/>
              <p:nvPr/>
            </p:nvSpPr>
            <p:spPr>
              <a:xfrm>
                <a:off x="210506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3" name="ph7833"/>
              <p:cNvSpPr/>
              <p:nvPr/>
            </p:nvSpPr>
            <p:spPr>
              <a:xfrm>
                <a:off x="21143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4" name="ph7834"/>
              <p:cNvSpPr/>
              <p:nvPr/>
            </p:nvSpPr>
            <p:spPr>
              <a:xfrm>
                <a:off x="21235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5" name="ph7835"/>
              <p:cNvSpPr/>
              <p:nvPr/>
            </p:nvSpPr>
            <p:spPr>
              <a:xfrm>
                <a:off x="213285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6" name="ph7836"/>
              <p:cNvSpPr/>
              <p:nvPr/>
            </p:nvSpPr>
            <p:spPr>
              <a:xfrm>
                <a:off x="214211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7" name="ph7837"/>
              <p:cNvSpPr/>
              <p:nvPr/>
            </p:nvSpPr>
            <p:spPr>
              <a:xfrm>
                <a:off x="215137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8" name="ph7838"/>
              <p:cNvSpPr/>
              <p:nvPr/>
            </p:nvSpPr>
            <p:spPr>
              <a:xfrm>
                <a:off x="216063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9" name="ph7839"/>
              <p:cNvSpPr/>
              <p:nvPr/>
            </p:nvSpPr>
            <p:spPr>
              <a:xfrm>
                <a:off x="216990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0" name="ph7840"/>
              <p:cNvSpPr/>
              <p:nvPr/>
            </p:nvSpPr>
            <p:spPr>
              <a:xfrm>
                <a:off x="217916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1" name="ph7841"/>
              <p:cNvSpPr/>
              <p:nvPr/>
            </p:nvSpPr>
            <p:spPr>
              <a:xfrm>
                <a:off x="218842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2" name="ph7842"/>
              <p:cNvSpPr/>
              <p:nvPr/>
            </p:nvSpPr>
            <p:spPr>
              <a:xfrm>
                <a:off x="219768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3" name="ph7843"/>
              <p:cNvSpPr/>
              <p:nvPr/>
            </p:nvSpPr>
            <p:spPr>
              <a:xfrm>
                <a:off x="220695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4" name="ph7844"/>
              <p:cNvSpPr/>
              <p:nvPr/>
            </p:nvSpPr>
            <p:spPr>
              <a:xfrm>
                <a:off x="22162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5" name="ph7845"/>
              <p:cNvSpPr/>
              <p:nvPr/>
            </p:nvSpPr>
            <p:spPr>
              <a:xfrm>
                <a:off x="222547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6" name="ph7846"/>
              <p:cNvSpPr/>
              <p:nvPr/>
            </p:nvSpPr>
            <p:spPr>
              <a:xfrm>
                <a:off x="22347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7" name="ph7847"/>
              <p:cNvSpPr/>
              <p:nvPr/>
            </p:nvSpPr>
            <p:spPr>
              <a:xfrm>
                <a:off x="2243999" y="1102287"/>
                <a:ext cx="9200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4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15" y="897161"/>
                    </a:lnTo>
                    <a:lnTo>
                      <a:pt x="918782" y="904920"/>
                    </a:lnTo>
                    <a:lnTo>
                      <a:pt x="920043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8" name="ph7848"/>
              <p:cNvSpPr/>
              <p:nvPr/>
            </p:nvSpPr>
            <p:spPr>
              <a:xfrm>
                <a:off x="3429563" y="1085048"/>
                <a:ext cx="914400" cy="91464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5">
                    <a:moveTo>
                      <a:pt x="914400" y="914400"/>
                    </a:moveTo>
                    <a:lnTo>
                      <a:pt x="914400" y="914645"/>
                    </a:lnTo>
                    <a:lnTo>
                      <a:pt x="913674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9" name="ph7849"/>
              <p:cNvSpPr/>
              <p:nvPr/>
            </p:nvSpPr>
            <p:spPr>
              <a:xfrm>
                <a:off x="3429563" y="1085048"/>
                <a:ext cx="923662" cy="9171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19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8" y="917195"/>
                    </a:lnTo>
                    <a:lnTo>
                      <a:pt x="917931" y="915838"/>
                    </a:lnTo>
                    <a:lnTo>
                      <a:pt x="914400" y="914645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0" name="ph7850"/>
              <p:cNvSpPr/>
              <p:nvPr/>
            </p:nvSpPr>
            <p:spPr>
              <a:xfrm>
                <a:off x="3438825" y="1085048"/>
                <a:ext cx="923662" cy="91818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18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184"/>
                    </a:lnTo>
                    <a:lnTo>
                      <a:pt x="920013" y="918010"/>
                    </a:lnTo>
                    <a:lnTo>
                      <a:pt x="914400" y="917206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1" name="ph7851"/>
              <p:cNvSpPr/>
              <p:nvPr/>
            </p:nvSpPr>
            <p:spPr>
              <a:xfrm>
                <a:off x="3457350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30" y="914400"/>
                    </a:lnTo>
                    <a:lnTo>
                      <a:pt x="914400" y="913853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2" name="ph7852"/>
              <p:cNvSpPr/>
              <p:nvPr/>
            </p:nvSpPr>
            <p:spPr>
              <a:xfrm>
                <a:off x="3448088" y="1085048"/>
                <a:ext cx="923662" cy="9182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64"/>
                    </a:lnTo>
                    <a:lnTo>
                      <a:pt x="922156" y="918008"/>
                    </a:lnTo>
                    <a:lnTo>
                      <a:pt x="916454" y="918282"/>
                    </a:lnTo>
                    <a:lnTo>
                      <a:pt x="914400" y="918184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3" name="ph7853"/>
              <p:cNvSpPr/>
              <p:nvPr/>
            </p:nvSpPr>
            <p:spPr>
              <a:xfrm>
                <a:off x="3466612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853"/>
                    </a:lnTo>
                    <a:lnTo>
                      <a:pt x="905743" y="913271"/>
                    </a:lnTo>
                    <a:lnTo>
                      <a:pt x="911129" y="908755"/>
                    </a:lnTo>
                    <a:lnTo>
                      <a:pt x="914400" y="906394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4" name="ph7854"/>
              <p:cNvSpPr/>
              <p:nvPr/>
            </p:nvSpPr>
            <p:spPr>
              <a:xfrm>
                <a:off x="3457350" y="1085048"/>
                <a:ext cx="923662" cy="91786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86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980"/>
                    </a:lnTo>
                    <a:lnTo>
                      <a:pt x="922239" y="917116"/>
                    </a:lnTo>
                    <a:lnTo>
                      <a:pt x="920371" y="917294"/>
                    </a:lnTo>
                    <a:lnTo>
                      <a:pt x="918502" y="917472"/>
                    </a:lnTo>
                    <a:lnTo>
                      <a:pt x="916634" y="917650"/>
                    </a:lnTo>
                    <a:lnTo>
                      <a:pt x="914766" y="917829"/>
                    </a:lnTo>
                    <a:lnTo>
                      <a:pt x="914400" y="917864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5" name="ph7855"/>
              <p:cNvSpPr/>
              <p:nvPr/>
            </p:nvSpPr>
            <p:spPr>
              <a:xfrm>
                <a:off x="34666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lnTo>
                      <a:pt x="914400" y="923632"/>
                    </a:lnTo>
                    <a:lnTo>
                      <a:pt x="916636" y="922017"/>
                    </a:lnTo>
                    <a:lnTo>
                      <a:pt x="916924" y="921826"/>
                    </a:lnTo>
                    <a:lnTo>
                      <a:pt x="917214" y="921633"/>
                    </a:lnTo>
                    <a:lnTo>
                      <a:pt x="917504" y="921440"/>
                    </a:lnTo>
                    <a:lnTo>
                      <a:pt x="917794" y="921247"/>
                    </a:lnTo>
                    <a:lnTo>
                      <a:pt x="918084" y="921053"/>
                    </a:lnTo>
                    <a:lnTo>
                      <a:pt x="918374" y="920860"/>
                    </a:lnTo>
                    <a:lnTo>
                      <a:pt x="918664" y="920667"/>
                    </a:lnTo>
                    <a:lnTo>
                      <a:pt x="918954" y="920474"/>
                    </a:lnTo>
                    <a:lnTo>
                      <a:pt x="919244" y="920281"/>
                    </a:lnTo>
                    <a:lnTo>
                      <a:pt x="919534" y="920088"/>
                    </a:lnTo>
                    <a:lnTo>
                      <a:pt x="919825" y="919895"/>
                    </a:lnTo>
                    <a:lnTo>
                      <a:pt x="920115" y="919702"/>
                    </a:lnTo>
                    <a:lnTo>
                      <a:pt x="920405" y="919509"/>
                    </a:lnTo>
                    <a:lnTo>
                      <a:pt x="920695" y="919316"/>
                    </a:lnTo>
                    <a:lnTo>
                      <a:pt x="920985" y="919123"/>
                    </a:lnTo>
                    <a:lnTo>
                      <a:pt x="921275" y="918930"/>
                    </a:lnTo>
                    <a:lnTo>
                      <a:pt x="921566" y="918737"/>
                    </a:lnTo>
                    <a:lnTo>
                      <a:pt x="921856" y="918544"/>
                    </a:lnTo>
                    <a:lnTo>
                      <a:pt x="922073" y="918400"/>
                    </a:lnTo>
                    <a:lnTo>
                      <a:pt x="920926" y="916934"/>
                    </a:lnTo>
                    <a:lnTo>
                      <a:pt x="920444" y="916318"/>
                    </a:lnTo>
                    <a:lnTo>
                      <a:pt x="918586" y="916583"/>
                    </a:lnTo>
                    <a:lnTo>
                      <a:pt x="916714" y="916761"/>
                    </a:lnTo>
                    <a:lnTo>
                      <a:pt x="914845" y="916938"/>
                    </a:lnTo>
                    <a:lnTo>
                      <a:pt x="914400" y="916980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6" name="ph7856"/>
              <p:cNvSpPr/>
              <p:nvPr/>
            </p:nvSpPr>
            <p:spPr>
              <a:xfrm>
                <a:off x="347587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7" name="ph7857"/>
              <p:cNvSpPr/>
              <p:nvPr/>
            </p:nvSpPr>
            <p:spPr>
              <a:xfrm>
                <a:off x="34851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8" name="ph7858"/>
              <p:cNvSpPr/>
              <p:nvPr/>
            </p:nvSpPr>
            <p:spPr>
              <a:xfrm>
                <a:off x="349439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9" name="ph7859"/>
              <p:cNvSpPr/>
              <p:nvPr/>
            </p:nvSpPr>
            <p:spPr>
              <a:xfrm>
                <a:off x="350366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0" name="ph7860"/>
              <p:cNvSpPr/>
              <p:nvPr/>
            </p:nvSpPr>
            <p:spPr>
              <a:xfrm>
                <a:off x="351292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1" name="ph7861"/>
              <p:cNvSpPr/>
              <p:nvPr/>
            </p:nvSpPr>
            <p:spPr>
              <a:xfrm>
                <a:off x="352218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2" name="ph7862"/>
              <p:cNvSpPr/>
              <p:nvPr/>
            </p:nvSpPr>
            <p:spPr>
              <a:xfrm>
                <a:off x="353144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3" name="ph7863"/>
              <p:cNvSpPr/>
              <p:nvPr/>
            </p:nvSpPr>
            <p:spPr>
              <a:xfrm>
                <a:off x="354071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4" name="ph7864"/>
              <p:cNvSpPr/>
              <p:nvPr/>
            </p:nvSpPr>
            <p:spPr>
              <a:xfrm>
                <a:off x="354997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5" name="ph7865"/>
              <p:cNvSpPr/>
              <p:nvPr/>
            </p:nvSpPr>
            <p:spPr>
              <a:xfrm>
                <a:off x="355923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6" name="ph7866"/>
              <p:cNvSpPr/>
              <p:nvPr/>
            </p:nvSpPr>
            <p:spPr>
              <a:xfrm>
                <a:off x="356849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7" name="ph7867"/>
              <p:cNvSpPr/>
              <p:nvPr/>
            </p:nvSpPr>
            <p:spPr>
              <a:xfrm>
                <a:off x="357775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8" name="ph7868"/>
              <p:cNvSpPr/>
              <p:nvPr/>
            </p:nvSpPr>
            <p:spPr>
              <a:xfrm>
                <a:off x="358702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9" name="ph7869"/>
              <p:cNvSpPr/>
              <p:nvPr/>
            </p:nvSpPr>
            <p:spPr>
              <a:xfrm>
                <a:off x="359628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0" name="ph7870"/>
              <p:cNvSpPr/>
              <p:nvPr/>
            </p:nvSpPr>
            <p:spPr>
              <a:xfrm>
                <a:off x="360554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1" name="ph7871"/>
              <p:cNvSpPr/>
              <p:nvPr/>
            </p:nvSpPr>
            <p:spPr>
              <a:xfrm>
                <a:off x="361480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2" name="ph7872"/>
              <p:cNvSpPr/>
              <p:nvPr/>
            </p:nvSpPr>
            <p:spPr>
              <a:xfrm>
                <a:off x="362407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3" name="ph7873"/>
              <p:cNvSpPr/>
              <p:nvPr/>
            </p:nvSpPr>
            <p:spPr>
              <a:xfrm>
                <a:off x="363333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4" name="ph7874"/>
              <p:cNvSpPr/>
              <p:nvPr/>
            </p:nvSpPr>
            <p:spPr>
              <a:xfrm>
                <a:off x="364259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5" name="ph7875"/>
              <p:cNvSpPr/>
              <p:nvPr/>
            </p:nvSpPr>
            <p:spPr>
              <a:xfrm>
                <a:off x="365185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6" name="ph7876"/>
              <p:cNvSpPr/>
              <p:nvPr/>
            </p:nvSpPr>
            <p:spPr>
              <a:xfrm>
                <a:off x="366111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7" name="ph7877"/>
              <p:cNvSpPr/>
              <p:nvPr/>
            </p:nvSpPr>
            <p:spPr>
              <a:xfrm>
                <a:off x="367038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8" name="ph7878"/>
              <p:cNvSpPr/>
              <p:nvPr/>
            </p:nvSpPr>
            <p:spPr>
              <a:xfrm>
                <a:off x="367964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9" name="ph7879"/>
              <p:cNvSpPr/>
              <p:nvPr/>
            </p:nvSpPr>
            <p:spPr>
              <a:xfrm>
                <a:off x="368890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0" name="ph7880"/>
              <p:cNvSpPr/>
              <p:nvPr/>
            </p:nvSpPr>
            <p:spPr>
              <a:xfrm>
                <a:off x="36981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1" name="ph7881"/>
              <p:cNvSpPr/>
              <p:nvPr/>
            </p:nvSpPr>
            <p:spPr>
              <a:xfrm>
                <a:off x="37074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2" name="ph7882"/>
              <p:cNvSpPr/>
              <p:nvPr/>
            </p:nvSpPr>
            <p:spPr>
              <a:xfrm>
                <a:off x="37166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3" name="ph7883"/>
              <p:cNvSpPr/>
              <p:nvPr/>
            </p:nvSpPr>
            <p:spPr>
              <a:xfrm>
                <a:off x="372595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4" name="ph7884"/>
              <p:cNvSpPr/>
              <p:nvPr/>
            </p:nvSpPr>
            <p:spPr>
              <a:xfrm>
                <a:off x="37352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5" name="ph7885"/>
              <p:cNvSpPr/>
              <p:nvPr/>
            </p:nvSpPr>
            <p:spPr>
              <a:xfrm>
                <a:off x="37444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6" name="ph7886"/>
              <p:cNvSpPr/>
              <p:nvPr/>
            </p:nvSpPr>
            <p:spPr>
              <a:xfrm>
                <a:off x="37537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7" name="ph7887"/>
              <p:cNvSpPr/>
              <p:nvPr/>
            </p:nvSpPr>
            <p:spPr>
              <a:xfrm>
                <a:off x="37630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8" name="ph7888"/>
              <p:cNvSpPr/>
              <p:nvPr/>
            </p:nvSpPr>
            <p:spPr>
              <a:xfrm>
                <a:off x="377226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9" name="ph7889"/>
              <p:cNvSpPr/>
              <p:nvPr/>
            </p:nvSpPr>
            <p:spPr>
              <a:xfrm>
                <a:off x="37815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0" name="ph7890"/>
              <p:cNvSpPr/>
              <p:nvPr/>
            </p:nvSpPr>
            <p:spPr>
              <a:xfrm>
                <a:off x="37907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1" name="ph7891"/>
              <p:cNvSpPr/>
              <p:nvPr/>
            </p:nvSpPr>
            <p:spPr>
              <a:xfrm>
                <a:off x="3800052" y="1102287"/>
                <a:ext cx="9211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0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685" y="897252"/>
                    </a:lnTo>
                    <a:lnTo>
                      <a:pt x="920688" y="907990"/>
                    </a:lnTo>
                    <a:lnTo>
                      <a:pt x="921102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2" name="ph7892"/>
              <p:cNvSpPr/>
              <p:nvPr/>
            </p:nvSpPr>
            <p:spPr>
              <a:xfrm>
                <a:off x="2030968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329" y="914400"/>
                    </a:lnTo>
                    <a:lnTo>
                      <a:pt x="914014" y="907745"/>
                    </a:lnTo>
                    <a:lnTo>
                      <a:pt x="914400" y="90641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3" name="ph7893"/>
              <p:cNvSpPr/>
              <p:nvPr/>
            </p:nvSpPr>
            <p:spPr>
              <a:xfrm>
                <a:off x="2040230" y="10678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649"/>
                    </a:lnTo>
                    <a:lnTo>
                      <a:pt x="907501" y="915454"/>
                    </a:lnTo>
                    <a:lnTo>
                      <a:pt x="907845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4" name="ph7894"/>
              <p:cNvSpPr/>
              <p:nvPr/>
            </p:nvSpPr>
            <p:spPr>
              <a:xfrm>
                <a:off x="20402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5" name="ph7895"/>
              <p:cNvSpPr/>
              <p:nvPr/>
            </p:nvSpPr>
            <p:spPr>
              <a:xfrm>
                <a:off x="20494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6" name="ph7896"/>
              <p:cNvSpPr/>
              <p:nvPr/>
            </p:nvSpPr>
            <p:spPr>
              <a:xfrm>
                <a:off x="205875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7" name="ph7897"/>
              <p:cNvSpPr/>
              <p:nvPr/>
            </p:nvSpPr>
            <p:spPr>
              <a:xfrm>
                <a:off x="20680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8" name="ph7898"/>
              <p:cNvSpPr/>
              <p:nvPr/>
            </p:nvSpPr>
            <p:spPr>
              <a:xfrm>
                <a:off x="20772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9" name="ph7899"/>
              <p:cNvSpPr/>
              <p:nvPr/>
            </p:nvSpPr>
            <p:spPr>
              <a:xfrm>
                <a:off x="20865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0" name="ph7900"/>
              <p:cNvSpPr/>
              <p:nvPr/>
            </p:nvSpPr>
            <p:spPr>
              <a:xfrm>
                <a:off x="20958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1" name="ph7901"/>
              <p:cNvSpPr/>
              <p:nvPr/>
            </p:nvSpPr>
            <p:spPr>
              <a:xfrm>
                <a:off x="210506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2" name="ph7902"/>
              <p:cNvSpPr/>
              <p:nvPr/>
            </p:nvSpPr>
            <p:spPr>
              <a:xfrm>
                <a:off x="21143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3" name="ph7903"/>
              <p:cNvSpPr/>
              <p:nvPr/>
            </p:nvSpPr>
            <p:spPr>
              <a:xfrm>
                <a:off x="21235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4" name="ph7904"/>
              <p:cNvSpPr/>
              <p:nvPr/>
            </p:nvSpPr>
            <p:spPr>
              <a:xfrm>
                <a:off x="213285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5" name="ph7905"/>
              <p:cNvSpPr/>
              <p:nvPr/>
            </p:nvSpPr>
            <p:spPr>
              <a:xfrm>
                <a:off x="214211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6" name="ph7906"/>
              <p:cNvSpPr/>
              <p:nvPr/>
            </p:nvSpPr>
            <p:spPr>
              <a:xfrm>
                <a:off x="215137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7" name="ph7907"/>
              <p:cNvSpPr/>
              <p:nvPr/>
            </p:nvSpPr>
            <p:spPr>
              <a:xfrm>
                <a:off x="216063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8" name="ph7908"/>
              <p:cNvSpPr/>
              <p:nvPr/>
            </p:nvSpPr>
            <p:spPr>
              <a:xfrm>
                <a:off x="21699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9" name="ph7909"/>
              <p:cNvSpPr/>
              <p:nvPr/>
            </p:nvSpPr>
            <p:spPr>
              <a:xfrm>
                <a:off x="21791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0" name="ph7910"/>
              <p:cNvSpPr/>
              <p:nvPr/>
            </p:nvSpPr>
            <p:spPr>
              <a:xfrm>
                <a:off x="218842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1" name="ph7911"/>
              <p:cNvSpPr/>
              <p:nvPr/>
            </p:nvSpPr>
            <p:spPr>
              <a:xfrm>
                <a:off x="21976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2" name="ph7912"/>
              <p:cNvSpPr/>
              <p:nvPr/>
            </p:nvSpPr>
            <p:spPr>
              <a:xfrm>
                <a:off x="22069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3" name="ph7913"/>
              <p:cNvSpPr/>
              <p:nvPr/>
            </p:nvSpPr>
            <p:spPr>
              <a:xfrm>
                <a:off x="22162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4" name="ph7914"/>
              <p:cNvSpPr/>
              <p:nvPr/>
            </p:nvSpPr>
            <p:spPr>
              <a:xfrm>
                <a:off x="222547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5" name="ph7915"/>
              <p:cNvSpPr/>
              <p:nvPr/>
            </p:nvSpPr>
            <p:spPr>
              <a:xfrm>
                <a:off x="2243999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098" y="897161"/>
                    </a:lnTo>
                    <a:lnTo>
                      <a:pt x="914400" y="898489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6" name="ph7916"/>
              <p:cNvSpPr/>
              <p:nvPr/>
            </p:nvSpPr>
            <p:spPr>
              <a:xfrm>
                <a:off x="2243999" y="1085048"/>
                <a:ext cx="9175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15" h="914400">
                    <a:moveTo>
                      <a:pt x="914400" y="914400"/>
                    </a:moveTo>
                    <a:lnTo>
                      <a:pt x="914400" y="898489"/>
                    </a:lnTo>
                    <a:lnTo>
                      <a:pt x="915117" y="901654"/>
                    </a:lnTo>
                    <a:lnTo>
                      <a:pt x="917093" y="911817"/>
                    </a:lnTo>
                    <a:lnTo>
                      <a:pt x="917515" y="914400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7" name="ph7917"/>
              <p:cNvSpPr/>
              <p:nvPr/>
            </p:nvSpPr>
            <p:spPr>
              <a:xfrm>
                <a:off x="3401777" y="1067810"/>
                <a:ext cx="914400" cy="91486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66">
                    <a:moveTo>
                      <a:pt x="914400" y="914400"/>
                    </a:moveTo>
                    <a:lnTo>
                      <a:pt x="914400" y="914866"/>
                    </a:lnTo>
                    <a:lnTo>
                      <a:pt x="913862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8" name="ph7918"/>
              <p:cNvSpPr/>
              <p:nvPr/>
            </p:nvSpPr>
            <p:spPr>
              <a:xfrm>
                <a:off x="3401777" y="1067810"/>
                <a:ext cx="923662" cy="92230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0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302"/>
                    </a:lnTo>
                    <a:lnTo>
                      <a:pt x="918397" y="918334"/>
                    </a:lnTo>
                    <a:lnTo>
                      <a:pt x="914400" y="914866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9" name="ph7919"/>
              <p:cNvSpPr/>
              <p:nvPr/>
            </p:nvSpPr>
            <p:spPr>
              <a:xfrm>
                <a:off x="3411039" y="1067810"/>
                <a:ext cx="923662" cy="92787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7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872"/>
                    </a:lnTo>
                    <a:lnTo>
                      <a:pt x="919812" y="925795"/>
                    </a:lnTo>
                    <a:lnTo>
                      <a:pt x="914400" y="922302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0" name="ph7920"/>
              <p:cNvSpPr/>
              <p:nvPr/>
            </p:nvSpPr>
            <p:spPr>
              <a:xfrm>
                <a:off x="34203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936" y="931638"/>
                    </a:lnTo>
                    <a:lnTo>
                      <a:pt x="921581" y="931180"/>
                    </a:lnTo>
                    <a:lnTo>
                      <a:pt x="916028" y="928751"/>
                    </a:lnTo>
                    <a:lnTo>
                      <a:pt x="914400" y="927872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1" name="ph7921"/>
              <p:cNvSpPr/>
              <p:nvPr/>
            </p:nvSpPr>
            <p:spPr>
              <a:xfrm>
                <a:off x="34295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2" name="ph7922"/>
              <p:cNvSpPr/>
              <p:nvPr/>
            </p:nvSpPr>
            <p:spPr>
              <a:xfrm>
                <a:off x="343882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3" name="ph7923"/>
              <p:cNvSpPr/>
              <p:nvPr/>
            </p:nvSpPr>
            <p:spPr>
              <a:xfrm>
                <a:off x="34480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4" name="ph7924"/>
              <p:cNvSpPr/>
              <p:nvPr/>
            </p:nvSpPr>
            <p:spPr>
              <a:xfrm>
                <a:off x="34573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5" name="ph7925"/>
              <p:cNvSpPr/>
              <p:nvPr/>
            </p:nvSpPr>
            <p:spPr>
              <a:xfrm>
                <a:off x="34666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6" name="ph7926"/>
              <p:cNvSpPr/>
              <p:nvPr/>
            </p:nvSpPr>
            <p:spPr>
              <a:xfrm>
                <a:off x="347587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7" name="ph7927"/>
              <p:cNvSpPr/>
              <p:nvPr/>
            </p:nvSpPr>
            <p:spPr>
              <a:xfrm>
                <a:off x="348513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8" name="ph7928"/>
              <p:cNvSpPr/>
              <p:nvPr/>
            </p:nvSpPr>
            <p:spPr>
              <a:xfrm>
                <a:off x="349439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9" name="ph7929"/>
              <p:cNvSpPr/>
              <p:nvPr/>
            </p:nvSpPr>
            <p:spPr>
              <a:xfrm>
                <a:off x="350366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0" name="ph7930"/>
              <p:cNvSpPr/>
              <p:nvPr/>
            </p:nvSpPr>
            <p:spPr>
              <a:xfrm>
                <a:off x="351292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1" name="ph7931"/>
              <p:cNvSpPr/>
              <p:nvPr/>
            </p:nvSpPr>
            <p:spPr>
              <a:xfrm>
                <a:off x="352218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2" name="ph7932"/>
              <p:cNvSpPr/>
              <p:nvPr/>
            </p:nvSpPr>
            <p:spPr>
              <a:xfrm>
                <a:off x="353144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3" name="ph7933"/>
              <p:cNvSpPr/>
              <p:nvPr/>
            </p:nvSpPr>
            <p:spPr>
              <a:xfrm>
                <a:off x="354071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4" name="ph7934"/>
              <p:cNvSpPr/>
              <p:nvPr/>
            </p:nvSpPr>
            <p:spPr>
              <a:xfrm>
                <a:off x="354997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5" name="ph7935"/>
              <p:cNvSpPr/>
              <p:nvPr/>
            </p:nvSpPr>
            <p:spPr>
              <a:xfrm>
                <a:off x="355923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6" name="ph7936"/>
              <p:cNvSpPr/>
              <p:nvPr/>
            </p:nvSpPr>
            <p:spPr>
              <a:xfrm>
                <a:off x="356849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7" name="ph7937"/>
              <p:cNvSpPr/>
              <p:nvPr/>
            </p:nvSpPr>
            <p:spPr>
              <a:xfrm>
                <a:off x="357775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8" name="ph7938"/>
              <p:cNvSpPr/>
              <p:nvPr/>
            </p:nvSpPr>
            <p:spPr>
              <a:xfrm>
                <a:off x="358702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9" name="ph7939"/>
              <p:cNvSpPr/>
              <p:nvPr/>
            </p:nvSpPr>
            <p:spPr>
              <a:xfrm>
                <a:off x="359628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0" name="ph7940"/>
              <p:cNvSpPr/>
              <p:nvPr/>
            </p:nvSpPr>
            <p:spPr>
              <a:xfrm>
                <a:off x="360554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1" name="ph7941"/>
              <p:cNvSpPr/>
              <p:nvPr/>
            </p:nvSpPr>
            <p:spPr>
              <a:xfrm>
                <a:off x="361480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2" name="ph7942"/>
              <p:cNvSpPr/>
              <p:nvPr/>
            </p:nvSpPr>
            <p:spPr>
              <a:xfrm>
                <a:off x="362407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3" name="ph7943"/>
              <p:cNvSpPr/>
              <p:nvPr/>
            </p:nvSpPr>
            <p:spPr>
              <a:xfrm>
                <a:off x="363333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4" name="ph7944"/>
              <p:cNvSpPr/>
              <p:nvPr/>
            </p:nvSpPr>
            <p:spPr>
              <a:xfrm>
                <a:off x="364259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5" name="ph7945"/>
              <p:cNvSpPr/>
              <p:nvPr/>
            </p:nvSpPr>
            <p:spPr>
              <a:xfrm>
                <a:off x="365185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6" name="ph7946"/>
              <p:cNvSpPr/>
              <p:nvPr/>
            </p:nvSpPr>
            <p:spPr>
              <a:xfrm>
                <a:off x="366111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7" name="ph7947"/>
              <p:cNvSpPr/>
              <p:nvPr/>
            </p:nvSpPr>
            <p:spPr>
              <a:xfrm>
                <a:off x="367038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8" name="ph7948"/>
              <p:cNvSpPr/>
              <p:nvPr/>
            </p:nvSpPr>
            <p:spPr>
              <a:xfrm>
                <a:off x="367964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9" name="ph7949"/>
              <p:cNvSpPr/>
              <p:nvPr/>
            </p:nvSpPr>
            <p:spPr>
              <a:xfrm>
                <a:off x="368890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0" name="ph7950"/>
              <p:cNvSpPr/>
              <p:nvPr/>
            </p:nvSpPr>
            <p:spPr>
              <a:xfrm>
                <a:off x="369816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1" name="ph7951"/>
              <p:cNvSpPr/>
              <p:nvPr/>
            </p:nvSpPr>
            <p:spPr>
              <a:xfrm>
                <a:off x="37074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2" name="ph7952"/>
              <p:cNvSpPr/>
              <p:nvPr/>
            </p:nvSpPr>
            <p:spPr>
              <a:xfrm>
                <a:off x="37166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3" name="ph7953"/>
              <p:cNvSpPr/>
              <p:nvPr/>
            </p:nvSpPr>
            <p:spPr>
              <a:xfrm>
                <a:off x="372595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4" name="ph7954"/>
              <p:cNvSpPr/>
              <p:nvPr/>
            </p:nvSpPr>
            <p:spPr>
              <a:xfrm>
                <a:off x="37352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5" name="ph7955"/>
              <p:cNvSpPr/>
              <p:nvPr/>
            </p:nvSpPr>
            <p:spPr>
              <a:xfrm>
                <a:off x="37444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6" name="ph7956"/>
              <p:cNvSpPr/>
              <p:nvPr/>
            </p:nvSpPr>
            <p:spPr>
              <a:xfrm>
                <a:off x="37537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7" name="ph7957"/>
              <p:cNvSpPr/>
              <p:nvPr/>
            </p:nvSpPr>
            <p:spPr>
              <a:xfrm>
                <a:off x="37630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8" name="ph7958"/>
              <p:cNvSpPr/>
              <p:nvPr/>
            </p:nvSpPr>
            <p:spPr>
              <a:xfrm>
                <a:off x="377226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9" name="ph7959"/>
              <p:cNvSpPr/>
              <p:nvPr/>
            </p:nvSpPr>
            <p:spPr>
              <a:xfrm>
                <a:off x="37815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0" name="ph7960"/>
              <p:cNvSpPr/>
              <p:nvPr/>
            </p:nvSpPr>
            <p:spPr>
              <a:xfrm>
                <a:off x="37907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1" name="ph7961"/>
              <p:cNvSpPr/>
              <p:nvPr/>
            </p:nvSpPr>
            <p:spPr>
              <a:xfrm>
                <a:off x="3800052" y="1085048"/>
                <a:ext cx="9196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7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352" y="897161"/>
                    </a:lnTo>
                    <a:lnTo>
                      <a:pt x="918378" y="903865"/>
                    </a:lnTo>
                    <a:lnTo>
                      <a:pt x="919674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2" name="ph7962"/>
              <p:cNvSpPr/>
              <p:nvPr/>
            </p:nvSpPr>
            <p:spPr>
              <a:xfrm>
                <a:off x="2040230" y="10505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845" y="931638"/>
                    </a:lnTo>
                    <a:lnTo>
                      <a:pt x="910515" y="923443"/>
                    </a:lnTo>
                    <a:lnTo>
                      <a:pt x="913824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3" name="ph7963"/>
              <p:cNvSpPr/>
              <p:nvPr/>
            </p:nvSpPr>
            <p:spPr>
              <a:xfrm>
                <a:off x="20402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4" name="ph7964"/>
              <p:cNvSpPr/>
              <p:nvPr/>
            </p:nvSpPr>
            <p:spPr>
              <a:xfrm>
                <a:off x="20494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5" name="ph7965"/>
              <p:cNvSpPr/>
              <p:nvPr/>
            </p:nvSpPr>
            <p:spPr>
              <a:xfrm>
                <a:off x="205875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6" name="ph7966"/>
              <p:cNvSpPr/>
              <p:nvPr/>
            </p:nvSpPr>
            <p:spPr>
              <a:xfrm>
                <a:off x="20680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7" name="ph7967"/>
              <p:cNvSpPr/>
              <p:nvPr/>
            </p:nvSpPr>
            <p:spPr>
              <a:xfrm>
                <a:off x="20772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8" name="ph7968"/>
              <p:cNvSpPr/>
              <p:nvPr/>
            </p:nvSpPr>
            <p:spPr>
              <a:xfrm>
                <a:off x="20865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9" name="ph7969"/>
              <p:cNvSpPr/>
              <p:nvPr/>
            </p:nvSpPr>
            <p:spPr>
              <a:xfrm>
                <a:off x="20958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0" name="ph7970"/>
              <p:cNvSpPr/>
              <p:nvPr/>
            </p:nvSpPr>
            <p:spPr>
              <a:xfrm>
                <a:off x="210506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1" name="ph7971"/>
              <p:cNvSpPr/>
              <p:nvPr/>
            </p:nvSpPr>
            <p:spPr>
              <a:xfrm>
                <a:off x="21143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2" name="ph7972"/>
              <p:cNvSpPr/>
              <p:nvPr/>
            </p:nvSpPr>
            <p:spPr>
              <a:xfrm>
                <a:off x="212359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3" name="ph7973"/>
              <p:cNvSpPr/>
              <p:nvPr/>
            </p:nvSpPr>
            <p:spPr>
              <a:xfrm>
                <a:off x="213285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4" name="ph7974"/>
              <p:cNvSpPr/>
              <p:nvPr/>
            </p:nvSpPr>
            <p:spPr>
              <a:xfrm>
                <a:off x="214211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5" name="ph7975"/>
              <p:cNvSpPr/>
              <p:nvPr/>
            </p:nvSpPr>
            <p:spPr>
              <a:xfrm>
                <a:off x="21513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6" name="ph7976"/>
              <p:cNvSpPr/>
              <p:nvPr/>
            </p:nvSpPr>
            <p:spPr>
              <a:xfrm>
                <a:off x="21606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7" name="ph7977"/>
              <p:cNvSpPr/>
              <p:nvPr/>
            </p:nvSpPr>
            <p:spPr>
              <a:xfrm>
                <a:off x="21699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8" name="ph7978"/>
              <p:cNvSpPr/>
              <p:nvPr/>
            </p:nvSpPr>
            <p:spPr>
              <a:xfrm>
                <a:off x="21791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9" name="ph7979"/>
              <p:cNvSpPr/>
              <p:nvPr/>
            </p:nvSpPr>
            <p:spPr>
              <a:xfrm>
                <a:off x="218842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0" name="ph7980"/>
              <p:cNvSpPr/>
              <p:nvPr/>
            </p:nvSpPr>
            <p:spPr>
              <a:xfrm>
                <a:off x="21976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1" name="ph7981"/>
              <p:cNvSpPr/>
              <p:nvPr/>
            </p:nvSpPr>
            <p:spPr>
              <a:xfrm>
                <a:off x="22069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2" name="ph7982"/>
              <p:cNvSpPr/>
              <p:nvPr/>
            </p:nvSpPr>
            <p:spPr>
              <a:xfrm>
                <a:off x="22162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3" name="ph7983"/>
              <p:cNvSpPr/>
              <p:nvPr/>
            </p:nvSpPr>
            <p:spPr>
              <a:xfrm>
                <a:off x="222547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4" name="ph7984"/>
              <p:cNvSpPr/>
              <p:nvPr/>
            </p:nvSpPr>
            <p:spPr>
              <a:xfrm>
                <a:off x="2234737" y="1067810"/>
                <a:ext cx="9233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6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79" y="897161"/>
                    </a:lnTo>
                    <a:lnTo>
                      <a:pt x="919586" y="899211"/>
                    </a:lnTo>
                    <a:lnTo>
                      <a:pt x="922121" y="908935"/>
                    </a:lnTo>
                    <a:lnTo>
                      <a:pt x="923360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5" name="ph7985"/>
              <p:cNvSpPr/>
              <p:nvPr/>
            </p:nvSpPr>
            <p:spPr>
              <a:xfrm>
                <a:off x="3383252" y="1050571"/>
                <a:ext cx="914400" cy="915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67">
                    <a:moveTo>
                      <a:pt x="914400" y="914400"/>
                    </a:moveTo>
                    <a:lnTo>
                      <a:pt x="914400" y="915267"/>
                    </a:lnTo>
                    <a:lnTo>
                      <a:pt x="910477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6" name="ph7986"/>
              <p:cNvSpPr/>
              <p:nvPr/>
            </p:nvSpPr>
            <p:spPr>
              <a:xfrm>
                <a:off x="3383252" y="1050571"/>
                <a:ext cx="923662" cy="9227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20"/>
                    </a:lnTo>
                    <a:lnTo>
                      <a:pt x="921816" y="920667"/>
                    </a:lnTo>
                    <a:lnTo>
                      <a:pt x="917896" y="915780"/>
                    </a:lnTo>
                    <a:lnTo>
                      <a:pt x="915195" y="915443"/>
                    </a:lnTo>
                    <a:lnTo>
                      <a:pt x="914400" y="915267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7" name="ph7987"/>
              <p:cNvSpPr/>
              <p:nvPr/>
            </p:nvSpPr>
            <p:spPr>
              <a:xfrm>
                <a:off x="339251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3124" y="931638"/>
                    </a:lnTo>
                    <a:lnTo>
                      <a:pt x="922489" y="931087"/>
                    </a:lnTo>
                    <a:lnTo>
                      <a:pt x="917449" y="926114"/>
                    </a:lnTo>
                    <a:lnTo>
                      <a:pt x="914400" y="92272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8" name="ph7988"/>
              <p:cNvSpPr/>
              <p:nvPr/>
            </p:nvSpPr>
            <p:spPr>
              <a:xfrm>
                <a:off x="34017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9" name="ph7989"/>
              <p:cNvSpPr/>
              <p:nvPr/>
            </p:nvSpPr>
            <p:spPr>
              <a:xfrm>
                <a:off x="34110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0" name="ph7990"/>
              <p:cNvSpPr/>
              <p:nvPr/>
            </p:nvSpPr>
            <p:spPr>
              <a:xfrm>
                <a:off x="34203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1" name="ph7991"/>
              <p:cNvSpPr/>
              <p:nvPr/>
            </p:nvSpPr>
            <p:spPr>
              <a:xfrm>
                <a:off x="34295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2" name="ph7992"/>
              <p:cNvSpPr/>
              <p:nvPr/>
            </p:nvSpPr>
            <p:spPr>
              <a:xfrm>
                <a:off x="343882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3" name="ph7993"/>
              <p:cNvSpPr/>
              <p:nvPr/>
            </p:nvSpPr>
            <p:spPr>
              <a:xfrm>
                <a:off x="34480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4" name="ph7994"/>
              <p:cNvSpPr/>
              <p:nvPr/>
            </p:nvSpPr>
            <p:spPr>
              <a:xfrm>
                <a:off x="34573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5" name="ph7995"/>
              <p:cNvSpPr/>
              <p:nvPr/>
            </p:nvSpPr>
            <p:spPr>
              <a:xfrm>
                <a:off x="34666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6" name="ph7996"/>
              <p:cNvSpPr/>
              <p:nvPr/>
            </p:nvSpPr>
            <p:spPr>
              <a:xfrm>
                <a:off x="347587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7" name="ph7997"/>
              <p:cNvSpPr/>
              <p:nvPr/>
            </p:nvSpPr>
            <p:spPr>
              <a:xfrm>
                <a:off x="348513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8" name="ph7998"/>
              <p:cNvSpPr/>
              <p:nvPr/>
            </p:nvSpPr>
            <p:spPr>
              <a:xfrm>
                <a:off x="349439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9" name="ph7999"/>
              <p:cNvSpPr/>
              <p:nvPr/>
            </p:nvSpPr>
            <p:spPr>
              <a:xfrm>
                <a:off x="350366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0" name="ph8000"/>
              <p:cNvSpPr/>
              <p:nvPr/>
            </p:nvSpPr>
            <p:spPr>
              <a:xfrm>
                <a:off x="351292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1" name="ph8001"/>
              <p:cNvSpPr/>
              <p:nvPr/>
            </p:nvSpPr>
            <p:spPr>
              <a:xfrm>
                <a:off x="352218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2" name="ph8002"/>
              <p:cNvSpPr/>
              <p:nvPr/>
            </p:nvSpPr>
            <p:spPr>
              <a:xfrm>
                <a:off x="353144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3" name="ph8003"/>
              <p:cNvSpPr/>
              <p:nvPr/>
            </p:nvSpPr>
            <p:spPr>
              <a:xfrm>
                <a:off x="354071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4" name="ph8004"/>
              <p:cNvSpPr/>
              <p:nvPr/>
            </p:nvSpPr>
            <p:spPr>
              <a:xfrm>
                <a:off x="354997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5" name="ph8005"/>
              <p:cNvSpPr/>
              <p:nvPr/>
            </p:nvSpPr>
            <p:spPr>
              <a:xfrm>
                <a:off x="355923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6" name="ph8006"/>
              <p:cNvSpPr/>
              <p:nvPr/>
            </p:nvSpPr>
            <p:spPr>
              <a:xfrm>
                <a:off x="356849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7" name="ph8007"/>
              <p:cNvSpPr/>
              <p:nvPr/>
            </p:nvSpPr>
            <p:spPr>
              <a:xfrm>
                <a:off x="357775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8" name="ph8008"/>
              <p:cNvSpPr/>
              <p:nvPr/>
            </p:nvSpPr>
            <p:spPr>
              <a:xfrm>
                <a:off x="358702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9" name="ph8009"/>
              <p:cNvSpPr/>
              <p:nvPr/>
            </p:nvSpPr>
            <p:spPr>
              <a:xfrm>
                <a:off x="359628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0" name="ph8010"/>
              <p:cNvSpPr/>
              <p:nvPr/>
            </p:nvSpPr>
            <p:spPr>
              <a:xfrm>
                <a:off x="360554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1" name="ph8011"/>
              <p:cNvSpPr/>
              <p:nvPr/>
            </p:nvSpPr>
            <p:spPr>
              <a:xfrm>
                <a:off x="361480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2" name="ph8012"/>
              <p:cNvSpPr/>
              <p:nvPr/>
            </p:nvSpPr>
            <p:spPr>
              <a:xfrm>
                <a:off x="362407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3" name="ph8013"/>
              <p:cNvSpPr/>
              <p:nvPr/>
            </p:nvSpPr>
            <p:spPr>
              <a:xfrm>
                <a:off x="363333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4" name="ph8014"/>
              <p:cNvSpPr/>
              <p:nvPr/>
            </p:nvSpPr>
            <p:spPr>
              <a:xfrm>
                <a:off x="364259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5" name="ph8015"/>
              <p:cNvSpPr/>
              <p:nvPr/>
            </p:nvSpPr>
            <p:spPr>
              <a:xfrm>
                <a:off x="365185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6" name="ph8016"/>
              <p:cNvSpPr/>
              <p:nvPr/>
            </p:nvSpPr>
            <p:spPr>
              <a:xfrm>
                <a:off x="366111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7" name="ph8017"/>
              <p:cNvSpPr/>
              <p:nvPr/>
            </p:nvSpPr>
            <p:spPr>
              <a:xfrm>
                <a:off x="367038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8" name="ph8018"/>
              <p:cNvSpPr/>
              <p:nvPr/>
            </p:nvSpPr>
            <p:spPr>
              <a:xfrm>
                <a:off x="367964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9" name="ph8019"/>
              <p:cNvSpPr/>
              <p:nvPr/>
            </p:nvSpPr>
            <p:spPr>
              <a:xfrm>
                <a:off x="368890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0" name="ph8020"/>
              <p:cNvSpPr/>
              <p:nvPr/>
            </p:nvSpPr>
            <p:spPr>
              <a:xfrm>
                <a:off x="369816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1" name="ph8021"/>
              <p:cNvSpPr/>
              <p:nvPr/>
            </p:nvSpPr>
            <p:spPr>
              <a:xfrm>
                <a:off x="37074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2" name="ph8022"/>
              <p:cNvSpPr/>
              <p:nvPr/>
            </p:nvSpPr>
            <p:spPr>
              <a:xfrm>
                <a:off x="37166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3" name="ph8023"/>
              <p:cNvSpPr/>
              <p:nvPr/>
            </p:nvSpPr>
            <p:spPr>
              <a:xfrm>
                <a:off x="372595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4" name="ph8024"/>
              <p:cNvSpPr/>
              <p:nvPr/>
            </p:nvSpPr>
            <p:spPr>
              <a:xfrm>
                <a:off x="37352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5" name="ph8025"/>
              <p:cNvSpPr/>
              <p:nvPr/>
            </p:nvSpPr>
            <p:spPr>
              <a:xfrm>
                <a:off x="37444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6" name="ph8026"/>
              <p:cNvSpPr/>
              <p:nvPr/>
            </p:nvSpPr>
            <p:spPr>
              <a:xfrm>
                <a:off x="37537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7" name="ph8027"/>
              <p:cNvSpPr/>
              <p:nvPr/>
            </p:nvSpPr>
            <p:spPr>
              <a:xfrm>
                <a:off x="37630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8" name="ph8028"/>
              <p:cNvSpPr/>
              <p:nvPr/>
            </p:nvSpPr>
            <p:spPr>
              <a:xfrm>
                <a:off x="377226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9" name="ph8029"/>
              <p:cNvSpPr/>
              <p:nvPr/>
            </p:nvSpPr>
            <p:spPr>
              <a:xfrm>
                <a:off x="37815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0" name="ph8030"/>
              <p:cNvSpPr/>
              <p:nvPr/>
            </p:nvSpPr>
            <p:spPr>
              <a:xfrm>
                <a:off x="3800052" y="10678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92" y="897161"/>
                    </a:lnTo>
                    <a:lnTo>
                      <a:pt x="914400" y="89812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1" name="ph8031"/>
              <p:cNvSpPr/>
              <p:nvPr/>
            </p:nvSpPr>
            <p:spPr>
              <a:xfrm>
                <a:off x="3800052" y="1067810"/>
                <a:ext cx="9173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52" h="914400">
                    <a:moveTo>
                      <a:pt x="914400" y="914400"/>
                    </a:moveTo>
                    <a:lnTo>
                      <a:pt x="914400" y="898120"/>
                    </a:lnTo>
                    <a:lnTo>
                      <a:pt x="914874" y="900311"/>
                    </a:lnTo>
                    <a:lnTo>
                      <a:pt x="916773" y="910621"/>
                    </a:lnTo>
                    <a:lnTo>
                      <a:pt x="917352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2" name="ph8032"/>
              <p:cNvSpPr/>
              <p:nvPr/>
            </p:nvSpPr>
            <p:spPr>
              <a:xfrm>
                <a:off x="2040230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24" y="914400"/>
                    </a:lnTo>
                    <a:lnTo>
                      <a:pt x="914400" y="91299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3" name="ph8033"/>
              <p:cNvSpPr/>
              <p:nvPr/>
            </p:nvSpPr>
            <p:spPr>
              <a:xfrm>
                <a:off x="2049492" y="10333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229"/>
                    </a:lnTo>
                    <a:lnTo>
                      <a:pt x="908037" y="923125"/>
                    </a:lnTo>
                    <a:lnTo>
                      <a:pt x="911789" y="914865"/>
                    </a:lnTo>
                    <a:lnTo>
                      <a:pt x="912013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4" name="ph8034"/>
              <p:cNvSpPr/>
              <p:nvPr/>
            </p:nvSpPr>
            <p:spPr>
              <a:xfrm>
                <a:off x="20494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5" name="ph8035"/>
              <p:cNvSpPr/>
              <p:nvPr/>
            </p:nvSpPr>
            <p:spPr>
              <a:xfrm>
                <a:off x="205875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6" name="ph8036"/>
              <p:cNvSpPr/>
              <p:nvPr/>
            </p:nvSpPr>
            <p:spPr>
              <a:xfrm>
                <a:off x="20680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7" name="ph8037"/>
              <p:cNvSpPr/>
              <p:nvPr/>
            </p:nvSpPr>
            <p:spPr>
              <a:xfrm>
                <a:off x="20772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8" name="ph8038"/>
              <p:cNvSpPr/>
              <p:nvPr/>
            </p:nvSpPr>
            <p:spPr>
              <a:xfrm>
                <a:off x="20865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9" name="ph8039"/>
              <p:cNvSpPr/>
              <p:nvPr/>
            </p:nvSpPr>
            <p:spPr>
              <a:xfrm>
                <a:off x="20958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0" name="ph8040"/>
              <p:cNvSpPr/>
              <p:nvPr/>
            </p:nvSpPr>
            <p:spPr>
              <a:xfrm>
                <a:off x="210506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1" name="ph8041"/>
              <p:cNvSpPr/>
              <p:nvPr/>
            </p:nvSpPr>
            <p:spPr>
              <a:xfrm>
                <a:off x="21143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2" name="ph8042"/>
              <p:cNvSpPr/>
              <p:nvPr/>
            </p:nvSpPr>
            <p:spPr>
              <a:xfrm>
                <a:off x="21235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3" name="ph8043"/>
              <p:cNvSpPr/>
              <p:nvPr/>
            </p:nvSpPr>
            <p:spPr>
              <a:xfrm>
                <a:off x="21328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4" name="ph8044"/>
              <p:cNvSpPr/>
              <p:nvPr/>
            </p:nvSpPr>
            <p:spPr>
              <a:xfrm>
                <a:off x="214211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5" name="ph8045"/>
              <p:cNvSpPr/>
              <p:nvPr/>
            </p:nvSpPr>
            <p:spPr>
              <a:xfrm>
                <a:off x="21513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6" name="ph8046"/>
              <p:cNvSpPr/>
              <p:nvPr/>
            </p:nvSpPr>
            <p:spPr>
              <a:xfrm>
                <a:off x="21606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7" name="ph8047"/>
              <p:cNvSpPr/>
              <p:nvPr/>
            </p:nvSpPr>
            <p:spPr>
              <a:xfrm>
                <a:off x="21699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8" name="ph8048"/>
              <p:cNvSpPr/>
              <p:nvPr/>
            </p:nvSpPr>
            <p:spPr>
              <a:xfrm>
                <a:off x="21791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9" name="ph8049"/>
              <p:cNvSpPr/>
              <p:nvPr/>
            </p:nvSpPr>
            <p:spPr>
              <a:xfrm>
                <a:off x="218842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0" name="ph8050"/>
              <p:cNvSpPr/>
              <p:nvPr/>
            </p:nvSpPr>
            <p:spPr>
              <a:xfrm>
                <a:off x="21976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1" name="ph8051"/>
              <p:cNvSpPr/>
              <p:nvPr/>
            </p:nvSpPr>
            <p:spPr>
              <a:xfrm>
                <a:off x="22069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2" name="ph8052"/>
              <p:cNvSpPr/>
              <p:nvPr/>
            </p:nvSpPr>
            <p:spPr>
              <a:xfrm>
                <a:off x="22162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3" name="ph8053"/>
              <p:cNvSpPr/>
              <p:nvPr/>
            </p:nvSpPr>
            <p:spPr>
              <a:xfrm>
                <a:off x="2234737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474" y="897161"/>
                    </a:lnTo>
                    <a:lnTo>
                      <a:pt x="913715" y="897806"/>
                    </a:lnTo>
                    <a:lnTo>
                      <a:pt x="914400" y="899854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4" name="ph8054"/>
              <p:cNvSpPr/>
              <p:nvPr/>
            </p:nvSpPr>
            <p:spPr>
              <a:xfrm>
                <a:off x="2234737" y="1050571"/>
                <a:ext cx="918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79" h="914400">
                    <a:moveTo>
                      <a:pt x="914400" y="914400"/>
                    </a:moveTo>
                    <a:lnTo>
                      <a:pt x="914400" y="899854"/>
                    </a:lnTo>
                    <a:lnTo>
                      <a:pt x="916782" y="906985"/>
                    </a:lnTo>
                    <a:lnTo>
                      <a:pt x="918979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5" name="ph8055"/>
              <p:cNvSpPr/>
              <p:nvPr/>
            </p:nvSpPr>
            <p:spPr>
              <a:xfrm>
                <a:off x="3355465" y="1033333"/>
                <a:ext cx="914400" cy="92047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479">
                    <a:moveTo>
                      <a:pt x="914400" y="914400"/>
                    </a:moveTo>
                    <a:lnTo>
                      <a:pt x="914400" y="920479"/>
                    </a:lnTo>
                    <a:lnTo>
                      <a:pt x="909826" y="917122"/>
                    </a:lnTo>
                    <a:lnTo>
                      <a:pt x="906613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6" name="ph8056"/>
              <p:cNvSpPr/>
              <p:nvPr/>
            </p:nvSpPr>
            <p:spPr>
              <a:xfrm>
                <a:off x="3355465" y="1033333"/>
                <a:ext cx="923662" cy="9260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0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6030"/>
                    </a:lnTo>
                    <a:lnTo>
                      <a:pt x="920571" y="924421"/>
                    </a:lnTo>
                    <a:lnTo>
                      <a:pt x="915148" y="921029"/>
                    </a:lnTo>
                    <a:lnTo>
                      <a:pt x="914400" y="920479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7" name="ph8057"/>
              <p:cNvSpPr/>
              <p:nvPr/>
            </p:nvSpPr>
            <p:spPr>
              <a:xfrm>
                <a:off x="3364728" y="1033333"/>
                <a:ext cx="923662" cy="9300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029"/>
                    </a:lnTo>
                    <a:lnTo>
                      <a:pt x="922400" y="929626"/>
                    </a:lnTo>
                    <a:lnTo>
                      <a:pt x="916819" y="927289"/>
                    </a:lnTo>
                    <a:lnTo>
                      <a:pt x="914400" y="92603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8" name="ph8058"/>
              <p:cNvSpPr/>
              <p:nvPr/>
            </p:nvSpPr>
            <p:spPr>
              <a:xfrm>
                <a:off x="33739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39" y="931638"/>
                    </a:lnTo>
                    <a:lnTo>
                      <a:pt x="918777" y="931425"/>
                    </a:lnTo>
                    <a:lnTo>
                      <a:pt x="914400" y="93002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9" name="ph8059"/>
              <p:cNvSpPr/>
              <p:nvPr/>
            </p:nvSpPr>
            <p:spPr>
              <a:xfrm>
                <a:off x="33832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0" name="ph8060"/>
              <p:cNvSpPr/>
              <p:nvPr/>
            </p:nvSpPr>
            <p:spPr>
              <a:xfrm>
                <a:off x="339251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1" name="ph8061"/>
              <p:cNvSpPr/>
              <p:nvPr/>
            </p:nvSpPr>
            <p:spPr>
              <a:xfrm>
                <a:off x="34017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2" name="ph8062"/>
              <p:cNvSpPr/>
              <p:nvPr/>
            </p:nvSpPr>
            <p:spPr>
              <a:xfrm>
                <a:off x="34110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3" name="ph8063"/>
              <p:cNvSpPr/>
              <p:nvPr/>
            </p:nvSpPr>
            <p:spPr>
              <a:xfrm>
                <a:off x="34203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4" name="ph8064"/>
              <p:cNvSpPr/>
              <p:nvPr/>
            </p:nvSpPr>
            <p:spPr>
              <a:xfrm>
                <a:off x="34295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5" name="ph8065"/>
              <p:cNvSpPr/>
              <p:nvPr/>
            </p:nvSpPr>
            <p:spPr>
              <a:xfrm>
                <a:off x="343882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6" name="ph8066"/>
              <p:cNvSpPr/>
              <p:nvPr/>
            </p:nvSpPr>
            <p:spPr>
              <a:xfrm>
                <a:off x="34480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7" name="ph8067"/>
              <p:cNvSpPr/>
              <p:nvPr/>
            </p:nvSpPr>
            <p:spPr>
              <a:xfrm>
                <a:off x="34573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8" name="ph8068"/>
              <p:cNvSpPr/>
              <p:nvPr/>
            </p:nvSpPr>
            <p:spPr>
              <a:xfrm>
                <a:off x="34666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9" name="ph8069"/>
              <p:cNvSpPr/>
              <p:nvPr/>
            </p:nvSpPr>
            <p:spPr>
              <a:xfrm>
                <a:off x="347587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0" name="ph8070"/>
              <p:cNvSpPr/>
              <p:nvPr/>
            </p:nvSpPr>
            <p:spPr>
              <a:xfrm>
                <a:off x="348513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1" name="ph8071"/>
              <p:cNvSpPr/>
              <p:nvPr/>
            </p:nvSpPr>
            <p:spPr>
              <a:xfrm>
                <a:off x="349439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2" name="ph8072"/>
              <p:cNvSpPr/>
              <p:nvPr/>
            </p:nvSpPr>
            <p:spPr>
              <a:xfrm>
                <a:off x="350366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3" name="ph8073"/>
              <p:cNvSpPr/>
              <p:nvPr/>
            </p:nvSpPr>
            <p:spPr>
              <a:xfrm>
                <a:off x="351292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4" name="ph8074"/>
              <p:cNvSpPr/>
              <p:nvPr/>
            </p:nvSpPr>
            <p:spPr>
              <a:xfrm>
                <a:off x="352218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5" name="ph8075"/>
              <p:cNvSpPr/>
              <p:nvPr/>
            </p:nvSpPr>
            <p:spPr>
              <a:xfrm>
                <a:off x="353144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6" name="ph8076"/>
              <p:cNvSpPr/>
              <p:nvPr/>
            </p:nvSpPr>
            <p:spPr>
              <a:xfrm>
                <a:off x="354071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7" name="ph8077"/>
              <p:cNvSpPr/>
              <p:nvPr/>
            </p:nvSpPr>
            <p:spPr>
              <a:xfrm>
                <a:off x="354997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8" name="ph8078"/>
              <p:cNvSpPr/>
              <p:nvPr/>
            </p:nvSpPr>
            <p:spPr>
              <a:xfrm>
                <a:off x="355923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9" name="ph8079"/>
              <p:cNvSpPr/>
              <p:nvPr/>
            </p:nvSpPr>
            <p:spPr>
              <a:xfrm>
                <a:off x="356849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0" name="ph8080"/>
              <p:cNvSpPr/>
              <p:nvPr/>
            </p:nvSpPr>
            <p:spPr>
              <a:xfrm>
                <a:off x="357775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1" name="ph8081"/>
              <p:cNvSpPr/>
              <p:nvPr/>
            </p:nvSpPr>
            <p:spPr>
              <a:xfrm>
                <a:off x="358702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2" name="ph8082"/>
              <p:cNvSpPr/>
              <p:nvPr/>
            </p:nvSpPr>
            <p:spPr>
              <a:xfrm>
                <a:off x="359628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3" name="ph8083"/>
              <p:cNvSpPr/>
              <p:nvPr/>
            </p:nvSpPr>
            <p:spPr>
              <a:xfrm>
                <a:off x="360554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4" name="ph8084"/>
              <p:cNvSpPr/>
              <p:nvPr/>
            </p:nvSpPr>
            <p:spPr>
              <a:xfrm>
                <a:off x="361480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5" name="ph8085"/>
              <p:cNvSpPr/>
              <p:nvPr/>
            </p:nvSpPr>
            <p:spPr>
              <a:xfrm>
                <a:off x="362407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6" name="ph8086"/>
              <p:cNvSpPr/>
              <p:nvPr/>
            </p:nvSpPr>
            <p:spPr>
              <a:xfrm>
                <a:off x="363333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7" name="ph8087"/>
              <p:cNvSpPr/>
              <p:nvPr/>
            </p:nvSpPr>
            <p:spPr>
              <a:xfrm>
                <a:off x="364259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8" name="ph8088"/>
              <p:cNvSpPr/>
              <p:nvPr/>
            </p:nvSpPr>
            <p:spPr>
              <a:xfrm>
                <a:off x="365185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9" name="ph8089"/>
              <p:cNvSpPr/>
              <p:nvPr/>
            </p:nvSpPr>
            <p:spPr>
              <a:xfrm>
                <a:off x="366111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0" name="ph8090"/>
              <p:cNvSpPr/>
              <p:nvPr/>
            </p:nvSpPr>
            <p:spPr>
              <a:xfrm>
                <a:off x="367038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1" name="ph8091"/>
              <p:cNvSpPr/>
              <p:nvPr/>
            </p:nvSpPr>
            <p:spPr>
              <a:xfrm>
                <a:off x="367964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2" name="ph8092"/>
              <p:cNvSpPr/>
              <p:nvPr/>
            </p:nvSpPr>
            <p:spPr>
              <a:xfrm>
                <a:off x="368890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3" name="ph8093"/>
              <p:cNvSpPr/>
              <p:nvPr/>
            </p:nvSpPr>
            <p:spPr>
              <a:xfrm>
                <a:off x="369816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4" name="ph8094"/>
              <p:cNvSpPr/>
              <p:nvPr/>
            </p:nvSpPr>
            <p:spPr>
              <a:xfrm>
                <a:off x="370743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5" name="ph8095"/>
              <p:cNvSpPr/>
              <p:nvPr/>
            </p:nvSpPr>
            <p:spPr>
              <a:xfrm>
                <a:off x="37166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6" name="ph8096"/>
              <p:cNvSpPr/>
              <p:nvPr/>
            </p:nvSpPr>
            <p:spPr>
              <a:xfrm>
                <a:off x="372595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7" name="ph8097"/>
              <p:cNvSpPr/>
              <p:nvPr/>
            </p:nvSpPr>
            <p:spPr>
              <a:xfrm>
                <a:off x="37352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8" name="ph8098"/>
              <p:cNvSpPr/>
              <p:nvPr/>
            </p:nvSpPr>
            <p:spPr>
              <a:xfrm>
                <a:off x="37444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9" name="ph8099"/>
              <p:cNvSpPr/>
              <p:nvPr/>
            </p:nvSpPr>
            <p:spPr>
              <a:xfrm>
                <a:off x="37537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0" name="ph8100"/>
              <p:cNvSpPr/>
              <p:nvPr/>
            </p:nvSpPr>
            <p:spPr>
              <a:xfrm>
                <a:off x="37630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1" name="ph8101"/>
              <p:cNvSpPr/>
              <p:nvPr/>
            </p:nvSpPr>
            <p:spPr>
              <a:xfrm>
                <a:off x="377226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2" name="ph8102"/>
              <p:cNvSpPr/>
              <p:nvPr/>
            </p:nvSpPr>
            <p:spPr>
              <a:xfrm>
                <a:off x="37815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3" name="ph8103"/>
              <p:cNvSpPr/>
              <p:nvPr/>
            </p:nvSpPr>
            <p:spPr>
              <a:xfrm>
                <a:off x="3790790" y="1050571"/>
                <a:ext cx="9234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5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92" y="897246"/>
                    </a:lnTo>
                    <a:lnTo>
                      <a:pt x="919476" y="897559"/>
                    </a:lnTo>
                    <a:lnTo>
                      <a:pt x="921947" y="907440"/>
                    </a:lnTo>
                    <a:lnTo>
                      <a:pt x="923454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4" name="ph8104"/>
              <p:cNvSpPr/>
              <p:nvPr/>
            </p:nvSpPr>
            <p:spPr>
              <a:xfrm>
                <a:off x="2049492" y="10333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13" y="914400"/>
                    </a:lnTo>
                    <a:lnTo>
                      <a:pt x="912147" y="914119"/>
                    </a:lnTo>
                    <a:lnTo>
                      <a:pt x="912327" y="913743"/>
                    </a:lnTo>
                    <a:lnTo>
                      <a:pt x="912507" y="913367"/>
                    </a:lnTo>
                    <a:lnTo>
                      <a:pt x="912687" y="912991"/>
                    </a:lnTo>
                    <a:lnTo>
                      <a:pt x="912867" y="912615"/>
                    </a:lnTo>
                    <a:lnTo>
                      <a:pt x="913047" y="912240"/>
                    </a:lnTo>
                    <a:lnTo>
                      <a:pt x="913227" y="911864"/>
                    </a:lnTo>
                    <a:lnTo>
                      <a:pt x="913408" y="911488"/>
                    </a:lnTo>
                    <a:lnTo>
                      <a:pt x="913588" y="911112"/>
                    </a:lnTo>
                    <a:lnTo>
                      <a:pt x="913768" y="910736"/>
                    </a:lnTo>
                    <a:lnTo>
                      <a:pt x="913948" y="910360"/>
                    </a:lnTo>
                    <a:lnTo>
                      <a:pt x="914128" y="909985"/>
                    </a:lnTo>
                    <a:lnTo>
                      <a:pt x="914308" y="909609"/>
                    </a:lnTo>
                    <a:lnTo>
                      <a:pt x="914400" y="90941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5" name="ph8105"/>
              <p:cNvSpPr/>
              <p:nvPr/>
            </p:nvSpPr>
            <p:spPr>
              <a:xfrm>
                <a:off x="2058755" y="10160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657"/>
                    </a:lnTo>
                    <a:lnTo>
                      <a:pt x="905226" y="926471"/>
                    </a:lnTo>
                    <a:lnTo>
                      <a:pt x="905407" y="926096"/>
                    </a:lnTo>
                    <a:lnTo>
                      <a:pt x="905587" y="925720"/>
                    </a:lnTo>
                    <a:lnTo>
                      <a:pt x="905767" y="925344"/>
                    </a:lnTo>
                    <a:lnTo>
                      <a:pt x="905947" y="924968"/>
                    </a:lnTo>
                    <a:lnTo>
                      <a:pt x="906127" y="924592"/>
                    </a:lnTo>
                    <a:lnTo>
                      <a:pt x="906308" y="924217"/>
                    </a:lnTo>
                    <a:lnTo>
                      <a:pt x="906488" y="923841"/>
                    </a:lnTo>
                    <a:lnTo>
                      <a:pt x="906668" y="923465"/>
                    </a:lnTo>
                    <a:lnTo>
                      <a:pt x="906849" y="923089"/>
                    </a:lnTo>
                    <a:lnTo>
                      <a:pt x="907029" y="922713"/>
                    </a:lnTo>
                    <a:lnTo>
                      <a:pt x="907209" y="922338"/>
                    </a:lnTo>
                    <a:lnTo>
                      <a:pt x="907390" y="921962"/>
                    </a:lnTo>
                    <a:lnTo>
                      <a:pt x="907570" y="921586"/>
                    </a:lnTo>
                    <a:lnTo>
                      <a:pt x="907750" y="921210"/>
                    </a:lnTo>
                    <a:lnTo>
                      <a:pt x="907931" y="920834"/>
                    </a:lnTo>
                    <a:lnTo>
                      <a:pt x="908111" y="920459"/>
                    </a:lnTo>
                    <a:lnTo>
                      <a:pt x="908291" y="920083"/>
                    </a:lnTo>
                    <a:lnTo>
                      <a:pt x="908472" y="919707"/>
                    </a:lnTo>
                    <a:lnTo>
                      <a:pt x="908652" y="919331"/>
                    </a:lnTo>
                    <a:lnTo>
                      <a:pt x="908833" y="918956"/>
                    </a:lnTo>
                    <a:lnTo>
                      <a:pt x="909013" y="918580"/>
                    </a:lnTo>
                    <a:lnTo>
                      <a:pt x="909194" y="918204"/>
                    </a:lnTo>
                    <a:lnTo>
                      <a:pt x="909374" y="917828"/>
                    </a:lnTo>
                    <a:lnTo>
                      <a:pt x="909554" y="917452"/>
                    </a:lnTo>
                    <a:lnTo>
                      <a:pt x="909735" y="917077"/>
                    </a:lnTo>
                    <a:lnTo>
                      <a:pt x="909915" y="916701"/>
                    </a:lnTo>
                    <a:lnTo>
                      <a:pt x="910096" y="916325"/>
                    </a:lnTo>
                    <a:lnTo>
                      <a:pt x="910276" y="915949"/>
                    </a:lnTo>
                    <a:lnTo>
                      <a:pt x="910457" y="915574"/>
                    </a:lnTo>
                    <a:lnTo>
                      <a:pt x="910638" y="915198"/>
                    </a:lnTo>
                    <a:lnTo>
                      <a:pt x="910818" y="914822"/>
                    </a:lnTo>
                    <a:lnTo>
                      <a:pt x="911021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6" name="ph8106"/>
              <p:cNvSpPr/>
              <p:nvPr/>
            </p:nvSpPr>
            <p:spPr>
              <a:xfrm>
                <a:off x="205875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7" name="ph8107"/>
              <p:cNvSpPr/>
              <p:nvPr/>
            </p:nvSpPr>
            <p:spPr>
              <a:xfrm>
                <a:off x="20680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8" name="ph8108"/>
              <p:cNvSpPr/>
              <p:nvPr/>
            </p:nvSpPr>
            <p:spPr>
              <a:xfrm>
                <a:off x="20772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9" name="ph8109"/>
              <p:cNvSpPr/>
              <p:nvPr/>
            </p:nvSpPr>
            <p:spPr>
              <a:xfrm>
                <a:off x="20865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0" name="ph8110"/>
              <p:cNvSpPr/>
              <p:nvPr/>
            </p:nvSpPr>
            <p:spPr>
              <a:xfrm>
                <a:off x="20958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1" name="ph8111"/>
              <p:cNvSpPr/>
              <p:nvPr/>
            </p:nvSpPr>
            <p:spPr>
              <a:xfrm>
                <a:off x="210506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2" name="ph8112"/>
              <p:cNvSpPr/>
              <p:nvPr/>
            </p:nvSpPr>
            <p:spPr>
              <a:xfrm>
                <a:off x="21143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3" name="ph8113"/>
              <p:cNvSpPr/>
              <p:nvPr/>
            </p:nvSpPr>
            <p:spPr>
              <a:xfrm>
                <a:off x="21235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4" name="ph8114"/>
              <p:cNvSpPr/>
              <p:nvPr/>
            </p:nvSpPr>
            <p:spPr>
              <a:xfrm>
                <a:off x="21328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5" name="ph8115"/>
              <p:cNvSpPr/>
              <p:nvPr/>
            </p:nvSpPr>
            <p:spPr>
              <a:xfrm>
                <a:off x="214211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6" name="ph8116"/>
              <p:cNvSpPr/>
              <p:nvPr/>
            </p:nvSpPr>
            <p:spPr>
              <a:xfrm>
                <a:off x="21513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7" name="ph8117"/>
              <p:cNvSpPr/>
              <p:nvPr/>
            </p:nvSpPr>
            <p:spPr>
              <a:xfrm>
                <a:off x="21606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8" name="ph8118"/>
              <p:cNvSpPr/>
              <p:nvPr/>
            </p:nvSpPr>
            <p:spPr>
              <a:xfrm>
                <a:off x="21699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9" name="ph8119"/>
              <p:cNvSpPr/>
              <p:nvPr/>
            </p:nvSpPr>
            <p:spPr>
              <a:xfrm>
                <a:off x="21791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0" name="ph8120"/>
              <p:cNvSpPr/>
              <p:nvPr/>
            </p:nvSpPr>
            <p:spPr>
              <a:xfrm>
                <a:off x="218842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1" name="ph8121"/>
              <p:cNvSpPr/>
              <p:nvPr/>
            </p:nvSpPr>
            <p:spPr>
              <a:xfrm>
                <a:off x="21976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2" name="ph8122"/>
              <p:cNvSpPr/>
              <p:nvPr/>
            </p:nvSpPr>
            <p:spPr>
              <a:xfrm>
                <a:off x="22069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3" name="ph8123"/>
              <p:cNvSpPr/>
              <p:nvPr/>
            </p:nvSpPr>
            <p:spPr>
              <a:xfrm>
                <a:off x="22162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4" name="ph8124"/>
              <p:cNvSpPr/>
              <p:nvPr/>
            </p:nvSpPr>
            <p:spPr>
              <a:xfrm>
                <a:off x="2225475" y="1033333"/>
                <a:ext cx="9227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3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871" y="897161"/>
                    </a:lnTo>
                    <a:lnTo>
                      <a:pt x="916094" y="897642"/>
                    </a:lnTo>
                    <a:lnTo>
                      <a:pt x="919658" y="906176"/>
                    </a:lnTo>
                    <a:lnTo>
                      <a:pt x="922736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5" name="ph8125"/>
              <p:cNvSpPr/>
              <p:nvPr/>
            </p:nvSpPr>
            <p:spPr>
              <a:xfrm>
                <a:off x="3336941" y="1016094"/>
                <a:ext cx="914400" cy="9212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01">
                    <a:moveTo>
                      <a:pt x="914400" y="914400"/>
                    </a:moveTo>
                    <a:lnTo>
                      <a:pt x="914323" y="921201"/>
                    </a:lnTo>
                    <a:lnTo>
                      <a:pt x="913077" y="919922"/>
                    </a:lnTo>
                    <a:lnTo>
                      <a:pt x="911831" y="918644"/>
                    </a:lnTo>
                    <a:lnTo>
                      <a:pt x="910584" y="917365"/>
                    </a:lnTo>
                    <a:lnTo>
                      <a:pt x="909337" y="916086"/>
                    </a:lnTo>
                    <a:lnTo>
                      <a:pt x="908090" y="914808"/>
                    </a:lnTo>
                    <a:lnTo>
                      <a:pt x="907692" y="914400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6" name="ph8126"/>
              <p:cNvSpPr/>
              <p:nvPr/>
            </p:nvSpPr>
            <p:spPr>
              <a:xfrm>
                <a:off x="3336941" y="1016094"/>
                <a:ext cx="923662" cy="93038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8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388"/>
                    </a:lnTo>
                    <a:lnTo>
                      <a:pt x="923144" y="929949"/>
                    </a:lnTo>
                    <a:lnTo>
                      <a:pt x="918066" y="925045"/>
                    </a:lnTo>
                    <a:lnTo>
                      <a:pt x="916814" y="923759"/>
                    </a:lnTo>
                    <a:lnTo>
                      <a:pt x="915569" y="922480"/>
                    </a:lnTo>
                    <a:lnTo>
                      <a:pt x="914400" y="92128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7" name="ph8127"/>
              <p:cNvSpPr/>
              <p:nvPr/>
            </p:nvSpPr>
            <p:spPr>
              <a:xfrm>
                <a:off x="33462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75" y="931638"/>
                    </a:lnTo>
                    <a:lnTo>
                      <a:pt x="914400" y="93038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8" name="ph8128"/>
              <p:cNvSpPr/>
              <p:nvPr/>
            </p:nvSpPr>
            <p:spPr>
              <a:xfrm>
                <a:off x="33554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9" name="ph8129"/>
              <p:cNvSpPr/>
              <p:nvPr/>
            </p:nvSpPr>
            <p:spPr>
              <a:xfrm>
                <a:off x="33647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0" name="ph8130"/>
              <p:cNvSpPr/>
              <p:nvPr/>
            </p:nvSpPr>
            <p:spPr>
              <a:xfrm>
                <a:off x="33739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1" name="ph8131"/>
              <p:cNvSpPr/>
              <p:nvPr/>
            </p:nvSpPr>
            <p:spPr>
              <a:xfrm>
                <a:off x="33832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2" name="ph8132"/>
              <p:cNvSpPr/>
              <p:nvPr/>
            </p:nvSpPr>
            <p:spPr>
              <a:xfrm>
                <a:off x="339251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3" name="ph8133"/>
              <p:cNvSpPr/>
              <p:nvPr/>
            </p:nvSpPr>
            <p:spPr>
              <a:xfrm>
                <a:off x="34017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4" name="ph8134"/>
              <p:cNvSpPr/>
              <p:nvPr/>
            </p:nvSpPr>
            <p:spPr>
              <a:xfrm>
                <a:off x="34110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5" name="ph8135"/>
              <p:cNvSpPr/>
              <p:nvPr/>
            </p:nvSpPr>
            <p:spPr>
              <a:xfrm>
                <a:off x="34203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6" name="ph8136"/>
              <p:cNvSpPr/>
              <p:nvPr/>
            </p:nvSpPr>
            <p:spPr>
              <a:xfrm>
                <a:off x="34295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7" name="ph8137"/>
              <p:cNvSpPr/>
              <p:nvPr/>
            </p:nvSpPr>
            <p:spPr>
              <a:xfrm>
                <a:off x="343882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8" name="ph8138"/>
              <p:cNvSpPr/>
              <p:nvPr/>
            </p:nvSpPr>
            <p:spPr>
              <a:xfrm>
                <a:off x="34480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9" name="ph8139"/>
              <p:cNvSpPr/>
              <p:nvPr/>
            </p:nvSpPr>
            <p:spPr>
              <a:xfrm>
                <a:off x="34573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0" name="ph8140"/>
              <p:cNvSpPr/>
              <p:nvPr/>
            </p:nvSpPr>
            <p:spPr>
              <a:xfrm>
                <a:off x="34666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1" name="ph8141"/>
              <p:cNvSpPr/>
              <p:nvPr/>
            </p:nvSpPr>
            <p:spPr>
              <a:xfrm>
                <a:off x="347587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2" name="ph8142"/>
              <p:cNvSpPr/>
              <p:nvPr/>
            </p:nvSpPr>
            <p:spPr>
              <a:xfrm>
                <a:off x="348513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3" name="ph8143"/>
              <p:cNvSpPr/>
              <p:nvPr/>
            </p:nvSpPr>
            <p:spPr>
              <a:xfrm>
                <a:off x="349439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4" name="ph8144"/>
              <p:cNvSpPr/>
              <p:nvPr/>
            </p:nvSpPr>
            <p:spPr>
              <a:xfrm>
                <a:off x="350366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5" name="ph8145"/>
              <p:cNvSpPr/>
              <p:nvPr/>
            </p:nvSpPr>
            <p:spPr>
              <a:xfrm>
                <a:off x="351292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6" name="ph8146"/>
              <p:cNvSpPr/>
              <p:nvPr/>
            </p:nvSpPr>
            <p:spPr>
              <a:xfrm>
                <a:off x="352218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7" name="ph8147"/>
              <p:cNvSpPr/>
              <p:nvPr/>
            </p:nvSpPr>
            <p:spPr>
              <a:xfrm>
                <a:off x="353144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8" name="ph8148"/>
              <p:cNvSpPr/>
              <p:nvPr/>
            </p:nvSpPr>
            <p:spPr>
              <a:xfrm>
                <a:off x="354071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9" name="ph8149"/>
              <p:cNvSpPr/>
              <p:nvPr/>
            </p:nvSpPr>
            <p:spPr>
              <a:xfrm>
                <a:off x="354997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0" name="ph8150"/>
              <p:cNvSpPr/>
              <p:nvPr/>
            </p:nvSpPr>
            <p:spPr>
              <a:xfrm>
                <a:off x="355923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1" name="ph8151"/>
              <p:cNvSpPr/>
              <p:nvPr/>
            </p:nvSpPr>
            <p:spPr>
              <a:xfrm>
                <a:off x="356849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2" name="ph8152"/>
              <p:cNvSpPr/>
              <p:nvPr/>
            </p:nvSpPr>
            <p:spPr>
              <a:xfrm>
                <a:off x="357775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3" name="ph8153"/>
              <p:cNvSpPr/>
              <p:nvPr/>
            </p:nvSpPr>
            <p:spPr>
              <a:xfrm>
                <a:off x="358702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4" name="ph8154"/>
              <p:cNvSpPr/>
              <p:nvPr/>
            </p:nvSpPr>
            <p:spPr>
              <a:xfrm>
                <a:off x="359628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5" name="ph8155"/>
              <p:cNvSpPr/>
              <p:nvPr/>
            </p:nvSpPr>
            <p:spPr>
              <a:xfrm>
                <a:off x="360554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6" name="ph8156"/>
              <p:cNvSpPr/>
              <p:nvPr/>
            </p:nvSpPr>
            <p:spPr>
              <a:xfrm>
                <a:off x="361480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7" name="ph8157"/>
              <p:cNvSpPr/>
              <p:nvPr/>
            </p:nvSpPr>
            <p:spPr>
              <a:xfrm>
                <a:off x="362407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8" name="ph8158"/>
              <p:cNvSpPr/>
              <p:nvPr/>
            </p:nvSpPr>
            <p:spPr>
              <a:xfrm>
                <a:off x="363333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9" name="ph8159"/>
              <p:cNvSpPr/>
              <p:nvPr/>
            </p:nvSpPr>
            <p:spPr>
              <a:xfrm>
                <a:off x="364259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0" name="ph8160"/>
              <p:cNvSpPr/>
              <p:nvPr/>
            </p:nvSpPr>
            <p:spPr>
              <a:xfrm>
                <a:off x="365185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1" name="ph8161"/>
              <p:cNvSpPr/>
              <p:nvPr/>
            </p:nvSpPr>
            <p:spPr>
              <a:xfrm>
                <a:off x="366111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2" name="ph8162"/>
              <p:cNvSpPr/>
              <p:nvPr/>
            </p:nvSpPr>
            <p:spPr>
              <a:xfrm>
                <a:off x="367038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3" name="ph8163"/>
              <p:cNvSpPr/>
              <p:nvPr/>
            </p:nvSpPr>
            <p:spPr>
              <a:xfrm>
                <a:off x="367964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4" name="ph8164"/>
              <p:cNvSpPr/>
              <p:nvPr/>
            </p:nvSpPr>
            <p:spPr>
              <a:xfrm>
                <a:off x="368890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5" name="ph8165"/>
              <p:cNvSpPr/>
              <p:nvPr/>
            </p:nvSpPr>
            <p:spPr>
              <a:xfrm>
                <a:off x="369816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6" name="ph8166"/>
              <p:cNvSpPr/>
              <p:nvPr/>
            </p:nvSpPr>
            <p:spPr>
              <a:xfrm>
                <a:off x="370743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7" name="ph8167"/>
              <p:cNvSpPr/>
              <p:nvPr/>
            </p:nvSpPr>
            <p:spPr>
              <a:xfrm>
                <a:off x="371669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8" name="ph8168"/>
              <p:cNvSpPr/>
              <p:nvPr/>
            </p:nvSpPr>
            <p:spPr>
              <a:xfrm>
                <a:off x="372595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9" name="ph8169"/>
              <p:cNvSpPr/>
              <p:nvPr/>
            </p:nvSpPr>
            <p:spPr>
              <a:xfrm>
                <a:off x="37352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0" name="ph8170"/>
              <p:cNvSpPr/>
              <p:nvPr/>
            </p:nvSpPr>
            <p:spPr>
              <a:xfrm>
                <a:off x="37444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1" name="ph8171"/>
              <p:cNvSpPr/>
              <p:nvPr/>
            </p:nvSpPr>
            <p:spPr>
              <a:xfrm>
                <a:off x="37537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2" name="ph8172"/>
              <p:cNvSpPr/>
              <p:nvPr/>
            </p:nvSpPr>
            <p:spPr>
              <a:xfrm>
                <a:off x="37630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3" name="ph8173"/>
              <p:cNvSpPr/>
              <p:nvPr/>
            </p:nvSpPr>
            <p:spPr>
              <a:xfrm>
                <a:off x="37722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4" name="ph8174"/>
              <p:cNvSpPr/>
              <p:nvPr/>
            </p:nvSpPr>
            <p:spPr>
              <a:xfrm>
                <a:off x="37815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5" name="ph8175"/>
              <p:cNvSpPr/>
              <p:nvPr/>
            </p:nvSpPr>
            <p:spPr>
              <a:xfrm>
                <a:off x="3790790" y="1033333"/>
                <a:ext cx="9193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9" y="897161"/>
                    </a:lnTo>
                    <a:lnTo>
                      <a:pt x="914785" y="897295"/>
                    </a:lnTo>
                    <a:lnTo>
                      <a:pt x="914869" y="897608"/>
                    </a:lnTo>
                    <a:lnTo>
                      <a:pt x="914953" y="897920"/>
                    </a:lnTo>
                    <a:lnTo>
                      <a:pt x="915037" y="898233"/>
                    </a:lnTo>
                    <a:lnTo>
                      <a:pt x="915121" y="898545"/>
                    </a:lnTo>
                    <a:lnTo>
                      <a:pt x="915205" y="898858"/>
                    </a:lnTo>
                    <a:lnTo>
                      <a:pt x="915288" y="899170"/>
                    </a:lnTo>
                    <a:lnTo>
                      <a:pt x="915372" y="899483"/>
                    </a:lnTo>
                    <a:lnTo>
                      <a:pt x="915456" y="899795"/>
                    </a:lnTo>
                    <a:lnTo>
                      <a:pt x="915540" y="900108"/>
                    </a:lnTo>
                    <a:lnTo>
                      <a:pt x="915624" y="900421"/>
                    </a:lnTo>
                    <a:lnTo>
                      <a:pt x="915708" y="900733"/>
                    </a:lnTo>
                    <a:lnTo>
                      <a:pt x="915791" y="901046"/>
                    </a:lnTo>
                    <a:lnTo>
                      <a:pt x="915875" y="901358"/>
                    </a:lnTo>
                    <a:lnTo>
                      <a:pt x="915959" y="901671"/>
                    </a:lnTo>
                    <a:lnTo>
                      <a:pt x="916043" y="901983"/>
                    </a:lnTo>
                    <a:lnTo>
                      <a:pt x="916127" y="902296"/>
                    </a:lnTo>
                    <a:lnTo>
                      <a:pt x="916211" y="902608"/>
                    </a:lnTo>
                    <a:lnTo>
                      <a:pt x="916294" y="902921"/>
                    </a:lnTo>
                    <a:lnTo>
                      <a:pt x="916378" y="903233"/>
                    </a:lnTo>
                    <a:lnTo>
                      <a:pt x="916462" y="903546"/>
                    </a:lnTo>
                    <a:lnTo>
                      <a:pt x="916546" y="903858"/>
                    </a:lnTo>
                    <a:lnTo>
                      <a:pt x="916630" y="904171"/>
                    </a:lnTo>
                    <a:lnTo>
                      <a:pt x="916713" y="904483"/>
                    </a:lnTo>
                    <a:lnTo>
                      <a:pt x="916797" y="904796"/>
                    </a:lnTo>
                    <a:lnTo>
                      <a:pt x="916881" y="905108"/>
                    </a:lnTo>
                    <a:lnTo>
                      <a:pt x="916965" y="905421"/>
                    </a:lnTo>
                    <a:lnTo>
                      <a:pt x="917048" y="905733"/>
                    </a:lnTo>
                    <a:lnTo>
                      <a:pt x="917132" y="906046"/>
                    </a:lnTo>
                    <a:lnTo>
                      <a:pt x="917216" y="906359"/>
                    </a:lnTo>
                    <a:lnTo>
                      <a:pt x="917300" y="906671"/>
                    </a:lnTo>
                    <a:lnTo>
                      <a:pt x="917383" y="906984"/>
                    </a:lnTo>
                    <a:lnTo>
                      <a:pt x="917467" y="907296"/>
                    </a:lnTo>
                    <a:lnTo>
                      <a:pt x="917551" y="907609"/>
                    </a:lnTo>
                    <a:lnTo>
                      <a:pt x="917635" y="907921"/>
                    </a:lnTo>
                    <a:lnTo>
                      <a:pt x="917718" y="908234"/>
                    </a:lnTo>
                    <a:lnTo>
                      <a:pt x="917802" y="908546"/>
                    </a:lnTo>
                    <a:lnTo>
                      <a:pt x="917886" y="908859"/>
                    </a:lnTo>
                    <a:lnTo>
                      <a:pt x="917970" y="909171"/>
                    </a:lnTo>
                    <a:lnTo>
                      <a:pt x="918053" y="909484"/>
                    </a:lnTo>
                    <a:lnTo>
                      <a:pt x="918137" y="909796"/>
                    </a:lnTo>
                    <a:lnTo>
                      <a:pt x="918221" y="910109"/>
                    </a:lnTo>
                    <a:lnTo>
                      <a:pt x="918304" y="910421"/>
                    </a:lnTo>
                    <a:lnTo>
                      <a:pt x="918388" y="910734"/>
                    </a:lnTo>
                    <a:lnTo>
                      <a:pt x="918472" y="911047"/>
                    </a:lnTo>
                    <a:lnTo>
                      <a:pt x="918555" y="911359"/>
                    </a:lnTo>
                    <a:lnTo>
                      <a:pt x="918639" y="911672"/>
                    </a:lnTo>
                    <a:lnTo>
                      <a:pt x="918723" y="911984"/>
                    </a:lnTo>
                    <a:lnTo>
                      <a:pt x="918806" y="912297"/>
                    </a:lnTo>
                    <a:lnTo>
                      <a:pt x="918890" y="912609"/>
                    </a:lnTo>
                    <a:lnTo>
                      <a:pt x="918974" y="912922"/>
                    </a:lnTo>
                    <a:lnTo>
                      <a:pt x="919057" y="913234"/>
                    </a:lnTo>
                    <a:lnTo>
                      <a:pt x="919141" y="913547"/>
                    </a:lnTo>
                    <a:lnTo>
                      <a:pt x="919225" y="913859"/>
                    </a:lnTo>
                    <a:lnTo>
                      <a:pt x="919308" y="914172"/>
                    </a:lnTo>
                    <a:lnTo>
                      <a:pt x="919369" y="914400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6" name="ph8176"/>
              <p:cNvSpPr/>
              <p:nvPr/>
            </p:nvSpPr>
            <p:spPr>
              <a:xfrm>
                <a:off x="205875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21" y="914400"/>
                    </a:lnTo>
                    <a:lnTo>
                      <a:pt x="911179" y="914071"/>
                    </a:lnTo>
                    <a:lnTo>
                      <a:pt x="911360" y="913695"/>
                    </a:lnTo>
                    <a:lnTo>
                      <a:pt x="911540" y="913319"/>
                    </a:lnTo>
                    <a:lnTo>
                      <a:pt x="911721" y="912943"/>
                    </a:lnTo>
                    <a:lnTo>
                      <a:pt x="911902" y="912568"/>
                    </a:lnTo>
                    <a:lnTo>
                      <a:pt x="912082" y="912192"/>
                    </a:lnTo>
                    <a:lnTo>
                      <a:pt x="912263" y="911816"/>
                    </a:lnTo>
                    <a:lnTo>
                      <a:pt x="912444" y="911440"/>
                    </a:lnTo>
                    <a:lnTo>
                      <a:pt x="912624" y="911065"/>
                    </a:lnTo>
                    <a:lnTo>
                      <a:pt x="912805" y="910689"/>
                    </a:lnTo>
                    <a:lnTo>
                      <a:pt x="912986" y="910313"/>
                    </a:lnTo>
                    <a:lnTo>
                      <a:pt x="913166" y="909938"/>
                    </a:lnTo>
                    <a:lnTo>
                      <a:pt x="913347" y="909562"/>
                    </a:lnTo>
                    <a:lnTo>
                      <a:pt x="913528" y="909186"/>
                    </a:lnTo>
                    <a:lnTo>
                      <a:pt x="913709" y="908810"/>
                    </a:lnTo>
                    <a:lnTo>
                      <a:pt x="913889" y="908435"/>
                    </a:lnTo>
                    <a:lnTo>
                      <a:pt x="914070" y="908059"/>
                    </a:lnTo>
                    <a:lnTo>
                      <a:pt x="914400" y="90740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7" name="ph8177"/>
              <p:cNvSpPr/>
              <p:nvPr/>
            </p:nvSpPr>
            <p:spPr>
              <a:xfrm>
                <a:off x="2068017" y="9988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48"/>
                    </a:lnTo>
                    <a:lnTo>
                      <a:pt x="908794" y="917437"/>
                    </a:lnTo>
                    <a:lnTo>
                      <a:pt x="910503" y="91439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8" name="ph8178"/>
              <p:cNvSpPr/>
              <p:nvPr/>
            </p:nvSpPr>
            <p:spPr>
              <a:xfrm>
                <a:off x="20680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9" name="ph8179"/>
              <p:cNvSpPr/>
              <p:nvPr/>
            </p:nvSpPr>
            <p:spPr>
              <a:xfrm>
                <a:off x="20772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0" name="ph8180"/>
              <p:cNvSpPr/>
              <p:nvPr/>
            </p:nvSpPr>
            <p:spPr>
              <a:xfrm>
                <a:off x="20865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1" name="ph8181"/>
              <p:cNvSpPr/>
              <p:nvPr/>
            </p:nvSpPr>
            <p:spPr>
              <a:xfrm>
                <a:off x="20958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2" name="ph8182"/>
              <p:cNvSpPr/>
              <p:nvPr/>
            </p:nvSpPr>
            <p:spPr>
              <a:xfrm>
                <a:off x="210506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3" name="ph8183"/>
              <p:cNvSpPr/>
              <p:nvPr/>
            </p:nvSpPr>
            <p:spPr>
              <a:xfrm>
                <a:off x="21143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4" name="ph8184"/>
              <p:cNvSpPr/>
              <p:nvPr/>
            </p:nvSpPr>
            <p:spPr>
              <a:xfrm>
                <a:off x="21235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5" name="ph8185"/>
              <p:cNvSpPr/>
              <p:nvPr/>
            </p:nvSpPr>
            <p:spPr>
              <a:xfrm>
                <a:off x="21328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6" name="ph8186"/>
              <p:cNvSpPr/>
              <p:nvPr/>
            </p:nvSpPr>
            <p:spPr>
              <a:xfrm>
                <a:off x="214211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7" name="ph8187"/>
              <p:cNvSpPr/>
              <p:nvPr/>
            </p:nvSpPr>
            <p:spPr>
              <a:xfrm>
                <a:off x="21513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8" name="ph8188"/>
              <p:cNvSpPr/>
              <p:nvPr/>
            </p:nvSpPr>
            <p:spPr>
              <a:xfrm>
                <a:off x="21606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9" name="ph8189"/>
              <p:cNvSpPr/>
              <p:nvPr/>
            </p:nvSpPr>
            <p:spPr>
              <a:xfrm>
                <a:off x="21699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0" name="ph8190"/>
              <p:cNvSpPr/>
              <p:nvPr/>
            </p:nvSpPr>
            <p:spPr>
              <a:xfrm>
                <a:off x="21791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1" name="ph8191"/>
              <p:cNvSpPr/>
              <p:nvPr/>
            </p:nvSpPr>
            <p:spPr>
              <a:xfrm>
                <a:off x="218842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2" name="ph8192"/>
              <p:cNvSpPr/>
              <p:nvPr/>
            </p:nvSpPr>
            <p:spPr>
              <a:xfrm>
                <a:off x="21976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3" name="ph8193"/>
              <p:cNvSpPr/>
              <p:nvPr/>
            </p:nvSpPr>
            <p:spPr>
              <a:xfrm>
                <a:off x="22069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4" name="ph8194"/>
              <p:cNvSpPr/>
              <p:nvPr/>
            </p:nvSpPr>
            <p:spPr>
              <a:xfrm>
                <a:off x="222547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271" y="897161"/>
                    </a:lnTo>
                    <a:lnTo>
                      <a:pt x="908273" y="898910"/>
                    </a:lnTo>
                    <a:lnTo>
                      <a:pt x="912295" y="906705"/>
                    </a:lnTo>
                    <a:lnTo>
                      <a:pt x="914400" y="911233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5" name="ph8195"/>
              <p:cNvSpPr/>
              <p:nvPr/>
            </p:nvSpPr>
            <p:spPr>
              <a:xfrm>
                <a:off x="2225475" y="1016094"/>
                <a:ext cx="91587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71" h="914400">
                    <a:moveTo>
                      <a:pt x="914400" y="914400"/>
                    </a:moveTo>
                    <a:lnTo>
                      <a:pt x="914400" y="911233"/>
                    </a:lnTo>
                    <a:lnTo>
                      <a:pt x="915871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6" name="ph8196"/>
              <p:cNvSpPr/>
              <p:nvPr/>
            </p:nvSpPr>
            <p:spPr>
              <a:xfrm>
                <a:off x="3318417" y="998856"/>
                <a:ext cx="914400" cy="9194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06">
                    <a:moveTo>
                      <a:pt x="914400" y="914399"/>
                    </a:moveTo>
                    <a:lnTo>
                      <a:pt x="914400" y="919406"/>
                    </a:lnTo>
                    <a:lnTo>
                      <a:pt x="911696" y="916472"/>
                    </a:lnTo>
                    <a:lnTo>
                      <a:pt x="909994" y="91439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7" name="ph8197"/>
              <p:cNvSpPr/>
              <p:nvPr/>
            </p:nvSpPr>
            <p:spPr>
              <a:xfrm>
                <a:off x="3318417" y="998856"/>
                <a:ext cx="923662" cy="92902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02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021"/>
                    </a:lnTo>
                    <a:lnTo>
                      <a:pt x="922871" y="928212"/>
                    </a:lnTo>
                    <a:lnTo>
                      <a:pt x="921623" y="926934"/>
                    </a:lnTo>
                    <a:lnTo>
                      <a:pt x="920375" y="925656"/>
                    </a:lnTo>
                    <a:lnTo>
                      <a:pt x="919126" y="924379"/>
                    </a:lnTo>
                    <a:lnTo>
                      <a:pt x="917876" y="923101"/>
                    </a:lnTo>
                    <a:lnTo>
                      <a:pt x="916620" y="921817"/>
                    </a:lnTo>
                    <a:lnTo>
                      <a:pt x="914400" y="919406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8" name="ph8198"/>
              <p:cNvSpPr/>
              <p:nvPr/>
            </p:nvSpPr>
            <p:spPr>
              <a:xfrm>
                <a:off x="33276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954" y="931638"/>
                    </a:lnTo>
                    <a:lnTo>
                      <a:pt x="916105" y="930768"/>
                    </a:lnTo>
                    <a:lnTo>
                      <a:pt x="914857" y="929490"/>
                    </a:lnTo>
                    <a:lnTo>
                      <a:pt x="914400" y="929021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9" name="ph8199"/>
              <p:cNvSpPr/>
              <p:nvPr/>
            </p:nvSpPr>
            <p:spPr>
              <a:xfrm>
                <a:off x="33369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0" name="ph8200"/>
              <p:cNvSpPr/>
              <p:nvPr/>
            </p:nvSpPr>
            <p:spPr>
              <a:xfrm>
                <a:off x="33462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1" name="ph8201"/>
              <p:cNvSpPr/>
              <p:nvPr/>
            </p:nvSpPr>
            <p:spPr>
              <a:xfrm>
                <a:off x="33554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2" name="ph8202"/>
              <p:cNvSpPr/>
              <p:nvPr/>
            </p:nvSpPr>
            <p:spPr>
              <a:xfrm>
                <a:off x="33647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3" name="ph8203"/>
              <p:cNvSpPr/>
              <p:nvPr/>
            </p:nvSpPr>
            <p:spPr>
              <a:xfrm>
                <a:off x="33739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4" name="ph8204"/>
              <p:cNvSpPr/>
              <p:nvPr/>
            </p:nvSpPr>
            <p:spPr>
              <a:xfrm>
                <a:off x="33832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5" name="ph8205"/>
              <p:cNvSpPr/>
              <p:nvPr/>
            </p:nvSpPr>
            <p:spPr>
              <a:xfrm>
                <a:off x="339251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6" name="ph8206"/>
              <p:cNvSpPr/>
              <p:nvPr/>
            </p:nvSpPr>
            <p:spPr>
              <a:xfrm>
                <a:off x="34017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7" name="ph8207"/>
              <p:cNvSpPr/>
              <p:nvPr/>
            </p:nvSpPr>
            <p:spPr>
              <a:xfrm>
                <a:off x="34110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8" name="ph8208"/>
              <p:cNvSpPr/>
              <p:nvPr/>
            </p:nvSpPr>
            <p:spPr>
              <a:xfrm>
                <a:off x="34203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9" name="ph8209"/>
              <p:cNvSpPr/>
              <p:nvPr/>
            </p:nvSpPr>
            <p:spPr>
              <a:xfrm>
                <a:off x="34295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0" name="ph8210"/>
              <p:cNvSpPr/>
              <p:nvPr/>
            </p:nvSpPr>
            <p:spPr>
              <a:xfrm>
                <a:off x="343882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1" name="ph8211"/>
              <p:cNvSpPr/>
              <p:nvPr/>
            </p:nvSpPr>
            <p:spPr>
              <a:xfrm>
                <a:off x="34480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2" name="ph8212"/>
              <p:cNvSpPr/>
              <p:nvPr/>
            </p:nvSpPr>
            <p:spPr>
              <a:xfrm>
                <a:off x="34573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3" name="ph8213"/>
              <p:cNvSpPr/>
              <p:nvPr/>
            </p:nvSpPr>
            <p:spPr>
              <a:xfrm>
                <a:off x="346661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4" name="ph8214"/>
              <p:cNvSpPr/>
              <p:nvPr/>
            </p:nvSpPr>
            <p:spPr>
              <a:xfrm>
                <a:off x="347587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5" name="ph8215"/>
              <p:cNvSpPr/>
              <p:nvPr/>
            </p:nvSpPr>
            <p:spPr>
              <a:xfrm>
                <a:off x="348513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6" name="ph8216"/>
              <p:cNvSpPr/>
              <p:nvPr/>
            </p:nvSpPr>
            <p:spPr>
              <a:xfrm>
                <a:off x="349439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7" name="ph8217"/>
              <p:cNvSpPr/>
              <p:nvPr/>
            </p:nvSpPr>
            <p:spPr>
              <a:xfrm>
                <a:off x="350366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8" name="ph8218"/>
              <p:cNvSpPr/>
              <p:nvPr/>
            </p:nvSpPr>
            <p:spPr>
              <a:xfrm>
                <a:off x="351292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9" name="ph8219"/>
              <p:cNvSpPr/>
              <p:nvPr/>
            </p:nvSpPr>
            <p:spPr>
              <a:xfrm>
                <a:off x="352218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0" name="ph8220"/>
              <p:cNvSpPr/>
              <p:nvPr/>
            </p:nvSpPr>
            <p:spPr>
              <a:xfrm>
                <a:off x="353144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1" name="ph8221"/>
              <p:cNvSpPr/>
              <p:nvPr/>
            </p:nvSpPr>
            <p:spPr>
              <a:xfrm>
                <a:off x="354071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2" name="ph8222"/>
              <p:cNvSpPr/>
              <p:nvPr/>
            </p:nvSpPr>
            <p:spPr>
              <a:xfrm>
                <a:off x="354997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3" name="ph8223"/>
              <p:cNvSpPr/>
              <p:nvPr/>
            </p:nvSpPr>
            <p:spPr>
              <a:xfrm>
                <a:off x="355923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4" name="ph8224"/>
              <p:cNvSpPr/>
              <p:nvPr/>
            </p:nvSpPr>
            <p:spPr>
              <a:xfrm>
                <a:off x="356849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5" name="ph8225"/>
              <p:cNvSpPr/>
              <p:nvPr/>
            </p:nvSpPr>
            <p:spPr>
              <a:xfrm>
                <a:off x="357775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6" name="ph8226"/>
              <p:cNvSpPr/>
              <p:nvPr/>
            </p:nvSpPr>
            <p:spPr>
              <a:xfrm>
                <a:off x="358702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7" name="ph8227"/>
              <p:cNvSpPr/>
              <p:nvPr/>
            </p:nvSpPr>
            <p:spPr>
              <a:xfrm>
                <a:off x="359628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8" name="ph8228"/>
              <p:cNvSpPr/>
              <p:nvPr/>
            </p:nvSpPr>
            <p:spPr>
              <a:xfrm>
                <a:off x="360554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9" name="ph8229"/>
              <p:cNvSpPr/>
              <p:nvPr/>
            </p:nvSpPr>
            <p:spPr>
              <a:xfrm>
                <a:off x="361480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0" name="ph8230"/>
              <p:cNvSpPr/>
              <p:nvPr/>
            </p:nvSpPr>
            <p:spPr>
              <a:xfrm>
                <a:off x="362407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1" name="ph8231"/>
              <p:cNvSpPr/>
              <p:nvPr/>
            </p:nvSpPr>
            <p:spPr>
              <a:xfrm>
                <a:off x="363333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2" name="ph8232"/>
              <p:cNvSpPr/>
              <p:nvPr/>
            </p:nvSpPr>
            <p:spPr>
              <a:xfrm>
                <a:off x="364259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3" name="ph8233"/>
              <p:cNvSpPr/>
              <p:nvPr/>
            </p:nvSpPr>
            <p:spPr>
              <a:xfrm>
                <a:off x="365185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4" name="ph8234"/>
              <p:cNvSpPr/>
              <p:nvPr/>
            </p:nvSpPr>
            <p:spPr>
              <a:xfrm>
                <a:off x="366111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5" name="ph8235"/>
              <p:cNvSpPr/>
              <p:nvPr/>
            </p:nvSpPr>
            <p:spPr>
              <a:xfrm>
                <a:off x="367038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6" name="ph8236"/>
              <p:cNvSpPr/>
              <p:nvPr/>
            </p:nvSpPr>
            <p:spPr>
              <a:xfrm>
                <a:off x="367964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7" name="ph8237"/>
              <p:cNvSpPr/>
              <p:nvPr/>
            </p:nvSpPr>
            <p:spPr>
              <a:xfrm>
                <a:off x="368890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8" name="ph8238"/>
              <p:cNvSpPr/>
              <p:nvPr/>
            </p:nvSpPr>
            <p:spPr>
              <a:xfrm>
                <a:off x="369816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9" name="ph8239"/>
              <p:cNvSpPr/>
              <p:nvPr/>
            </p:nvSpPr>
            <p:spPr>
              <a:xfrm>
                <a:off x="370743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0" name="ph8240"/>
              <p:cNvSpPr/>
              <p:nvPr/>
            </p:nvSpPr>
            <p:spPr>
              <a:xfrm>
                <a:off x="371669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1" name="ph8241"/>
              <p:cNvSpPr/>
              <p:nvPr/>
            </p:nvSpPr>
            <p:spPr>
              <a:xfrm>
                <a:off x="372595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2" name="ph8242"/>
              <p:cNvSpPr/>
              <p:nvPr/>
            </p:nvSpPr>
            <p:spPr>
              <a:xfrm>
                <a:off x="37352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3" name="ph8243"/>
              <p:cNvSpPr/>
              <p:nvPr/>
            </p:nvSpPr>
            <p:spPr>
              <a:xfrm>
                <a:off x="37444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4" name="ph8244"/>
              <p:cNvSpPr/>
              <p:nvPr/>
            </p:nvSpPr>
            <p:spPr>
              <a:xfrm>
                <a:off x="37537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5" name="ph8245"/>
              <p:cNvSpPr/>
              <p:nvPr/>
            </p:nvSpPr>
            <p:spPr>
              <a:xfrm>
                <a:off x="37630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6" name="ph8246"/>
              <p:cNvSpPr/>
              <p:nvPr/>
            </p:nvSpPr>
            <p:spPr>
              <a:xfrm>
                <a:off x="37722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7" name="ph8247"/>
              <p:cNvSpPr/>
              <p:nvPr/>
            </p:nvSpPr>
            <p:spPr>
              <a:xfrm>
                <a:off x="3790790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115" y="897161"/>
                    </a:lnTo>
                    <a:lnTo>
                      <a:pt x="910164" y="897345"/>
                    </a:lnTo>
                    <a:lnTo>
                      <a:pt x="910249" y="897658"/>
                    </a:lnTo>
                    <a:lnTo>
                      <a:pt x="910333" y="897970"/>
                    </a:lnTo>
                    <a:lnTo>
                      <a:pt x="910417" y="898283"/>
                    </a:lnTo>
                    <a:lnTo>
                      <a:pt x="910501" y="898595"/>
                    </a:lnTo>
                    <a:lnTo>
                      <a:pt x="910585" y="898908"/>
                    </a:lnTo>
                    <a:lnTo>
                      <a:pt x="910669" y="899220"/>
                    </a:lnTo>
                    <a:lnTo>
                      <a:pt x="910753" y="899533"/>
                    </a:lnTo>
                    <a:lnTo>
                      <a:pt x="910837" y="899845"/>
                    </a:lnTo>
                    <a:lnTo>
                      <a:pt x="910922" y="900158"/>
                    </a:lnTo>
                    <a:lnTo>
                      <a:pt x="911006" y="900470"/>
                    </a:lnTo>
                    <a:lnTo>
                      <a:pt x="911090" y="900783"/>
                    </a:lnTo>
                    <a:lnTo>
                      <a:pt x="911174" y="901095"/>
                    </a:lnTo>
                    <a:lnTo>
                      <a:pt x="911258" y="901408"/>
                    </a:lnTo>
                    <a:lnTo>
                      <a:pt x="911342" y="901721"/>
                    </a:lnTo>
                    <a:lnTo>
                      <a:pt x="911426" y="902033"/>
                    </a:lnTo>
                    <a:lnTo>
                      <a:pt x="911510" y="902346"/>
                    </a:lnTo>
                    <a:lnTo>
                      <a:pt x="911594" y="902658"/>
                    </a:lnTo>
                    <a:lnTo>
                      <a:pt x="911678" y="902971"/>
                    </a:lnTo>
                    <a:lnTo>
                      <a:pt x="911762" y="903283"/>
                    </a:lnTo>
                    <a:lnTo>
                      <a:pt x="911846" y="903596"/>
                    </a:lnTo>
                    <a:lnTo>
                      <a:pt x="911930" y="903908"/>
                    </a:lnTo>
                    <a:lnTo>
                      <a:pt x="912014" y="904221"/>
                    </a:lnTo>
                    <a:lnTo>
                      <a:pt x="912098" y="904533"/>
                    </a:lnTo>
                    <a:lnTo>
                      <a:pt x="912182" y="904846"/>
                    </a:lnTo>
                    <a:lnTo>
                      <a:pt x="912267" y="905158"/>
                    </a:lnTo>
                    <a:lnTo>
                      <a:pt x="912351" y="905471"/>
                    </a:lnTo>
                    <a:lnTo>
                      <a:pt x="912435" y="905783"/>
                    </a:lnTo>
                    <a:lnTo>
                      <a:pt x="912519" y="906096"/>
                    </a:lnTo>
                    <a:lnTo>
                      <a:pt x="912603" y="906408"/>
                    </a:lnTo>
                    <a:lnTo>
                      <a:pt x="912687" y="906721"/>
                    </a:lnTo>
                    <a:lnTo>
                      <a:pt x="912771" y="907033"/>
                    </a:lnTo>
                    <a:lnTo>
                      <a:pt x="912855" y="907346"/>
                    </a:lnTo>
                    <a:lnTo>
                      <a:pt x="912939" y="907658"/>
                    </a:lnTo>
                    <a:lnTo>
                      <a:pt x="913023" y="907971"/>
                    </a:lnTo>
                    <a:lnTo>
                      <a:pt x="913107" y="908283"/>
                    </a:lnTo>
                    <a:lnTo>
                      <a:pt x="913190" y="908596"/>
                    </a:lnTo>
                    <a:lnTo>
                      <a:pt x="913274" y="908908"/>
                    </a:lnTo>
                    <a:lnTo>
                      <a:pt x="913358" y="909221"/>
                    </a:lnTo>
                    <a:lnTo>
                      <a:pt x="913442" y="909533"/>
                    </a:lnTo>
                    <a:lnTo>
                      <a:pt x="913526" y="909846"/>
                    </a:lnTo>
                    <a:lnTo>
                      <a:pt x="913610" y="910158"/>
                    </a:lnTo>
                    <a:lnTo>
                      <a:pt x="913694" y="910471"/>
                    </a:lnTo>
                    <a:lnTo>
                      <a:pt x="913778" y="910783"/>
                    </a:lnTo>
                    <a:lnTo>
                      <a:pt x="913862" y="911096"/>
                    </a:lnTo>
                    <a:lnTo>
                      <a:pt x="913946" y="911409"/>
                    </a:lnTo>
                    <a:lnTo>
                      <a:pt x="914030" y="911721"/>
                    </a:lnTo>
                    <a:lnTo>
                      <a:pt x="914114" y="912034"/>
                    </a:lnTo>
                    <a:lnTo>
                      <a:pt x="914198" y="912346"/>
                    </a:lnTo>
                    <a:lnTo>
                      <a:pt x="914282" y="912659"/>
                    </a:lnTo>
                    <a:lnTo>
                      <a:pt x="914400" y="913097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8" name="ph8248"/>
              <p:cNvSpPr/>
              <p:nvPr/>
            </p:nvSpPr>
            <p:spPr>
              <a:xfrm>
                <a:off x="3790790" y="1016094"/>
                <a:ext cx="9147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9" h="914400">
                    <a:moveTo>
                      <a:pt x="914400" y="914400"/>
                    </a:moveTo>
                    <a:lnTo>
                      <a:pt x="914400" y="913097"/>
                    </a:lnTo>
                    <a:lnTo>
                      <a:pt x="914450" y="913284"/>
                    </a:lnTo>
                    <a:lnTo>
                      <a:pt x="914533" y="913596"/>
                    </a:lnTo>
                    <a:lnTo>
                      <a:pt x="914617" y="913909"/>
                    </a:lnTo>
                    <a:lnTo>
                      <a:pt x="914701" y="914221"/>
                    </a:lnTo>
                    <a:lnTo>
                      <a:pt x="914749" y="914400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9" name="ph8249"/>
              <p:cNvSpPr/>
              <p:nvPr/>
            </p:nvSpPr>
            <p:spPr>
              <a:xfrm>
                <a:off x="2068017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503" y="914399"/>
                    </a:lnTo>
                    <a:lnTo>
                      <a:pt x="912994" y="909974"/>
                    </a:lnTo>
                    <a:lnTo>
                      <a:pt x="914400" y="907727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0" name="ph8250"/>
              <p:cNvSpPr/>
              <p:nvPr/>
            </p:nvSpPr>
            <p:spPr>
              <a:xfrm>
                <a:off x="2077279" y="9816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965"/>
                    </a:lnTo>
                    <a:lnTo>
                      <a:pt x="908137" y="920168"/>
                    </a:lnTo>
                    <a:lnTo>
                      <a:pt x="912151" y="91439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1" name="ph8251"/>
              <p:cNvSpPr/>
              <p:nvPr/>
            </p:nvSpPr>
            <p:spPr>
              <a:xfrm>
                <a:off x="20772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2" name="ph8252"/>
              <p:cNvSpPr/>
              <p:nvPr/>
            </p:nvSpPr>
            <p:spPr>
              <a:xfrm>
                <a:off x="20865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3" name="ph8253"/>
              <p:cNvSpPr/>
              <p:nvPr/>
            </p:nvSpPr>
            <p:spPr>
              <a:xfrm>
                <a:off x="20958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4" name="ph8254"/>
              <p:cNvSpPr/>
              <p:nvPr/>
            </p:nvSpPr>
            <p:spPr>
              <a:xfrm>
                <a:off x="210506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5" name="ph8255"/>
              <p:cNvSpPr/>
              <p:nvPr/>
            </p:nvSpPr>
            <p:spPr>
              <a:xfrm>
                <a:off x="21143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6" name="ph8256"/>
              <p:cNvSpPr/>
              <p:nvPr/>
            </p:nvSpPr>
            <p:spPr>
              <a:xfrm>
                <a:off x="21235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7" name="ph8257"/>
              <p:cNvSpPr/>
              <p:nvPr/>
            </p:nvSpPr>
            <p:spPr>
              <a:xfrm>
                <a:off x="21328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8" name="ph8258"/>
              <p:cNvSpPr/>
              <p:nvPr/>
            </p:nvSpPr>
            <p:spPr>
              <a:xfrm>
                <a:off x="214211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9" name="ph8259"/>
              <p:cNvSpPr/>
              <p:nvPr/>
            </p:nvSpPr>
            <p:spPr>
              <a:xfrm>
                <a:off x="21513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0" name="ph8260"/>
              <p:cNvSpPr/>
              <p:nvPr/>
            </p:nvSpPr>
            <p:spPr>
              <a:xfrm>
                <a:off x="21606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1" name="ph8261"/>
              <p:cNvSpPr/>
              <p:nvPr/>
            </p:nvSpPr>
            <p:spPr>
              <a:xfrm>
                <a:off x="21699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2" name="ph8262"/>
              <p:cNvSpPr/>
              <p:nvPr/>
            </p:nvSpPr>
            <p:spPr>
              <a:xfrm>
                <a:off x="21791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3" name="ph8263"/>
              <p:cNvSpPr/>
              <p:nvPr/>
            </p:nvSpPr>
            <p:spPr>
              <a:xfrm>
                <a:off x="218842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4" name="ph8264"/>
              <p:cNvSpPr/>
              <p:nvPr/>
            </p:nvSpPr>
            <p:spPr>
              <a:xfrm>
                <a:off x="21976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5" name="ph8265"/>
              <p:cNvSpPr/>
              <p:nvPr/>
            </p:nvSpPr>
            <p:spPr>
              <a:xfrm>
                <a:off x="2216212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5586" y="897161"/>
                    </a:lnTo>
                    <a:lnTo>
                      <a:pt x="908861" y="901783"/>
                    </a:lnTo>
                    <a:lnTo>
                      <a:pt x="913299" y="908755"/>
                    </a:lnTo>
                    <a:lnTo>
                      <a:pt x="914400" y="910676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6" name="ph8266"/>
              <p:cNvSpPr/>
              <p:nvPr/>
            </p:nvSpPr>
            <p:spPr>
              <a:xfrm>
                <a:off x="2216212" y="998856"/>
                <a:ext cx="916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33" h="914399">
                    <a:moveTo>
                      <a:pt x="914400" y="914399"/>
                    </a:moveTo>
                    <a:lnTo>
                      <a:pt x="914400" y="910676"/>
                    </a:lnTo>
                    <a:lnTo>
                      <a:pt x="916533" y="91439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7" name="ph8267"/>
              <p:cNvSpPr/>
              <p:nvPr/>
            </p:nvSpPr>
            <p:spPr>
              <a:xfrm>
                <a:off x="3309154" y="981617"/>
                <a:ext cx="914400" cy="9254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73">
                    <a:moveTo>
                      <a:pt x="914400" y="914399"/>
                    </a:moveTo>
                    <a:lnTo>
                      <a:pt x="914400" y="925473"/>
                    </a:lnTo>
                    <a:lnTo>
                      <a:pt x="911584" y="921647"/>
                    </a:lnTo>
                    <a:lnTo>
                      <a:pt x="907158" y="914961"/>
                    </a:lnTo>
                    <a:lnTo>
                      <a:pt x="906823" y="91439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8" name="ph8268"/>
              <p:cNvSpPr/>
              <p:nvPr/>
            </p:nvSpPr>
            <p:spPr>
              <a:xfrm>
                <a:off x="33091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256" y="931638"/>
                    </a:lnTo>
                    <a:lnTo>
                      <a:pt x="916188" y="927903"/>
                    </a:lnTo>
                    <a:lnTo>
                      <a:pt x="914400" y="925473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9" name="ph8269"/>
              <p:cNvSpPr/>
              <p:nvPr/>
            </p:nvSpPr>
            <p:spPr>
              <a:xfrm>
                <a:off x="33184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0" name="ph8270"/>
              <p:cNvSpPr/>
              <p:nvPr/>
            </p:nvSpPr>
            <p:spPr>
              <a:xfrm>
                <a:off x="33276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1" name="ph8271"/>
              <p:cNvSpPr/>
              <p:nvPr/>
            </p:nvSpPr>
            <p:spPr>
              <a:xfrm>
                <a:off x="33369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2" name="ph8272"/>
              <p:cNvSpPr/>
              <p:nvPr/>
            </p:nvSpPr>
            <p:spPr>
              <a:xfrm>
                <a:off x="33462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3" name="ph8273"/>
              <p:cNvSpPr/>
              <p:nvPr/>
            </p:nvSpPr>
            <p:spPr>
              <a:xfrm>
                <a:off x="33554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4" name="ph8274"/>
              <p:cNvSpPr/>
              <p:nvPr/>
            </p:nvSpPr>
            <p:spPr>
              <a:xfrm>
                <a:off x="33647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5" name="ph8275"/>
              <p:cNvSpPr/>
              <p:nvPr/>
            </p:nvSpPr>
            <p:spPr>
              <a:xfrm>
                <a:off x="33739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6" name="ph8276"/>
              <p:cNvSpPr/>
              <p:nvPr/>
            </p:nvSpPr>
            <p:spPr>
              <a:xfrm>
                <a:off x="33832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7" name="ph8277"/>
              <p:cNvSpPr/>
              <p:nvPr/>
            </p:nvSpPr>
            <p:spPr>
              <a:xfrm>
                <a:off x="339251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8" name="ph8278"/>
              <p:cNvSpPr/>
              <p:nvPr/>
            </p:nvSpPr>
            <p:spPr>
              <a:xfrm>
                <a:off x="34017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9" name="ph8279"/>
              <p:cNvSpPr/>
              <p:nvPr/>
            </p:nvSpPr>
            <p:spPr>
              <a:xfrm>
                <a:off x="34110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0" name="ph8280"/>
              <p:cNvSpPr/>
              <p:nvPr/>
            </p:nvSpPr>
            <p:spPr>
              <a:xfrm>
                <a:off x="34203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1" name="ph8281"/>
              <p:cNvSpPr/>
              <p:nvPr/>
            </p:nvSpPr>
            <p:spPr>
              <a:xfrm>
                <a:off x="34295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2" name="ph8282"/>
              <p:cNvSpPr/>
              <p:nvPr/>
            </p:nvSpPr>
            <p:spPr>
              <a:xfrm>
                <a:off x="343882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3" name="ph8283"/>
              <p:cNvSpPr/>
              <p:nvPr/>
            </p:nvSpPr>
            <p:spPr>
              <a:xfrm>
                <a:off x="34480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4" name="ph8284"/>
              <p:cNvSpPr/>
              <p:nvPr/>
            </p:nvSpPr>
            <p:spPr>
              <a:xfrm>
                <a:off x="345735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5" name="ph8285"/>
              <p:cNvSpPr/>
              <p:nvPr/>
            </p:nvSpPr>
            <p:spPr>
              <a:xfrm>
                <a:off x="346661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6" name="ph8286"/>
              <p:cNvSpPr/>
              <p:nvPr/>
            </p:nvSpPr>
            <p:spPr>
              <a:xfrm>
                <a:off x="347587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7" name="ph8287"/>
              <p:cNvSpPr/>
              <p:nvPr/>
            </p:nvSpPr>
            <p:spPr>
              <a:xfrm>
                <a:off x="348513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8" name="ph8288"/>
              <p:cNvSpPr/>
              <p:nvPr/>
            </p:nvSpPr>
            <p:spPr>
              <a:xfrm>
                <a:off x="349439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9" name="ph8289"/>
              <p:cNvSpPr/>
              <p:nvPr/>
            </p:nvSpPr>
            <p:spPr>
              <a:xfrm>
                <a:off x="350366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0" name="ph8290"/>
              <p:cNvSpPr/>
              <p:nvPr/>
            </p:nvSpPr>
            <p:spPr>
              <a:xfrm>
                <a:off x="351292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1" name="ph8291"/>
              <p:cNvSpPr/>
              <p:nvPr/>
            </p:nvSpPr>
            <p:spPr>
              <a:xfrm>
                <a:off x="352218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2" name="ph8292"/>
              <p:cNvSpPr/>
              <p:nvPr/>
            </p:nvSpPr>
            <p:spPr>
              <a:xfrm>
                <a:off x="353144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3" name="ph8293"/>
              <p:cNvSpPr/>
              <p:nvPr/>
            </p:nvSpPr>
            <p:spPr>
              <a:xfrm>
                <a:off x="354071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4" name="ph8294"/>
              <p:cNvSpPr/>
              <p:nvPr/>
            </p:nvSpPr>
            <p:spPr>
              <a:xfrm>
                <a:off x="354997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5" name="ph8295"/>
              <p:cNvSpPr/>
              <p:nvPr/>
            </p:nvSpPr>
            <p:spPr>
              <a:xfrm>
                <a:off x="355923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6" name="ph8296"/>
              <p:cNvSpPr/>
              <p:nvPr/>
            </p:nvSpPr>
            <p:spPr>
              <a:xfrm>
                <a:off x="356849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7" name="ph8297"/>
              <p:cNvSpPr/>
              <p:nvPr/>
            </p:nvSpPr>
            <p:spPr>
              <a:xfrm>
                <a:off x="357775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8" name="ph8298"/>
              <p:cNvSpPr/>
              <p:nvPr/>
            </p:nvSpPr>
            <p:spPr>
              <a:xfrm>
                <a:off x="358702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9" name="ph8299"/>
              <p:cNvSpPr/>
              <p:nvPr/>
            </p:nvSpPr>
            <p:spPr>
              <a:xfrm>
                <a:off x="359628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0" name="ph8300"/>
              <p:cNvSpPr/>
              <p:nvPr/>
            </p:nvSpPr>
            <p:spPr>
              <a:xfrm>
                <a:off x="360554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1" name="ph8301"/>
              <p:cNvSpPr/>
              <p:nvPr/>
            </p:nvSpPr>
            <p:spPr>
              <a:xfrm>
                <a:off x="361480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2" name="ph8302"/>
              <p:cNvSpPr/>
              <p:nvPr/>
            </p:nvSpPr>
            <p:spPr>
              <a:xfrm>
                <a:off x="362407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3" name="ph8303"/>
              <p:cNvSpPr/>
              <p:nvPr/>
            </p:nvSpPr>
            <p:spPr>
              <a:xfrm>
                <a:off x="363333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4" name="ph8304"/>
              <p:cNvSpPr/>
              <p:nvPr/>
            </p:nvSpPr>
            <p:spPr>
              <a:xfrm>
                <a:off x="364259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5" name="ph8305"/>
              <p:cNvSpPr/>
              <p:nvPr/>
            </p:nvSpPr>
            <p:spPr>
              <a:xfrm>
                <a:off x="365185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6" name="ph8306"/>
              <p:cNvSpPr/>
              <p:nvPr/>
            </p:nvSpPr>
            <p:spPr>
              <a:xfrm>
                <a:off x="366111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7" name="ph8307"/>
              <p:cNvSpPr/>
              <p:nvPr/>
            </p:nvSpPr>
            <p:spPr>
              <a:xfrm>
                <a:off x="367038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8" name="ph8308"/>
              <p:cNvSpPr/>
              <p:nvPr/>
            </p:nvSpPr>
            <p:spPr>
              <a:xfrm>
                <a:off x="367964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9" name="ph8309"/>
              <p:cNvSpPr/>
              <p:nvPr/>
            </p:nvSpPr>
            <p:spPr>
              <a:xfrm>
                <a:off x="368890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0" name="ph8310"/>
              <p:cNvSpPr/>
              <p:nvPr/>
            </p:nvSpPr>
            <p:spPr>
              <a:xfrm>
                <a:off x="369816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1" name="ph8311"/>
              <p:cNvSpPr/>
              <p:nvPr/>
            </p:nvSpPr>
            <p:spPr>
              <a:xfrm>
                <a:off x="370743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2" name="ph8312"/>
              <p:cNvSpPr/>
              <p:nvPr/>
            </p:nvSpPr>
            <p:spPr>
              <a:xfrm>
                <a:off x="371669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3" name="ph8313"/>
              <p:cNvSpPr/>
              <p:nvPr/>
            </p:nvSpPr>
            <p:spPr>
              <a:xfrm>
                <a:off x="37259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4" name="ph8314"/>
              <p:cNvSpPr/>
              <p:nvPr/>
            </p:nvSpPr>
            <p:spPr>
              <a:xfrm>
                <a:off x="37352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5" name="ph8315"/>
              <p:cNvSpPr/>
              <p:nvPr/>
            </p:nvSpPr>
            <p:spPr>
              <a:xfrm>
                <a:off x="37444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6" name="ph8316"/>
              <p:cNvSpPr/>
              <p:nvPr/>
            </p:nvSpPr>
            <p:spPr>
              <a:xfrm>
                <a:off x="37537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7" name="ph8317"/>
              <p:cNvSpPr/>
              <p:nvPr/>
            </p:nvSpPr>
            <p:spPr>
              <a:xfrm>
                <a:off x="37630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8" name="ph8318"/>
              <p:cNvSpPr/>
              <p:nvPr/>
            </p:nvSpPr>
            <p:spPr>
              <a:xfrm>
                <a:off x="37722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9" name="ph8319"/>
              <p:cNvSpPr/>
              <p:nvPr/>
            </p:nvSpPr>
            <p:spPr>
              <a:xfrm>
                <a:off x="3781528" y="998856"/>
                <a:ext cx="919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399">
                    <a:moveTo>
                      <a:pt x="914400" y="914399"/>
                    </a:moveTo>
                    <a:lnTo>
                      <a:pt x="914423" y="897161"/>
                    </a:lnTo>
                    <a:lnTo>
                      <a:pt x="915117" y="899281"/>
                    </a:lnTo>
                    <a:lnTo>
                      <a:pt x="917997" y="909275"/>
                    </a:lnTo>
                    <a:lnTo>
                      <a:pt x="918080" y="909584"/>
                    </a:lnTo>
                    <a:lnTo>
                      <a:pt x="918164" y="909896"/>
                    </a:lnTo>
                    <a:lnTo>
                      <a:pt x="918248" y="910209"/>
                    </a:lnTo>
                    <a:lnTo>
                      <a:pt x="918333" y="910521"/>
                    </a:lnTo>
                    <a:lnTo>
                      <a:pt x="918417" y="910834"/>
                    </a:lnTo>
                    <a:lnTo>
                      <a:pt x="918501" y="911146"/>
                    </a:lnTo>
                    <a:lnTo>
                      <a:pt x="918585" y="911459"/>
                    </a:lnTo>
                    <a:lnTo>
                      <a:pt x="918669" y="911771"/>
                    </a:lnTo>
                    <a:lnTo>
                      <a:pt x="918753" y="912084"/>
                    </a:lnTo>
                    <a:lnTo>
                      <a:pt x="918838" y="912396"/>
                    </a:lnTo>
                    <a:lnTo>
                      <a:pt x="918922" y="912709"/>
                    </a:lnTo>
                    <a:lnTo>
                      <a:pt x="919006" y="913021"/>
                    </a:lnTo>
                    <a:lnTo>
                      <a:pt x="919090" y="913334"/>
                    </a:lnTo>
                    <a:lnTo>
                      <a:pt x="919174" y="913646"/>
                    </a:lnTo>
                    <a:lnTo>
                      <a:pt x="919258" y="913959"/>
                    </a:lnTo>
                    <a:lnTo>
                      <a:pt x="919343" y="914271"/>
                    </a:lnTo>
                    <a:lnTo>
                      <a:pt x="919377" y="91439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0" name="ph8320"/>
              <p:cNvSpPr/>
              <p:nvPr/>
            </p:nvSpPr>
            <p:spPr>
              <a:xfrm>
                <a:off x="2077279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51" y="914399"/>
                    </a:lnTo>
                    <a:lnTo>
                      <a:pt x="912733" y="913562"/>
                    </a:lnTo>
                    <a:lnTo>
                      <a:pt x="914400" y="911416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1" name="ph8321"/>
              <p:cNvSpPr/>
              <p:nvPr/>
            </p:nvSpPr>
            <p:spPr>
              <a:xfrm>
                <a:off x="2086541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1416"/>
                    </a:lnTo>
                    <a:lnTo>
                      <a:pt x="908246" y="907412"/>
                    </a:lnTo>
                    <a:lnTo>
                      <a:pt x="913188" y="901734"/>
                    </a:lnTo>
                    <a:lnTo>
                      <a:pt x="914400" y="90049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2" name="ph8322"/>
              <p:cNvSpPr/>
              <p:nvPr/>
            </p:nvSpPr>
            <p:spPr>
              <a:xfrm>
                <a:off x="2095803" y="9643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738"/>
                    </a:lnTo>
                    <a:lnTo>
                      <a:pt x="908414" y="91439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3" name="ph8323"/>
              <p:cNvSpPr/>
              <p:nvPr/>
            </p:nvSpPr>
            <p:spPr>
              <a:xfrm>
                <a:off x="20958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4" name="ph8324"/>
              <p:cNvSpPr/>
              <p:nvPr/>
            </p:nvSpPr>
            <p:spPr>
              <a:xfrm>
                <a:off x="2105066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5" name="ph8325"/>
              <p:cNvSpPr/>
              <p:nvPr/>
            </p:nvSpPr>
            <p:spPr>
              <a:xfrm>
                <a:off x="21143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6" name="ph8326"/>
              <p:cNvSpPr/>
              <p:nvPr/>
            </p:nvSpPr>
            <p:spPr>
              <a:xfrm>
                <a:off x="21235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7" name="ph8327"/>
              <p:cNvSpPr/>
              <p:nvPr/>
            </p:nvSpPr>
            <p:spPr>
              <a:xfrm>
                <a:off x="21328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8" name="ph8328"/>
              <p:cNvSpPr/>
              <p:nvPr/>
            </p:nvSpPr>
            <p:spPr>
              <a:xfrm>
                <a:off x="214211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9" name="ph8329"/>
              <p:cNvSpPr/>
              <p:nvPr/>
            </p:nvSpPr>
            <p:spPr>
              <a:xfrm>
                <a:off x="21513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0" name="ph8330"/>
              <p:cNvSpPr/>
              <p:nvPr/>
            </p:nvSpPr>
            <p:spPr>
              <a:xfrm>
                <a:off x="21606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1" name="ph8331"/>
              <p:cNvSpPr/>
              <p:nvPr/>
            </p:nvSpPr>
            <p:spPr>
              <a:xfrm>
                <a:off x="21699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2" name="ph8332"/>
              <p:cNvSpPr/>
              <p:nvPr/>
            </p:nvSpPr>
            <p:spPr>
              <a:xfrm>
                <a:off x="21791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3" name="ph8333"/>
              <p:cNvSpPr/>
              <p:nvPr/>
            </p:nvSpPr>
            <p:spPr>
              <a:xfrm>
                <a:off x="219768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314" y="897161"/>
                    </a:lnTo>
                    <a:lnTo>
                      <a:pt x="912985" y="900823"/>
                    </a:lnTo>
                    <a:lnTo>
                      <a:pt x="914400" y="902416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4" name="ph8334"/>
              <p:cNvSpPr/>
              <p:nvPr/>
            </p:nvSpPr>
            <p:spPr>
              <a:xfrm>
                <a:off x="2206950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2416"/>
                    </a:lnTo>
                    <a:lnTo>
                      <a:pt x="908691" y="906419"/>
                    </a:lnTo>
                    <a:lnTo>
                      <a:pt x="913496" y="912491"/>
                    </a:lnTo>
                    <a:lnTo>
                      <a:pt x="914400" y="913767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5" name="ph8335"/>
              <p:cNvSpPr/>
              <p:nvPr/>
            </p:nvSpPr>
            <p:spPr>
              <a:xfrm>
                <a:off x="2206950" y="981617"/>
                <a:ext cx="91484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48" h="914399">
                    <a:moveTo>
                      <a:pt x="914400" y="914399"/>
                    </a:moveTo>
                    <a:lnTo>
                      <a:pt x="914400" y="913767"/>
                    </a:lnTo>
                    <a:lnTo>
                      <a:pt x="914848" y="91439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6" name="ph8336"/>
              <p:cNvSpPr/>
              <p:nvPr/>
            </p:nvSpPr>
            <p:spPr>
              <a:xfrm>
                <a:off x="3299892" y="964379"/>
                <a:ext cx="914400" cy="9288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13">
                    <a:moveTo>
                      <a:pt x="914400" y="914399"/>
                    </a:moveTo>
                    <a:lnTo>
                      <a:pt x="914400" y="928813"/>
                    </a:lnTo>
                    <a:lnTo>
                      <a:pt x="912184" y="925100"/>
                    </a:lnTo>
                    <a:lnTo>
                      <a:pt x="908150" y="917605"/>
                    </a:lnTo>
                    <a:lnTo>
                      <a:pt x="906593" y="91439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7" name="ph8337"/>
              <p:cNvSpPr/>
              <p:nvPr/>
            </p:nvSpPr>
            <p:spPr>
              <a:xfrm>
                <a:off x="32998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085" y="931638"/>
                    </a:lnTo>
                    <a:lnTo>
                      <a:pt x="914400" y="928813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8" name="ph8338"/>
              <p:cNvSpPr/>
              <p:nvPr/>
            </p:nvSpPr>
            <p:spPr>
              <a:xfrm>
                <a:off x="33091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9" name="ph8339"/>
              <p:cNvSpPr/>
              <p:nvPr/>
            </p:nvSpPr>
            <p:spPr>
              <a:xfrm>
                <a:off x="33184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0" name="ph8340"/>
              <p:cNvSpPr/>
              <p:nvPr/>
            </p:nvSpPr>
            <p:spPr>
              <a:xfrm>
                <a:off x="33276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1" name="ph8341"/>
              <p:cNvSpPr/>
              <p:nvPr/>
            </p:nvSpPr>
            <p:spPr>
              <a:xfrm>
                <a:off x="33369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2" name="ph8342"/>
              <p:cNvSpPr/>
              <p:nvPr/>
            </p:nvSpPr>
            <p:spPr>
              <a:xfrm>
                <a:off x="33462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3" name="ph8343"/>
              <p:cNvSpPr/>
              <p:nvPr/>
            </p:nvSpPr>
            <p:spPr>
              <a:xfrm>
                <a:off x="335546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4" name="ph8344"/>
              <p:cNvSpPr/>
              <p:nvPr/>
            </p:nvSpPr>
            <p:spPr>
              <a:xfrm>
                <a:off x="33647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5" name="ph8345"/>
              <p:cNvSpPr/>
              <p:nvPr/>
            </p:nvSpPr>
            <p:spPr>
              <a:xfrm>
                <a:off x="33739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6" name="ph8346"/>
              <p:cNvSpPr/>
              <p:nvPr/>
            </p:nvSpPr>
            <p:spPr>
              <a:xfrm>
                <a:off x="33832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7" name="ph8347"/>
              <p:cNvSpPr/>
              <p:nvPr/>
            </p:nvSpPr>
            <p:spPr>
              <a:xfrm>
                <a:off x="339251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8" name="ph8348"/>
              <p:cNvSpPr/>
              <p:nvPr/>
            </p:nvSpPr>
            <p:spPr>
              <a:xfrm>
                <a:off x="34017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9" name="ph8349"/>
              <p:cNvSpPr/>
              <p:nvPr/>
            </p:nvSpPr>
            <p:spPr>
              <a:xfrm>
                <a:off x="34110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0" name="ph8350"/>
              <p:cNvSpPr/>
              <p:nvPr/>
            </p:nvSpPr>
            <p:spPr>
              <a:xfrm>
                <a:off x="34203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1" name="ph8351"/>
              <p:cNvSpPr/>
              <p:nvPr/>
            </p:nvSpPr>
            <p:spPr>
              <a:xfrm>
                <a:off x="34295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2" name="ph8352"/>
              <p:cNvSpPr/>
              <p:nvPr/>
            </p:nvSpPr>
            <p:spPr>
              <a:xfrm>
                <a:off x="343882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3" name="ph8353"/>
              <p:cNvSpPr/>
              <p:nvPr/>
            </p:nvSpPr>
            <p:spPr>
              <a:xfrm>
                <a:off x="344808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4" name="ph8354"/>
              <p:cNvSpPr/>
              <p:nvPr/>
            </p:nvSpPr>
            <p:spPr>
              <a:xfrm>
                <a:off x="345735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5" name="ph8355"/>
              <p:cNvSpPr/>
              <p:nvPr/>
            </p:nvSpPr>
            <p:spPr>
              <a:xfrm>
                <a:off x="346661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6" name="ph8356"/>
              <p:cNvSpPr/>
              <p:nvPr/>
            </p:nvSpPr>
            <p:spPr>
              <a:xfrm>
                <a:off x="347587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7" name="ph8357"/>
              <p:cNvSpPr/>
              <p:nvPr/>
            </p:nvSpPr>
            <p:spPr>
              <a:xfrm>
                <a:off x="348513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8" name="ph8358"/>
              <p:cNvSpPr/>
              <p:nvPr/>
            </p:nvSpPr>
            <p:spPr>
              <a:xfrm>
                <a:off x="349439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9" name="ph8359"/>
              <p:cNvSpPr/>
              <p:nvPr/>
            </p:nvSpPr>
            <p:spPr>
              <a:xfrm>
                <a:off x="350366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0" name="ph8360"/>
              <p:cNvSpPr/>
              <p:nvPr/>
            </p:nvSpPr>
            <p:spPr>
              <a:xfrm>
                <a:off x="351292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1" name="ph8361"/>
              <p:cNvSpPr/>
              <p:nvPr/>
            </p:nvSpPr>
            <p:spPr>
              <a:xfrm>
                <a:off x="352218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2" name="ph8362"/>
              <p:cNvSpPr/>
              <p:nvPr/>
            </p:nvSpPr>
            <p:spPr>
              <a:xfrm>
                <a:off x="353144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3" name="ph8363"/>
              <p:cNvSpPr/>
              <p:nvPr/>
            </p:nvSpPr>
            <p:spPr>
              <a:xfrm>
                <a:off x="354071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4" name="ph8364"/>
              <p:cNvSpPr/>
              <p:nvPr/>
            </p:nvSpPr>
            <p:spPr>
              <a:xfrm>
                <a:off x="354997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5" name="ph8365"/>
              <p:cNvSpPr/>
              <p:nvPr/>
            </p:nvSpPr>
            <p:spPr>
              <a:xfrm>
                <a:off x="355923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6" name="ph8366"/>
              <p:cNvSpPr/>
              <p:nvPr/>
            </p:nvSpPr>
            <p:spPr>
              <a:xfrm>
                <a:off x="356849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7" name="ph8367"/>
              <p:cNvSpPr/>
              <p:nvPr/>
            </p:nvSpPr>
            <p:spPr>
              <a:xfrm>
                <a:off x="357775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8" name="ph8368"/>
              <p:cNvSpPr/>
              <p:nvPr/>
            </p:nvSpPr>
            <p:spPr>
              <a:xfrm>
                <a:off x="358702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9" name="ph8369"/>
              <p:cNvSpPr/>
              <p:nvPr/>
            </p:nvSpPr>
            <p:spPr>
              <a:xfrm>
                <a:off x="359628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0" name="ph8370"/>
              <p:cNvSpPr/>
              <p:nvPr/>
            </p:nvSpPr>
            <p:spPr>
              <a:xfrm>
                <a:off x="360554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1" name="ph8371"/>
              <p:cNvSpPr/>
              <p:nvPr/>
            </p:nvSpPr>
            <p:spPr>
              <a:xfrm>
                <a:off x="361480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2" name="ph8372"/>
              <p:cNvSpPr/>
              <p:nvPr/>
            </p:nvSpPr>
            <p:spPr>
              <a:xfrm>
                <a:off x="362407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3" name="ph8373"/>
              <p:cNvSpPr/>
              <p:nvPr/>
            </p:nvSpPr>
            <p:spPr>
              <a:xfrm>
                <a:off x="363333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4" name="ph8374"/>
              <p:cNvSpPr/>
              <p:nvPr/>
            </p:nvSpPr>
            <p:spPr>
              <a:xfrm>
                <a:off x="364259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5" name="ph8375"/>
              <p:cNvSpPr/>
              <p:nvPr/>
            </p:nvSpPr>
            <p:spPr>
              <a:xfrm>
                <a:off x="365185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6" name="ph8376"/>
              <p:cNvSpPr/>
              <p:nvPr/>
            </p:nvSpPr>
            <p:spPr>
              <a:xfrm>
                <a:off x="366111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7" name="ph8377"/>
              <p:cNvSpPr/>
              <p:nvPr/>
            </p:nvSpPr>
            <p:spPr>
              <a:xfrm>
                <a:off x="367038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8" name="ph8378"/>
              <p:cNvSpPr/>
              <p:nvPr/>
            </p:nvSpPr>
            <p:spPr>
              <a:xfrm>
                <a:off x="367964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9" name="ph8379"/>
              <p:cNvSpPr/>
              <p:nvPr/>
            </p:nvSpPr>
            <p:spPr>
              <a:xfrm>
                <a:off x="368890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0" name="ph8380"/>
              <p:cNvSpPr/>
              <p:nvPr/>
            </p:nvSpPr>
            <p:spPr>
              <a:xfrm>
                <a:off x="369816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1" name="ph8381"/>
              <p:cNvSpPr/>
              <p:nvPr/>
            </p:nvSpPr>
            <p:spPr>
              <a:xfrm>
                <a:off x="370743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2" name="ph8382"/>
              <p:cNvSpPr/>
              <p:nvPr/>
            </p:nvSpPr>
            <p:spPr>
              <a:xfrm>
                <a:off x="37166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3" name="ph8383"/>
              <p:cNvSpPr/>
              <p:nvPr/>
            </p:nvSpPr>
            <p:spPr>
              <a:xfrm>
                <a:off x="37259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4" name="ph8384"/>
              <p:cNvSpPr/>
              <p:nvPr/>
            </p:nvSpPr>
            <p:spPr>
              <a:xfrm>
                <a:off x="37352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5" name="ph8385"/>
              <p:cNvSpPr/>
              <p:nvPr/>
            </p:nvSpPr>
            <p:spPr>
              <a:xfrm>
                <a:off x="37444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6" name="ph8386"/>
              <p:cNvSpPr/>
              <p:nvPr/>
            </p:nvSpPr>
            <p:spPr>
              <a:xfrm>
                <a:off x="37537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7" name="ph8387"/>
              <p:cNvSpPr/>
              <p:nvPr/>
            </p:nvSpPr>
            <p:spPr>
              <a:xfrm>
                <a:off x="37630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8" name="ph8388"/>
              <p:cNvSpPr/>
              <p:nvPr/>
            </p:nvSpPr>
            <p:spPr>
              <a:xfrm>
                <a:off x="378152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361" y="897161"/>
                    </a:lnTo>
                    <a:lnTo>
                      <a:pt x="908496" y="897486"/>
                    </a:lnTo>
                    <a:lnTo>
                      <a:pt x="911946" y="906834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9" name="ph8389"/>
              <p:cNvSpPr/>
              <p:nvPr/>
            </p:nvSpPr>
            <p:spPr>
              <a:xfrm>
                <a:off x="209580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8414" y="914399"/>
                    </a:lnTo>
                    <a:lnTo>
                      <a:pt x="909020" y="913782"/>
                    </a:lnTo>
                    <a:lnTo>
                      <a:pt x="914252" y="909095"/>
                    </a:lnTo>
                    <a:lnTo>
                      <a:pt x="914400" y="90898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0" name="ph8390"/>
              <p:cNvSpPr/>
              <p:nvPr/>
            </p:nvSpPr>
            <p:spPr>
              <a:xfrm>
                <a:off x="210506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980"/>
                    </a:lnTo>
                    <a:lnTo>
                      <a:pt x="910347" y="904923"/>
                    </a:lnTo>
                    <a:lnTo>
                      <a:pt x="914400" y="90222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1" name="ph8391"/>
              <p:cNvSpPr/>
              <p:nvPr/>
            </p:nvSpPr>
            <p:spPr>
              <a:xfrm>
                <a:off x="2114328" y="9471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459"/>
                    </a:lnTo>
                    <a:lnTo>
                      <a:pt x="906552" y="918515"/>
                    </a:lnTo>
                    <a:lnTo>
                      <a:pt x="912114" y="915406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2" name="ph8392"/>
              <p:cNvSpPr/>
              <p:nvPr/>
            </p:nvSpPr>
            <p:spPr>
              <a:xfrm>
                <a:off x="21143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3" name="ph8393"/>
              <p:cNvSpPr/>
              <p:nvPr/>
            </p:nvSpPr>
            <p:spPr>
              <a:xfrm>
                <a:off x="21235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4" name="ph8394"/>
              <p:cNvSpPr/>
              <p:nvPr/>
            </p:nvSpPr>
            <p:spPr>
              <a:xfrm>
                <a:off x="21328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5" name="ph8395"/>
              <p:cNvSpPr/>
              <p:nvPr/>
            </p:nvSpPr>
            <p:spPr>
              <a:xfrm>
                <a:off x="214211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6" name="ph8396"/>
              <p:cNvSpPr/>
              <p:nvPr/>
            </p:nvSpPr>
            <p:spPr>
              <a:xfrm>
                <a:off x="21513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7" name="ph8397"/>
              <p:cNvSpPr/>
              <p:nvPr/>
            </p:nvSpPr>
            <p:spPr>
              <a:xfrm>
                <a:off x="2169901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738" y="897161"/>
                    </a:lnTo>
                    <a:lnTo>
                      <a:pt x="913962" y="897696"/>
                    </a:lnTo>
                    <a:lnTo>
                      <a:pt x="914400" y="897933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8" name="ph8398"/>
              <p:cNvSpPr/>
              <p:nvPr/>
            </p:nvSpPr>
            <p:spPr>
              <a:xfrm>
                <a:off x="217916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933"/>
                    </a:lnTo>
                    <a:lnTo>
                      <a:pt x="910276" y="900714"/>
                    </a:lnTo>
                    <a:lnTo>
                      <a:pt x="914400" y="90338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9" name="ph8399"/>
              <p:cNvSpPr/>
              <p:nvPr/>
            </p:nvSpPr>
            <p:spPr>
              <a:xfrm>
                <a:off x="218842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3388"/>
                    </a:lnTo>
                    <a:lnTo>
                      <a:pt x="906497" y="904270"/>
                    </a:lnTo>
                    <a:lnTo>
                      <a:pt x="911874" y="908354"/>
                    </a:lnTo>
                    <a:lnTo>
                      <a:pt x="914400" y="910565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0" name="ph8400"/>
              <p:cNvSpPr/>
              <p:nvPr/>
            </p:nvSpPr>
            <p:spPr>
              <a:xfrm>
                <a:off x="2188426" y="964379"/>
                <a:ext cx="9185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77" h="914399">
                    <a:moveTo>
                      <a:pt x="914400" y="914399"/>
                    </a:moveTo>
                    <a:lnTo>
                      <a:pt x="914400" y="910565"/>
                    </a:lnTo>
                    <a:lnTo>
                      <a:pt x="917129" y="912955"/>
                    </a:lnTo>
                    <a:lnTo>
                      <a:pt x="918577" y="91439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1" name="ph8401"/>
              <p:cNvSpPr/>
              <p:nvPr/>
            </p:nvSpPr>
            <p:spPr>
              <a:xfrm>
                <a:off x="3290630" y="947140"/>
                <a:ext cx="914400" cy="9286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42">
                    <a:moveTo>
                      <a:pt x="914400" y="914399"/>
                    </a:moveTo>
                    <a:lnTo>
                      <a:pt x="914400" y="928642"/>
                    </a:lnTo>
                    <a:lnTo>
                      <a:pt x="913589" y="926973"/>
                    </a:lnTo>
                    <a:lnTo>
                      <a:pt x="909988" y="918749"/>
                    </a:lnTo>
                    <a:lnTo>
                      <a:pt x="908275" y="91439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2" name="ph8402"/>
              <p:cNvSpPr/>
              <p:nvPr/>
            </p:nvSpPr>
            <p:spPr>
              <a:xfrm>
                <a:off x="32906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855" y="931638"/>
                    </a:lnTo>
                    <a:lnTo>
                      <a:pt x="914400" y="928642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3" name="ph8403"/>
              <p:cNvSpPr/>
              <p:nvPr/>
            </p:nvSpPr>
            <p:spPr>
              <a:xfrm>
                <a:off x="32998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4" name="ph8404"/>
              <p:cNvSpPr/>
              <p:nvPr/>
            </p:nvSpPr>
            <p:spPr>
              <a:xfrm>
                <a:off x="33091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5" name="ph8405"/>
              <p:cNvSpPr/>
              <p:nvPr/>
            </p:nvSpPr>
            <p:spPr>
              <a:xfrm>
                <a:off x="33184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6" name="ph8406"/>
              <p:cNvSpPr/>
              <p:nvPr/>
            </p:nvSpPr>
            <p:spPr>
              <a:xfrm>
                <a:off x="33276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7" name="ph8407"/>
              <p:cNvSpPr/>
              <p:nvPr/>
            </p:nvSpPr>
            <p:spPr>
              <a:xfrm>
                <a:off x="33369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8" name="ph8408"/>
              <p:cNvSpPr/>
              <p:nvPr/>
            </p:nvSpPr>
            <p:spPr>
              <a:xfrm>
                <a:off x="334620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9" name="ph8409"/>
              <p:cNvSpPr/>
              <p:nvPr/>
            </p:nvSpPr>
            <p:spPr>
              <a:xfrm>
                <a:off x="335546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0" name="ph8410"/>
              <p:cNvSpPr/>
              <p:nvPr/>
            </p:nvSpPr>
            <p:spPr>
              <a:xfrm>
                <a:off x="33647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1" name="ph8411"/>
              <p:cNvSpPr/>
              <p:nvPr/>
            </p:nvSpPr>
            <p:spPr>
              <a:xfrm>
                <a:off x="33739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2" name="ph8412"/>
              <p:cNvSpPr/>
              <p:nvPr/>
            </p:nvSpPr>
            <p:spPr>
              <a:xfrm>
                <a:off x="33832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3" name="ph8413"/>
              <p:cNvSpPr/>
              <p:nvPr/>
            </p:nvSpPr>
            <p:spPr>
              <a:xfrm>
                <a:off x="339251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4" name="ph8414"/>
              <p:cNvSpPr/>
              <p:nvPr/>
            </p:nvSpPr>
            <p:spPr>
              <a:xfrm>
                <a:off x="34017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5" name="ph8415"/>
              <p:cNvSpPr/>
              <p:nvPr/>
            </p:nvSpPr>
            <p:spPr>
              <a:xfrm>
                <a:off x="341103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6" name="ph8416"/>
              <p:cNvSpPr/>
              <p:nvPr/>
            </p:nvSpPr>
            <p:spPr>
              <a:xfrm>
                <a:off x="342030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7" name="ph8417"/>
              <p:cNvSpPr/>
              <p:nvPr/>
            </p:nvSpPr>
            <p:spPr>
              <a:xfrm>
                <a:off x="342956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8" name="ph8418"/>
              <p:cNvSpPr/>
              <p:nvPr/>
            </p:nvSpPr>
            <p:spPr>
              <a:xfrm>
                <a:off x="343882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9" name="ph8419"/>
              <p:cNvSpPr/>
              <p:nvPr/>
            </p:nvSpPr>
            <p:spPr>
              <a:xfrm>
                <a:off x="344808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0" name="ph8420"/>
              <p:cNvSpPr/>
              <p:nvPr/>
            </p:nvSpPr>
            <p:spPr>
              <a:xfrm>
                <a:off x="345735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1" name="ph8421"/>
              <p:cNvSpPr/>
              <p:nvPr/>
            </p:nvSpPr>
            <p:spPr>
              <a:xfrm>
                <a:off x="346661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2" name="ph8422"/>
              <p:cNvSpPr/>
              <p:nvPr/>
            </p:nvSpPr>
            <p:spPr>
              <a:xfrm>
                <a:off x="347587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3" name="ph8423"/>
              <p:cNvSpPr/>
              <p:nvPr/>
            </p:nvSpPr>
            <p:spPr>
              <a:xfrm>
                <a:off x="348513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4" name="ph8424"/>
              <p:cNvSpPr/>
              <p:nvPr/>
            </p:nvSpPr>
            <p:spPr>
              <a:xfrm>
                <a:off x="349439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5" name="ph8425"/>
              <p:cNvSpPr/>
              <p:nvPr/>
            </p:nvSpPr>
            <p:spPr>
              <a:xfrm>
                <a:off x="350366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6" name="ph8426"/>
              <p:cNvSpPr/>
              <p:nvPr/>
            </p:nvSpPr>
            <p:spPr>
              <a:xfrm>
                <a:off x="351292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7" name="ph8427"/>
              <p:cNvSpPr/>
              <p:nvPr/>
            </p:nvSpPr>
            <p:spPr>
              <a:xfrm>
                <a:off x="352218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8" name="ph8428"/>
              <p:cNvSpPr/>
              <p:nvPr/>
            </p:nvSpPr>
            <p:spPr>
              <a:xfrm>
                <a:off x="353144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9" name="ph8429"/>
              <p:cNvSpPr/>
              <p:nvPr/>
            </p:nvSpPr>
            <p:spPr>
              <a:xfrm>
                <a:off x="354071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0" name="ph8430"/>
              <p:cNvSpPr/>
              <p:nvPr/>
            </p:nvSpPr>
            <p:spPr>
              <a:xfrm>
                <a:off x="354997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1" name="ph8431"/>
              <p:cNvSpPr/>
              <p:nvPr/>
            </p:nvSpPr>
            <p:spPr>
              <a:xfrm>
                <a:off x="355923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2" name="ph8432"/>
              <p:cNvSpPr/>
              <p:nvPr/>
            </p:nvSpPr>
            <p:spPr>
              <a:xfrm>
                <a:off x="356849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3" name="ph8433"/>
              <p:cNvSpPr/>
              <p:nvPr/>
            </p:nvSpPr>
            <p:spPr>
              <a:xfrm>
                <a:off x="357775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4" name="ph8434"/>
              <p:cNvSpPr/>
              <p:nvPr/>
            </p:nvSpPr>
            <p:spPr>
              <a:xfrm>
                <a:off x="358702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5" name="ph8435"/>
              <p:cNvSpPr/>
              <p:nvPr/>
            </p:nvSpPr>
            <p:spPr>
              <a:xfrm>
                <a:off x="359628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6" name="ph8436"/>
              <p:cNvSpPr/>
              <p:nvPr/>
            </p:nvSpPr>
            <p:spPr>
              <a:xfrm>
                <a:off x="360554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7" name="ph8437"/>
              <p:cNvSpPr/>
              <p:nvPr/>
            </p:nvSpPr>
            <p:spPr>
              <a:xfrm>
                <a:off x="361480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8" name="ph8438"/>
              <p:cNvSpPr/>
              <p:nvPr/>
            </p:nvSpPr>
            <p:spPr>
              <a:xfrm>
                <a:off x="362407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9" name="ph8439"/>
              <p:cNvSpPr/>
              <p:nvPr/>
            </p:nvSpPr>
            <p:spPr>
              <a:xfrm>
                <a:off x="363333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0" name="ph8440"/>
              <p:cNvSpPr/>
              <p:nvPr/>
            </p:nvSpPr>
            <p:spPr>
              <a:xfrm>
                <a:off x="364259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1" name="ph8441"/>
              <p:cNvSpPr/>
              <p:nvPr/>
            </p:nvSpPr>
            <p:spPr>
              <a:xfrm>
                <a:off x="365185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2" name="ph8442"/>
              <p:cNvSpPr/>
              <p:nvPr/>
            </p:nvSpPr>
            <p:spPr>
              <a:xfrm>
                <a:off x="366111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3" name="ph8443"/>
              <p:cNvSpPr/>
              <p:nvPr/>
            </p:nvSpPr>
            <p:spPr>
              <a:xfrm>
                <a:off x="367038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4" name="ph8444"/>
              <p:cNvSpPr/>
              <p:nvPr/>
            </p:nvSpPr>
            <p:spPr>
              <a:xfrm>
                <a:off x="367964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5" name="ph8445"/>
              <p:cNvSpPr/>
              <p:nvPr/>
            </p:nvSpPr>
            <p:spPr>
              <a:xfrm>
                <a:off x="368890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6" name="ph8446"/>
              <p:cNvSpPr/>
              <p:nvPr/>
            </p:nvSpPr>
            <p:spPr>
              <a:xfrm>
                <a:off x="369816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7" name="ph8447"/>
              <p:cNvSpPr/>
              <p:nvPr/>
            </p:nvSpPr>
            <p:spPr>
              <a:xfrm>
                <a:off x="37074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8" name="ph8448"/>
              <p:cNvSpPr/>
              <p:nvPr/>
            </p:nvSpPr>
            <p:spPr>
              <a:xfrm>
                <a:off x="37166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9" name="ph8449"/>
              <p:cNvSpPr/>
              <p:nvPr/>
            </p:nvSpPr>
            <p:spPr>
              <a:xfrm>
                <a:off x="37259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0" name="ph8450"/>
              <p:cNvSpPr/>
              <p:nvPr/>
            </p:nvSpPr>
            <p:spPr>
              <a:xfrm>
                <a:off x="37352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1" name="ph8451"/>
              <p:cNvSpPr/>
              <p:nvPr/>
            </p:nvSpPr>
            <p:spPr>
              <a:xfrm>
                <a:off x="37444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2" name="ph8452"/>
              <p:cNvSpPr/>
              <p:nvPr/>
            </p:nvSpPr>
            <p:spPr>
              <a:xfrm>
                <a:off x="37537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3" name="ph8453"/>
              <p:cNvSpPr/>
              <p:nvPr/>
            </p:nvSpPr>
            <p:spPr>
              <a:xfrm>
                <a:off x="3772265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0061" y="897161"/>
                    </a:lnTo>
                    <a:lnTo>
                      <a:pt x="914037" y="905743"/>
                    </a:lnTo>
                    <a:lnTo>
                      <a:pt x="914400" y="906617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4" name="ph8454"/>
              <p:cNvSpPr/>
              <p:nvPr/>
            </p:nvSpPr>
            <p:spPr>
              <a:xfrm>
                <a:off x="3772265" y="964379"/>
                <a:ext cx="9176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623" h="914399">
                    <a:moveTo>
                      <a:pt x="914400" y="914399"/>
                    </a:moveTo>
                    <a:lnTo>
                      <a:pt x="914400" y="906617"/>
                    </a:lnTo>
                    <a:lnTo>
                      <a:pt x="917623" y="91439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5" name="ph8455"/>
              <p:cNvSpPr/>
              <p:nvPr/>
            </p:nvSpPr>
            <p:spPr>
              <a:xfrm>
                <a:off x="2123590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67"/>
                    </a:lnTo>
                    <a:lnTo>
                      <a:pt x="908493" y="912841"/>
                    </a:lnTo>
                    <a:lnTo>
                      <a:pt x="914199" y="910829"/>
                    </a:lnTo>
                    <a:lnTo>
                      <a:pt x="914400" y="91077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6" name="ph8456"/>
              <p:cNvSpPr/>
              <p:nvPr/>
            </p:nvSpPr>
            <p:spPr>
              <a:xfrm>
                <a:off x="2132852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0778"/>
                    </a:lnTo>
                    <a:lnTo>
                      <a:pt x="910691" y="909373"/>
                    </a:lnTo>
                    <a:lnTo>
                      <a:pt x="914400" y="908801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7" name="ph8457"/>
              <p:cNvSpPr/>
              <p:nvPr/>
            </p:nvSpPr>
            <p:spPr>
              <a:xfrm>
                <a:off x="2142115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801"/>
                    </a:lnTo>
                    <a:lnTo>
                      <a:pt x="907216" y="908479"/>
                    </a:lnTo>
                    <a:lnTo>
                      <a:pt x="913021" y="908149"/>
                    </a:lnTo>
                    <a:lnTo>
                      <a:pt x="914400" y="908205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8" name="ph8458"/>
              <p:cNvSpPr/>
              <p:nvPr/>
            </p:nvSpPr>
            <p:spPr>
              <a:xfrm>
                <a:off x="2151377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205"/>
                    </a:lnTo>
                    <a:lnTo>
                      <a:pt x="909565" y="908384"/>
                    </a:lnTo>
                    <a:lnTo>
                      <a:pt x="914400" y="909051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9" name="ph8459"/>
              <p:cNvSpPr/>
              <p:nvPr/>
            </p:nvSpPr>
            <p:spPr>
              <a:xfrm>
                <a:off x="2160639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9051"/>
                    </a:lnTo>
                    <a:lnTo>
                      <a:pt x="906094" y="909183"/>
                    </a:lnTo>
                    <a:lnTo>
                      <a:pt x="911855" y="910544"/>
                    </a:lnTo>
                    <a:lnTo>
                      <a:pt x="914400" y="91139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0" name="ph8460"/>
              <p:cNvSpPr/>
              <p:nvPr/>
            </p:nvSpPr>
            <p:spPr>
              <a:xfrm>
                <a:off x="2160639" y="947140"/>
                <a:ext cx="92200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1" h="914399">
                    <a:moveTo>
                      <a:pt x="914400" y="914399"/>
                    </a:moveTo>
                    <a:lnTo>
                      <a:pt x="914400" y="911398"/>
                    </a:lnTo>
                    <a:lnTo>
                      <a:pt x="917570" y="912462"/>
                    </a:lnTo>
                    <a:lnTo>
                      <a:pt x="922001" y="91439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1" name="ph8461"/>
              <p:cNvSpPr/>
              <p:nvPr/>
            </p:nvSpPr>
            <p:spPr>
              <a:xfrm>
                <a:off x="3281368" y="929902"/>
                <a:ext cx="914400" cy="9232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234">
                    <a:moveTo>
                      <a:pt x="914400" y="914400"/>
                    </a:moveTo>
                    <a:lnTo>
                      <a:pt x="914400" y="923234"/>
                    </a:lnTo>
                    <a:lnTo>
                      <a:pt x="912751" y="918563"/>
                    </a:lnTo>
                    <a:lnTo>
                      <a:pt x="911440" y="914400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2" name="ph8462"/>
              <p:cNvSpPr/>
              <p:nvPr/>
            </p:nvSpPr>
            <p:spPr>
              <a:xfrm>
                <a:off x="32813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537" y="931638"/>
                    </a:lnTo>
                    <a:lnTo>
                      <a:pt x="915880" y="927431"/>
                    </a:lnTo>
                    <a:lnTo>
                      <a:pt x="914400" y="923234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3" name="ph8463"/>
              <p:cNvSpPr/>
              <p:nvPr/>
            </p:nvSpPr>
            <p:spPr>
              <a:xfrm>
                <a:off x="32906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4" name="ph8464"/>
              <p:cNvSpPr/>
              <p:nvPr/>
            </p:nvSpPr>
            <p:spPr>
              <a:xfrm>
                <a:off x="32998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5" name="ph8465"/>
              <p:cNvSpPr/>
              <p:nvPr/>
            </p:nvSpPr>
            <p:spPr>
              <a:xfrm>
                <a:off x="33091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6" name="ph8466"/>
              <p:cNvSpPr/>
              <p:nvPr/>
            </p:nvSpPr>
            <p:spPr>
              <a:xfrm>
                <a:off x="33184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7" name="ph8467"/>
              <p:cNvSpPr/>
              <p:nvPr/>
            </p:nvSpPr>
            <p:spPr>
              <a:xfrm>
                <a:off x="33276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8" name="ph8468"/>
              <p:cNvSpPr/>
              <p:nvPr/>
            </p:nvSpPr>
            <p:spPr>
              <a:xfrm>
                <a:off x="333694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9" name="ph8469"/>
              <p:cNvSpPr/>
              <p:nvPr/>
            </p:nvSpPr>
            <p:spPr>
              <a:xfrm>
                <a:off x="334620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0" name="ph8470"/>
              <p:cNvSpPr/>
              <p:nvPr/>
            </p:nvSpPr>
            <p:spPr>
              <a:xfrm>
                <a:off x="335546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1" name="ph8471"/>
              <p:cNvSpPr/>
              <p:nvPr/>
            </p:nvSpPr>
            <p:spPr>
              <a:xfrm>
                <a:off x="336472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2" name="ph8472"/>
              <p:cNvSpPr/>
              <p:nvPr/>
            </p:nvSpPr>
            <p:spPr>
              <a:xfrm>
                <a:off x="337399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3" name="ph8473"/>
              <p:cNvSpPr/>
              <p:nvPr/>
            </p:nvSpPr>
            <p:spPr>
              <a:xfrm>
                <a:off x="338325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4" name="ph8474"/>
              <p:cNvSpPr/>
              <p:nvPr/>
            </p:nvSpPr>
            <p:spPr>
              <a:xfrm>
                <a:off x="339251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5" name="ph8475"/>
              <p:cNvSpPr/>
              <p:nvPr/>
            </p:nvSpPr>
            <p:spPr>
              <a:xfrm>
                <a:off x="340177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6" name="ph8476"/>
              <p:cNvSpPr/>
              <p:nvPr/>
            </p:nvSpPr>
            <p:spPr>
              <a:xfrm>
                <a:off x="341103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7" name="ph8477"/>
              <p:cNvSpPr/>
              <p:nvPr/>
            </p:nvSpPr>
            <p:spPr>
              <a:xfrm>
                <a:off x="342030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8" name="ph8478"/>
              <p:cNvSpPr/>
              <p:nvPr/>
            </p:nvSpPr>
            <p:spPr>
              <a:xfrm>
                <a:off x="342956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9" name="ph8479"/>
              <p:cNvSpPr/>
              <p:nvPr/>
            </p:nvSpPr>
            <p:spPr>
              <a:xfrm>
                <a:off x="343882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0" name="ph8480"/>
              <p:cNvSpPr/>
              <p:nvPr/>
            </p:nvSpPr>
            <p:spPr>
              <a:xfrm>
                <a:off x="344808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1" name="ph8481"/>
              <p:cNvSpPr/>
              <p:nvPr/>
            </p:nvSpPr>
            <p:spPr>
              <a:xfrm>
                <a:off x="345735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2" name="ph8482"/>
              <p:cNvSpPr/>
              <p:nvPr/>
            </p:nvSpPr>
            <p:spPr>
              <a:xfrm>
                <a:off x="346661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3" name="ph8483"/>
              <p:cNvSpPr/>
              <p:nvPr/>
            </p:nvSpPr>
            <p:spPr>
              <a:xfrm>
                <a:off x="347587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4" name="ph8484"/>
              <p:cNvSpPr/>
              <p:nvPr/>
            </p:nvSpPr>
            <p:spPr>
              <a:xfrm>
                <a:off x="348513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5" name="ph8485"/>
              <p:cNvSpPr/>
              <p:nvPr/>
            </p:nvSpPr>
            <p:spPr>
              <a:xfrm>
                <a:off x="349439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6" name="ph8486"/>
              <p:cNvSpPr/>
              <p:nvPr/>
            </p:nvSpPr>
            <p:spPr>
              <a:xfrm>
                <a:off x="350366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7" name="ph8487"/>
              <p:cNvSpPr/>
              <p:nvPr/>
            </p:nvSpPr>
            <p:spPr>
              <a:xfrm>
                <a:off x="351292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8" name="ph8488"/>
              <p:cNvSpPr/>
              <p:nvPr/>
            </p:nvSpPr>
            <p:spPr>
              <a:xfrm>
                <a:off x="352218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9" name="ph8489"/>
              <p:cNvSpPr/>
              <p:nvPr/>
            </p:nvSpPr>
            <p:spPr>
              <a:xfrm>
                <a:off x="353144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0" name="ph8490"/>
              <p:cNvSpPr/>
              <p:nvPr/>
            </p:nvSpPr>
            <p:spPr>
              <a:xfrm>
                <a:off x="354071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1" name="ph8491"/>
              <p:cNvSpPr/>
              <p:nvPr/>
            </p:nvSpPr>
            <p:spPr>
              <a:xfrm>
                <a:off x="354997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2" name="ph8492"/>
              <p:cNvSpPr/>
              <p:nvPr/>
            </p:nvSpPr>
            <p:spPr>
              <a:xfrm>
                <a:off x="355923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3" name="ph8493"/>
              <p:cNvSpPr/>
              <p:nvPr/>
            </p:nvSpPr>
            <p:spPr>
              <a:xfrm>
                <a:off x="356849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4" name="ph8494"/>
              <p:cNvSpPr/>
              <p:nvPr/>
            </p:nvSpPr>
            <p:spPr>
              <a:xfrm>
                <a:off x="357775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5" name="ph8495"/>
              <p:cNvSpPr/>
              <p:nvPr/>
            </p:nvSpPr>
            <p:spPr>
              <a:xfrm>
                <a:off x="358702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6" name="ph8496"/>
              <p:cNvSpPr/>
              <p:nvPr/>
            </p:nvSpPr>
            <p:spPr>
              <a:xfrm>
                <a:off x="359628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7" name="ph8497"/>
              <p:cNvSpPr/>
              <p:nvPr/>
            </p:nvSpPr>
            <p:spPr>
              <a:xfrm>
                <a:off x="360554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8" name="ph8498"/>
              <p:cNvSpPr/>
              <p:nvPr/>
            </p:nvSpPr>
            <p:spPr>
              <a:xfrm>
                <a:off x="361480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9" name="ph8499"/>
              <p:cNvSpPr/>
              <p:nvPr/>
            </p:nvSpPr>
            <p:spPr>
              <a:xfrm>
                <a:off x="362407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0" name="ph8500"/>
              <p:cNvSpPr/>
              <p:nvPr/>
            </p:nvSpPr>
            <p:spPr>
              <a:xfrm>
                <a:off x="363333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1" name="ph8501"/>
              <p:cNvSpPr/>
              <p:nvPr/>
            </p:nvSpPr>
            <p:spPr>
              <a:xfrm>
                <a:off x="364259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2" name="ph8502"/>
              <p:cNvSpPr/>
              <p:nvPr/>
            </p:nvSpPr>
            <p:spPr>
              <a:xfrm>
                <a:off x="365185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3" name="ph8503"/>
              <p:cNvSpPr/>
              <p:nvPr/>
            </p:nvSpPr>
            <p:spPr>
              <a:xfrm>
                <a:off x="366111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4" name="ph8504"/>
              <p:cNvSpPr/>
              <p:nvPr/>
            </p:nvSpPr>
            <p:spPr>
              <a:xfrm>
                <a:off x="367038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5" name="ph8505"/>
              <p:cNvSpPr/>
              <p:nvPr/>
            </p:nvSpPr>
            <p:spPr>
              <a:xfrm>
                <a:off x="367964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6" name="ph8506"/>
              <p:cNvSpPr/>
              <p:nvPr/>
            </p:nvSpPr>
            <p:spPr>
              <a:xfrm>
                <a:off x="368890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7" name="ph8507"/>
              <p:cNvSpPr/>
              <p:nvPr/>
            </p:nvSpPr>
            <p:spPr>
              <a:xfrm>
                <a:off x="36981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8" name="ph8508"/>
              <p:cNvSpPr/>
              <p:nvPr/>
            </p:nvSpPr>
            <p:spPr>
              <a:xfrm>
                <a:off x="37074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9" name="ph8509"/>
              <p:cNvSpPr/>
              <p:nvPr/>
            </p:nvSpPr>
            <p:spPr>
              <a:xfrm>
                <a:off x="37166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0" name="ph8510"/>
              <p:cNvSpPr/>
              <p:nvPr/>
            </p:nvSpPr>
            <p:spPr>
              <a:xfrm>
                <a:off x="37259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1" name="ph8511"/>
              <p:cNvSpPr/>
              <p:nvPr/>
            </p:nvSpPr>
            <p:spPr>
              <a:xfrm>
                <a:off x="37352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2" name="ph8512"/>
              <p:cNvSpPr/>
              <p:nvPr/>
            </p:nvSpPr>
            <p:spPr>
              <a:xfrm>
                <a:off x="37444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3" name="ph8513"/>
              <p:cNvSpPr/>
              <p:nvPr/>
            </p:nvSpPr>
            <p:spPr>
              <a:xfrm>
                <a:off x="3763003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2" y="897161"/>
                    </a:lnTo>
                    <a:lnTo>
                      <a:pt x="910633" y="898497"/>
                    </a:lnTo>
                    <a:lnTo>
                      <a:pt x="914400" y="905021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4" name="ph8514"/>
              <p:cNvSpPr/>
              <p:nvPr/>
            </p:nvSpPr>
            <p:spPr>
              <a:xfrm>
                <a:off x="3763003" y="947140"/>
                <a:ext cx="9193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23" h="914399">
                    <a:moveTo>
                      <a:pt x="914400" y="914399"/>
                    </a:moveTo>
                    <a:lnTo>
                      <a:pt x="914400" y="905021"/>
                    </a:lnTo>
                    <a:lnTo>
                      <a:pt x="915094" y="906223"/>
                    </a:lnTo>
                    <a:lnTo>
                      <a:pt x="919323" y="91439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5" name="ph8515"/>
              <p:cNvSpPr/>
              <p:nvPr/>
            </p:nvSpPr>
            <p:spPr>
              <a:xfrm>
                <a:off x="3281368" y="9126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40" y="931638"/>
                    </a:lnTo>
                    <a:lnTo>
                      <a:pt x="909870" y="926647"/>
                    </a:lnTo>
                    <a:lnTo>
                      <a:pt x="907244" y="917230"/>
                    </a:lnTo>
                    <a:lnTo>
                      <a:pt x="906552" y="91439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6" name="ph8516"/>
              <p:cNvSpPr/>
              <p:nvPr/>
            </p:nvSpPr>
            <p:spPr>
              <a:xfrm>
                <a:off x="32813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7" name="ph8517"/>
              <p:cNvSpPr/>
              <p:nvPr/>
            </p:nvSpPr>
            <p:spPr>
              <a:xfrm>
                <a:off x="32906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8" name="ph8518"/>
              <p:cNvSpPr/>
              <p:nvPr/>
            </p:nvSpPr>
            <p:spPr>
              <a:xfrm>
                <a:off x="32998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9" name="ph8519"/>
              <p:cNvSpPr/>
              <p:nvPr/>
            </p:nvSpPr>
            <p:spPr>
              <a:xfrm>
                <a:off x="33091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0" name="ph8520"/>
              <p:cNvSpPr/>
              <p:nvPr/>
            </p:nvSpPr>
            <p:spPr>
              <a:xfrm>
                <a:off x="33184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1" name="ph8521"/>
              <p:cNvSpPr/>
              <p:nvPr/>
            </p:nvSpPr>
            <p:spPr>
              <a:xfrm>
                <a:off x="332767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2" name="ph8522"/>
              <p:cNvSpPr/>
              <p:nvPr/>
            </p:nvSpPr>
            <p:spPr>
              <a:xfrm>
                <a:off x="333694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3" name="ph8523"/>
              <p:cNvSpPr/>
              <p:nvPr/>
            </p:nvSpPr>
            <p:spPr>
              <a:xfrm>
                <a:off x="334620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4" name="ph8524"/>
              <p:cNvSpPr/>
              <p:nvPr/>
            </p:nvSpPr>
            <p:spPr>
              <a:xfrm>
                <a:off x="335546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5" name="ph8525"/>
              <p:cNvSpPr/>
              <p:nvPr/>
            </p:nvSpPr>
            <p:spPr>
              <a:xfrm>
                <a:off x="336472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6" name="ph8526"/>
              <p:cNvSpPr/>
              <p:nvPr/>
            </p:nvSpPr>
            <p:spPr>
              <a:xfrm>
                <a:off x="337399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7" name="ph8527"/>
              <p:cNvSpPr/>
              <p:nvPr/>
            </p:nvSpPr>
            <p:spPr>
              <a:xfrm>
                <a:off x="338325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8" name="ph8528"/>
              <p:cNvSpPr/>
              <p:nvPr/>
            </p:nvSpPr>
            <p:spPr>
              <a:xfrm>
                <a:off x="339251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9" name="ph8529"/>
              <p:cNvSpPr/>
              <p:nvPr/>
            </p:nvSpPr>
            <p:spPr>
              <a:xfrm>
                <a:off x="340177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0" name="ph8530"/>
              <p:cNvSpPr/>
              <p:nvPr/>
            </p:nvSpPr>
            <p:spPr>
              <a:xfrm>
                <a:off x="341103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1" name="ph8531"/>
              <p:cNvSpPr/>
              <p:nvPr/>
            </p:nvSpPr>
            <p:spPr>
              <a:xfrm>
                <a:off x="342030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2" name="ph8532"/>
              <p:cNvSpPr/>
              <p:nvPr/>
            </p:nvSpPr>
            <p:spPr>
              <a:xfrm>
                <a:off x="342956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3" name="ph8533"/>
              <p:cNvSpPr/>
              <p:nvPr/>
            </p:nvSpPr>
            <p:spPr>
              <a:xfrm>
                <a:off x="343882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4" name="ph8534"/>
              <p:cNvSpPr/>
              <p:nvPr/>
            </p:nvSpPr>
            <p:spPr>
              <a:xfrm>
                <a:off x="344808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5" name="ph8535"/>
              <p:cNvSpPr/>
              <p:nvPr/>
            </p:nvSpPr>
            <p:spPr>
              <a:xfrm>
                <a:off x="345735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6" name="ph8536"/>
              <p:cNvSpPr/>
              <p:nvPr/>
            </p:nvSpPr>
            <p:spPr>
              <a:xfrm>
                <a:off x="346661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7" name="ph8537"/>
              <p:cNvSpPr/>
              <p:nvPr/>
            </p:nvSpPr>
            <p:spPr>
              <a:xfrm>
                <a:off x="347587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8" name="ph8538"/>
              <p:cNvSpPr/>
              <p:nvPr/>
            </p:nvSpPr>
            <p:spPr>
              <a:xfrm>
                <a:off x="348513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9" name="ph8539"/>
              <p:cNvSpPr/>
              <p:nvPr/>
            </p:nvSpPr>
            <p:spPr>
              <a:xfrm>
                <a:off x="349439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0" name="ph8540"/>
              <p:cNvSpPr/>
              <p:nvPr/>
            </p:nvSpPr>
            <p:spPr>
              <a:xfrm>
                <a:off x="350366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1" name="ph8541"/>
              <p:cNvSpPr/>
              <p:nvPr/>
            </p:nvSpPr>
            <p:spPr>
              <a:xfrm>
                <a:off x="351292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2" name="ph8542"/>
              <p:cNvSpPr/>
              <p:nvPr/>
            </p:nvSpPr>
            <p:spPr>
              <a:xfrm>
                <a:off x="352218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3" name="ph8543"/>
              <p:cNvSpPr/>
              <p:nvPr/>
            </p:nvSpPr>
            <p:spPr>
              <a:xfrm>
                <a:off x="353144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4" name="ph8544"/>
              <p:cNvSpPr/>
              <p:nvPr/>
            </p:nvSpPr>
            <p:spPr>
              <a:xfrm>
                <a:off x="354071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5" name="ph8545"/>
              <p:cNvSpPr/>
              <p:nvPr/>
            </p:nvSpPr>
            <p:spPr>
              <a:xfrm>
                <a:off x="354997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6" name="ph8546"/>
              <p:cNvSpPr/>
              <p:nvPr/>
            </p:nvSpPr>
            <p:spPr>
              <a:xfrm>
                <a:off x="355923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7" name="ph8547"/>
              <p:cNvSpPr/>
              <p:nvPr/>
            </p:nvSpPr>
            <p:spPr>
              <a:xfrm>
                <a:off x="356849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8" name="ph8548"/>
              <p:cNvSpPr/>
              <p:nvPr/>
            </p:nvSpPr>
            <p:spPr>
              <a:xfrm>
                <a:off x="357775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9" name="ph8549"/>
              <p:cNvSpPr/>
              <p:nvPr/>
            </p:nvSpPr>
            <p:spPr>
              <a:xfrm>
                <a:off x="358702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0" name="ph8550"/>
              <p:cNvSpPr/>
              <p:nvPr/>
            </p:nvSpPr>
            <p:spPr>
              <a:xfrm>
                <a:off x="359628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1" name="ph8551"/>
              <p:cNvSpPr/>
              <p:nvPr/>
            </p:nvSpPr>
            <p:spPr>
              <a:xfrm>
                <a:off x="360554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2" name="ph8552"/>
              <p:cNvSpPr/>
              <p:nvPr/>
            </p:nvSpPr>
            <p:spPr>
              <a:xfrm>
                <a:off x="361480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3" name="ph8553"/>
              <p:cNvSpPr/>
              <p:nvPr/>
            </p:nvSpPr>
            <p:spPr>
              <a:xfrm>
                <a:off x="362407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4" name="ph8554"/>
              <p:cNvSpPr/>
              <p:nvPr/>
            </p:nvSpPr>
            <p:spPr>
              <a:xfrm>
                <a:off x="363333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5" name="ph8555"/>
              <p:cNvSpPr/>
              <p:nvPr/>
            </p:nvSpPr>
            <p:spPr>
              <a:xfrm>
                <a:off x="364259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6" name="ph8556"/>
              <p:cNvSpPr/>
              <p:nvPr/>
            </p:nvSpPr>
            <p:spPr>
              <a:xfrm>
                <a:off x="365185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7" name="ph8557"/>
              <p:cNvSpPr/>
              <p:nvPr/>
            </p:nvSpPr>
            <p:spPr>
              <a:xfrm>
                <a:off x="366111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8" name="ph8558"/>
              <p:cNvSpPr/>
              <p:nvPr/>
            </p:nvSpPr>
            <p:spPr>
              <a:xfrm>
                <a:off x="367038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9" name="ph8559"/>
              <p:cNvSpPr/>
              <p:nvPr/>
            </p:nvSpPr>
            <p:spPr>
              <a:xfrm>
                <a:off x="367964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0" name="ph8560"/>
              <p:cNvSpPr/>
              <p:nvPr/>
            </p:nvSpPr>
            <p:spPr>
              <a:xfrm>
                <a:off x="368890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1" name="ph8561"/>
              <p:cNvSpPr/>
              <p:nvPr/>
            </p:nvSpPr>
            <p:spPr>
              <a:xfrm>
                <a:off x="36981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2" name="ph8562"/>
              <p:cNvSpPr/>
              <p:nvPr/>
            </p:nvSpPr>
            <p:spPr>
              <a:xfrm>
                <a:off x="37074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3" name="ph8563"/>
              <p:cNvSpPr/>
              <p:nvPr/>
            </p:nvSpPr>
            <p:spPr>
              <a:xfrm>
                <a:off x="37166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4" name="ph8564"/>
              <p:cNvSpPr/>
              <p:nvPr/>
            </p:nvSpPr>
            <p:spPr>
              <a:xfrm>
                <a:off x="37259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5" name="ph8565"/>
              <p:cNvSpPr/>
              <p:nvPr/>
            </p:nvSpPr>
            <p:spPr>
              <a:xfrm>
                <a:off x="37352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6" name="ph8566"/>
              <p:cNvSpPr/>
              <p:nvPr/>
            </p:nvSpPr>
            <p:spPr>
              <a:xfrm>
                <a:off x="3753741" y="9299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789" y="897161"/>
                    </a:lnTo>
                    <a:lnTo>
                      <a:pt x="911067" y="897662"/>
                    </a:lnTo>
                    <a:lnTo>
                      <a:pt x="914400" y="904385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7" name="ph8567"/>
              <p:cNvSpPr/>
              <p:nvPr/>
            </p:nvSpPr>
            <p:spPr>
              <a:xfrm>
                <a:off x="3753741" y="929902"/>
                <a:ext cx="9190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4" h="914400">
                    <a:moveTo>
                      <a:pt x="914400" y="914400"/>
                    </a:moveTo>
                    <a:lnTo>
                      <a:pt x="914400" y="904385"/>
                    </a:lnTo>
                    <a:lnTo>
                      <a:pt x="915299" y="906201"/>
                    </a:lnTo>
                    <a:lnTo>
                      <a:pt x="918697" y="913876"/>
                    </a:lnTo>
                    <a:lnTo>
                      <a:pt x="919034" y="91440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8" name="ph8568"/>
              <p:cNvSpPr/>
              <p:nvPr/>
            </p:nvSpPr>
            <p:spPr>
              <a:xfrm>
                <a:off x="3272105" y="895425"/>
                <a:ext cx="914400" cy="92585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56">
                    <a:moveTo>
                      <a:pt x="914400" y="914400"/>
                    </a:moveTo>
                    <a:lnTo>
                      <a:pt x="914400" y="925856"/>
                    </a:lnTo>
                    <a:lnTo>
                      <a:pt x="914144" y="924813"/>
                    </a:lnTo>
                    <a:lnTo>
                      <a:pt x="912051" y="914945"/>
                    </a:lnTo>
                    <a:lnTo>
                      <a:pt x="911952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9" name="ph8569"/>
              <p:cNvSpPr/>
              <p:nvPr/>
            </p:nvSpPr>
            <p:spPr>
              <a:xfrm>
                <a:off x="32721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4" y="931638"/>
                    </a:lnTo>
                    <a:lnTo>
                      <a:pt x="914400" y="925856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0" name="ph8570"/>
              <p:cNvSpPr/>
              <p:nvPr/>
            </p:nvSpPr>
            <p:spPr>
              <a:xfrm>
                <a:off x="32813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1" name="ph8571"/>
              <p:cNvSpPr/>
              <p:nvPr/>
            </p:nvSpPr>
            <p:spPr>
              <a:xfrm>
                <a:off x="32906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2" name="ph8572"/>
              <p:cNvSpPr/>
              <p:nvPr/>
            </p:nvSpPr>
            <p:spPr>
              <a:xfrm>
                <a:off x="32998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3" name="ph8573"/>
              <p:cNvSpPr/>
              <p:nvPr/>
            </p:nvSpPr>
            <p:spPr>
              <a:xfrm>
                <a:off x="33091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4" name="ph8574"/>
              <p:cNvSpPr/>
              <p:nvPr/>
            </p:nvSpPr>
            <p:spPr>
              <a:xfrm>
                <a:off x="331841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5" name="ph8575"/>
              <p:cNvSpPr/>
              <p:nvPr/>
            </p:nvSpPr>
            <p:spPr>
              <a:xfrm>
                <a:off x="332767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6" name="ph8576"/>
              <p:cNvSpPr/>
              <p:nvPr/>
            </p:nvSpPr>
            <p:spPr>
              <a:xfrm>
                <a:off x="333694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7" name="ph8577"/>
              <p:cNvSpPr/>
              <p:nvPr/>
            </p:nvSpPr>
            <p:spPr>
              <a:xfrm>
                <a:off x="334620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8" name="ph8578"/>
              <p:cNvSpPr/>
              <p:nvPr/>
            </p:nvSpPr>
            <p:spPr>
              <a:xfrm>
                <a:off x="335546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9" name="ph8579"/>
              <p:cNvSpPr/>
              <p:nvPr/>
            </p:nvSpPr>
            <p:spPr>
              <a:xfrm>
                <a:off x="336472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0" name="ph8580"/>
              <p:cNvSpPr/>
              <p:nvPr/>
            </p:nvSpPr>
            <p:spPr>
              <a:xfrm>
                <a:off x="337399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1" name="ph8581"/>
              <p:cNvSpPr/>
              <p:nvPr/>
            </p:nvSpPr>
            <p:spPr>
              <a:xfrm>
                <a:off x="338325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2" name="ph8582"/>
              <p:cNvSpPr/>
              <p:nvPr/>
            </p:nvSpPr>
            <p:spPr>
              <a:xfrm>
                <a:off x="339251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3" name="ph8583"/>
              <p:cNvSpPr/>
              <p:nvPr/>
            </p:nvSpPr>
            <p:spPr>
              <a:xfrm>
                <a:off x="340177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4" name="ph8584"/>
              <p:cNvSpPr/>
              <p:nvPr/>
            </p:nvSpPr>
            <p:spPr>
              <a:xfrm>
                <a:off x="341103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5" name="ph8585"/>
              <p:cNvSpPr/>
              <p:nvPr/>
            </p:nvSpPr>
            <p:spPr>
              <a:xfrm>
                <a:off x="342030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6" name="ph8586"/>
              <p:cNvSpPr/>
              <p:nvPr/>
            </p:nvSpPr>
            <p:spPr>
              <a:xfrm>
                <a:off x="342956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7" name="ph8587"/>
              <p:cNvSpPr/>
              <p:nvPr/>
            </p:nvSpPr>
            <p:spPr>
              <a:xfrm>
                <a:off x="343882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8" name="ph8588"/>
              <p:cNvSpPr/>
              <p:nvPr/>
            </p:nvSpPr>
            <p:spPr>
              <a:xfrm>
                <a:off x="344808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9" name="ph8589"/>
              <p:cNvSpPr/>
              <p:nvPr/>
            </p:nvSpPr>
            <p:spPr>
              <a:xfrm>
                <a:off x="345735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0" name="ph8590"/>
              <p:cNvSpPr/>
              <p:nvPr/>
            </p:nvSpPr>
            <p:spPr>
              <a:xfrm>
                <a:off x="346661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1" name="ph8591"/>
              <p:cNvSpPr/>
              <p:nvPr/>
            </p:nvSpPr>
            <p:spPr>
              <a:xfrm>
                <a:off x="347587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2" name="ph8592"/>
              <p:cNvSpPr/>
              <p:nvPr/>
            </p:nvSpPr>
            <p:spPr>
              <a:xfrm>
                <a:off x="348513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3" name="ph8593"/>
              <p:cNvSpPr/>
              <p:nvPr/>
            </p:nvSpPr>
            <p:spPr>
              <a:xfrm>
                <a:off x="349439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4" name="ph8594"/>
              <p:cNvSpPr/>
              <p:nvPr/>
            </p:nvSpPr>
            <p:spPr>
              <a:xfrm>
                <a:off x="350366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5" name="ph8595"/>
              <p:cNvSpPr/>
              <p:nvPr/>
            </p:nvSpPr>
            <p:spPr>
              <a:xfrm>
                <a:off x="351292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6" name="ph8596"/>
              <p:cNvSpPr/>
              <p:nvPr/>
            </p:nvSpPr>
            <p:spPr>
              <a:xfrm>
                <a:off x="352218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7" name="ph8597"/>
              <p:cNvSpPr/>
              <p:nvPr/>
            </p:nvSpPr>
            <p:spPr>
              <a:xfrm>
                <a:off x="353144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8" name="ph8598"/>
              <p:cNvSpPr/>
              <p:nvPr/>
            </p:nvSpPr>
            <p:spPr>
              <a:xfrm>
                <a:off x="354071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9" name="ph8599"/>
              <p:cNvSpPr/>
              <p:nvPr/>
            </p:nvSpPr>
            <p:spPr>
              <a:xfrm>
                <a:off x="354997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0" name="ph8600"/>
              <p:cNvSpPr/>
              <p:nvPr/>
            </p:nvSpPr>
            <p:spPr>
              <a:xfrm>
                <a:off x="355923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1" name="ph8601"/>
              <p:cNvSpPr/>
              <p:nvPr/>
            </p:nvSpPr>
            <p:spPr>
              <a:xfrm>
                <a:off x="356849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2" name="ph8602"/>
              <p:cNvSpPr/>
              <p:nvPr/>
            </p:nvSpPr>
            <p:spPr>
              <a:xfrm>
                <a:off x="357775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3" name="ph8603"/>
              <p:cNvSpPr/>
              <p:nvPr/>
            </p:nvSpPr>
            <p:spPr>
              <a:xfrm>
                <a:off x="358702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4" name="ph8604"/>
              <p:cNvSpPr/>
              <p:nvPr/>
            </p:nvSpPr>
            <p:spPr>
              <a:xfrm>
                <a:off x="359628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5" name="ph8605"/>
              <p:cNvSpPr/>
              <p:nvPr/>
            </p:nvSpPr>
            <p:spPr>
              <a:xfrm>
                <a:off x="360554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6" name="ph8606"/>
              <p:cNvSpPr/>
              <p:nvPr/>
            </p:nvSpPr>
            <p:spPr>
              <a:xfrm>
                <a:off x="361480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7" name="ph8607"/>
              <p:cNvSpPr/>
              <p:nvPr/>
            </p:nvSpPr>
            <p:spPr>
              <a:xfrm>
                <a:off x="362407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8" name="ph8608"/>
              <p:cNvSpPr/>
              <p:nvPr/>
            </p:nvSpPr>
            <p:spPr>
              <a:xfrm>
                <a:off x="363333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9" name="ph8609"/>
              <p:cNvSpPr/>
              <p:nvPr/>
            </p:nvSpPr>
            <p:spPr>
              <a:xfrm>
                <a:off x="364259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0" name="ph8610"/>
              <p:cNvSpPr/>
              <p:nvPr/>
            </p:nvSpPr>
            <p:spPr>
              <a:xfrm>
                <a:off x="365185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1" name="ph8611"/>
              <p:cNvSpPr/>
              <p:nvPr/>
            </p:nvSpPr>
            <p:spPr>
              <a:xfrm>
                <a:off x="366111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2" name="ph8612"/>
              <p:cNvSpPr/>
              <p:nvPr/>
            </p:nvSpPr>
            <p:spPr>
              <a:xfrm>
                <a:off x="367038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3" name="ph8613"/>
              <p:cNvSpPr/>
              <p:nvPr/>
            </p:nvSpPr>
            <p:spPr>
              <a:xfrm>
                <a:off x="367964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4" name="ph8614"/>
              <p:cNvSpPr/>
              <p:nvPr/>
            </p:nvSpPr>
            <p:spPr>
              <a:xfrm>
                <a:off x="36889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5" name="ph8615"/>
              <p:cNvSpPr/>
              <p:nvPr/>
            </p:nvSpPr>
            <p:spPr>
              <a:xfrm>
                <a:off x="36981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6" name="ph8616"/>
              <p:cNvSpPr/>
              <p:nvPr/>
            </p:nvSpPr>
            <p:spPr>
              <a:xfrm>
                <a:off x="37074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7" name="ph8617"/>
              <p:cNvSpPr/>
              <p:nvPr/>
            </p:nvSpPr>
            <p:spPr>
              <a:xfrm>
                <a:off x="37166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8" name="ph8618"/>
              <p:cNvSpPr/>
              <p:nvPr/>
            </p:nvSpPr>
            <p:spPr>
              <a:xfrm>
                <a:off x="37259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9" name="ph8619"/>
              <p:cNvSpPr/>
              <p:nvPr/>
            </p:nvSpPr>
            <p:spPr>
              <a:xfrm>
                <a:off x="3744479" y="91266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8" y="897168"/>
                    </a:lnTo>
                    <a:lnTo>
                      <a:pt x="909970" y="897460"/>
                    </a:lnTo>
                    <a:lnTo>
                      <a:pt x="910163" y="897753"/>
                    </a:lnTo>
                    <a:lnTo>
                      <a:pt x="910355" y="898046"/>
                    </a:lnTo>
                    <a:lnTo>
                      <a:pt x="910548" y="898339"/>
                    </a:lnTo>
                    <a:lnTo>
                      <a:pt x="910740" y="898631"/>
                    </a:lnTo>
                    <a:lnTo>
                      <a:pt x="910933" y="898924"/>
                    </a:lnTo>
                    <a:lnTo>
                      <a:pt x="911125" y="899217"/>
                    </a:lnTo>
                    <a:lnTo>
                      <a:pt x="914400" y="90449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0" name="ph8620"/>
              <p:cNvSpPr/>
              <p:nvPr/>
            </p:nvSpPr>
            <p:spPr>
              <a:xfrm>
                <a:off x="3744479" y="912663"/>
                <a:ext cx="92005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051" h="914399">
                    <a:moveTo>
                      <a:pt x="914400" y="914399"/>
                    </a:moveTo>
                    <a:lnTo>
                      <a:pt x="914400" y="904490"/>
                    </a:lnTo>
                    <a:lnTo>
                      <a:pt x="915846" y="906818"/>
                    </a:lnTo>
                    <a:lnTo>
                      <a:pt x="920051" y="91439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1" name="ph8621"/>
              <p:cNvSpPr/>
              <p:nvPr/>
            </p:nvSpPr>
            <p:spPr>
              <a:xfrm>
                <a:off x="3272105" y="8781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52" y="931638"/>
                    </a:lnTo>
                    <a:lnTo>
                      <a:pt x="910232" y="922129"/>
                    </a:lnTo>
                    <a:lnTo>
                      <a:pt x="909068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2" name="ph8622"/>
              <p:cNvSpPr/>
              <p:nvPr/>
            </p:nvSpPr>
            <p:spPr>
              <a:xfrm>
                <a:off x="32721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3" name="ph8623"/>
              <p:cNvSpPr/>
              <p:nvPr/>
            </p:nvSpPr>
            <p:spPr>
              <a:xfrm>
                <a:off x="32813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4" name="ph8624"/>
              <p:cNvSpPr/>
              <p:nvPr/>
            </p:nvSpPr>
            <p:spPr>
              <a:xfrm>
                <a:off x="32906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5" name="ph8625"/>
              <p:cNvSpPr/>
              <p:nvPr/>
            </p:nvSpPr>
            <p:spPr>
              <a:xfrm>
                <a:off x="32998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6" name="ph8626"/>
              <p:cNvSpPr/>
              <p:nvPr/>
            </p:nvSpPr>
            <p:spPr>
              <a:xfrm>
                <a:off x="330915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7" name="ph8627"/>
              <p:cNvSpPr/>
              <p:nvPr/>
            </p:nvSpPr>
            <p:spPr>
              <a:xfrm>
                <a:off x="331841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8" name="ph8628"/>
              <p:cNvSpPr/>
              <p:nvPr/>
            </p:nvSpPr>
            <p:spPr>
              <a:xfrm>
                <a:off x="332767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9" name="ph8629"/>
              <p:cNvSpPr/>
              <p:nvPr/>
            </p:nvSpPr>
            <p:spPr>
              <a:xfrm>
                <a:off x="333694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0" name="ph8630"/>
              <p:cNvSpPr/>
              <p:nvPr/>
            </p:nvSpPr>
            <p:spPr>
              <a:xfrm>
                <a:off x="334620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1" name="ph8631"/>
              <p:cNvSpPr/>
              <p:nvPr/>
            </p:nvSpPr>
            <p:spPr>
              <a:xfrm>
                <a:off x="335546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2" name="ph8632"/>
              <p:cNvSpPr/>
              <p:nvPr/>
            </p:nvSpPr>
            <p:spPr>
              <a:xfrm>
                <a:off x="336472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3" name="ph8633"/>
              <p:cNvSpPr/>
              <p:nvPr/>
            </p:nvSpPr>
            <p:spPr>
              <a:xfrm>
                <a:off x="337399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4" name="ph8634"/>
              <p:cNvSpPr/>
              <p:nvPr/>
            </p:nvSpPr>
            <p:spPr>
              <a:xfrm>
                <a:off x="338325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5" name="ph8635"/>
              <p:cNvSpPr/>
              <p:nvPr/>
            </p:nvSpPr>
            <p:spPr>
              <a:xfrm>
                <a:off x="339251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6" name="ph8636"/>
              <p:cNvSpPr/>
              <p:nvPr/>
            </p:nvSpPr>
            <p:spPr>
              <a:xfrm>
                <a:off x="340177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7" name="ph8637"/>
              <p:cNvSpPr/>
              <p:nvPr/>
            </p:nvSpPr>
            <p:spPr>
              <a:xfrm>
                <a:off x="341103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8" name="ph8638"/>
              <p:cNvSpPr/>
              <p:nvPr/>
            </p:nvSpPr>
            <p:spPr>
              <a:xfrm>
                <a:off x="342030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9" name="ph8639"/>
              <p:cNvSpPr/>
              <p:nvPr/>
            </p:nvSpPr>
            <p:spPr>
              <a:xfrm>
                <a:off x="342956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0" name="ph8640"/>
              <p:cNvSpPr/>
              <p:nvPr/>
            </p:nvSpPr>
            <p:spPr>
              <a:xfrm>
                <a:off x="343882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1" name="ph8641"/>
              <p:cNvSpPr/>
              <p:nvPr/>
            </p:nvSpPr>
            <p:spPr>
              <a:xfrm>
                <a:off x="344808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2" name="ph8642"/>
              <p:cNvSpPr/>
              <p:nvPr/>
            </p:nvSpPr>
            <p:spPr>
              <a:xfrm>
                <a:off x="345735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3" name="ph8643"/>
              <p:cNvSpPr/>
              <p:nvPr/>
            </p:nvSpPr>
            <p:spPr>
              <a:xfrm>
                <a:off x="346661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4" name="ph8644"/>
              <p:cNvSpPr/>
              <p:nvPr/>
            </p:nvSpPr>
            <p:spPr>
              <a:xfrm>
                <a:off x="347587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5" name="ph8645"/>
              <p:cNvSpPr/>
              <p:nvPr/>
            </p:nvSpPr>
            <p:spPr>
              <a:xfrm>
                <a:off x="348513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6" name="ph8646"/>
              <p:cNvSpPr/>
              <p:nvPr/>
            </p:nvSpPr>
            <p:spPr>
              <a:xfrm>
                <a:off x="349439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7" name="ph8647"/>
              <p:cNvSpPr/>
              <p:nvPr/>
            </p:nvSpPr>
            <p:spPr>
              <a:xfrm>
                <a:off x="350366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8" name="ph8648"/>
              <p:cNvSpPr/>
              <p:nvPr/>
            </p:nvSpPr>
            <p:spPr>
              <a:xfrm>
                <a:off x="351292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9" name="ph8649"/>
              <p:cNvSpPr/>
              <p:nvPr/>
            </p:nvSpPr>
            <p:spPr>
              <a:xfrm>
                <a:off x="352218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0" name="ph8650"/>
              <p:cNvSpPr/>
              <p:nvPr/>
            </p:nvSpPr>
            <p:spPr>
              <a:xfrm>
                <a:off x="353144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1" name="ph8651"/>
              <p:cNvSpPr/>
              <p:nvPr/>
            </p:nvSpPr>
            <p:spPr>
              <a:xfrm>
                <a:off x="354071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2" name="ph8652"/>
              <p:cNvSpPr/>
              <p:nvPr/>
            </p:nvSpPr>
            <p:spPr>
              <a:xfrm>
                <a:off x="354997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3" name="ph8653"/>
              <p:cNvSpPr/>
              <p:nvPr/>
            </p:nvSpPr>
            <p:spPr>
              <a:xfrm>
                <a:off x="355923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4" name="ph8654"/>
              <p:cNvSpPr/>
              <p:nvPr/>
            </p:nvSpPr>
            <p:spPr>
              <a:xfrm>
                <a:off x="356849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5" name="ph8655"/>
              <p:cNvSpPr/>
              <p:nvPr/>
            </p:nvSpPr>
            <p:spPr>
              <a:xfrm>
                <a:off x="357775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6" name="ph8656"/>
              <p:cNvSpPr/>
              <p:nvPr/>
            </p:nvSpPr>
            <p:spPr>
              <a:xfrm>
                <a:off x="358702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7" name="ph8657"/>
              <p:cNvSpPr/>
              <p:nvPr/>
            </p:nvSpPr>
            <p:spPr>
              <a:xfrm>
                <a:off x="359628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8" name="ph8658"/>
              <p:cNvSpPr/>
              <p:nvPr/>
            </p:nvSpPr>
            <p:spPr>
              <a:xfrm>
                <a:off x="360554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9" name="ph8659"/>
              <p:cNvSpPr/>
              <p:nvPr/>
            </p:nvSpPr>
            <p:spPr>
              <a:xfrm>
                <a:off x="361480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0" name="ph8660"/>
              <p:cNvSpPr/>
              <p:nvPr/>
            </p:nvSpPr>
            <p:spPr>
              <a:xfrm>
                <a:off x="362407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1" name="ph8661"/>
              <p:cNvSpPr/>
              <p:nvPr/>
            </p:nvSpPr>
            <p:spPr>
              <a:xfrm>
                <a:off x="363333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2" name="ph8662"/>
              <p:cNvSpPr/>
              <p:nvPr/>
            </p:nvSpPr>
            <p:spPr>
              <a:xfrm>
                <a:off x="364259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3" name="ph8663"/>
              <p:cNvSpPr/>
              <p:nvPr/>
            </p:nvSpPr>
            <p:spPr>
              <a:xfrm>
                <a:off x="365185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4" name="ph8664"/>
              <p:cNvSpPr/>
              <p:nvPr/>
            </p:nvSpPr>
            <p:spPr>
              <a:xfrm>
                <a:off x="366111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5" name="ph8665"/>
              <p:cNvSpPr/>
              <p:nvPr/>
            </p:nvSpPr>
            <p:spPr>
              <a:xfrm>
                <a:off x="367038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6" name="ph8666"/>
              <p:cNvSpPr/>
              <p:nvPr/>
            </p:nvSpPr>
            <p:spPr>
              <a:xfrm>
                <a:off x="367964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7" name="ph8667"/>
              <p:cNvSpPr/>
              <p:nvPr/>
            </p:nvSpPr>
            <p:spPr>
              <a:xfrm>
                <a:off x="36889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8" name="ph8668"/>
              <p:cNvSpPr/>
              <p:nvPr/>
            </p:nvSpPr>
            <p:spPr>
              <a:xfrm>
                <a:off x="36981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9" name="ph8669"/>
              <p:cNvSpPr/>
              <p:nvPr/>
            </p:nvSpPr>
            <p:spPr>
              <a:xfrm>
                <a:off x="37074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0" name="ph8670"/>
              <p:cNvSpPr/>
              <p:nvPr/>
            </p:nvSpPr>
            <p:spPr>
              <a:xfrm>
                <a:off x="37166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1" name="ph8671"/>
              <p:cNvSpPr/>
              <p:nvPr/>
            </p:nvSpPr>
            <p:spPr>
              <a:xfrm>
                <a:off x="3735217" y="8954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658" y="897161"/>
                    </a:lnTo>
                    <a:lnTo>
                      <a:pt x="908053" y="897728"/>
                    </a:lnTo>
                    <a:lnTo>
                      <a:pt x="908243" y="898017"/>
                    </a:lnTo>
                    <a:lnTo>
                      <a:pt x="908436" y="898309"/>
                    </a:lnTo>
                    <a:lnTo>
                      <a:pt x="908629" y="898602"/>
                    </a:lnTo>
                    <a:lnTo>
                      <a:pt x="908822" y="898894"/>
                    </a:lnTo>
                    <a:lnTo>
                      <a:pt x="909015" y="899187"/>
                    </a:lnTo>
                    <a:lnTo>
                      <a:pt x="909208" y="899480"/>
                    </a:lnTo>
                    <a:lnTo>
                      <a:pt x="909401" y="899772"/>
                    </a:lnTo>
                    <a:lnTo>
                      <a:pt x="909594" y="900065"/>
                    </a:lnTo>
                    <a:lnTo>
                      <a:pt x="909787" y="900357"/>
                    </a:lnTo>
                    <a:lnTo>
                      <a:pt x="909980" y="900650"/>
                    </a:lnTo>
                    <a:lnTo>
                      <a:pt x="910173" y="900943"/>
                    </a:lnTo>
                    <a:lnTo>
                      <a:pt x="910366" y="901235"/>
                    </a:lnTo>
                    <a:lnTo>
                      <a:pt x="910559" y="901528"/>
                    </a:lnTo>
                    <a:lnTo>
                      <a:pt x="910752" y="901821"/>
                    </a:lnTo>
                    <a:lnTo>
                      <a:pt x="910945" y="902113"/>
                    </a:lnTo>
                    <a:lnTo>
                      <a:pt x="911138" y="902406"/>
                    </a:lnTo>
                    <a:lnTo>
                      <a:pt x="911331" y="902698"/>
                    </a:lnTo>
                    <a:lnTo>
                      <a:pt x="911524" y="902991"/>
                    </a:lnTo>
                    <a:lnTo>
                      <a:pt x="911717" y="903284"/>
                    </a:lnTo>
                    <a:lnTo>
                      <a:pt x="911910" y="903576"/>
                    </a:lnTo>
                    <a:lnTo>
                      <a:pt x="912103" y="903869"/>
                    </a:lnTo>
                    <a:lnTo>
                      <a:pt x="912296" y="904162"/>
                    </a:lnTo>
                    <a:lnTo>
                      <a:pt x="912488" y="904454"/>
                    </a:lnTo>
                    <a:lnTo>
                      <a:pt x="912681" y="904747"/>
                    </a:lnTo>
                    <a:lnTo>
                      <a:pt x="912874" y="905040"/>
                    </a:lnTo>
                    <a:lnTo>
                      <a:pt x="913067" y="905332"/>
                    </a:lnTo>
                    <a:lnTo>
                      <a:pt x="913260" y="905625"/>
                    </a:lnTo>
                    <a:lnTo>
                      <a:pt x="913453" y="905918"/>
                    </a:lnTo>
                    <a:lnTo>
                      <a:pt x="913645" y="906210"/>
                    </a:lnTo>
                    <a:lnTo>
                      <a:pt x="913838" y="906503"/>
                    </a:lnTo>
                    <a:lnTo>
                      <a:pt x="914031" y="906796"/>
                    </a:lnTo>
                    <a:lnTo>
                      <a:pt x="914224" y="907088"/>
                    </a:lnTo>
                    <a:lnTo>
                      <a:pt x="914400" y="907355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2" name="ph8672"/>
              <p:cNvSpPr/>
              <p:nvPr/>
            </p:nvSpPr>
            <p:spPr>
              <a:xfrm>
                <a:off x="3735217" y="895425"/>
                <a:ext cx="919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6" h="914400">
                    <a:moveTo>
                      <a:pt x="914400" y="914400"/>
                    </a:moveTo>
                    <a:lnTo>
                      <a:pt x="914417" y="907381"/>
                    </a:lnTo>
                    <a:lnTo>
                      <a:pt x="914609" y="907674"/>
                    </a:lnTo>
                    <a:lnTo>
                      <a:pt x="914802" y="907966"/>
                    </a:lnTo>
                    <a:lnTo>
                      <a:pt x="914995" y="908259"/>
                    </a:lnTo>
                    <a:lnTo>
                      <a:pt x="915188" y="908552"/>
                    </a:lnTo>
                    <a:lnTo>
                      <a:pt x="915380" y="908844"/>
                    </a:lnTo>
                    <a:lnTo>
                      <a:pt x="915573" y="909137"/>
                    </a:lnTo>
                    <a:lnTo>
                      <a:pt x="915766" y="909430"/>
                    </a:lnTo>
                    <a:lnTo>
                      <a:pt x="915958" y="909722"/>
                    </a:lnTo>
                    <a:lnTo>
                      <a:pt x="916151" y="910015"/>
                    </a:lnTo>
                    <a:lnTo>
                      <a:pt x="916344" y="910308"/>
                    </a:lnTo>
                    <a:lnTo>
                      <a:pt x="916536" y="910601"/>
                    </a:lnTo>
                    <a:lnTo>
                      <a:pt x="916729" y="910893"/>
                    </a:lnTo>
                    <a:lnTo>
                      <a:pt x="916922" y="911186"/>
                    </a:lnTo>
                    <a:lnTo>
                      <a:pt x="917114" y="911479"/>
                    </a:lnTo>
                    <a:lnTo>
                      <a:pt x="917307" y="911771"/>
                    </a:lnTo>
                    <a:lnTo>
                      <a:pt x="917499" y="912064"/>
                    </a:lnTo>
                    <a:lnTo>
                      <a:pt x="917692" y="912357"/>
                    </a:lnTo>
                    <a:lnTo>
                      <a:pt x="917885" y="912650"/>
                    </a:lnTo>
                    <a:lnTo>
                      <a:pt x="918077" y="912942"/>
                    </a:lnTo>
                    <a:lnTo>
                      <a:pt x="918270" y="913235"/>
                    </a:lnTo>
                    <a:lnTo>
                      <a:pt x="918462" y="913528"/>
                    </a:lnTo>
                    <a:lnTo>
                      <a:pt x="918655" y="913820"/>
                    </a:lnTo>
                    <a:lnTo>
                      <a:pt x="918848" y="914113"/>
                    </a:lnTo>
                    <a:lnTo>
                      <a:pt x="919036" y="91440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3" name="ph8673"/>
              <p:cNvSpPr/>
              <p:nvPr/>
            </p:nvSpPr>
            <p:spPr>
              <a:xfrm>
                <a:off x="3272105" y="8609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68" y="931638"/>
                    </a:lnTo>
                    <a:lnTo>
                      <a:pt x="908693" y="929152"/>
                    </a:lnTo>
                    <a:lnTo>
                      <a:pt x="907437" y="918803"/>
                    </a:lnTo>
                    <a:lnTo>
                      <a:pt x="907029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4" name="ph8674"/>
              <p:cNvSpPr/>
              <p:nvPr/>
            </p:nvSpPr>
            <p:spPr>
              <a:xfrm>
                <a:off x="32721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5" name="ph8675"/>
              <p:cNvSpPr/>
              <p:nvPr/>
            </p:nvSpPr>
            <p:spPr>
              <a:xfrm>
                <a:off x="32813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6" name="ph8676"/>
              <p:cNvSpPr/>
              <p:nvPr/>
            </p:nvSpPr>
            <p:spPr>
              <a:xfrm>
                <a:off x="329063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7" name="ph8677"/>
              <p:cNvSpPr/>
              <p:nvPr/>
            </p:nvSpPr>
            <p:spPr>
              <a:xfrm>
                <a:off x="329989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8" name="ph8678"/>
              <p:cNvSpPr/>
              <p:nvPr/>
            </p:nvSpPr>
            <p:spPr>
              <a:xfrm>
                <a:off x="330915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9" name="ph8679"/>
              <p:cNvSpPr/>
              <p:nvPr/>
            </p:nvSpPr>
            <p:spPr>
              <a:xfrm>
                <a:off x="331841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0" name="ph8680"/>
              <p:cNvSpPr/>
              <p:nvPr/>
            </p:nvSpPr>
            <p:spPr>
              <a:xfrm>
                <a:off x="332767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1" name="ph8681"/>
              <p:cNvSpPr/>
              <p:nvPr/>
            </p:nvSpPr>
            <p:spPr>
              <a:xfrm>
                <a:off x="333694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2" name="ph8682"/>
              <p:cNvSpPr/>
              <p:nvPr/>
            </p:nvSpPr>
            <p:spPr>
              <a:xfrm>
                <a:off x="334620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3" name="ph8683"/>
              <p:cNvSpPr/>
              <p:nvPr/>
            </p:nvSpPr>
            <p:spPr>
              <a:xfrm>
                <a:off x="335546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4" name="ph8684"/>
              <p:cNvSpPr/>
              <p:nvPr/>
            </p:nvSpPr>
            <p:spPr>
              <a:xfrm>
                <a:off x="336472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5" name="ph8685"/>
              <p:cNvSpPr/>
              <p:nvPr/>
            </p:nvSpPr>
            <p:spPr>
              <a:xfrm>
                <a:off x="337399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6" name="ph8686"/>
              <p:cNvSpPr/>
              <p:nvPr/>
            </p:nvSpPr>
            <p:spPr>
              <a:xfrm>
                <a:off x="338325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7" name="ph8687"/>
              <p:cNvSpPr/>
              <p:nvPr/>
            </p:nvSpPr>
            <p:spPr>
              <a:xfrm>
                <a:off x="339251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8" name="ph8688"/>
              <p:cNvSpPr/>
              <p:nvPr/>
            </p:nvSpPr>
            <p:spPr>
              <a:xfrm>
                <a:off x="340177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9" name="ph8689"/>
              <p:cNvSpPr/>
              <p:nvPr/>
            </p:nvSpPr>
            <p:spPr>
              <a:xfrm>
                <a:off x="341103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0" name="ph8690"/>
              <p:cNvSpPr/>
              <p:nvPr/>
            </p:nvSpPr>
            <p:spPr>
              <a:xfrm>
                <a:off x="342030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1" name="ph8691"/>
              <p:cNvSpPr/>
              <p:nvPr/>
            </p:nvSpPr>
            <p:spPr>
              <a:xfrm>
                <a:off x="342956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2" name="ph8692"/>
              <p:cNvSpPr/>
              <p:nvPr/>
            </p:nvSpPr>
            <p:spPr>
              <a:xfrm>
                <a:off x="343882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3" name="ph8693"/>
              <p:cNvSpPr/>
              <p:nvPr/>
            </p:nvSpPr>
            <p:spPr>
              <a:xfrm>
                <a:off x="344808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4" name="ph8694"/>
              <p:cNvSpPr/>
              <p:nvPr/>
            </p:nvSpPr>
            <p:spPr>
              <a:xfrm>
                <a:off x="345735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5" name="ph8695"/>
              <p:cNvSpPr/>
              <p:nvPr/>
            </p:nvSpPr>
            <p:spPr>
              <a:xfrm>
                <a:off x="346661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6" name="ph8696"/>
              <p:cNvSpPr/>
              <p:nvPr/>
            </p:nvSpPr>
            <p:spPr>
              <a:xfrm>
                <a:off x="347587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7" name="ph8697"/>
              <p:cNvSpPr/>
              <p:nvPr/>
            </p:nvSpPr>
            <p:spPr>
              <a:xfrm>
                <a:off x="348513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8" name="ph8698"/>
              <p:cNvSpPr/>
              <p:nvPr/>
            </p:nvSpPr>
            <p:spPr>
              <a:xfrm>
                <a:off x="349439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9" name="ph8699"/>
              <p:cNvSpPr/>
              <p:nvPr/>
            </p:nvSpPr>
            <p:spPr>
              <a:xfrm>
                <a:off x="350366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0" name="ph8700"/>
              <p:cNvSpPr/>
              <p:nvPr/>
            </p:nvSpPr>
            <p:spPr>
              <a:xfrm>
                <a:off x="351292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1" name="ph8701"/>
              <p:cNvSpPr/>
              <p:nvPr/>
            </p:nvSpPr>
            <p:spPr>
              <a:xfrm>
                <a:off x="352218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2" name="ph8702"/>
              <p:cNvSpPr/>
              <p:nvPr/>
            </p:nvSpPr>
            <p:spPr>
              <a:xfrm>
                <a:off x="353144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3" name="ph8703"/>
              <p:cNvSpPr/>
              <p:nvPr/>
            </p:nvSpPr>
            <p:spPr>
              <a:xfrm>
                <a:off x="354071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4" name="ph8704"/>
              <p:cNvSpPr/>
              <p:nvPr/>
            </p:nvSpPr>
            <p:spPr>
              <a:xfrm>
                <a:off x="354997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5" name="ph8705"/>
              <p:cNvSpPr/>
              <p:nvPr/>
            </p:nvSpPr>
            <p:spPr>
              <a:xfrm>
                <a:off x="355923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6" name="ph8706"/>
              <p:cNvSpPr/>
              <p:nvPr/>
            </p:nvSpPr>
            <p:spPr>
              <a:xfrm>
                <a:off x="356849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7" name="ph8707"/>
              <p:cNvSpPr/>
              <p:nvPr/>
            </p:nvSpPr>
            <p:spPr>
              <a:xfrm>
                <a:off x="357775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8" name="ph8708"/>
              <p:cNvSpPr/>
              <p:nvPr/>
            </p:nvSpPr>
            <p:spPr>
              <a:xfrm>
                <a:off x="358702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9" name="ph8709"/>
              <p:cNvSpPr/>
              <p:nvPr/>
            </p:nvSpPr>
            <p:spPr>
              <a:xfrm>
                <a:off x="359628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0" name="ph8710"/>
              <p:cNvSpPr/>
              <p:nvPr/>
            </p:nvSpPr>
            <p:spPr>
              <a:xfrm>
                <a:off x="360554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1" name="ph8711"/>
              <p:cNvSpPr/>
              <p:nvPr/>
            </p:nvSpPr>
            <p:spPr>
              <a:xfrm>
                <a:off x="361480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2" name="ph8712"/>
              <p:cNvSpPr/>
              <p:nvPr/>
            </p:nvSpPr>
            <p:spPr>
              <a:xfrm>
                <a:off x="362407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3" name="ph8713"/>
              <p:cNvSpPr/>
              <p:nvPr/>
            </p:nvSpPr>
            <p:spPr>
              <a:xfrm>
                <a:off x="363333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4" name="ph8714"/>
              <p:cNvSpPr/>
              <p:nvPr/>
            </p:nvSpPr>
            <p:spPr>
              <a:xfrm>
                <a:off x="364259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5" name="ph8715"/>
              <p:cNvSpPr/>
              <p:nvPr/>
            </p:nvSpPr>
            <p:spPr>
              <a:xfrm>
                <a:off x="365185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6" name="ph8716"/>
              <p:cNvSpPr/>
              <p:nvPr/>
            </p:nvSpPr>
            <p:spPr>
              <a:xfrm>
                <a:off x="366111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7" name="ph8717"/>
              <p:cNvSpPr/>
              <p:nvPr/>
            </p:nvSpPr>
            <p:spPr>
              <a:xfrm>
                <a:off x="367038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8" name="ph8718"/>
              <p:cNvSpPr/>
              <p:nvPr/>
            </p:nvSpPr>
            <p:spPr>
              <a:xfrm>
                <a:off x="367964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9" name="ph8719"/>
              <p:cNvSpPr/>
              <p:nvPr/>
            </p:nvSpPr>
            <p:spPr>
              <a:xfrm>
                <a:off x="36889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0" name="ph8720"/>
              <p:cNvSpPr/>
              <p:nvPr/>
            </p:nvSpPr>
            <p:spPr>
              <a:xfrm>
                <a:off x="36981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1" name="ph8721"/>
              <p:cNvSpPr/>
              <p:nvPr/>
            </p:nvSpPr>
            <p:spPr>
              <a:xfrm>
                <a:off x="3716692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00" y="897161"/>
                    </a:lnTo>
                    <a:lnTo>
                      <a:pt x="914400" y="89899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2" name="ph8722"/>
              <p:cNvSpPr/>
              <p:nvPr/>
            </p:nvSpPr>
            <p:spPr>
              <a:xfrm>
                <a:off x="3725954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998"/>
                    </a:lnTo>
                    <a:lnTo>
                      <a:pt x="907956" y="902236"/>
                    </a:lnTo>
                    <a:lnTo>
                      <a:pt x="912725" y="908374"/>
                    </a:lnTo>
                    <a:lnTo>
                      <a:pt x="914400" y="91077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3" name="ph8723"/>
              <p:cNvSpPr/>
              <p:nvPr/>
            </p:nvSpPr>
            <p:spPr>
              <a:xfrm>
                <a:off x="3725954" y="878187"/>
                <a:ext cx="91692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14400">
                    <a:moveTo>
                      <a:pt x="914400" y="914400"/>
                    </a:moveTo>
                    <a:lnTo>
                      <a:pt x="914400" y="910779"/>
                    </a:lnTo>
                    <a:lnTo>
                      <a:pt x="916920" y="91440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4" name="ph8724"/>
              <p:cNvSpPr/>
              <p:nvPr/>
            </p:nvSpPr>
            <p:spPr>
              <a:xfrm>
                <a:off x="3272105" y="8437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29" y="931638"/>
                    </a:lnTo>
                    <a:lnTo>
                      <a:pt x="906468" y="925587"/>
                    </a:lnTo>
                    <a:lnTo>
                      <a:pt x="905788" y="915053"/>
                    </a:lnTo>
                    <a:lnTo>
                      <a:pt x="905764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5" name="ph8725"/>
              <p:cNvSpPr/>
              <p:nvPr/>
            </p:nvSpPr>
            <p:spPr>
              <a:xfrm>
                <a:off x="32721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6" name="ph8726"/>
              <p:cNvSpPr/>
              <p:nvPr/>
            </p:nvSpPr>
            <p:spPr>
              <a:xfrm>
                <a:off x="328136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7" name="ph8727"/>
              <p:cNvSpPr/>
              <p:nvPr/>
            </p:nvSpPr>
            <p:spPr>
              <a:xfrm>
                <a:off x="329063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8" name="ph8728"/>
              <p:cNvSpPr/>
              <p:nvPr/>
            </p:nvSpPr>
            <p:spPr>
              <a:xfrm>
                <a:off x="329989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9" name="ph8729"/>
              <p:cNvSpPr/>
              <p:nvPr/>
            </p:nvSpPr>
            <p:spPr>
              <a:xfrm>
                <a:off x="330915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0" name="ph8730"/>
              <p:cNvSpPr/>
              <p:nvPr/>
            </p:nvSpPr>
            <p:spPr>
              <a:xfrm>
                <a:off x="331841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1" name="ph8731"/>
              <p:cNvSpPr/>
              <p:nvPr/>
            </p:nvSpPr>
            <p:spPr>
              <a:xfrm>
                <a:off x="332767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2" name="ph8732"/>
              <p:cNvSpPr/>
              <p:nvPr/>
            </p:nvSpPr>
            <p:spPr>
              <a:xfrm>
                <a:off x="333694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3" name="ph8733"/>
              <p:cNvSpPr/>
              <p:nvPr/>
            </p:nvSpPr>
            <p:spPr>
              <a:xfrm>
                <a:off x="334620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4" name="ph8734"/>
              <p:cNvSpPr/>
              <p:nvPr/>
            </p:nvSpPr>
            <p:spPr>
              <a:xfrm>
                <a:off x="335546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5" name="ph8735"/>
              <p:cNvSpPr/>
              <p:nvPr/>
            </p:nvSpPr>
            <p:spPr>
              <a:xfrm>
                <a:off x="336472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6" name="ph8736"/>
              <p:cNvSpPr/>
              <p:nvPr/>
            </p:nvSpPr>
            <p:spPr>
              <a:xfrm>
                <a:off x="337399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7" name="ph8737"/>
              <p:cNvSpPr/>
              <p:nvPr/>
            </p:nvSpPr>
            <p:spPr>
              <a:xfrm>
                <a:off x="338325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8" name="ph8738"/>
              <p:cNvSpPr/>
              <p:nvPr/>
            </p:nvSpPr>
            <p:spPr>
              <a:xfrm>
                <a:off x="339251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9" name="ph8739"/>
              <p:cNvSpPr/>
              <p:nvPr/>
            </p:nvSpPr>
            <p:spPr>
              <a:xfrm>
                <a:off x="340177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0" name="ph8740"/>
              <p:cNvSpPr/>
              <p:nvPr/>
            </p:nvSpPr>
            <p:spPr>
              <a:xfrm>
                <a:off x="341103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1" name="ph8741"/>
              <p:cNvSpPr/>
              <p:nvPr/>
            </p:nvSpPr>
            <p:spPr>
              <a:xfrm>
                <a:off x="342030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2" name="ph8742"/>
              <p:cNvSpPr/>
              <p:nvPr/>
            </p:nvSpPr>
            <p:spPr>
              <a:xfrm>
                <a:off x="342956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3" name="ph8743"/>
              <p:cNvSpPr/>
              <p:nvPr/>
            </p:nvSpPr>
            <p:spPr>
              <a:xfrm>
                <a:off x="343882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4" name="ph8744"/>
              <p:cNvSpPr/>
              <p:nvPr/>
            </p:nvSpPr>
            <p:spPr>
              <a:xfrm>
                <a:off x="344808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5" name="ph8745"/>
              <p:cNvSpPr/>
              <p:nvPr/>
            </p:nvSpPr>
            <p:spPr>
              <a:xfrm>
                <a:off x="345735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6" name="ph8746"/>
              <p:cNvSpPr/>
              <p:nvPr/>
            </p:nvSpPr>
            <p:spPr>
              <a:xfrm>
                <a:off x="346661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7" name="ph8747"/>
              <p:cNvSpPr/>
              <p:nvPr/>
            </p:nvSpPr>
            <p:spPr>
              <a:xfrm>
                <a:off x="347587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8" name="ph8748"/>
              <p:cNvSpPr/>
              <p:nvPr/>
            </p:nvSpPr>
            <p:spPr>
              <a:xfrm>
                <a:off x="348513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9" name="ph8749"/>
              <p:cNvSpPr/>
              <p:nvPr/>
            </p:nvSpPr>
            <p:spPr>
              <a:xfrm>
                <a:off x="349439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0" name="ph8750"/>
              <p:cNvSpPr/>
              <p:nvPr/>
            </p:nvSpPr>
            <p:spPr>
              <a:xfrm>
                <a:off x="350366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1" name="ph8751"/>
              <p:cNvSpPr/>
              <p:nvPr/>
            </p:nvSpPr>
            <p:spPr>
              <a:xfrm>
                <a:off x="351292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2" name="ph8752"/>
              <p:cNvSpPr/>
              <p:nvPr/>
            </p:nvSpPr>
            <p:spPr>
              <a:xfrm>
                <a:off x="352218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3" name="ph8753"/>
              <p:cNvSpPr/>
              <p:nvPr/>
            </p:nvSpPr>
            <p:spPr>
              <a:xfrm>
                <a:off x="353144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4" name="ph8754"/>
              <p:cNvSpPr/>
              <p:nvPr/>
            </p:nvSpPr>
            <p:spPr>
              <a:xfrm>
                <a:off x="354071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5" name="ph8755"/>
              <p:cNvSpPr/>
              <p:nvPr/>
            </p:nvSpPr>
            <p:spPr>
              <a:xfrm>
                <a:off x="354997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6" name="ph8756"/>
              <p:cNvSpPr/>
              <p:nvPr/>
            </p:nvSpPr>
            <p:spPr>
              <a:xfrm>
                <a:off x="355923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7" name="ph8757"/>
              <p:cNvSpPr/>
              <p:nvPr/>
            </p:nvSpPr>
            <p:spPr>
              <a:xfrm>
                <a:off x="356849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8" name="ph8758"/>
              <p:cNvSpPr/>
              <p:nvPr/>
            </p:nvSpPr>
            <p:spPr>
              <a:xfrm>
                <a:off x="357775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9" name="ph8759"/>
              <p:cNvSpPr/>
              <p:nvPr/>
            </p:nvSpPr>
            <p:spPr>
              <a:xfrm>
                <a:off x="358702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0" name="ph8760"/>
              <p:cNvSpPr/>
              <p:nvPr/>
            </p:nvSpPr>
            <p:spPr>
              <a:xfrm>
                <a:off x="359628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1" name="ph8761"/>
              <p:cNvSpPr/>
              <p:nvPr/>
            </p:nvSpPr>
            <p:spPr>
              <a:xfrm>
                <a:off x="360554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2" name="ph8762"/>
              <p:cNvSpPr/>
              <p:nvPr/>
            </p:nvSpPr>
            <p:spPr>
              <a:xfrm>
                <a:off x="361480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3" name="ph8763"/>
              <p:cNvSpPr/>
              <p:nvPr/>
            </p:nvSpPr>
            <p:spPr>
              <a:xfrm>
                <a:off x="362407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4" name="ph8764"/>
              <p:cNvSpPr/>
              <p:nvPr/>
            </p:nvSpPr>
            <p:spPr>
              <a:xfrm>
                <a:off x="363333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5" name="ph8765"/>
              <p:cNvSpPr/>
              <p:nvPr/>
            </p:nvSpPr>
            <p:spPr>
              <a:xfrm>
                <a:off x="364259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6" name="ph8766"/>
              <p:cNvSpPr/>
              <p:nvPr/>
            </p:nvSpPr>
            <p:spPr>
              <a:xfrm>
                <a:off x="365185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7" name="ph8767"/>
              <p:cNvSpPr/>
              <p:nvPr/>
            </p:nvSpPr>
            <p:spPr>
              <a:xfrm>
                <a:off x="366111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8" name="ph8768"/>
              <p:cNvSpPr/>
              <p:nvPr/>
            </p:nvSpPr>
            <p:spPr>
              <a:xfrm>
                <a:off x="367038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9" name="ph8769"/>
              <p:cNvSpPr/>
              <p:nvPr/>
            </p:nvSpPr>
            <p:spPr>
              <a:xfrm>
                <a:off x="367964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0" name="ph8770"/>
              <p:cNvSpPr/>
              <p:nvPr/>
            </p:nvSpPr>
            <p:spPr>
              <a:xfrm>
                <a:off x="36889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1" name="ph8771"/>
              <p:cNvSpPr/>
              <p:nvPr/>
            </p:nvSpPr>
            <p:spPr>
              <a:xfrm>
                <a:off x="3707430" y="8609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145" y="897161"/>
                    </a:lnTo>
                    <a:lnTo>
                      <a:pt x="909600" y="902672"/>
                    </a:lnTo>
                    <a:lnTo>
                      <a:pt x="911237" y="903947"/>
                    </a:lnTo>
                    <a:lnTo>
                      <a:pt x="914400" y="90678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2" name="ph8772"/>
              <p:cNvSpPr/>
              <p:nvPr/>
            </p:nvSpPr>
            <p:spPr>
              <a:xfrm>
                <a:off x="3707430" y="860948"/>
                <a:ext cx="922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63" h="914400">
                    <a:moveTo>
                      <a:pt x="914400" y="914400"/>
                    </a:moveTo>
                    <a:lnTo>
                      <a:pt x="914400" y="906780"/>
                    </a:lnTo>
                    <a:lnTo>
                      <a:pt x="916461" y="908627"/>
                    </a:lnTo>
                    <a:lnTo>
                      <a:pt x="921547" y="913807"/>
                    </a:lnTo>
                    <a:lnTo>
                      <a:pt x="922063" y="91440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3" name="ph8773"/>
              <p:cNvSpPr/>
              <p:nvPr/>
            </p:nvSpPr>
            <p:spPr>
              <a:xfrm>
                <a:off x="3272105" y="8264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64" y="931638"/>
                    </a:lnTo>
                    <a:lnTo>
                      <a:pt x="905399" y="921707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4" name="ph8774"/>
              <p:cNvSpPr/>
              <p:nvPr/>
            </p:nvSpPr>
            <p:spPr>
              <a:xfrm>
                <a:off x="327210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5" name="ph8775"/>
              <p:cNvSpPr/>
              <p:nvPr/>
            </p:nvSpPr>
            <p:spPr>
              <a:xfrm>
                <a:off x="328136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6" name="ph8776"/>
              <p:cNvSpPr/>
              <p:nvPr/>
            </p:nvSpPr>
            <p:spPr>
              <a:xfrm>
                <a:off x="329063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7" name="ph8777"/>
              <p:cNvSpPr/>
              <p:nvPr/>
            </p:nvSpPr>
            <p:spPr>
              <a:xfrm>
                <a:off x="329989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8" name="ph8778"/>
              <p:cNvSpPr/>
              <p:nvPr/>
            </p:nvSpPr>
            <p:spPr>
              <a:xfrm>
                <a:off x="330915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9" name="ph8779"/>
              <p:cNvSpPr/>
              <p:nvPr/>
            </p:nvSpPr>
            <p:spPr>
              <a:xfrm>
                <a:off x="331841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0" name="ph8780"/>
              <p:cNvSpPr/>
              <p:nvPr/>
            </p:nvSpPr>
            <p:spPr>
              <a:xfrm>
                <a:off x="332767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1" name="ph8781"/>
              <p:cNvSpPr/>
              <p:nvPr/>
            </p:nvSpPr>
            <p:spPr>
              <a:xfrm>
                <a:off x="333694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2" name="ph8782"/>
              <p:cNvSpPr/>
              <p:nvPr/>
            </p:nvSpPr>
            <p:spPr>
              <a:xfrm>
                <a:off x="334620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3" name="ph8783"/>
              <p:cNvSpPr/>
              <p:nvPr/>
            </p:nvSpPr>
            <p:spPr>
              <a:xfrm>
                <a:off x="335546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4" name="ph8784"/>
              <p:cNvSpPr/>
              <p:nvPr/>
            </p:nvSpPr>
            <p:spPr>
              <a:xfrm>
                <a:off x="336472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5" name="ph8785"/>
              <p:cNvSpPr/>
              <p:nvPr/>
            </p:nvSpPr>
            <p:spPr>
              <a:xfrm>
                <a:off x="337399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6" name="ph8786"/>
              <p:cNvSpPr/>
              <p:nvPr/>
            </p:nvSpPr>
            <p:spPr>
              <a:xfrm>
                <a:off x="338325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7" name="ph8787"/>
              <p:cNvSpPr/>
              <p:nvPr/>
            </p:nvSpPr>
            <p:spPr>
              <a:xfrm>
                <a:off x="339251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8" name="ph8788"/>
              <p:cNvSpPr/>
              <p:nvPr/>
            </p:nvSpPr>
            <p:spPr>
              <a:xfrm>
                <a:off x="340177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9" name="ph8789"/>
              <p:cNvSpPr/>
              <p:nvPr/>
            </p:nvSpPr>
            <p:spPr>
              <a:xfrm>
                <a:off x="341103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0" name="ph8790"/>
              <p:cNvSpPr/>
              <p:nvPr/>
            </p:nvSpPr>
            <p:spPr>
              <a:xfrm>
                <a:off x="342030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1" name="ph8791"/>
              <p:cNvSpPr/>
              <p:nvPr/>
            </p:nvSpPr>
            <p:spPr>
              <a:xfrm>
                <a:off x="342956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2" name="ph8792"/>
              <p:cNvSpPr/>
              <p:nvPr/>
            </p:nvSpPr>
            <p:spPr>
              <a:xfrm>
                <a:off x="343882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3" name="ph8793"/>
              <p:cNvSpPr/>
              <p:nvPr/>
            </p:nvSpPr>
            <p:spPr>
              <a:xfrm>
                <a:off x="344808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4" name="ph8794"/>
              <p:cNvSpPr/>
              <p:nvPr/>
            </p:nvSpPr>
            <p:spPr>
              <a:xfrm>
                <a:off x="345735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5" name="ph8795"/>
              <p:cNvSpPr/>
              <p:nvPr/>
            </p:nvSpPr>
            <p:spPr>
              <a:xfrm>
                <a:off x="346661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6" name="ph8796"/>
              <p:cNvSpPr/>
              <p:nvPr/>
            </p:nvSpPr>
            <p:spPr>
              <a:xfrm>
                <a:off x="347587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7" name="ph8797"/>
              <p:cNvSpPr/>
              <p:nvPr/>
            </p:nvSpPr>
            <p:spPr>
              <a:xfrm>
                <a:off x="348513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8" name="ph8798"/>
              <p:cNvSpPr/>
              <p:nvPr/>
            </p:nvSpPr>
            <p:spPr>
              <a:xfrm>
                <a:off x="349439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9" name="ph8799"/>
              <p:cNvSpPr/>
              <p:nvPr/>
            </p:nvSpPr>
            <p:spPr>
              <a:xfrm>
                <a:off x="350366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0" name="ph8800"/>
              <p:cNvSpPr/>
              <p:nvPr/>
            </p:nvSpPr>
            <p:spPr>
              <a:xfrm>
                <a:off x="351292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1" name="ph8801"/>
              <p:cNvSpPr/>
              <p:nvPr/>
            </p:nvSpPr>
            <p:spPr>
              <a:xfrm>
                <a:off x="352218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2" name="ph8802"/>
              <p:cNvSpPr/>
              <p:nvPr/>
            </p:nvSpPr>
            <p:spPr>
              <a:xfrm>
                <a:off x="353144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3" name="ph8803"/>
              <p:cNvSpPr/>
              <p:nvPr/>
            </p:nvSpPr>
            <p:spPr>
              <a:xfrm>
                <a:off x="354071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4" name="ph8804"/>
              <p:cNvSpPr/>
              <p:nvPr/>
            </p:nvSpPr>
            <p:spPr>
              <a:xfrm>
                <a:off x="354997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5" name="ph8805"/>
              <p:cNvSpPr/>
              <p:nvPr/>
            </p:nvSpPr>
            <p:spPr>
              <a:xfrm>
                <a:off x="355923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6" name="ph8806"/>
              <p:cNvSpPr/>
              <p:nvPr/>
            </p:nvSpPr>
            <p:spPr>
              <a:xfrm>
                <a:off x="356849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7" name="ph8807"/>
              <p:cNvSpPr/>
              <p:nvPr/>
            </p:nvSpPr>
            <p:spPr>
              <a:xfrm>
                <a:off x="357775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8" name="ph8808"/>
              <p:cNvSpPr/>
              <p:nvPr/>
            </p:nvSpPr>
            <p:spPr>
              <a:xfrm>
                <a:off x="358702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9" name="ph8809"/>
              <p:cNvSpPr/>
              <p:nvPr/>
            </p:nvSpPr>
            <p:spPr>
              <a:xfrm>
                <a:off x="359628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0" name="ph8810"/>
              <p:cNvSpPr/>
              <p:nvPr/>
            </p:nvSpPr>
            <p:spPr>
              <a:xfrm>
                <a:off x="360554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1" name="ph8811"/>
              <p:cNvSpPr/>
              <p:nvPr/>
            </p:nvSpPr>
            <p:spPr>
              <a:xfrm>
                <a:off x="361480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2" name="ph8812"/>
              <p:cNvSpPr/>
              <p:nvPr/>
            </p:nvSpPr>
            <p:spPr>
              <a:xfrm>
                <a:off x="362407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3" name="ph8813"/>
              <p:cNvSpPr/>
              <p:nvPr/>
            </p:nvSpPr>
            <p:spPr>
              <a:xfrm>
                <a:off x="363333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4" name="ph8814"/>
              <p:cNvSpPr/>
              <p:nvPr/>
            </p:nvSpPr>
            <p:spPr>
              <a:xfrm>
                <a:off x="364259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5" name="ph8815"/>
              <p:cNvSpPr/>
              <p:nvPr/>
            </p:nvSpPr>
            <p:spPr>
              <a:xfrm>
                <a:off x="365185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6" name="ph8816"/>
              <p:cNvSpPr/>
              <p:nvPr/>
            </p:nvSpPr>
            <p:spPr>
              <a:xfrm>
                <a:off x="366111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7" name="ph8817"/>
              <p:cNvSpPr/>
              <p:nvPr/>
            </p:nvSpPr>
            <p:spPr>
              <a:xfrm>
                <a:off x="367038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8" name="ph8818"/>
              <p:cNvSpPr/>
              <p:nvPr/>
            </p:nvSpPr>
            <p:spPr>
              <a:xfrm>
                <a:off x="367964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9" name="ph8819"/>
              <p:cNvSpPr/>
              <p:nvPr/>
            </p:nvSpPr>
            <p:spPr>
              <a:xfrm>
                <a:off x="3698168" y="843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374" y="897161"/>
                    </a:lnTo>
                    <a:lnTo>
                      <a:pt x="908074" y="898310"/>
                    </a:lnTo>
                    <a:lnTo>
                      <a:pt x="912197" y="905823"/>
                    </a:lnTo>
                    <a:lnTo>
                      <a:pt x="914400" y="910274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0" name="ph8820"/>
              <p:cNvSpPr/>
              <p:nvPr/>
            </p:nvSpPr>
            <p:spPr>
              <a:xfrm>
                <a:off x="3698168" y="843710"/>
                <a:ext cx="916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407" h="914400">
                    <a:moveTo>
                      <a:pt x="914400" y="914400"/>
                    </a:moveTo>
                    <a:lnTo>
                      <a:pt x="914400" y="910274"/>
                    </a:lnTo>
                    <a:lnTo>
                      <a:pt x="916106" y="913723"/>
                    </a:lnTo>
                    <a:lnTo>
                      <a:pt x="916407" y="91440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1" name="ph8821"/>
              <p:cNvSpPr/>
              <p:nvPr/>
            </p:nvSpPr>
            <p:spPr>
              <a:xfrm>
                <a:off x="3262843" y="809233"/>
                <a:ext cx="914400" cy="92396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960">
                    <a:moveTo>
                      <a:pt x="914400" y="914400"/>
                    </a:moveTo>
                    <a:lnTo>
                      <a:pt x="914400" y="923960"/>
                    </a:lnTo>
                    <a:lnTo>
                      <a:pt x="914351" y="923759"/>
                    </a:lnTo>
                    <a:lnTo>
                      <a:pt x="912385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2" name="ph8822"/>
              <p:cNvSpPr/>
              <p:nvPr/>
            </p:nvSpPr>
            <p:spPr>
              <a:xfrm>
                <a:off x="326284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595" y="931638"/>
                    </a:lnTo>
                    <a:lnTo>
                      <a:pt x="914565" y="928338"/>
                    </a:lnTo>
                    <a:lnTo>
                      <a:pt x="914628" y="924904"/>
                    </a:lnTo>
                    <a:lnTo>
                      <a:pt x="914400" y="92396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3" name="ph8823"/>
              <p:cNvSpPr/>
              <p:nvPr/>
            </p:nvSpPr>
            <p:spPr>
              <a:xfrm>
                <a:off x="327210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4" name="ph8824"/>
              <p:cNvSpPr/>
              <p:nvPr/>
            </p:nvSpPr>
            <p:spPr>
              <a:xfrm>
                <a:off x="328136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5" name="ph8825"/>
              <p:cNvSpPr/>
              <p:nvPr/>
            </p:nvSpPr>
            <p:spPr>
              <a:xfrm>
                <a:off x="329063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6" name="ph8826"/>
              <p:cNvSpPr/>
              <p:nvPr/>
            </p:nvSpPr>
            <p:spPr>
              <a:xfrm>
                <a:off x="329989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7" name="ph8827"/>
              <p:cNvSpPr/>
              <p:nvPr/>
            </p:nvSpPr>
            <p:spPr>
              <a:xfrm>
                <a:off x="330915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8" name="ph8828"/>
              <p:cNvSpPr/>
              <p:nvPr/>
            </p:nvSpPr>
            <p:spPr>
              <a:xfrm>
                <a:off x="331841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9" name="ph8829"/>
              <p:cNvSpPr/>
              <p:nvPr/>
            </p:nvSpPr>
            <p:spPr>
              <a:xfrm>
                <a:off x="332767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0" name="ph8830"/>
              <p:cNvSpPr/>
              <p:nvPr/>
            </p:nvSpPr>
            <p:spPr>
              <a:xfrm>
                <a:off x="333694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1" name="ph8831"/>
              <p:cNvSpPr/>
              <p:nvPr/>
            </p:nvSpPr>
            <p:spPr>
              <a:xfrm>
                <a:off x="334620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2" name="ph8832"/>
              <p:cNvSpPr/>
              <p:nvPr/>
            </p:nvSpPr>
            <p:spPr>
              <a:xfrm>
                <a:off x="335546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3" name="ph8833"/>
              <p:cNvSpPr/>
              <p:nvPr/>
            </p:nvSpPr>
            <p:spPr>
              <a:xfrm>
                <a:off x="336472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4" name="ph8834"/>
              <p:cNvSpPr/>
              <p:nvPr/>
            </p:nvSpPr>
            <p:spPr>
              <a:xfrm>
                <a:off x="337399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5" name="ph8835"/>
              <p:cNvSpPr/>
              <p:nvPr/>
            </p:nvSpPr>
            <p:spPr>
              <a:xfrm>
                <a:off x="338325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6" name="ph8836"/>
              <p:cNvSpPr/>
              <p:nvPr/>
            </p:nvSpPr>
            <p:spPr>
              <a:xfrm>
                <a:off x="339251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7" name="ph8837"/>
              <p:cNvSpPr/>
              <p:nvPr/>
            </p:nvSpPr>
            <p:spPr>
              <a:xfrm>
                <a:off x="340177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8" name="ph8838"/>
              <p:cNvSpPr/>
              <p:nvPr/>
            </p:nvSpPr>
            <p:spPr>
              <a:xfrm>
                <a:off x="341103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9" name="ph8839"/>
              <p:cNvSpPr/>
              <p:nvPr/>
            </p:nvSpPr>
            <p:spPr>
              <a:xfrm>
                <a:off x="342030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0" name="ph8840"/>
              <p:cNvSpPr/>
              <p:nvPr/>
            </p:nvSpPr>
            <p:spPr>
              <a:xfrm>
                <a:off x="342956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1" name="ph8841"/>
              <p:cNvSpPr/>
              <p:nvPr/>
            </p:nvSpPr>
            <p:spPr>
              <a:xfrm>
                <a:off x="343882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2" name="ph8842"/>
              <p:cNvSpPr/>
              <p:nvPr/>
            </p:nvSpPr>
            <p:spPr>
              <a:xfrm>
                <a:off x="344808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3" name="ph8843"/>
              <p:cNvSpPr/>
              <p:nvPr/>
            </p:nvSpPr>
            <p:spPr>
              <a:xfrm>
                <a:off x="345735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4" name="ph8844"/>
              <p:cNvSpPr/>
              <p:nvPr/>
            </p:nvSpPr>
            <p:spPr>
              <a:xfrm>
                <a:off x="346661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5" name="ph8845"/>
              <p:cNvSpPr/>
              <p:nvPr/>
            </p:nvSpPr>
            <p:spPr>
              <a:xfrm>
                <a:off x="347587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6" name="ph8846"/>
              <p:cNvSpPr/>
              <p:nvPr/>
            </p:nvSpPr>
            <p:spPr>
              <a:xfrm>
                <a:off x="348513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7" name="ph8847"/>
              <p:cNvSpPr/>
              <p:nvPr/>
            </p:nvSpPr>
            <p:spPr>
              <a:xfrm>
                <a:off x="349439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8" name="ph8848"/>
              <p:cNvSpPr/>
              <p:nvPr/>
            </p:nvSpPr>
            <p:spPr>
              <a:xfrm>
                <a:off x="350366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9" name="ph8849"/>
              <p:cNvSpPr/>
              <p:nvPr/>
            </p:nvSpPr>
            <p:spPr>
              <a:xfrm>
                <a:off x="351292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0" name="ph8850"/>
              <p:cNvSpPr/>
              <p:nvPr/>
            </p:nvSpPr>
            <p:spPr>
              <a:xfrm>
                <a:off x="352218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1" name="ph8851"/>
              <p:cNvSpPr/>
              <p:nvPr/>
            </p:nvSpPr>
            <p:spPr>
              <a:xfrm>
                <a:off x="353144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2" name="ph8852"/>
              <p:cNvSpPr/>
              <p:nvPr/>
            </p:nvSpPr>
            <p:spPr>
              <a:xfrm>
                <a:off x="354071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3" name="ph8853"/>
              <p:cNvSpPr/>
              <p:nvPr/>
            </p:nvSpPr>
            <p:spPr>
              <a:xfrm>
                <a:off x="354997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4" name="ph8854"/>
              <p:cNvSpPr/>
              <p:nvPr/>
            </p:nvSpPr>
            <p:spPr>
              <a:xfrm>
                <a:off x="355923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5" name="ph8855"/>
              <p:cNvSpPr/>
              <p:nvPr/>
            </p:nvSpPr>
            <p:spPr>
              <a:xfrm>
                <a:off x="356849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6" name="ph8856"/>
              <p:cNvSpPr/>
              <p:nvPr/>
            </p:nvSpPr>
            <p:spPr>
              <a:xfrm>
                <a:off x="357775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7" name="ph8857"/>
              <p:cNvSpPr/>
              <p:nvPr/>
            </p:nvSpPr>
            <p:spPr>
              <a:xfrm>
                <a:off x="358702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8" name="ph8858"/>
              <p:cNvSpPr/>
              <p:nvPr/>
            </p:nvSpPr>
            <p:spPr>
              <a:xfrm>
                <a:off x="359628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9" name="ph8859"/>
              <p:cNvSpPr/>
              <p:nvPr/>
            </p:nvSpPr>
            <p:spPr>
              <a:xfrm>
                <a:off x="360554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0" name="ph8860"/>
              <p:cNvSpPr/>
              <p:nvPr/>
            </p:nvSpPr>
            <p:spPr>
              <a:xfrm>
                <a:off x="361480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1" name="ph8861"/>
              <p:cNvSpPr/>
              <p:nvPr/>
            </p:nvSpPr>
            <p:spPr>
              <a:xfrm>
                <a:off x="362407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2" name="ph8862"/>
              <p:cNvSpPr/>
              <p:nvPr/>
            </p:nvSpPr>
            <p:spPr>
              <a:xfrm>
                <a:off x="363333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3" name="ph8863"/>
              <p:cNvSpPr/>
              <p:nvPr/>
            </p:nvSpPr>
            <p:spPr>
              <a:xfrm>
                <a:off x="364259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4" name="ph8864"/>
              <p:cNvSpPr/>
              <p:nvPr/>
            </p:nvSpPr>
            <p:spPr>
              <a:xfrm>
                <a:off x="365185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5" name="ph8865"/>
              <p:cNvSpPr/>
              <p:nvPr/>
            </p:nvSpPr>
            <p:spPr>
              <a:xfrm>
                <a:off x="366111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6" name="ph8866"/>
              <p:cNvSpPr/>
              <p:nvPr/>
            </p:nvSpPr>
            <p:spPr>
              <a:xfrm>
                <a:off x="3679643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276" y="897161"/>
                    </a:lnTo>
                    <a:lnTo>
                      <a:pt x="914400" y="897325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7" name="ph8867"/>
              <p:cNvSpPr/>
              <p:nvPr/>
            </p:nvSpPr>
            <p:spPr>
              <a:xfrm>
                <a:off x="3688905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325"/>
                    </a:lnTo>
                    <a:lnTo>
                      <a:pt x="908489" y="901768"/>
                    </a:lnTo>
                    <a:lnTo>
                      <a:pt x="913008" y="908444"/>
                    </a:lnTo>
                    <a:lnTo>
                      <a:pt x="914400" y="91072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8" name="ph8868"/>
              <p:cNvSpPr/>
              <p:nvPr/>
            </p:nvSpPr>
            <p:spPr>
              <a:xfrm>
                <a:off x="3688905" y="826471"/>
                <a:ext cx="9166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36" h="914400">
                    <a:moveTo>
                      <a:pt x="914400" y="914400"/>
                    </a:moveTo>
                    <a:lnTo>
                      <a:pt x="914400" y="910728"/>
                    </a:lnTo>
                    <a:lnTo>
                      <a:pt x="916636" y="914400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9" name="ph8869"/>
              <p:cNvSpPr/>
              <p:nvPr/>
            </p:nvSpPr>
            <p:spPr>
              <a:xfrm>
                <a:off x="3262843" y="7919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85" y="931638"/>
                    </a:lnTo>
                    <a:lnTo>
                      <a:pt x="912291" y="931188"/>
                    </a:lnTo>
                    <a:lnTo>
                      <a:pt x="910501" y="921195"/>
                    </a:lnTo>
                    <a:lnTo>
                      <a:pt x="909488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0" name="ph8870"/>
              <p:cNvSpPr/>
              <p:nvPr/>
            </p:nvSpPr>
            <p:spPr>
              <a:xfrm>
                <a:off x="326284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1" name="ph8871"/>
              <p:cNvSpPr/>
              <p:nvPr/>
            </p:nvSpPr>
            <p:spPr>
              <a:xfrm>
                <a:off x="327210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2" name="ph8872"/>
              <p:cNvSpPr/>
              <p:nvPr/>
            </p:nvSpPr>
            <p:spPr>
              <a:xfrm>
                <a:off x="328136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3" name="ph8873"/>
              <p:cNvSpPr/>
              <p:nvPr/>
            </p:nvSpPr>
            <p:spPr>
              <a:xfrm>
                <a:off x="329063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4" name="ph8874"/>
              <p:cNvSpPr/>
              <p:nvPr/>
            </p:nvSpPr>
            <p:spPr>
              <a:xfrm>
                <a:off x="329989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5" name="ph8875"/>
              <p:cNvSpPr/>
              <p:nvPr/>
            </p:nvSpPr>
            <p:spPr>
              <a:xfrm>
                <a:off x="330915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6" name="ph8876"/>
              <p:cNvSpPr/>
              <p:nvPr/>
            </p:nvSpPr>
            <p:spPr>
              <a:xfrm>
                <a:off x="331841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7" name="ph8877"/>
              <p:cNvSpPr/>
              <p:nvPr/>
            </p:nvSpPr>
            <p:spPr>
              <a:xfrm>
                <a:off x="332767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8" name="ph8878"/>
              <p:cNvSpPr/>
              <p:nvPr/>
            </p:nvSpPr>
            <p:spPr>
              <a:xfrm>
                <a:off x="333694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9" name="ph8879"/>
              <p:cNvSpPr/>
              <p:nvPr/>
            </p:nvSpPr>
            <p:spPr>
              <a:xfrm>
                <a:off x="334620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0" name="ph8880"/>
              <p:cNvSpPr/>
              <p:nvPr/>
            </p:nvSpPr>
            <p:spPr>
              <a:xfrm>
                <a:off x="335546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1" name="ph8881"/>
              <p:cNvSpPr/>
              <p:nvPr/>
            </p:nvSpPr>
            <p:spPr>
              <a:xfrm>
                <a:off x="336472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2" name="ph8882"/>
              <p:cNvSpPr/>
              <p:nvPr/>
            </p:nvSpPr>
            <p:spPr>
              <a:xfrm>
                <a:off x="337399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3" name="ph8883"/>
              <p:cNvSpPr/>
              <p:nvPr/>
            </p:nvSpPr>
            <p:spPr>
              <a:xfrm>
                <a:off x="338325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4" name="ph8884"/>
              <p:cNvSpPr/>
              <p:nvPr/>
            </p:nvSpPr>
            <p:spPr>
              <a:xfrm>
                <a:off x="339251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5" name="ph8885"/>
              <p:cNvSpPr/>
              <p:nvPr/>
            </p:nvSpPr>
            <p:spPr>
              <a:xfrm>
                <a:off x="340177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6" name="ph8886"/>
              <p:cNvSpPr/>
              <p:nvPr/>
            </p:nvSpPr>
            <p:spPr>
              <a:xfrm>
                <a:off x="341103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7" name="ph8887"/>
              <p:cNvSpPr/>
              <p:nvPr/>
            </p:nvSpPr>
            <p:spPr>
              <a:xfrm>
                <a:off x="342030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8" name="ph8888"/>
              <p:cNvSpPr/>
              <p:nvPr/>
            </p:nvSpPr>
            <p:spPr>
              <a:xfrm>
                <a:off x="342956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9" name="ph8889"/>
              <p:cNvSpPr/>
              <p:nvPr/>
            </p:nvSpPr>
            <p:spPr>
              <a:xfrm>
                <a:off x="343882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0" name="ph8890"/>
              <p:cNvSpPr/>
              <p:nvPr/>
            </p:nvSpPr>
            <p:spPr>
              <a:xfrm>
                <a:off x="344808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1" name="ph8891"/>
              <p:cNvSpPr/>
              <p:nvPr/>
            </p:nvSpPr>
            <p:spPr>
              <a:xfrm>
                <a:off x="345735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2" name="ph8892"/>
              <p:cNvSpPr/>
              <p:nvPr/>
            </p:nvSpPr>
            <p:spPr>
              <a:xfrm>
                <a:off x="346661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3" name="ph8893"/>
              <p:cNvSpPr/>
              <p:nvPr/>
            </p:nvSpPr>
            <p:spPr>
              <a:xfrm>
                <a:off x="347587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4" name="ph8894"/>
              <p:cNvSpPr/>
              <p:nvPr/>
            </p:nvSpPr>
            <p:spPr>
              <a:xfrm>
                <a:off x="348513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5" name="ph8895"/>
              <p:cNvSpPr/>
              <p:nvPr/>
            </p:nvSpPr>
            <p:spPr>
              <a:xfrm>
                <a:off x="349439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6" name="ph8896"/>
              <p:cNvSpPr/>
              <p:nvPr/>
            </p:nvSpPr>
            <p:spPr>
              <a:xfrm>
                <a:off x="350366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7" name="ph8897"/>
              <p:cNvSpPr/>
              <p:nvPr/>
            </p:nvSpPr>
            <p:spPr>
              <a:xfrm>
                <a:off x="351292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8" name="ph8898"/>
              <p:cNvSpPr/>
              <p:nvPr/>
            </p:nvSpPr>
            <p:spPr>
              <a:xfrm>
                <a:off x="352218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9" name="ph8899"/>
              <p:cNvSpPr/>
              <p:nvPr/>
            </p:nvSpPr>
            <p:spPr>
              <a:xfrm>
                <a:off x="353144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0" name="ph8900"/>
              <p:cNvSpPr/>
              <p:nvPr/>
            </p:nvSpPr>
            <p:spPr>
              <a:xfrm>
                <a:off x="354071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1" name="ph8901"/>
              <p:cNvSpPr/>
              <p:nvPr/>
            </p:nvSpPr>
            <p:spPr>
              <a:xfrm>
                <a:off x="354997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2" name="ph8902"/>
              <p:cNvSpPr/>
              <p:nvPr/>
            </p:nvSpPr>
            <p:spPr>
              <a:xfrm>
                <a:off x="355923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3" name="ph8903"/>
              <p:cNvSpPr/>
              <p:nvPr/>
            </p:nvSpPr>
            <p:spPr>
              <a:xfrm>
                <a:off x="356849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4" name="ph8904"/>
              <p:cNvSpPr/>
              <p:nvPr/>
            </p:nvSpPr>
            <p:spPr>
              <a:xfrm>
                <a:off x="357775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5" name="ph8905"/>
              <p:cNvSpPr/>
              <p:nvPr/>
            </p:nvSpPr>
            <p:spPr>
              <a:xfrm>
                <a:off x="358702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6" name="ph8906"/>
              <p:cNvSpPr/>
              <p:nvPr/>
            </p:nvSpPr>
            <p:spPr>
              <a:xfrm>
                <a:off x="359628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7" name="ph8907"/>
              <p:cNvSpPr/>
              <p:nvPr/>
            </p:nvSpPr>
            <p:spPr>
              <a:xfrm>
                <a:off x="360554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8" name="ph8908"/>
              <p:cNvSpPr/>
              <p:nvPr/>
            </p:nvSpPr>
            <p:spPr>
              <a:xfrm>
                <a:off x="361480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9" name="ph8909"/>
              <p:cNvSpPr/>
              <p:nvPr/>
            </p:nvSpPr>
            <p:spPr>
              <a:xfrm>
                <a:off x="362407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0" name="ph8910"/>
              <p:cNvSpPr/>
              <p:nvPr/>
            </p:nvSpPr>
            <p:spPr>
              <a:xfrm>
                <a:off x="363333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1" name="ph8911"/>
              <p:cNvSpPr/>
              <p:nvPr/>
            </p:nvSpPr>
            <p:spPr>
              <a:xfrm>
                <a:off x="364259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2" name="ph8912"/>
              <p:cNvSpPr/>
              <p:nvPr/>
            </p:nvSpPr>
            <p:spPr>
              <a:xfrm>
                <a:off x="365185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3" name="ph8913"/>
              <p:cNvSpPr/>
              <p:nvPr/>
            </p:nvSpPr>
            <p:spPr>
              <a:xfrm>
                <a:off x="3670381" y="809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828" y="897165"/>
                    </a:lnTo>
                    <a:lnTo>
                      <a:pt x="908288" y="897621"/>
                    </a:lnTo>
                    <a:lnTo>
                      <a:pt x="908748" y="898076"/>
                    </a:lnTo>
                    <a:lnTo>
                      <a:pt x="909208" y="898531"/>
                    </a:lnTo>
                    <a:lnTo>
                      <a:pt x="909667" y="898986"/>
                    </a:lnTo>
                    <a:lnTo>
                      <a:pt x="910127" y="899441"/>
                    </a:lnTo>
                    <a:lnTo>
                      <a:pt x="910587" y="899896"/>
                    </a:lnTo>
                    <a:lnTo>
                      <a:pt x="911046" y="900351"/>
                    </a:lnTo>
                    <a:lnTo>
                      <a:pt x="911506" y="900806"/>
                    </a:lnTo>
                    <a:lnTo>
                      <a:pt x="911965" y="901261"/>
                    </a:lnTo>
                    <a:lnTo>
                      <a:pt x="912425" y="901716"/>
                    </a:lnTo>
                    <a:lnTo>
                      <a:pt x="914400" y="903797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4" name="ph8914"/>
              <p:cNvSpPr/>
              <p:nvPr/>
            </p:nvSpPr>
            <p:spPr>
              <a:xfrm>
                <a:off x="3670381" y="809233"/>
                <a:ext cx="923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38" h="914400">
                    <a:moveTo>
                      <a:pt x="914400" y="914400"/>
                    </a:moveTo>
                    <a:lnTo>
                      <a:pt x="914400" y="903797"/>
                    </a:lnTo>
                    <a:lnTo>
                      <a:pt x="917446" y="907007"/>
                    </a:lnTo>
                    <a:lnTo>
                      <a:pt x="922313" y="912776"/>
                    </a:lnTo>
                    <a:lnTo>
                      <a:pt x="923538" y="914400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5" name="ph8915"/>
              <p:cNvSpPr/>
              <p:nvPr/>
            </p:nvSpPr>
            <p:spPr>
              <a:xfrm>
                <a:off x="3262843" y="7747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488" y="931638"/>
                    </a:lnTo>
                    <a:lnTo>
                      <a:pt x="908988" y="928284"/>
                    </a:lnTo>
                    <a:lnTo>
                      <a:pt x="907753" y="918005"/>
                    </a:lnTo>
                    <a:lnTo>
                      <a:pt x="907423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6" name="ph8916"/>
              <p:cNvSpPr/>
              <p:nvPr/>
            </p:nvSpPr>
            <p:spPr>
              <a:xfrm>
                <a:off x="326284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7" name="ph8917"/>
              <p:cNvSpPr/>
              <p:nvPr/>
            </p:nvSpPr>
            <p:spPr>
              <a:xfrm>
                <a:off x="327210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8" name="ph8918"/>
              <p:cNvSpPr/>
              <p:nvPr/>
            </p:nvSpPr>
            <p:spPr>
              <a:xfrm>
                <a:off x="328136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9" name="ph8919"/>
              <p:cNvSpPr/>
              <p:nvPr/>
            </p:nvSpPr>
            <p:spPr>
              <a:xfrm>
                <a:off x="329063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0" name="ph8920"/>
              <p:cNvSpPr/>
              <p:nvPr/>
            </p:nvSpPr>
            <p:spPr>
              <a:xfrm>
                <a:off x="329989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1" name="ph8921"/>
              <p:cNvSpPr/>
              <p:nvPr/>
            </p:nvSpPr>
            <p:spPr>
              <a:xfrm>
                <a:off x="330915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2" name="ph8922"/>
              <p:cNvSpPr/>
              <p:nvPr/>
            </p:nvSpPr>
            <p:spPr>
              <a:xfrm>
                <a:off x="331841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3" name="ph8923"/>
              <p:cNvSpPr/>
              <p:nvPr/>
            </p:nvSpPr>
            <p:spPr>
              <a:xfrm>
                <a:off x="332767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4" name="ph8924"/>
              <p:cNvSpPr/>
              <p:nvPr/>
            </p:nvSpPr>
            <p:spPr>
              <a:xfrm>
                <a:off x="333694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5" name="ph8925"/>
              <p:cNvSpPr/>
              <p:nvPr/>
            </p:nvSpPr>
            <p:spPr>
              <a:xfrm>
                <a:off x="334620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6" name="ph8926"/>
              <p:cNvSpPr/>
              <p:nvPr/>
            </p:nvSpPr>
            <p:spPr>
              <a:xfrm>
                <a:off x="335546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7" name="ph8927"/>
              <p:cNvSpPr/>
              <p:nvPr/>
            </p:nvSpPr>
            <p:spPr>
              <a:xfrm>
                <a:off x="336472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8" name="ph8928"/>
              <p:cNvSpPr/>
              <p:nvPr/>
            </p:nvSpPr>
            <p:spPr>
              <a:xfrm>
                <a:off x="337399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9" name="ph8929"/>
              <p:cNvSpPr/>
              <p:nvPr/>
            </p:nvSpPr>
            <p:spPr>
              <a:xfrm>
                <a:off x="338325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0" name="ph8930"/>
              <p:cNvSpPr/>
              <p:nvPr/>
            </p:nvSpPr>
            <p:spPr>
              <a:xfrm>
                <a:off x="339251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1" name="ph8931"/>
              <p:cNvSpPr/>
              <p:nvPr/>
            </p:nvSpPr>
            <p:spPr>
              <a:xfrm>
                <a:off x="340177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2" name="ph8932"/>
              <p:cNvSpPr/>
              <p:nvPr/>
            </p:nvSpPr>
            <p:spPr>
              <a:xfrm>
                <a:off x="341103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3" name="ph8933"/>
              <p:cNvSpPr/>
              <p:nvPr/>
            </p:nvSpPr>
            <p:spPr>
              <a:xfrm>
                <a:off x="342030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4" name="ph8934"/>
              <p:cNvSpPr/>
              <p:nvPr/>
            </p:nvSpPr>
            <p:spPr>
              <a:xfrm>
                <a:off x="342956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5" name="ph8935"/>
              <p:cNvSpPr/>
              <p:nvPr/>
            </p:nvSpPr>
            <p:spPr>
              <a:xfrm>
                <a:off x="343882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6" name="ph8936"/>
              <p:cNvSpPr/>
              <p:nvPr/>
            </p:nvSpPr>
            <p:spPr>
              <a:xfrm>
                <a:off x="344808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7" name="ph8937"/>
              <p:cNvSpPr/>
              <p:nvPr/>
            </p:nvSpPr>
            <p:spPr>
              <a:xfrm>
                <a:off x="345735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8" name="ph8938"/>
              <p:cNvSpPr/>
              <p:nvPr/>
            </p:nvSpPr>
            <p:spPr>
              <a:xfrm>
                <a:off x="346661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9" name="ph8939"/>
              <p:cNvSpPr/>
              <p:nvPr/>
            </p:nvSpPr>
            <p:spPr>
              <a:xfrm>
                <a:off x="347587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0" name="ph8940"/>
              <p:cNvSpPr/>
              <p:nvPr/>
            </p:nvSpPr>
            <p:spPr>
              <a:xfrm>
                <a:off x="348513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1" name="ph8941"/>
              <p:cNvSpPr/>
              <p:nvPr/>
            </p:nvSpPr>
            <p:spPr>
              <a:xfrm>
                <a:off x="349439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2" name="ph8942"/>
              <p:cNvSpPr/>
              <p:nvPr/>
            </p:nvSpPr>
            <p:spPr>
              <a:xfrm>
                <a:off x="350366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3" name="ph8943"/>
              <p:cNvSpPr/>
              <p:nvPr/>
            </p:nvSpPr>
            <p:spPr>
              <a:xfrm>
                <a:off x="351292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4" name="ph8944"/>
              <p:cNvSpPr/>
              <p:nvPr/>
            </p:nvSpPr>
            <p:spPr>
              <a:xfrm>
                <a:off x="352218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5" name="ph8945"/>
              <p:cNvSpPr/>
              <p:nvPr/>
            </p:nvSpPr>
            <p:spPr>
              <a:xfrm>
                <a:off x="353144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6" name="ph8946"/>
              <p:cNvSpPr/>
              <p:nvPr/>
            </p:nvSpPr>
            <p:spPr>
              <a:xfrm>
                <a:off x="354071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7" name="ph8947"/>
              <p:cNvSpPr/>
              <p:nvPr/>
            </p:nvSpPr>
            <p:spPr>
              <a:xfrm>
                <a:off x="354997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8" name="ph8948"/>
              <p:cNvSpPr/>
              <p:nvPr/>
            </p:nvSpPr>
            <p:spPr>
              <a:xfrm>
                <a:off x="355923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9" name="ph8949"/>
              <p:cNvSpPr/>
              <p:nvPr/>
            </p:nvSpPr>
            <p:spPr>
              <a:xfrm>
                <a:off x="356849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0" name="ph8950"/>
              <p:cNvSpPr/>
              <p:nvPr/>
            </p:nvSpPr>
            <p:spPr>
              <a:xfrm>
                <a:off x="357775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1" name="ph8951"/>
              <p:cNvSpPr/>
              <p:nvPr/>
            </p:nvSpPr>
            <p:spPr>
              <a:xfrm>
                <a:off x="358702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2" name="ph8952"/>
              <p:cNvSpPr/>
              <p:nvPr/>
            </p:nvSpPr>
            <p:spPr>
              <a:xfrm>
                <a:off x="359628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3" name="ph8953"/>
              <p:cNvSpPr/>
              <p:nvPr/>
            </p:nvSpPr>
            <p:spPr>
              <a:xfrm>
                <a:off x="360554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4" name="ph8954"/>
              <p:cNvSpPr/>
              <p:nvPr/>
            </p:nvSpPr>
            <p:spPr>
              <a:xfrm>
                <a:off x="361480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5" name="ph8955"/>
              <p:cNvSpPr/>
              <p:nvPr/>
            </p:nvSpPr>
            <p:spPr>
              <a:xfrm>
                <a:off x="362407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6" name="ph8956"/>
              <p:cNvSpPr/>
              <p:nvPr/>
            </p:nvSpPr>
            <p:spPr>
              <a:xfrm>
                <a:off x="363333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7" name="ph8957"/>
              <p:cNvSpPr/>
              <p:nvPr/>
            </p:nvSpPr>
            <p:spPr>
              <a:xfrm>
                <a:off x="3651857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91" y="897161"/>
                    </a:lnTo>
                    <a:lnTo>
                      <a:pt x="909316" y="897579"/>
                    </a:lnTo>
                    <a:lnTo>
                      <a:pt x="909777" y="898034"/>
                    </a:lnTo>
                    <a:lnTo>
                      <a:pt x="910238" y="898488"/>
                    </a:lnTo>
                    <a:lnTo>
                      <a:pt x="910699" y="898943"/>
                    </a:lnTo>
                    <a:lnTo>
                      <a:pt x="911160" y="899397"/>
                    </a:lnTo>
                    <a:lnTo>
                      <a:pt x="911621" y="899852"/>
                    </a:lnTo>
                    <a:lnTo>
                      <a:pt x="912082" y="900306"/>
                    </a:lnTo>
                    <a:lnTo>
                      <a:pt x="912543" y="900761"/>
                    </a:lnTo>
                    <a:lnTo>
                      <a:pt x="913004" y="901215"/>
                    </a:lnTo>
                    <a:lnTo>
                      <a:pt x="913464" y="901670"/>
                    </a:lnTo>
                    <a:lnTo>
                      <a:pt x="913925" y="902124"/>
                    </a:lnTo>
                    <a:lnTo>
                      <a:pt x="914400" y="902592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8" name="ph8958"/>
              <p:cNvSpPr/>
              <p:nvPr/>
            </p:nvSpPr>
            <p:spPr>
              <a:xfrm>
                <a:off x="3661119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592"/>
                    </a:lnTo>
                    <a:lnTo>
                      <a:pt x="905584" y="903034"/>
                    </a:lnTo>
                    <a:lnTo>
                      <a:pt x="906045" y="903488"/>
                    </a:lnTo>
                    <a:lnTo>
                      <a:pt x="906506" y="903943"/>
                    </a:lnTo>
                    <a:lnTo>
                      <a:pt x="906966" y="904397"/>
                    </a:lnTo>
                    <a:lnTo>
                      <a:pt x="907427" y="904852"/>
                    </a:lnTo>
                    <a:lnTo>
                      <a:pt x="907888" y="905307"/>
                    </a:lnTo>
                    <a:lnTo>
                      <a:pt x="908348" y="905762"/>
                    </a:lnTo>
                    <a:lnTo>
                      <a:pt x="908809" y="906216"/>
                    </a:lnTo>
                    <a:lnTo>
                      <a:pt x="909269" y="906671"/>
                    </a:lnTo>
                    <a:lnTo>
                      <a:pt x="909729" y="907126"/>
                    </a:lnTo>
                    <a:lnTo>
                      <a:pt x="910190" y="907581"/>
                    </a:lnTo>
                    <a:lnTo>
                      <a:pt x="910650" y="908035"/>
                    </a:lnTo>
                    <a:lnTo>
                      <a:pt x="911110" y="908490"/>
                    </a:lnTo>
                    <a:lnTo>
                      <a:pt x="911571" y="908945"/>
                    </a:lnTo>
                    <a:lnTo>
                      <a:pt x="912031" y="909400"/>
                    </a:lnTo>
                    <a:lnTo>
                      <a:pt x="912491" y="909855"/>
                    </a:lnTo>
                    <a:lnTo>
                      <a:pt x="912951" y="910309"/>
                    </a:lnTo>
                    <a:lnTo>
                      <a:pt x="913411" y="910764"/>
                    </a:lnTo>
                    <a:lnTo>
                      <a:pt x="913871" y="911219"/>
                    </a:lnTo>
                    <a:lnTo>
                      <a:pt x="914400" y="911742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9" name="ph8959"/>
              <p:cNvSpPr/>
              <p:nvPr/>
            </p:nvSpPr>
            <p:spPr>
              <a:xfrm>
                <a:off x="3661119" y="791994"/>
                <a:ext cx="91708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6" h="914400">
                    <a:moveTo>
                      <a:pt x="914400" y="914400"/>
                    </a:moveTo>
                    <a:lnTo>
                      <a:pt x="914400" y="911742"/>
                    </a:lnTo>
                    <a:lnTo>
                      <a:pt x="914791" y="912129"/>
                    </a:lnTo>
                    <a:lnTo>
                      <a:pt x="915251" y="912584"/>
                    </a:lnTo>
                    <a:lnTo>
                      <a:pt x="915711" y="913039"/>
                    </a:lnTo>
                    <a:lnTo>
                      <a:pt x="916171" y="913494"/>
                    </a:lnTo>
                    <a:lnTo>
                      <a:pt x="916631" y="913949"/>
                    </a:lnTo>
                    <a:lnTo>
                      <a:pt x="917086" y="914400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0" name="ph8960"/>
              <p:cNvSpPr/>
              <p:nvPr/>
            </p:nvSpPr>
            <p:spPr>
              <a:xfrm>
                <a:off x="3262843" y="7575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423" y="931638"/>
                    </a:lnTo>
                    <a:lnTo>
                      <a:pt x="906802" y="924860"/>
                    </a:lnTo>
                    <a:lnTo>
                      <a:pt x="906136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1" name="ph8961"/>
              <p:cNvSpPr/>
              <p:nvPr/>
            </p:nvSpPr>
            <p:spPr>
              <a:xfrm>
                <a:off x="326284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2" name="ph8962"/>
              <p:cNvSpPr/>
              <p:nvPr/>
            </p:nvSpPr>
            <p:spPr>
              <a:xfrm>
                <a:off x="327210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3" name="ph8963"/>
              <p:cNvSpPr/>
              <p:nvPr/>
            </p:nvSpPr>
            <p:spPr>
              <a:xfrm>
                <a:off x="328136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4" name="ph8964"/>
              <p:cNvSpPr/>
              <p:nvPr/>
            </p:nvSpPr>
            <p:spPr>
              <a:xfrm>
                <a:off x="329063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5" name="ph8965"/>
              <p:cNvSpPr/>
              <p:nvPr/>
            </p:nvSpPr>
            <p:spPr>
              <a:xfrm>
                <a:off x="329989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6" name="ph8966"/>
              <p:cNvSpPr/>
              <p:nvPr/>
            </p:nvSpPr>
            <p:spPr>
              <a:xfrm>
                <a:off x="330915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7" name="ph8967"/>
              <p:cNvSpPr/>
              <p:nvPr/>
            </p:nvSpPr>
            <p:spPr>
              <a:xfrm>
                <a:off x="331841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8" name="ph8968"/>
              <p:cNvSpPr/>
              <p:nvPr/>
            </p:nvSpPr>
            <p:spPr>
              <a:xfrm>
                <a:off x="332767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9" name="ph8969"/>
              <p:cNvSpPr/>
              <p:nvPr/>
            </p:nvSpPr>
            <p:spPr>
              <a:xfrm>
                <a:off x="333694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0" name="ph8970"/>
              <p:cNvSpPr/>
              <p:nvPr/>
            </p:nvSpPr>
            <p:spPr>
              <a:xfrm>
                <a:off x="334620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1" name="ph8971"/>
              <p:cNvSpPr/>
              <p:nvPr/>
            </p:nvSpPr>
            <p:spPr>
              <a:xfrm>
                <a:off x="335546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2" name="ph8972"/>
              <p:cNvSpPr/>
              <p:nvPr/>
            </p:nvSpPr>
            <p:spPr>
              <a:xfrm>
                <a:off x="336472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3" name="ph8973"/>
              <p:cNvSpPr/>
              <p:nvPr/>
            </p:nvSpPr>
            <p:spPr>
              <a:xfrm>
                <a:off x="337399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4" name="ph8974"/>
              <p:cNvSpPr/>
              <p:nvPr/>
            </p:nvSpPr>
            <p:spPr>
              <a:xfrm>
                <a:off x="338325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5" name="ph8975"/>
              <p:cNvSpPr/>
              <p:nvPr/>
            </p:nvSpPr>
            <p:spPr>
              <a:xfrm>
                <a:off x="339251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6" name="ph8976"/>
              <p:cNvSpPr/>
              <p:nvPr/>
            </p:nvSpPr>
            <p:spPr>
              <a:xfrm>
                <a:off x="340177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7" name="ph8977"/>
              <p:cNvSpPr/>
              <p:nvPr/>
            </p:nvSpPr>
            <p:spPr>
              <a:xfrm>
                <a:off x="341103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8" name="ph8978"/>
              <p:cNvSpPr/>
              <p:nvPr/>
            </p:nvSpPr>
            <p:spPr>
              <a:xfrm>
                <a:off x="342030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9" name="ph8979"/>
              <p:cNvSpPr/>
              <p:nvPr/>
            </p:nvSpPr>
            <p:spPr>
              <a:xfrm>
                <a:off x="342956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0" name="ph8980"/>
              <p:cNvSpPr/>
              <p:nvPr/>
            </p:nvSpPr>
            <p:spPr>
              <a:xfrm>
                <a:off x="343882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1" name="ph8981"/>
              <p:cNvSpPr/>
              <p:nvPr/>
            </p:nvSpPr>
            <p:spPr>
              <a:xfrm>
                <a:off x="344808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2" name="ph8982"/>
              <p:cNvSpPr/>
              <p:nvPr/>
            </p:nvSpPr>
            <p:spPr>
              <a:xfrm>
                <a:off x="345735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3" name="ph8983"/>
              <p:cNvSpPr/>
              <p:nvPr/>
            </p:nvSpPr>
            <p:spPr>
              <a:xfrm>
                <a:off x="346661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4" name="ph8984"/>
              <p:cNvSpPr/>
              <p:nvPr/>
            </p:nvSpPr>
            <p:spPr>
              <a:xfrm>
                <a:off x="347587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5" name="ph8985"/>
              <p:cNvSpPr/>
              <p:nvPr/>
            </p:nvSpPr>
            <p:spPr>
              <a:xfrm>
                <a:off x="348513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6" name="ph8986"/>
              <p:cNvSpPr/>
              <p:nvPr/>
            </p:nvSpPr>
            <p:spPr>
              <a:xfrm>
                <a:off x="349439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7" name="ph8987"/>
              <p:cNvSpPr/>
              <p:nvPr/>
            </p:nvSpPr>
            <p:spPr>
              <a:xfrm>
                <a:off x="350366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8" name="ph8988"/>
              <p:cNvSpPr/>
              <p:nvPr/>
            </p:nvSpPr>
            <p:spPr>
              <a:xfrm>
                <a:off x="351292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9" name="ph8989"/>
              <p:cNvSpPr/>
              <p:nvPr/>
            </p:nvSpPr>
            <p:spPr>
              <a:xfrm>
                <a:off x="352218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0" name="ph8990"/>
              <p:cNvSpPr/>
              <p:nvPr/>
            </p:nvSpPr>
            <p:spPr>
              <a:xfrm>
                <a:off x="353144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1" name="ph8991"/>
              <p:cNvSpPr/>
              <p:nvPr/>
            </p:nvSpPr>
            <p:spPr>
              <a:xfrm>
                <a:off x="354071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2" name="ph8992"/>
              <p:cNvSpPr/>
              <p:nvPr/>
            </p:nvSpPr>
            <p:spPr>
              <a:xfrm>
                <a:off x="354997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3" name="ph8993"/>
              <p:cNvSpPr/>
              <p:nvPr/>
            </p:nvSpPr>
            <p:spPr>
              <a:xfrm>
                <a:off x="355923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4" name="ph8994"/>
              <p:cNvSpPr/>
              <p:nvPr/>
            </p:nvSpPr>
            <p:spPr>
              <a:xfrm>
                <a:off x="356849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5" name="ph8995"/>
              <p:cNvSpPr/>
              <p:nvPr/>
            </p:nvSpPr>
            <p:spPr>
              <a:xfrm>
                <a:off x="357775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6" name="ph8996"/>
              <p:cNvSpPr/>
              <p:nvPr/>
            </p:nvSpPr>
            <p:spPr>
              <a:xfrm>
                <a:off x="358702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7" name="ph8997"/>
              <p:cNvSpPr/>
              <p:nvPr/>
            </p:nvSpPr>
            <p:spPr>
              <a:xfrm>
                <a:off x="359628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8" name="ph8998"/>
              <p:cNvSpPr/>
              <p:nvPr/>
            </p:nvSpPr>
            <p:spPr>
              <a:xfrm>
                <a:off x="360554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9" name="ph8999"/>
              <p:cNvSpPr/>
              <p:nvPr/>
            </p:nvSpPr>
            <p:spPr>
              <a:xfrm>
                <a:off x="361480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0" name="ph9000"/>
              <p:cNvSpPr/>
              <p:nvPr/>
            </p:nvSpPr>
            <p:spPr>
              <a:xfrm>
                <a:off x="3633332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41" y="897161"/>
                    </a:lnTo>
                    <a:lnTo>
                      <a:pt x="909206" y="897822"/>
                    </a:lnTo>
                    <a:lnTo>
                      <a:pt x="914400" y="901976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1" name="ph9001"/>
              <p:cNvSpPr/>
              <p:nvPr/>
            </p:nvSpPr>
            <p:spPr>
              <a:xfrm>
                <a:off x="3642594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976"/>
                    </a:lnTo>
                    <a:lnTo>
                      <a:pt x="905408" y="902192"/>
                    </a:lnTo>
                    <a:lnTo>
                      <a:pt x="910738" y="907100"/>
                    </a:lnTo>
                    <a:lnTo>
                      <a:pt x="911195" y="907549"/>
                    </a:lnTo>
                    <a:lnTo>
                      <a:pt x="911657" y="908003"/>
                    </a:lnTo>
                    <a:lnTo>
                      <a:pt x="912118" y="908458"/>
                    </a:lnTo>
                    <a:lnTo>
                      <a:pt x="912580" y="908912"/>
                    </a:lnTo>
                    <a:lnTo>
                      <a:pt x="913041" y="909366"/>
                    </a:lnTo>
                    <a:lnTo>
                      <a:pt x="913503" y="909820"/>
                    </a:lnTo>
                    <a:lnTo>
                      <a:pt x="913965" y="910274"/>
                    </a:lnTo>
                    <a:lnTo>
                      <a:pt x="914400" y="910703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2" name="ph9002"/>
              <p:cNvSpPr/>
              <p:nvPr/>
            </p:nvSpPr>
            <p:spPr>
              <a:xfrm>
                <a:off x="3642594" y="774756"/>
                <a:ext cx="9181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3" h="914400">
                    <a:moveTo>
                      <a:pt x="914400" y="914400"/>
                    </a:moveTo>
                    <a:lnTo>
                      <a:pt x="914426" y="910729"/>
                    </a:lnTo>
                    <a:lnTo>
                      <a:pt x="914888" y="911183"/>
                    </a:lnTo>
                    <a:lnTo>
                      <a:pt x="915349" y="911637"/>
                    </a:lnTo>
                    <a:lnTo>
                      <a:pt x="915810" y="912092"/>
                    </a:lnTo>
                    <a:lnTo>
                      <a:pt x="916272" y="912546"/>
                    </a:lnTo>
                    <a:lnTo>
                      <a:pt x="916733" y="913000"/>
                    </a:lnTo>
                    <a:lnTo>
                      <a:pt x="917194" y="913455"/>
                    </a:lnTo>
                    <a:lnTo>
                      <a:pt x="917655" y="913909"/>
                    </a:lnTo>
                    <a:lnTo>
                      <a:pt x="918153" y="914400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3" name="ph9003"/>
              <p:cNvSpPr/>
              <p:nvPr/>
            </p:nvSpPr>
            <p:spPr>
              <a:xfrm>
                <a:off x="3262843" y="7402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36" y="931638"/>
                    </a:lnTo>
                    <a:lnTo>
                      <a:pt x="905756" y="921130"/>
                    </a:lnTo>
                    <a:lnTo>
                      <a:pt x="905698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4" name="ph9004"/>
              <p:cNvSpPr/>
              <p:nvPr/>
            </p:nvSpPr>
            <p:spPr>
              <a:xfrm>
                <a:off x="326284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5" name="ph9005"/>
              <p:cNvSpPr/>
              <p:nvPr/>
            </p:nvSpPr>
            <p:spPr>
              <a:xfrm>
                <a:off x="327210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6" name="ph9006"/>
              <p:cNvSpPr/>
              <p:nvPr/>
            </p:nvSpPr>
            <p:spPr>
              <a:xfrm>
                <a:off x="328136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7" name="ph9007"/>
              <p:cNvSpPr/>
              <p:nvPr/>
            </p:nvSpPr>
            <p:spPr>
              <a:xfrm>
                <a:off x="329063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8" name="ph9008"/>
              <p:cNvSpPr/>
              <p:nvPr/>
            </p:nvSpPr>
            <p:spPr>
              <a:xfrm>
                <a:off x="329989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9" name="ph9009"/>
              <p:cNvSpPr/>
              <p:nvPr/>
            </p:nvSpPr>
            <p:spPr>
              <a:xfrm>
                <a:off x="330915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0" name="ph9010"/>
              <p:cNvSpPr/>
              <p:nvPr/>
            </p:nvSpPr>
            <p:spPr>
              <a:xfrm>
                <a:off x="331841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1" name="ph9011"/>
              <p:cNvSpPr/>
              <p:nvPr/>
            </p:nvSpPr>
            <p:spPr>
              <a:xfrm>
                <a:off x="332767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2" name="ph9012"/>
              <p:cNvSpPr/>
              <p:nvPr/>
            </p:nvSpPr>
            <p:spPr>
              <a:xfrm>
                <a:off x="333694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3" name="ph9013"/>
              <p:cNvSpPr/>
              <p:nvPr/>
            </p:nvSpPr>
            <p:spPr>
              <a:xfrm>
                <a:off x="334620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4" name="ph9014"/>
              <p:cNvSpPr/>
              <p:nvPr/>
            </p:nvSpPr>
            <p:spPr>
              <a:xfrm>
                <a:off x="335546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5" name="ph9015"/>
              <p:cNvSpPr/>
              <p:nvPr/>
            </p:nvSpPr>
            <p:spPr>
              <a:xfrm>
                <a:off x="336472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6" name="ph9016"/>
              <p:cNvSpPr/>
              <p:nvPr/>
            </p:nvSpPr>
            <p:spPr>
              <a:xfrm>
                <a:off x="337399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7" name="ph9017"/>
              <p:cNvSpPr/>
              <p:nvPr/>
            </p:nvSpPr>
            <p:spPr>
              <a:xfrm>
                <a:off x="338325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8" name="ph9018"/>
              <p:cNvSpPr/>
              <p:nvPr/>
            </p:nvSpPr>
            <p:spPr>
              <a:xfrm>
                <a:off x="339251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9" name="ph9019"/>
              <p:cNvSpPr/>
              <p:nvPr/>
            </p:nvSpPr>
            <p:spPr>
              <a:xfrm>
                <a:off x="340177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0" name="ph9020"/>
              <p:cNvSpPr/>
              <p:nvPr/>
            </p:nvSpPr>
            <p:spPr>
              <a:xfrm>
                <a:off x="341103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1" name="ph9021"/>
              <p:cNvSpPr/>
              <p:nvPr/>
            </p:nvSpPr>
            <p:spPr>
              <a:xfrm>
                <a:off x="342030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2" name="ph9022"/>
              <p:cNvSpPr/>
              <p:nvPr/>
            </p:nvSpPr>
            <p:spPr>
              <a:xfrm>
                <a:off x="342956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3" name="ph9023"/>
              <p:cNvSpPr/>
              <p:nvPr/>
            </p:nvSpPr>
            <p:spPr>
              <a:xfrm>
                <a:off x="343882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4" name="ph9024"/>
              <p:cNvSpPr/>
              <p:nvPr/>
            </p:nvSpPr>
            <p:spPr>
              <a:xfrm>
                <a:off x="344808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5" name="ph9025"/>
              <p:cNvSpPr/>
              <p:nvPr/>
            </p:nvSpPr>
            <p:spPr>
              <a:xfrm>
                <a:off x="345735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6" name="ph9026"/>
              <p:cNvSpPr/>
              <p:nvPr/>
            </p:nvSpPr>
            <p:spPr>
              <a:xfrm>
                <a:off x="346661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7" name="ph9027"/>
              <p:cNvSpPr/>
              <p:nvPr/>
            </p:nvSpPr>
            <p:spPr>
              <a:xfrm>
                <a:off x="347587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8" name="ph9028"/>
              <p:cNvSpPr/>
              <p:nvPr/>
            </p:nvSpPr>
            <p:spPr>
              <a:xfrm>
                <a:off x="348513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9" name="ph9029"/>
              <p:cNvSpPr/>
              <p:nvPr/>
            </p:nvSpPr>
            <p:spPr>
              <a:xfrm>
                <a:off x="349439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0" name="ph9030"/>
              <p:cNvSpPr/>
              <p:nvPr/>
            </p:nvSpPr>
            <p:spPr>
              <a:xfrm>
                <a:off x="350366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1" name="ph9031"/>
              <p:cNvSpPr/>
              <p:nvPr/>
            </p:nvSpPr>
            <p:spPr>
              <a:xfrm>
                <a:off x="351292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2" name="ph9032"/>
              <p:cNvSpPr/>
              <p:nvPr/>
            </p:nvSpPr>
            <p:spPr>
              <a:xfrm>
                <a:off x="352218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3" name="ph9033"/>
              <p:cNvSpPr/>
              <p:nvPr/>
            </p:nvSpPr>
            <p:spPr>
              <a:xfrm>
                <a:off x="353144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4" name="ph9034"/>
              <p:cNvSpPr/>
              <p:nvPr/>
            </p:nvSpPr>
            <p:spPr>
              <a:xfrm>
                <a:off x="354071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5" name="ph9035"/>
              <p:cNvSpPr/>
              <p:nvPr/>
            </p:nvSpPr>
            <p:spPr>
              <a:xfrm>
                <a:off x="354997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6" name="ph9036"/>
              <p:cNvSpPr/>
              <p:nvPr/>
            </p:nvSpPr>
            <p:spPr>
              <a:xfrm>
                <a:off x="355923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7" name="ph9037"/>
              <p:cNvSpPr/>
              <p:nvPr/>
            </p:nvSpPr>
            <p:spPr>
              <a:xfrm>
                <a:off x="356849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8" name="ph9038"/>
              <p:cNvSpPr/>
              <p:nvPr/>
            </p:nvSpPr>
            <p:spPr>
              <a:xfrm>
                <a:off x="357775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9" name="ph9039"/>
              <p:cNvSpPr/>
              <p:nvPr/>
            </p:nvSpPr>
            <p:spPr>
              <a:xfrm>
                <a:off x="3596283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6" y="897161"/>
                    </a:lnTo>
                    <a:lnTo>
                      <a:pt x="914400" y="899935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0" name="ph9040"/>
              <p:cNvSpPr/>
              <p:nvPr/>
            </p:nvSpPr>
            <p:spPr>
              <a:xfrm>
                <a:off x="3605545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935"/>
                    </a:lnTo>
                    <a:lnTo>
                      <a:pt x="905612" y="900544"/>
                    </a:lnTo>
                    <a:lnTo>
                      <a:pt x="914122" y="903183"/>
                    </a:lnTo>
                    <a:lnTo>
                      <a:pt x="914400" y="903283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1" name="ph9041"/>
              <p:cNvSpPr/>
              <p:nvPr/>
            </p:nvSpPr>
            <p:spPr>
              <a:xfrm>
                <a:off x="3614808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283"/>
                    </a:lnTo>
                    <a:lnTo>
                      <a:pt x="910697" y="905293"/>
                    </a:lnTo>
                    <a:lnTo>
                      <a:pt x="914400" y="90701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2" name="ph9042"/>
              <p:cNvSpPr/>
              <p:nvPr/>
            </p:nvSpPr>
            <p:spPr>
              <a:xfrm>
                <a:off x="3624070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018"/>
                    </a:lnTo>
                    <a:lnTo>
                      <a:pt x="907204" y="907982"/>
                    </a:lnTo>
                    <a:lnTo>
                      <a:pt x="912887" y="911240"/>
                    </a:lnTo>
                    <a:lnTo>
                      <a:pt x="914400" y="912276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3" name="ph9043"/>
              <p:cNvSpPr/>
              <p:nvPr/>
            </p:nvSpPr>
            <p:spPr>
              <a:xfrm>
                <a:off x="3624070" y="757517"/>
                <a:ext cx="9175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03" h="914400">
                    <a:moveTo>
                      <a:pt x="914400" y="914400"/>
                    </a:moveTo>
                    <a:lnTo>
                      <a:pt x="914400" y="912276"/>
                    </a:lnTo>
                    <a:lnTo>
                      <a:pt x="917503" y="914400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4" name="ph9044"/>
              <p:cNvSpPr/>
              <p:nvPr/>
            </p:nvSpPr>
            <p:spPr>
              <a:xfrm>
                <a:off x="3262843" y="7230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698" y="931638"/>
                    </a:lnTo>
                    <a:lnTo>
                      <a:pt x="905665" y="927837"/>
                    </a:lnTo>
                    <a:lnTo>
                      <a:pt x="905862" y="917310"/>
                    </a:lnTo>
                    <a:lnTo>
                      <a:pt x="905996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5" name="ph9045"/>
              <p:cNvSpPr/>
              <p:nvPr/>
            </p:nvSpPr>
            <p:spPr>
              <a:xfrm>
                <a:off x="326284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6" name="ph9046"/>
              <p:cNvSpPr/>
              <p:nvPr/>
            </p:nvSpPr>
            <p:spPr>
              <a:xfrm>
                <a:off x="327210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7" name="ph9047"/>
              <p:cNvSpPr/>
              <p:nvPr/>
            </p:nvSpPr>
            <p:spPr>
              <a:xfrm>
                <a:off x="328136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8" name="ph9048"/>
              <p:cNvSpPr/>
              <p:nvPr/>
            </p:nvSpPr>
            <p:spPr>
              <a:xfrm>
                <a:off x="329063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9" name="ph9049"/>
              <p:cNvSpPr/>
              <p:nvPr/>
            </p:nvSpPr>
            <p:spPr>
              <a:xfrm>
                <a:off x="329989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0" name="ph9050"/>
              <p:cNvSpPr/>
              <p:nvPr/>
            </p:nvSpPr>
            <p:spPr>
              <a:xfrm>
                <a:off x="330915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1" name="ph9051"/>
              <p:cNvSpPr/>
              <p:nvPr/>
            </p:nvSpPr>
            <p:spPr>
              <a:xfrm>
                <a:off x="331841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2" name="ph9052"/>
              <p:cNvSpPr/>
              <p:nvPr/>
            </p:nvSpPr>
            <p:spPr>
              <a:xfrm>
                <a:off x="332767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3" name="ph9053"/>
              <p:cNvSpPr/>
              <p:nvPr/>
            </p:nvSpPr>
            <p:spPr>
              <a:xfrm>
                <a:off x="333694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4" name="ph9054"/>
              <p:cNvSpPr/>
              <p:nvPr/>
            </p:nvSpPr>
            <p:spPr>
              <a:xfrm>
                <a:off x="334620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5" name="ph9055"/>
              <p:cNvSpPr/>
              <p:nvPr/>
            </p:nvSpPr>
            <p:spPr>
              <a:xfrm>
                <a:off x="335546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6" name="ph9056"/>
              <p:cNvSpPr/>
              <p:nvPr/>
            </p:nvSpPr>
            <p:spPr>
              <a:xfrm>
                <a:off x="336472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7" name="ph9057"/>
              <p:cNvSpPr/>
              <p:nvPr/>
            </p:nvSpPr>
            <p:spPr>
              <a:xfrm>
                <a:off x="337399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8" name="ph9058"/>
              <p:cNvSpPr/>
              <p:nvPr/>
            </p:nvSpPr>
            <p:spPr>
              <a:xfrm>
                <a:off x="338325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9" name="ph9059"/>
              <p:cNvSpPr/>
              <p:nvPr/>
            </p:nvSpPr>
            <p:spPr>
              <a:xfrm>
                <a:off x="339251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0" name="ph9060"/>
              <p:cNvSpPr/>
              <p:nvPr/>
            </p:nvSpPr>
            <p:spPr>
              <a:xfrm>
                <a:off x="340177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1" name="ph9061"/>
              <p:cNvSpPr/>
              <p:nvPr/>
            </p:nvSpPr>
            <p:spPr>
              <a:xfrm>
                <a:off x="341103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2" name="ph9062"/>
              <p:cNvSpPr/>
              <p:nvPr/>
            </p:nvSpPr>
            <p:spPr>
              <a:xfrm>
                <a:off x="342030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3" name="ph9063"/>
              <p:cNvSpPr/>
              <p:nvPr/>
            </p:nvSpPr>
            <p:spPr>
              <a:xfrm>
                <a:off x="342956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4" name="ph9064"/>
              <p:cNvSpPr/>
              <p:nvPr/>
            </p:nvSpPr>
            <p:spPr>
              <a:xfrm>
                <a:off x="343882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5" name="ph9065"/>
              <p:cNvSpPr/>
              <p:nvPr/>
            </p:nvSpPr>
            <p:spPr>
              <a:xfrm>
                <a:off x="344808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6" name="ph9066"/>
              <p:cNvSpPr/>
              <p:nvPr/>
            </p:nvSpPr>
            <p:spPr>
              <a:xfrm>
                <a:off x="345735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7" name="ph9067"/>
              <p:cNvSpPr/>
              <p:nvPr/>
            </p:nvSpPr>
            <p:spPr>
              <a:xfrm>
                <a:off x="346661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8" name="ph9068"/>
              <p:cNvSpPr/>
              <p:nvPr/>
            </p:nvSpPr>
            <p:spPr>
              <a:xfrm>
                <a:off x="347587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9" name="ph9069"/>
              <p:cNvSpPr/>
              <p:nvPr/>
            </p:nvSpPr>
            <p:spPr>
              <a:xfrm>
                <a:off x="348513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0" name="ph9070"/>
              <p:cNvSpPr/>
              <p:nvPr/>
            </p:nvSpPr>
            <p:spPr>
              <a:xfrm>
                <a:off x="349439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1" name="ph9071"/>
              <p:cNvSpPr/>
              <p:nvPr/>
            </p:nvSpPr>
            <p:spPr>
              <a:xfrm>
                <a:off x="350366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2" name="ph9072"/>
              <p:cNvSpPr/>
              <p:nvPr/>
            </p:nvSpPr>
            <p:spPr>
              <a:xfrm>
                <a:off x="351292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3" name="ph9073"/>
              <p:cNvSpPr/>
              <p:nvPr/>
            </p:nvSpPr>
            <p:spPr>
              <a:xfrm>
                <a:off x="352218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4" name="ph9074"/>
              <p:cNvSpPr/>
              <p:nvPr/>
            </p:nvSpPr>
            <p:spPr>
              <a:xfrm>
                <a:off x="353144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5" name="ph9075"/>
              <p:cNvSpPr/>
              <p:nvPr/>
            </p:nvSpPr>
            <p:spPr>
              <a:xfrm>
                <a:off x="354071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6" name="ph9076"/>
              <p:cNvSpPr/>
              <p:nvPr/>
            </p:nvSpPr>
            <p:spPr>
              <a:xfrm>
                <a:off x="354997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7" name="ph9077"/>
              <p:cNvSpPr/>
              <p:nvPr/>
            </p:nvSpPr>
            <p:spPr>
              <a:xfrm>
                <a:off x="355923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8" name="ph9078"/>
              <p:cNvSpPr/>
              <p:nvPr/>
            </p:nvSpPr>
            <p:spPr>
              <a:xfrm>
                <a:off x="356849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9" name="ph9079"/>
              <p:cNvSpPr/>
              <p:nvPr/>
            </p:nvSpPr>
            <p:spPr>
              <a:xfrm>
                <a:off x="3587021" y="7402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66" y="897161"/>
                    </a:lnTo>
                    <a:lnTo>
                      <a:pt x="914400" y="898422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0" name="ph9080"/>
              <p:cNvSpPr/>
              <p:nvPr/>
            </p:nvSpPr>
            <p:spPr>
              <a:xfrm>
                <a:off x="3587021" y="740279"/>
                <a:ext cx="9214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8" h="914400">
                    <a:moveTo>
                      <a:pt x="914400" y="914400"/>
                    </a:moveTo>
                    <a:lnTo>
                      <a:pt x="914400" y="898422"/>
                    </a:lnTo>
                    <a:lnTo>
                      <a:pt x="915302" y="900221"/>
                    </a:lnTo>
                    <a:lnTo>
                      <a:pt x="919114" y="908678"/>
                    </a:lnTo>
                    <a:lnTo>
                      <a:pt x="921347" y="914205"/>
                    </a:lnTo>
                    <a:lnTo>
                      <a:pt x="921498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1" name="ph9081"/>
              <p:cNvSpPr/>
              <p:nvPr/>
            </p:nvSpPr>
            <p:spPr>
              <a:xfrm>
                <a:off x="3696990" y="1820892"/>
                <a:ext cx="929722" cy="1221796"/>
              </a:xfrm>
              <a:custGeom>
                <a:avLst/>
                <a:gdLst/>
                <a:ahLst/>
                <a:cxnLst/>
                <a:rect l="0" t="0" r="0" b="0"/>
                <a:pathLst>
                  <a:path w="929722" h="1221796">
                    <a:moveTo>
                      <a:pt x="914400" y="914400"/>
                    </a:moveTo>
                    <a:lnTo>
                      <a:pt x="905391" y="938708"/>
                    </a:lnTo>
                    <a:lnTo>
                      <a:pt x="892981" y="942816"/>
                    </a:lnTo>
                    <a:lnTo>
                      <a:pt x="881077" y="950913"/>
                    </a:lnTo>
                    <a:lnTo>
                      <a:pt x="876826" y="1027830"/>
                    </a:lnTo>
                    <a:lnTo>
                      <a:pt x="898498" y="1057055"/>
                    </a:lnTo>
                    <a:lnTo>
                      <a:pt x="886595" y="1061145"/>
                    </a:lnTo>
                    <a:lnTo>
                      <a:pt x="875704" y="1069899"/>
                    </a:lnTo>
                    <a:lnTo>
                      <a:pt x="867926" y="1082845"/>
                    </a:lnTo>
                    <a:lnTo>
                      <a:pt x="859966" y="1110706"/>
                    </a:lnTo>
                    <a:lnTo>
                      <a:pt x="830063" y="1126497"/>
                    </a:lnTo>
                    <a:lnTo>
                      <a:pt x="818738" y="1138180"/>
                    </a:lnTo>
                    <a:lnTo>
                      <a:pt x="802041" y="1164172"/>
                    </a:lnTo>
                    <a:lnTo>
                      <a:pt x="793339" y="1201898"/>
                    </a:lnTo>
                    <a:lnTo>
                      <a:pt x="776425" y="1217992"/>
                    </a:lnTo>
                    <a:lnTo>
                      <a:pt x="757430" y="1221796"/>
                    </a:lnTo>
                    <a:lnTo>
                      <a:pt x="768574" y="1190888"/>
                    </a:lnTo>
                    <a:lnTo>
                      <a:pt x="783173" y="1165704"/>
                    </a:lnTo>
                    <a:lnTo>
                      <a:pt x="769135" y="1148432"/>
                    </a:lnTo>
                    <a:lnTo>
                      <a:pt x="760686" y="1121396"/>
                    </a:lnTo>
                    <a:lnTo>
                      <a:pt x="749778" y="1100656"/>
                    </a:lnTo>
                    <a:lnTo>
                      <a:pt x="758461" y="1077492"/>
                    </a:lnTo>
                    <a:lnTo>
                      <a:pt x="754192" y="1039530"/>
                    </a:lnTo>
                    <a:lnTo>
                      <a:pt x="755603" y="1002477"/>
                    </a:lnTo>
                    <a:lnTo>
                      <a:pt x="768266" y="983774"/>
                    </a:lnTo>
                    <a:lnTo>
                      <a:pt x="782775" y="968522"/>
                    </a:lnTo>
                    <a:lnTo>
                      <a:pt x="805369" y="933456"/>
                    </a:lnTo>
                    <a:lnTo>
                      <a:pt x="829864" y="908036"/>
                    </a:lnTo>
                    <a:lnTo>
                      <a:pt x="864036" y="896605"/>
                    </a:lnTo>
                    <a:lnTo>
                      <a:pt x="879467" y="907144"/>
                    </a:lnTo>
                    <a:lnTo>
                      <a:pt x="886124" y="884030"/>
                    </a:lnTo>
                    <a:lnTo>
                      <a:pt x="897141" y="878761"/>
                    </a:lnTo>
                    <a:lnTo>
                      <a:pt x="907489" y="884098"/>
                    </a:lnTo>
                    <a:lnTo>
                      <a:pt x="929722" y="90618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2" name="ph9082"/>
              <p:cNvSpPr/>
              <p:nvPr/>
            </p:nvSpPr>
            <p:spPr>
              <a:xfrm>
                <a:off x="3230804" y="2362843"/>
                <a:ext cx="1033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3054" h="914400">
                    <a:moveTo>
                      <a:pt x="914400" y="914400"/>
                    </a:moveTo>
                    <a:lnTo>
                      <a:pt x="905969" y="913171"/>
                    </a:lnTo>
                    <a:lnTo>
                      <a:pt x="900343" y="890023"/>
                    </a:lnTo>
                    <a:lnTo>
                      <a:pt x="899023" y="830463"/>
                    </a:lnTo>
                    <a:lnTo>
                      <a:pt x="902388" y="801036"/>
                    </a:lnTo>
                    <a:lnTo>
                      <a:pt x="942783" y="694895"/>
                    </a:lnTo>
                    <a:lnTo>
                      <a:pt x="960819" y="686226"/>
                    </a:lnTo>
                    <a:lnTo>
                      <a:pt x="986182" y="621177"/>
                    </a:lnTo>
                    <a:lnTo>
                      <a:pt x="993020" y="592239"/>
                    </a:lnTo>
                    <a:lnTo>
                      <a:pt x="1004019" y="566179"/>
                    </a:lnTo>
                    <a:lnTo>
                      <a:pt x="1010513" y="542880"/>
                    </a:lnTo>
                    <a:lnTo>
                      <a:pt x="1015958" y="533470"/>
                    </a:lnTo>
                    <a:lnTo>
                      <a:pt x="1027789" y="537880"/>
                    </a:lnTo>
                    <a:lnTo>
                      <a:pt x="1033054" y="542173"/>
                    </a:lnTo>
                    <a:lnTo>
                      <a:pt x="1020589" y="555742"/>
                    </a:lnTo>
                    <a:lnTo>
                      <a:pt x="1022037" y="573401"/>
                    </a:lnTo>
                    <a:lnTo>
                      <a:pt x="1021168" y="580724"/>
                    </a:lnTo>
                    <a:lnTo>
                      <a:pt x="989709" y="657540"/>
                    </a:lnTo>
                    <a:lnTo>
                      <a:pt x="981297" y="707420"/>
                    </a:lnTo>
                    <a:lnTo>
                      <a:pt x="970136" y="719591"/>
                    </a:lnTo>
                    <a:lnTo>
                      <a:pt x="923915" y="89704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3" name="ph9083"/>
              <p:cNvSpPr/>
              <p:nvPr/>
            </p:nvSpPr>
            <p:spPr>
              <a:xfrm>
                <a:off x="2303388" y="1442538"/>
                <a:ext cx="2307387" cy="2142859"/>
              </a:xfrm>
              <a:custGeom>
                <a:avLst/>
                <a:gdLst/>
                <a:ahLst/>
                <a:cxnLst/>
                <a:rect l="0" t="0" r="0" b="0"/>
                <a:pathLst>
                  <a:path w="2307387" h="2142859">
                    <a:moveTo>
                      <a:pt x="914400" y="914400"/>
                    </a:moveTo>
                    <a:lnTo>
                      <a:pt x="927895" y="920090"/>
                    </a:lnTo>
                    <a:lnTo>
                      <a:pt x="946275" y="908693"/>
                    </a:lnTo>
                    <a:lnTo>
                      <a:pt x="959137" y="876775"/>
                    </a:lnTo>
                    <a:lnTo>
                      <a:pt x="966481" y="828881"/>
                    </a:lnTo>
                    <a:lnTo>
                      <a:pt x="975056" y="783259"/>
                    </a:lnTo>
                    <a:lnTo>
                      <a:pt x="964908" y="734456"/>
                    </a:lnTo>
                    <a:lnTo>
                      <a:pt x="954071" y="691596"/>
                    </a:lnTo>
                    <a:lnTo>
                      <a:pt x="953312" y="679004"/>
                    </a:lnTo>
                    <a:lnTo>
                      <a:pt x="981750" y="642843"/>
                    </a:lnTo>
                    <a:lnTo>
                      <a:pt x="990451" y="613433"/>
                    </a:lnTo>
                    <a:lnTo>
                      <a:pt x="999876" y="585438"/>
                    </a:lnTo>
                    <a:lnTo>
                      <a:pt x="1010278" y="575909"/>
                    </a:lnTo>
                    <a:lnTo>
                      <a:pt x="1025763" y="573738"/>
                    </a:lnTo>
                    <a:lnTo>
                      <a:pt x="1043799" y="568469"/>
                    </a:lnTo>
                    <a:lnTo>
                      <a:pt x="1066539" y="549732"/>
                    </a:lnTo>
                    <a:lnTo>
                      <a:pt x="1086926" y="524632"/>
                    </a:lnTo>
                    <a:lnTo>
                      <a:pt x="1102502" y="501619"/>
                    </a:lnTo>
                    <a:lnTo>
                      <a:pt x="1107785" y="456082"/>
                    </a:lnTo>
                    <a:lnTo>
                      <a:pt x="1108002" y="433204"/>
                    </a:lnTo>
                    <a:lnTo>
                      <a:pt x="1114858" y="416218"/>
                    </a:lnTo>
                    <a:lnTo>
                      <a:pt x="1121497" y="383037"/>
                    </a:lnTo>
                    <a:lnTo>
                      <a:pt x="1115039" y="350311"/>
                    </a:lnTo>
                    <a:lnTo>
                      <a:pt x="1094940" y="300666"/>
                    </a:lnTo>
                    <a:lnTo>
                      <a:pt x="1070736" y="230854"/>
                    </a:lnTo>
                    <a:lnTo>
                      <a:pt x="1067029" y="193667"/>
                    </a:lnTo>
                    <a:lnTo>
                      <a:pt x="1977664" y="193667"/>
                    </a:lnTo>
                    <a:lnTo>
                      <a:pt x="1978108" y="198549"/>
                    </a:lnTo>
                    <a:lnTo>
                      <a:pt x="1976262" y="210265"/>
                    </a:lnTo>
                    <a:lnTo>
                      <a:pt x="1990337" y="258429"/>
                    </a:lnTo>
                    <a:lnTo>
                      <a:pt x="1987062" y="275314"/>
                    </a:lnTo>
                    <a:lnTo>
                      <a:pt x="1985163" y="296828"/>
                    </a:lnTo>
                    <a:lnTo>
                      <a:pt x="2005334" y="317501"/>
                    </a:lnTo>
                    <a:lnTo>
                      <a:pt x="2023333" y="317164"/>
                    </a:lnTo>
                    <a:lnTo>
                      <a:pt x="2041568" y="316844"/>
                    </a:lnTo>
                    <a:lnTo>
                      <a:pt x="2048533" y="322029"/>
                    </a:lnTo>
                    <a:lnTo>
                      <a:pt x="2055516" y="336658"/>
                    </a:lnTo>
                    <a:lnTo>
                      <a:pt x="2061142" y="353931"/>
                    </a:lnTo>
                    <a:lnTo>
                      <a:pt x="2076157" y="352500"/>
                    </a:lnTo>
                    <a:lnTo>
                      <a:pt x="2100127" y="338443"/>
                    </a:lnTo>
                    <a:lnTo>
                      <a:pt x="2115720" y="335093"/>
                    </a:lnTo>
                    <a:lnTo>
                      <a:pt x="2126014" y="362112"/>
                    </a:lnTo>
                    <a:lnTo>
                      <a:pt x="2154017" y="397801"/>
                    </a:lnTo>
                    <a:lnTo>
                      <a:pt x="2170317" y="413794"/>
                    </a:lnTo>
                    <a:lnTo>
                      <a:pt x="2198013" y="422211"/>
                    </a:lnTo>
                    <a:lnTo>
                      <a:pt x="2227193" y="451015"/>
                    </a:lnTo>
                    <a:lnTo>
                      <a:pt x="2223104" y="485727"/>
                    </a:lnTo>
                    <a:lnTo>
                      <a:pt x="2235279" y="497326"/>
                    </a:lnTo>
                    <a:lnTo>
                      <a:pt x="2269705" y="511030"/>
                    </a:lnTo>
                    <a:lnTo>
                      <a:pt x="2281880" y="529514"/>
                    </a:lnTo>
                    <a:lnTo>
                      <a:pt x="2287723" y="545271"/>
                    </a:lnTo>
                    <a:lnTo>
                      <a:pt x="2296786" y="558334"/>
                    </a:lnTo>
                    <a:lnTo>
                      <a:pt x="2307387" y="597811"/>
                    </a:lnTo>
                    <a:lnTo>
                      <a:pt x="2303696" y="622137"/>
                    </a:lnTo>
                    <a:lnTo>
                      <a:pt x="2289821" y="630504"/>
                    </a:lnTo>
                    <a:lnTo>
                      <a:pt x="2257060" y="656563"/>
                    </a:lnTo>
                    <a:lnTo>
                      <a:pt x="2242461" y="676024"/>
                    </a:lnTo>
                    <a:lnTo>
                      <a:pt x="2231010" y="688145"/>
                    </a:lnTo>
                    <a:lnTo>
                      <a:pt x="2198465" y="714137"/>
                    </a:lnTo>
                    <a:lnTo>
                      <a:pt x="2186544" y="718800"/>
                    </a:lnTo>
                    <a:lnTo>
                      <a:pt x="2175129" y="732318"/>
                    </a:lnTo>
                    <a:lnTo>
                      <a:pt x="2164094" y="738227"/>
                    </a:lnTo>
                    <a:lnTo>
                      <a:pt x="2154216" y="734827"/>
                    </a:lnTo>
                    <a:lnTo>
                      <a:pt x="2117294" y="759304"/>
                    </a:lnTo>
                    <a:lnTo>
                      <a:pt x="2120171" y="769758"/>
                    </a:lnTo>
                    <a:lnTo>
                      <a:pt x="2148482" y="774185"/>
                    </a:lnTo>
                    <a:lnTo>
                      <a:pt x="2162918" y="768933"/>
                    </a:lnTo>
                    <a:lnTo>
                      <a:pt x="2174025" y="756627"/>
                    </a:lnTo>
                    <a:lnTo>
                      <a:pt x="2186164" y="753799"/>
                    </a:lnTo>
                    <a:lnTo>
                      <a:pt x="2197235" y="756122"/>
                    </a:lnTo>
                    <a:lnTo>
                      <a:pt x="2208976" y="746425"/>
                    </a:lnTo>
                    <a:lnTo>
                      <a:pt x="2218184" y="742554"/>
                    </a:lnTo>
                    <a:lnTo>
                      <a:pt x="2227699" y="747200"/>
                    </a:lnTo>
                    <a:lnTo>
                      <a:pt x="2238318" y="770448"/>
                    </a:lnTo>
                    <a:lnTo>
                      <a:pt x="2216284" y="782552"/>
                    </a:lnTo>
                    <a:lnTo>
                      <a:pt x="2200654" y="783108"/>
                    </a:lnTo>
                    <a:lnTo>
                      <a:pt x="2193020" y="821238"/>
                    </a:lnTo>
                    <a:lnTo>
                      <a:pt x="2183559" y="837618"/>
                    </a:lnTo>
                    <a:lnTo>
                      <a:pt x="2176775" y="845496"/>
                    </a:lnTo>
                    <a:lnTo>
                      <a:pt x="2142096" y="861725"/>
                    </a:lnTo>
                    <a:lnTo>
                      <a:pt x="2119212" y="882296"/>
                    </a:lnTo>
                    <a:lnTo>
                      <a:pt x="2092239" y="898861"/>
                    </a:lnTo>
                    <a:lnTo>
                      <a:pt x="2080462" y="895259"/>
                    </a:lnTo>
                    <a:lnTo>
                      <a:pt x="2062716" y="912093"/>
                    </a:lnTo>
                    <a:lnTo>
                      <a:pt x="2023279" y="932025"/>
                    </a:lnTo>
                    <a:lnTo>
                      <a:pt x="2003072" y="958876"/>
                    </a:lnTo>
                    <a:lnTo>
                      <a:pt x="1957720" y="982899"/>
                    </a:lnTo>
                    <a:lnTo>
                      <a:pt x="1934619" y="1002444"/>
                    </a:lnTo>
                    <a:lnTo>
                      <a:pt x="1871863" y="1003471"/>
                    </a:lnTo>
                    <a:lnTo>
                      <a:pt x="1811930" y="999178"/>
                    </a:lnTo>
                    <a:lnTo>
                      <a:pt x="1793117" y="1008470"/>
                    </a:lnTo>
                    <a:lnTo>
                      <a:pt x="1812346" y="1011349"/>
                    </a:lnTo>
                    <a:lnTo>
                      <a:pt x="1825824" y="1020473"/>
                    </a:lnTo>
                    <a:lnTo>
                      <a:pt x="1841978" y="1016669"/>
                    </a:lnTo>
                    <a:lnTo>
                      <a:pt x="1879950" y="1021231"/>
                    </a:lnTo>
                    <a:lnTo>
                      <a:pt x="1899487" y="1026197"/>
                    </a:lnTo>
                    <a:lnTo>
                      <a:pt x="1924560" y="1058149"/>
                    </a:lnTo>
                    <a:lnTo>
                      <a:pt x="1906126" y="1069512"/>
                    </a:lnTo>
                    <a:lnTo>
                      <a:pt x="1874197" y="1078232"/>
                    </a:lnTo>
                    <a:lnTo>
                      <a:pt x="1886173" y="1123551"/>
                    </a:lnTo>
                    <a:lnTo>
                      <a:pt x="1896050" y="1154105"/>
                    </a:lnTo>
                    <a:lnTo>
                      <a:pt x="1883116" y="1172539"/>
                    </a:lnTo>
                    <a:lnTo>
                      <a:pt x="1882157" y="1256408"/>
                    </a:lnTo>
                    <a:lnTo>
                      <a:pt x="1864012" y="1258007"/>
                    </a:lnTo>
                    <a:lnTo>
                      <a:pt x="1856306" y="1292703"/>
                    </a:lnTo>
                    <a:lnTo>
                      <a:pt x="1862022" y="1310396"/>
                    </a:lnTo>
                    <a:lnTo>
                      <a:pt x="1861570" y="1351489"/>
                    </a:lnTo>
                    <a:lnTo>
                      <a:pt x="1865351" y="1376808"/>
                    </a:lnTo>
                    <a:lnTo>
                      <a:pt x="1874251" y="1400124"/>
                    </a:lnTo>
                    <a:lnTo>
                      <a:pt x="1870290" y="1424432"/>
                    </a:lnTo>
                    <a:lnTo>
                      <a:pt x="1841598" y="1481333"/>
                    </a:lnTo>
                    <a:lnTo>
                      <a:pt x="1842250" y="1508032"/>
                    </a:lnTo>
                    <a:lnTo>
                      <a:pt x="1847405" y="1523890"/>
                    </a:lnTo>
                    <a:lnTo>
                      <a:pt x="1851222" y="1549243"/>
                    </a:lnTo>
                    <a:lnTo>
                      <a:pt x="1838179" y="1597979"/>
                    </a:lnTo>
                    <a:lnTo>
                      <a:pt x="1828971" y="1638701"/>
                    </a:lnTo>
                    <a:lnTo>
                      <a:pt x="1818027" y="1672976"/>
                    </a:lnTo>
                    <a:lnTo>
                      <a:pt x="1793533" y="1714103"/>
                    </a:lnTo>
                    <a:lnTo>
                      <a:pt x="1781340" y="1744842"/>
                    </a:lnTo>
                    <a:lnTo>
                      <a:pt x="1752811" y="1840765"/>
                    </a:lnTo>
                    <a:lnTo>
                      <a:pt x="1738665" y="1859805"/>
                    </a:lnTo>
                    <a:lnTo>
                      <a:pt x="1721316" y="1874434"/>
                    </a:lnTo>
                    <a:lnTo>
                      <a:pt x="1701978" y="1860899"/>
                    </a:lnTo>
                    <a:lnTo>
                      <a:pt x="1684249" y="1853526"/>
                    </a:lnTo>
                    <a:lnTo>
                      <a:pt x="1662595" y="1854418"/>
                    </a:lnTo>
                    <a:lnTo>
                      <a:pt x="1628676" y="1865512"/>
                    </a:lnTo>
                    <a:lnTo>
                      <a:pt x="1577661" y="1858138"/>
                    </a:lnTo>
                    <a:lnTo>
                      <a:pt x="1527805" y="1861690"/>
                    </a:lnTo>
                    <a:lnTo>
                      <a:pt x="1515196" y="1871269"/>
                    </a:lnTo>
                    <a:lnTo>
                      <a:pt x="1522757" y="1906083"/>
                    </a:lnTo>
                    <a:lnTo>
                      <a:pt x="1504378" y="1910645"/>
                    </a:lnTo>
                    <a:lnTo>
                      <a:pt x="1486414" y="1900746"/>
                    </a:lnTo>
                    <a:lnTo>
                      <a:pt x="1470603" y="1912564"/>
                    </a:lnTo>
                    <a:lnTo>
                      <a:pt x="1457397" y="1925526"/>
                    </a:lnTo>
                    <a:lnTo>
                      <a:pt x="1431456" y="1956283"/>
                    </a:lnTo>
                    <a:lnTo>
                      <a:pt x="1422772" y="1975222"/>
                    </a:lnTo>
                    <a:lnTo>
                      <a:pt x="1420529" y="2010894"/>
                    </a:lnTo>
                    <a:lnTo>
                      <a:pt x="1434151" y="2042879"/>
                    </a:lnTo>
                    <a:lnTo>
                      <a:pt x="1446235" y="2080336"/>
                    </a:lnTo>
                    <a:lnTo>
                      <a:pt x="1415120" y="2125536"/>
                    </a:lnTo>
                    <a:lnTo>
                      <a:pt x="1397754" y="2127068"/>
                    </a:lnTo>
                    <a:lnTo>
                      <a:pt x="1347065" y="2114527"/>
                    </a:lnTo>
                    <a:lnTo>
                      <a:pt x="1257228" y="2142859"/>
                    </a:lnTo>
                    <a:lnTo>
                      <a:pt x="1176546" y="2120452"/>
                    </a:lnTo>
                    <a:lnTo>
                      <a:pt x="1186694" y="2096244"/>
                    </a:lnTo>
                    <a:lnTo>
                      <a:pt x="1186351" y="2078450"/>
                    </a:lnTo>
                    <a:lnTo>
                      <a:pt x="1190909" y="2051078"/>
                    </a:lnTo>
                    <a:lnTo>
                      <a:pt x="1193623" y="2023082"/>
                    </a:lnTo>
                    <a:lnTo>
                      <a:pt x="1192863" y="2004345"/>
                    </a:lnTo>
                    <a:lnTo>
                      <a:pt x="1186948" y="1984380"/>
                    </a:lnTo>
                    <a:lnTo>
                      <a:pt x="1167048" y="1958253"/>
                    </a:lnTo>
                    <a:lnTo>
                      <a:pt x="1122221" y="1870074"/>
                    </a:lnTo>
                    <a:lnTo>
                      <a:pt x="1108960" y="1832853"/>
                    </a:lnTo>
                    <a:lnTo>
                      <a:pt x="1099734" y="1817348"/>
                    </a:lnTo>
                    <a:lnTo>
                      <a:pt x="1106373" y="1816507"/>
                    </a:lnTo>
                    <a:lnTo>
                      <a:pt x="1143296" y="1836489"/>
                    </a:lnTo>
                    <a:lnTo>
                      <a:pt x="1151907" y="1834031"/>
                    </a:lnTo>
                    <a:lnTo>
                      <a:pt x="1160952" y="1826523"/>
                    </a:lnTo>
                    <a:lnTo>
                      <a:pt x="1149935" y="1797921"/>
                    </a:lnTo>
                    <a:lnTo>
                      <a:pt x="1140474" y="1784976"/>
                    </a:lnTo>
                    <a:lnTo>
                      <a:pt x="1134052" y="1765616"/>
                    </a:lnTo>
                    <a:lnTo>
                      <a:pt x="1155669" y="1760381"/>
                    </a:lnTo>
                    <a:lnTo>
                      <a:pt x="1171281" y="1761542"/>
                    </a:lnTo>
                    <a:lnTo>
                      <a:pt x="1182787" y="1739758"/>
                    </a:lnTo>
                    <a:lnTo>
                      <a:pt x="1176148" y="1704541"/>
                    </a:lnTo>
                    <a:lnTo>
                      <a:pt x="1159378" y="1693699"/>
                    </a:lnTo>
                    <a:lnTo>
                      <a:pt x="1145376" y="1688986"/>
                    </a:lnTo>
                    <a:lnTo>
                      <a:pt x="1118530" y="1633668"/>
                    </a:lnTo>
                    <a:lnTo>
                      <a:pt x="1090526" y="1605016"/>
                    </a:lnTo>
                    <a:lnTo>
                      <a:pt x="1040579" y="1494497"/>
                    </a:lnTo>
                    <a:lnTo>
                      <a:pt x="1022308" y="1418641"/>
                    </a:lnTo>
                    <a:lnTo>
                      <a:pt x="1005321" y="1425847"/>
                    </a:lnTo>
                    <a:lnTo>
                      <a:pt x="997072" y="1392801"/>
                    </a:lnTo>
                    <a:lnTo>
                      <a:pt x="991157" y="1361505"/>
                    </a:lnTo>
                    <a:lnTo>
                      <a:pt x="989981" y="1338493"/>
                    </a:lnTo>
                    <a:lnTo>
                      <a:pt x="963352" y="1325311"/>
                    </a:lnTo>
                    <a:lnTo>
                      <a:pt x="962266" y="1309184"/>
                    </a:lnTo>
                    <a:lnTo>
                      <a:pt x="957472" y="1237217"/>
                    </a:lnTo>
                    <a:lnTo>
                      <a:pt x="928908" y="1227554"/>
                    </a:lnTo>
                    <a:lnTo>
                      <a:pt x="910438" y="1187168"/>
                    </a:lnTo>
                    <a:lnTo>
                      <a:pt x="907145" y="1110756"/>
                    </a:lnTo>
                    <a:lnTo>
                      <a:pt x="888331" y="1096851"/>
                    </a:lnTo>
                    <a:lnTo>
                      <a:pt x="873190" y="1100706"/>
                    </a:lnTo>
                    <a:lnTo>
                      <a:pt x="873895" y="1081767"/>
                    </a:lnTo>
                    <a:lnTo>
                      <a:pt x="877513" y="1063990"/>
                    </a:lnTo>
                    <a:lnTo>
                      <a:pt x="868667" y="993555"/>
                    </a:lnTo>
                    <a:lnTo>
                      <a:pt x="865719" y="929264"/>
                    </a:lnTo>
                    <a:lnTo>
                      <a:pt x="858537" y="909854"/>
                    </a:lnTo>
                    <a:lnTo>
                      <a:pt x="854466" y="887128"/>
                    </a:lnTo>
                    <a:lnTo>
                      <a:pt x="858121" y="867499"/>
                    </a:lnTo>
                    <a:lnTo>
                      <a:pt x="863475" y="856220"/>
                    </a:lnTo>
                    <a:lnTo>
                      <a:pt x="881909" y="853257"/>
                    </a:lnTo>
                    <a:lnTo>
                      <a:pt x="899131" y="8706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4" name="ph9084"/>
              <p:cNvSpPr/>
              <p:nvPr/>
            </p:nvSpPr>
            <p:spPr>
              <a:xfrm>
                <a:off x="3723782" y="1804293"/>
                <a:ext cx="9501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164" h="914400">
                    <a:moveTo>
                      <a:pt x="914400" y="914400"/>
                    </a:moveTo>
                    <a:lnTo>
                      <a:pt x="904794" y="912767"/>
                    </a:lnTo>
                    <a:lnTo>
                      <a:pt x="896038" y="896892"/>
                    </a:lnTo>
                    <a:lnTo>
                      <a:pt x="913748" y="872650"/>
                    </a:lnTo>
                    <a:lnTo>
                      <a:pt x="940847" y="873963"/>
                    </a:lnTo>
                    <a:lnTo>
                      <a:pt x="950164" y="879014"/>
                    </a:lnTo>
                    <a:lnTo>
                      <a:pt x="917728" y="8929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5" name="ph9085"/>
              <p:cNvSpPr/>
              <p:nvPr/>
            </p:nvSpPr>
            <p:spPr>
              <a:xfrm>
                <a:off x="3581791" y="1404593"/>
                <a:ext cx="93545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5457" h="914399">
                    <a:moveTo>
                      <a:pt x="914400" y="914399"/>
                    </a:moveTo>
                    <a:lnTo>
                      <a:pt x="910329" y="913356"/>
                    </a:lnTo>
                    <a:lnTo>
                      <a:pt x="915394" y="897346"/>
                    </a:lnTo>
                    <a:lnTo>
                      <a:pt x="919157" y="890427"/>
                    </a:lnTo>
                    <a:lnTo>
                      <a:pt x="931640" y="883963"/>
                    </a:lnTo>
                    <a:lnTo>
                      <a:pt x="935457" y="885091"/>
                    </a:lnTo>
                    <a:lnTo>
                      <a:pt x="922612" y="91111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6" name="ph9086"/>
              <p:cNvSpPr/>
              <p:nvPr/>
            </p:nvSpPr>
            <p:spPr>
              <a:xfrm>
                <a:off x="3618551" y="1260591"/>
                <a:ext cx="93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8134" h="914400">
                    <a:moveTo>
                      <a:pt x="914400" y="914400"/>
                    </a:moveTo>
                    <a:lnTo>
                      <a:pt x="909732" y="900410"/>
                    </a:lnTo>
                    <a:lnTo>
                      <a:pt x="911596" y="897666"/>
                    </a:lnTo>
                    <a:lnTo>
                      <a:pt x="914779" y="883862"/>
                    </a:lnTo>
                    <a:lnTo>
                      <a:pt x="923770" y="876286"/>
                    </a:lnTo>
                    <a:lnTo>
                      <a:pt x="938134" y="880832"/>
                    </a:lnTo>
                    <a:lnTo>
                      <a:pt x="938043" y="884283"/>
                    </a:lnTo>
                    <a:lnTo>
                      <a:pt x="924313" y="895461"/>
                    </a:lnTo>
                    <a:lnTo>
                      <a:pt x="919049" y="9029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7" name="ph9087"/>
              <p:cNvSpPr/>
              <p:nvPr/>
            </p:nvSpPr>
            <p:spPr>
              <a:xfrm>
                <a:off x="3869372" y="2985566"/>
                <a:ext cx="928419" cy="915616"/>
              </a:xfrm>
              <a:custGeom>
                <a:avLst/>
                <a:gdLst/>
                <a:ahLst/>
                <a:cxnLst/>
                <a:rect l="0" t="0" r="0" b="0"/>
                <a:pathLst>
                  <a:path w="928419" h="915616">
                    <a:moveTo>
                      <a:pt x="914400" y="914400"/>
                    </a:moveTo>
                    <a:lnTo>
                      <a:pt x="862517" y="909888"/>
                    </a:lnTo>
                    <a:lnTo>
                      <a:pt x="855136" y="905713"/>
                    </a:lnTo>
                    <a:lnTo>
                      <a:pt x="883682" y="876185"/>
                    </a:lnTo>
                    <a:lnTo>
                      <a:pt x="902279" y="845496"/>
                    </a:lnTo>
                    <a:lnTo>
                      <a:pt x="918072" y="805447"/>
                    </a:lnTo>
                    <a:lnTo>
                      <a:pt x="919754" y="777704"/>
                    </a:lnTo>
                    <a:lnTo>
                      <a:pt x="923698" y="746425"/>
                    </a:lnTo>
                    <a:lnTo>
                      <a:pt x="928419" y="744095"/>
                    </a:lnTo>
                    <a:lnTo>
                      <a:pt x="928419" y="9156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8" name="ph9088"/>
              <p:cNvSpPr/>
              <p:nvPr/>
            </p:nvSpPr>
            <p:spPr>
              <a:xfrm>
                <a:off x="2904509" y="3128877"/>
                <a:ext cx="1893282" cy="920712"/>
              </a:xfrm>
              <a:custGeom>
                <a:avLst/>
                <a:gdLst/>
                <a:ahLst/>
                <a:cxnLst/>
                <a:rect l="0" t="0" r="0" b="0"/>
                <a:pathLst>
                  <a:path w="1893282" h="920712">
                    <a:moveTo>
                      <a:pt x="914400" y="914400"/>
                    </a:moveTo>
                    <a:lnTo>
                      <a:pt x="1020481" y="872482"/>
                    </a:lnTo>
                    <a:lnTo>
                      <a:pt x="1133780" y="833156"/>
                    </a:lnTo>
                    <a:lnTo>
                      <a:pt x="1160228" y="828881"/>
                    </a:lnTo>
                    <a:lnTo>
                      <a:pt x="1186821" y="820598"/>
                    </a:lnTo>
                    <a:lnTo>
                      <a:pt x="1196644" y="805885"/>
                    </a:lnTo>
                    <a:lnTo>
                      <a:pt x="1206449" y="796037"/>
                    </a:lnTo>
                    <a:lnTo>
                      <a:pt x="1221880" y="770095"/>
                    </a:lnTo>
                    <a:lnTo>
                      <a:pt x="1255998" y="729776"/>
                    </a:lnTo>
                    <a:lnTo>
                      <a:pt x="1316329" y="715097"/>
                    </a:lnTo>
                    <a:lnTo>
                      <a:pt x="1338852" y="695973"/>
                    </a:lnTo>
                    <a:lnTo>
                      <a:pt x="1386067" y="669189"/>
                    </a:lnTo>
                    <a:lnTo>
                      <a:pt x="1493704" y="639140"/>
                    </a:lnTo>
                    <a:lnTo>
                      <a:pt x="1538659" y="632540"/>
                    </a:lnTo>
                    <a:lnTo>
                      <a:pt x="1582709" y="631732"/>
                    </a:lnTo>
                    <a:lnTo>
                      <a:pt x="1621928" y="655435"/>
                    </a:lnTo>
                    <a:lnTo>
                      <a:pt x="1663445" y="684694"/>
                    </a:lnTo>
                    <a:lnTo>
                      <a:pt x="1670917" y="702353"/>
                    </a:lnTo>
                    <a:lnTo>
                      <a:pt x="1648449" y="691343"/>
                    </a:lnTo>
                    <a:lnTo>
                      <a:pt x="1615705" y="665065"/>
                    </a:lnTo>
                    <a:lnTo>
                      <a:pt x="1603603" y="663954"/>
                    </a:lnTo>
                    <a:lnTo>
                      <a:pt x="1631552" y="743883"/>
                    </a:lnTo>
                    <a:lnTo>
                      <a:pt x="1646839" y="772148"/>
                    </a:lnTo>
                    <a:lnTo>
                      <a:pt x="1677737" y="793293"/>
                    </a:lnTo>
                    <a:lnTo>
                      <a:pt x="1703642" y="800414"/>
                    </a:lnTo>
                    <a:lnTo>
                      <a:pt x="1783456" y="787603"/>
                    </a:lnTo>
                    <a:lnTo>
                      <a:pt x="1811804" y="770869"/>
                    </a:lnTo>
                    <a:lnTo>
                      <a:pt x="1819999" y="762401"/>
                    </a:lnTo>
                    <a:lnTo>
                      <a:pt x="1827379" y="766576"/>
                    </a:lnTo>
                    <a:lnTo>
                      <a:pt x="1879262" y="771088"/>
                    </a:lnTo>
                    <a:lnTo>
                      <a:pt x="1893282" y="772304"/>
                    </a:lnTo>
                    <a:lnTo>
                      <a:pt x="1893282" y="920712"/>
                    </a:lnTo>
                    <a:lnTo>
                      <a:pt x="902385" y="9207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9" name="ph9089"/>
              <p:cNvSpPr/>
              <p:nvPr/>
            </p:nvSpPr>
            <p:spPr>
              <a:xfrm>
                <a:off x="2459724" y="758992"/>
                <a:ext cx="965161" cy="1866109"/>
              </a:xfrm>
              <a:custGeom>
                <a:avLst/>
                <a:gdLst/>
                <a:ahLst/>
                <a:cxnLst/>
                <a:rect l="0" t="0" r="0" b="0"/>
                <a:pathLst>
                  <a:path w="965161" h="1866109">
                    <a:moveTo>
                      <a:pt x="914400" y="914400"/>
                    </a:moveTo>
                    <a:lnTo>
                      <a:pt x="938604" y="984212"/>
                    </a:lnTo>
                    <a:lnTo>
                      <a:pt x="958703" y="1033857"/>
                    </a:lnTo>
                    <a:lnTo>
                      <a:pt x="965161" y="1066583"/>
                    </a:lnTo>
                    <a:lnTo>
                      <a:pt x="958522" y="1099764"/>
                    </a:lnTo>
                    <a:lnTo>
                      <a:pt x="951665" y="1116749"/>
                    </a:lnTo>
                    <a:lnTo>
                      <a:pt x="951448" y="1139627"/>
                    </a:lnTo>
                    <a:lnTo>
                      <a:pt x="946166" y="1185165"/>
                    </a:lnTo>
                    <a:lnTo>
                      <a:pt x="930590" y="1208177"/>
                    </a:lnTo>
                    <a:lnTo>
                      <a:pt x="910203" y="1233277"/>
                    </a:lnTo>
                    <a:lnTo>
                      <a:pt x="887463" y="1252014"/>
                    </a:lnTo>
                    <a:lnTo>
                      <a:pt x="869427" y="1257283"/>
                    </a:lnTo>
                    <a:lnTo>
                      <a:pt x="853942" y="1259455"/>
                    </a:lnTo>
                    <a:lnTo>
                      <a:pt x="843540" y="1268983"/>
                    </a:lnTo>
                    <a:lnTo>
                      <a:pt x="834115" y="1296979"/>
                    </a:lnTo>
                    <a:lnTo>
                      <a:pt x="825413" y="1326389"/>
                    </a:lnTo>
                    <a:lnTo>
                      <a:pt x="796976" y="1362549"/>
                    </a:lnTo>
                    <a:lnTo>
                      <a:pt x="797735" y="1375141"/>
                    </a:lnTo>
                    <a:lnTo>
                      <a:pt x="808571" y="1418002"/>
                    </a:lnTo>
                    <a:lnTo>
                      <a:pt x="818720" y="1466805"/>
                    </a:lnTo>
                    <a:lnTo>
                      <a:pt x="810145" y="1512426"/>
                    </a:lnTo>
                    <a:lnTo>
                      <a:pt x="802801" y="1560320"/>
                    </a:lnTo>
                    <a:lnTo>
                      <a:pt x="789938" y="1592238"/>
                    </a:lnTo>
                    <a:lnTo>
                      <a:pt x="771559" y="1603635"/>
                    </a:lnTo>
                    <a:lnTo>
                      <a:pt x="758063" y="1597945"/>
                    </a:lnTo>
                    <a:lnTo>
                      <a:pt x="742795" y="1554159"/>
                    </a:lnTo>
                    <a:lnTo>
                      <a:pt x="742451" y="1544092"/>
                    </a:lnTo>
                    <a:lnTo>
                      <a:pt x="738652" y="1530708"/>
                    </a:lnTo>
                    <a:lnTo>
                      <a:pt x="695344" y="1517375"/>
                    </a:lnTo>
                    <a:lnTo>
                      <a:pt x="687692" y="1517864"/>
                    </a:lnTo>
                    <a:lnTo>
                      <a:pt x="670669" y="1510052"/>
                    </a:lnTo>
                    <a:lnTo>
                      <a:pt x="660683" y="1507847"/>
                    </a:lnTo>
                    <a:lnTo>
                      <a:pt x="640205" y="1503336"/>
                    </a:lnTo>
                    <a:lnTo>
                      <a:pt x="623182" y="1464700"/>
                    </a:lnTo>
                    <a:lnTo>
                      <a:pt x="605092" y="1432564"/>
                    </a:lnTo>
                    <a:lnTo>
                      <a:pt x="602523" y="1419130"/>
                    </a:lnTo>
                    <a:lnTo>
                      <a:pt x="603138" y="1359031"/>
                    </a:lnTo>
                    <a:lnTo>
                      <a:pt x="597603" y="1332298"/>
                    </a:lnTo>
                    <a:lnTo>
                      <a:pt x="595902" y="1303157"/>
                    </a:lnTo>
                    <a:lnTo>
                      <a:pt x="584523" y="1326860"/>
                    </a:lnTo>
                    <a:lnTo>
                      <a:pt x="591126" y="1364334"/>
                    </a:lnTo>
                    <a:lnTo>
                      <a:pt x="577088" y="1380057"/>
                    </a:lnTo>
                    <a:lnTo>
                      <a:pt x="559378" y="1387700"/>
                    </a:lnTo>
                    <a:lnTo>
                      <a:pt x="561042" y="1409652"/>
                    </a:lnTo>
                    <a:lnTo>
                      <a:pt x="568314" y="1413810"/>
                    </a:lnTo>
                    <a:lnTo>
                      <a:pt x="569834" y="1436604"/>
                    </a:lnTo>
                    <a:lnTo>
                      <a:pt x="565529" y="1470340"/>
                    </a:lnTo>
                    <a:lnTo>
                      <a:pt x="530669" y="1545354"/>
                    </a:lnTo>
                    <a:lnTo>
                      <a:pt x="523631" y="1553418"/>
                    </a:lnTo>
                    <a:lnTo>
                      <a:pt x="518856" y="1563552"/>
                    </a:lnTo>
                    <a:lnTo>
                      <a:pt x="501019" y="1556819"/>
                    </a:lnTo>
                    <a:lnTo>
                      <a:pt x="478134" y="1577710"/>
                    </a:lnTo>
                    <a:lnTo>
                      <a:pt x="456462" y="1581060"/>
                    </a:lnTo>
                    <a:lnTo>
                      <a:pt x="448611" y="1557425"/>
                    </a:lnTo>
                    <a:lnTo>
                      <a:pt x="418039" y="1526146"/>
                    </a:lnTo>
                    <a:lnTo>
                      <a:pt x="403603" y="1527897"/>
                    </a:lnTo>
                    <a:lnTo>
                      <a:pt x="416555" y="1543334"/>
                    </a:lnTo>
                    <a:lnTo>
                      <a:pt x="429327" y="1563401"/>
                    </a:lnTo>
                    <a:lnTo>
                      <a:pt x="422073" y="1576683"/>
                    </a:lnTo>
                    <a:lnTo>
                      <a:pt x="414945" y="1585353"/>
                    </a:lnTo>
                    <a:lnTo>
                      <a:pt x="402463" y="1589848"/>
                    </a:lnTo>
                    <a:lnTo>
                      <a:pt x="357798" y="1616109"/>
                    </a:lnTo>
                    <a:lnTo>
                      <a:pt x="373699" y="1633752"/>
                    </a:lnTo>
                    <a:lnTo>
                      <a:pt x="360204" y="1653785"/>
                    </a:lnTo>
                    <a:lnTo>
                      <a:pt x="344592" y="1656731"/>
                    </a:lnTo>
                    <a:lnTo>
                      <a:pt x="336271" y="1666091"/>
                    </a:lnTo>
                    <a:lnTo>
                      <a:pt x="333376" y="1678801"/>
                    </a:lnTo>
                    <a:lnTo>
                      <a:pt x="287119" y="1715012"/>
                    </a:lnTo>
                    <a:lnTo>
                      <a:pt x="211719" y="1807887"/>
                    </a:lnTo>
                    <a:lnTo>
                      <a:pt x="172970" y="1834132"/>
                    </a:lnTo>
                    <a:lnTo>
                      <a:pt x="145907" y="1861421"/>
                    </a:lnTo>
                    <a:lnTo>
                      <a:pt x="122064" y="1860747"/>
                    </a:lnTo>
                    <a:lnTo>
                      <a:pt x="115135" y="1866109"/>
                    </a:lnTo>
                    <a:lnTo>
                      <a:pt x="115135" y="877212"/>
                    </a:lnTo>
                    <a:lnTo>
                      <a:pt x="910693" y="8772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0" name="ph9090"/>
              <p:cNvSpPr/>
              <p:nvPr/>
            </p:nvSpPr>
            <p:spPr>
              <a:xfrm>
                <a:off x="1827831" y="3135089"/>
                <a:ext cx="1314683" cy="914501"/>
              </a:xfrm>
              <a:custGeom>
                <a:avLst/>
                <a:gdLst/>
                <a:ahLst/>
                <a:cxnLst/>
                <a:rect l="0" t="0" r="0" b="0"/>
                <a:pathLst>
                  <a:path w="1314683" h="914501">
                    <a:moveTo>
                      <a:pt x="914400" y="914400"/>
                    </a:moveTo>
                    <a:lnTo>
                      <a:pt x="914978" y="824588"/>
                    </a:lnTo>
                    <a:lnTo>
                      <a:pt x="904775" y="811221"/>
                    </a:lnTo>
                    <a:lnTo>
                      <a:pt x="891588" y="806575"/>
                    </a:lnTo>
                    <a:lnTo>
                      <a:pt x="883375" y="812719"/>
                    </a:lnTo>
                    <a:lnTo>
                      <a:pt x="866496" y="812804"/>
                    </a:lnTo>
                    <a:lnTo>
                      <a:pt x="862951" y="792468"/>
                    </a:lnTo>
                    <a:lnTo>
                      <a:pt x="867075" y="777401"/>
                    </a:lnTo>
                    <a:lnTo>
                      <a:pt x="900995" y="767098"/>
                    </a:lnTo>
                    <a:lnTo>
                      <a:pt x="923354" y="753294"/>
                    </a:lnTo>
                    <a:lnTo>
                      <a:pt x="924349" y="728901"/>
                    </a:lnTo>
                    <a:lnTo>
                      <a:pt x="910221" y="709726"/>
                    </a:lnTo>
                    <a:lnTo>
                      <a:pt x="893306" y="674559"/>
                    </a:lnTo>
                    <a:lnTo>
                      <a:pt x="873425" y="641496"/>
                    </a:lnTo>
                    <a:lnTo>
                      <a:pt x="871272" y="603063"/>
                    </a:lnTo>
                    <a:lnTo>
                      <a:pt x="905825" y="603821"/>
                    </a:lnTo>
                    <a:lnTo>
                      <a:pt x="914291" y="605269"/>
                    </a:lnTo>
                    <a:lnTo>
                      <a:pt x="966698" y="623282"/>
                    </a:lnTo>
                    <a:lnTo>
                      <a:pt x="979506" y="635924"/>
                    </a:lnTo>
                    <a:lnTo>
                      <a:pt x="995625" y="636513"/>
                    </a:lnTo>
                    <a:lnTo>
                      <a:pt x="1024660" y="624746"/>
                    </a:lnTo>
                    <a:lnTo>
                      <a:pt x="1046350" y="619578"/>
                    </a:lnTo>
                    <a:lnTo>
                      <a:pt x="1054762" y="626834"/>
                    </a:lnTo>
                    <a:lnTo>
                      <a:pt x="1066575" y="629881"/>
                    </a:lnTo>
                    <a:lnTo>
                      <a:pt x="1069307" y="629881"/>
                    </a:lnTo>
                    <a:lnTo>
                      <a:pt x="1070446" y="636210"/>
                    </a:lnTo>
                    <a:lnTo>
                      <a:pt x="1097564" y="645368"/>
                    </a:lnTo>
                    <a:lnTo>
                      <a:pt x="1108960" y="659964"/>
                    </a:lnTo>
                    <a:lnTo>
                      <a:pt x="1121624" y="682152"/>
                    </a:lnTo>
                    <a:lnTo>
                      <a:pt x="1122854" y="714087"/>
                    </a:lnTo>
                    <a:lnTo>
                      <a:pt x="1106645" y="737066"/>
                    </a:lnTo>
                    <a:lnTo>
                      <a:pt x="1093186" y="751610"/>
                    </a:lnTo>
                    <a:lnTo>
                      <a:pt x="1144092" y="746106"/>
                    </a:lnTo>
                    <a:lnTo>
                      <a:pt x="1149157" y="759287"/>
                    </a:lnTo>
                    <a:lnTo>
                      <a:pt x="1156863" y="773512"/>
                    </a:lnTo>
                    <a:lnTo>
                      <a:pt x="1184288" y="763378"/>
                    </a:lnTo>
                    <a:lnTo>
                      <a:pt x="1253031" y="805464"/>
                    </a:lnTo>
                    <a:lnTo>
                      <a:pt x="1294603" y="784976"/>
                    </a:lnTo>
                    <a:lnTo>
                      <a:pt x="1305240" y="783781"/>
                    </a:lnTo>
                    <a:lnTo>
                      <a:pt x="1314683" y="817787"/>
                    </a:lnTo>
                    <a:lnTo>
                      <a:pt x="1304353" y="852045"/>
                    </a:lnTo>
                    <a:lnTo>
                      <a:pt x="1267703" y="888592"/>
                    </a:lnTo>
                    <a:lnTo>
                      <a:pt x="1275825" y="911117"/>
                    </a:lnTo>
                    <a:lnTo>
                      <a:pt x="1283746" y="914501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1" name="ph9091"/>
              <p:cNvSpPr/>
              <p:nvPr/>
            </p:nvSpPr>
            <p:spPr>
              <a:xfrm>
                <a:off x="2235513" y="3132025"/>
                <a:ext cx="922179" cy="917564"/>
              </a:xfrm>
              <a:custGeom>
                <a:avLst/>
                <a:gdLst/>
                <a:ahLst/>
                <a:cxnLst/>
                <a:rect l="0" t="0" r="0" b="0"/>
                <a:pathLst>
                  <a:path w="922179" h="917564">
                    <a:moveTo>
                      <a:pt x="914400" y="914400"/>
                    </a:moveTo>
                    <a:lnTo>
                      <a:pt x="922179" y="917564"/>
                    </a:lnTo>
                    <a:lnTo>
                      <a:pt x="891527" y="9175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2" name="ph9092"/>
              <p:cNvSpPr/>
              <p:nvPr/>
            </p:nvSpPr>
            <p:spPr>
              <a:xfrm>
                <a:off x="2345972" y="3096050"/>
                <a:ext cx="1308350" cy="953540"/>
              </a:xfrm>
              <a:custGeom>
                <a:avLst/>
                <a:gdLst/>
                <a:ahLst/>
                <a:cxnLst/>
                <a:rect l="0" t="0" r="0" b="0"/>
                <a:pathLst>
                  <a:path w="1308350" h="953540">
                    <a:moveTo>
                      <a:pt x="914400" y="914400"/>
                    </a:moveTo>
                    <a:lnTo>
                      <a:pt x="932128" y="903390"/>
                    </a:lnTo>
                    <a:lnTo>
                      <a:pt x="990487" y="895511"/>
                    </a:lnTo>
                    <a:lnTo>
                      <a:pt x="1001106" y="875663"/>
                    </a:lnTo>
                    <a:lnTo>
                      <a:pt x="1024750" y="855698"/>
                    </a:lnTo>
                    <a:lnTo>
                      <a:pt x="1039982" y="833897"/>
                    </a:lnTo>
                    <a:lnTo>
                      <a:pt x="1076452" y="792400"/>
                    </a:lnTo>
                    <a:lnTo>
                      <a:pt x="1114188" y="799875"/>
                    </a:lnTo>
                    <a:lnTo>
                      <a:pt x="1136222" y="807821"/>
                    </a:lnTo>
                    <a:lnTo>
                      <a:pt x="1160409" y="811827"/>
                    </a:lnTo>
                    <a:lnTo>
                      <a:pt x="1182425" y="856068"/>
                    </a:lnTo>
                    <a:lnTo>
                      <a:pt x="1238107" y="904972"/>
                    </a:lnTo>
                    <a:lnTo>
                      <a:pt x="1289266" y="900713"/>
                    </a:lnTo>
                    <a:lnTo>
                      <a:pt x="1307429" y="946974"/>
                    </a:lnTo>
                    <a:lnTo>
                      <a:pt x="1308350" y="953540"/>
                    </a:lnTo>
                    <a:lnTo>
                      <a:pt x="880553" y="95354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3" name="ph9093"/>
              <p:cNvSpPr/>
              <p:nvPr/>
            </p:nvSpPr>
            <p:spPr>
              <a:xfrm>
                <a:off x="2722684" y="3026440"/>
                <a:ext cx="914400" cy="9383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389">
                    <a:moveTo>
                      <a:pt x="914400" y="914400"/>
                    </a:moveTo>
                    <a:lnTo>
                      <a:pt x="909425" y="926217"/>
                    </a:lnTo>
                    <a:lnTo>
                      <a:pt x="888603" y="906555"/>
                    </a:lnTo>
                    <a:lnTo>
                      <a:pt x="867690" y="906824"/>
                    </a:lnTo>
                    <a:lnTo>
                      <a:pt x="855190" y="937109"/>
                    </a:lnTo>
                    <a:lnTo>
                      <a:pt x="845892" y="938389"/>
                    </a:lnTo>
                    <a:lnTo>
                      <a:pt x="813600" y="910881"/>
                    </a:lnTo>
                    <a:lnTo>
                      <a:pt x="808427" y="897464"/>
                    </a:lnTo>
                    <a:lnTo>
                      <a:pt x="807359" y="886303"/>
                    </a:lnTo>
                    <a:lnTo>
                      <a:pt x="811972" y="847668"/>
                    </a:lnTo>
                    <a:lnTo>
                      <a:pt x="811122" y="835513"/>
                    </a:lnTo>
                    <a:lnTo>
                      <a:pt x="821271" y="822231"/>
                    </a:lnTo>
                    <a:lnTo>
                      <a:pt x="822845" y="803040"/>
                    </a:lnTo>
                    <a:lnTo>
                      <a:pt x="840790" y="782805"/>
                    </a:lnTo>
                    <a:lnTo>
                      <a:pt x="856710" y="782047"/>
                    </a:lnTo>
                    <a:lnTo>
                      <a:pt x="861775" y="799185"/>
                    </a:lnTo>
                    <a:lnTo>
                      <a:pt x="869391" y="810986"/>
                    </a:lnTo>
                    <a:lnTo>
                      <a:pt x="896219" y="824217"/>
                    </a:lnTo>
                    <a:lnTo>
                      <a:pt x="900217" y="830227"/>
                    </a:lnTo>
                    <a:lnTo>
                      <a:pt x="902641" y="838544"/>
                    </a:lnTo>
                    <a:lnTo>
                      <a:pt x="890159" y="854839"/>
                    </a:lnTo>
                    <a:lnTo>
                      <a:pt x="885925" y="863189"/>
                    </a:lnTo>
                    <a:lnTo>
                      <a:pt x="889887" y="876573"/>
                    </a:lnTo>
                    <a:lnTo>
                      <a:pt x="909768" y="8912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4" name="ph9094"/>
              <p:cNvSpPr/>
              <p:nvPr/>
            </p:nvSpPr>
            <p:spPr>
              <a:xfrm>
                <a:off x="2748300" y="3122682"/>
                <a:ext cx="958345" cy="926907"/>
              </a:xfrm>
              <a:custGeom>
                <a:avLst/>
                <a:gdLst/>
                <a:ahLst/>
                <a:cxnLst/>
                <a:rect l="0" t="0" r="0" b="0"/>
                <a:pathLst>
                  <a:path w="958345" h="926907">
                    <a:moveTo>
                      <a:pt x="914399" y="914400"/>
                    </a:moveTo>
                    <a:lnTo>
                      <a:pt x="906006" y="906369"/>
                    </a:lnTo>
                    <a:lnTo>
                      <a:pt x="904757" y="894905"/>
                    </a:lnTo>
                    <a:lnTo>
                      <a:pt x="906114" y="883037"/>
                    </a:lnTo>
                    <a:lnTo>
                      <a:pt x="945225" y="914989"/>
                    </a:lnTo>
                    <a:lnTo>
                      <a:pt x="958345" y="926907"/>
                    </a:lnTo>
                    <a:lnTo>
                      <a:pt x="922742" y="92690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5" name="ph9095"/>
              <p:cNvSpPr/>
              <p:nvPr/>
            </p:nvSpPr>
            <p:spPr>
              <a:xfrm>
                <a:off x="2240144" y="2991761"/>
                <a:ext cx="9428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2837" h="914400">
                    <a:moveTo>
                      <a:pt x="914400" y="914400"/>
                    </a:moveTo>
                    <a:lnTo>
                      <a:pt x="903545" y="900612"/>
                    </a:lnTo>
                    <a:lnTo>
                      <a:pt x="892619" y="897111"/>
                    </a:lnTo>
                    <a:lnTo>
                      <a:pt x="898498" y="880108"/>
                    </a:lnTo>
                    <a:lnTo>
                      <a:pt x="906187" y="873930"/>
                    </a:lnTo>
                    <a:lnTo>
                      <a:pt x="933720" y="885007"/>
                    </a:lnTo>
                    <a:lnTo>
                      <a:pt x="942367" y="906689"/>
                    </a:lnTo>
                    <a:lnTo>
                      <a:pt x="942837" y="9137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6" name="ph9096"/>
              <p:cNvSpPr/>
              <p:nvPr/>
            </p:nvSpPr>
            <p:spPr>
              <a:xfrm>
                <a:off x="1713192" y="2870721"/>
                <a:ext cx="9782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8294" h="914400">
                    <a:moveTo>
                      <a:pt x="914400" y="914400"/>
                    </a:moveTo>
                    <a:lnTo>
                      <a:pt x="916444" y="865714"/>
                    </a:lnTo>
                    <a:lnTo>
                      <a:pt x="936723" y="813847"/>
                    </a:lnTo>
                    <a:lnTo>
                      <a:pt x="945298" y="815009"/>
                    </a:lnTo>
                    <a:lnTo>
                      <a:pt x="936524" y="829015"/>
                    </a:lnTo>
                    <a:lnTo>
                      <a:pt x="933991" y="838830"/>
                    </a:lnTo>
                    <a:lnTo>
                      <a:pt x="930427" y="858442"/>
                    </a:lnTo>
                    <a:lnTo>
                      <a:pt x="932038" y="868627"/>
                    </a:lnTo>
                    <a:lnTo>
                      <a:pt x="978294" y="871421"/>
                    </a:lnTo>
                    <a:lnTo>
                      <a:pt x="972922" y="880512"/>
                    </a:lnTo>
                    <a:lnTo>
                      <a:pt x="926013" y="886640"/>
                    </a:lnTo>
                    <a:lnTo>
                      <a:pt x="918669" y="9075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7" name="ph9097"/>
              <p:cNvSpPr/>
              <p:nvPr/>
            </p:nvSpPr>
            <p:spPr>
              <a:xfrm>
                <a:off x="1762145" y="2897925"/>
                <a:ext cx="9216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18" h="914400">
                    <a:moveTo>
                      <a:pt x="914400" y="914400"/>
                    </a:moveTo>
                    <a:lnTo>
                      <a:pt x="896780" y="913406"/>
                    </a:lnTo>
                    <a:lnTo>
                      <a:pt x="886884" y="905460"/>
                    </a:lnTo>
                    <a:lnTo>
                      <a:pt x="890086" y="896993"/>
                    </a:lnTo>
                    <a:lnTo>
                      <a:pt x="899439" y="890528"/>
                    </a:lnTo>
                    <a:lnTo>
                      <a:pt x="907181" y="889535"/>
                    </a:lnTo>
                    <a:lnTo>
                      <a:pt x="918940" y="893525"/>
                    </a:lnTo>
                    <a:lnTo>
                      <a:pt x="921618" y="90594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8" name="ph9098"/>
              <p:cNvSpPr/>
              <p:nvPr/>
            </p:nvSpPr>
            <p:spPr>
              <a:xfrm>
                <a:off x="3883392" y="945535"/>
                <a:ext cx="914400" cy="10072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7258">
                    <a:moveTo>
                      <a:pt x="914400" y="914400"/>
                    </a:moveTo>
                    <a:lnTo>
                      <a:pt x="914400" y="1003775"/>
                    </a:lnTo>
                    <a:lnTo>
                      <a:pt x="877314" y="1007258"/>
                    </a:lnTo>
                    <a:lnTo>
                      <a:pt x="867347" y="1001315"/>
                    </a:lnTo>
                    <a:lnTo>
                      <a:pt x="853689" y="955104"/>
                    </a:lnTo>
                    <a:lnTo>
                      <a:pt x="856402" y="943169"/>
                    </a:lnTo>
                    <a:lnTo>
                      <a:pt x="865592" y="938085"/>
                    </a:lnTo>
                    <a:lnTo>
                      <a:pt x="873461" y="936991"/>
                    </a:lnTo>
                    <a:lnTo>
                      <a:pt x="874619" y="961872"/>
                    </a:lnTo>
                    <a:lnTo>
                      <a:pt x="886179" y="959397"/>
                    </a:lnTo>
                    <a:lnTo>
                      <a:pt x="889797" y="943000"/>
                    </a:lnTo>
                    <a:lnTo>
                      <a:pt x="890611" y="931452"/>
                    </a:lnTo>
                    <a:lnTo>
                      <a:pt x="887481" y="925627"/>
                    </a:lnTo>
                    <a:lnTo>
                      <a:pt x="879630" y="921116"/>
                    </a:lnTo>
                    <a:lnTo>
                      <a:pt x="875089" y="913372"/>
                    </a:lnTo>
                    <a:lnTo>
                      <a:pt x="881620" y="900914"/>
                    </a:lnTo>
                    <a:lnTo>
                      <a:pt x="893704" y="895527"/>
                    </a:lnTo>
                    <a:lnTo>
                      <a:pt x="904124" y="912177"/>
                    </a:lnTo>
                    <a:lnTo>
                      <a:pt x="912464" y="9143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9" name="ph9099"/>
              <p:cNvSpPr/>
              <p:nvPr/>
            </p:nvSpPr>
            <p:spPr>
              <a:xfrm>
                <a:off x="3821795" y="1009775"/>
                <a:ext cx="914400" cy="9246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635">
                    <a:moveTo>
                      <a:pt x="914400" y="914400"/>
                    </a:moveTo>
                    <a:lnTo>
                      <a:pt x="907308" y="912464"/>
                    </a:lnTo>
                    <a:lnTo>
                      <a:pt x="901863" y="915107"/>
                    </a:lnTo>
                    <a:lnTo>
                      <a:pt x="898173" y="924635"/>
                    </a:lnTo>
                    <a:lnTo>
                      <a:pt x="890140" y="921217"/>
                    </a:lnTo>
                    <a:lnTo>
                      <a:pt x="886902" y="907565"/>
                    </a:lnTo>
                    <a:lnTo>
                      <a:pt x="892890" y="887128"/>
                    </a:lnTo>
                    <a:lnTo>
                      <a:pt x="907236" y="886353"/>
                    </a:lnTo>
                    <a:lnTo>
                      <a:pt x="913441" y="9066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0" name="ph9100"/>
              <p:cNvSpPr/>
              <p:nvPr/>
            </p:nvSpPr>
            <p:spPr>
              <a:xfrm>
                <a:off x="2507247" y="2554267"/>
                <a:ext cx="921292" cy="1228951"/>
              </a:xfrm>
              <a:custGeom>
                <a:avLst/>
                <a:gdLst/>
                <a:ahLst/>
                <a:cxnLst/>
                <a:rect l="0" t="0" r="0" b="0"/>
                <a:pathLst>
                  <a:path w="921292" h="1228951">
                    <a:moveTo>
                      <a:pt x="914400" y="914399"/>
                    </a:moveTo>
                    <a:lnTo>
                      <a:pt x="909587" y="924450"/>
                    </a:lnTo>
                    <a:lnTo>
                      <a:pt x="902514" y="931066"/>
                    </a:lnTo>
                    <a:lnTo>
                      <a:pt x="884008" y="938086"/>
                    </a:lnTo>
                    <a:lnTo>
                      <a:pt x="867980" y="947883"/>
                    </a:lnTo>
                    <a:lnTo>
                      <a:pt x="853689" y="965105"/>
                    </a:lnTo>
                    <a:lnTo>
                      <a:pt x="848424" y="989717"/>
                    </a:lnTo>
                    <a:lnTo>
                      <a:pt x="859604" y="1007730"/>
                    </a:lnTo>
                    <a:lnTo>
                      <a:pt x="879938" y="1017595"/>
                    </a:lnTo>
                    <a:lnTo>
                      <a:pt x="885111" y="1051886"/>
                    </a:lnTo>
                    <a:lnTo>
                      <a:pt x="868324" y="1068805"/>
                    </a:lnTo>
                    <a:lnTo>
                      <a:pt x="825251" y="1085690"/>
                    </a:lnTo>
                    <a:lnTo>
                      <a:pt x="820728" y="1126446"/>
                    </a:lnTo>
                    <a:lnTo>
                      <a:pt x="822121" y="1158566"/>
                    </a:lnTo>
                    <a:lnTo>
                      <a:pt x="821343" y="1181916"/>
                    </a:lnTo>
                    <a:lnTo>
                      <a:pt x="817924" y="1214221"/>
                    </a:lnTo>
                    <a:lnTo>
                      <a:pt x="783082" y="1228951"/>
                    </a:lnTo>
                    <a:lnTo>
                      <a:pt x="760596" y="1179744"/>
                    </a:lnTo>
                    <a:lnTo>
                      <a:pt x="760397" y="1160048"/>
                    </a:lnTo>
                    <a:lnTo>
                      <a:pt x="753685" y="1137052"/>
                    </a:lnTo>
                    <a:lnTo>
                      <a:pt x="752419" y="1117457"/>
                    </a:lnTo>
                    <a:lnTo>
                      <a:pt x="744459" y="1086111"/>
                    </a:lnTo>
                    <a:lnTo>
                      <a:pt x="711499" y="1077626"/>
                    </a:lnTo>
                    <a:lnTo>
                      <a:pt x="698709" y="1076515"/>
                    </a:lnTo>
                    <a:lnTo>
                      <a:pt x="680818" y="1082340"/>
                    </a:lnTo>
                    <a:lnTo>
                      <a:pt x="676386" y="1080067"/>
                    </a:lnTo>
                    <a:lnTo>
                      <a:pt x="654967" y="1037257"/>
                    </a:lnTo>
                    <a:lnTo>
                      <a:pt x="658494" y="990020"/>
                    </a:lnTo>
                    <a:lnTo>
                      <a:pt x="647061" y="966182"/>
                    </a:lnTo>
                    <a:lnTo>
                      <a:pt x="645488" y="955391"/>
                    </a:lnTo>
                    <a:lnTo>
                      <a:pt x="645759" y="943439"/>
                    </a:lnTo>
                    <a:lnTo>
                      <a:pt x="636370" y="933591"/>
                    </a:lnTo>
                    <a:lnTo>
                      <a:pt x="624973" y="928372"/>
                    </a:lnTo>
                    <a:lnTo>
                      <a:pt x="619438" y="901791"/>
                    </a:lnTo>
                    <a:lnTo>
                      <a:pt x="632535" y="895343"/>
                    </a:lnTo>
                    <a:lnTo>
                      <a:pt x="664917" y="898457"/>
                    </a:lnTo>
                    <a:lnTo>
                      <a:pt x="674378" y="896639"/>
                    </a:lnTo>
                    <a:lnTo>
                      <a:pt x="683043" y="891101"/>
                    </a:lnTo>
                    <a:lnTo>
                      <a:pt x="709238" y="847398"/>
                    </a:lnTo>
                    <a:lnTo>
                      <a:pt x="708478" y="837769"/>
                    </a:lnTo>
                    <a:lnTo>
                      <a:pt x="711282" y="825278"/>
                    </a:lnTo>
                    <a:lnTo>
                      <a:pt x="739629" y="820649"/>
                    </a:lnTo>
                    <a:lnTo>
                      <a:pt x="752256" y="837533"/>
                    </a:lnTo>
                    <a:lnTo>
                      <a:pt x="749724" y="864570"/>
                    </a:lnTo>
                    <a:lnTo>
                      <a:pt x="751334" y="899215"/>
                    </a:lnTo>
                    <a:lnTo>
                      <a:pt x="768501" y="908642"/>
                    </a:lnTo>
                    <a:lnTo>
                      <a:pt x="775195" y="910023"/>
                    </a:lnTo>
                    <a:lnTo>
                      <a:pt x="782340" y="884434"/>
                    </a:lnTo>
                    <a:lnTo>
                      <a:pt x="787352" y="871994"/>
                    </a:lnTo>
                    <a:lnTo>
                      <a:pt x="794153" y="865058"/>
                    </a:lnTo>
                    <a:lnTo>
                      <a:pt x="796469" y="841675"/>
                    </a:lnTo>
                    <a:lnTo>
                      <a:pt x="792435" y="827399"/>
                    </a:lnTo>
                    <a:lnTo>
                      <a:pt x="783842" y="816760"/>
                    </a:lnTo>
                    <a:lnTo>
                      <a:pt x="815934" y="787805"/>
                    </a:lnTo>
                    <a:lnTo>
                      <a:pt x="849148" y="764876"/>
                    </a:lnTo>
                    <a:lnTo>
                      <a:pt x="868468" y="763681"/>
                    </a:lnTo>
                    <a:lnTo>
                      <a:pt x="887915" y="769287"/>
                    </a:lnTo>
                    <a:lnTo>
                      <a:pt x="905988" y="777030"/>
                    </a:lnTo>
                    <a:lnTo>
                      <a:pt x="915792" y="783697"/>
                    </a:lnTo>
                    <a:lnTo>
                      <a:pt x="921292" y="794404"/>
                    </a:lnTo>
                    <a:lnTo>
                      <a:pt x="909171" y="819925"/>
                    </a:lnTo>
                    <a:lnTo>
                      <a:pt x="905807" y="833897"/>
                    </a:lnTo>
                    <a:lnTo>
                      <a:pt x="913947" y="8798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1" name="ph9101"/>
              <p:cNvSpPr/>
              <p:nvPr/>
            </p:nvSpPr>
            <p:spPr>
              <a:xfrm>
                <a:off x="1980006" y="2761217"/>
                <a:ext cx="1136910" cy="1010386"/>
              </a:xfrm>
              <a:custGeom>
                <a:avLst/>
                <a:gdLst/>
                <a:ahLst/>
                <a:cxnLst/>
                <a:rect l="0" t="0" r="0" b="0"/>
                <a:pathLst>
                  <a:path w="1136910" h="1010386">
                    <a:moveTo>
                      <a:pt x="914400" y="1003753"/>
                    </a:moveTo>
                    <a:lnTo>
                      <a:pt x="902587" y="1000706"/>
                    </a:lnTo>
                    <a:lnTo>
                      <a:pt x="894175" y="993450"/>
                    </a:lnTo>
                    <a:lnTo>
                      <a:pt x="872484" y="998618"/>
                    </a:lnTo>
                    <a:lnTo>
                      <a:pt x="843449" y="1010386"/>
                    </a:lnTo>
                    <a:lnTo>
                      <a:pt x="827331" y="1009796"/>
                    </a:lnTo>
                    <a:lnTo>
                      <a:pt x="814523" y="997154"/>
                    </a:lnTo>
                    <a:lnTo>
                      <a:pt x="762116" y="979141"/>
                    </a:lnTo>
                    <a:lnTo>
                      <a:pt x="753649" y="977693"/>
                    </a:lnTo>
                    <a:lnTo>
                      <a:pt x="719025" y="976902"/>
                    </a:lnTo>
                    <a:lnTo>
                      <a:pt x="717378" y="948452"/>
                    </a:lnTo>
                    <a:lnTo>
                      <a:pt x="713091" y="927897"/>
                    </a:lnTo>
                    <a:lnTo>
                      <a:pt x="700989" y="897309"/>
                    </a:lnTo>
                    <a:lnTo>
                      <a:pt x="718934" y="889935"/>
                    </a:lnTo>
                    <a:lnTo>
                      <a:pt x="715461" y="830325"/>
                    </a:lnTo>
                    <a:lnTo>
                      <a:pt x="708948" y="799416"/>
                    </a:lnTo>
                    <a:lnTo>
                      <a:pt x="658820" y="767667"/>
                    </a:lnTo>
                    <a:lnTo>
                      <a:pt x="619329" y="736809"/>
                    </a:lnTo>
                    <a:lnTo>
                      <a:pt x="628447" y="632907"/>
                    </a:lnTo>
                    <a:lnTo>
                      <a:pt x="632336" y="604911"/>
                    </a:lnTo>
                    <a:lnTo>
                      <a:pt x="617357" y="550603"/>
                    </a:lnTo>
                    <a:lnTo>
                      <a:pt x="618913" y="488097"/>
                    </a:lnTo>
                    <a:lnTo>
                      <a:pt x="625226" y="389599"/>
                    </a:lnTo>
                    <a:lnTo>
                      <a:pt x="637781" y="385744"/>
                    </a:lnTo>
                    <a:lnTo>
                      <a:pt x="646989" y="386215"/>
                    </a:lnTo>
                    <a:lnTo>
                      <a:pt x="682500" y="403891"/>
                    </a:lnTo>
                    <a:lnTo>
                      <a:pt x="697280" y="405659"/>
                    </a:lnTo>
                    <a:lnTo>
                      <a:pt x="707411" y="421450"/>
                    </a:lnTo>
                    <a:lnTo>
                      <a:pt x="719278" y="427948"/>
                    </a:lnTo>
                    <a:lnTo>
                      <a:pt x="727871" y="411181"/>
                    </a:lnTo>
                    <a:lnTo>
                      <a:pt x="731217" y="382512"/>
                    </a:lnTo>
                    <a:lnTo>
                      <a:pt x="759366" y="345409"/>
                    </a:lnTo>
                    <a:lnTo>
                      <a:pt x="779084" y="331705"/>
                    </a:lnTo>
                    <a:lnTo>
                      <a:pt x="792525" y="325140"/>
                    </a:lnTo>
                    <a:lnTo>
                      <a:pt x="806093" y="340106"/>
                    </a:lnTo>
                    <a:lnTo>
                      <a:pt x="816477" y="356923"/>
                    </a:lnTo>
                    <a:lnTo>
                      <a:pt x="818937" y="320123"/>
                    </a:lnTo>
                    <a:lnTo>
                      <a:pt x="827313" y="250025"/>
                    </a:lnTo>
                    <a:lnTo>
                      <a:pt x="800557" y="239015"/>
                    </a:lnTo>
                    <a:lnTo>
                      <a:pt x="778759" y="248509"/>
                    </a:lnTo>
                    <a:lnTo>
                      <a:pt x="757141" y="292936"/>
                    </a:lnTo>
                    <a:lnTo>
                      <a:pt x="737857" y="348775"/>
                    </a:lnTo>
                    <a:lnTo>
                      <a:pt x="706578" y="353910"/>
                    </a:lnTo>
                    <a:lnTo>
                      <a:pt x="681614" y="369717"/>
                    </a:lnTo>
                    <a:lnTo>
                      <a:pt x="659073" y="353321"/>
                    </a:lnTo>
                    <a:lnTo>
                      <a:pt x="644547" y="338877"/>
                    </a:lnTo>
                    <a:lnTo>
                      <a:pt x="644185" y="317733"/>
                    </a:lnTo>
                    <a:lnTo>
                      <a:pt x="647477" y="304972"/>
                    </a:lnTo>
                    <a:lnTo>
                      <a:pt x="673962" y="259435"/>
                    </a:lnTo>
                    <a:lnTo>
                      <a:pt x="709437" y="215699"/>
                    </a:lnTo>
                    <a:lnTo>
                      <a:pt x="745183" y="216120"/>
                    </a:lnTo>
                    <a:lnTo>
                      <a:pt x="771251" y="202147"/>
                    </a:lnTo>
                    <a:lnTo>
                      <a:pt x="786827" y="200481"/>
                    </a:lnTo>
                    <a:lnTo>
                      <a:pt x="835454" y="203545"/>
                    </a:lnTo>
                    <a:lnTo>
                      <a:pt x="860418" y="193966"/>
                    </a:lnTo>
                    <a:lnTo>
                      <a:pt x="882778" y="173916"/>
                    </a:lnTo>
                    <a:lnTo>
                      <a:pt x="931097" y="89121"/>
                    </a:lnTo>
                    <a:lnTo>
                      <a:pt x="958359" y="53769"/>
                    </a:lnTo>
                    <a:lnTo>
                      <a:pt x="1013335" y="41328"/>
                    </a:lnTo>
                    <a:lnTo>
                      <a:pt x="1064133" y="521"/>
                    </a:lnTo>
                    <a:lnTo>
                      <a:pt x="1078334" y="0"/>
                    </a:lnTo>
                    <a:lnTo>
                      <a:pt x="1054436" y="30419"/>
                    </a:lnTo>
                    <a:lnTo>
                      <a:pt x="1050601" y="42187"/>
                    </a:lnTo>
                    <a:lnTo>
                      <a:pt x="1047707" y="60233"/>
                    </a:lnTo>
                    <a:lnTo>
                      <a:pt x="1064838" y="99424"/>
                    </a:lnTo>
                    <a:lnTo>
                      <a:pt x="1061220" y="123278"/>
                    </a:lnTo>
                    <a:lnTo>
                      <a:pt x="1062432" y="170213"/>
                    </a:lnTo>
                    <a:lnTo>
                      <a:pt x="1046278" y="194673"/>
                    </a:lnTo>
                    <a:lnTo>
                      <a:pt x="1028043" y="246708"/>
                    </a:lnTo>
                    <a:lnTo>
                      <a:pt x="1020191" y="254368"/>
                    </a:lnTo>
                    <a:lnTo>
                      <a:pt x="1018509" y="315107"/>
                    </a:lnTo>
                    <a:lnTo>
                      <a:pt x="1020300" y="329601"/>
                    </a:lnTo>
                    <a:lnTo>
                      <a:pt x="1017713" y="384902"/>
                    </a:lnTo>
                    <a:lnTo>
                      <a:pt x="1036400" y="407544"/>
                    </a:lnTo>
                    <a:lnTo>
                      <a:pt x="1056155" y="419379"/>
                    </a:lnTo>
                    <a:lnTo>
                      <a:pt x="1122040" y="418958"/>
                    </a:lnTo>
                    <a:lnTo>
                      <a:pt x="1128878" y="428907"/>
                    </a:lnTo>
                    <a:lnTo>
                      <a:pt x="1136910" y="446011"/>
                    </a:lnTo>
                    <a:lnTo>
                      <a:pt x="1131031" y="475051"/>
                    </a:lnTo>
                    <a:lnTo>
                      <a:pt x="1123993" y="496952"/>
                    </a:lnTo>
                    <a:lnTo>
                      <a:pt x="1104908" y="515403"/>
                    </a:lnTo>
                    <a:lnTo>
                      <a:pt x="1080414" y="529156"/>
                    </a:lnTo>
                    <a:lnTo>
                      <a:pt x="1065182" y="529762"/>
                    </a:lnTo>
                    <a:lnTo>
                      <a:pt x="1044432" y="503619"/>
                    </a:lnTo>
                    <a:lnTo>
                      <a:pt x="1034573" y="512103"/>
                    </a:lnTo>
                    <a:lnTo>
                      <a:pt x="1024388" y="525436"/>
                    </a:lnTo>
                    <a:lnTo>
                      <a:pt x="1007329" y="596982"/>
                    </a:lnTo>
                    <a:lnTo>
                      <a:pt x="999243" y="645314"/>
                    </a:lnTo>
                    <a:lnTo>
                      <a:pt x="994865" y="649236"/>
                    </a:lnTo>
                    <a:lnTo>
                      <a:pt x="985223" y="642115"/>
                    </a:lnTo>
                    <a:lnTo>
                      <a:pt x="968562" y="641560"/>
                    </a:lnTo>
                    <a:lnTo>
                      <a:pt x="947505" y="653024"/>
                    </a:lnTo>
                    <a:lnTo>
                      <a:pt x="958305" y="663276"/>
                    </a:lnTo>
                    <a:lnTo>
                      <a:pt x="969720" y="681087"/>
                    </a:lnTo>
                    <a:lnTo>
                      <a:pt x="965161" y="690009"/>
                    </a:lnTo>
                    <a:lnTo>
                      <a:pt x="946636" y="699656"/>
                    </a:lnTo>
                    <a:lnTo>
                      <a:pt x="930210" y="719167"/>
                    </a:lnTo>
                    <a:lnTo>
                      <a:pt x="923336" y="733931"/>
                    </a:lnTo>
                    <a:lnTo>
                      <a:pt x="902623" y="751405"/>
                    </a:lnTo>
                    <a:lnTo>
                      <a:pt x="889598" y="773559"/>
                    </a:lnTo>
                    <a:lnTo>
                      <a:pt x="895984" y="801016"/>
                    </a:lnTo>
                    <a:lnTo>
                      <a:pt x="898697" y="825123"/>
                    </a:lnTo>
                    <a:lnTo>
                      <a:pt x="904396" y="851755"/>
                    </a:lnTo>
                    <a:lnTo>
                      <a:pt x="899258" y="873017"/>
                    </a:lnTo>
                    <a:lnTo>
                      <a:pt x="873606" y="903521"/>
                    </a:lnTo>
                    <a:lnTo>
                      <a:pt x="864145" y="929968"/>
                    </a:lnTo>
                    <a:lnTo>
                      <a:pt x="886124" y="929631"/>
                    </a:lnTo>
                    <a:lnTo>
                      <a:pt x="899656" y="935742"/>
                    </a:lnTo>
                    <a:lnTo>
                      <a:pt x="907579" y="943553"/>
                    </a:lnTo>
                    <a:lnTo>
                      <a:pt x="915756" y="954630"/>
                    </a:lnTo>
                    <a:lnTo>
                      <a:pt x="910745" y="968316"/>
                    </a:lnTo>
                    <a:lnTo>
                      <a:pt x="917131" y="100375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2" name="ph9102"/>
              <p:cNvSpPr/>
              <p:nvPr/>
            </p:nvSpPr>
            <p:spPr>
              <a:xfrm>
                <a:off x="2158177" y="2598171"/>
                <a:ext cx="938930" cy="1089831"/>
              </a:xfrm>
              <a:custGeom>
                <a:avLst/>
                <a:gdLst/>
                <a:ahLst/>
                <a:cxnLst/>
                <a:rect l="0" t="0" r="0" b="0"/>
                <a:pathLst>
                  <a:path w="938930" h="1089831">
                    <a:moveTo>
                      <a:pt x="914400" y="914400"/>
                    </a:moveTo>
                    <a:lnTo>
                      <a:pt x="923897" y="952765"/>
                    </a:lnTo>
                    <a:lnTo>
                      <a:pt x="938930" y="995676"/>
                    </a:lnTo>
                    <a:lnTo>
                      <a:pt x="932653" y="1013639"/>
                    </a:lnTo>
                    <a:lnTo>
                      <a:pt x="936922" y="1036651"/>
                    </a:lnTo>
                    <a:lnTo>
                      <a:pt x="932634" y="1060657"/>
                    </a:lnTo>
                    <a:lnTo>
                      <a:pt x="902731" y="1088569"/>
                    </a:lnTo>
                    <a:lnTo>
                      <a:pt x="869192" y="1089831"/>
                    </a:lnTo>
                    <a:lnTo>
                      <a:pt x="834332" y="1076347"/>
                    </a:lnTo>
                    <a:lnTo>
                      <a:pt x="785090" y="1050388"/>
                    </a:lnTo>
                    <a:lnTo>
                      <a:pt x="781128" y="1035809"/>
                    </a:lnTo>
                    <a:lnTo>
                      <a:pt x="774218" y="1027729"/>
                    </a:lnTo>
                    <a:lnTo>
                      <a:pt x="761048" y="983488"/>
                    </a:lnTo>
                    <a:lnTo>
                      <a:pt x="761356" y="928928"/>
                    </a:lnTo>
                    <a:lnTo>
                      <a:pt x="786103" y="922093"/>
                    </a:lnTo>
                    <a:lnTo>
                      <a:pt x="840175" y="896050"/>
                    </a:lnTo>
                    <a:lnTo>
                      <a:pt x="852675" y="900141"/>
                    </a:lnTo>
                    <a:lnTo>
                      <a:pt x="865719" y="913457"/>
                    </a:lnTo>
                    <a:lnTo>
                      <a:pt x="880733" y="914248"/>
                    </a:lnTo>
                    <a:lnTo>
                      <a:pt x="902532" y="895360"/>
                    </a:lnTo>
                    <a:lnTo>
                      <a:pt x="906675" y="8964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3" name="ph9103"/>
              <p:cNvSpPr/>
              <p:nvPr/>
            </p:nvSpPr>
            <p:spPr>
              <a:xfrm>
                <a:off x="2315924" y="2849173"/>
                <a:ext cx="956550" cy="983606"/>
              </a:xfrm>
              <a:custGeom>
                <a:avLst/>
                <a:gdLst/>
                <a:ahLst/>
                <a:cxnLst/>
                <a:rect l="0" t="0" r="0" b="0"/>
                <a:pathLst>
                  <a:path w="956550" h="983606">
                    <a:moveTo>
                      <a:pt x="914400" y="914400"/>
                    </a:moveTo>
                    <a:lnTo>
                      <a:pt x="936578" y="913171"/>
                    </a:lnTo>
                    <a:lnTo>
                      <a:pt x="951665" y="922042"/>
                    </a:lnTo>
                    <a:lnTo>
                      <a:pt x="955265" y="935746"/>
                    </a:lnTo>
                    <a:lnTo>
                      <a:pt x="956550" y="966165"/>
                    </a:lnTo>
                    <a:lnTo>
                      <a:pt x="940703" y="975037"/>
                    </a:lnTo>
                    <a:lnTo>
                      <a:pt x="923209" y="972024"/>
                    </a:lnTo>
                    <a:lnTo>
                      <a:pt x="899403" y="983606"/>
                    </a:lnTo>
                    <a:lnTo>
                      <a:pt x="821253" y="933877"/>
                    </a:lnTo>
                    <a:lnTo>
                      <a:pt x="822392" y="892414"/>
                    </a:lnTo>
                    <a:lnTo>
                      <a:pt x="825522" y="876135"/>
                    </a:lnTo>
                    <a:lnTo>
                      <a:pt x="862553" y="872263"/>
                    </a:lnTo>
                    <a:lnTo>
                      <a:pt x="881620" y="8930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4" name="ph9104"/>
              <p:cNvSpPr/>
              <p:nvPr/>
            </p:nvSpPr>
            <p:spPr>
              <a:xfrm>
                <a:off x="2158720" y="2878313"/>
                <a:ext cx="9628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62809" h="914399">
                    <a:moveTo>
                      <a:pt x="914400" y="914399"/>
                    </a:moveTo>
                    <a:lnTo>
                      <a:pt x="903238" y="886471"/>
                    </a:lnTo>
                    <a:lnTo>
                      <a:pt x="901791" y="877734"/>
                    </a:lnTo>
                    <a:lnTo>
                      <a:pt x="914906" y="859856"/>
                    </a:lnTo>
                    <a:lnTo>
                      <a:pt x="923390" y="839604"/>
                    </a:lnTo>
                    <a:lnTo>
                      <a:pt x="945334" y="808511"/>
                    </a:lnTo>
                    <a:lnTo>
                      <a:pt x="957979" y="772081"/>
                    </a:lnTo>
                    <a:lnTo>
                      <a:pt x="962809" y="772654"/>
                    </a:lnTo>
                    <a:lnTo>
                      <a:pt x="957201" y="805093"/>
                    </a:lnTo>
                    <a:lnTo>
                      <a:pt x="928383" y="895579"/>
                    </a:lnTo>
                    <a:lnTo>
                      <a:pt x="922612" y="91244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5" name="ph9105"/>
              <p:cNvSpPr/>
              <p:nvPr/>
            </p:nvSpPr>
            <p:spPr>
              <a:xfrm>
                <a:off x="2496103" y="2807356"/>
                <a:ext cx="921473" cy="934533"/>
              </a:xfrm>
              <a:custGeom>
                <a:avLst/>
                <a:gdLst/>
                <a:ahLst/>
                <a:cxnLst/>
                <a:rect l="0" t="0" r="0" b="0"/>
                <a:pathLst>
                  <a:path w="921473" h="934533">
                    <a:moveTo>
                      <a:pt x="914400" y="914400"/>
                    </a:moveTo>
                    <a:lnTo>
                      <a:pt x="885962" y="910629"/>
                    </a:lnTo>
                    <a:lnTo>
                      <a:pt x="853906" y="934533"/>
                    </a:lnTo>
                    <a:lnTo>
                      <a:pt x="841749" y="926975"/>
                    </a:lnTo>
                    <a:lnTo>
                      <a:pt x="846344" y="911706"/>
                    </a:lnTo>
                    <a:lnTo>
                      <a:pt x="849691" y="906151"/>
                    </a:lnTo>
                    <a:lnTo>
                      <a:pt x="860472" y="899669"/>
                    </a:lnTo>
                    <a:lnTo>
                      <a:pt x="867672" y="890192"/>
                    </a:lnTo>
                    <a:lnTo>
                      <a:pt x="870494" y="875360"/>
                    </a:lnTo>
                    <a:lnTo>
                      <a:pt x="877170" y="883357"/>
                    </a:lnTo>
                    <a:lnTo>
                      <a:pt x="897015" y="886707"/>
                    </a:lnTo>
                    <a:lnTo>
                      <a:pt x="906711" y="891437"/>
                    </a:lnTo>
                    <a:lnTo>
                      <a:pt x="914816" y="898390"/>
                    </a:lnTo>
                    <a:lnTo>
                      <a:pt x="921473" y="9092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6" name="ph9106"/>
              <p:cNvSpPr/>
              <p:nvPr/>
            </p:nvSpPr>
            <p:spPr>
              <a:xfrm>
                <a:off x="2507319" y="2599417"/>
                <a:ext cx="9318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1839" h="914399">
                    <a:moveTo>
                      <a:pt x="914400" y="914399"/>
                    </a:moveTo>
                    <a:lnTo>
                      <a:pt x="910564" y="913625"/>
                    </a:lnTo>
                    <a:lnTo>
                      <a:pt x="904902" y="893508"/>
                    </a:lnTo>
                    <a:lnTo>
                      <a:pt x="914092" y="881269"/>
                    </a:lnTo>
                    <a:lnTo>
                      <a:pt x="919519" y="870882"/>
                    </a:lnTo>
                    <a:lnTo>
                      <a:pt x="923372" y="871185"/>
                    </a:lnTo>
                    <a:lnTo>
                      <a:pt x="928637" y="882414"/>
                    </a:lnTo>
                    <a:lnTo>
                      <a:pt x="931839" y="89973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7" name="ph9107"/>
              <p:cNvSpPr/>
              <p:nvPr/>
            </p:nvSpPr>
            <p:spPr>
              <a:xfrm>
                <a:off x="2108248" y="2846564"/>
                <a:ext cx="9306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26" h="914400">
                    <a:moveTo>
                      <a:pt x="914400" y="914400"/>
                    </a:moveTo>
                    <a:lnTo>
                      <a:pt x="900181" y="906891"/>
                    </a:lnTo>
                    <a:lnTo>
                      <a:pt x="877043" y="878609"/>
                    </a:lnTo>
                    <a:lnTo>
                      <a:pt x="874131" y="871101"/>
                    </a:lnTo>
                    <a:lnTo>
                      <a:pt x="886287" y="875899"/>
                    </a:lnTo>
                    <a:lnTo>
                      <a:pt x="901375" y="890680"/>
                    </a:lnTo>
                    <a:lnTo>
                      <a:pt x="913730" y="893828"/>
                    </a:lnTo>
                    <a:lnTo>
                      <a:pt x="930626" y="906336"/>
                    </a:lnTo>
                    <a:lnTo>
                      <a:pt x="926828" y="91081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8" name="ph9108"/>
              <p:cNvSpPr/>
              <p:nvPr/>
            </p:nvSpPr>
            <p:spPr>
              <a:xfrm>
                <a:off x="2023007" y="2834392"/>
                <a:ext cx="93368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3684" h="914399">
                    <a:moveTo>
                      <a:pt x="914400" y="914399"/>
                    </a:moveTo>
                    <a:lnTo>
                      <a:pt x="904540" y="906066"/>
                    </a:lnTo>
                    <a:lnTo>
                      <a:pt x="886450" y="902834"/>
                    </a:lnTo>
                    <a:lnTo>
                      <a:pt x="879956" y="849772"/>
                    </a:lnTo>
                    <a:lnTo>
                      <a:pt x="881819" y="846624"/>
                    </a:lnTo>
                    <a:lnTo>
                      <a:pt x="890918" y="850344"/>
                    </a:lnTo>
                    <a:lnTo>
                      <a:pt x="922124" y="875091"/>
                    </a:lnTo>
                    <a:lnTo>
                      <a:pt x="933032" y="902178"/>
                    </a:lnTo>
                    <a:lnTo>
                      <a:pt x="933684" y="9096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9" name="ph9109"/>
              <p:cNvSpPr/>
              <p:nvPr/>
            </p:nvSpPr>
            <p:spPr>
              <a:xfrm>
                <a:off x="2140304" y="2526642"/>
                <a:ext cx="9276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623" h="914400">
                    <a:moveTo>
                      <a:pt x="914400" y="914400"/>
                    </a:moveTo>
                    <a:lnTo>
                      <a:pt x="902659" y="907952"/>
                    </a:lnTo>
                    <a:lnTo>
                      <a:pt x="901429" y="885646"/>
                    </a:lnTo>
                    <a:lnTo>
                      <a:pt x="905879" y="865613"/>
                    </a:lnTo>
                    <a:lnTo>
                      <a:pt x="900651" y="847701"/>
                    </a:lnTo>
                    <a:lnTo>
                      <a:pt x="906404" y="836187"/>
                    </a:lnTo>
                    <a:lnTo>
                      <a:pt x="922920" y="863004"/>
                    </a:lnTo>
                    <a:lnTo>
                      <a:pt x="927623" y="875613"/>
                    </a:lnTo>
                    <a:lnTo>
                      <a:pt x="921256" y="890680"/>
                    </a:lnTo>
                    <a:lnTo>
                      <a:pt x="917547" y="90820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0" name="ph9110"/>
              <p:cNvSpPr/>
              <p:nvPr/>
            </p:nvSpPr>
            <p:spPr>
              <a:xfrm>
                <a:off x="2218309" y="2021895"/>
                <a:ext cx="9446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4610" h="914400">
                    <a:moveTo>
                      <a:pt x="914400" y="914400"/>
                    </a:moveTo>
                    <a:lnTo>
                      <a:pt x="888910" y="902969"/>
                    </a:lnTo>
                    <a:lnTo>
                      <a:pt x="900162" y="886993"/>
                    </a:lnTo>
                    <a:lnTo>
                      <a:pt x="928166" y="879636"/>
                    </a:lnTo>
                    <a:lnTo>
                      <a:pt x="944610" y="882061"/>
                    </a:lnTo>
                    <a:lnTo>
                      <a:pt x="926520" y="897919"/>
                    </a:lnTo>
                    <a:lnTo>
                      <a:pt x="921943" y="90631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1" name="ph9111"/>
              <p:cNvSpPr/>
              <p:nvPr/>
            </p:nvSpPr>
            <p:spPr>
              <a:xfrm>
                <a:off x="2966577" y="2788720"/>
                <a:ext cx="930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391" h="914400">
                    <a:moveTo>
                      <a:pt x="914400" y="914400"/>
                    </a:moveTo>
                    <a:lnTo>
                      <a:pt x="883791" y="904737"/>
                    </a:lnTo>
                    <a:lnTo>
                      <a:pt x="846489" y="880848"/>
                    </a:lnTo>
                    <a:lnTo>
                      <a:pt x="851952" y="834032"/>
                    </a:lnTo>
                    <a:lnTo>
                      <a:pt x="861522" y="813797"/>
                    </a:lnTo>
                    <a:lnTo>
                      <a:pt x="929559" y="866270"/>
                    </a:lnTo>
                    <a:lnTo>
                      <a:pt x="930391" y="886050"/>
                    </a:lnTo>
                    <a:lnTo>
                      <a:pt x="921238" y="9085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2" name="pt9112"/>
              <p:cNvSpPr/>
              <p:nvPr/>
            </p:nvSpPr>
            <p:spPr>
              <a:xfrm>
                <a:off x="3424205" y="3385721"/>
                <a:ext cx="117405" cy="117405"/>
              </a:xfrm>
              <a:prstGeom prst="ellipse">
                <a:avLst/>
              </a:prstGeom>
              <a:solidFill>
                <a:srgbClr val="A5D86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3" name="pt9113"/>
              <p:cNvSpPr/>
              <p:nvPr/>
            </p:nvSpPr>
            <p:spPr>
              <a:xfrm>
                <a:off x="3093313" y="2309346"/>
                <a:ext cx="117405" cy="117405"/>
              </a:xfrm>
              <a:prstGeom prst="ellipse">
                <a:avLst/>
              </a:prstGeom>
              <a:solidFill>
                <a:srgbClr val="B2DE7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4" name="pt9114"/>
              <p:cNvSpPr/>
              <p:nvPr/>
            </p:nvSpPr>
            <p:spPr>
              <a:xfrm>
                <a:off x="3359280" y="3233464"/>
                <a:ext cx="117405" cy="117405"/>
              </a:xfrm>
              <a:prstGeom prst="ellipse">
                <a:avLst/>
              </a:prstGeom>
              <a:solidFill>
                <a:srgbClr val="A1D66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5" name="pt9115"/>
              <p:cNvSpPr/>
              <p:nvPr/>
            </p:nvSpPr>
            <p:spPr>
              <a:xfrm>
                <a:off x="3177166" y="2593700"/>
                <a:ext cx="117405" cy="117405"/>
              </a:xfrm>
              <a:prstGeom prst="ellipse">
                <a:avLst/>
              </a:prstGeom>
              <a:solidFill>
                <a:srgbClr val="71BD5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6" name="pt9116"/>
              <p:cNvSpPr/>
              <p:nvPr/>
            </p:nvSpPr>
            <p:spPr>
              <a:xfrm>
                <a:off x="3439204" y="3509599"/>
                <a:ext cx="117405" cy="117405"/>
              </a:xfrm>
              <a:prstGeom prst="ellipse">
                <a:avLst/>
              </a:prstGeom>
              <a:solidFill>
                <a:srgbClr val="4EAB5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7" name="pt9117"/>
              <p:cNvSpPr/>
              <p:nvPr/>
            </p:nvSpPr>
            <p:spPr>
              <a:xfrm>
                <a:off x="4568420" y="1979213"/>
                <a:ext cx="117405" cy="117405"/>
              </a:xfrm>
              <a:prstGeom prst="ellipse">
                <a:avLst/>
              </a:prstGeom>
              <a:solidFill>
                <a:srgbClr val="8BCB5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8" name="pt9118"/>
              <p:cNvSpPr/>
              <p:nvPr/>
            </p:nvSpPr>
            <p:spPr>
              <a:xfrm>
                <a:off x="4133456" y="2716913"/>
                <a:ext cx="117405" cy="117405"/>
              </a:xfrm>
              <a:prstGeom prst="ellipse">
                <a:avLst/>
              </a:prstGeom>
              <a:solidFill>
                <a:srgbClr val="5CB25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9" name="pt9119"/>
              <p:cNvSpPr/>
              <p:nvPr/>
            </p:nvSpPr>
            <p:spPr>
              <a:xfrm>
                <a:off x="4063301" y="3075721"/>
                <a:ext cx="117405" cy="117405"/>
              </a:xfrm>
              <a:prstGeom prst="ellipse">
                <a:avLst/>
              </a:prstGeom>
              <a:solidFill>
                <a:srgbClr val="35A05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6" name="tx91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7" name="tx91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38" name="tx91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9" name="tx91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0" name="tx91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1" name="tx91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2" name="tx91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3" name="tx91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4" name="tx91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5" name="tx91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6" name="tx91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7" name="tx91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8" name="tx91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9" name="tx91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0" name="tx91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1" name="tx91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2" name="tx91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3" name="tx91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4" name="tx91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5" name="tx91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6" name="tx91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7" name="tx91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8" name="tx91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9" name="tx91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0" name="tx91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1" name="tx91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2" name="tx91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3" name="tx91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4" name="tx91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5" name="tx91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6" name="tx91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7" name="tx91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8" name="tx91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9" name="tx91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0" name="tx91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1" name="tx91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2" name="tx91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3" name="tx91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4" name="tx91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5" name="tx91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6" name="tx91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7" name="tx91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8" name="tx91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9" name="tx91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0" name="tx91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1" name="tx91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2" name="tx91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3" name="tx91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4" name="tx91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5" name="tx91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6" name="tx91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7" name="tx91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8" name="tx91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9" name="tx91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0" name="tx91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1" name="tx91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2" name="tx91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3" name="tx91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4" name="tx91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5" name="tx91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6" name="tx91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7" name="tx91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8" name="tx91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9" name="tx91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0" name="tx92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1" name="tx92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2" name="tx92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3" name="tx92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4" name="tx92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5" name="tx92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6" name="tx92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7" name="tx92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8" name="tx92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9" name="tx92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0" name="tx92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1" name="tx92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2" name="tx92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3" name="tx92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4" name="tx92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5" name="tx92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6" name="tx92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7" name="tx92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8" name="tx92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9" name="tx92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0" name="tx92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1" name="tx92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2" name="tx92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3" name="tx92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4" name="tx92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5" name="tx92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6" name="tx92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7" name="tx92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8" name="tx92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9" name="tx92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0" name="tx92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1" name="tx92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2" name="tx92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3" name="tx92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4" name="tx92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5" name="tx92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6" name="tx92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7" name="tx92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8" name="tx92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9" name="tx92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0" name="tx92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1" name="tx92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2" name="tx92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3" name="tx92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4" name="tx92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5" name="tx92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6" name="tx92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7" name="tx92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8" name="tx92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9" name="tx92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0" name="tx92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1" name="tx92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2" name="tx92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3" name="tx92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4" name="tx92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5" name="tx92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6" name="tx92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7" name="tx92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8" name="tx92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9" name="tx92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0" name="tx92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1" name="tx92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2" name="tx92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3" name="tx92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4" name="tx92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5" name="tx92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6" name="tx92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7" name="tx92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8" name="tx92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9" name="tx92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0" name="tx92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1" name="tx92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2" name="tx92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3" name="tx92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4" name="tx92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5" name="tx92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6" name="tx92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7" name="tx92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8" name="tx92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9" name="tx92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0" name="tx92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1" name="tx92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2" name="tx92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3" name="tx92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4" name="tx92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5" name="tx92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6" name="tx92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7" name="tx92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8" name="tx92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9" name="tx92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0" name="tx92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1" name="tx92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2" name="tx92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3" name="tx92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4" name="tx92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5" name="tx92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6" name="tx92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7" name="tx92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8" name="tx92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9" name="tx92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0" name="tx93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1" name="tx93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2" name="tx93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3" name="tx93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4" name="tx93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5" name="tx93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6" name="tx93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7" name="tx93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8" name="tx93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9" name="tx93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0" name="tx93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1" name="tx93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2" name="tx93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3" name="tx93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4" name="tx93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5" name="tx93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6" name="tx93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7" name="tx93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8" name="tx93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9" name="tx93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0" name="tx93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1" name="tx93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2" name="tx93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3" name="tx93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4" name="tx93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5" name="tx93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6" name="tx93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7" name="tx93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8" name="tx93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9" name="tx93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0" name="tx93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1" name="tx93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2" name="tx93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3" name="tx93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4" name="tx93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5" name="tx93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6" name="tx93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7" name="tx93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8" name="tx93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9" name="tx93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0" name="tx93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1" name="tx93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2" name="tx93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3" name="tx93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4" name="tx93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5" name="tx93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6" name="tx93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7" name="tx93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8" name="tx93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9" name="tx93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0" name="tx93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1" name="tx93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2" name="tx93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3" name="tx93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4" name="tx93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5" name="tx93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6" name="tx93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7" name="tx93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8" name="tx93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9" name="tx93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0" name="tx93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1" name="tx93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2" name="tx93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3" name="tx93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4" name="tx93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5" name="tx93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6" name="tx93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7" name="tx93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8" name="tx93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9" name="tx93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0" name="tx93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1" name="tx93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2" name="tx93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3" name="tx93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4" name="tx93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5" name="tx93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6" name="tx93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7" name="tx93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8" name="tx93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9" name="tx93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0" name="tx93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1" name="tx93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2" name="tx93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3" name="tx93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4" name="tx93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5" name="tx93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6" name="tx93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7" name="tx93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8" name="tx93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9" name="tx93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0" name="tx93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1" name="tx93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2" name="tx93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3" name="tx93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4" name="tx93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5" name="tx93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6" name="tx93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7" name="tx93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8" name="tx93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9" name="tx93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0" name="tx94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1" name="tx94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2" name="tx94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3" name="tx94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4" name="tx94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5" name="tx94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6" name="tx94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7" name="tx94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8" name="tx94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9" name="tx94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0" name="tx94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1" name="tx94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2" name="tx94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3" name="tx94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4" name="tx94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5" name="tx94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6" name="tx94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7" name="tx94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8" name="tx94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9" name="tx94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0" name="tx94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1" name="tx94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2" name="tx94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3" name="tx94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4" name="tx94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5" name="tx94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6" name="tx94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7" name="tx94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8" name="tx94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9" name="tx94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0" name="tx94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1" name="tx94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2" name="tx94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3" name="tx94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4" name="tx94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5" name="tx94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6" name="tx94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7" name="tx94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8" name="tx94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9" name="tx94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0" name="tx94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1" name="tx94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2" name="tx94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3" name="tx94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4" name="tx94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5" name="tx94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6" name="tx94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7" name="tx94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8" name="tx94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9" name="tx94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0" name="tx94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1" name="tx94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2" name="tx94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3" name="tx94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4" name="tx94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5" name="tx94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6" name="tx94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7" name="tx94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8" name="tx94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9" name="tx94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0" name="tx94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1" name="tx94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2" name="tx94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3" name="tx94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4" name="tx94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5" name="tx94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6" name="tx94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7" name="tx94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8" name="tx94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9" name="tx94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0" name="tx94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1" name="tx94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2" name="tx94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3" name="tx94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4" name="tx94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5" name="tx94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6" name="tx94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7" name="tx94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8" name="tx94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9" name="tx94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0" name="tx94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1" name="tx94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2" name="tx94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3" name="tx94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4" name="tx94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5" name="tx94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6" name="tx94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7" name="tx94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8" name="tx94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9" name="tx94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0" name="tx94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1" name="tx94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2" name="tx94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3" name="tx94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4" name="tx94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5" name="tx94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6" name="tx94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7" name="tx94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8" name="tx94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9" name="tx94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0" name="tx95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1" name="tx95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2" name="tx95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3" name="tx95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4" name="tx95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5" name="tx95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6" name="tx95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7" name="tx95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8" name="tx95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9" name="tx95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0" name="tx95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1" name="tx95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2" name="tx95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3" name="tx95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4" name="tx95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5" name="tx95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6" name="tx95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7" name="tx95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8" name="tx95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9" name="tx95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0" name="tx95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1" name="tx95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2" name="tx95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3" name="tx95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4" name="tx95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5" name="tx95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6" name="tx95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7" name="tx95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8" name="tx95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9" name="tx95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0" name="tx95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1" name="tx95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2" name="tx95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3" name="tx95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4" name="tx95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5" name="tx95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6" name="tx95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7" name="tx95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8" name="tx95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9" name="tx95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0" name="tx95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1" name="tx95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2" name="tx95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3" name="tx95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4" name="tx95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5" name="tx95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6" name="tx95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7" name="tx95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8" name="tx95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9" name="tx95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0" name="tx95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1" name="tx95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2" name="tx95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3" name="tx95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4" name="tx95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5" name="tx95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6" name="tx95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7" name="tx95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8" name="tx95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9" name="tx95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0" name="tx95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1" name="tx95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2" name="tx95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3" name="tx95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4" name="tx95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5" name="tx95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6" name="tx95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7" name="tx95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8" name="tx95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9" name="tx95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0" name="tx95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1" name="tx95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2" name="tx95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3" name="tx95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4" name="tx95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5" name="tx95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6" name="tx95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7" name="tx95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8" name="tx95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9" name="tx95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0" name="tx95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1" name="tx95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2" name="tx95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3" name="tx95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4" name="tx95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5" name="tx95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6" name="tx95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7" name="tx95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8" name="tx95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9" name="tx95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0" name="tx95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1" name="tx95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2" name="tx95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3" name="tx95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4" name="tx95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5" name="tx95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6" name="tx95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7" name="tx95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8" name="tx95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9" name="tx95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0" name="tx96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1" name="tx96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2" name="tx96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3" name="tx96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4" name="tx96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5" name="tx96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6" name="tx96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7" name="tx96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8" name="tx96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9" name="tx96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0" name="tx96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1" name="tx96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2" name="tx96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3" name="tx96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4" name="tx96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5" name="tx96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6" name="tx96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7" name="tx96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8" name="tx96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9" name="tx96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0" name="tx96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1" name="tx96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2" name="tx96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3" name="tx96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4" name="tx96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5" name="tx96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6" name="tx96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7" name="tx96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8" name="tx96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9" name="tx96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0" name="tx96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1" name="tx96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2" name="tx96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3" name="tx96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4" name="tx96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5" name="tx96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6" name="tx96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7" name="tx96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8" name="tx96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9" name="tx96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0" name="tx96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1" name="tx96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2" name="tx96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3" name="tx96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4" name="tx96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5" name="tx96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6" name="tx96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7" name="tx96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8" name="tx96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9" name="tx96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0" name="tx96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1" name="tx96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2" name="tx96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3" name="tx96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4" name="tx96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5" name="tx96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6" name="tx96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7" name="tx96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8" name="tx96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9" name="tx96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0" name="tx96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1" name="tx96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2" name="tx96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3" name="tx96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4" name="tx96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5" name="tx96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6" name="tx96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7" name="tx96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8" name="tx96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9" name="tx96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0" name="tx96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1" name="tx96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2" name="tx96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3" name="tx96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4" name="tx96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5" name="tx96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6" name="tx96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7" name="tx96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8" name="tx96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9" name="tx96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0" name="tx96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1" name="tx96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2" name="tx96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3" name="tx96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4" name="tx96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5" name="tx96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6" name="tx96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7" name="tx96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8" name="tx96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9" name="tx96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0" name="tx96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1" name="tx96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2" name="tx96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3" name="tx96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4" name="tx96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5" name="tx96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6" name="tx96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7" name="tx96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8" name="tx96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9" name="tx96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0" name="tx97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1" name="tx97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2" name="tx97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3" name="tx97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4" name="tx97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5" name="tx97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6" name="tx97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7" name="tx97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8" name="tx97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9" name="tx97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0" name="tx97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1" name="tx97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2" name="tx97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3" name="tx97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4" name="tx97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5" name="tx97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6" name="tx97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7" name="tx97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8" name="tx97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9" name="tx97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0" name="tx97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1" name="tx97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2" name="tx97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3" name="tx97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4" name="tx97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5" name="tx97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6" name="tx97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7" name="tx97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8" name="tx97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9" name="tx97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0" name="tx97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1" name="tx97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2" name="tx97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3" name="tx97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4" name="tx97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5" name="tx97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6" name="tx97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7" name="tx97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8" name="tx97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9" name="tx97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0" name="tx97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1" name="tx97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2" name="tx97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3" name="tx97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4" name="tx97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5" name="tx97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6" name="tx97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7" name="tx97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8" name="tx97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9" name="tx97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0" name="tx97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1" name="tx97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2" name="tx97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3" name="tx97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4" name="tx97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5" name="tx97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6" name="tx97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7" name="tx97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8" name="tx97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9" name="tx97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0" name="tx97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1" name="tx97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2" name="tx97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3" name="tx97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4" name="tx97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5" name="tx97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6" name="tx97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7" name="tx97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8" name="tx97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9" name="tx97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0" name="tx97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1" name="tx97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2" name="tx97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3" name="tx97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4" name="tx97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5" name="tx97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6" name="tx97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7" name="tx97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8" name="tx97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9" name="tx97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0" name="tx97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1" name="tx97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2" name="tx97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3" name="tx97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4" name="tx97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5" name="tx97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6" name="tx97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7" name="tx97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8" name="tx97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9" name="tx97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0" name="tx97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1" name="tx97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2" name="tx97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3" name="tx97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4" name="tx97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5" name="tx97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6" name="tx97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7" name="tx97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8" name="tx97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9" name="tx97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0" name="tx98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1" name="tx98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2" name="tx98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3" name="tx98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4" name="tx98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5" name="tx98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6" name="tx98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7" name="tx98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8" name="tx98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9" name="tx98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0" name="tx98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1" name="tx98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2" name="tx98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3" name="tx98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4" name="tx98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5" name="tx98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6" name="tx98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7" name="tx98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8" name="tx98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9" name="tx98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0" name="tx98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1" name="tx98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2" name="tx98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3" name="tx98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4" name="tx98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5" name="tx98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6" name="tx98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7" name="tx98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8" name="tx98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9" name="tx98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0" name="tx98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1" name="tx98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2" name="tx98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3" name="tx98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4" name="tx98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5" name="tx98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6" name="tx98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7" name="tx98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8" name="tx98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9" name="tx98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0" name="tx98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1" name="tx98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2" name="tx98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3" name="tx98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4" name="tx98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5" name="tx98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6" name="tx98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7" name="tx98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8" name="tx98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9" name="tx98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0" name="tx98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1" name="tx98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2" name="tx98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3" name="tx98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4" name="tx98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5" name="tx98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6" name="tx98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7" name="tx98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8" name="tx98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9" name="tx98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0" name="tx98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1" name="tx98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2" name="tx98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3" name="tx98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4" name="tx98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5" name="tx98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6" name="tx98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7" name="tx98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8" name="tx98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9" name="tx98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0" name="tx98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1" name="tx98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2" name="tx98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3" name="tx98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4" name="tx98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5" name="tx98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6" name="tx98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7" name="tx98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8" name="tx98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9" name="tx98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0" name="tx98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1" name="tx98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2" name="tx98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3" name="tx98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4" name="tx98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5" name="tx98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6" name="tx98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7" name="tx98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8" name="tx98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9" name="tx98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0" name="tx98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1" name="tx98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2" name="tx98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3" name="tx98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4" name="tx98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5" name="tx98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6" name="tx98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7" name="tx98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8" name="tx98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9" name="tx98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0" name="tx99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1" name="tx99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2" name="tx99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3" name="tx99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4" name="tx99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5" name="tx99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6" name="tx99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7" name="tx99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8" name="tx99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9" name="tx99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0" name="tx99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1" name="tx99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2" name="tx99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3" name="tx99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4" name="tx99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5" name="tx99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6" name="tx99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7" name="tx99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8" name="tx99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9" name="tx99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0" name="tx99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1" name="tx99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2" name="tx99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3" name="tx99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4" name="tx99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5" name="tx99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6" name="tx99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7" name="tx99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8" name="tx99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9" name="tx99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0" name="tx99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1" name="tx99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2" name="tx99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3" name="tx99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4" name="tx99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5" name="tx99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6" name="tx99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7" name="tx99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8" name="tx99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9" name="tx99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0" name="tx99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1" name="tx99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2" name="tx99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3" name="tx99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4" name="tx99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5" name="tx99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6" name="tx99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7" name="tx99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8" name="tx99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9" name="tx99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0" name="tx99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1" name="tx99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2" name="tx99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3" name="tx99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4" name="tx99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5" name="tx99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6" name="tx99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7" name="tx99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8" name="tx99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9" name="tx99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0" name="tx99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1" name="tx99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2" name="tx99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3" name="tx99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4" name="tx99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5" name="tx99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6" name="tx99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7" name="tx99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8" name="tx99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9" name="tx99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0" name="tx99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1" name="tx99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2" name="tx99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3" name="tx99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4" name="tx99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5" name="tx99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6" name="tx99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7" name="tx99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8" name="tx99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9" name="tx99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0" name="tx99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1" name="tx99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2" name="tx99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3" name="tx99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4" name="tx99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5" name="tx99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6" name="tx99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7" name="tx99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8" name="tx99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9" name="tx99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0" name="tx99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1" name="tx99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2" name="tx99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3" name="tx99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4" name="tx99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5" name="tx99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6" name="tx99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7" name="tx99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8" name="tx99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9" name="tx99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0" name="tx100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1" name="tx100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2" name="tx100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3" name="tx100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4" name="tx100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5" name="tx100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6" name="tx100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7" name="tx100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8" name="tx100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9" name="tx100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0" name="tx100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1" name="tx100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2" name="tx100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3" name="tx100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4" name="tx100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5" name="tx100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6" name="tx100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7" name="tx100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8" name="tx100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9" name="tx100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0" name="tx100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1" name="tx100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2" name="tx100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3" name="tx100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4" name="tx100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5" name="tx100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6" name="tx100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7" name="tx100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8" name="tx100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9" name="tx100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0" name="tx100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1" name="tx100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2" name="tx100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3" name="tx100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4" name="tx100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5" name="tx100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6" name="tx100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7" name="tx100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8" name="tx100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9" name="tx100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0" name="tx100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1" name="tx100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2" name="tx100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3" name="tx100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4" name="tx100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5" name="tx100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6" name="tx100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7" name="tx100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8" name="tx100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9" name="tx100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0" name="tx100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1" name="tx100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2" name="tx100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3" name="tx100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4" name="tx100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5" name="tx100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6" name="tx100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7" name="tx100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8" name="tx100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9" name="tx100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0" name="tx100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1" name="tx100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2" name="tx100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3" name="tx100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4" name="tx100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5" name="tx100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6" name="tx100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7" name="tx100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8" name="tx100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9" name="tx100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0" name="tx100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1" name="tx100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2" name="tx100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3" name="tx100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4" name="tx100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5" name="tx100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6" name="tx100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7" name="tx100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8" name="tx100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9" name="tx100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0" name="tx100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1" name="tx100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2" name="tx100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3" name="tx100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4" name="tx100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5" name="tx100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6" name="tx100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7" name="tx100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8" name="tx100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9" name="tx100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0" name="tx100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1" name="tx100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2" name="tx100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3" name="tx100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4" name="tx100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5" name="tx100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6" name="tx100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7" name="tx100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8" name="tx100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9" name="tx100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0" name="tx101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1" name="tx101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2" name="tx101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3" name="tx101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4" name="rc10104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5" name="tx10105"/>
              <p:cNvSpPr/>
              <p:nvPr/>
            </p:nvSpPr>
            <p:spPr>
              <a:xfrm>
                <a:off x="2151360" y="4008899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10106" name="tx10106"/>
              <p:cNvSpPr/>
              <p:nvPr/>
            </p:nvSpPr>
            <p:spPr>
              <a:xfrm>
                <a:off x="2275718" y="399042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07" name="tx10107"/>
              <p:cNvSpPr/>
              <p:nvPr/>
            </p:nvSpPr>
            <p:spPr>
              <a:xfrm>
                <a:off x="2320432" y="4008899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08" name="tx10108"/>
              <p:cNvSpPr/>
              <p:nvPr/>
            </p:nvSpPr>
            <p:spPr>
              <a:xfrm>
                <a:off x="2151360" y="366413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10109" name="tx10109"/>
              <p:cNvSpPr/>
              <p:nvPr/>
            </p:nvSpPr>
            <p:spPr>
              <a:xfrm>
                <a:off x="2275718" y="364565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0" name="tx10110"/>
              <p:cNvSpPr/>
              <p:nvPr/>
            </p:nvSpPr>
            <p:spPr>
              <a:xfrm>
                <a:off x="2320432" y="366413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1" name="tx10111"/>
              <p:cNvSpPr/>
              <p:nvPr/>
            </p:nvSpPr>
            <p:spPr>
              <a:xfrm>
                <a:off x="2151360" y="331954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10112" name="tx10112"/>
              <p:cNvSpPr/>
              <p:nvPr/>
            </p:nvSpPr>
            <p:spPr>
              <a:xfrm>
                <a:off x="2275718" y="330107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3" name="tx10113"/>
              <p:cNvSpPr/>
              <p:nvPr/>
            </p:nvSpPr>
            <p:spPr>
              <a:xfrm>
                <a:off x="2320432" y="331954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4" name="tx10114"/>
              <p:cNvSpPr/>
              <p:nvPr/>
            </p:nvSpPr>
            <p:spPr>
              <a:xfrm>
                <a:off x="2151360" y="297459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10115" name="tx10115"/>
              <p:cNvSpPr/>
              <p:nvPr/>
            </p:nvSpPr>
            <p:spPr>
              <a:xfrm>
                <a:off x="2275718" y="295612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6" name="tx10116"/>
              <p:cNvSpPr/>
              <p:nvPr/>
            </p:nvSpPr>
            <p:spPr>
              <a:xfrm>
                <a:off x="2320432" y="297459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7" name="tx10117"/>
              <p:cNvSpPr/>
              <p:nvPr/>
            </p:nvSpPr>
            <p:spPr>
              <a:xfrm>
                <a:off x="2151360" y="263000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10118" name="tx10118"/>
              <p:cNvSpPr/>
              <p:nvPr/>
            </p:nvSpPr>
            <p:spPr>
              <a:xfrm>
                <a:off x="2275718" y="261153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9" name="tx10119"/>
              <p:cNvSpPr/>
              <p:nvPr/>
            </p:nvSpPr>
            <p:spPr>
              <a:xfrm>
                <a:off x="2320432" y="2630005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0" name="tx10120"/>
              <p:cNvSpPr/>
              <p:nvPr/>
            </p:nvSpPr>
            <p:spPr>
              <a:xfrm>
                <a:off x="2151360" y="228523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10121" name="tx10121"/>
              <p:cNvSpPr/>
              <p:nvPr/>
            </p:nvSpPr>
            <p:spPr>
              <a:xfrm>
                <a:off x="2275718" y="226676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2" name="tx10122"/>
              <p:cNvSpPr/>
              <p:nvPr/>
            </p:nvSpPr>
            <p:spPr>
              <a:xfrm>
                <a:off x="2320432" y="228523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3" name="tx10123"/>
              <p:cNvSpPr/>
              <p:nvPr/>
            </p:nvSpPr>
            <p:spPr>
              <a:xfrm>
                <a:off x="2151360" y="194046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10124" name="tx10124"/>
              <p:cNvSpPr/>
              <p:nvPr/>
            </p:nvSpPr>
            <p:spPr>
              <a:xfrm>
                <a:off x="2275718" y="192199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5" name="tx10125"/>
              <p:cNvSpPr/>
              <p:nvPr/>
            </p:nvSpPr>
            <p:spPr>
              <a:xfrm>
                <a:off x="2320432" y="194046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6" name="tx10126"/>
              <p:cNvSpPr/>
              <p:nvPr/>
            </p:nvSpPr>
            <p:spPr>
              <a:xfrm>
                <a:off x="2151360" y="1595697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10127" name="tx10127"/>
              <p:cNvSpPr/>
              <p:nvPr/>
            </p:nvSpPr>
            <p:spPr>
              <a:xfrm>
                <a:off x="2275718" y="1577226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8" name="tx10128"/>
              <p:cNvSpPr/>
              <p:nvPr/>
            </p:nvSpPr>
            <p:spPr>
              <a:xfrm>
                <a:off x="2320432" y="1595697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9" name="pl10129"/>
              <p:cNvSpPr/>
              <p:nvPr/>
            </p:nvSpPr>
            <p:spPr>
              <a:xfrm>
                <a:off x="2428918" y="404959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0" name="pl10130"/>
              <p:cNvSpPr/>
              <p:nvPr/>
            </p:nvSpPr>
            <p:spPr>
              <a:xfrm>
                <a:off x="2428918" y="370482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1" name="pl10131"/>
              <p:cNvSpPr/>
              <p:nvPr/>
            </p:nvSpPr>
            <p:spPr>
              <a:xfrm>
                <a:off x="2428918" y="336005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2" name="pl10132"/>
              <p:cNvSpPr/>
              <p:nvPr/>
            </p:nvSpPr>
            <p:spPr>
              <a:xfrm>
                <a:off x="2428918" y="301528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3" name="pl10133"/>
              <p:cNvSpPr/>
              <p:nvPr/>
            </p:nvSpPr>
            <p:spPr>
              <a:xfrm>
                <a:off x="2428918" y="2670513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4" name="pl10134"/>
              <p:cNvSpPr/>
              <p:nvPr/>
            </p:nvSpPr>
            <p:spPr>
              <a:xfrm>
                <a:off x="2428918" y="232574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5" name="pl10135"/>
              <p:cNvSpPr/>
              <p:nvPr/>
            </p:nvSpPr>
            <p:spPr>
              <a:xfrm>
                <a:off x="2428918" y="198097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6" name="pl10136"/>
              <p:cNvSpPr/>
              <p:nvPr/>
            </p:nvSpPr>
            <p:spPr>
              <a:xfrm>
                <a:off x="2428918" y="163620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7" name="pl10137"/>
              <p:cNvSpPr/>
              <p:nvPr/>
            </p:nvSpPr>
            <p:spPr>
              <a:xfrm>
                <a:off x="257485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8" name="pl10138"/>
              <p:cNvSpPr/>
              <p:nvPr/>
            </p:nvSpPr>
            <p:spPr>
              <a:xfrm>
                <a:off x="294534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9" name="pl10139"/>
              <p:cNvSpPr/>
              <p:nvPr/>
            </p:nvSpPr>
            <p:spPr>
              <a:xfrm>
                <a:off x="331583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0" name="pl10140"/>
              <p:cNvSpPr/>
              <p:nvPr/>
            </p:nvSpPr>
            <p:spPr>
              <a:xfrm>
                <a:off x="3686326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1" name="pl10141"/>
              <p:cNvSpPr/>
              <p:nvPr/>
            </p:nvSpPr>
            <p:spPr>
              <a:xfrm>
                <a:off x="4056815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2" name="pl10142"/>
              <p:cNvSpPr/>
              <p:nvPr/>
            </p:nvSpPr>
            <p:spPr>
              <a:xfrm>
                <a:off x="4427303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3" name="pl10143"/>
              <p:cNvSpPr/>
              <p:nvPr/>
            </p:nvSpPr>
            <p:spPr>
              <a:xfrm>
                <a:off x="4797792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4" name="tx10144"/>
              <p:cNvSpPr/>
              <p:nvPr/>
            </p:nvSpPr>
            <p:spPr>
              <a:xfrm>
                <a:off x="2468606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10145" name="tx10145"/>
              <p:cNvSpPr/>
              <p:nvPr/>
            </p:nvSpPr>
            <p:spPr>
              <a:xfrm>
                <a:off x="25618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6" name="tx10146"/>
              <p:cNvSpPr/>
              <p:nvPr/>
            </p:nvSpPr>
            <p:spPr>
              <a:xfrm>
                <a:off x="26065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47" name="tx10147"/>
              <p:cNvSpPr/>
              <p:nvPr/>
            </p:nvSpPr>
            <p:spPr>
              <a:xfrm>
                <a:off x="282355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10148" name="tx10148"/>
              <p:cNvSpPr/>
              <p:nvPr/>
            </p:nvSpPr>
            <p:spPr>
              <a:xfrm>
                <a:off x="294790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9" name="tx10149"/>
              <p:cNvSpPr/>
              <p:nvPr/>
            </p:nvSpPr>
            <p:spPr>
              <a:xfrm>
                <a:off x="299262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0" name="tx10150"/>
              <p:cNvSpPr/>
              <p:nvPr/>
            </p:nvSpPr>
            <p:spPr>
              <a:xfrm>
                <a:off x="3194039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10151" name="tx10151"/>
              <p:cNvSpPr/>
              <p:nvPr/>
            </p:nvSpPr>
            <p:spPr>
              <a:xfrm>
                <a:off x="331839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2" name="tx10152"/>
              <p:cNvSpPr/>
              <p:nvPr/>
            </p:nvSpPr>
            <p:spPr>
              <a:xfrm>
                <a:off x="336311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3" name="tx10153"/>
              <p:cNvSpPr/>
              <p:nvPr/>
            </p:nvSpPr>
            <p:spPr>
              <a:xfrm>
                <a:off x="3564528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10154" name="tx10154"/>
              <p:cNvSpPr/>
              <p:nvPr/>
            </p:nvSpPr>
            <p:spPr>
              <a:xfrm>
                <a:off x="3688886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5" name="tx10155"/>
              <p:cNvSpPr/>
              <p:nvPr/>
            </p:nvSpPr>
            <p:spPr>
              <a:xfrm>
                <a:off x="3733600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6" name="tx10156"/>
              <p:cNvSpPr/>
              <p:nvPr/>
            </p:nvSpPr>
            <p:spPr>
              <a:xfrm>
                <a:off x="3935017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10157" name="tx10157"/>
              <p:cNvSpPr/>
              <p:nvPr/>
            </p:nvSpPr>
            <p:spPr>
              <a:xfrm>
                <a:off x="40593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8" name="tx10158"/>
              <p:cNvSpPr/>
              <p:nvPr/>
            </p:nvSpPr>
            <p:spPr>
              <a:xfrm>
                <a:off x="41040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9" name="tx10159"/>
              <p:cNvSpPr/>
              <p:nvPr/>
            </p:nvSpPr>
            <p:spPr>
              <a:xfrm>
                <a:off x="4305505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10160" name="tx10160"/>
              <p:cNvSpPr/>
              <p:nvPr/>
            </p:nvSpPr>
            <p:spPr>
              <a:xfrm>
                <a:off x="4429864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1" name="tx10161"/>
              <p:cNvSpPr/>
              <p:nvPr/>
            </p:nvSpPr>
            <p:spPr>
              <a:xfrm>
                <a:off x="4474578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2" name="tx10162"/>
              <p:cNvSpPr/>
              <p:nvPr/>
            </p:nvSpPr>
            <p:spPr>
              <a:xfrm>
                <a:off x="4675994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10163" name="tx10163"/>
              <p:cNvSpPr/>
              <p:nvPr/>
            </p:nvSpPr>
            <p:spPr>
              <a:xfrm>
                <a:off x="4800353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4" name="tx10164"/>
              <p:cNvSpPr/>
              <p:nvPr/>
            </p:nvSpPr>
            <p:spPr>
              <a:xfrm>
                <a:off x="4845067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5" name="tx10165"/>
              <p:cNvSpPr/>
              <p:nvPr/>
            </p:nvSpPr>
            <p:spPr>
              <a:xfrm>
                <a:off x="3379362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10166" name="tx10166"/>
              <p:cNvSpPr/>
              <p:nvPr/>
            </p:nvSpPr>
            <p:spPr>
              <a:xfrm rot="-5400000">
                <a:off x="1788433" y="2792880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10167" name="rc10167"/>
              <p:cNvSpPr/>
              <p:nvPr/>
            </p:nvSpPr>
            <p:spPr>
              <a:xfrm>
                <a:off x="5048117" y="2049696"/>
                <a:ext cx="737195" cy="158640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8" name="tx10168"/>
              <p:cNvSpPr/>
              <p:nvPr/>
            </p:nvSpPr>
            <p:spPr>
              <a:xfrm>
                <a:off x="5117706" y="2134007"/>
                <a:ext cx="59801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Genomic </a:t>
                </a:r>
              </a:p>
            </p:txBody>
          </p:sp>
          <p:sp>
            <p:nvSpPr>
              <p:cNvPr id="10169" name="tx10169"/>
              <p:cNvSpPr/>
              <p:nvPr/>
            </p:nvSpPr>
            <p:spPr>
              <a:xfrm>
                <a:off x="5117706" y="2284883"/>
                <a:ext cx="37033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Offset</a:t>
                </a:r>
              </a:p>
            </p:txBody>
          </p:sp>
          <p:pic>
            <p:nvPicPr>
              <p:cNvPr id="10170" name="pic10170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17706" y="2469230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10171" name="pl10171"/>
              <p:cNvSpPr/>
              <p:nvPr/>
            </p:nvSpPr>
            <p:spPr>
              <a:xfrm>
                <a:off x="5293271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2" name="pl10172"/>
              <p:cNvSpPr/>
              <p:nvPr/>
            </p:nvSpPr>
            <p:spPr>
              <a:xfrm>
                <a:off x="5293271" y="326579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3" name="pl10173"/>
              <p:cNvSpPr/>
              <p:nvPr/>
            </p:nvSpPr>
            <p:spPr>
              <a:xfrm>
                <a:off x="5293271" y="296690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4" name="pl10174"/>
              <p:cNvSpPr/>
              <p:nvPr/>
            </p:nvSpPr>
            <p:spPr>
              <a:xfrm>
                <a:off x="5293271" y="266801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5" name="pl10175"/>
              <p:cNvSpPr/>
              <p:nvPr/>
            </p:nvSpPr>
            <p:spPr>
              <a:xfrm>
                <a:off x="5117706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6" name="pl10176"/>
              <p:cNvSpPr/>
              <p:nvPr/>
            </p:nvSpPr>
            <p:spPr>
              <a:xfrm>
                <a:off x="5117706" y="326579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7" name="pl10177"/>
              <p:cNvSpPr/>
              <p:nvPr/>
            </p:nvSpPr>
            <p:spPr>
              <a:xfrm>
                <a:off x="5117706" y="296690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8" name="pl10178"/>
              <p:cNvSpPr/>
              <p:nvPr/>
            </p:nvSpPr>
            <p:spPr>
              <a:xfrm>
                <a:off x="5117706" y="266801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9" name="tx10179"/>
              <p:cNvSpPr/>
              <p:nvPr/>
            </p:nvSpPr>
            <p:spPr>
              <a:xfrm>
                <a:off x="5406751" y="3524676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0.00</a:t>
                </a:r>
              </a:p>
            </p:txBody>
          </p:sp>
          <p:sp>
            <p:nvSpPr>
              <p:cNvPr id="10180" name="tx10180"/>
              <p:cNvSpPr/>
              <p:nvPr/>
            </p:nvSpPr>
            <p:spPr>
              <a:xfrm>
                <a:off x="5406751" y="3225787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0.01</a:t>
                </a:r>
              </a:p>
            </p:txBody>
          </p:sp>
          <p:sp>
            <p:nvSpPr>
              <p:cNvPr id="10181" name="tx10181"/>
              <p:cNvSpPr/>
              <p:nvPr/>
            </p:nvSpPr>
            <p:spPr>
              <a:xfrm>
                <a:off x="5406751" y="2926897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0.02</a:t>
                </a:r>
              </a:p>
            </p:txBody>
          </p:sp>
          <p:sp>
            <p:nvSpPr>
              <p:cNvPr id="10182" name="tx10182"/>
              <p:cNvSpPr/>
              <p:nvPr/>
            </p:nvSpPr>
            <p:spPr>
              <a:xfrm>
                <a:off x="5406751" y="2628008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0.03</a:t>
                </a:r>
              </a:p>
            </p:txBody>
          </p:sp>
          <p:sp>
            <p:nvSpPr>
              <p:cNvPr id="10183" name="tx10183"/>
              <p:cNvSpPr/>
              <p:nvPr/>
            </p:nvSpPr>
            <p:spPr>
              <a:xfrm>
                <a:off x="2463713" y="1316468"/>
                <a:ext cx="113394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Current Treatment</a:t>
                </a:r>
              </a:p>
            </p:txBody>
          </p:sp>
          <p:sp>
            <p:nvSpPr>
              <p:cNvPr id="10184" name="tx10184"/>
              <p:cNvSpPr/>
              <p:nvPr/>
            </p:nvSpPr>
            <p:spPr>
              <a:xfrm>
                <a:off x="2463713" y="986823"/>
                <a:ext cx="1397477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(A) Predicted </a:t>
                </a:r>
              </a:p>
            </p:txBody>
          </p:sp>
          <p:sp>
            <p:nvSpPr>
              <p:cNvPr id="10185" name="tx10185"/>
              <p:cNvSpPr/>
              <p:nvPr/>
            </p:nvSpPr>
            <p:spPr>
              <a:xfrm>
                <a:off x="3861190" y="986823"/>
                <a:ext cx="127101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</a:t>
                </a:r>
              </a:p>
            </p:txBody>
          </p:sp>
          <p:sp>
            <p:nvSpPr>
              <p:cNvPr id="10186" name="tx10186"/>
              <p:cNvSpPr/>
              <p:nvPr/>
            </p:nvSpPr>
            <p:spPr>
              <a:xfrm>
                <a:off x="3988292" y="986823"/>
                <a:ext cx="15243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87" name="tx10187"/>
              <p:cNvSpPr/>
              <p:nvPr/>
            </p:nvSpPr>
            <p:spPr>
              <a:xfrm>
                <a:off x="4140722" y="986823"/>
                <a:ext cx="15243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A</a:t>
                </a:r>
              </a:p>
            </p:txBody>
          </p:sp>
          <p:sp>
            <p:nvSpPr>
              <p:cNvPr id="10188" name="tx10188"/>
              <p:cNvSpPr/>
              <p:nvPr/>
            </p:nvSpPr>
            <p:spPr>
              <a:xfrm>
                <a:off x="4293153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</a:t>
                </a:r>
              </a:p>
            </p:txBody>
          </p:sp>
          <p:sp>
            <p:nvSpPr>
              <p:cNvPr id="10189" name="tx10189"/>
              <p:cNvSpPr/>
              <p:nvPr/>
            </p:nvSpPr>
            <p:spPr>
              <a:xfrm>
                <a:off x="4382124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90" name="tx10190"/>
              <p:cNvSpPr/>
              <p:nvPr/>
            </p:nvSpPr>
            <p:spPr>
              <a:xfrm>
                <a:off x="4426564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91" name="tx10191"/>
              <p:cNvSpPr/>
              <p:nvPr/>
            </p:nvSpPr>
            <p:spPr>
              <a:xfrm>
                <a:off x="4471004" y="1077527"/>
                <a:ext cx="80010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</a:t>
                </a:r>
              </a:p>
            </p:txBody>
          </p:sp>
          <p:sp>
            <p:nvSpPr>
              <p:cNvPr id="10192" name="tx10192"/>
              <p:cNvSpPr/>
              <p:nvPr/>
            </p:nvSpPr>
            <p:spPr>
              <a:xfrm>
                <a:off x="4551014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93" name="tx10193"/>
              <p:cNvSpPr/>
              <p:nvPr/>
            </p:nvSpPr>
            <p:spPr>
              <a:xfrm>
                <a:off x="4639985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t</a:t>
                </a:r>
              </a:p>
            </p:txBody>
          </p:sp>
        </p:grpSp>
        <p:grpSp>
          <p:nvGrpSpPr>
            <p:cNvPr id="10211" name="Group 10210">
              <a:extLst>
                <a:ext uri="{FF2B5EF4-FFF2-40B4-BE49-F238E27FC236}">
                  <a16:creationId xmlns:a16="http://schemas.microsoft.com/office/drawing/2014/main" id="{250E39C0-9651-1DAA-560A-85177A796DA8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212" name="pg9120">
                <a:extLst>
                  <a:ext uri="{FF2B5EF4-FFF2-40B4-BE49-F238E27FC236}">
                    <a16:creationId xmlns:a16="http://schemas.microsoft.com/office/drawing/2014/main" id="{E1AF6780-4AB0-2A0E-93D9-D43F9DC0F07D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3" name="tx9121">
                <a:extLst>
                  <a:ext uri="{FF2B5EF4-FFF2-40B4-BE49-F238E27FC236}">
                    <a16:creationId xmlns:a16="http://schemas.microsoft.com/office/drawing/2014/main" id="{746B516C-F308-FA5F-346E-0F39F211D854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214" name="pg9122">
                <a:extLst>
                  <a:ext uri="{FF2B5EF4-FFF2-40B4-BE49-F238E27FC236}">
                    <a16:creationId xmlns:a16="http://schemas.microsoft.com/office/drawing/2014/main" id="{78801D08-4C65-F7B9-BC45-36AEFE89E65A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5" name="tx9123">
                <a:extLst>
                  <a:ext uri="{FF2B5EF4-FFF2-40B4-BE49-F238E27FC236}">
                    <a16:creationId xmlns:a16="http://schemas.microsoft.com/office/drawing/2014/main" id="{1F1C5F60-8D6D-98BA-D92C-BBB3346D80A5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216" name="pg9124">
                <a:extLst>
                  <a:ext uri="{FF2B5EF4-FFF2-40B4-BE49-F238E27FC236}">
                    <a16:creationId xmlns:a16="http://schemas.microsoft.com/office/drawing/2014/main" id="{C9D175DD-A08B-A8C5-0140-9D0EA2D73FD7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7" name="tx9125">
                <a:extLst>
                  <a:ext uri="{FF2B5EF4-FFF2-40B4-BE49-F238E27FC236}">
                    <a16:creationId xmlns:a16="http://schemas.microsoft.com/office/drawing/2014/main" id="{71A7161C-7745-11FA-2F9B-4FA85DDD6B7D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218" name="pg9126">
                <a:extLst>
                  <a:ext uri="{FF2B5EF4-FFF2-40B4-BE49-F238E27FC236}">
                    <a16:creationId xmlns:a16="http://schemas.microsoft.com/office/drawing/2014/main" id="{752CB3BE-9195-1D3E-724E-0B501C12F7A8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9" name="tx9127">
                <a:extLst>
                  <a:ext uri="{FF2B5EF4-FFF2-40B4-BE49-F238E27FC236}">
                    <a16:creationId xmlns:a16="http://schemas.microsoft.com/office/drawing/2014/main" id="{E16C10B5-2575-2319-9BF9-7DD2AB811BE7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220" name="pg9128">
                <a:extLst>
                  <a:ext uri="{FF2B5EF4-FFF2-40B4-BE49-F238E27FC236}">
                    <a16:creationId xmlns:a16="http://schemas.microsoft.com/office/drawing/2014/main" id="{FC841703-B096-D709-3FDE-CE99353FABDA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1" name="tx9129">
                <a:extLst>
                  <a:ext uri="{FF2B5EF4-FFF2-40B4-BE49-F238E27FC236}">
                    <a16:creationId xmlns:a16="http://schemas.microsoft.com/office/drawing/2014/main" id="{59B0A007-AF36-3303-548A-B4B8CC2A3C57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222" name="pg9130">
                <a:extLst>
                  <a:ext uri="{FF2B5EF4-FFF2-40B4-BE49-F238E27FC236}">
                    <a16:creationId xmlns:a16="http://schemas.microsoft.com/office/drawing/2014/main" id="{FE06097A-E4C3-D231-FD1D-5D523AE7BB45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3" name="tx9131">
                <a:extLst>
                  <a:ext uri="{FF2B5EF4-FFF2-40B4-BE49-F238E27FC236}">
                    <a16:creationId xmlns:a16="http://schemas.microsoft.com/office/drawing/2014/main" id="{F218BABE-DD96-C59C-DE1F-C5B1E943F071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224" name="pg9132">
                <a:extLst>
                  <a:ext uri="{FF2B5EF4-FFF2-40B4-BE49-F238E27FC236}">
                    <a16:creationId xmlns:a16="http://schemas.microsoft.com/office/drawing/2014/main" id="{893CB6F9-B71A-381B-C51E-E20C5DCCA61F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5" name="tx9133">
                <a:extLst>
                  <a:ext uri="{FF2B5EF4-FFF2-40B4-BE49-F238E27FC236}">
                    <a16:creationId xmlns:a16="http://schemas.microsoft.com/office/drawing/2014/main" id="{1822F4D4-BE6B-FEB1-B046-73B8CF15C08A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26" name="pg9134">
                <a:extLst>
                  <a:ext uri="{FF2B5EF4-FFF2-40B4-BE49-F238E27FC236}">
                    <a16:creationId xmlns:a16="http://schemas.microsoft.com/office/drawing/2014/main" id="{8ADF5AE3-0E6C-0FEF-3CD6-C630EDE8D436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7" name="tx9135">
                <a:extLst>
                  <a:ext uri="{FF2B5EF4-FFF2-40B4-BE49-F238E27FC236}">
                    <a16:creationId xmlns:a16="http://schemas.microsoft.com/office/drawing/2014/main" id="{7C94646E-68EB-320A-D82D-EBCEBFE80BC7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28" name="Straight Connector 10227">
              <a:extLst>
                <a:ext uri="{FF2B5EF4-FFF2-40B4-BE49-F238E27FC236}">
                  <a16:creationId xmlns:a16="http://schemas.microsoft.com/office/drawing/2014/main" id="{0ACEAD3D-D8E9-FB67-0BB0-39905A76CC9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254373" y="3090813"/>
              <a:ext cx="163610" cy="142651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29" name="Straight Connector 10228">
              <a:extLst>
                <a:ext uri="{FF2B5EF4-FFF2-40B4-BE49-F238E27FC236}">
                  <a16:creationId xmlns:a16="http://schemas.microsoft.com/office/drawing/2014/main" id="{828B150C-086D-2D29-8C4D-E24F192D70E8}"/>
                </a:ext>
              </a:extLst>
            </p:cNvPr>
            <p:cNvCxnSpPr>
              <a:cxnSpLocks/>
              <a:stCxn id="9116" idx="4"/>
            </p:cNvCxnSpPr>
            <p:nvPr/>
          </p:nvCxnSpPr>
          <p:spPr>
            <a:xfrm>
              <a:off x="3497907" y="3627004"/>
              <a:ext cx="58981" cy="28017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E970FEBF-47A2-AC14-10A4-0FD2CD19B3D5}"/>
              </a:ext>
            </a:extLst>
          </p:cNvPr>
          <p:cNvGrpSpPr/>
          <p:nvPr/>
        </p:nvGrpSpPr>
        <p:grpSpPr>
          <a:xfrm>
            <a:off x="2536340" y="2139323"/>
            <a:ext cx="1682620" cy="1913474"/>
            <a:chOff x="2536340" y="2139323"/>
            <a:chExt cx="1682620" cy="1913474"/>
          </a:xfrm>
        </p:grpSpPr>
        <p:sp>
          <p:nvSpPr>
            <p:cNvPr id="4" name="pg9120">
              <a:extLst>
                <a:ext uri="{FF2B5EF4-FFF2-40B4-BE49-F238E27FC236}">
                  <a16:creationId xmlns:a16="http://schemas.microsoft.com/office/drawing/2014/main" id="{393AA960-16BE-EBF7-4A4F-64361290E083}"/>
                </a:ext>
              </a:extLst>
            </p:cNvPr>
            <p:cNvSpPr/>
            <p:nvPr/>
          </p:nvSpPr>
          <p:spPr>
            <a:xfrm>
              <a:off x="2536340" y="3429000"/>
              <a:ext cx="379476" cy="191749"/>
            </a:xfrm>
            <a:custGeom>
              <a:avLst/>
              <a:gdLst/>
              <a:ahLst/>
              <a:cxnLst/>
              <a:rect l="0" t="0" r="0" b="0"/>
              <a:pathLst>
                <a:path w="379476" h="191749">
                  <a:moveTo>
                    <a:pt x="27432" y="191749"/>
                  </a:moveTo>
                  <a:lnTo>
                    <a:pt x="352044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6" y="164317"/>
                  </a:lnTo>
                  <a:lnTo>
                    <a:pt x="379476" y="27432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tx9121">
              <a:extLst>
                <a:ext uri="{FF2B5EF4-FFF2-40B4-BE49-F238E27FC236}">
                  <a16:creationId xmlns:a16="http://schemas.microsoft.com/office/drawing/2014/main" id="{EAA821E0-1D1C-1979-F7BF-B0F32D7E033E}"/>
                </a:ext>
              </a:extLst>
            </p:cNvPr>
            <p:cNvSpPr/>
            <p:nvPr/>
          </p:nvSpPr>
          <p:spPr>
            <a:xfrm>
              <a:off x="2587752" y="3474720"/>
              <a:ext cx="288036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6" name="pg9122">
              <a:extLst>
                <a:ext uri="{FF2B5EF4-FFF2-40B4-BE49-F238E27FC236}">
                  <a16:creationId xmlns:a16="http://schemas.microsoft.com/office/drawing/2014/main" id="{2FFF09BA-26F2-9A84-CE96-C4E082058BF8}"/>
                </a:ext>
              </a:extLst>
            </p:cNvPr>
            <p:cNvSpPr/>
            <p:nvPr/>
          </p:nvSpPr>
          <p:spPr>
            <a:xfrm>
              <a:off x="2773748" y="2753771"/>
              <a:ext cx="317296" cy="191749"/>
            </a:xfrm>
            <a:custGeom>
              <a:avLst/>
              <a:gdLst/>
              <a:ahLst/>
              <a:cxnLst/>
              <a:rect l="0" t="0" r="0" b="0"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1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tx9123">
              <a:extLst>
                <a:ext uri="{FF2B5EF4-FFF2-40B4-BE49-F238E27FC236}">
                  <a16:creationId xmlns:a16="http://schemas.microsoft.com/office/drawing/2014/main" id="{3CF5F742-94E3-A50B-EE6D-A4F991033348}"/>
                </a:ext>
              </a:extLst>
            </p:cNvPr>
            <p:cNvSpPr/>
            <p:nvPr/>
          </p:nvSpPr>
          <p:spPr>
            <a:xfrm>
              <a:off x="2819468" y="2799491"/>
              <a:ext cx="225856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8" name="pg9124">
              <a:extLst>
                <a:ext uri="{FF2B5EF4-FFF2-40B4-BE49-F238E27FC236}">
                  <a16:creationId xmlns:a16="http://schemas.microsoft.com/office/drawing/2014/main" id="{5930FF6D-27EF-9305-F1ED-EFB03712588A}"/>
                </a:ext>
              </a:extLst>
            </p:cNvPr>
            <p:cNvSpPr/>
            <p:nvPr/>
          </p:nvSpPr>
          <p:spPr>
            <a:xfrm>
              <a:off x="2756992" y="2174520"/>
              <a:ext cx="343082" cy="191749"/>
            </a:xfrm>
            <a:custGeom>
              <a:avLst/>
              <a:gdLst/>
              <a:ahLst/>
              <a:cxnLst/>
              <a:rect l="0" t="0" r="0" b="0"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1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tx9125">
              <a:extLst>
                <a:ext uri="{FF2B5EF4-FFF2-40B4-BE49-F238E27FC236}">
                  <a16:creationId xmlns:a16="http://schemas.microsoft.com/office/drawing/2014/main" id="{2B81D1EB-F146-D069-B9F0-E7ADF9E2C15E}"/>
                </a:ext>
              </a:extLst>
            </p:cNvPr>
            <p:cNvSpPr/>
            <p:nvPr/>
          </p:nvSpPr>
          <p:spPr>
            <a:xfrm>
              <a:off x="2808190" y="2218227"/>
              <a:ext cx="251642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10" name="pg9126">
              <a:extLst>
                <a:ext uri="{FF2B5EF4-FFF2-40B4-BE49-F238E27FC236}">
                  <a16:creationId xmlns:a16="http://schemas.microsoft.com/office/drawing/2014/main" id="{B544166C-E274-9774-3636-0F0D2A3D7102}"/>
                </a:ext>
              </a:extLst>
            </p:cNvPr>
            <p:cNvSpPr/>
            <p:nvPr/>
          </p:nvSpPr>
          <p:spPr>
            <a:xfrm>
              <a:off x="2622099" y="3081771"/>
              <a:ext cx="410565" cy="191749"/>
            </a:xfrm>
            <a:custGeom>
              <a:avLst/>
              <a:gdLst/>
              <a:ahLst/>
              <a:cxnLst/>
              <a:rect l="0" t="0" r="0" b="0"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tx9127">
              <a:extLst>
                <a:ext uri="{FF2B5EF4-FFF2-40B4-BE49-F238E27FC236}">
                  <a16:creationId xmlns:a16="http://schemas.microsoft.com/office/drawing/2014/main" id="{E9C89A2A-E250-3418-1F3D-D14669178E5D}"/>
                </a:ext>
              </a:extLst>
            </p:cNvPr>
            <p:cNvSpPr/>
            <p:nvPr/>
          </p:nvSpPr>
          <p:spPr>
            <a:xfrm>
              <a:off x="2667819" y="3127491"/>
              <a:ext cx="319125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12" name="pg9128">
              <a:extLst>
                <a:ext uri="{FF2B5EF4-FFF2-40B4-BE49-F238E27FC236}">
                  <a16:creationId xmlns:a16="http://schemas.microsoft.com/office/drawing/2014/main" id="{B1FD8639-EE58-BDC0-670B-2E8BEC223E3D}"/>
                </a:ext>
              </a:extLst>
            </p:cNvPr>
            <p:cNvSpPr/>
            <p:nvPr/>
          </p:nvSpPr>
          <p:spPr>
            <a:xfrm>
              <a:off x="3203848" y="2996952"/>
              <a:ext cx="356250" cy="191749"/>
            </a:xfrm>
            <a:custGeom>
              <a:avLst/>
              <a:gdLst/>
              <a:ahLst/>
              <a:cxnLst/>
              <a:rect l="0" t="0" r="0" b="0"/>
              <a:pathLst>
                <a:path w="356250" h="191749">
                  <a:moveTo>
                    <a:pt x="27431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1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tx9129">
              <a:extLst>
                <a:ext uri="{FF2B5EF4-FFF2-40B4-BE49-F238E27FC236}">
                  <a16:creationId xmlns:a16="http://schemas.microsoft.com/office/drawing/2014/main" id="{DA65DAB2-F8BB-2F66-8995-BE6822662E38}"/>
                </a:ext>
              </a:extLst>
            </p:cNvPr>
            <p:cNvSpPr/>
            <p:nvPr/>
          </p:nvSpPr>
          <p:spPr>
            <a:xfrm>
              <a:off x="3255264" y="3044952"/>
              <a:ext cx="264810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14" name="pg9130">
              <a:extLst>
                <a:ext uri="{FF2B5EF4-FFF2-40B4-BE49-F238E27FC236}">
                  <a16:creationId xmlns:a16="http://schemas.microsoft.com/office/drawing/2014/main" id="{8B2750E1-C2E2-9FE0-333D-5BE7B05588FB}"/>
                </a:ext>
              </a:extLst>
            </p:cNvPr>
            <p:cNvSpPr/>
            <p:nvPr/>
          </p:nvSpPr>
          <p:spPr>
            <a:xfrm>
              <a:off x="3059832" y="3861048"/>
              <a:ext cx="387156" cy="191749"/>
            </a:xfrm>
            <a:custGeom>
              <a:avLst/>
              <a:gdLst/>
              <a:ahLst/>
              <a:cxnLst/>
              <a:rect l="0" t="0" r="0" b="0"/>
              <a:pathLst>
                <a:path w="387156" h="191749">
                  <a:moveTo>
                    <a:pt x="27432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1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tx9131">
              <a:extLst>
                <a:ext uri="{FF2B5EF4-FFF2-40B4-BE49-F238E27FC236}">
                  <a16:creationId xmlns:a16="http://schemas.microsoft.com/office/drawing/2014/main" id="{AF87EFB5-252B-FE95-DECC-25C904D6C090}"/>
                </a:ext>
              </a:extLst>
            </p:cNvPr>
            <p:cNvSpPr/>
            <p:nvPr/>
          </p:nvSpPr>
          <p:spPr>
            <a:xfrm>
              <a:off x="3118104" y="3904755"/>
              <a:ext cx="295716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16" name="pg9132">
              <a:extLst>
                <a:ext uri="{FF2B5EF4-FFF2-40B4-BE49-F238E27FC236}">
                  <a16:creationId xmlns:a16="http://schemas.microsoft.com/office/drawing/2014/main" id="{F638282E-1329-6D7E-5AA2-0DDC7EDD41DD}"/>
                </a:ext>
              </a:extLst>
            </p:cNvPr>
            <p:cNvSpPr/>
            <p:nvPr/>
          </p:nvSpPr>
          <p:spPr>
            <a:xfrm>
              <a:off x="3855029" y="2139323"/>
              <a:ext cx="363931" cy="191749"/>
            </a:xfrm>
            <a:custGeom>
              <a:avLst/>
              <a:gdLst/>
              <a:ahLst/>
              <a:cxnLst/>
              <a:rect l="0" t="0" r="0" b="0"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2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tx9133">
              <a:extLst>
                <a:ext uri="{FF2B5EF4-FFF2-40B4-BE49-F238E27FC236}">
                  <a16:creationId xmlns:a16="http://schemas.microsoft.com/office/drawing/2014/main" id="{A05D31EC-9A60-75DF-94AA-E4B53DD3A2F6}"/>
                </a:ext>
              </a:extLst>
            </p:cNvPr>
            <p:cNvSpPr/>
            <p:nvPr/>
          </p:nvSpPr>
          <p:spPr>
            <a:xfrm>
              <a:off x="3900749" y="2185043"/>
              <a:ext cx="272491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18" name="pg9134">
              <a:extLst>
                <a:ext uri="{FF2B5EF4-FFF2-40B4-BE49-F238E27FC236}">
                  <a16:creationId xmlns:a16="http://schemas.microsoft.com/office/drawing/2014/main" id="{DD0B7ABF-2BE4-A589-DF61-E8ED3745381A}"/>
                </a:ext>
              </a:extLst>
            </p:cNvPr>
            <p:cNvSpPr/>
            <p:nvPr/>
          </p:nvSpPr>
          <p:spPr>
            <a:xfrm>
              <a:off x="3347864" y="2564904"/>
              <a:ext cx="402701" cy="191749"/>
            </a:xfrm>
            <a:custGeom>
              <a:avLst/>
              <a:gdLst/>
              <a:ahLst/>
              <a:cxnLst/>
              <a:rect l="0" t="0" r="0" b="0"/>
              <a:pathLst>
                <a:path w="402701" h="191749">
                  <a:moveTo>
                    <a:pt x="27431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tx9135">
              <a:extLst>
                <a:ext uri="{FF2B5EF4-FFF2-40B4-BE49-F238E27FC236}">
                  <a16:creationId xmlns:a16="http://schemas.microsoft.com/office/drawing/2014/main" id="{6DC47DE6-E0D3-BF37-AE72-C703EFA53BD2}"/>
                </a:ext>
              </a:extLst>
            </p:cNvPr>
            <p:cNvSpPr/>
            <p:nvPr/>
          </p:nvSpPr>
          <p:spPr>
            <a:xfrm>
              <a:off x="3396643" y="2611336"/>
              <a:ext cx="311261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105560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8" name="Group 10247">
            <a:extLst>
              <a:ext uri="{FF2B5EF4-FFF2-40B4-BE49-F238E27FC236}">
                <a16:creationId xmlns:a16="http://schemas.microsoft.com/office/drawing/2014/main" id="{F350FB6B-2823-6BCF-3533-73AAEF5327B8}"/>
              </a:ext>
            </a:extLst>
          </p:cNvPr>
          <p:cNvGrpSpPr/>
          <p:nvPr/>
        </p:nvGrpSpPr>
        <p:grpSpPr>
          <a:xfrm>
            <a:off x="914400" y="723040"/>
            <a:ext cx="5943600" cy="3848960"/>
            <a:chOff x="914400" y="723040"/>
            <a:chExt cx="5943600" cy="384896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723040"/>
              <a:ext cx="5943600" cy="3848960"/>
              <a:chOff x="914400" y="723040"/>
              <a:chExt cx="5943600" cy="3848960"/>
            </a:xfrm>
          </p:grpSpPr>
          <p:sp>
            <p:nvSpPr>
              <p:cNvPr id="3" name="rc3"/>
              <p:cNvSpPr/>
              <p:nvPr/>
            </p:nvSpPr>
            <p:spPr>
              <a:xfrm>
                <a:off x="914400" y="914400"/>
                <a:ext cx="5943600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9525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" name="rc4"/>
              <p:cNvSpPr/>
              <p:nvPr/>
            </p:nvSpPr>
            <p:spPr>
              <a:xfrm>
                <a:off x="1917497" y="914400"/>
                <a:ext cx="3937404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/>
              <p:cNvSpPr/>
              <p:nvPr/>
            </p:nvSpPr>
            <p:spPr>
              <a:xfrm>
                <a:off x="2574859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/>
              <p:cNvSpPr/>
              <p:nvPr/>
            </p:nvSpPr>
            <p:spPr>
              <a:xfrm>
                <a:off x="2945348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/>
              <p:cNvSpPr/>
              <p:nvPr/>
            </p:nvSpPr>
            <p:spPr>
              <a:xfrm>
                <a:off x="3315837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/>
              <p:cNvSpPr/>
              <p:nvPr/>
            </p:nvSpPr>
            <p:spPr>
              <a:xfrm>
                <a:off x="3686326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/>
              <p:cNvSpPr/>
              <p:nvPr/>
            </p:nvSpPr>
            <p:spPr>
              <a:xfrm>
                <a:off x="4056815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/>
              <p:cNvSpPr/>
              <p:nvPr/>
            </p:nvSpPr>
            <p:spPr>
              <a:xfrm>
                <a:off x="4427303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/>
              <p:cNvSpPr/>
              <p:nvPr/>
            </p:nvSpPr>
            <p:spPr>
              <a:xfrm>
                <a:off x="4797792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/>
              <p:cNvSpPr/>
              <p:nvPr/>
            </p:nvSpPr>
            <p:spPr>
              <a:xfrm>
                <a:off x="2463713" y="4049590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/>
              <p:cNvSpPr/>
              <p:nvPr/>
            </p:nvSpPr>
            <p:spPr>
              <a:xfrm>
                <a:off x="2463713" y="370482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/>
              <p:cNvSpPr/>
              <p:nvPr/>
            </p:nvSpPr>
            <p:spPr>
              <a:xfrm>
                <a:off x="2463713" y="336005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/>
              <p:cNvSpPr/>
              <p:nvPr/>
            </p:nvSpPr>
            <p:spPr>
              <a:xfrm>
                <a:off x="2463713" y="3015282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/>
              <p:cNvSpPr/>
              <p:nvPr/>
            </p:nvSpPr>
            <p:spPr>
              <a:xfrm>
                <a:off x="2463713" y="2670513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/>
              <p:cNvSpPr/>
              <p:nvPr/>
            </p:nvSpPr>
            <p:spPr>
              <a:xfrm>
                <a:off x="2463713" y="232574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l19"/>
              <p:cNvSpPr/>
              <p:nvPr/>
            </p:nvSpPr>
            <p:spPr>
              <a:xfrm>
                <a:off x="2463713" y="198097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l20"/>
              <p:cNvSpPr/>
              <p:nvPr/>
            </p:nvSpPr>
            <p:spPr>
              <a:xfrm>
                <a:off x="2463713" y="1636205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h21"/>
              <p:cNvSpPr/>
              <p:nvPr/>
            </p:nvSpPr>
            <p:spPr>
              <a:xfrm>
                <a:off x="2577439" y="2860610"/>
                <a:ext cx="914400" cy="9147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69">
                    <a:moveTo>
                      <a:pt x="914400" y="914400"/>
                    </a:moveTo>
                    <a:lnTo>
                      <a:pt x="914400" y="914769"/>
                    </a:lnTo>
                    <a:lnTo>
                      <a:pt x="913610" y="914551"/>
                    </a:lnTo>
                    <a:lnTo>
                      <a:pt x="913063" y="914400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h22"/>
              <p:cNvSpPr/>
              <p:nvPr/>
            </p:nvSpPr>
            <p:spPr>
              <a:xfrm>
                <a:off x="2577439" y="2860610"/>
                <a:ext cx="923662" cy="9173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3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44" y="917330"/>
                    </a:lnTo>
                    <a:lnTo>
                      <a:pt x="922390" y="916982"/>
                    </a:lnTo>
                    <a:lnTo>
                      <a:pt x="921136" y="916634"/>
                    </a:lnTo>
                    <a:lnTo>
                      <a:pt x="919882" y="916287"/>
                    </a:lnTo>
                    <a:lnTo>
                      <a:pt x="918628" y="915939"/>
                    </a:lnTo>
                    <a:lnTo>
                      <a:pt x="917373" y="915592"/>
                    </a:lnTo>
                    <a:lnTo>
                      <a:pt x="916119" y="915245"/>
                    </a:lnTo>
                    <a:lnTo>
                      <a:pt x="914865" y="914898"/>
                    </a:lnTo>
                    <a:lnTo>
                      <a:pt x="914400" y="914769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h23"/>
              <p:cNvSpPr/>
              <p:nvPr/>
            </p:nvSpPr>
            <p:spPr>
              <a:xfrm>
                <a:off x="2586701" y="2860610"/>
                <a:ext cx="923662" cy="91990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9909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19909"/>
                    </a:lnTo>
                    <a:lnTo>
                      <a:pt x="923159" y="919769"/>
                    </a:lnTo>
                    <a:lnTo>
                      <a:pt x="921905" y="919420"/>
                    </a:lnTo>
                    <a:lnTo>
                      <a:pt x="920651" y="919071"/>
                    </a:lnTo>
                    <a:lnTo>
                      <a:pt x="919398" y="918723"/>
                    </a:lnTo>
                    <a:lnTo>
                      <a:pt x="918144" y="918374"/>
                    </a:lnTo>
                    <a:lnTo>
                      <a:pt x="916890" y="918026"/>
                    </a:lnTo>
                    <a:lnTo>
                      <a:pt x="915636" y="917678"/>
                    </a:lnTo>
                    <a:lnTo>
                      <a:pt x="914399" y="917335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h24"/>
              <p:cNvSpPr/>
              <p:nvPr/>
            </p:nvSpPr>
            <p:spPr>
              <a:xfrm>
                <a:off x="2595963" y="2860610"/>
                <a:ext cx="923662" cy="92249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49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491"/>
                    </a:lnTo>
                    <a:lnTo>
                      <a:pt x="922670" y="922214"/>
                    </a:lnTo>
                    <a:lnTo>
                      <a:pt x="921417" y="921864"/>
                    </a:lnTo>
                    <a:lnTo>
                      <a:pt x="920163" y="921514"/>
                    </a:lnTo>
                    <a:lnTo>
                      <a:pt x="918910" y="921165"/>
                    </a:lnTo>
                    <a:lnTo>
                      <a:pt x="917657" y="920816"/>
                    </a:lnTo>
                    <a:lnTo>
                      <a:pt x="916403" y="920467"/>
                    </a:lnTo>
                    <a:lnTo>
                      <a:pt x="915150" y="920118"/>
                    </a:lnTo>
                    <a:lnTo>
                      <a:pt x="914400" y="919909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h25"/>
              <p:cNvSpPr/>
              <p:nvPr/>
            </p:nvSpPr>
            <p:spPr>
              <a:xfrm>
                <a:off x="2605226" y="2860610"/>
                <a:ext cx="923662" cy="92508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08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5080"/>
                    </a:lnTo>
                    <a:lnTo>
                      <a:pt x="923430" y="925016"/>
                    </a:lnTo>
                    <a:lnTo>
                      <a:pt x="922178" y="924665"/>
                    </a:lnTo>
                    <a:lnTo>
                      <a:pt x="920925" y="924314"/>
                    </a:lnTo>
                    <a:lnTo>
                      <a:pt x="919672" y="923964"/>
                    </a:lnTo>
                    <a:lnTo>
                      <a:pt x="918419" y="923614"/>
                    </a:lnTo>
                    <a:lnTo>
                      <a:pt x="917167" y="923263"/>
                    </a:lnTo>
                    <a:lnTo>
                      <a:pt x="915914" y="922913"/>
                    </a:lnTo>
                    <a:lnTo>
                      <a:pt x="914661" y="922563"/>
                    </a:lnTo>
                    <a:lnTo>
                      <a:pt x="914400" y="922491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h26"/>
              <p:cNvSpPr/>
              <p:nvPr/>
            </p:nvSpPr>
            <p:spPr>
              <a:xfrm>
                <a:off x="2614488" y="2860610"/>
                <a:ext cx="923662" cy="92767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67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678"/>
                    </a:lnTo>
                    <a:lnTo>
                      <a:pt x="922935" y="927474"/>
                    </a:lnTo>
                    <a:lnTo>
                      <a:pt x="921682" y="927123"/>
                    </a:lnTo>
                    <a:lnTo>
                      <a:pt x="920430" y="926771"/>
                    </a:lnTo>
                    <a:lnTo>
                      <a:pt x="919178" y="926420"/>
                    </a:lnTo>
                    <a:lnTo>
                      <a:pt x="917926" y="926069"/>
                    </a:lnTo>
                    <a:lnTo>
                      <a:pt x="916673" y="925717"/>
                    </a:lnTo>
                    <a:lnTo>
                      <a:pt x="915421" y="925366"/>
                    </a:lnTo>
                    <a:lnTo>
                      <a:pt x="914400" y="925080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h27"/>
              <p:cNvSpPr/>
              <p:nvPr/>
            </p:nvSpPr>
            <p:spPr>
              <a:xfrm>
                <a:off x="2623750" y="2860610"/>
                <a:ext cx="923662" cy="93011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1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111"/>
                    </a:lnTo>
                    <a:lnTo>
                      <a:pt x="920246" y="929323"/>
                    </a:lnTo>
                    <a:lnTo>
                      <a:pt x="919933" y="929235"/>
                    </a:lnTo>
                    <a:lnTo>
                      <a:pt x="918680" y="928882"/>
                    </a:lnTo>
                    <a:lnTo>
                      <a:pt x="917428" y="928530"/>
                    </a:lnTo>
                    <a:lnTo>
                      <a:pt x="916176" y="928178"/>
                    </a:lnTo>
                    <a:lnTo>
                      <a:pt x="914924" y="927826"/>
                    </a:lnTo>
                    <a:lnTo>
                      <a:pt x="914400" y="92767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h28"/>
              <p:cNvSpPr/>
              <p:nvPr/>
            </p:nvSpPr>
            <p:spPr>
              <a:xfrm>
                <a:off x="2633012" y="2860610"/>
                <a:ext cx="923662" cy="93148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48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481"/>
                    </a:lnTo>
                    <a:lnTo>
                      <a:pt x="922785" y="931454"/>
                    </a:lnTo>
                    <a:lnTo>
                      <a:pt x="916869" y="930681"/>
                    </a:lnTo>
                    <a:lnTo>
                      <a:pt x="914400" y="930111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h29"/>
              <p:cNvSpPr/>
              <p:nvPr/>
            </p:nvSpPr>
            <p:spPr>
              <a:xfrm>
                <a:off x="2642274" y="28606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50"/>
                    </a:lnTo>
                    <a:lnTo>
                      <a:pt x="919453" y="931638"/>
                    </a:lnTo>
                    <a:lnTo>
                      <a:pt x="914400" y="931481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h30"/>
              <p:cNvSpPr/>
              <p:nvPr/>
            </p:nvSpPr>
            <p:spPr>
              <a:xfrm>
                <a:off x="2651537" y="2860610"/>
                <a:ext cx="923662" cy="9313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5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00"/>
                    </a:lnTo>
                    <a:lnTo>
                      <a:pt x="922024" y="930241"/>
                    </a:lnTo>
                    <a:lnTo>
                      <a:pt x="916117" y="931233"/>
                    </a:lnTo>
                    <a:lnTo>
                      <a:pt x="914400" y="931350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h31"/>
              <p:cNvSpPr/>
              <p:nvPr/>
            </p:nvSpPr>
            <p:spPr>
              <a:xfrm>
                <a:off x="2660799" y="2860610"/>
                <a:ext cx="923662" cy="9298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0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056"/>
                    </a:lnTo>
                    <a:lnTo>
                      <a:pt x="922814" y="927327"/>
                    </a:lnTo>
                    <a:lnTo>
                      <a:pt x="921421" y="927772"/>
                    </a:lnTo>
                    <a:lnTo>
                      <a:pt x="920028" y="928217"/>
                    </a:lnTo>
                    <a:lnTo>
                      <a:pt x="918631" y="928663"/>
                    </a:lnTo>
                    <a:lnTo>
                      <a:pt x="914400" y="929800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h32"/>
              <p:cNvSpPr/>
              <p:nvPr/>
            </p:nvSpPr>
            <p:spPr>
              <a:xfrm>
                <a:off x="2670061" y="2860610"/>
                <a:ext cx="923662" cy="92705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5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03"/>
                    </a:lnTo>
                    <a:lnTo>
                      <a:pt x="923307" y="924216"/>
                    </a:lnTo>
                    <a:lnTo>
                      <a:pt x="921913" y="924660"/>
                    </a:lnTo>
                    <a:lnTo>
                      <a:pt x="920520" y="925104"/>
                    </a:lnTo>
                    <a:lnTo>
                      <a:pt x="919126" y="925548"/>
                    </a:lnTo>
                    <a:lnTo>
                      <a:pt x="917732" y="925993"/>
                    </a:lnTo>
                    <a:lnTo>
                      <a:pt x="916339" y="926437"/>
                    </a:lnTo>
                    <a:lnTo>
                      <a:pt x="914945" y="926882"/>
                    </a:lnTo>
                    <a:lnTo>
                      <a:pt x="914400" y="927056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h33"/>
              <p:cNvSpPr/>
              <p:nvPr/>
            </p:nvSpPr>
            <p:spPr>
              <a:xfrm>
                <a:off x="2679323" y="2860610"/>
                <a:ext cx="923662" cy="92410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0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159"/>
                    </a:lnTo>
                    <a:lnTo>
                      <a:pt x="922410" y="921556"/>
                    </a:lnTo>
                    <a:lnTo>
                      <a:pt x="921016" y="921999"/>
                    </a:lnTo>
                    <a:lnTo>
                      <a:pt x="919621" y="922442"/>
                    </a:lnTo>
                    <a:lnTo>
                      <a:pt x="918227" y="922886"/>
                    </a:lnTo>
                    <a:lnTo>
                      <a:pt x="916833" y="923329"/>
                    </a:lnTo>
                    <a:lnTo>
                      <a:pt x="915439" y="923773"/>
                    </a:lnTo>
                    <a:lnTo>
                      <a:pt x="914400" y="924103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h34"/>
              <p:cNvSpPr/>
              <p:nvPr/>
            </p:nvSpPr>
            <p:spPr>
              <a:xfrm>
                <a:off x="2688586" y="2860610"/>
                <a:ext cx="923662" cy="92115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15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223"/>
                    </a:lnTo>
                    <a:lnTo>
                      <a:pt x="922912" y="918461"/>
                    </a:lnTo>
                    <a:lnTo>
                      <a:pt x="921516" y="918902"/>
                    </a:lnTo>
                    <a:lnTo>
                      <a:pt x="920122" y="919344"/>
                    </a:lnTo>
                    <a:lnTo>
                      <a:pt x="918727" y="919786"/>
                    </a:lnTo>
                    <a:lnTo>
                      <a:pt x="917332" y="920229"/>
                    </a:lnTo>
                    <a:lnTo>
                      <a:pt x="915937" y="920671"/>
                    </a:lnTo>
                    <a:lnTo>
                      <a:pt x="914543" y="921114"/>
                    </a:lnTo>
                    <a:lnTo>
                      <a:pt x="914400" y="92115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h35"/>
              <p:cNvSpPr/>
              <p:nvPr/>
            </p:nvSpPr>
            <p:spPr>
              <a:xfrm>
                <a:off x="2697848" y="2860610"/>
                <a:ext cx="923662" cy="9182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296"/>
                    </a:lnTo>
                    <a:lnTo>
                      <a:pt x="923417" y="915373"/>
                    </a:lnTo>
                    <a:lnTo>
                      <a:pt x="922022" y="915813"/>
                    </a:lnTo>
                    <a:lnTo>
                      <a:pt x="920626" y="916254"/>
                    </a:lnTo>
                    <a:lnTo>
                      <a:pt x="919231" y="916695"/>
                    </a:lnTo>
                    <a:lnTo>
                      <a:pt x="917835" y="917136"/>
                    </a:lnTo>
                    <a:lnTo>
                      <a:pt x="916440" y="917578"/>
                    </a:lnTo>
                    <a:lnTo>
                      <a:pt x="915044" y="918019"/>
                    </a:lnTo>
                    <a:lnTo>
                      <a:pt x="914400" y="918223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h36"/>
              <p:cNvSpPr/>
              <p:nvPr/>
            </p:nvSpPr>
            <p:spPr>
              <a:xfrm>
                <a:off x="2707110" y="2860610"/>
                <a:ext cx="917240" cy="915296"/>
              </a:xfrm>
              <a:custGeom>
                <a:avLst/>
                <a:gdLst/>
                <a:ahLst/>
                <a:cxnLst/>
                <a:rect l="0" t="0" r="0" b="0"/>
                <a:pathLst>
                  <a:path w="917240" h="915296">
                    <a:moveTo>
                      <a:pt x="914400" y="914400"/>
                    </a:moveTo>
                    <a:lnTo>
                      <a:pt x="917240" y="914400"/>
                    </a:lnTo>
                    <a:lnTo>
                      <a:pt x="916947" y="914492"/>
                    </a:lnTo>
                    <a:lnTo>
                      <a:pt x="915551" y="914932"/>
                    </a:lnTo>
                    <a:lnTo>
                      <a:pt x="914400" y="915296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h37"/>
              <p:cNvSpPr/>
              <p:nvPr/>
            </p:nvSpPr>
            <p:spPr>
              <a:xfrm>
                <a:off x="2781208" y="2860610"/>
                <a:ext cx="914400" cy="9155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12">
                    <a:moveTo>
                      <a:pt x="914400" y="914400"/>
                    </a:moveTo>
                    <a:lnTo>
                      <a:pt x="914400" y="915512"/>
                    </a:lnTo>
                    <a:lnTo>
                      <a:pt x="911827" y="915307"/>
                    </a:lnTo>
                    <a:lnTo>
                      <a:pt x="907119" y="914400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h38"/>
              <p:cNvSpPr/>
              <p:nvPr/>
            </p:nvSpPr>
            <p:spPr>
              <a:xfrm>
                <a:off x="2781208" y="2860610"/>
                <a:ext cx="923662" cy="91584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84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74"/>
                    </a:lnTo>
                    <a:lnTo>
                      <a:pt x="918528" y="915841"/>
                    </a:lnTo>
                    <a:lnTo>
                      <a:pt x="914400" y="915512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h39"/>
              <p:cNvSpPr/>
              <p:nvPr/>
            </p:nvSpPr>
            <p:spPr>
              <a:xfrm>
                <a:off x="2790470" y="2860610"/>
                <a:ext cx="923662" cy="91567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67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41"/>
                    </a:lnTo>
                    <a:lnTo>
                      <a:pt x="922456" y="915047"/>
                    </a:lnTo>
                    <a:lnTo>
                      <a:pt x="920296" y="915238"/>
                    </a:lnTo>
                    <a:lnTo>
                      <a:pt x="918136" y="915430"/>
                    </a:lnTo>
                    <a:lnTo>
                      <a:pt x="915971" y="915622"/>
                    </a:lnTo>
                    <a:lnTo>
                      <a:pt x="914400" y="915674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h40"/>
              <p:cNvSpPr/>
              <p:nvPr/>
            </p:nvSpPr>
            <p:spPr>
              <a:xfrm>
                <a:off x="2799732" y="2860610"/>
                <a:ext cx="920549" cy="914941"/>
              </a:xfrm>
              <a:custGeom>
                <a:avLst/>
                <a:gdLst/>
                <a:ahLst/>
                <a:cxnLst/>
                <a:rect l="0" t="0" r="0" b="0"/>
                <a:pathLst>
                  <a:path w="920549" h="914941">
                    <a:moveTo>
                      <a:pt x="914400" y="914400"/>
                    </a:moveTo>
                    <a:lnTo>
                      <a:pt x="920549" y="914400"/>
                    </a:lnTo>
                    <a:lnTo>
                      <a:pt x="919674" y="914476"/>
                    </a:lnTo>
                    <a:lnTo>
                      <a:pt x="917514" y="914666"/>
                    </a:lnTo>
                    <a:lnTo>
                      <a:pt x="915354" y="914857"/>
                    </a:lnTo>
                    <a:lnTo>
                      <a:pt x="914400" y="914941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h41"/>
              <p:cNvSpPr/>
              <p:nvPr/>
            </p:nvSpPr>
            <p:spPr>
              <a:xfrm>
                <a:off x="2531128" y="2843372"/>
                <a:ext cx="914400" cy="916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267">
                    <a:moveTo>
                      <a:pt x="914400" y="914399"/>
                    </a:moveTo>
                    <a:lnTo>
                      <a:pt x="914400" y="916267"/>
                    </a:lnTo>
                    <a:lnTo>
                      <a:pt x="911459" y="914399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h42"/>
              <p:cNvSpPr/>
              <p:nvPr/>
            </p:nvSpPr>
            <p:spPr>
              <a:xfrm>
                <a:off x="2531128" y="2843372"/>
                <a:ext cx="923662" cy="92104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04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1047"/>
                    </a:lnTo>
                    <a:lnTo>
                      <a:pt x="921255" y="920024"/>
                    </a:lnTo>
                    <a:lnTo>
                      <a:pt x="915678" y="917078"/>
                    </a:lnTo>
                    <a:lnTo>
                      <a:pt x="914400" y="916267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h43"/>
              <p:cNvSpPr/>
              <p:nvPr/>
            </p:nvSpPr>
            <p:spPr>
              <a:xfrm>
                <a:off x="2540390" y="2843372"/>
                <a:ext cx="923662" cy="9243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8"/>
                    </a:lnTo>
                    <a:lnTo>
                      <a:pt x="923354" y="924274"/>
                    </a:lnTo>
                    <a:lnTo>
                      <a:pt x="917643" y="922425"/>
                    </a:lnTo>
                    <a:lnTo>
                      <a:pt x="914400" y="921047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h44"/>
              <p:cNvSpPr/>
              <p:nvPr/>
            </p:nvSpPr>
            <p:spPr>
              <a:xfrm>
                <a:off x="2549652" y="2843372"/>
                <a:ext cx="923662" cy="9269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90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900"/>
                    </a:lnTo>
                    <a:lnTo>
                      <a:pt x="922885" y="926687"/>
                    </a:lnTo>
                    <a:lnTo>
                      <a:pt x="921630" y="926342"/>
                    </a:lnTo>
                    <a:lnTo>
                      <a:pt x="920374" y="925997"/>
                    </a:lnTo>
                    <a:lnTo>
                      <a:pt x="919118" y="925652"/>
                    </a:lnTo>
                    <a:lnTo>
                      <a:pt x="917863" y="925308"/>
                    </a:lnTo>
                    <a:lnTo>
                      <a:pt x="916607" y="924963"/>
                    </a:lnTo>
                    <a:lnTo>
                      <a:pt x="915351" y="924619"/>
                    </a:lnTo>
                    <a:lnTo>
                      <a:pt x="914400" y="92435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h45"/>
              <p:cNvSpPr/>
              <p:nvPr/>
            </p:nvSpPr>
            <p:spPr>
              <a:xfrm>
                <a:off x="2558914" y="2843372"/>
                <a:ext cx="923662" cy="9294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45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450"/>
                    </a:lnTo>
                    <a:lnTo>
                      <a:pt x="923350" y="929364"/>
                    </a:lnTo>
                    <a:lnTo>
                      <a:pt x="923037" y="929277"/>
                    </a:lnTo>
                    <a:lnTo>
                      <a:pt x="922881" y="929227"/>
                    </a:lnTo>
                    <a:lnTo>
                      <a:pt x="922724" y="929191"/>
                    </a:lnTo>
                    <a:lnTo>
                      <a:pt x="922411" y="929105"/>
                    </a:lnTo>
                    <a:lnTo>
                      <a:pt x="921155" y="928759"/>
                    </a:lnTo>
                    <a:lnTo>
                      <a:pt x="919900" y="928413"/>
                    </a:lnTo>
                    <a:lnTo>
                      <a:pt x="918644" y="928068"/>
                    </a:lnTo>
                    <a:lnTo>
                      <a:pt x="917389" y="927722"/>
                    </a:lnTo>
                    <a:lnTo>
                      <a:pt x="916134" y="927377"/>
                    </a:lnTo>
                    <a:lnTo>
                      <a:pt x="914878" y="927032"/>
                    </a:lnTo>
                    <a:lnTo>
                      <a:pt x="914400" y="926900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h46"/>
              <p:cNvSpPr/>
              <p:nvPr/>
            </p:nvSpPr>
            <p:spPr>
              <a:xfrm>
                <a:off x="256817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2325" y="931638"/>
                    </a:lnTo>
                    <a:lnTo>
                      <a:pt x="921618" y="931442"/>
                    </a:lnTo>
                    <a:lnTo>
                      <a:pt x="920363" y="931096"/>
                    </a:lnTo>
                    <a:lnTo>
                      <a:pt x="919108" y="930749"/>
                    </a:lnTo>
                    <a:lnTo>
                      <a:pt x="917854" y="930403"/>
                    </a:lnTo>
                    <a:lnTo>
                      <a:pt x="916599" y="930056"/>
                    </a:lnTo>
                    <a:lnTo>
                      <a:pt x="915344" y="929710"/>
                    </a:lnTo>
                    <a:lnTo>
                      <a:pt x="914400" y="929450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h47"/>
              <p:cNvSpPr/>
              <p:nvPr/>
            </p:nvSpPr>
            <p:spPr>
              <a:xfrm>
                <a:off x="257743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h48"/>
              <p:cNvSpPr/>
              <p:nvPr/>
            </p:nvSpPr>
            <p:spPr>
              <a:xfrm>
                <a:off x="258670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h49"/>
              <p:cNvSpPr/>
              <p:nvPr/>
            </p:nvSpPr>
            <p:spPr>
              <a:xfrm>
                <a:off x="259596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h50"/>
              <p:cNvSpPr/>
              <p:nvPr/>
            </p:nvSpPr>
            <p:spPr>
              <a:xfrm>
                <a:off x="260522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h51"/>
              <p:cNvSpPr/>
              <p:nvPr/>
            </p:nvSpPr>
            <p:spPr>
              <a:xfrm>
                <a:off x="261448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h52"/>
              <p:cNvSpPr/>
              <p:nvPr/>
            </p:nvSpPr>
            <p:spPr>
              <a:xfrm>
                <a:off x="262375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h53"/>
              <p:cNvSpPr/>
              <p:nvPr/>
            </p:nvSpPr>
            <p:spPr>
              <a:xfrm>
                <a:off x="2633012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h54"/>
              <p:cNvSpPr/>
              <p:nvPr/>
            </p:nvSpPr>
            <p:spPr>
              <a:xfrm>
                <a:off x="2642274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h55"/>
              <p:cNvSpPr/>
              <p:nvPr/>
            </p:nvSpPr>
            <p:spPr>
              <a:xfrm>
                <a:off x="265153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h56"/>
              <p:cNvSpPr/>
              <p:nvPr/>
            </p:nvSpPr>
            <p:spPr>
              <a:xfrm>
                <a:off x="266079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h57"/>
              <p:cNvSpPr/>
              <p:nvPr/>
            </p:nvSpPr>
            <p:spPr>
              <a:xfrm>
                <a:off x="267006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h58"/>
              <p:cNvSpPr/>
              <p:nvPr/>
            </p:nvSpPr>
            <p:spPr>
              <a:xfrm>
                <a:off x="267932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h59"/>
              <p:cNvSpPr/>
              <p:nvPr/>
            </p:nvSpPr>
            <p:spPr>
              <a:xfrm>
                <a:off x="268858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h60"/>
              <p:cNvSpPr/>
              <p:nvPr/>
            </p:nvSpPr>
            <p:spPr>
              <a:xfrm>
                <a:off x="269784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h61"/>
              <p:cNvSpPr/>
              <p:nvPr/>
            </p:nvSpPr>
            <p:spPr>
              <a:xfrm>
                <a:off x="2707110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376"/>
                    </a:lnTo>
                    <a:lnTo>
                      <a:pt x="922531" y="912732"/>
                    </a:lnTo>
                    <a:lnTo>
                      <a:pt x="921135" y="913172"/>
                    </a:lnTo>
                    <a:lnTo>
                      <a:pt x="919739" y="913612"/>
                    </a:lnTo>
                    <a:lnTo>
                      <a:pt x="918343" y="914052"/>
                    </a:lnTo>
                    <a:lnTo>
                      <a:pt x="917240" y="914400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h62"/>
              <p:cNvSpPr/>
              <p:nvPr/>
            </p:nvSpPr>
            <p:spPr>
              <a:xfrm>
                <a:off x="2716372" y="2843372"/>
                <a:ext cx="923662" cy="9296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6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704"/>
                    </a:lnTo>
                    <a:lnTo>
                      <a:pt x="923045" y="926897"/>
                    </a:lnTo>
                    <a:lnTo>
                      <a:pt x="921649" y="927336"/>
                    </a:lnTo>
                    <a:lnTo>
                      <a:pt x="920252" y="927775"/>
                    </a:lnTo>
                    <a:lnTo>
                      <a:pt x="918855" y="928214"/>
                    </a:lnTo>
                    <a:lnTo>
                      <a:pt x="917458" y="928653"/>
                    </a:lnTo>
                    <a:lnTo>
                      <a:pt x="916062" y="929092"/>
                    </a:lnTo>
                    <a:lnTo>
                      <a:pt x="914665" y="929531"/>
                    </a:lnTo>
                    <a:lnTo>
                      <a:pt x="914400" y="929615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h63"/>
              <p:cNvSpPr/>
              <p:nvPr/>
            </p:nvSpPr>
            <p:spPr>
              <a:xfrm>
                <a:off x="2725634" y="2843372"/>
                <a:ext cx="923662" cy="92670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704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564" y="923832"/>
                    </a:lnTo>
                    <a:lnTo>
                      <a:pt x="922167" y="924269"/>
                    </a:lnTo>
                    <a:lnTo>
                      <a:pt x="920769" y="924707"/>
                    </a:lnTo>
                    <a:lnTo>
                      <a:pt x="919372" y="925145"/>
                    </a:lnTo>
                    <a:lnTo>
                      <a:pt x="917974" y="925583"/>
                    </a:lnTo>
                    <a:lnTo>
                      <a:pt x="916577" y="926021"/>
                    </a:lnTo>
                    <a:lnTo>
                      <a:pt x="915180" y="926459"/>
                    </a:lnTo>
                    <a:lnTo>
                      <a:pt x="914400" y="926704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h64"/>
              <p:cNvSpPr/>
              <p:nvPr/>
            </p:nvSpPr>
            <p:spPr>
              <a:xfrm>
                <a:off x="2734897" y="2843372"/>
                <a:ext cx="923662" cy="92435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1"/>
                    </a:lnTo>
                    <a:lnTo>
                      <a:pt x="923113" y="924216"/>
                    </a:lnTo>
                    <a:lnTo>
                      <a:pt x="921537" y="923826"/>
                    </a:lnTo>
                    <a:lnTo>
                      <a:pt x="919961" y="923437"/>
                    </a:lnTo>
                    <a:lnTo>
                      <a:pt x="918385" y="923048"/>
                    </a:lnTo>
                    <a:lnTo>
                      <a:pt x="917503" y="922831"/>
                    </a:lnTo>
                    <a:lnTo>
                      <a:pt x="917097" y="922958"/>
                    </a:lnTo>
                    <a:lnTo>
                      <a:pt x="915699" y="923395"/>
                    </a:lnTo>
                    <a:lnTo>
                      <a:pt x="914400" y="923801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h65"/>
              <p:cNvSpPr/>
              <p:nvPr/>
            </p:nvSpPr>
            <p:spPr>
              <a:xfrm>
                <a:off x="2744159" y="2843372"/>
                <a:ext cx="923662" cy="92664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64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645"/>
                    </a:lnTo>
                    <a:lnTo>
                      <a:pt x="923304" y="926556"/>
                    </a:lnTo>
                    <a:lnTo>
                      <a:pt x="921729" y="926165"/>
                    </a:lnTo>
                    <a:lnTo>
                      <a:pt x="920154" y="925775"/>
                    </a:lnTo>
                    <a:lnTo>
                      <a:pt x="918578" y="925385"/>
                    </a:lnTo>
                    <a:lnTo>
                      <a:pt x="917002" y="924995"/>
                    </a:lnTo>
                    <a:lnTo>
                      <a:pt x="915427" y="924605"/>
                    </a:lnTo>
                    <a:lnTo>
                      <a:pt x="914400" y="924351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h66"/>
              <p:cNvSpPr/>
              <p:nvPr/>
            </p:nvSpPr>
            <p:spPr>
              <a:xfrm>
                <a:off x="2753421" y="2843372"/>
                <a:ext cx="923662" cy="92894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946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8946"/>
                    </a:lnTo>
                    <a:lnTo>
                      <a:pt x="923492" y="928904"/>
                    </a:lnTo>
                    <a:lnTo>
                      <a:pt x="921917" y="928512"/>
                    </a:lnTo>
                    <a:lnTo>
                      <a:pt x="920342" y="928120"/>
                    </a:lnTo>
                    <a:lnTo>
                      <a:pt x="918768" y="927729"/>
                    </a:lnTo>
                    <a:lnTo>
                      <a:pt x="917192" y="927338"/>
                    </a:lnTo>
                    <a:lnTo>
                      <a:pt x="915617" y="926947"/>
                    </a:lnTo>
                    <a:lnTo>
                      <a:pt x="914400" y="926645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h67"/>
              <p:cNvSpPr/>
              <p:nvPr/>
            </p:nvSpPr>
            <p:spPr>
              <a:xfrm>
                <a:off x="2762683" y="2843372"/>
                <a:ext cx="923662" cy="9312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25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255"/>
                    </a:lnTo>
                    <a:lnTo>
                      <a:pt x="922102" y="930866"/>
                    </a:lnTo>
                    <a:lnTo>
                      <a:pt x="920528" y="930473"/>
                    </a:lnTo>
                    <a:lnTo>
                      <a:pt x="918954" y="930080"/>
                    </a:lnTo>
                    <a:lnTo>
                      <a:pt x="917379" y="929688"/>
                    </a:lnTo>
                    <a:lnTo>
                      <a:pt x="915805" y="929296"/>
                    </a:lnTo>
                    <a:lnTo>
                      <a:pt x="914400" y="928946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h68"/>
              <p:cNvSpPr/>
              <p:nvPr/>
            </p:nvSpPr>
            <p:spPr>
              <a:xfrm>
                <a:off x="277194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382" y="931638"/>
                    </a:lnTo>
                    <a:lnTo>
                      <a:pt x="914400" y="931255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h69"/>
              <p:cNvSpPr/>
              <p:nvPr/>
            </p:nvSpPr>
            <p:spPr>
              <a:xfrm>
                <a:off x="278120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h70"/>
              <p:cNvSpPr/>
              <p:nvPr/>
            </p:nvSpPr>
            <p:spPr>
              <a:xfrm>
                <a:off x="279047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h71"/>
              <p:cNvSpPr/>
              <p:nvPr/>
            </p:nvSpPr>
            <p:spPr>
              <a:xfrm>
                <a:off x="2799732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127"/>
                    </a:lnTo>
                    <a:lnTo>
                      <a:pt x="921834" y="914287"/>
                    </a:lnTo>
                    <a:lnTo>
                      <a:pt x="920549" y="914400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h72"/>
              <p:cNvSpPr/>
              <p:nvPr/>
            </p:nvSpPr>
            <p:spPr>
              <a:xfrm>
                <a:off x="2808994" y="2843372"/>
                <a:ext cx="923662" cy="9313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813"/>
                    </a:lnTo>
                    <a:lnTo>
                      <a:pt x="920443" y="930561"/>
                    </a:lnTo>
                    <a:lnTo>
                      <a:pt x="914738" y="931335"/>
                    </a:lnTo>
                    <a:lnTo>
                      <a:pt x="914400" y="931365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h73"/>
              <p:cNvSpPr/>
              <p:nvPr/>
            </p:nvSpPr>
            <p:spPr>
              <a:xfrm>
                <a:off x="2818257" y="2843372"/>
                <a:ext cx="923662" cy="92981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13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877"/>
                    </a:lnTo>
                    <a:lnTo>
                      <a:pt x="922490" y="927381"/>
                    </a:lnTo>
                    <a:lnTo>
                      <a:pt x="916858" y="929242"/>
                    </a:lnTo>
                    <a:lnTo>
                      <a:pt x="914400" y="929813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h74"/>
              <p:cNvSpPr/>
              <p:nvPr/>
            </p:nvSpPr>
            <p:spPr>
              <a:xfrm>
                <a:off x="2827519" y="2843372"/>
                <a:ext cx="923662" cy="9268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8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2395"/>
                    </a:lnTo>
                    <a:lnTo>
                      <a:pt x="918802" y="924983"/>
                    </a:lnTo>
                    <a:lnTo>
                      <a:pt x="914400" y="926877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h75"/>
              <p:cNvSpPr/>
              <p:nvPr/>
            </p:nvSpPr>
            <p:spPr>
              <a:xfrm>
                <a:off x="2836781" y="2843372"/>
                <a:ext cx="923662" cy="9223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9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6205"/>
                    </a:lnTo>
                    <a:lnTo>
                      <a:pt x="920451" y="918603"/>
                    </a:lnTo>
                    <a:lnTo>
                      <a:pt x="915040" y="922054"/>
                    </a:lnTo>
                    <a:lnTo>
                      <a:pt x="914400" y="922395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h76"/>
              <p:cNvSpPr/>
              <p:nvPr/>
            </p:nvSpPr>
            <p:spPr>
              <a:xfrm>
                <a:off x="2846043" y="2843372"/>
                <a:ext cx="916775" cy="916205"/>
              </a:xfrm>
              <a:custGeom>
                <a:avLst/>
                <a:gdLst/>
                <a:ahLst/>
                <a:cxnLst/>
                <a:rect l="0" t="0" r="0" b="0"/>
                <a:pathLst>
                  <a:path w="916775" h="916205">
                    <a:moveTo>
                      <a:pt x="914400" y="914399"/>
                    </a:moveTo>
                    <a:lnTo>
                      <a:pt x="916775" y="914399"/>
                    </a:lnTo>
                    <a:lnTo>
                      <a:pt x="916498" y="914638"/>
                    </a:lnTo>
                    <a:lnTo>
                      <a:pt x="914400" y="916205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h77"/>
              <p:cNvSpPr/>
              <p:nvPr/>
            </p:nvSpPr>
            <p:spPr>
              <a:xfrm>
                <a:off x="2512603" y="2826133"/>
                <a:ext cx="914400" cy="9186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691">
                    <a:moveTo>
                      <a:pt x="914400" y="914399"/>
                    </a:moveTo>
                    <a:lnTo>
                      <a:pt x="914400" y="918691"/>
                    </a:lnTo>
                    <a:lnTo>
                      <a:pt x="912947" y="917266"/>
                    </a:lnTo>
                    <a:lnTo>
                      <a:pt x="910363" y="914399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h78"/>
              <p:cNvSpPr/>
              <p:nvPr/>
            </p:nvSpPr>
            <p:spPr>
              <a:xfrm>
                <a:off x="2512603" y="2826133"/>
                <a:ext cx="923662" cy="92706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6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7067"/>
                    </a:lnTo>
                    <a:lnTo>
                      <a:pt x="923336" y="926824"/>
                    </a:lnTo>
                    <a:lnTo>
                      <a:pt x="918075" y="922297"/>
                    </a:lnTo>
                    <a:lnTo>
                      <a:pt x="914400" y="918691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h79"/>
              <p:cNvSpPr/>
              <p:nvPr/>
            </p:nvSpPr>
            <p:spPr>
              <a:xfrm>
                <a:off x="252186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0721" y="931638"/>
                    </a:lnTo>
                    <a:lnTo>
                      <a:pt x="919455" y="930834"/>
                    </a:lnTo>
                    <a:lnTo>
                      <a:pt x="914400" y="927067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h80"/>
              <p:cNvSpPr/>
              <p:nvPr/>
            </p:nvSpPr>
            <p:spPr>
              <a:xfrm>
                <a:off x="253112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h81"/>
              <p:cNvSpPr/>
              <p:nvPr/>
            </p:nvSpPr>
            <p:spPr>
              <a:xfrm>
                <a:off x="254039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h82"/>
              <p:cNvSpPr/>
              <p:nvPr/>
            </p:nvSpPr>
            <p:spPr>
              <a:xfrm>
                <a:off x="254965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h83"/>
              <p:cNvSpPr/>
              <p:nvPr/>
            </p:nvSpPr>
            <p:spPr>
              <a:xfrm>
                <a:off x="255891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h84"/>
              <p:cNvSpPr/>
              <p:nvPr/>
            </p:nvSpPr>
            <p:spPr>
              <a:xfrm>
                <a:off x="256817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h85"/>
              <p:cNvSpPr/>
              <p:nvPr/>
            </p:nvSpPr>
            <p:spPr>
              <a:xfrm>
                <a:off x="257743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h86"/>
              <p:cNvSpPr/>
              <p:nvPr/>
            </p:nvSpPr>
            <p:spPr>
              <a:xfrm>
                <a:off x="258670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h87"/>
              <p:cNvSpPr/>
              <p:nvPr/>
            </p:nvSpPr>
            <p:spPr>
              <a:xfrm>
                <a:off x="259596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h88"/>
              <p:cNvSpPr/>
              <p:nvPr/>
            </p:nvSpPr>
            <p:spPr>
              <a:xfrm>
                <a:off x="260522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h89"/>
              <p:cNvSpPr/>
              <p:nvPr/>
            </p:nvSpPr>
            <p:spPr>
              <a:xfrm>
                <a:off x="261448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h90"/>
              <p:cNvSpPr/>
              <p:nvPr/>
            </p:nvSpPr>
            <p:spPr>
              <a:xfrm>
                <a:off x="262375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h91"/>
              <p:cNvSpPr/>
              <p:nvPr/>
            </p:nvSpPr>
            <p:spPr>
              <a:xfrm>
                <a:off x="263301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h92"/>
              <p:cNvSpPr/>
              <p:nvPr/>
            </p:nvSpPr>
            <p:spPr>
              <a:xfrm>
                <a:off x="264227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h93"/>
              <p:cNvSpPr/>
              <p:nvPr/>
            </p:nvSpPr>
            <p:spPr>
              <a:xfrm>
                <a:off x="265153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h94"/>
              <p:cNvSpPr/>
              <p:nvPr/>
            </p:nvSpPr>
            <p:spPr>
              <a:xfrm>
                <a:off x="266079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h95"/>
              <p:cNvSpPr/>
              <p:nvPr/>
            </p:nvSpPr>
            <p:spPr>
              <a:xfrm>
                <a:off x="267006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h96"/>
              <p:cNvSpPr/>
              <p:nvPr/>
            </p:nvSpPr>
            <p:spPr>
              <a:xfrm>
                <a:off x="267932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h97"/>
              <p:cNvSpPr/>
              <p:nvPr/>
            </p:nvSpPr>
            <p:spPr>
              <a:xfrm>
                <a:off x="268858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h98"/>
              <p:cNvSpPr/>
              <p:nvPr/>
            </p:nvSpPr>
            <p:spPr>
              <a:xfrm>
                <a:off x="269784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h99"/>
              <p:cNvSpPr/>
              <p:nvPr/>
            </p:nvSpPr>
            <p:spPr>
              <a:xfrm>
                <a:off x="270711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h100"/>
              <p:cNvSpPr/>
              <p:nvPr/>
            </p:nvSpPr>
            <p:spPr>
              <a:xfrm>
                <a:off x="271637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h101"/>
              <p:cNvSpPr/>
              <p:nvPr/>
            </p:nvSpPr>
            <p:spPr>
              <a:xfrm>
                <a:off x="272563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h102"/>
              <p:cNvSpPr/>
              <p:nvPr/>
            </p:nvSpPr>
            <p:spPr>
              <a:xfrm>
                <a:off x="273489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h103"/>
              <p:cNvSpPr/>
              <p:nvPr/>
            </p:nvSpPr>
            <p:spPr>
              <a:xfrm>
                <a:off x="274415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h104"/>
              <p:cNvSpPr/>
              <p:nvPr/>
            </p:nvSpPr>
            <p:spPr>
              <a:xfrm>
                <a:off x="275342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h105"/>
              <p:cNvSpPr/>
              <p:nvPr/>
            </p:nvSpPr>
            <p:spPr>
              <a:xfrm>
                <a:off x="276268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h106"/>
              <p:cNvSpPr/>
              <p:nvPr/>
            </p:nvSpPr>
            <p:spPr>
              <a:xfrm>
                <a:off x="277194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h107"/>
              <p:cNvSpPr/>
              <p:nvPr/>
            </p:nvSpPr>
            <p:spPr>
              <a:xfrm>
                <a:off x="278120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h108"/>
              <p:cNvSpPr/>
              <p:nvPr/>
            </p:nvSpPr>
            <p:spPr>
              <a:xfrm>
                <a:off x="279047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h109"/>
              <p:cNvSpPr/>
              <p:nvPr/>
            </p:nvSpPr>
            <p:spPr>
              <a:xfrm>
                <a:off x="279973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h110"/>
              <p:cNvSpPr/>
              <p:nvPr/>
            </p:nvSpPr>
            <p:spPr>
              <a:xfrm>
                <a:off x="280899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h111"/>
              <p:cNvSpPr/>
              <p:nvPr/>
            </p:nvSpPr>
            <p:spPr>
              <a:xfrm>
                <a:off x="281825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h112"/>
              <p:cNvSpPr/>
              <p:nvPr/>
            </p:nvSpPr>
            <p:spPr>
              <a:xfrm>
                <a:off x="282751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h113"/>
              <p:cNvSpPr/>
              <p:nvPr/>
            </p:nvSpPr>
            <p:spPr>
              <a:xfrm>
                <a:off x="283678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h114"/>
              <p:cNvSpPr/>
              <p:nvPr/>
            </p:nvSpPr>
            <p:spPr>
              <a:xfrm>
                <a:off x="2846043" y="284337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38"/>
                    </a:lnTo>
                    <a:lnTo>
                      <a:pt x="921691" y="910169"/>
                    </a:lnTo>
                    <a:lnTo>
                      <a:pt x="916775" y="91439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h115"/>
              <p:cNvSpPr/>
              <p:nvPr/>
            </p:nvSpPr>
            <p:spPr>
              <a:xfrm>
                <a:off x="2855306" y="2826133"/>
                <a:ext cx="923662" cy="9254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4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457"/>
                    </a:lnTo>
                    <a:lnTo>
                      <a:pt x="922409" y="917010"/>
                    </a:lnTo>
                    <a:lnTo>
                      <a:pt x="917491" y="922448"/>
                    </a:lnTo>
                    <a:lnTo>
                      <a:pt x="914400" y="925477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h116"/>
              <p:cNvSpPr/>
              <p:nvPr/>
            </p:nvSpPr>
            <p:spPr>
              <a:xfrm>
                <a:off x="2864568" y="2826133"/>
                <a:ext cx="915253" cy="915457"/>
              </a:xfrm>
              <a:custGeom>
                <a:avLst/>
                <a:gdLst/>
                <a:ahLst/>
                <a:cxnLst/>
                <a:rect l="0" t="0" r="0" b="0"/>
                <a:pathLst>
                  <a:path w="915253" h="915457">
                    <a:moveTo>
                      <a:pt x="914400" y="914399"/>
                    </a:moveTo>
                    <a:lnTo>
                      <a:pt x="915253" y="914399"/>
                    </a:lnTo>
                    <a:lnTo>
                      <a:pt x="914400" y="915457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h117"/>
              <p:cNvSpPr/>
              <p:nvPr/>
            </p:nvSpPr>
            <p:spPr>
              <a:xfrm>
                <a:off x="2503341" y="2808895"/>
                <a:ext cx="914400" cy="92545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59">
                    <a:moveTo>
                      <a:pt x="914400" y="914400"/>
                    </a:moveTo>
                    <a:lnTo>
                      <a:pt x="914400" y="925459"/>
                    </a:lnTo>
                    <a:lnTo>
                      <a:pt x="912412" y="922984"/>
                    </a:lnTo>
                    <a:lnTo>
                      <a:pt x="907768" y="916527"/>
                    </a:lnTo>
                    <a:lnTo>
                      <a:pt x="906394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h118"/>
              <p:cNvSpPr/>
              <p:nvPr/>
            </p:nvSpPr>
            <p:spPr>
              <a:xfrm>
                <a:off x="250334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25" y="931638"/>
                    </a:lnTo>
                    <a:lnTo>
                      <a:pt x="917230" y="928982"/>
                    </a:lnTo>
                    <a:lnTo>
                      <a:pt x="914400" y="92545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h119"/>
              <p:cNvSpPr/>
              <p:nvPr/>
            </p:nvSpPr>
            <p:spPr>
              <a:xfrm>
                <a:off x="251260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h120"/>
              <p:cNvSpPr/>
              <p:nvPr/>
            </p:nvSpPr>
            <p:spPr>
              <a:xfrm>
                <a:off x="252186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h121"/>
              <p:cNvSpPr/>
              <p:nvPr/>
            </p:nvSpPr>
            <p:spPr>
              <a:xfrm>
                <a:off x="253112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h122"/>
              <p:cNvSpPr/>
              <p:nvPr/>
            </p:nvSpPr>
            <p:spPr>
              <a:xfrm>
                <a:off x="254039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h123"/>
              <p:cNvSpPr/>
              <p:nvPr/>
            </p:nvSpPr>
            <p:spPr>
              <a:xfrm>
                <a:off x="254965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h124"/>
              <p:cNvSpPr/>
              <p:nvPr/>
            </p:nvSpPr>
            <p:spPr>
              <a:xfrm>
                <a:off x="255891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h125"/>
              <p:cNvSpPr/>
              <p:nvPr/>
            </p:nvSpPr>
            <p:spPr>
              <a:xfrm>
                <a:off x="256817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h126"/>
              <p:cNvSpPr/>
              <p:nvPr/>
            </p:nvSpPr>
            <p:spPr>
              <a:xfrm>
                <a:off x="257743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h127"/>
              <p:cNvSpPr/>
              <p:nvPr/>
            </p:nvSpPr>
            <p:spPr>
              <a:xfrm>
                <a:off x="258670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h128"/>
              <p:cNvSpPr/>
              <p:nvPr/>
            </p:nvSpPr>
            <p:spPr>
              <a:xfrm>
                <a:off x="259596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h129"/>
              <p:cNvSpPr/>
              <p:nvPr/>
            </p:nvSpPr>
            <p:spPr>
              <a:xfrm>
                <a:off x="260522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h130"/>
              <p:cNvSpPr/>
              <p:nvPr/>
            </p:nvSpPr>
            <p:spPr>
              <a:xfrm>
                <a:off x="261448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h131"/>
              <p:cNvSpPr/>
              <p:nvPr/>
            </p:nvSpPr>
            <p:spPr>
              <a:xfrm>
                <a:off x="262375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h132"/>
              <p:cNvSpPr/>
              <p:nvPr/>
            </p:nvSpPr>
            <p:spPr>
              <a:xfrm>
                <a:off x="263301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h133"/>
              <p:cNvSpPr/>
              <p:nvPr/>
            </p:nvSpPr>
            <p:spPr>
              <a:xfrm>
                <a:off x="264227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h134"/>
              <p:cNvSpPr/>
              <p:nvPr/>
            </p:nvSpPr>
            <p:spPr>
              <a:xfrm>
                <a:off x="265153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h135"/>
              <p:cNvSpPr/>
              <p:nvPr/>
            </p:nvSpPr>
            <p:spPr>
              <a:xfrm>
                <a:off x="266079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h136"/>
              <p:cNvSpPr/>
              <p:nvPr/>
            </p:nvSpPr>
            <p:spPr>
              <a:xfrm>
                <a:off x="267006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h137"/>
              <p:cNvSpPr/>
              <p:nvPr/>
            </p:nvSpPr>
            <p:spPr>
              <a:xfrm>
                <a:off x="267932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h138"/>
              <p:cNvSpPr/>
              <p:nvPr/>
            </p:nvSpPr>
            <p:spPr>
              <a:xfrm>
                <a:off x="268858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h139"/>
              <p:cNvSpPr/>
              <p:nvPr/>
            </p:nvSpPr>
            <p:spPr>
              <a:xfrm>
                <a:off x="269784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h140"/>
              <p:cNvSpPr/>
              <p:nvPr/>
            </p:nvSpPr>
            <p:spPr>
              <a:xfrm>
                <a:off x="270711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h141"/>
              <p:cNvSpPr/>
              <p:nvPr/>
            </p:nvSpPr>
            <p:spPr>
              <a:xfrm>
                <a:off x="271637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h142"/>
              <p:cNvSpPr/>
              <p:nvPr/>
            </p:nvSpPr>
            <p:spPr>
              <a:xfrm>
                <a:off x="272563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h143"/>
              <p:cNvSpPr/>
              <p:nvPr/>
            </p:nvSpPr>
            <p:spPr>
              <a:xfrm>
                <a:off x="273489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h144"/>
              <p:cNvSpPr/>
              <p:nvPr/>
            </p:nvSpPr>
            <p:spPr>
              <a:xfrm>
                <a:off x="274415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h145"/>
              <p:cNvSpPr/>
              <p:nvPr/>
            </p:nvSpPr>
            <p:spPr>
              <a:xfrm>
                <a:off x="275342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h146"/>
              <p:cNvSpPr/>
              <p:nvPr/>
            </p:nvSpPr>
            <p:spPr>
              <a:xfrm>
                <a:off x="276268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h147"/>
              <p:cNvSpPr/>
              <p:nvPr/>
            </p:nvSpPr>
            <p:spPr>
              <a:xfrm>
                <a:off x="277194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h148"/>
              <p:cNvSpPr/>
              <p:nvPr/>
            </p:nvSpPr>
            <p:spPr>
              <a:xfrm>
                <a:off x="278120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h149"/>
              <p:cNvSpPr/>
              <p:nvPr/>
            </p:nvSpPr>
            <p:spPr>
              <a:xfrm>
                <a:off x="279047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h150"/>
              <p:cNvSpPr/>
              <p:nvPr/>
            </p:nvSpPr>
            <p:spPr>
              <a:xfrm>
                <a:off x="279973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h151"/>
              <p:cNvSpPr/>
              <p:nvPr/>
            </p:nvSpPr>
            <p:spPr>
              <a:xfrm>
                <a:off x="280899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h152"/>
              <p:cNvSpPr/>
              <p:nvPr/>
            </p:nvSpPr>
            <p:spPr>
              <a:xfrm>
                <a:off x="281825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h153"/>
              <p:cNvSpPr/>
              <p:nvPr/>
            </p:nvSpPr>
            <p:spPr>
              <a:xfrm>
                <a:off x="282751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h154"/>
              <p:cNvSpPr/>
              <p:nvPr/>
            </p:nvSpPr>
            <p:spPr>
              <a:xfrm>
                <a:off x="283678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h155"/>
              <p:cNvSpPr/>
              <p:nvPr/>
            </p:nvSpPr>
            <p:spPr>
              <a:xfrm>
                <a:off x="284604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h156"/>
              <p:cNvSpPr/>
              <p:nvPr/>
            </p:nvSpPr>
            <p:spPr>
              <a:xfrm>
                <a:off x="285530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h157"/>
              <p:cNvSpPr/>
              <p:nvPr/>
            </p:nvSpPr>
            <p:spPr>
              <a:xfrm>
                <a:off x="2864568" y="28261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065"/>
                    </a:lnTo>
                    <a:lnTo>
                      <a:pt x="923464" y="903353"/>
                    </a:lnTo>
                    <a:lnTo>
                      <a:pt x="922500" y="904759"/>
                    </a:lnTo>
                    <a:lnTo>
                      <a:pt x="917908" y="911109"/>
                    </a:lnTo>
                    <a:lnTo>
                      <a:pt x="915253" y="91439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h158"/>
              <p:cNvSpPr/>
              <p:nvPr/>
            </p:nvSpPr>
            <p:spPr>
              <a:xfrm>
                <a:off x="2873830" y="2808895"/>
                <a:ext cx="918450" cy="920303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20303">
                    <a:moveTo>
                      <a:pt x="914400" y="914400"/>
                    </a:moveTo>
                    <a:lnTo>
                      <a:pt x="918450" y="914400"/>
                    </a:lnTo>
                    <a:lnTo>
                      <a:pt x="918036" y="915003"/>
                    </a:lnTo>
                    <a:lnTo>
                      <a:pt x="917077" y="916400"/>
                    </a:lnTo>
                    <a:lnTo>
                      <a:pt x="916118" y="917797"/>
                    </a:lnTo>
                    <a:lnTo>
                      <a:pt x="915160" y="919194"/>
                    </a:lnTo>
                    <a:lnTo>
                      <a:pt x="914400" y="920303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h159"/>
              <p:cNvSpPr/>
              <p:nvPr/>
            </p:nvSpPr>
            <p:spPr>
              <a:xfrm>
                <a:off x="2494079" y="2791656"/>
                <a:ext cx="914400" cy="9296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693">
                    <a:moveTo>
                      <a:pt x="914400" y="914400"/>
                    </a:moveTo>
                    <a:lnTo>
                      <a:pt x="914400" y="929693"/>
                    </a:lnTo>
                    <a:lnTo>
                      <a:pt x="912574" y="926867"/>
                    </a:lnTo>
                    <a:lnTo>
                      <a:pt x="908317" y="919545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h160"/>
              <p:cNvSpPr/>
              <p:nvPr/>
            </p:nvSpPr>
            <p:spPr>
              <a:xfrm>
                <a:off x="249407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56" y="931638"/>
                    </a:lnTo>
                    <a:lnTo>
                      <a:pt x="914400" y="929693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h161"/>
              <p:cNvSpPr/>
              <p:nvPr/>
            </p:nvSpPr>
            <p:spPr>
              <a:xfrm>
                <a:off x="250334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h162"/>
              <p:cNvSpPr/>
              <p:nvPr/>
            </p:nvSpPr>
            <p:spPr>
              <a:xfrm>
                <a:off x="251260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h163"/>
              <p:cNvSpPr/>
              <p:nvPr/>
            </p:nvSpPr>
            <p:spPr>
              <a:xfrm>
                <a:off x="252186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h164"/>
              <p:cNvSpPr/>
              <p:nvPr/>
            </p:nvSpPr>
            <p:spPr>
              <a:xfrm>
                <a:off x="253112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h165"/>
              <p:cNvSpPr/>
              <p:nvPr/>
            </p:nvSpPr>
            <p:spPr>
              <a:xfrm>
                <a:off x="254039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h166"/>
              <p:cNvSpPr/>
              <p:nvPr/>
            </p:nvSpPr>
            <p:spPr>
              <a:xfrm>
                <a:off x="254965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h167"/>
              <p:cNvSpPr/>
              <p:nvPr/>
            </p:nvSpPr>
            <p:spPr>
              <a:xfrm>
                <a:off x="255891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h168"/>
              <p:cNvSpPr/>
              <p:nvPr/>
            </p:nvSpPr>
            <p:spPr>
              <a:xfrm>
                <a:off x="256817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h169"/>
              <p:cNvSpPr/>
              <p:nvPr/>
            </p:nvSpPr>
            <p:spPr>
              <a:xfrm>
                <a:off x="257743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h170"/>
              <p:cNvSpPr/>
              <p:nvPr/>
            </p:nvSpPr>
            <p:spPr>
              <a:xfrm>
                <a:off x="258670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h171"/>
              <p:cNvSpPr/>
              <p:nvPr/>
            </p:nvSpPr>
            <p:spPr>
              <a:xfrm>
                <a:off x="259596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h172"/>
              <p:cNvSpPr/>
              <p:nvPr/>
            </p:nvSpPr>
            <p:spPr>
              <a:xfrm>
                <a:off x="260522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h173"/>
              <p:cNvSpPr/>
              <p:nvPr/>
            </p:nvSpPr>
            <p:spPr>
              <a:xfrm>
                <a:off x="261448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h174"/>
              <p:cNvSpPr/>
              <p:nvPr/>
            </p:nvSpPr>
            <p:spPr>
              <a:xfrm>
                <a:off x="262375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h175"/>
              <p:cNvSpPr/>
              <p:nvPr/>
            </p:nvSpPr>
            <p:spPr>
              <a:xfrm>
                <a:off x="263301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h176"/>
              <p:cNvSpPr/>
              <p:nvPr/>
            </p:nvSpPr>
            <p:spPr>
              <a:xfrm>
                <a:off x="264227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h177"/>
              <p:cNvSpPr/>
              <p:nvPr/>
            </p:nvSpPr>
            <p:spPr>
              <a:xfrm>
                <a:off x="265153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h178"/>
              <p:cNvSpPr/>
              <p:nvPr/>
            </p:nvSpPr>
            <p:spPr>
              <a:xfrm>
                <a:off x="266079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h179"/>
              <p:cNvSpPr/>
              <p:nvPr/>
            </p:nvSpPr>
            <p:spPr>
              <a:xfrm>
                <a:off x="267006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h180"/>
              <p:cNvSpPr/>
              <p:nvPr/>
            </p:nvSpPr>
            <p:spPr>
              <a:xfrm>
                <a:off x="267932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h181"/>
              <p:cNvSpPr/>
              <p:nvPr/>
            </p:nvSpPr>
            <p:spPr>
              <a:xfrm>
                <a:off x="268858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h182"/>
              <p:cNvSpPr/>
              <p:nvPr/>
            </p:nvSpPr>
            <p:spPr>
              <a:xfrm>
                <a:off x="269784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h183"/>
              <p:cNvSpPr/>
              <p:nvPr/>
            </p:nvSpPr>
            <p:spPr>
              <a:xfrm>
                <a:off x="270711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h184"/>
              <p:cNvSpPr/>
              <p:nvPr/>
            </p:nvSpPr>
            <p:spPr>
              <a:xfrm>
                <a:off x="271637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h185"/>
              <p:cNvSpPr/>
              <p:nvPr/>
            </p:nvSpPr>
            <p:spPr>
              <a:xfrm>
                <a:off x="272563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h186"/>
              <p:cNvSpPr/>
              <p:nvPr/>
            </p:nvSpPr>
            <p:spPr>
              <a:xfrm>
                <a:off x="273489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h187"/>
              <p:cNvSpPr/>
              <p:nvPr/>
            </p:nvSpPr>
            <p:spPr>
              <a:xfrm>
                <a:off x="274415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h188"/>
              <p:cNvSpPr/>
              <p:nvPr/>
            </p:nvSpPr>
            <p:spPr>
              <a:xfrm>
                <a:off x="275342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h189"/>
              <p:cNvSpPr/>
              <p:nvPr/>
            </p:nvSpPr>
            <p:spPr>
              <a:xfrm>
                <a:off x="276268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h190"/>
              <p:cNvSpPr/>
              <p:nvPr/>
            </p:nvSpPr>
            <p:spPr>
              <a:xfrm>
                <a:off x="277194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h191"/>
              <p:cNvSpPr/>
              <p:nvPr/>
            </p:nvSpPr>
            <p:spPr>
              <a:xfrm>
                <a:off x="278120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h192"/>
              <p:cNvSpPr/>
              <p:nvPr/>
            </p:nvSpPr>
            <p:spPr>
              <a:xfrm>
                <a:off x="279047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h193"/>
              <p:cNvSpPr/>
              <p:nvPr/>
            </p:nvSpPr>
            <p:spPr>
              <a:xfrm>
                <a:off x="279973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h194"/>
              <p:cNvSpPr/>
              <p:nvPr/>
            </p:nvSpPr>
            <p:spPr>
              <a:xfrm>
                <a:off x="280899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h195"/>
              <p:cNvSpPr/>
              <p:nvPr/>
            </p:nvSpPr>
            <p:spPr>
              <a:xfrm>
                <a:off x="281825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h196"/>
              <p:cNvSpPr/>
              <p:nvPr/>
            </p:nvSpPr>
            <p:spPr>
              <a:xfrm>
                <a:off x="282751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h197"/>
              <p:cNvSpPr/>
              <p:nvPr/>
            </p:nvSpPr>
            <p:spPr>
              <a:xfrm>
                <a:off x="283678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h198"/>
              <p:cNvSpPr/>
              <p:nvPr/>
            </p:nvSpPr>
            <p:spPr>
              <a:xfrm>
                <a:off x="284604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h199"/>
              <p:cNvSpPr/>
              <p:nvPr/>
            </p:nvSpPr>
            <p:spPr>
              <a:xfrm>
                <a:off x="285530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h200"/>
              <p:cNvSpPr/>
              <p:nvPr/>
            </p:nvSpPr>
            <p:spPr>
              <a:xfrm>
                <a:off x="286456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h201"/>
              <p:cNvSpPr/>
              <p:nvPr/>
            </p:nvSpPr>
            <p:spPr>
              <a:xfrm>
                <a:off x="2873830" y="28088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13"/>
                    </a:lnTo>
                    <a:lnTo>
                      <a:pt x="922833" y="908018"/>
                    </a:lnTo>
                    <a:lnTo>
                      <a:pt x="921874" y="909415"/>
                    </a:lnTo>
                    <a:lnTo>
                      <a:pt x="920914" y="910811"/>
                    </a:lnTo>
                    <a:lnTo>
                      <a:pt x="919954" y="912208"/>
                    </a:lnTo>
                    <a:lnTo>
                      <a:pt x="918995" y="913605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h202"/>
              <p:cNvSpPr/>
              <p:nvPr/>
            </p:nvSpPr>
            <p:spPr>
              <a:xfrm>
                <a:off x="2883092" y="2791656"/>
                <a:ext cx="921041" cy="924051"/>
              </a:xfrm>
              <a:custGeom>
                <a:avLst/>
                <a:gdLst/>
                <a:ahLst/>
                <a:cxnLst/>
                <a:rect l="0" t="0" r="0" b="0"/>
                <a:pathLst>
                  <a:path w="921041" h="924051">
                    <a:moveTo>
                      <a:pt x="914400" y="914400"/>
                    </a:moveTo>
                    <a:lnTo>
                      <a:pt x="921041" y="914400"/>
                    </a:lnTo>
                    <a:lnTo>
                      <a:pt x="920296" y="915481"/>
                    </a:lnTo>
                    <a:lnTo>
                      <a:pt x="919335" y="916877"/>
                    </a:lnTo>
                    <a:lnTo>
                      <a:pt x="918374" y="918273"/>
                    </a:lnTo>
                    <a:lnTo>
                      <a:pt x="917413" y="919670"/>
                    </a:lnTo>
                    <a:lnTo>
                      <a:pt x="916452" y="921066"/>
                    </a:lnTo>
                    <a:lnTo>
                      <a:pt x="915492" y="922463"/>
                    </a:lnTo>
                    <a:lnTo>
                      <a:pt x="914531" y="923860"/>
                    </a:lnTo>
                    <a:lnTo>
                      <a:pt x="914400" y="924051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h203"/>
              <p:cNvSpPr/>
              <p:nvPr/>
            </p:nvSpPr>
            <p:spPr>
              <a:xfrm>
                <a:off x="2484817" y="2774418"/>
                <a:ext cx="914400" cy="9307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13">
                    <a:moveTo>
                      <a:pt x="914400" y="914399"/>
                    </a:moveTo>
                    <a:lnTo>
                      <a:pt x="914400" y="930713"/>
                    </a:lnTo>
                    <a:lnTo>
                      <a:pt x="913533" y="929059"/>
                    </a:lnTo>
                    <a:lnTo>
                      <a:pt x="909709" y="920952"/>
                    </a:lnTo>
                    <a:lnTo>
                      <a:pt x="906929" y="91439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h204"/>
              <p:cNvSpPr/>
              <p:nvPr/>
            </p:nvSpPr>
            <p:spPr>
              <a:xfrm>
                <a:off x="248481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884" y="931638"/>
                    </a:lnTo>
                    <a:lnTo>
                      <a:pt x="914400" y="930713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h205"/>
              <p:cNvSpPr/>
              <p:nvPr/>
            </p:nvSpPr>
            <p:spPr>
              <a:xfrm>
                <a:off x="249407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h206"/>
              <p:cNvSpPr/>
              <p:nvPr/>
            </p:nvSpPr>
            <p:spPr>
              <a:xfrm>
                <a:off x="250334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h207"/>
              <p:cNvSpPr/>
              <p:nvPr/>
            </p:nvSpPr>
            <p:spPr>
              <a:xfrm>
                <a:off x="251260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h208"/>
              <p:cNvSpPr/>
              <p:nvPr/>
            </p:nvSpPr>
            <p:spPr>
              <a:xfrm>
                <a:off x="252186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h209"/>
              <p:cNvSpPr/>
              <p:nvPr/>
            </p:nvSpPr>
            <p:spPr>
              <a:xfrm>
                <a:off x="253112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h210"/>
              <p:cNvSpPr/>
              <p:nvPr/>
            </p:nvSpPr>
            <p:spPr>
              <a:xfrm>
                <a:off x="254039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h211"/>
              <p:cNvSpPr/>
              <p:nvPr/>
            </p:nvSpPr>
            <p:spPr>
              <a:xfrm>
                <a:off x="254965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h212"/>
              <p:cNvSpPr/>
              <p:nvPr/>
            </p:nvSpPr>
            <p:spPr>
              <a:xfrm>
                <a:off x="255891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h213"/>
              <p:cNvSpPr/>
              <p:nvPr/>
            </p:nvSpPr>
            <p:spPr>
              <a:xfrm>
                <a:off x="256817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h214"/>
              <p:cNvSpPr/>
              <p:nvPr/>
            </p:nvSpPr>
            <p:spPr>
              <a:xfrm>
                <a:off x="257743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h215"/>
              <p:cNvSpPr/>
              <p:nvPr/>
            </p:nvSpPr>
            <p:spPr>
              <a:xfrm>
                <a:off x="258670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h216"/>
              <p:cNvSpPr/>
              <p:nvPr/>
            </p:nvSpPr>
            <p:spPr>
              <a:xfrm>
                <a:off x="259596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h217"/>
              <p:cNvSpPr/>
              <p:nvPr/>
            </p:nvSpPr>
            <p:spPr>
              <a:xfrm>
                <a:off x="260522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h218"/>
              <p:cNvSpPr/>
              <p:nvPr/>
            </p:nvSpPr>
            <p:spPr>
              <a:xfrm>
                <a:off x="261448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h219"/>
              <p:cNvSpPr/>
              <p:nvPr/>
            </p:nvSpPr>
            <p:spPr>
              <a:xfrm>
                <a:off x="262375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h220"/>
              <p:cNvSpPr/>
              <p:nvPr/>
            </p:nvSpPr>
            <p:spPr>
              <a:xfrm>
                <a:off x="263301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h221"/>
              <p:cNvSpPr/>
              <p:nvPr/>
            </p:nvSpPr>
            <p:spPr>
              <a:xfrm>
                <a:off x="264227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h222"/>
              <p:cNvSpPr/>
              <p:nvPr/>
            </p:nvSpPr>
            <p:spPr>
              <a:xfrm>
                <a:off x="265153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h223"/>
              <p:cNvSpPr/>
              <p:nvPr/>
            </p:nvSpPr>
            <p:spPr>
              <a:xfrm>
                <a:off x="266079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h224"/>
              <p:cNvSpPr/>
              <p:nvPr/>
            </p:nvSpPr>
            <p:spPr>
              <a:xfrm>
                <a:off x="267006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h225"/>
              <p:cNvSpPr/>
              <p:nvPr/>
            </p:nvSpPr>
            <p:spPr>
              <a:xfrm>
                <a:off x="267932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h226"/>
              <p:cNvSpPr/>
              <p:nvPr/>
            </p:nvSpPr>
            <p:spPr>
              <a:xfrm>
                <a:off x="268858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h227"/>
              <p:cNvSpPr/>
              <p:nvPr/>
            </p:nvSpPr>
            <p:spPr>
              <a:xfrm>
                <a:off x="269784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h228"/>
              <p:cNvSpPr/>
              <p:nvPr/>
            </p:nvSpPr>
            <p:spPr>
              <a:xfrm>
                <a:off x="270711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h229"/>
              <p:cNvSpPr/>
              <p:nvPr/>
            </p:nvSpPr>
            <p:spPr>
              <a:xfrm>
                <a:off x="271637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h230"/>
              <p:cNvSpPr/>
              <p:nvPr/>
            </p:nvSpPr>
            <p:spPr>
              <a:xfrm>
                <a:off x="272563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h231"/>
              <p:cNvSpPr/>
              <p:nvPr/>
            </p:nvSpPr>
            <p:spPr>
              <a:xfrm>
                <a:off x="273489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h232"/>
              <p:cNvSpPr/>
              <p:nvPr/>
            </p:nvSpPr>
            <p:spPr>
              <a:xfrm>
                <a:off x="274415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h233"/>
              <p:cNvSpPr/>
              <p:nvPr/>
            </p:nvSpPr>
            <p:spPr>
              <a:xfrm>
                <a:off x="275342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h234"/>
              <p:cNvSpPr/>
              <p:nvPr/>
            </p:nvSpPr>
            <p:spPr>
              <a:xfrm>
                <a:off x="276268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h235"/>
              <p:cNvSpPr/>
              <p:nvPr/>
            </p:nvSpPr>
            <p:spPr>
              <a:xfrm>
                <a:off x="277194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h236"/>
              <p:cNvSpPr/>
              <p:nvPr/>
            </p:nvSpPr>
            <p:spPr>
              <a:xfrm>
                <a:off x="278120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h237"/>
              <p:cNvSpPr/>
              <p:nvPr/>
            </p:nvSpPr>
            <p:spPr>
              <a:xfrm>
                <a:off x="279047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h238"/>
              <p:cNvSpPr/>
              <p:nvPr/>
            </p:nvSpPr>
            <p:spPr>
              <a:xfrm>
                <a:off x="279973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h239"/>
              <p:cNvSpPr/>
              <p:nvPr/>
            </p:nvSpPr>
            <p:spPr>
              <a:xfrm>
                <a:off x="280899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h240"/>
              <p:cNvSpPr/>
              <p:nvPr/>
            </p:nvSpPr>
            <p:spPr>
              <a:xfrm>
                <a:off x="281825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h241"/>
              <p:cNvSpPr/>
              <p:nvPr/>
            </p:nvSpPr>
            <p:spPr>
              <a:xfrm>
                <a:off x="282751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h242"/>
              <p:cNvSpPr/>
              <p:nvPr/>
            </p:nvSpPr>
            <p:spPr>
              <a:xfrm>
                <a:off x="283678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h243"/>
              <p:cNvSpPr/>
              <p:nvPr/>
            </p:nvSpPr>
            <p:spPr>
              <a:xfrm>
                <a:off x="284604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h244"/>
              <p:cNvSpPr/>
              <p:nvPr/>
            </p:nvSpPr>
            <p:spPr>
              <a:xfrm>
                <a:off x="285530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h245"/>
              <p:cNvSpPr/>
              <p:nvPr/>
            </p:nvSpPr>
            <p:spPr>
              <a:xfrm>
                <a:off x="286456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h246"/>
              <p:cNvSpPr/>
              <p:nvPr/>
            </p:nvSpPr>
            <p:spPr>
              <a:xfrm>
                <a:off x="287383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h247"/>
              <p:cNvSpPr/>
              <p:nvPr/>
            </p:nvSpPr>
            <p:spPr>
              <a:xfrm>
                <a:off x="2883092" y="27916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595"/>
                    </a:lnTo>
                    <a:lnTo>
                      <a:pt x="923181" y="911292"/>
                    </a:lnTo>
                    <a:lnTo>
                      <a:pt x="922219" y="912688"/>
                    </a:lnTo>
                    <a:lnTo>
                      <a:pt x="921258" y="914085"/>
                    </a:lnTo>
                    <a:lnTo>
                      <a:pt x="921041" y="914400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h248"/>
              <p:cNvSpPr/>
              <p:nvPr/>
            </p:nvSpPr>
            <p:spPr>
              <a:xfrm>
                <a:off x="2892354" y="2774418"/>
                <a:ext cx="923662" cy="92783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34">
                    <a:moveTo>
                      <a:pt x="914400" y="914399"/>
                    </a:moveTo>
                    <a:lnTo>
                      <a:pt x="923662" y="914411"/>
                    </a:lnTo>
                    <a:lnTo>
                      <a:pt x="923549" y="914575"/>
                    </a:lnTo>
                    <a:lnTo>
                      <a:pt x="922585" y="915970"/>
                    </a:lnTo>
                    <a:lnTo>
                      <a:pt x="921621" y="917365"/>
                    </a:lnTo>
                    <a:lnTo>
                      <a:pt x="920658" y="918761"/>
                    </a:lnTo>
                    <a:lnTo>
                      <a:pt x="919694" y="920156"/>
                    </a:lnTo>
                    <a:lnTo>
                      <a:pt x="918731" y="921552"/>
                    </a:lnTo>
                    <a:lnTo>
                      <a:pt x="917769" y="922948"/>
                    </a:lnTo>
                    <a:lnTo>
                      <a:pt x="916806" y="924343"/>
                    </a:lnTo>
                    <a:lnTo>
                      <a:pt x="915843" y="925739"/>
                    </a:lnTo>
                    <a:lnTo>
                      <a:pt x="914881" y="927135"/>
                    </a:lnTo>
                    <a:lnTo>
                      <a:pt x="914400" y="927834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h249"/>
              <p:cNvSpPr/>
              <p:nvPr/>
            </p:nvSpPr>
            <p:spPr>
              <a:xfrm>
                <a:off x="2475555" y="2757179"/>
                <a:ext cx="914399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148">
                    <a:moveTo>
                      <a:pt x="914399" y="914400"/>
                    </a:moveTo>
                    <a:lnTo>
                      <a:pt x="914399" y="927148"/>
                    </a:lnTo>
                    <a:lnTo>
                      <a:pt x="912029" y="920920"/>
                    </a:lnTo>
                    <a:lnTo>
                      <a:pt x="909813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h250"/>
              <p:cNvSpPr/>
              <p:nvPr/>
            </p:nvSpPr>
            <p:spPr>
              <a:xfrm>
                <a:off x="2475555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191" y="931638"/>
                    </a:lnTo>
                    <a:lnTo>
                      <a:pt x="915379" y="929724"/>
                    </a:lnTo>
                    <a:lnTo>
                      <a:pt x="914399" y="92714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h251"/>
              <p:cNvSpPr/>
              <p:nvPr/>
            </p:nvSpPr>
            <p:spPr>
              <a:xfrm>
                <a:off x="248481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h252"/>
              <p:cNvSpPr/>
              <p:nvPr/>
            </p:nvSpPr>
            <p:spPr>
              <a:xfrm>
                <a:off x="249407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h253"/>
              <p:cNvSpPr/>
              <p:nvPr/>
            </p:nvSpPr>
            <p:spPr>
              <a:xfrm>
                <a:off x="250334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h254"/>
              <p:cNvSpPr/>
              <p:nvPr/>
            </p:nvSpPr>
            <p:spPr>
              <a:xfrm>
                <a:off x="251260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h255"/>
              <p:cNvSpPr/>
              <p:nvPr/>
            </p:nvSpPr>
            <p:spPr>
              <a:xfrm>
                <a:off x="252186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h256"/>
              <p:cNvSpPr/>
              <p:nvPr/>
            </p:nvSpPr>
            <p:spPr>
              <a:xfrm>
                <a:off x="253112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h257"/>
              <p:cNvSpPr/>
              <p:nvPr/>
            </p:nvSpPr>
            <p:spPr>
              <a:xfrm>
                <a:off x="254039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h258"/>
              <p:cNvSpPr/>
              <p:nvPr/>
            </p:nvSpPr>
            <p:spPr>
              <a:xfrm>
                <a:off x="254965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h259"/>
              <p:cNvSpPr/>
              <p:nvPr/>
            </p:nvSpPr>
            <p:spPr>
              <a:xfrm>
                <a:off x="255891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h260"/>
              <p:cNvSpPr/>
              <p:nvPr/>
            </p:nvSpPr>
            <p:spPr>
              <a:xfrm>
                <a:off x="256817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h261"/>
              <p:cNvSpPr/>
              <p:nvPr/>
            </p:nvSpPr>
            <p:spPr>
              <a:xfrm>
                <a:off x="257743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h262"/>
              <p:cNvSpPr/>
              <p:nvPr/>
            </p:nvSpPr>
            <p:spPr>
              <a:xfrm>
                <a:off x="258670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h263"/>
              <p:cNvSpPr/>
              <p:nvPr/>
            </p:nvSpPr>
            <p:spPr>
              <a:xfrm>
                <a:off x="259596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h264"/>
              <p:cNvSpPr/>
              <p:nvPr/>
            </p:nvSpPr>
            <p:spPr>
              <a:xfrm>
                <a:off x="260522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h265"/>
              <p:cNvSpPr/>
              <p:nvPr/>
            </p:nvSpPr>
            <p:spPr>
              <a:xfrm>
                <a:off x="261448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h266"/>
              <p:cNvSpPr/>
              <p:nvPr/>
            </p:nvSpPr>
            <p:spPr>
              <a:xfrm>
                <a:off x="262375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h267"/>
              <p:cNvSpPr/>
              <p:nvPr/>
            </p:nvSpPr>
            <p:spPr>
              <a:xfrm>
                <a:off x="263301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h268"/>
              <p:cNvSpPr/>
              <p:nvPr/>
            </p:nvSpPr>
            <p:spPr>
              <a:xfrm>
                <a:off x="264227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h269"/>
              <p:cNvSpPr/>
              <p:nvPr/>
            </p:nvSpPr>
            <p:spPr>
              <a:xfrm>
                <a:off x="265153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h270"/>
              <p:cNvSpPr/>
              <p:nvPr/>
            </p:nvSpPr>
            <p:spPr>
              <a:xfrm>
                <a:off x="266079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h271"/>
              <p:cNvSpPr/>
              <p:nvPr/>
            </p:nvSpPr>
            <p:spPr>
              <a:xfrm>
                <a:off x="267006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h272"/>
              <p:cNvSpPr/>
              <p:nvPr/>
            </p:nvSpPr>
            <p:spPr>
              <a:xfrm>
                <a:off x="267932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h273"/>
              <p:cNvSpPr/>
              <p:nvPr/>
            </p:nvSpPr>
            <p:spPr>
              <a:xfrm>
                <a:off x="268858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h274"/>
              <p:cNvSpPr/>
              <p:nvPr/>
            </p:nvSpPr>
            <p:spPr>
              <a:xfrm>
                <a:off x="269784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h275"/>
              <p:cNvSpPr/>
              <p:nvPr/>
            </p:nvSpPr>
            <p:spPr>
              <a:xfrm>
                <a:off x="270711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h276"/>
              <p:cNvSpPr/>
              <p:nvPr/>
            </p:nvSpPr>
            <p:spPr>
              <a:xfrm>
                <a:off x="271637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h277"/>
              <p:cNvSpPr/>
              <p:nvPr/>
            </p:nvSpPr>
            <p:spPr>
              <a:xfrm>
                <a:off x="272563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h278"/>
              <p:cNvSpPr/>
              <p:nvPr/>
            </p:nvSpPr>
            <p:spPr>
              <a:xfrm>
                <a:off x="273489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h279"/>
              <p:cNvSpPr/>
              <p:nvPr/>
            </p:nvSpPr>
            <p:spPr>
              <a:xfrm>
                <a:off x="274415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h280"/>
              <p:cNvSpPr/>
              <p:nvPr/>
            </p:nvSpPr>
            <p:spPr>
              <a:xfrm>
                <a:off x="275342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h281"/>
              <p:cNvSpPr/>
              <p:nvPr/>
            </p:nvSpPr>
            <p:spPr>
              <a:xfrm>
                <a:off x="276268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h282"/>
              <p:cNvSpPr/>
              <p:nvPr/>
            </p:nvSpPr>
            <p:spPr>
              <a:xfrm>
                <a:off x="277194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h283"/>
              <p:cNvSpPr/>
              <p:nvPr/>
            </p:nvSpPr>
            <p:spPr>
              <a:xfrm>
                <a:off x="278120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h284"/>
              <p:cNvSpPr/>
              <p:nvPr/>
            </p:nvSpPr>
            <p:spPr>
              <a:xfrm>
                <a:off x="279047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h285"/>
              <p:cNvSpPr/>
              <p:nvPr/>
            </p:nvSpPr>
            <p:spPr>
              <a:xfrm>
                <a:off x="279973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h286"/>
              <p:cNvSpPr/>
              <p:nvPr/>
            </p:nvSpPr>
            <p:spPr>
              <a:xfrm>
                <a:off x="280899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h287"/>
              <p:cNvSpPr/>
              <p:nvPr/>
            </p:nvSpPr>
            <p:spPr>
              <a:xfrm>
                <a:off x="281825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h288"/>
              <p:cNvSpPr/>
              <p:nvPr/>
            </p:nvSpPr>
            <p:spPr>
              <a:xfrm>
                <a:off x="282751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h289"/>
              <p:cNvSpPr/>
              <p:nvPr/>
            </p:nvSpPr>
            <p:spPr>
              <a:xfrm>
                <a:off x="283678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h290"/>
              <p:cNvSpPr/>
              <p:nvPr/>
            </p:nvSpPr>
            <p:spPr>
              <a:xfrm>
                <a:off x="284604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h291"/>
              <p:cNvSpPr/>
              <p:nvPr/>
            </p:nvSpPr>
            <p:spPr>
              <a:xfrm>
                <a:off x="285530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h292"/>
              <p:cNvSpPr/>
              <p:nvPr/>
            </p:nvSpPr>
            <p:spPr>
              <a:xfrm>
                <a:off x="286456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h293"/>
              <p:cNvSpPr/>
              <p:nvPr/>
            </p:nvSpPr>
            <p:spPr>
              <a:xfrm>
                <a:off x="287383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h294"/>
              <p:cNvSpPr/>
              <p:nvPr/>
            </p:nvSpPr>
            <p:spPr>
              <a:xfrm>
                <a:off x="288309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h295"/>
              <p:cNvSpPr/>
              <p:nvPr/>
            </p:nvSpPr>
            <p:spPr>
              <a:xfrm>
                <a:off x="289235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h296"/>
              <p:cNvSpPr/>
              <p:nvPr/>
            </p:nvSpPr>
            <p:spPr>
              <a:xfrm>
                <a:off x="2901617" y="277441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920"/>
                    </a:lnTo>
                    <a:lnTo>
                      <a:pt x="920670" y="904988"/>
                    </a:lnTo>
                    <a:lnTo>
                      <a:pt x="916221" y="911776"/>
                    </a:lnTo>
                    <a:lnTo>
                      <a:pt x="915251" y="913180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h297"/>
              <p:cNvSpPr/>
              <p:nvPr/>
            </p:nvSpPr>
            <p:spPr>
              <a:xfrm>
                <a:off x="2910879" y="2757179"/>
                <a:ext cx="915992" cy="917158"/>
              </a:xfrm>
              <a:custGeom>
                <a:avLst/>
                <a:gdLst/>
                <a:ahLst/>
                <a:cxnLst/>
                <a:rect l="0" t="0" r="0" b="0"/>
                <a:pathLst>
                  <a:path w="915992" h="917158">
                    <a:moveTo>
                      <a:pt x="914400" y="914400"/>
                    </a:moveTo>
                    <a:lnTo>
                      <a:pt x="915992" y="914400"/>
                    </a:lnTo>
                    <a:lnTo>
                      <a:pt x="915662" y="915019"/>
                    </a:lnTo>
                    <a:lnTo>
                      <a:pt x="914400" y="917158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h298"/>
              <p:cNvSpPr/>
              <p:nvPr/>
            </p:nvSpPr>
            <p:spPr>
              <a:xfrm>
                <a:off x="2466292" y="2739941"/>
                <a:ext cx="914400" cy="9160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049">
                    <a:moveTo>
                      <a:pt x="914400" y="914399"/>
                    </a:moveTo>
                    <a:lnTo>
                      <a:pt x="914400" y="916049"/>
                    </a:lnTo>
                    <a:lnTo>
                      <a:pt x="913961" y="91439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h299"/>
              <p:cNvSpPr/>
              <p:nvPr/>
            </p:nvSpPr>
            <p:spPr>
              <a:xfrm>
                <a:off x="24662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076" y="931638"/>
                    </a:lnTo>
                    <a:lnTo>
                      <a:pt x="918193" y="929041"/>
                    </a:lnTo>
                    <a:lnTo>
                      <a:pt x="915354" y="919636"/>
                    </a:lnTo>
                    <a:lnTo>
                      <a:pt x="914400" y="91604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h300"/>
              <p:cNvSpPr/>
              <p:nvPr/>
            </p:nvSpPr>
            <p:spPr>
              <a:xfrm>
                <a:off x="2475555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h301"/>
              <p:cNvSpPr/>
              <p:nvPr/>
            </p:nvSpPr>
            <p:spPr>
              <a:xfrm>
                <a:off x="24848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h302"/>
              <p:cNvSpPr/>
              <p:nvPr/>
            </p:nvSpPr>
            <p:spPr>
              <a:xfrm>
                <a:off x="249407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h303"/>
              <p:cNvSpPr/>
              <p:nvPr/>
            </p:nvSpPr>
            <p:spPr>
              <a:xfrm>
                <a:off x="250334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h304"/>
              <p:cNvSpPr/>
              <p:nvPr/>
            </p:nvSpPr>
            <p:spPr>
              <a:xfrm>
                <a:off x="251260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h305"/>
              <p:cNvSpPr/>
              <p:nvPr/>
            </p:nvSpPr>
            <p:spPr>
              <a:xfrm>
                <a:off x="252186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h306"/>
              <p:cNvSpPr/>
              <p:nvPr/>
            </p:nvSpPr>
            <p:spPr>
              <a:xfrm>
                <a:off x="253112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h307"/>
              <p:cNvSpPr/>
              <p:nvPr/>
            </p:nvSpPr>
            <p:spPr>
              <a:xfrm>
                <a:off x="254039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h308"/>
              <p:cNvSpPr/>
              <p:nvPr/>
            </p:nvSpPr>
            <p:spPr>
              <a:xfrm>
                <a:off x="254965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h309"/>
              <p:cNvSpPr/>
              <p:nvPr/>
            </p:nvSpPr>
            <p:spPr>
              <a:xfrm>
                <a:off x="255891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h310"/>
              <p:cNvSpPr/>
              <p:nvPr/>
            </p:nvSpPr>
            <p:spPr>
              <a:xfrm>
                <a:off x="256817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h311"/>
              <p:cNvSpPr/>
              <p:nvPr/>
            </p:nvSpPr>
            <p:spPr>
              <a:xfrm>
                <a:off x="257743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h312"/>
              <p:cNvSpPr/>
              <p:nvPr/>
            </p:nvSpPr>
            <p:spPr>
              <a:xfrm>
                <a:off x="258670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h313"/>
              <p:cNvSpPr/>
              <p:nvPr/>
            </p:nvSpPr>
            <p:spPr>
              <a:xfrm>
                <a:off x="259596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h314"/>
              <p:cNvSpPr/>
              <p:nvPr/>
            </p:nvSpPr>
            <p:spPr>
              <a:xfrm>
                <a:off x="260522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h315"/>
              <p:cNvSpPr/>
              <p:nvPr/>
            </p:nvSpPr>
            <p:spPr>
              <a:xfrm>
                <a:off x="261448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h316"/>
              <p:cNvSpPr/>
              <p:nvPr/>
            </p:nvSpPr>
            <p:spPr>
              <a:xfrm>
                <a:off x="262375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h317"/>
              <p:cNvSpPr/>
              <p:nvPr/>
            </p:nvSpPr>
            <p:spPr>
              <a:xfrm>
                <a:off x="263301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h318"/>
              <p:cNvSpPr/>
              <p:nvPr/>
            </p:nvSpPr>
            <p:spPr>
              <a:xfrm>
                <a:off x="264227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h319"/>
              <p:cNvSpPr/>
              <p:nvPr/>
            </p:nvSpPr>
            <p:spPr>
              <a:xfrm>
                <a:off x="265153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h320"/>
              <p:cNvSpPr/>
              <p:nvPr/>
            </p:nvSpPr>
            <p:spPr>
              <a:xfrm>
                <a:off x="266079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h321"/>
              <p:cNvSpPr/>
              <p:nvPr/>
            </p:nvSpPr>
            <p:spPr>
              <a:xfrm>
                <a:off x="267006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h322"/>
              <p:cNvSpPr/>
              <p:nvPr/>
            </p:nvSpPr>
            <p:spPr>
              <a:xfrm>
                <a:off x="267932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h323"/>
              <p:cNvSpPr/>
              <p:nvPr/>
            </p:nvSpPr>
            <p:spPr>
              <a:xfrm>
                <a:off x="268858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h324"/>
              <p:cNvSpPr/>
              <p:nvPr/>
            </p:nvSpPr>
            <p:spPr>
              <a:xfrm>
                <a:off x="269784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h325"/>
              <p:cNvSpPr/>
              <p:nvPr/>
            </p:nvSpPr>
            <p:spPr>
              <a:xfrm>
                <a:off x="270711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h326"/>
              <p:cNvSpPr/>
              <p:nvPr/>
            </p:nvSpPr>
            <p:spPr>
              <a:xfrm>
                <a:off x="271637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h327"/>
              <p:cNvSpPr/>
              <p:nvPr/>
            </p:nvSpPr>
            <p:spPr>
              <a:xfrm>
                <a:off x="272563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h328"/>
              <p:cNvSpPr/>
              <p:nvPr/>
            </p:nvSpPr>
            <p:spPr>
              <a:xfrm>
                <a:off x="273489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h329"/>
              <p:cNvSpPr/>
              <p:nvPr/>
            </p:nvSpPr>
            <p:spPr>
              <a:xfrm>
                <a:off x="274415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h330"/>
              <p:cNvSpPr/>
              <p:nvPr/>
            </p:nvSpPr>
            <p:spPr>
              <a:xfrm>
                <a:off x="275342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h331"/>
              <p:cNvSpPr/>
              <p:nvPr/>
            </p:nvSpPr>
            <p:spPr>
              <a:xfrm>
                <a:off x="276268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h332"/>
              <p:cNvSpPr/>
              <p:nvPr/>
            </p:nvSpPr>
            <p:spPr>
              <a:xfrm>
                <a:off x="277194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h333"/>
              <p:cNvSpPr/>
              <p:nvPr/>
            </p:nvSpPr>
            <p:spPr>
              <a:xfrm>
                <a:off x="278120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h334"/>
              <p:cNvSpPr/>
              <p:nvPr/>
            </p:nvSpPr>
            <p:spPr>
              <a:xfrm>
                <a:off x="279047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h335"/>
              <p:cNvSpPr/>
              <p:nvPr/>
            </p:nvSpPr>
            <p:spPr>
              <a:xfrm>
                <a:off x="279973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h336"/>
              <p:cNvSpPr/>
              <p:nvPr/>
            </p:nvSpPr>
            <p:spPr>
              <a:xfrm>
                <a:off x="280899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h337"/>
              <p:cNvSpPr/>
              <p:nvPr/>
            </p:nvSpPr>
            <p:spPr>
              <a:xfrm>
                <a:off x="281825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h338"/>
              <p:cNvSpPr/>
              <p:nvPr/>
            </p:nvSpPr>
            <p:spPr>
              <a:xfrm>
                <a:off x="282751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h339"/>
              <p:cNvSpPr/>
              <p:nvPr/>
            </p:nvSpPr>
            <p:spPr>
              <a:xfrm>
                <a:off x="283678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h340"/>
              <p:cNvSpPr/>
              <p:nvPr/>
            </p:nvSpPr>
            <p:spPr>
              <a:xfrm>
                <a:off x="284604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h341"/>
              <p:cNvSpPr/>
              <p:nvPr/>
            </p:nvSpPr>
            <p:spPr>
              <a:xfrm>
                <a:off x="285530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h342"/>
              <p:cNvSpPr/>
              <p:nvPr/>
            </p:nvSpPr>
            <p:spPr>
              <a:xfrm>
                <a:off x="286456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h343"/>
              <p:cNvSpPr/>
              <p:nvPr/>
            </p:nvSpPr>
            <p:spPr>
              <a:xfrm>
                <a:off x="287383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h344"/>
              <p:cNvSpPr/>
              <p:nvPr/>
            </p:nvSpPr>
            <p:spPr>
              <a:xfrm>
                <a:off x="28830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h345"/>
              <p:cNvSpPr/>
              <p:nvPr/>
            </p:nvSpPr>
            <p:spPr>
              <a:xfrm>
                <a:off x="289235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h346"/>
              <p:cNvSpPr/>
              <p:nvPr/>
            </p:nvSpPr>
            <p:spPr>
              <a:xfrm>
                <a:off x="29016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h347"/>
              <p:cNvSpPr/>
              <p:nvPr/>
            </p:nvSpPr>
            <p:spPr>
              <a:xfrm>
                <a:off x="2910879" y="27571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148"/>
                    </a:lnTo>
                    <a:lnTo>
                      <a:pt x="923542" y="899424"/>
                    </a:lnTo>
                    <a:lnTo>
                      <a:pt x="919711" y="907411"/>
                    </a:lnTo>
                    <a:lnTo>
                      <a:pt x="915992" y="914400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h348"/>
              <p:cNvSpPr/>
              <p:nvPr/>
            </p:nvSpPr>
            <p:spPr>
              <a:xfrm>
                <a:off x="2920141" y="2739941"/>
                <a:ext cx="915258" cy="916386"/>
              </a:xfrm>
              <a:custGeom>
                <a:avLst/>
                <a:gdLst/>
                <a:ahLst/>
                <a:cxnLst/>
                <a:rect l="0" t="0" r="0" b="0"/>
                <a:pathLst>
                  <a:path w="915258" h="916386">
                    <a:moveTo>
                      <a:pt x="914400" y="914399"/>
                    </a:moveTo>
                    <a:lnTo>
                      <a:pt x="915258" y="914399"/>
                    </a:lnTo>
                    <a:lnTo>
                      <a:pt x="914400" y="916386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h349"/>
              <p:cNvSpPr/>
              <p:nvPr/>
            </p:nvSpPr>
            <p:spPr>
              <a:xfrm>
                <a:off x="2466292" y="27227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961" y="931638"/>
                    </a:lnTo>
                    <a:lnTo>
                      <a:pt x="912782" y="927207"/>
                    </a:lnTo>
                    <a:lnTo>
                      <a:pt x="910484" y="917302"/>
                    </a:lnTo>
                    <a:lnTo>
                      <a:pt x="909906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h350"/>
              <p:cNvSpPr/>
              <p:nvPr/>
            </p:nvSpPr>
            <p:spPr>
              <a:xfrm>
                <a:off x="24662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h351"/>
              <p:cNvSpPr/>
              <p:nvPr/>
            </p:nvSpPr>
            <p:spPr>
              <a:xfrm>
                <a:off x="2475555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h352"/>
              <p:cNvSpPr/>
              <p:nvPr/>
            </p:nvSpPr>
            <p:spPr>
              <a:xfrm>
                <a:off x="24848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h353"/>
              <p:cNvSpPr/>
              <p:nvPr/>
            </p:nvSpPr>
            <p:spPr>
              <a:xfrm>
                <a:off x="24940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h354"/>
              <p:cNvSpPr/>
              <p:nvPr/>
            </p:nvSpPr>
            <p:spPr>
              <a:xfrm>
                <a:off x="250334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h355"/>
              <p:cNvSpPr/>
              <p:nvPr/>
            </p:nvSpPr>
            <p:spPr>
              <a:xfrm>
                <a:off x="251260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h356"/>
              <p:cNvSpPr/>
              <p:nvPr/>
            </p:nvSpPr>
            <p:spPr>
              <a:xfrm>
                <a:off x="252186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h357"/>
              <p:cNvSpPr/>
              <p:nvPr/>
            </p:nvSpPr>
            <p:spPr>
              <a:xfrm>
                <a:off x="253112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h358"/>
              <p:cNvSpPr/>
              <p:nvPr/>
            </p:nvSpPr>
            <p:spPr>
              <a:xfrm>
                <a:off x="254039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h359"/>
              <p:cNvSpPr/>
              <p:nvPr/>
            </p:nvSpPr>
            <p:spPr>
              <a:xfrm>
                <a:off x="254965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h360"/>
              <p:cNvSpPr/>
              <p:nvPr/>
            </p:nvSpPr>
            <p:spPr>
              <a:xfrm>
                <a:off x="255891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h361"/>
              <p:cNvSpPr/>
              <p:nvPr/>
            </p:nvSpPr>
            <p:spPr>
              <a:xfrm>
                <a:off x="256817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h362"/>
              <p:cNvSpPr/>
              <p:nvPr/>
            </p:nvSpPr>
            <p:spPr>
              <a:xfrm>
                <a:off x="257743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h363"/>
              <p:cNvSpPr/>
              <p:nvPr/>
            </p:nvSpPr>
            <p:spPr>
              <a:xfrm>
                <a:off x="258670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h364"/>
              <p:cNvSpPr/>
              <p:nvPr/>
            </p:nvSpPr>
            <p:spPr>
              <a:xfrm>
                <a:off x="259596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h365"/>
              <p:cNvSpPr/>
              <p:nvPr/>
            </p:nvSpPr>
            <p:spPr>
              <a:xfrm>
                <a:off x="260522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h366"/>
              <p:cNvSpPr/>
              <p:nvPr/>
            </p:nvSpPr>
            <p:spPr>
              <a:xfrm>
                <a:off x="261448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h367"/>
              <p:cNvSpPr/>
              <p:nvPr/>
            </p:nvSpPr>
            <p:spPr>
              <a:xfrm>
                <a:off x="262375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h368"/>
              <p:cNvSpPr/>
              <p:nvPr/>
            </p:nvSpPr>
            <p:spPr>
              <a:xfrm>
                <a:off x="263301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h369"/>
              <p:cNvSpPr/>
              <p:nvPr/>
            </p:nvSpPr>
            <p:spPr>
              <a:xfrm>
                <a:off x="264227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h370"/>
              <p:cNvSpPr/>
              <p:nvPr/>
            </p:nvSpPr>
            <p:spPr>
              <a:xfrm>
                <a:off x="265153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h371"/>
              <p:cNvSpPr/>
              <p:nvPr/>
            </p:nvSpPr>
            <p:spPr>
              <a:xfrm>
                <a:off x="266079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h372"/>
              <p:cNvSpPr/>
              <p:nvPr/>
            </p:nvSpPr>
            <p:spPr>
              <a:xfrm>
                <a:off x="267006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h373"/>
              <p:cNvSpPr/>
              <p:nvPr/>
            </p:nvSpPr>
            <p:spPr>
              <a:xfrm>
                <a:off x="267932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h374"/>
              <p:cNvSpPr/>
              <p:nvPr/>
            </p:nvSpPr>
            <p:spPr>
              <a:xfrm>
                <a:off x="268858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h375"/>
              <p:cNvSpPr/>
              <p:nvPr/>
            </p:nvSpPr>
            <p:spPr>
              <a:xfrm>
                <a:off x="269784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h376"/>
              <p:cNvSpPr/>
              <p:nvPr/>
            </p:nvSpPr>
            <p:spPr>
              <a:xfrm>
                <a:off x="270711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h377"/>
              <p:cNvSpPr/>
              <p:nvPr/>
            </p:nvSpPr>
            <p:spPr>
              <a:xfrm>
                <a:off x="271637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h378"/>
              <p:cNvSpPr/>
              <p:nvPr/>
            </p:nvSpPr>
            <p:spPr>
              <a:xfrm>
                <a:off x="272563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h379"/>
              <p:cNvSpPr/>
              <p:nvPr/>
            </p:nvSpPr>
            <p:spPr>
              <a:xfrm>
                <a:off x="273489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h380"/>
              <p:cNvSpPr/>
              <p:nvPr/>
            </p:nvSpPr>
            <p:spPr>
              <a:xfrm>
                <a:off x="274415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h381"/>
              <p:cNvSpPr/>
              <p:nvPr/>
            </p:nvSpPr>
            <p:spPr>
              <a:xfrm>
                <a:off x="275342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h382"/>
              <p:cNvSpPr/>
              <p:nvPr/>
            </p:nvSpPr>
            <p:spPr>
              <a:xfrm>
                <a:off x="276268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h383"/>
              <p:cNvSpPr/>
              <p:nvPr/>
            </p:nvSpPr>
            <p:spPr>
              <a:xfrm>
                <a:off x="277194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h384"/>
              <p:cNvSpPr/>
              <p:nvPr/>
            </p:nvSpPr>
            <p:spPr>
              <a:xfrm>
                <a:off x="278120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h385"/>
              <p:cNvSpPr/>
              <p:nvPr/>
            </p:nvSpPr>
            <p:spPr>
              <a:xfrm>
                <a:off x="279047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h386"/>
              <p:cNvSpPr/>
              <p:nvPr/>
            </p:nvSpPr>
            <p:spPr>
              <a:xfrm>
                <a:off x="279973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h387"/>
              <p:cNvSpPr/>
              <p:nvPr/>
            </p:nvSpPr>
            <p:spPr>
              <a:xfrm>
                <a:off x="280899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h388"/>
              <p:cNvSpPr/>
              <p:nvPr/>
            </p:nvSpPr>
            <p:spPr>
              <a:xfrm>
                <a:off x="281825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h389"/>
              <p:cNvSpPr/>
              <p:nvPr/>
            </p:nvSpPr>
            <p:spPr>
              <a:xfrm>
                <a:off x="282751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h390"/>
              <p:cNvSpPr/>
              <p:nvPr/>
            </p:nvSpPr>
            <p:spPr>
              <a:xfrm>
                <a:off x="283678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h391"/>
              <p:cNvSpPr/>
              <p:nvPr/>
            </p:nvSpPr>
            <p:spPr>
              <a:xfrm>
                <a:off x="284604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h392"/>
              <p:cNvSpPr/>
              <p:nvPr/>
            </p:nvSpPr>
            <p:spPr>
              <a:xfrm>
                <a:off x="285530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h393"/>
              <p:cNvSpPr/>
              <p:nvPr/>
            </p:nvSpPr>
            <p:spPr>
              <a:xfrm>
                <a:off x="286456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h394"/>
              <p:cNvSpPr/>
              <p:nvPr/>
            </p:nvSpPr>
            <p:spPr>
              <a:xfrm>
                <a:off x="287383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h395"/>
              <p:cNvSpPr/>
              <p:nvPr/>
            </p:nvSpPr>
            <p:spPr>
              <a:xfrm>
                <a:off x="28830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h396"/>
              <p:cNvSpPr/>
              <p:nvPr/>
            </p:nvSpPr>
            <p:spPr>
              <a:xfrm>
                <a:off x="289235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h397"/>
              <p:cNvSpPr/>
              <p:nvPr/>
            </p:nvSpPr>
            <p:spPr>
              <a:xfrm>
                <a:off x="29016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h398"/>
              <p:cNvSpPr/>
              <p:nvPr/>
            </p:nvSpPr>
            <p:spPr>
              <a:xfrm>
                <a:off x="29108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h399"/>
              <p:cNvSpPr/>
              <p:nvPr/>
            </p:nvSpPr>
            <p:spPr>
              <a:xfrm>
                <a:off x="2920141" y="2739941"/>
                <a:ext cx="92211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111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2111" y="897161"/>
                    </a:lnTo>
                    <a:lnTo>
                      <a:pt x="921252" y="899635"/>
                    </a:lnTo>
                    <a:lnTo>
                      <a:pt x="917885" y="908317"/>
                    </a:lnTo>
                    <a:lnTo>
                      <a:pt x="915258" y="91439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h400"/>
              <p:cNvSpPr/>
              <p:nvPr/>
            </p:nvSpPr>
            <p:spPr>
              <a:xfrm>
                <a:off x="2466292" y="27054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6" y="931638"/>
                    </a:lnTo>
                    <a:lnTo>
                      <a:pt x="908467" y="924427"/>
                    </a:lnTo>
                    <a:lnTo>
                      <a:pt x="906782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h401"/>
              <p:cNvSpPr/>
              <p:nvPr/>
            </p:nvSpPr>
            <p:spPr>
              <a:xfrm>
                <a:off x="24662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h402"/>
              <p:cNvSpPr/>
              <p:nvPr/>
            </p:nvSpPr>
            <p:spPr>
              <a:xfrm>
                <a:off x="2475555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h403"/>
              <p:cNvSpPr/>
              <p:nvPr/>
            </p:nvSpPr>
            <p:spPr>
              <a:xfrm>
                <a:off x="24848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h404"/>
              <p:cNvSpPr/>
              <p:nvPr/>
            </p:nvSpPr>
            <p:spPr>
              <a:xfrm>
                <a:off x="24940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h405"/>
              <p:cNvSpPr/>
              <p:nvPr/>
            </p:nvSpPr>
            <p:spPr>
              <a:xfrm>
                <a:off x="250334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h406"/>
              <p:cNvSpPr/>
              <p:nvPr/>
            </p:nvSpPr>
            <p:spPr>
              <a:xfrm>
                <a:off x="251260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h407"/>
              <p:cNvSpPr/>
              <p:nvPr/>
            </p:nvSpPr>
            <p:spPr>
              <a:xfrm>
                <a:off x="252186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h408"/>
              <p:cNvSpPr/>
              <p:nvPr/>
            </p:nvSpPr>
            <p:spPr>
              <a:xfrm>
                <a:off x="253112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h409"/>
              <p:cNvSpPr/>
              <p:nvPr/>
            </p:nvSpPr>
            <p:spPr>
              <a:xfrm>
                <a:off x="254039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h410"/>
              <p:cNvSpPr/>
              <p:nvPr/>
            </p:nvSpPr>
            <p:spPr>
              <a:xfrm>
                <a:off x="254965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h411"/>
              <p:cNvSpPr/>
              <p:nvPr/>
            </p:nvSpPr>
            <p:spPr>
              <a:xfrm>
                <a:off x="255891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h412"/>
              <p:cNvSpPr/>
              <p:nvPr/>
            </p:nvSpPr>
            <p:spPr>
              <a:xfrm>
                <a:off x="256817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h413"/>
              <p:cNvSpPr/>
              <p:nvPr/>
            </p:nvSpPr>
            <p:spPr>
              <a:xfrm>
                <a:off x="257743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h414"/>
              <p:cNvSpPr/>
              <p:nvPr/>
            </p:nvSpPr>
            <p:spPr>
              <a:xfrm>
                <a:off x="258670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h415"/>
              <p:cNvSpPr/>
              <p:nvPr/>
            </p:nvSpPr>
            <p:spPr>
              <a:xfrm>
                <a:off x="259596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h416"/>
              <p:cNvSpPr/>
              <p:nvPr/>
            </p:nvSpPr>
            <p:spPr>
              <a:xfrm>
                <a:off x="260522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h417"/>
              <p:cNvSpPr/>
              <p:nvPr/>
            </p:nvSpPr>
            <p:spPr>
              <a:xfrm>
                <a:off x="261448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h418"/>
              <p:cNvSpPr/>
              <p:nvPr/>
            </p:nvSpPr>
            <p:spPr>
              <a:xfrm>
                <a:off x="262375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h419"/>
              <p:cNvSpPr/>
              <p:nvPr/>
            </p:nvSpPr>
            <p:spPr>
              <a:xfrm>
                <a:off x="263301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h420"/>
              <p:cNvSpPr/>
              <p:nvPr/>
            </p:nvSpPr>
            <p:spPr>
              <a:xfrm>
                <a:off x="264227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h421"/>
              <p:cNvSpPr/>
              <p:nvPr/>
            </p:nvSpPr>
            <p:spPr>
              <a:xfrm>
                <a:off x="265153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h422"/>
              <p:cNvSpPr/>
              <p:nvPr/>
            </p:nvSpPr>
            <p:spPr>
              <a:xfrm>
                <a:off x="266079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h423"/>
              <p:cNvSpPr/>
              <p:nvPr/>
            </p:nvSpPr>
            <p:spPr>
              <a:xfrm>
                <a:off x="267006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h424"/>
              <p:cNvSpPr/>
              <p:nvPr/>
            </p:nvSpPr>
            <p:spPr>
              <a:xfrm>
                <a:off x="267932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h425"/>
              <p:cNvSpPr/>
              <p:nvPr/>
            </p:nvSpPr>
            <p:spPr>
              <a:xfrm>
                <a:off x="268858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h426"/>
              <p:cNvSpPr/>
              <p:nvPr/>
            </p:nvSpPr>
            <p:spPr>
              <a:xfrm>
                <a:off x="269784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h427"/>
              <p:cNvSpPr/>
              <p:nvPr/>
            </p:nvSpPr>
            <p:spPr>
              <a:xfrm>
                <a:off x="270711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h428"/>
              <p:cNvSpPr/>
              <p:nvPr/>
            </p:nvSpPr>
            <p:spPr>
              <a:xfrm>
                <a:off x="271637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h429"/>
              <p:cNvSpPr/>
              <p:nvPr/>
            </p:nvSpPr>
            <p:spPr>
              <a:xfrm>
                <a:off x="272563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h430"/>
              <p:cNvSpPr/>
              <p:nvPr/>
            </p:nvSpPr>
            <p:spPr>
              <a:xfrm>
                <a:off x="273489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h431"/>
              <p:cNvSpPr/>
              <p:nvPr/>
            </p:nvSpPr>
            <p:spPr>
              <a:xfrm>
                <a:off x="274415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h432"/>
              <p:cNvSpPr/>
              <p:nvPr/>
            </p:nvSpPr>
            <p:spPr>
              <a:xfrm>
                <a:off x="275342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h433"/>
              <p:cNvSpPr/>
              <p:nvPr/>
            </p:nvSpPr>
            <p:spPr>
              <a:xfrm>
                <a:off x="276268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h434"/>
              <p:cNvSpPr/>
              <p:nvPr/>
            </p:nvSpPr>
            <p:spPr>
              <a:xfrm>
                <a:off x="277194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h435"/>
              <p:cNvSpPr/>
              <p:nvPr/>
            </p:nvSpPr>
            <p:spPr>
              <a:xfrm>
                <a:off x="278120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h436"/>
              <p:cNvSpPr/>
              <p:nvPr/>
            </p:nvSpPr>
            <p:spPr>
              <a:xfrm>
                <a:off x="279047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h437"/>
              <p:cNvSpPr/>
              <p:nvPr/>
            </p:nvSpPr>
            <p:spPr>
              <a:xfrm>
                <a:off x="279973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h438"/>
              <p:cNvSpPr/>
              <p:nvPr/>
            </p:nvSpPr>
            <p:spPr>
              <a:xfrm>
                <a:off x="280899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h439"/>
              <p:cNvSpPr/>
              <p:nvPr/>
            </p:nvSpPr>
            <p:spPr>
              <a:xfrm>
                <a:off x="281825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h440"/>
              <p:cNvSpPr/>
              <p:nvPr/>
            </p:nvSpPr>
            <p:spPr>
              <a:xfrm>
                <a:off x="282751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h441"/>
              <p:cNvSpPr/>
              <p:nvPr/>
            </p:nvSpPr>
            <p:spPr>
              <a:xfrm>
                <a:off x="283678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h442"/>
              <p:cNvSpPr/>
              <p:nvPr/>
            </p:nvSpPr>
            <p:spPr>
              <a:xfrm>
                <a:off x="284604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h443"/>
              <p:cNvSpPr/>
              <p:nvPr/>
            </p:nvSpPr>
            <p:spPr>
              <a:xfrm>
                <a:off x="285530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h444"/>
              <p:cNvSpPr/>
              <p:nvPr/>
            </p:nvSpPr>
            <p:spPr>
              <a:xfrm>
                <a:off x="286456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h445"/>
              <p:cNvSpPr/>
              <p:nvPr/>
            </p:nvSpPr>
            <p:spPr>
              <a:xfrm>
                <a:off x="287383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h446"/>
              <p:cNvSpPr/>
              <p:nvPr/>
            </p:nvSpPr>
            <p:spPr>
              <a:xfrm>
                <a:off x="28830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h447"/>
              <p:cNvSpPr/>
              <p:nvPr/>
            </p:nvSpPr>
            <p:spPr>
              <a:xfrm>
                <a:off x="289235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h448"/>
              <p:cNvSpPr/>
              <p:nvPr/>
            </p:nvSpPr>
            <p:spPr>
              <a:xfrm>
                <a:off x="29016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h449"/>
              <p:cNvSpPr/>
              <p:nvPr/>
            </p:nvSpPr>
            <p:spPr>
              <a:xfrm>
                <a:off x="29108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h450"/>
              <p:cNvSpPr/>
              <p:nvPr/>
            </p:nvSpPr>
            <p:spPr>
              <a:xfrm>
                <a:off x="2920141" y="272270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931"/>
                    </a:lnTo>
                    <a:lnTo>
                      <a:pt x="922111" y="914400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h451"/>
              <p:cNvSpPr/>
              <p:nvPr/>
            </p:nvSpPr>
            <p:spPr>
              <a:xfrm>
                <a:off x="2929403" y="2705464"/>
                <a:ext cx="918371" cy="927170"/>
              </a:xfrm>
              <a:custGeom>
                <a:avLst/>
                <a:gdLst/>
                <a:ahLst/>
                <a:cxnLst/>
                <a:rect l="0" t="0" r="0" b="0"/>
                <a:pathLst>
                  <a:path w="918371" h="927170">
                    <a:moveTo>
                      <a:pt x="914400" y="914400"/>
                    </a:moveTo>
                    <a:lnTo>
                      <a:pt x="918371" y="914400"/>
                    </a:lnTo>
                    <a:lnTo>
                      <a:pt x="917979" y="915835"/>
                    </a:lnTo>
                    <a:lnTo>
                      <a:pt x="915112" y="925118"/>
                    </a:lnTo>
                    <a:lnTo>
                      <a:pt x="914400" y="927170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h452"/>
              <p:cNvSpPr/>
              <p:nvPr/>
            </p:nvSpPr>
            <p:spPr>
              <a:xfrm>
                <a:off x="2457030" y="2688225"/>
                <a:ext cx="914400" cy="9194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52">
                    <a:moveTo>
                      <a:pt x="914400" y="914400"/>
                    </a:moveTo>
                    <a:lnTo>
                      <a:pt x="914400" y="919452"/>
                    </a:lnTo>
                    <a:lnTo>
                      <a:pt x="913852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h453"/>
              <p:cNvSpPr/>
              <p:nvPr/>
            </p:nvSpPr>
            <p:spPr>
              <a:xfrm>
                <a:off x="24570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044" y="931638"/>
                    </a:lnTo>
                    <a:lnTo>
                      <a:pt x="915999" y="931370"/>
                    </a:lnTo>
                    <a:lnTo>
                      <a:pt x="914559" y="920920"/>
                    </a:lnTo>
                    <a:lnTo>
                      <a:pt x="914400" y="919452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h454"/>
              <p:cNvSpPr/>
              <p:nvPr/>
            </p:nvSpPr>
            <p:spPr>
              <a:xfrm>
                <a:off x="24662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h455"/>
              <p:cNvSpPr/>
              <p:nvPr/>
            </p:nvSpPr>
            <p:spPr>
              <a:xfrm>
                <a:off x="2475555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h456"/>
              <p:cNvSpPr/>
              <p:nvPr/>
            </p:nvSpPr>
            <p:spPr>
              <a:xfrm>
                <a:off x="24848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h457"/>
              <p:cNvSpPr/>
              <p:nvPr/>
            </p:nvSpPr>
            <p:spPr>
              <a:xfrm>
                <a:off x="24940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h458"/>
              <p:cNvSpPr/>
              <p:nvPr/>
            </p:nvSpPr>
            <p:spPr>
              <a:xfrm>
                <a:off x="25033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h459"/>
              <p:cNvSpPr/>
              <p:nvPr/>
            </p:nvSpPr>
            <p:spPr>
              <a:xfrm>
                <a:off x="251260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h460"/>
              <p:cNvSpPr/>
              <p:nvPr/>
            </p:nvSpPr>
            <p:spPr>
              <a:xfrm>
                <a:off x="252186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h461"/>
              <p:cNvSpPr/>
              <p:nvPr/>
            </p:nvSpPr>
            <p:spPr>
              <a:xfrm>
                <a:off x="253112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h462"/>
              <p:cNvSpPr/>
              <p:nvPr/>
            </p:nvSpPr>
            <p:spPr>
              <a:xfrm>
                <a:off x="254039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h463"/>
              <p:cNvSpPr/>
              <p:nvPr/>
            </p:nvSpPr>
            <p:spPr>
              <a:xfrm>
                <a:off x="254965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h464"/>
              <p:cNvSpPr/>
              <p:nvPr/>
            </p:nvSpPr>
            <p:spPr>
              <a:xfrm>
                <a:off x="255891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h465"/>
              <p:cNvSpPr/>
              <p:nvPr/>
            </p:nvSpPr>
            <p:spPr>
              <a:xfrm>
                <a:off x="256817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h466"/>
              <p:cNvSpPr/>
              <p:nvPr/>
            </p:nvSpPr>
            <p:spPr>
              <a:xfrm>
                <a:off x="257743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h467"/>
              <p:cNvSpPr/>
              <p:nvPr/>
            </p:nvSpPr>
            <p:spPr>
              <a:xfrm>
                <a:off x="258670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h468"/>
              <p:cNvSpPr/>
              <p:nvPr/>
            </p:nvSpPr>
            <p:spPr>
              <a:xfrm>
                <a:off x="259596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h469"/>
              <p:cNvSpPr/>
              <p:nvPr/>
            </p:nvSpPr>
            <p:spPr>
              <a:xfrm>
                <a:off x="260522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h470"/>
              <p:cNvSpPr/>
              <p:nvPr/>
            </p:nvSpPr>
            <p:spPr>
              <a:xfrm>
                <a:off x="261448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h471"/>
              <p:cNvSpPr/>
              <p:nvPr/>
            </p:nvSpPr>
            <p:spPr>
              <a:xfrm>
                <a:off x="262375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h472"/>
              <p:cNvSpPr/>
              <p:nvPr/>
            </p:nvSpPr>
            <p:spPr>
              <a:xfrm>
                <a:off x="263301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h473"/>
              <p:cNvSpPr/>
              <p:nvPr/>
            </p:nvSpPr>
            <p:spPr>
              <a:xfrm>
                <a:off x="264227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h474"/>
              <p:cNvSpPr/>
              <p:nvPr/>
            </p:nvSpPr>
            <p:spPr>
              <a:xfrm>
                <a:off x="265153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h475"/>
              <p:cNvSpPr/>
              <p:nvPr/>
            </p:nvSpPr>
            <p:spPr>
              <a:xfrm>
                <a:off x="266079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h476"/>
              <p:cNvSpPr/>
              <p:nvPr/>
            </p:nvSpPr>
            <p:spPr>
              <a:xfrm>
                <a:off x="267006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h477"/>
              <p:cNvSpPr/>
              <p:nvPr/>
            </p:nvSpPr>
            <p:spPr>
              <a:xfrm>
                <a:off x="267932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h478"/>
              <p:cNvSpPr/>
              <p:nvPr/>
            </p:nvSpPr>
            <p:spPr>
              <a:xfrm>
                <a:off x="268858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h479"/>
              <p:cNvSpPr/>
              <p:nvPr/>
            </p:nvSpPr>
            <p:spPr>
              <a:xfrm>
                <a:off x="269784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h480"/>
              <p:cNvSpPr/>
              <p:nvPr/>
            </p:nvSpPr>
            <p:spPr>
              <a:xfrm>
                <a:off x="270711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h481"/>
              <p:cNvSpPr/>
              <p:nvPr/>
            </p:nvSpPr>
            <p:spPr>
              <a:xfrm>
                <a:off x="271637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h482"/>
              <p:cNvSpPr/>
              <p:nvPr/>
            </p:nvSpPr>
            <p:spPr>
              <a:xfrm>
                <a:off x="272563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h483"/>
              <p:cNvSpPr/>
              <p:nvPr/>
            </p:nvSpPr>
            <p:spPr>
              <a:xfrm>
                <a:off x="273489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h484"/>
              <p:cNvSpPr/>
              <p:nvPr/>
            </p:nvSpPr>
            <p:spPr>
              <a:xfrm>
                <a:off x="274415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h485"/>
              <p:cNvSpPr/>
              <p:nvPr/>
            </p:nvSpPr>
            <p:spPr>
              <a:xfrm>
                <a:off x="275342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h486"/>
              <p:cNvSpPr/>
              <p:nvPr/>
            </p:nvSpPr>
            <p:spPr>
              <a:xfrm>
                <a:off x="276268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h487"/>
              <p:cNvSpPr/>
              <p:nvPr/>
            </p:nvSpPr>
            <p:spPr>
              <a:xfrm>
                <a:off x="277194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h488"/>
              <p:cNvSpPr/>
              <p:nvPr/>
            </p:nvSpPr>
            <p:spPr>
              <a:xfrm>
                <a:off x="278120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h489"/>
              <p:cNvSpPr/>
              <p:nvPr/>
            </p:nvSpPr>
            <p:spPr>
              <a:xfrm>
                <a:off x="279047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h490"/>
              <p:cNvSpPr/>
              <p:nvPr/>
            </p:nvSpPr>
            <p:spPr>
              <a:xfrm>
                <a:off x="279973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h491"/>
              <p:cNvSpPr/>
              <p:nvPr/>
            </p:nvSpPr>
            <p:spPr>
              <a:xfrm>
                <a:off x="280899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h492"/>
              <p:cNvSpPr/>
              <p:nvPr/>
            </p:nvSpPr>
            <p:spPr>
              <a:xfrm>
                <a:off x="281825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h493"/>
              <p:cNvSpPr/>
              <p:nvPr/>
            </p:nvSpPr>
            <p:spPr>
              <a:xfrm>
                <a:off x="282751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h494"/>
              <p:cNvSpPr/>
              <p:nvPr/>
            </p:nvSpPr>
            <p:spPr>
              <a:xfrm>
                <a:off x="283678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h495"/>
              <p:cNvSpPr/>
              <p:nvPr/>
            </p:nvSpPr>
            <p:spPr>
              <a:xfrm>
                <a:off x="284604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h496"/>
              <p:cNvSpPr/>
              <p:nvPr/>
            </p:nvSpPr>
            <p:spPr>
              <a:xfrm>
                <a:off x="285530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h497"/>
              <p:cNvSpPr/>
              <p:nvPr/>
            </p:nvSpPr>
            <p:spPr>
              <a:xfrm>
                <a:off x="286456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h498"/>
              <p:cNvSpPr/>
              <p:nvPr/>
            </p:nvSpPr>
            <p:spPr>
              <a:xfrm>
                <a:off x="28738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h499"/>
              <p:cNvSpPr/>
              <p:nvPr/>
            </p:nvSpPr>
            <p:spPr>
              <a:xfrm>
                <a:off x="28830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h500"/>
              <p:cNvSpPr/>
              <p:nvPr/>
            </p:nvSpPr>
            <p:spPr>
              <a:xfrm>
                <a:off x="289235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h501"/>
              <p:cNvSpPr/>
              <p:nvPr/>
            </p:nvSpPr>
            <p:spPr>
              <a:xfrm>
                <a:off x="29016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h502"/>
              <p:cNvSpPr/>
              <p:nvPr/>
            </p:nvSpPr>
            <p:spPr>
              <a:xfrm>
                <a:off x="29108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h503"/>
              <p:cNvSpPr/>
              <p:nvPr/>
            </p:nvSpPr>
            <p:spPr>
              <a:xfrm>
                <a:off x="29201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h504"/>
              <p:cNvSpPr/>
              <p:nvPr/>
            </p:nvSpPr>
            <p:spPr>
              <a:xfrm>
                <a:off x="2929403" y="2705464"/>
                <a:ext cx="9227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64" y="897161"/>
                    </a:lnTo>
                    <a:lnTo>
                      <a:pt x="920585" y="906289"/>
                    </a:lnTo>
                    <a:lnTo>
                      <a:pt x="918371" y="914400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h505"/>
              <p:cNvSpPr/>
              <p:nvPr/>
            </p:nvSpPr>
            <p:spPr>
              <a:xfrm>
                <a:off x="2457030" y="26709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52" y="931638"/>
                    </a:lnTo>
                    <a:lnTo>
                      <a:pt x="913413" y="927583"/>
                    </a:lnTo>
                    <a:lnTo>
                      <a:pt x="912565" y="916911"/>
                    </a:lnTo>
                    <a:lnTo>
                      <a:pt x="912437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h506"/>
              <p:cNvSpPr/>
              <p:nvPr/>
            </p:nvSpPr>
            <p:spPr>
              <a:xfrm>
                <a:off x="24570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h507"/>
              <p:cNvSpPr/>
              <p:nvPr/>
            </p:nvSpPr>
            <p:spPr>
              <a:xfrm>
                <a:off x="24662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h508"/>
              <p:cNvSpPr/>
              <p:nvPr/>
            </p:nvSpPr>
            <p:spPr>
              <a:xfrm>
                <a:off x="2475555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h509"/>
              <p:cNvSpPr/>
              <p:nvPr/>
            </p:nvSpPr>
            <p:spPr>
              <a:xfrm>
                <a:off x="24848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h510"/>
              <p:cNvSpPr/>
              <p:nvPr/>
            </p:nvSpPr>
            <p:spPr>
              <a:xfrm>
                <a:off x="24940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h511"/>
              <p:cNvSpPr/>
              <p:nvPr/>
            </p:nvSpPr>
            <p:spPr>
              <a:xfrm>
                <a:off x="25033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h512"/>
              <p:cNvSpPr/>
              <p:nvPr/>
            </p:nvSpPr>
            <p:spPr>
              <a:xfrm>
                <a:off x="251260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h513"/>
              <p:cNvSpPr/>
              <p:nvPr/>
            </p:nvSpPr>
            <p:spPr>
              <a:xfrm>
                <a:off x="252186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h514"/>
              <p:cNvSpPr/>
              <p:nvPr/>
            </p:nvSpPr>
            <p:spPr>
              <a:xfrm>
                <a:off x="253112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h515"/>
              <p:cNvSpPr/>
              <p:nvPr/>
            </p:nvSpPr>
            <p:spPr>
              <a:xfrm>
                <a:off x="254039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h516"/>
              <p:cNvSpPr/>
              <p:nvPr/>
            </p:nvSpPr>
            <p:spPr>
              <a:xfrm>
                <a:off x="254965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h517"/>
              <p:cNvSpPr/>
              <p:nvPr/>
            </p:nvSpPr>
            <p:spPr>
              <a:xfrm>
                <a:off x="255891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h518"/>
              <p:cNvSpPr/>
              <p:nvPr/>
            </p:nvSpPr>
            <p:spPr>
              <a:xfrm>
                <a:off x="256817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h519"/>
              <p:cNvSpPr/>
              <p:nvPr/>
            </p:nvSpPr>
            <p:spPr>
              <a:xfrm>
                <a:off x="257743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h520"/>
              <p:cNvSpPr/>
              <p:nvPr/>
            </p:nvSpPr>
            <p:spPr>
              <a:xfrm>
                <a:off x="258670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h521"/>
              <p:cNvSpPr/>
              <p:nvPr/>
            </p:nvSpPr>
            <p:spPr>
              <a:xfrm>
                <a:off x="259596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h522"/>
              <p:cNvSpPr/>
              <p:nvPr/>
            </p:nvSpPr>
            <p:spPr>
              <a:xfrm>
                <a:off x="260522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h523"/>
              <p:cNvSpPr/>
              <p:nvPr/>
            </p:nvSpPr>
            <p:spPr>
              <a:xfrm>
                <a:off x="261448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h524"/>
              <p:cNvSpPr/>
              <p:nvPr/>
            </p:nvSpPr>
            <p:spPr>
              <a:xfrm>
                <a:off x="262375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h525"/>
              <p:cNvSpPr/>
              <p:nvPr/>
            </p:nvSpPr>
            <p:spPr>
              <a:xfrm>
                <a:off x="263301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h526"/>
              <p:cNvSpPr/>
              <p:nvPr/>
            </p:nvSpPr>
            <p:spPr>
              <a:xfrm>
                <a:off x="264227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h527"/>
              <p:cNvSpPr/>
              <p:nvPr/>
            </p:nvSpPr>
            <p:spPr>
              <a:xfrm>
                <a:off x="265153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h528"/>
              <p:cNvSpPr/>
              <p:nvPr/>
            </p:nvSpPr>
            <p:spPr>
              <a:xfrm>
                <a:off x="266079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h529"/>
              <p:cNvSpPr/>
              <p:nvPr/>
            </p:nvSpPr>
            <p:spPr>
              <a:xfrm>
                <a:off x="267006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h530"/>
              <p:cNvSpPr/>
              <p:nvPr/>
            </p:nvSpPr>
            <p:spPr>
              <a:xfrm>
                <a:off x="267932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h531"/>
              <p:cNvSpPr/>
              <p:nvPr/>
            </p:nvSpPr>
            <p:spPr>
              <a:xfrm>
                <a:off x="268858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h532"/>
              <p:cNvSpPr/>
              <p:nvPr/>
            </p:nvSpPr>
            <p:spPr>
              <a:xfrm>
                <a:off x="269784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h533"/>
              <p:cNvSpPr/>
              <p:nvPr/>
            </p:nvSpPr>
            <p:spPr>
              <a:xfrm>
                <a:off x="270711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h534"/>
              <p:cNvSpPr/>
              <p:nvPr/>
            </p:nvSpPr>
            <p:spPr>
              <a:xfrm>
                <a:off x="271637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h535"/>
              <p:cNvSpPr/>
              <p:nvPr/>
            </p:nvSpPr>
            <p:spPr>
              <a:xfrm>
                <a:off x="272563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h536"/>
              <p:cNvSpPr/>
              <p:nvPr/>
            </p:nvSpPr>
            <p:spPr>
              <a:xfrm>
                <a:off x="273489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h537"/>
              <p:cNvSpPr/>
              <p:nvPr/>
            </p:nvSpPr>
            <p:spPr>
              <a:xfrm>
                <a:off x="274415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h538"/>
              <p:cNvSpPr/>
              <p:nvPr/>
            </p:nvSpPr>
            <p:spPr>
              <a:xfrm>
                <a:off x="275342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h539"/>
              <p:cNvSpPr/>
              <p:nvPr/>
            </p:nvSpPr>
            <p:spPr>
              <a:xfrm>
                <a:off x="276268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h540"/>
              <p:cNvSpPr/>
              <p:nvPr/>
            </p:nvSpPr>
            <p:spPr>
              <a:xfrm>
                <a:off x="277194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h541"/>
              <p:cNvSpPr/>
              <p:nvPr/>
            </p:nvSpPr>
            <p:spPr>
              <a:xfrm>
                <a:off x="278120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h542"/>
              <p:cNvSpPr/>
              <p:nvPr/>
            </p:nvSpPr>
            <p:spPr>
              <a:xfrm>
                <a:off x="279047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h543"/>
              <p:cNvSpPr/>
              <p:nvPr/>
            </p:nvSpPr>
            <p:spPr>
              <a:xfrm>
                <a:off x="279973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h544"/>
              <p:cNvSpPr/>
              <p:nvPr/>
            </p:nvSpPr>
            <p:spPr>
              <a:xfrm>
                <a:off x="280899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h545"/>
              <p:cNvSpPr/>
              <p:nvPr/>
            </p:nvSpPr>
            <p:spPr>
              <a:xfrm>
                <a:off x="281825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h546"/>
              <p:cNvSpPr/>
              <p:nvPr/>
            </p:nvSpPr>
            <p:spPr>
              <a:xfrm>
                <a:off x="282751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h547"/>
              <p:cNvSpPr/>
              <p:nvPr/>
            </p:nvSpPr>
            <p:spPr>
              <a:xfrm>
                <a:off x="283678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h548"/>
              <p:cNvSpPr/>
              <p:nvPr/>
            </p:nvSpPr>
            <p:spPr>
              <a:xfrm>
                <a:off x="284604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h549"/>
              <p:cNvSpPr/>
              <p:nvPr/>
            </p:nvSpPr>
            <p:spPr>
              <a:xfrm>
                <a:off x="285530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h550"/>
              <p:cNvSpPr/>
              <p:nvPr/>
            </p:nvSpPr>
            <p:spPr>
              <a:xfrm>
                <a:off x="286456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h551"/>
              <p:cNvSpPr/>
              <p:nvPr/>
            </p:nvSpPr>
            <p:spPr>
              <a:xfrm>
                <a:off x="28738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h552"/>
              <p:cNvSpPr/>
              <p:nvPr/>
            </p:nvSpPr>
            <p:spPr>
              <a:xfrm>
                <a:off x="28830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h553"/>
              <p:cNvSpPr/>
              <p:nvPr/>
            </p:nvSpPr>
            <p:spPr>
              <a:xfrm>
                <a:off x="289235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h554"/>
              <p:cNvSpPr/>
              <p:nvPr/>
            </p:nvSpPr>
            <p:spPr>
              <a:xfrm>
                <a:off x="29016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h555"/>
              <p:cNvSpPr/>
              <p:nvPr/>
            </p:nvSpPr>
            <p:spPr>
              <a:xfrm>
                <a:off x="29108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h556"/>
              <p:cNvSpPr/>
              <p:nvPr/>
            </p:nvSpPr>
            <p:spPr>
              <a:xfrm>
                <a:off x="29201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h557"/>
              <p:cNvSpPr/>
              <p:nvPr/>
            </p:nvSpPr>
            <p:spPr>
              <a:xfrm>
                <a:off x="2929403" y="26882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151"/>
                    </a:lnTo>
                    <a:lnTo>
                      <a:pt x="922921" y="913742"/>
                    </a:lnTo>
                    <a:lnTo>
                      <a:pt x="922764" y="914400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h558"/>
              <p:cNvSpPr/>
              <p:nvPr/>
            </p:nvSpPr>
            <p:spPr>
              <a:xfrm>
                <a:off x="2938666" y="2670987"/>
                <a:ext cx="916872" cy="927390"/>
              </a:xfrm>
              <a:custGeom>
                <a:avLst/>
                <a:gdLst/>
                <a:ahLst/>
                <a:cxnLst/>
                <a:rect l="0" t="0" r="0" b="0"/>
                <a:pathLst>
                  <a:path w="916872" h="927390">
                    <a:moveTo>
                      <a:pt x="914400" y="914400"/>
                    </a:moveTo>
                    <a:lnTo>
                      <a:pt x="916872" y="914400"/>
                    </a:lnTo>
                    <a:lnTo>
                      <a:pt x="915720" y="920984"/>
                    </a:lnTo>
                    <a:lnTo>
                      <a:pt x="914400" y="927390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h559"/>
              <p:cNvSpPr/>
              <p:nvPr/>
            </p:nvSpPr>
            <p:spPr>
              <a:xfrm>
                <a:off x="2457030" y="26537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437" y="931638"/>
                    </a:lnTo>
                    <a:lnTo>
                      <a:pt x="912018" y="923410"/>
                    </a:lnTo>
                    <a:lnTo>
                      <a:pt x="911812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h560"/>
              <p:cNvSpPr/>
              <p:nvPr/>
            </p:nvSpPr>
            <p:spPr>
              <a:xfrm>
                <a:off x="24570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h561"/>
              <p:cNvSpPr/>
              <p:nvPr/>
            </p:nvSpPr>
            <p:spPr>
              <a:xfrm>
                <a:off x="24662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h562"/>
              <p:cNvSpPr/>
              <p:nvPr/>
            </p:nvSpPr>
            <p:spPr>
              <a:xfrm>
                <a:off x="2475555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h563"/>
              <p:cNvSpPr/>
              <p:nvPr/>
            </p:nvSpPr>
            <p:spPr>
              <a:xfrm>
                <a:off x="24848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h564"/>
              <p:cNvSpPr/>
              <p:nvPr/>
            </p:nvSpPr>
            <p:spPr>
              <a:xfrm>
                <a:off x="24940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h565"/>
              <p:cNvSpPr/>
              <p:nvPr/>
            </p:nvSpPr>
            <p:spPr>
              <a:xfrm>
                <a:off x="25033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h566"/>
              <p:cNvSpPr/>
              <p:nvPr/>
            </p:nvSpPr>
            <p:spPr>
              <a:xfrm>
                <a:off x="25126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h567"/>
              <p:cNvSpPr/>
              <p:nvPr/>
            </p:nvSpPr>
            <p:spPr>
              <a:xfrm>
                <a:off x="252186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h568"/>
              <p:cNvSpPr/>
              <p:nvPr/>
            </p:nvSpPr>
            <p:spPr>
              <a:xfrm>
                <a:off x="253112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h569"/>
              <p:cNvSpPr/>
              <p:nvPr/>
            </p:nvSpPr>
            <p:spPr>
              <a:xfrm>
                <a:off x="254039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h570"/>
              <p:cNvSpPr/>
              <p:nvPr/>
            </p:nvSpPr>
            <p:spPr>
              <a:xfrm>
                <a:off x="254965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h571"/>
              <p:cNvSpPr/>
              <p:nvPr/>
            </p:nvSpPr>
            <p:spPr>
              <a:xfrm>
                <a:off x="255891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h572"/>
              <p:cNvSpPr/>
              <p:nvPr/>
            </p:nvSpPr>
            <p:spPr>
              <a:xfrm>
                <a:off x="256817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h573"/>
              <p:cNvSpPr/>
              <p:nvPr/>
            </p:nvSpPr>
            <p:spPr>
              <a:xfrm>
                <a:off x="257743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h574"/>
              <p:cNvSpPr/>
              <p:nvPr/>
            </p:nvSpPr>
            <p:spPr>
              <a:xfrm>
                <a:off x="258670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h575"/>
              <p:cNvSpPr/>
              <p:nvPr/>
            </p:nvSpPr>
            <p:spPr>
              <a:xfrm>
                <a:off x="259596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h576"/>
              <p:cNvSpPr/>
              <p:nvPr/>
            </p:nvSpPr>
            <p:spPr>
              <a:xfrm>
                <a:off x="260522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h577"/>
              <p:cNvSpPr/>
              <p:nvPr/>
            </p:nvSpPr>
            <p:spPr>
              <a:xfrm>
                <a:off x="261448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h578"/>
              <p:cNvSpPr/>
              <p:nvPr/>
            </p:nvSpPr>
            <p:spPr>
              <a:xfrm>
                <a:off x="262375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h579"/>
              <p:cNvSpPr/>
              <p:nvPr/>
            </p:nvSpPr>
            <p:spPr>
              <a:xfrm>
                <a:off x="263301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h580"/>
              <p:cNvSpPr/>
              <p:nvPr/>
            </p:nvSpPr>
            <p:spPr>
              <a:xfrm>
                <a:off x="264227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h581"/>
              <p:cNvSpPr/>
              <p:nvPr/>
            </p:nvSpPr>
            <p:spPr>
              <a:xfrm>
                <a:off x="265153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h582"/>
              <p:cNvSpPr/>
              <p:nvPr/>
            </p:nvSpPr>
            <p:spPr>
              <a:xfrm>
                <a:off x="266079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h583"/>
              <p:cNvSpPr/>
              <p:nvPr/>
            </p:nvSpPr>
            <p:spPr>
              <a:xfrm>
                <a:off x="267006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h584"/>
              <p:cNvSpPr/>
              <p:nvPr/>
            </p:nvSpPr>
            <p:spPr>
              <a:xfrm>
                <a:off x="267932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h585"/>
              <p:cNvSpPr/>
              <p:nvPr/>
            </p:nvSpPr>
            <p:spPr>
              <a:xfrm>
                <a:off x="268858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h586"/>
              <p:cNvSpPr/>
              <p:nvPr/>
            </p:nvSpPr>
            <p:spPr>
              <a:xfrm>
                <a:off x="269784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h587"/>
              <p:cNvSpPr/>
              <p:nvPr/>
            </p:nvSpPr>
            <p:spPr>
              <a:xfrm>
                <a:off x="270711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h588"/>
              <p:cNvSpPr/>
              <p:nvPr/>
            </p:nvSpPr>
            <p:spPr>
              <a:xfrm>
                <a:off x="271637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h589"/>
              <p:cNvSpPr/>
              <p:nvPr/>
            </p:nvSpPr>
            <p:spPr>
              <a:xfrm>
                <a:off x="272563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h590"/>
              <p:cNvSpPr/>
              <p:nvPr/>
            </p:nvSpPr>
            <p:spPr>
              <a:xfrm>
                <a:off x="273489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h591"/>
              <p:cNvSpPr/>
              <p:nvPr/>
            </p:nvSpPr>
            <p:spPr>
              <a:xfrm>
                <a:off x="274415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h592"/>
              <p:cNvSpPr/>
              <p:nvPr/>
            </p:nvSpPr>
            <p:spPr>
              <a:xfrm>
                <a:off x="275342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h593"/>
              <p:cNvSpPr/>
              <p:nvPr/>
            </p:nvSpPr>
            <p:spPr>
              <a:xfrm>
                <a:off x="276268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h594"/>
              <p:cNvSpPr/>
              <p:nvPr/>
            </p:nvSpPr>
            <p:spPr>
              <a:xfrm>
                <a:off x="277194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h595"/>
              <p:cNvSpPr/>
              <p:nvPr/>
            </p:nvSpPr>
            <p:spPr>
              <a:xfrm>
                <a:off x="278120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h596"/>
              <p:cNvSpPr/>
              <p:nvPr/>
            </p:nvSpPr>
            <p:spPr>
              <a:xfrm>
                <a:off x="279047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h597"/>
              <p:cNvSpPr/>
              <p:nvPr/>
            </p:nvSpPr>
            <p:spPr>
              <a:xfrm>
                <a:off x="279973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h598"/>
              <p:cNvSpPr/>
              <p:nvPr/>
            </p:nvSpPr>
            <p:spPr>
              <a:xfrm>
                <a:off x="280899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h599"/>
              <p:cNvSpPr/>
              <p:nvPr/>
            </p:nvSpPr>
            <p:spPr>
              <a:xfrm>
                <a:off x="281825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h600"/>
              <p:cNvSpPr/>
              <p:nvPr/>
            </p:nvSpPr>
            <p:spPr>
              <a:xfrm>
                <a:off x="282751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h601"/>
              <p:cNvSpPr/>
              <p:nvPr/>
            </p:nvSpPr>
            <p:spPr>
              <a:xfrm>
                <a:off x="283678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h602"/>
              <p:cNvSpPr/>
              <p:nvPr/>
            </p:nvSpPr>
            <p:spPr>
              <a:xfrm>
                <a:off x="284604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h603"/>
              <p:cNvSpPr/>
              <p:nvPr/>
            </p:nvSpPr>
            <p:spPr>
              <a:xfrm>
                <a:off x="285530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h604"/>
              <p:cNvSpPr/>
              <p:nvPr/>
            </p:nvSpPr>
            <p:spPr>
              <a:xfrm>
                <a:off x="286456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h605"/>
              <p:cNvSpPr/>
              <p:nvPr/>
            </p:nvSpPr>
            <p:spPr>
              <a:xfrm>
                <a:off x="28738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h606"/>
              <p:cNvSpPr/>
              <p:nvPr/>
            </p:nvSpPr>
            <p:spPr>
              <a:xfrm>
                <a:off x="28830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h607"/>
              <p:cNvSpPr/>
              <p:nvPr/>
            </p:nvSpPr>
            <p:spPr>
              <a:xfrm>
                <a:off x="289235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h608"/>
              <p:cNvSpPr/>
              <p:nvPr/>
            </p:nvSpPr>
            <p:spPr>
              <a:xfrm>
                <a:off x="29016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h609"/>
              <p:cNvSpPr/>
              <p:nvPr/>
            </p:nvSpPr>
            <p:spPr>
              <a:xfrm>
                <a:off x="29108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h610"/>
              <p:cNvSpPr/>
              <p:nvPr/>
            </p:nvSpPr>
            <p:spPr>
              <a:xfrm>
                <a:off x="29201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h611"/>
              <p:cNvSpPr/>
              <p:nvPr/>
            </p:nvSpPr>
            <p:spPr>
              <a:xfrm>
                <a:off x="29294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h612"/>
              <p:cNvSpPr/>
              <p:nvPr/>
            </p:nvSpPr>
            <p:spPr>
              <a:xfrm>
                <a:off x="2938666" y="2670987"/>
                <a:ext cx="9193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77" y="897161"/>
                    </a:lnTo>
                    <a:lnTo>
                      <a:pt x="918996" y="900463"/>
                    </a:lnTo>
                    <a:lnTo>
                      <a:pt x="917501" y="910802"/>
                    </a:lnTo>
                    <a:lnTo>
                      <a:pt x="916872" y="914400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h613"/>
              <p:cNvSpPr/>
              <p:nvPr/>
            </p:nvSpPr>
            <p:spPr>
              <a:xfrm>
                <a:off x="2457030" y="26365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812" y="931638"/>
                    </a:lnTo>
                    <a:lnTo>
                      <a:pt x="911772" y="929870"/>
                    </a:lnTo>
                    <a:lnTo>
                      <a:pt x="911828" y="919083"/>
                    </a:lnTo>
                    <a:lnTo>
                      <a:pt x="911984" y="914400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h614"/>
              <p:cNvSpPr/>
              <p:nvPr/>
            </p:nvSpPr>
            <p:spPr>
              <a:xfrm>
                <a:off x="24570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h615"/>
              <p:cNvSpPr/>
              <p:nvPr/>
            </p:nvSpPr>
            <p:spPr>
              <a:xfrm>
                <a:off x="24662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h616"/>
              <p:cNvSpPr/>
              <p:nvPr/>
            </p:nvSpPr>
            <p:spPr>
              <a:xfrm>
                <a:off x="2475555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h617"/>
              <p:cNvSpPr/>
              <p:nvPr/>
            </p:nvSpPr>
            <p:spPr>
              <a:xfrm>
                <a:off x="24848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h618"/>
              <p:cNvSpPr/>
              <p:nvPr/>
            </p:nvSpPr>
            <p:spPr>
              <a:xfrm>
                <a:off x="24940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h619"/>
              <p:cNvSpPr/>
              <p:nvPr/>
            </p:nvSpPr>
            <p:spPr>
              <a:xfrm>
                <a:off x="25033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h620"/>
              <p:cNvSpPr/>
              <p:nvPr/>
            </p:nvSpPr>
            <p:spPr>
              <a:xfrm>
                <a:off x="25126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h621"/>
              <p:cNvSpPr/>
              <p:nvPr/>
            </p:nvSpPr>
            <p:spPr>
              <a:xfrm>
                <a:off x="252186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h622"/>
              <p:cNvSpPr/>
              <p:nvPr/>
            </p:nvSpPr>
            <p:spPr>
              <a:xfrm>
                <a:off x="253112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h623"/>
              <p:cNvSpPr/>
              <p:nvPr/>
            </p:nvSpPr>
            <p:spPr>
              <a:xfrm>
                <a:off x="254039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h624"/>
              <p:cNvSpPr/>
              <p:nvPr/>
            </p:nvSpPr>
            <p:spPr>
              <a:xfrm>
                <a:off x="254965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h625"/>
              <p:cNvSpPr/>
              <p:nvPr/>
            </p:nvSpPr>
            <p:spPr>
              <a:xfrm>
                <a:off x="255891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h626"/>
              <p:cNvSpPr/>
              <p:nvPr/>
            </p:nvSpPr>
            <p:spPr>
              <a:xfrm>
                <a:off x="256817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h627"/>
              <p:cNvSpPr/>
              <p:nvPr/>
            </p:nvSpPr>
            <p:spPr>
              <a:xfrm>
                <a:off x="257743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h628"/>
              <p:cNvSpPr/>
              <p:nvPr/>
            </p:nvSpPr>
            <p:spPr>
              <a:xfrm>
                <a:off x="258670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h629"/>
              <p:cNvSpPr/>
              <p:nvPr/>
            </p:nvSpPr>
            <p:spPr>
              <a:xfrm>
                <a:off x="259596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h630"/>
              <p:cNvSpPr/>
              <p:nvPr/>
            </p:nvSpPr>
            <p:spPr>
              <a:xfrm>
                <a:off x="260522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h631"/>
              <p:cNvSpPr/>
              <p:nvPr/>
            </p:nvSpPr>
            <p:spPr>
              <a:xfrm>
                <a:off x="261448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h632"/>
              <p:cNvSpPr/>
              <p:nvPr/>
            </p:nvSpPr>
            <p:spPr>
              <a:xfrm>
                <a:off x="262375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h633"/>
              <p:cNvSpPr/>
              <p:nvPr/>
            </p:nvSpPr>
            <p:spPr>
              <a:xfrm>
                <a:off x="263301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h634"/>
              <p:cNvSpPr/>
              <p:nvPr/>
            </p:nvSpPr>
            <p:spPr>
              <a:xfrm>
                <a:off x="264227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h635"/>
              <p:cNvSpPr/>
              <p:nvPr/>
            </p:nvSpPr>
            <p:spPr>
              <a:xfrm>
                <a:off x="265153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h636"/>
              <p:cNvSpPr/>
              <p:nvPr/>
            </p:nvSpPr>
            <p:spPr>
              <a:xfrm>
                <a:off x="266079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h637"/>
              <p:cNvSpPr/>
              <p:nvPr/>
            </p:nvSpPr>
            <p:spPr>
              <a:xfrm>
                <a:off x="267006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h638"/>
              <p:cNvSpPr/>
              <p:nvPr/>
            </p:nvSpPr>
            <p:spPr>
              <a:xfrm>
                <a:off x="267932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h639"/>
              <p:cNvSpPr/>
              <p:nvPr/>
            </p:nvSpPr>
            <p:spPr>
              <a:xfrm>
                <a:off x="268858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h640"/>
              <p:cNvSpPr/>
              <p:nvPr/>
            </p:nvSpPr>
            <p:spPr>
              <a:xfrm>
                <a:off x="269784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h641"/>
              <p:cNvSpPr/>
              <p:nvPr/>
            </p:nvSpPr>
            <p:spPr>
              <a:xfrm>
                <a:off x="270711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h642"/>
              <p:cNvSpPr/>
              <p:nvPr/>
            </p:nvSpPr>
            <p:spPr>
              <a:xfrm>
                <a:off x="271637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h643"/>
              <p:cNvSpPr/>
              <p:nvPr/>
            </p:nvSpPr>
            <p:spPr>
              <a:xfrm>
                <a:off x="272563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h644"/>
              <p:cNvSpPr/>
              <p:nvPr/>
            </p:nvSpPr>
            <p:spPr>
              <a:xfrm>
                <a:off x="273489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h645"/>
              <p:cNvSpPr/>
              <p:nvPr/>
            </p:nvSpPr>
            <p:spPr>
              <a:xfrm>
                <a:off x="274415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h646"/>
              <p:cNvSpPr/>
              <p:nvPr/>
            </p:nvSpPr>
            <p:spPr>
              <a:xfrm>
                <a:off x="275342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h647"/>
              <p:cNvSpPr/>
              <p:nvPr/>
            </p:nvSpPr>
            <p:spPr>
              <a:xfrm>
                <a:off x="276268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h648"/>
              <p:cNvSpPr/>
              <p:nvPr/>
            </p:nvSpPr>
            <p:spPr>
              <a:xfrm>
                <a:off x="277194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h649"/>
              <p:cNvSpPr/>
              <p:nvPr/>
            </p:nvSpPr>
            <p:spPr>
              <a:xfrm>
                <a:off x="278120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h650"/>
              <p:cNvSpPr/>
              <p:nvPr/>
            </p:nvSpPr>
            <p:spPr>
              <a:xfrm>
                <a:off x="279047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h651"/>
              <p:cNvSpPr/>
              <p:nvPr/>
            </p:nvSpPr>
            <p:spPr>
              <a:xfrm>
                <a:off x="279973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h652"/>
              <p:cNvSpPr/>
              <p:nvPr/>
            </p:nvSpPr>
            <p:spPr>
              <a:xfrm>
                <a:off x="280899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h653"/>
              <p:cNvSpPr/>
              <p:nvPr/>
            </p:nvSpPr>
            <p:spPr>
              <a:xfrm>
                <a:off x="281825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h654"/>
              <p:cNvSpPr/>
              <p:nvPr/>
            </p:nvSpPr>
            <p:spPr>
              <a:xfrm>
                <a:off x="282751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h655"/>
              <p:cNvSpPr/>
              <p:nvPr/>
            </p:nvSpPr>
            <p:spPr>
              <a:xfrm>
                <a:off x="283678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h656"/>
              <p:cNvSpPr/>
              <p:nvPr/>
            </p:nvSpPr>
            <p:spPr>
              <a:xfrm>
                <a:off x="284604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h657"/>
              <p:cNvSpPr/>
              <p:nvPr/>
            </p:nvSpPr>
            <p:spPr>
              <a:xfrm>
                <a:off x="285530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h658"/>
              <p:cNvSpPr/>
              <p:nvPr/>
            </p:nvSpPr>
            <p:spPr>
              <a:xfrm>
                <a:off x="286456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h659"/>
              <p:cNvSpPr/>
              <p:nvPr/>
            </p:nvSpPr>
            <p:spPr>
              <a:xfrm>
                <a:off x="28738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h660"/>
              <p:cNvSpPr/>
              <p:nvPr/>
            </p:nvSpPr>
            <p:spPr>
              <a:xfrm>
                <a:off x="28830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h661"/>
              <p:cNvSpPr/>
              <p:nvPr/>
            </p:nvSpPr>
            <p:spPr>
              <a:xfrm>
                <a:off x="289235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h662"/>
              <p:cNvSpPr/>
              <p:nvPr/>
            </p:nvSpPr>
            <p:spPr>
              <a:xfrm>
                <a:off x="29016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h663"/>
              <p:cNvSpPr/>
              <p:nvPr/>
            </p:nvSpPr>
            <p:spPr>
              <a:xfrm>
                <a:off x="29108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h664"/>
              <p:cNvSpPr/>
              <p:nvPr/>
            </p:nvSpPr>
            <p:spPr>
              <a:xfrm>
                <a:off x="29201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h665"/>
              <p:cNvSpPr/>
              <p:nvPr/>
            </p:nvSpPr>
            <p:spPr>
              <a:xfrm>
                <a:off x="29294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h666"/>
              <p:cNvSpPr/>
              <p:nvPr/>
            </p:nvSpPr>
            <p:spPr>
              <a:xfrm>
                <a:off x="2938666" y="2653748"/>
                <a:ext cx="9210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072" y="897161"/>
                    </a:lnTo>
                    <a:lnTo>
                      <a:pt x="920202" y="907232"/>
                    </a:lnTo>
                    <a:lnTo>
                      <a:pt x="919377" y="914400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h667"/>
              <p:cNvSpPr/>
              <p:nvPr/>
            </p:nvSpPr>
            <p:spPr>
              <a:xfrm>
                <a:off x="2457030" y="261927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84" y="931638"/>
                    </a:lnTo>
                    <a:lnTo>
                      <a:pt x="912186" y="925554"/>
                    </a:lnTo>
                    <a:lnTo>
                      <a:pt x="912845" y="914836"/>
                    </a:lnTo>
                    <a:lnTo>
                      <a:pt x="912885" y="914400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h668"/>
              <p:cNvSpPr/>
              <p:nvPr/>
            </p:nvSpPr>
            <p:spPr>
              <a:xfrm>
                <a:off x="24570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h669"/>
              <p:cNvSpPr/>
              <p:nvPr/>
            </p:nvSpPr>
            <p:spPr>
              <a:xfrm>
                <a:off x="24662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h670"/>
              <p:cNvSpPr/>
              <p:nvPr/>
            </p:nvSpPr>
            <p:spPr>
              <a:xfrm>
                <a:off x="2475555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h671"/>
              <p:cNvSpPr/>
              <p:nvPr/>
            </p:nvSpPr>
            <p:spPr>
              <a:xfrm>
                <a:off x="24848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h672"/>
              <p:cNvSpPr/>
              <p:nvPr/>
            </p:nvSpPr>
            <p:spPr>
              <a:xfrm>
                <a:off x="24940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h673"/>
              <p:cNvSpPr/>
              <p:nvPr/>
            </p:nvSpPr>
            <p:spPr>
              <a:xfrm>
                <a:off x="25033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h674"/>
              <p:cNvSpPr/>
              <p:nvPr/>
            </p:nvSpPr>
            <p:spPr>
              <a:xfrm>
                <a:off x="25126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h675"/>
              <p:cNvSpPr/>
              <p:nvPr/>
            </p:nvSpPr>
            <p:spPr>
              <a:xfrm>
                <a:off x="252186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h676"/>
              <p:cNvSpPr/>
              <p:nvPr/>
            </p:nvSpPr>
            <p:spPr>
              <a:xfrm>
                <a:off x="253112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h677"/>
              <p:cNvSpPr/>
              <p:nvPr/>
            </p:nvSpPr>
            <p:spPr>
              <a:xfrm>
                <a:off x="254039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h678"/>
              <p:cNvSpPr/>
              <p:nvPr/>
            </p:nvSpPr>
            <p:spPr>
              <a:xfrm>
                <a:off x="254965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h679"/>
              <p:cNvSpPr/>
              <p:nvPr/>
            </p:nvSpPr>
            <p:spPr>
              <a:xfrm>
                <a:off x="255891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h680"/>
              <p:cNvSpPr/>
              <p:nvPr/>
            </p:nvSpPr>
            <p:spPr>
              <a:xfrm>
                <a:off x="256817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h681"/>
              <p:cNvSpPr/>
              <p:nvPr/>
            </p:nvSpPr>
            <p:spPr>
              <a:xfrm>
                <a:off x="257743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h682"/>
              <p:cNvSpPr/>
              <p:nvPr/>
            </p:nvSpPr>
            <p:spPr>
              <a:xfrm>
                <a:off x="258670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h683"/>
              <p:cNvSpPr/>
              <p:nvPr/>
            </p:nvSpPr>
            <p:spPr>
              <a:xfrm>
                <a:off x="259596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h684"/>
              <p:cNvSpPr/>
              <p:nvPr/>
            </p:nvSpPr>
            <p:spPr>
              <a:xfrm>
                <a:off x="260522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h685"/>
              <p:cNvSpPr/>
              <p:nvPr/>
            </p:nvSpPr>
            <p:spPr>
              <a:xfrm>
                <a:off x="261448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h686"/>
              <p:cNvSpPr/>
              <p:nvPr/>
            </p:nvSpPr>
            <p:spPr>
              <a:xfrm>
                <a:off x="262375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h687"/>
              <p:cNvSpPr/>
              <p:nvPr/>
            </p:nvSpPr>
            <p:spPr>
              <a:xfrm>
                <a:off x="263301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h688"/>
              <p:cNvSpPr/>
              <p:nvPr/>
            </p:nvSpPr>
            <p:spPr>
              <a:xfrm>
                <a:off x="264227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h689"/>
              <p:cNvSpPr/>
              <p:nvPr/>
            </p:nvSpPr>
            <p:spPr>
              <a:xfrm>
                <a:off x="265153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h690"/>
              <p:cNvSpPr/>
              <p:nvPr/>
            </p:nvSpPr>
            <p:spPr>
              <a:xfrm>
                <a:off x="266079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h691"/>
              <p:cNvSpPr/>
              <p:nvPr/>
            </p:nvSpPr>
            <p:spPr>
              <a:xfrm>
                <a:off x="267006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h692"/>
              <p:cNvSpPr/>
              <p:nvPr/>
            </p:nvSpPr>
            <p:spPr>
              <a:xfrm>
                <a:off x="267932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h693"/>
              <p:cNvSpPr/>
              <p:nvPr/>
            </p:nvSpPr>
            <p:spPr>
              <a:xfrm>
                <a:off x="268858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h694"/>
              <p:cNvSpPr/>
              <p:nvPr/>
            </p:nvSpPr>
            <p:spPr>
              <a:xfrm>
                <a:off x="269784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h695"/>
              <p:cNvSpPr/>
              <p:nvPr/>
            </p:nvSpPr>
            <p:spPr>
              <a:xfrm>
                <a:off x="270711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h696"/>
              <p:cNvSpPr/>
              <p:nvPr/>
            </p:nvSpPr>
            <p:spPr>
              <a:xfrm>
                <a:off x="271637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h697"/>
              <p:cNvSpPr/>
              <p:nvPr/>
            </p:nvSpPr>
            <p:spPr>
              <a:xfrm>
                <a:off x="272563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h698"/>
              <p:cNvSpPr/>
              <p:nvPr/>
            </p:nvSpPr>
            <p:spPr>
              <a:xfrm>
                <a:off x="273489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h699"/>
              <p:cNvSpPr/>
              <p:nvPr/>
            </p:nvSpPr>
            <p:spPr>
              <a:xfrm>
                <a:off x="274415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h700"/>
              <p:cNvSpPr/>
              <p:nvPr/>
            </p:nvSpPr>
            <p:spPr>
              <a:xfrm>
                <a:off x="275342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h701"/>
              <p:cNvSpPr/>
              <p:nvPr/>
            </p:nvSpPr>
            <p:spPr>
              <a:xfrm>
                <a:off x="276268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h702"/>
              <p:cNvSpPr/>
              <p:nvPr/>
            </p:nvSpPr>
            <p:spPr>
              <a:xfrm>
                <a:off x="277194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h703"/>
              <p:cNvSpPr/>
              <p:nvPr/>
            </p:nvSpPr>
            <p:spPr>
              <a:xfrm>
                <a:off x="278120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h704"/>
              <p:cNvSpPr/>
              <p:nvPr/>
            </p:nvSpPr>
            <p:spPr>
              <a:xfrm>
                <a:off x="279047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h705"/>
              <p:cNvSpPr/>
              <p:nvPr/>
            </p:nvSpPr>
            <p:spPr>
              <a:xfrm>
                <a:off x="279973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h706"/>
              <p:cNvSpPr/>
              <p:nvPr/>
            </p:nvSpPr>
            <p:spPr>
              <a:xfrm>
                <a:off x="280899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h707"/>
              <p:cNvSpPr/>
              <p:nvPr/>
            </p:nvSpPr>
            <p:spPr>
              <a:xfrm>
                <a:off x="281825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h708"/>
              <p:cNvSpPr/>
              <p:nvPr/>
            </p:nvSpPr>
            <p:spPr>
              <a:xfrm>
                <a:off x="282751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h709"/>
              <p:cNvSpPr/>
              <p:nvPr/>
            </p:nvSpPr>
            <p:spPr>
              <a:xfrm>
                <a:off x="283678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h710"/>
              <p:cNvSpPr/>
              <p:nvPr/>
            </p:nvSpPr>
            <p:spPr>
              <a:xfrm>
                <a:off x="284604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h711"/>
              <p:cNvSpPr/>
              <p:nvPr/>
            </p:nvSpPr>
            <p:spPr>
              <a:xfrm>
                <a:off x="285530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h712"/>
              <p:cNvSpPr/>
              <p:nvPr/>
            </p:nvSpPr>
            <p:spPr>
              <a:xfrm>
                <a:off x="286456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h713"/>
              <p:cNvSpPr/>
              <p:nvPr/>
            </p:nvSpPr>
            <p:spPr>
              <a:xfrm>
                <a:off x="28738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h714"/>
              <p:cNvSpPr/>
              <p:nvPr/>
            </p:nvSpPr>
            <p:spPr>
              <a:xfrm>
                <a:off x="28830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h715"/>
              <p:cNvSpPr/>
              <p:nvPr/>
            </p:nvSpPr>
            <p:spPr>
              <a:xfrm>
                <a:off x="289235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h716"/>
              <p:cNvSpPr/>
              <p:nvPr/>
            </p:nvSpPr>
            <p:spPr>
              <a:xfrm>
                <a:off x="29016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h717"/>
              <p:cNvSpPr/>
              <p:nvPr/>
            </p:nvSpPr>
            <p:spPr>
              <a:xfrm>
                <a:off x="29108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h718"/>
              <p:cNvSpPr/>
              <p:nvPr/>
            </p:nvSpPr>
            <p:spPr>
              <a:xfrm>
                <a:off x="29201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h719"/>
              <p:cNvSpPr/>
              <p:nvPr/>
            </p:nvSpPr>
            <p:spPr>
              <a:xfrm>
                <a:off x="29294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h720"/>
              <p:cNvSpPr/>
              <p:nvPr/>
            </p:nvSpPr>
            <p:spPr>
              <a:xfrm>
                <a:off x="2938666" y="26365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649"/>
                    </a:lnTo>
                    <a:lnTo>
                      <a:pt x="921398" y="909034"/>
                    </a:lnTo>
                    <a:lnTo>
                      <a:pt x="921115" y="913898"/>
                    </a:lnTo>
                    <a:lnTo>
                      <a:pt x="921072" y="914400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h721"/>
              <p:cNvSpPr/>
              <p:nvPr/>
            </p:nvSpPr>
            <p:spPr>
              <a:xfrm>
                <a:off x="2947928" y="2619272"/>
                <a:ext cx="923662" cy="92488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88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050"/>
                    </a:lnTo>
                    <a:lnTo>
                      <a:pt x="921206" y="920111"/>
                    </a:lnTo>
                    <a:lnTo>
                      <a:pt x="915717" y="924081"/>
                    </a:lnTo>
                    <a:lnTo>
                      <a:pt x="914400" y="924887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h722"/>
              <p:cNvSpPr/>
              <p:nvPr/>
            </p:nvSpPr>
            <p:spPr>
              <a:xfrm>
                <a:off x="2957190" y="2619272"/>
                <a:ext cx="918568" cy="918050"/>
              </a:xfrm>
              <a:custGeom>
                <a:avLst/>
                <a:gdLst/>
                <a:ahLst/>
                <a:cxnLst/>
                <a:rect l="0" t="0" r="0" b="0"/>
                <a:pathLst>
                  <a:path w="918568" h="918050">
                    <a:moveTo>
                      <a:pt x="914400" y="914400"/>
                    </a:moveTo>
                    <a:lnTo>
                      <a:pt x="918568" y="914400"/>
                    </a:lnTo>
                    <a:lnTo>
                      <a:pt x="917312" y="915606"/>
                    </a:lnTo>
                    <a:lnTo>
                      <a:pt x="914400" y="918050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h723"/>
              <p:cNvSpPr/>
              <p:nvPr/>
            </p:nvSpPr>
            <p:spPr>
              <a:xfrm>
                <a:off x="2457030" y="26192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5" y="914400"/>
                    </a:lnTo>
                    <a:lnTo>
                      <a:pt x="913804" y="904196"/>
                    </a:lnTo>
                    <a:lnTo>
                      <a:pt x="914400" y="899201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h724"/>
              <p:cNvSpPr/>
              <p:nvPr/>
            </p:nvSpPr>
            <p:spPr>
              <a:xfrm>
                <a:off x="2466292" y="26020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40"/>
                    </a:lnTo>
                    <a:lnTo>
                      <a:pt x="905380" y="914400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h725"/>
              <p:cNvSpPr/>
              <p:nvPr/>
            </p:nvSpPr>
            <p:spPr>
              <a:xfrm>
                <a:off x="24662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h726"/>
              <p:cNvSpPr/>
              <p:nvPr/>
            </p:nvSpPr>
            <p:spPr>
              <a:xfrm>
                <a:off x="2475555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h727"/>
              <p:cNvSpPr/>
              <p:nvPr/>
            </p:nvSpPr>
            <p:spPr>
              <a:xfrm>
                <a:off x="24848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h728"/>
              <p:cNvSpPr/>
              <p:nvPr/>
            </p:nvSpPr>
            <p:spPr>
              <a:xfrm>
                <a:off x="24940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h729"/>
              <p:cNvSpPr/>
              <p:nvPr/>
            </p:nvSpPr>
            <p:spPr>
              <a:xfrm>
                <a:off x="25033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h730"/>
              <p:cNvSpPr/>
              <p:nvPr/>
            </p:nvSpPr>
            <p:spPr>
              <a:xfrm>
                <a:off x="25126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h731"/>
              <p:cNvSpPr/>
              <p:nvPr/>
            </p:nvSpPr>
            <p:spPr>
              <a:xfrm>
                <a:off x="25218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h732"/>
              <p:cNvSpPr/>
              <p:nvPr/>
            </p:nvSpPr>
            <p:spPr>
              <a:xfrm>
                <a:off x="25311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h733"/>
              <p:cNvSpPr/>
              <p:nvPr/>
            </p:nvSpPr>
            <p:spPr>
              <a:xfrm>
                <a:off x="254039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h734"/>
              <p:cNvSpPr/>
              <p:nvPr/>
            </p:nvSpPr>
            <p:spPr>
              <a:xfrm>
                <a:off x="254965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h735"/>
              <p:cNvSpPr/>
              <p:nvPr/>
            </p:nvSpPr>
            <p:spPr>
              <a:xfrm>
                <a:off x="255891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h736"/>
              <p:cNvSpPr/>
              <p:nvPr/>
            </p:nvSpPr>
            <p:spPr>
              <a:xfrm>
                <a:off x="256817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h737"/>
              <p:cNvSpPr/>
              <p:nvPr/>
            </p:nvSpPr>
            <p:spPr>
              <a:xfrm>
                <a:off x="257743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h738"/>
              <p:cNvSpPr/>
              <p:nvPr/>
            </p:nvSpPr>
            <p:spPr>
              <a:xfrm>
                <a:off x="258670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h739"/>
              <p:cNvSpPr/>
              <p:nvPr/>
            </p:nvSpPr>
            <p:spPr>
              <a:xfrm>
                <a:off x="259596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h740"/>
              <p:cNvSpPr/>
              <p:nvPr/>
            </p:nvSpPr>
            <p:spPr>
              <a:xfrm>
                <a:off x="260522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h741"/>
              <p:cNvSpPr/>
              <p:nvPr/>
            </p:nvSpPr>
            <p:spPr>
              <a:xfrm>
                <a:off x="261448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h742"/>
              <p:cNvSpPr/>
              <p:nvPr/>
            </p:nvSpPr>
            <p:spPr>
              <a:xfrm>
                <a:off x="262375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h743"/>
              <p:cNvSpPr/>
              <p:nvPr/>
            </p:nvSpPr>
            <p:spPr>
              <a:xfrm>
                <a:off x="263301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h744"/>
              <p:cNvSpPr/>
              <p:nvPr/>
            </p:nvSpPr>
            <p:spPr>
              <a:xfrm>
                <a:off x="264227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h745"/>
              <p:cNvSpPr/>
              <p:nvPr/>
            </p:nvSpPr>
            <p:spPr>
              <a:xfrm>
                <a:off x="265153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h746"/>
              <p:cNvSpPr/>
              <p:nvPr/>
            </p:nvSpPr>
            <p:spPr>
              <a:xfrm>
                <a:off x="266079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h747"/>
              <p:cNvSpPr/>
              <p:nvPr/>
            </p:nvSpPr>
            <p:spPr>
              <a:xfrm>
                <a:off x="267006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h748"/>
              <p:cNvSpPr/>
              <p:nvPr/>
            </p:nvSpPr>
            <p:spPr>
              <a:xfrm>
                <a:off x="267932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h749"/>
              <p:cNvSpPr/>
              <p:nvPr/>
            </p:nvSpPr>
            <p:spPr>
              <a:xfrm>
                <a:off x="268858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h750"/>
              <p:cNvSpPr/>
              <p:nvPr/>
            </p:nvSpPr>
            <p:spPr>
              <a:xfrm>
                <a:off x="269784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h751"/>
              <p:cNvSpPr/>
              <p:nvPr/>
            </p:nvSpPr>
            <p:spPr>
              <a:xfrm>
                <a:off x="270711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h752"/>
              <p:cNvSpPr/>
              <p:nvPr/>
            </p:nvSpPr>
            <p:spPr>
              <a:xfrm>
                <a:off x="271637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h753"/>
              <p:cNvSpPr/>
              <p:nvPr/>
            </p:nvSpPr>
            <p:spPr>
              <a:xfrm>
                <a:off x="272563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h754"/>
              <p:cNvSpPr/>
              <p:nvPr/>
            </p:nvSpPr>
            <p:spPr>
              <a:xfrm>
                <a:off x="273489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h755"/>
              <p:cNvSpPr/>
              <p:nvPr/>
            </p:nvSpPr>
            <p:spPr>
              <a:xfrm>
                <a:off x="274415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h756"/>
              <p:cNvSpPr/>
              <p:nvPr/>
            </p:nvSpPr>
            <p:spPr>
              <a:xfrm>
                <a:off x="275342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h757"/>
              <p:cNvSpPr/>
              <p:nvPr/>
            </p:nvSpPr>
            <p:spPr>
              <a:xfrm>
                <a:off x="276268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h758"/>
              <p:cNvSpPr/>
              <p:nvPr/>
            </p:nvSpPr>
            <p:spPr>
              <a:xfrm>
                <a:off x="277194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h759"/>
              <p:cNvSpPr/>
              <p:nvPr/>
            </p:nvSpPr>
            <p:spPr>
              <a:xfrm>
                <a:off x="278120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h760"/>
              <p:cNvSpPr/>
              <p:nvPr/>
            </p:nvSpPr>
            <p:spPr>
              <a:xfrm>
                <a:off x="279047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h761"/>
              <p:cNvSpPr/>
              <p:nvPr/>
            </p:nvSpPr>
            <p:spPr>
              <a:xfrm>
                <a:off x="279973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h762"/>
              <p:cNvSpPr/>
              <p:nvPr/>
            </p:nvSpPr>
            <p:spPr>
              <a:xfrm>
                <a:off x="280899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h763"/>
              <p:cNvSpPr/>
              <p:nvPr/>
            </p:nvSpPr>
            <p:spPr>
              <a:xfrm>
                <a:off x="281825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h764"/>
              <p:cNvSpPr/>
              <p:nvPr/>
            </p:nvSpPr>
            <p:spPr>
              <a:xfrm>
                <a:off x="282751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h765"/>
              <p:cNvSpPr/>
              <p:nvPr/>
            </p:nvSpPr>
            <p:spPr>
              <a:xfrm>
                <a:off x="283678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h766"/>
              <p:cNvSpPr/>
              <p:nvPr/>
            </p:nvSpPr>
            <p:spPr>
              <a:xfrm>
                <a:off x="284604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h767"/>
              <p:cNvSpPr/>
              <p:nvPr/>
            </p:nvSpPr>
            <p:spPr>
              <a:xfrm>
                <a:off x="285530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h768"/>
              <p:cNvSpPr/>
              <p:nvPr/>
            </p:nvSpPr>
            <p:spPr>
              <a:xfrm>
                <a:off x="286456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h769"/>
              <p:cNvSpPr/>
              <p:nvPr/>
            </p:nvSpPr>
            <p:spPr>
              <a:xfrm>
                <a:off x="287383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h770"/>
              <p:cNvSpPr/>
              <p:nvPr/>
            </p:nvSpPr>
            <p:spPr>
              <a:xfrm>
                <a:off x="28830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h771"/>
              <p:cNvSpPr/>
              <p:nvPr/>
            </p:nvSpPr>
            <p:spPr>
              <a:xfrm>
                <a:off x="289235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h772"/>
              <p:cNvSpPr/>
              <p:nvPr/>
            </p:nvSpPr>
            <p:spPr>
              <a:xfrm>
                <a:off x="29016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h773"/>
              <p:cNvSpPr/>
              <p:nvPr/>
            </p:nvSpPr>
            <p:spPr>
              <a:xfrm>
                <a:off x="29108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h774"/>
              <p:cNvSpPr/>
              <p:nvPr/>
            </p:nvSpPr>
            <p:spPr>
              <a:xfrm>
                <a:off x="29201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h775"/>
              <p:cNvSpPr/>
              <p:nvPr/>
            </p:nvSpPr>
            <p:spPr>
              <a:xfrm>
                <a:off x="29294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h776"/>
              <p:cNvSpPr/>
              <p:nvPr/>
            </p:nvSpPr>
            <p:spPr>
              <a:xfrm>
                <a:off x="29386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h777"/>
              <p:cNvSpPr/>
              <p:nvPr/>
            </p:nvSpPr>
            <p:spPr>
              <a:xfrm>
                <a:off x="29479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h778"/>
              <p:cNvSpPr/>
              <p:nvPr/>
            </p:nvSpPr>
            <p:spPr>
              <a:xfrm>
                <a:off x="2957190" y="261927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361"/>
                    </a:lnTo>
                    <a:lnTo>
                      <a:pt x="922545" y="910577"/>
                    </a:lnTo>
                    <a:lnTo>
                      <a:pt x="918568" y="914400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h779"/>
              <p:cNvSpPr/>
              <p:nvPr/>
            </p:nvSpPr>
            <p:spPr>
              <a:xfrm>
                <a:off x="2966452" y="2602033"/>
                <a:ext cx="923662" cy="9265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5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728"/>
                    </a:lnTo>
                    <a:lnTo>
                      <a:pt x="923283" y="916248"/>
                    </a:lnTo>
                    <a:lnTo>
                      <a:pt x="918365" y="922278"/>
                    </a:lnTo>
                    <a:lnTo>
                      <a:pt x="914400" y="92659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h780"/>
              <p:cNvSpPr/>
              <p:nvPr/>
            </p:nvSpPr>
            <p:spPr>
              <a:xfrm>
                <a:off x="2975714" y="2602033"/>
                <a:ext cx="915367" cy="915728"/>
              </a:xfrm>
              <a:custGeom>
                <a:avLst/>
                <a:gdLst/>
                <a:ahLst/>
                <a:cxnLst/>
                <a:rect l="0" t="0" r="0" b="0"/>
                <a:pathLst>
                  <a:path w="915367" h="915728">
                    <a:moveTo>
                      <a:pt x="914400" y="914400"/>
                    </a:moveTo>
                    <a:lnTo>
                      <a:pt x="915367" y="914400"/>
                    </a:lnTo>
                    <a:lnTo>
                      <a:pt x="914400" y="91572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h781"/>
              <p:cNvSpPr/>
              <p:nvPr/>
            </p:nvSpPr>
            <p:spPr>
              <a:xfrm>
                <a:off x="3086861" y="2602033"/>
                <a:ext cx="914400" cy="91710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03">
                    <a:moveTo>
                      <a:pt x="914400" y="914400"/>
                    </a:moveTo>
                    <a:lnTo>
                      <a:pt x="914400" y="917103"/>
                    </a:lnTo>
                    <a:lnTo>
                      <a:pt x="909753" y="915085"/>
                    </a:lnTo>
                    <a:lnTo>
                      <a:pt x="908481" y="914400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h782"/>
              <p:cNvSpPr/>
              <p:nvPr/>
            </p:nvSpPr>
            <p:spPr>
              <a:xfrm>
                <a:off x="3086861" y="2602033"/>
                <a:ext cx="923662" cy="9200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3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039"/>
                    </a:lnTo>
                    <a:lnTo>
                      <a:pt x="921163" y="919458"/>
                    </a:lnTo>
                    <a:lnTo>
                      <a:pt x="915428" y="917550"/>
                    </a:lnTo>
                    <a:lnTo>
                      <a:pt x="914400" y="917103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h783"/>
              <p:cNvSpPr/>
              <p:nvPr/>
            </p:nvSpPr>
            <p:spPr>
              <a:xfrm>
                <a:off x="3096123" y="2602033"/>
                <a:ext cx="923662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90"/>
                    </a:lnTo>
                    <a:lnTo>
                      <a:pt x="923495" y="921583"/>
                    </a:lnTo>
                    <a:lnTo>
                      <a:pt x="917683" y="920803"/>
                    </a:lnTo>
                    <a:lnTo>
                      <a:pt x="914400" y="92003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h784"/>
              <p:cNvSpPr/>
              <p:nvPr/>
            </p:nvSpPr>
            <p:spPr>
              <a:xfrm>
                <a:off x="3105386" y="2602033"/>
                <a:ext cx="923662" cy="921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75"/>
                    </a:lnTo>
                    <a:lnTo>
                      <a:pt x="920058" y="921796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h785"/>
              <p:cNvSpPr/>
              <p:nvPr/>
            </p:nvSpPr>
            <p:spPr>
              <a:xfrm>
                <a:off x="3114648" y="2602033"/>
                <a:ext cx="923662" cy="9215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7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96"/>
                    </a:lnTo>
                    <a:lnTo>
                      <a:pt x="922425" y="920515"/>
                    </a:lnTo>
                    <a:lnTo>
                      <a:pt x="916619" y="921439"/>
                    </a:lnTo>
                    <a:lnTo>
                      <a:pt x="914400" y="921575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h786"/>
              <p:cNvSpPr/>
              <p:nvPr/>
            </p:nvSpPr>
            <p:spPr>
              <a:xfrm>
                <a:off x="3123910" y="2602033"/>
                <a:ext cx="923662" cy="9201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33"/>
                    </a:lnTo>
                    <a:lnTo>
                      <a:pt x="918934" y="919026"/>
                    </a:lnTo>
                    <a:lnTo>
                      <a:pt x="914400" y="920196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h787"/>
              <p:cNvSpPr/>
              <p:nvPr/>
            </p:nvSpPr>
            <p:spPr>
              <a:xfrm>
                <a:off x="3133172" y="2602033"/>
                <a:ext cx="920989" cy="917333"/>
              </a:xfrm>
              <a:custGeom>
                <a:avLst/>
                <a:gdLst/>
                <a:ahLst/>
                <a:cxnLst/>
                <a:rect l="0" t="0" r="0" b="0"/>
                <a:pathLst>
                  <a:path w="920989" h="917333">
                    <a:moveTo>
                      <a:pt x="914400" y="914400"/>
                    </a:moveTo>
                    <a:lnTo>
                      <a:pt x="920989" y="914400"/>
                    </a:lnTo>
                    <a:lnTo>
                      <a:pt x="915394" y="916977"/>
                    </a:lnTo>
                    <a:lnTo>
                      <a:pt x="914400" y="917333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h788"/>
              <p:cNvSpPr/>
              <p:nvPr/>
            </p:nvSpPr>
            <p:spPr>
              <a:xfrm>
                <a:off x="2457030" y="2584795"/>
                <a:ext cx="914400" cy="922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068">
                    <a:moveTo>
                      <a:pt x="914400" y="914400"/>
                    </a:moveTo>
                    <a:lnTo>
                      <a:pt x="914400" y="922068"/>
                    </a:lnTo>
                    <a:lnTo>
                      <a:pt x="913095" y="919498"/>
                    </a:lnTo>
                    <a:lnTo>
                      <a:pt x="911713" y="916778"/>
                    </a:lnTo>
                    <a:lnTo>
                      <a:pt x="910504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h789"/>
              <p:cNvSpPr/>
              <p:nvPr/>
            </p:nvSpPr>
            <p:spPr>
              <a:xfrm>
                <a:off x="24570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43" y="931638"/>
                    </a:lnTo>
                    <a:lnTo>
                      <a:pt x="915059" y="928141"/>
                    </a:lnTo>
                    <a:lnTo>
                      <a:pt x="915609" y="924452"/>
                    </a:lnTo>
                    <a:lnTo>
                      <a:pt x="914476" y="922219"/>
                    </a:lnTo>
                    <a:lnTo>
                      <a:pt x="914400" y="92206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h790"/>
              <p:cNvSpPr/>
              <p:nvPr/>
            </p:nvSpPr>
            <p:spPr>
              <a:xfrm>
                <a:off x="24662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h791"/>
              <p:cNvSpPr/>
              <p:nvPr/>
            </p:nvSpPr>
            <p:spPr>
              <a:xfrm>
                <a:off x="2475555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h792"/>
              <p:cNvSpPr/>
              <p:nvPr/>
            </p:nvSpPr>
            <p:spPr>
              <a:xfrm>
                <a:off x="24848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h793"/>
              <p:cNvSpPr/>
              <p:nvPr/>
            </p:nvSpPr>
            <p:spPr>
              <a:xfrm>
                <a:off x="24940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h794"/>
              <p:cNvSpPr/>
              <p:nvPr/>
            </p:nvSpPr>
            <p:spPr>
              <a:xfrm>
                <a:off x="25033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h795"/>
              <p:cNvSpPr/>
              <p:nvPr/>
            </p:nvSpPr>
            <p:spPr>
              <a:xfrm>
                <a:off x="25126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h796"/>
              <p:cNvSpPr/>
              <p:nvPr/>
            </p:nvSpPr>
            <p:spPr>
              <a:xfrm>
                <a:off x="25218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h797"/>
              <p:cNvSpPr/>
              <p:nvPr/>
            </p:nvSpPr>
            <p:spPr>
              <a:xfrm>
                <a:off x="25311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h798"/>
              <p:cNvSpPr/>
              <p:nvPr/>
            </p:nvSpPr>
            <p:spPr>
              <a:xfrm>
                <a:off x="25403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h799"/>
              <p:cNvSpPr/>
              <p:nvPr/>
            </p:nvSpPr>
            <p:spPr>
              <a:xfrm>
                <a:off x="25496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h800"/>
              <p:cNvSpPr/>
              <p:nvPr/>
            </p:nvSpPr>
            <p:spPr>
              <a:xfrm>
                <a:off x="255891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h801"/>
              <p:cNvSpPr/>
              <p:nvPr/>
            </p:nvSpPr>
            <p:spPr>
              <a:xfrm>
                <a:off x="256817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h802"/>
              <p:cNvSpPr/>
              <p:nvPr/>
            </p:nvSpPr>
            <p:spPr>
              <a:xfrm>
                <a:off x="257743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h803"/>
              <p:cNvSpPr/>
              <p:nvPr/>
            </p:nvSpPr>
            <p:spPr>
              <a:xfrm>
                <a:off x="258670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h804"/>
              <p:cNvSpPr/>
              <p:nvPr/>
            </p:nvSpPr>
            <p:spPr>
              <a:xfrm>
                <a:off x="259596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h805"/>
              <p:cNvSpPr/>
              <p:nvPr/>
            </p:nvSpPr>
            <p:spPr>
              <a:xfrm>
                <a:off x="260522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h806"/>
              <p:cNvSpPr/>
              <p:nvPr/>
            </p:nvSpPr>
            <p:spPr>
              <a:xfrm>
                <a:off x="261448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h807"/>
              <p:cNvSpPr/>
              <p:nvPr/>
            </p:nvSpPr>
            <p:spPr>
              <a:xfrm>
                <a:off x="262375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h808"/>
              <p:cNvSpPr/>
              <p:nvPr/>
            </p:nvSpPr>
            <p:spPr>
              <a:xfrm>
                <a:off x="263301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h809"/>
              <p:cNvSpPr/>
              <p:nvPr/>
            </p:nvSpPr>
            <p:spPr>
              <a:xfrm>
                <a:off x="264227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h810"/>
              <p:cNvSpPr/>
              <p:nvPr/>
            </p:nvSpPr>
            <p:spPr>
              <a:xfrm>
                <a:off x="265153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h811"/>
              <p:cNvSpPr/>
              <p:nvPr/>
            </p:nvSpPr>
            <p:spPr>
              <a:xfrm>
                <a:off x="26607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h812"/>
              <p:cNvSpPr/>
              <p:nvPr/>
            </p:nvSpPr>
            <p:spPr>
              <a:xfrm>
                <a:off x="26700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h813"/>
              <p:cNvSpPr/>
              <p:nvPr/>
            </p:nvSpPr>
            <p:spPr>
              <a:xfrm>
                <a:off x="26793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h814"/>
              <p:cNvSpPr/>
              <p:nvPr/>
            </p:nvSpPr>
            <p:spPr>
              <a:xfrm>
                <a:off x="26885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h815"/>
              <p:cNvSpPr/>
              <p:nvPr/>
            </p:nvSpPr>
            <p:spPr>
              <a:xfrm>
                <a:off x="26978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h816"/>
              <p:cNvSpPr/>
              <p:nvPr/>
            </p:nvSpPr>
            <p:spPr>
              <a:xfrm>
                <a:off x="27071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h817"/>
              <p:cNvSpPr/>
              <p:nvPr/>
            </p:nvSpPr>
            <p:spPr>
              <a:xfrm>
                <a:off x="271637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h818"/>
              <p:cNvSpPr/>
              <p:nvPr/>
            </p:nvSpPr>
            <p:spPr>
              <a:xfrm>
                <a:off x="272563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h819"/>
              <p:cNvSpPr/>
              <p:nvPr/>
            </p:nvSpPr>
            <p:spPr>
              <a:xfrm>
                <a:off x="273489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h820"/>
              <p:cNvSpPr/>
              <p:nvPr/>
            </p:nvSpPr>
            <p:spPr>
              <a:xfrm>
                <a:off x="274415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h821"/>
              <p:cNvSpPr/>
              <p:nvPr/>
            </p:nvSpPr>
            <p:spPr>
              <a:xfrm>
                <a:off x="275342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h822"/>
              <p:cNvSpPr/>
              <p:nvPr/>
            </p:nvSpPr>
            <p:spPr>
              <a:xfrm>
                <a:off x="276268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h823"/>
              <p:cNvSpPr/>
              <p:nvPr/>
            </p:nvSpPr>
            <p:spPr>
              <a:xfrm>
                <a:off x="277194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h824"/>
              <p:cNvSpPr/>
              <p:nvPr/>
            </p:nvSpPr>
            <p:spPr>
              <a:xfrm>
                <a:off x="278120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h825"/>
              <p:cNvSpPr/>
              <p:nvPr/>
            </p:nvSpPr>
            <p:spPr>
              <a:xfrm>
                <a:off x="279047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h826"/>
              <p:cNvSpPr/>
              <p:nvPr/>
            </p:nvSpPr>
            <p:spPr>
              <a:xfrm>
                <a:off x="279973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h827"/>
              <p:cNvSpPr/>
              <p:nvPr/>
            </p:nvSpPr>
            <p:spPr>
              <a:xfrm>
                <a:off x="280899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h828"/>
              <p:cNvSpPr/>
              <p:nvPr/>
            </p:nvSpPr>
            <p:spPr>
              <a:xfrm>
                <a:off x="281825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h829"/>
              <p:cNvSpPr/>
              <p:nvPr/>
            </p:nvSpPr>
            <p:spPr>
              <a:xfrm>
                <a:off x="282751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h830"/>
              <p:cNvSpPr/>
              <p:nvPr/>
            </p:nvSpPr>
            <p:spPr>
              <a:xfrm>
                <a:off x="283678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6">
                  <a:alpha val="100000"/>
                </a:srgbClr>
              </a:solidFill>
              <a:ln w="5420" cap="flat">
                <a:solidFill>
                  <a:srgbClr val="FFD7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h831"/>
              <p:cNvSpPr/>
              <p:nvPr/>
            </p:nvSpPr>
            <p:spPr>
              <a:xfrm>
                <a:off x="284604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h832"/>
              <p:cNvSpPr/>
              <p:nvPr/>
            </p:nvSpPr>
            <p:spPr>
              <a:xfrm>
                <a:off x="285530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h833"/>
              <p:cNvSpPr/>
              <p:nvPr/>
            </p:nvSpPr>
            <p:spPr>
              <a:xfrm>
                <a:off x="286456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h834"/>
              <p:cNvSpPr/>
              <p:nvPr/>
            </p:nvSpPr>
            <p:spPr>
              <a:xfrm>
                <a:off x="28738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h835"/>
              <p:cNvSpPr/>
              <p:nvPr/>
            </p:nvSpPr>
            <p:spPr>
              <a:xfrm>
                <a:off x="28830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h836"/>
              <p:cNvSpPr/>
              <p:nvPr/>
            </p:nvSpPr>
            <p:spPr>
              <a:xfrm>
                <a:off x="289235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h837"/>
              <p:cNvSpPr/>
              <p:nvPr/>
            </p:nvSpPr>
            <p:spPr>
              <a:xfrm>
                <a:off x="29016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h838"/>
              <p:cNvSpPr/>
              <p:nvPr/>
            </p:nvSpPr>
            <p:spPr>
              <a:xfrm>
                <a:off x="29108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h839"/>
              <p:cNvSpPr/>
              <p:nvPr/>
            </p:nvSpPr>
            <p:spPr>
              <a:xfrm>
                <a:off x="29201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h840"/>
              <p:cNvSpPr/>
              <p:nvPr/>
            </p:nvSpPr>
            <p:spPr>
              <a:xfrm>
                <a:off x="29294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h841"/>
              <p:cNvSpPr/>
              <p:nvPr/>
            </p:nvSpPr>
            <p:spPr>
              <a:xfrm>
                <a:off x="29386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h842"/>
              <p:cNvSpPr/>
              <p:nvPr/>
            </p:nvSpPr>
            <p:spPr>
              <a:xfrm>
                <a:off x="29479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h843"/>
              <p:cNvSpPr/>
              <p:nvPr/>
            </p:nvSpPr>
            <p:spPr>
              <a:xfrm>
                <a:off x="29571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h844"/>
              <p:cNvSpPr/>
              <p:nvPr/>
            </p:nvSpPr>
            <p:spPr>
              <a:xfrm>
                <a:off x="29664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h845"/>
              <p:cNvSpPr/>
              <p:nvPr/>
            </p:nvSpPr>
            <p:spPr>
              <a:xfrm>
                <a:off x="2975714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49"/>
                    </a:lnTo>
                    <a:lnTo>
                      <a:pt x="922640" y="908601"/>
                    </a:lnTo>
                    <a:lnTo>
                      <a:pt x="921054" y="908372"/>
                    </a:lnTo>
                    <a:lnTo>
                      <a:pt x="919774" y="908187"/>
                    </a:lnTo>
                    <a:lnTo>
                      <a:pt x="918760" y="909741"/>
                    </a:lnTo>
                    <a:lnTo>
                      <a:pt x="915367" y="914400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h846"/>
              <p:cNvSpPr/>
              <p:nvPr/>
            </p:nvSpPr>
            <p:spPr>
              <a:xfrm>
                <a:off x="2984977" y="2584795"/>
                <a:ext cx="923662" cy="92733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3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331"/>
                    </a:lnTo>
                    <a:lnTo>
                      <a:pt x="922894" y="927219"/>
                    </a:lnTo>
                    <a:lnTo>
                      <a:pt x="921308" y="926989"/>
                    </a:lnTo>
                    <a:lnTo>
                      <a:pt x="919722" y="926759"/>
                    </a:lnTo>
                    <a:lnTo>
                      <a:pt x="918136" y="926528"/>
                    </a:lnTo>
                    <a:lnTo>
                      <a:pt x="916550" y="926299"/>
                    </a:lnTo>
                    <a:lnTo>
                      <a:pt x="914964" y="926069"/>
                    </a:lnTo>
                    <a:lnTo>
                      <a:pt x="914400" y="925987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h847"/>
              <p:cNvSpPr/>
              <p:nvPr/>
            </p:nvSpPr>
            <p:spPr>
              <a:xfrm>
                <a:off x="2994239" y="2584795"/>
                <a:ext cx="923662" cy="9286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6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682"/>
                    </a:lnTo>
                    <a:lnTo>
                      <a:pt x="923146" y="928606"/>
                    </a:lnTo>
                    <a:lnTo>
                      <a:pt x="921561" y="928375"/>
                    </a:lnTo>
                    <a:lnTo>
                      <a:pt x="919975" y="928143"/>
                    </a:lnTo>
                    <a:lnTo>
                      <a:pt x="918389" y="927912"/>
                    </a:lnTo>
                    <a:lnTo>
                      <a:pt x="916804" y="927681"/>
                    </a:lnTo>
                    <a:lnTo>
                      <a:pt x="915218" y="927450"/>
                    </a:lnTo>
                    <a:lnTo>
                      <a:pt x="914400" y="927331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h848"/>
              <p:cNvSpPr/>
              <p:nvPr/>
            </p:nvSpPr>
            <p:spPr>
              <a:xfrm>
                <a:off x="3003501" y="2584795"/>
                <a:ext cx="923662" cy="92985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5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57"/>
                    </a:lnTo>
                    <a:lnTo>
                      <a:pt x="919833" y="929477"/>
                    </a:lnTo>
                    <a:lnTo>
                      <a:pt x="918641" y="929303"/>
                    </a:lnTo>
                    <a:lnTo>
                      <a:pt x="917055" y="929070"/>
                    </a:lnTo>
                    <a:lnTo>
                      <a:pt x="915470" y="928838"/>
                    </a:lnTo>
                    <a:lnTo>
                      <a:pt x="914400" y="928682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h849"/>
              <p:cNvSpPr/>
              <p:nvPr/>
            </p:nvSpPr>
            <p:spPr>
              <a:xfrm>
                <a:off x="3012763" y="2584795"/>
                <a:ext cx="923662" cy="93006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6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99"/>
                    </a:lnTo>
                    <a:lnTo>
                      <a:pt x="921826" y="930063"/>
                    </a:lnTo>
                    <a:lnTo>
                      <a:pt x="916194" y="930036"/>
                    </a:lnTo>
                    <a:lnTo>
                      <a:pt x="914400" y="929857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h850"/>
              <p:cNvSpPr/>
              <p:nvPr/>
            </p:nvSpPr>
            <p:spPr>
              <a:xfrm>
                <a:off x="3022026" y="2584795"/>
                <a:ext cx="923662" cy="9298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550"/>
                    </a:lnTo>
                    <a:lnTo>
                      <a:pt x="918190" y="929559"/>
                    </a:lnTo>
                    <a:lnTo>
                      <a:pt x="914400" y="92989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h851"/>
              <p:cNvSpPr/>
              <p:nvPr/>
            </p:nvSpPr>
            <p:spPr>
              <a:xfrm>
                <a:off x="3031288" y="2584795"/>
                <a:ext cx="923662" cy="9285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550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25796"/>
                    </a:lnTo>
                    <a:lnTo>
                      <a:pt x="922214" y="926271"/>
                    </a:lnTo>
                    <a:lnTo>
                      <a:pt x="920101" y="926965"/>
                    </a:lnTo>
                    <a:lnTo>
                      <a:pt x="914532" y="928526"/>
                    </a:lnTo>
                    <a:lnTo>
                      <a:pt x="914399" y="928550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h852"/>
              <p:cNvSpPr/>
              <p:nvPr/>
            </p:nvSpPr>
            <p:spPr>
              <a:xfrm>
                <a:off x="3040550" y="2584795"/>
                <a:ext cx="923662" cy="925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58"/>
                    </a:lnTo>
                    <a:lnTo>
                      <a:pt x="923488" y="922815"/>
                    </a:lnTo>
                    <a:lnTo>
                      <a:pt x="921380" y="923506"/>
                    </a:lnTo>
                    <a:lnTo>
                      <a:pt x="919273" y="924197"/>
                    </a:lnTo>
                    <a:lnTo>
                      <a:pt x="917165" y="924888"/>
                    </a:lnTo>
                    <a:lnTo>
                      <a:pt x="915058" y="925579"/>
                    </a:lnTo>
                    <a:lnTo>
                      <a:pt x="914400" y="925796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h853"/>
              <p:cNvSpPr/>
              <p:nvPr/>
            </p:nvSpPr>
            <p:spPr>
              <a:xfrm>
                <a:off x="3049812" y="2584795"/>
                <a:ext cx="923662" cy="9227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5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730"/>
                    </a:lnTo>
                    <a:lnTo>
                      <a:pt x="922658" y="920057"/>
                    </a:lnTo>
                    <a:lnTo>
                      <a:pt x="920550" y="920746"/>
                    </a:lnTo>
                    <a:lnTo>
                      <a:pt x="918441" y="921436"/>
                    </a:lnTo>
                    <a:lnTo>
                      <a:pt x="916333" y="922125"/>
                    </a:lnTo>
                    <a:lnTo>
                      <a:pt x="914400" y="92275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h854"/>
              <p:cNvSpPr/>
              <p:nvPr/>
            </p:nvSpPr>
            <p:spPr>
              <a:xfrm>
                <a:off x="3059074" y="2584795"/>
                <a:ext cx="923662" cy="9238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8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805"/>
                    </a:lnTo>
                    <a:lnTo>
                      <a:pt x="922838" y="923228"/>
                    </a:lnTo>
                    <a:lnTo>
                      <a:pt x="921640" y="922388"/>
                    </a:lnTo>
                    <a:lnTo>
                      <a:pt x="920441" y="921548"/>
                    </a:lnTo>
                    <a:lnTo>
                      <a:pt x="919242" y="920709"/>
                    </a:lnTo>
                    <a:lnTo>
                      <a:pt x="918042" y="919869"/>
                    </a:lnTo>
                    <a:lnTo>
                      <a:pt x="916748" y="918963"/>
                    </a:lnTo>
                    <a:lnTo>
                      <a:pt x="915505" y="919369"/>
                    </a:lnTo>
                    <a:lnTo>
                      <a:pt x="914400" y="919730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h855"/>
              <p:cNvSpPr/>
              <p:nvPr/>
            </p:nvSpPr>
            <p:spPr>
              <a:xfrm>
                <a:off x="3068337" y="2584795"/>
                <a:ext cx="923662" cy="9298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37"/>
                    </a:lnTo>
                    <a:lnTo>
                      <a:pt x="922681" y="929309"/>
                    </a:lnTo>
                    <a:lnTo>
                      <a:pt x="917176" y="925752"/>
                    </a:lnTo>
                    <a:lnTo>
                      <a:pt x="915973" y="924909"/>
                    </a:lnTo>
                    <a:lnTo>
                      <a:pt x="914775" y="924068"/>
                    </a:lnTo>
                    <a:lnTo>
                      <a:pt x="914400" y="923805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h856"/>
              <p:cNvSpPr/>
              <p:nvPr/>
            </p:nvSpPr>
            <p:spPr>
              <a:xfrm>
                <a:off x="30775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43" y="931638"/>
                    </a:lnTo>
                    <a:lnTo>
                      <a:pt x="914400" y="929837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h857"/>
              <p:cNvSpPr/>
              <p:nvPr/>
            </p:nvSpPr>
            <p:spPr>
              <a:xfrm>
                <a:off x="30868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h858"/>
              <p:cNvSpPr/>
              <p:nvPr/>
            </p:nvSpPr>
            <p:spPr>
              <a:xfrm>
                <a:off x="30961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h859"/>
              <p:cNvSpPr/>
              <p:nvPr/>
            </p:nvSpPr>
            <p:spPr>
              <a:xfrm>
                <a:off x="31053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h860"/>
              <p:cNvSpPr/>
              <p:nvPr/>
            </p:nvSpPr>
            <p:spPr>
              <a:xfrm>
                <a:off x="31146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h861"/>
              <p:cNvSpPr/>
              <p:nvPr/>
            </p:nvSpPr>
            <p:spPr>
              <a:xfrm>
                <a:off x="31239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h862"/>
              <p:cNvSpPr/>
              <p:nvPr/>
            </p:nvSpPr>
            <p:spPr>
              <a:xfrm>
                <a:off x="3133172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94"/>
                    </a:lnTo>
                    <a:lnTo>
                      <a:pt x="920989" y="914400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h863"/>
              <p:cNvSpPr/>
              <p:nvPr/>
            </p:nvSpPr>
            <p:spPr>
              <a:xfrm>
                <a:off x="3142434" y="2584795"/>
                <a:ext cx="923662" cy="93013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3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19"/>
                    </a:lnTo>
                    <a:lnTo>
                      <a:pt x="922841" y="924764"/>
                    </a:lnTo>
                    <a:lnTo>
                      <a:pt x="917363" y="928457"/>
                    </a:lnTo>
                    <a:lnTo>
                      <a:pt x="914400" y="930133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h864"/>
              <p:cNvSpPr/>
              <p:nvPr/>
            </p:nvSpPr>
            <p:spPr>
              <a:xfrm>
                <a:off x="3151697" y="2584795"/>
                <a:ext cx="923662" cy="92411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1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561"/>
                    </a:lnTo>
                    <a:lnTo>
                      <a:pt x="923247" y="916910"/>
                    </a:lnTo>
                    <a:lnTo>
                      <a:pt x="922173" y="917817"/>
                    </a:lnTo>
                    <a:lnTo>
                      <a:pt x="921099" y="918724"/>
                    </a:lnTo>
                    <a:lnTo>
                      <a:pt x="920024" y="919632"/>
                    </a:lnTo>
                    <a:lnTo>
                      <a:pt x="918946" y="920543"/>
                    </a:lnTo>
                    <a:lnTo>
                      <a:pt x="914400" y="92411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h865"/>
              <p:cNvSpPr/>
              <p:nvPr/>
            </p:nvSpPr>
            <p:spPr>
              <a:xfrm>
                <a:off x="3160959" y="2584795"/>
                <a:ext cx="916961" cy="916561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16561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6134" y="915097"/>
                    </a:lnTo>
                    <a:lnTo>
                      <a:pt x="915060" y="916003"/>
                    </a:lnTo>
                    <a:lnTo>
                      <a:pt x="914400" y="916561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h866"/>
              <p:cNvSpPr/>
              <p:nvPr/>
            </p:nvSpPr>
            <p:spPr>
              <a:xfrm>
                <a:off x="2447768" y="2567556"/>
                <a:ext cx="914399" cy="92109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1091">
                    <a:moveTo>
                      <a:pt x="914399" y="914400"/>
                    </a:moveTo>
                    <a:lnTo>
                      <a:pt x="914399" y="921091"/>
                    </a:lnTo>
                    <a:lnTo>
                      <a:pt x="914056" y="920416"/>
                    </a:lnTo>
                    <a:lnTo>
                      <a:pt x="912671" y="917697"/>
                    </a:lnTo>
                    <a:lnTo>
                      <a:pt x="911285" y="914977"/>
                    </a:lnTo>
                    <a:lnTo>
                      <a:pt x="910990" y="914400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h867"/>
              <p:cNvSpPr/>
              <p:nvPr/>
            </p:nvSpPr>
            <p:spPr>
              <a:xfrm>
                <a:off x="24477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66" y="931638"/>
                    </a:lnTo>
                    <a:lnTo>
                      <a:pt x="919592" y="931296"/>
                    </a:lnTo>
                    <a:lnTo>
                      <a:pt x="918209" y="928576"/>
                    </a:lnTo>
                    <a:lnTo>
                      <a:pt x="916825" y="925856"/>
                    </a:lnTo>
                    <a:lnTo>
                      <a:pt x="915441" y="923136"/>
                    </a:lnTo>
                    <a:lnTo>
                      <a:pt x="914399" y="921091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h868"/>
              <p:cNvSpPr/>
              <p:nvPr/>
            </p:nvSpPr>
            <p:spPr>
              <a:xfrm>
                <a:off x="24570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h869"/>
              <p:cNvSpPr/>
              <p:nvPr/>
            </p:nvSpPr>
            <p:spPr>
              <a:xfrm>
                <a:off x="24662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h870"/>
              <p:cNvSpPr/>
              <p:nvPr/>
            </p:nvSpPr>
            <p:spPr>
              <a:xfrm>
                <a:off x="2475555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h871"/>
              <p:cNvSpPr/>
              <p:nvPr/>
            </p:nvSpPr>
            <p:spPr>
              <a:xfrm>
                <a:off x="24848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h872"/>
              <p:cNvSpPr/>
              <p:nvPr/>
            </p:nvSpPr>
            <p:spPr>
              <a:xfrm>
                <a:off x="24940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h873"/>
              <p:cNvSpPr/>
              <p:nvPr/>
            </p:nvSpPr>
            <p:spPr>
              <a:xfrm>
                <a:off x="25033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h874"/>
              <p:cNvSpPr/>
              <p:nvPr/>
            </p:nvSpPr>
            <p:spPr>
              <a:xfrm>
                <a:off x="25126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h875"/>
              <p:cNvSpPr/>
              <p:nvPr/>
            </p:nvSpPr>
            <p:spPr>
              <a:xfrm>
                <a:off x="25218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h876"/>
              <p:cNvSpPr/>
              <p:nvPr/>
            </p:nvSpPr>
            <p:spPr>
              <a:xfrm>
                <a:off x="25311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h877"/>
              <p:cNvSpPr/>
              <p:nvPr/>
            </p:nvSpPr>
            <p:spPr>
              <a:xfrm>
                <a:off x="25403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h878"/>
              <p:cNvSpPr/>
              <p:nvPr/>
            </p:nvSpPr>
            <p:spPr>
              <a:xfrm>
                <a:off x="25496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h879"/>
              <p:cNvSpPr/>
              <p:nvPr/>
            </p:nvSpPr>
            <p:spPr>
              <a:xfrm>
                <a:off x="25589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h880"/>
              <p:cNvSpPr/>
              <p:nvPr/>
            </p:nvSpPr>
            <p:spPr>
              <a:xfrm>
                <a:off x="25681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h881"/>
              <p:cNvSpPr/>
              <p:nvPr/>
            </p:nvSpPr>
            <p:spPr>
              <a:xfrm>
                <a:off x="25774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h882"/>
              <p:cNvSpPr/>
              <p:nvPr/>
            </p:nvSpPr>
            <p:spPr>
              <a:xfrm>
                <a:off x="25867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h883"/>
              <p:cNvSpPr/>
              <p:nvPr/>
            </p:nvSpPr>
            <p:spPr>
              <a:xfrm>
                <a:off x="25959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h884"/>
              <p:cNvSpPr/>
              <p:nvPr/>
            </p:nvSpPr>
            <p:spPr>
              <a:xfrm>
                <a:off x="26052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h885"/>
              <p:cNvSpPr/>
              <p:nvPr/>
            </p:nvSpPr>
            <p:spPr>
              <a:xfrm>
                <a:off x="26144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h886"/>
              <p:cNvSpPr/>
              <p:nvPr/>
            </p:nvSpPr>
            <p:spPr>
              <a:xfrm>
                <a:off x="26237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h887"/>
              <p:cNvSpPr/>
              <p:nvPr/>
            </p:nvSpPr>
            <p:spPr>
              <a:xfrm>
                <a:off x="26330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h888"/>
              <p:cNvSpPr/>
              <p:nvPr/>
            </p:nvSpPr>
            <p:spPr>
              <a:xfrm>
                <a:off x="26422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h889"/>
              <p:cNvSpPr/>
              <p:nvPr/>
            </p:nvSpPr>
            <p:spPr>
              <a:xfrm>
                <a:off x="26515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h890"/>
              <p:cNvSpPr/>
              <p:nvPr/>
            </p:nvSpPr>
            <p:spPr>
              <a:xfrm>
                <a:off x="26607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h891"/>
              <p:cNvSpPr/>
              <p:nvPr/>
            </p:nvSpPr>
            <p:spPr>
              <a:xfrm>
                <a:off x="26700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h892"/>
              <p:cNvSpPr/>
              <p:nvPr/>
            </p:nvSpPr>
            <p:spPr>
              <a:xfrm>
                <a:off x="26793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h893"/>
              <p:cNvSpPr/>
              <p:nvPr/>
            </p:nvSpPr>
            <p:spPr>
              <a:xfrm>
                <a:off x="26885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h894"/>
              <p:cNvSpPr/>
              <p:nvPr/>
            </p:nvSpPr>
            <p:spPr>
              <a:xfrm>
                <a:off x="26978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h895"/>
              <p:cNvSpPr/>
              <p:nvPr/>
            </p:nvSpPr>
            <p:spPr>
              <a:xfrm>
                <a:off x="27071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h896"/>
              <p:cNvSpPr/>
              <p:nvPr/>
            </p:nvSpPr>
            <p:spPr>
              <a:xfrm>
                <a:off x="27163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h897"/>
              <p:cNvSpPr/>
              <p:nvPr/>
            </p:nvSpPr>
            <p:spPr>
              <a:xfrm>
                <a:off x="27256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h898"/>
              <p:cNvSpPr/>
              <p:nvPr/>
            </p:nvSpPr>
            <p:spPr>
              <a:xfrm>
                <a:off x="27348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h899"/>
              <p:cNvSpPr/>
              <p:nvPr/>
            </p:nvSpPr>
            <p:spPr>
              <a:xfrm>
                <a:off x="274415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h900"/>
              <p:cNvSpPr/>
              <p:nvPr/>
            </p:nvSpPr>
            <p:spPr>
              <a:xfrm>
                <a:off x="275342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h901"/>
              <p:cNvSpPr/>
              <p:nvPr/>
            </p:nvSpPr>
            <p:spPr>
              <a:xfrm>
                <a:off x="276268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h902"/>
              <p:cNvSpPr/>
              <p:nvPr/>
            </p:nvSpPr>
            <p:spPr>
              <a:xfrm>
                <a:off x="277194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h903"/>
              <p:cNvSpPr/>
              <p:nvPr/>
            </p:nvSpPr>
            <p:spPr>
              <a:xfrm>
                <a:off x="278120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h904"/>
              <p:cNvSpPr/>
              <p:nvPr/>
            </p:nvSpPr>
            <p:spPr>
              <a:xfrm>
                <a:off x="279047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h905"/>
              <p:cNvSpPr/>
              <p:nvPr/>
            </p:nvSpPr>
            <p:spPr>
              <a:xfrm>
                <a:off x="279973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h906"/>
              <p:cNvSpPr/>
              <p:nvPr/>
            </p:nvSpPr>
            <p:spPr>
              <a:xfrm>
                <a:off x="280899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h907"/>
              <p:cNvSpPr/>
              <p:nvPr/>
            </p:nvSpPr>
            <p:spPr>
              <a:xfrm>
                <a:off x="281825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h908"/>
              <p:cNvSpPr/>
              <p:nvPr/>
            </p:nvSpPr>
            <p:spPr>
              <a:xfrm>
                <a:off x="282751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h909"/>
              <p:cNvSpPr/>
              <p:nvPr/>
            </p:nvSpPr>
            <p:spPr>
              <a:xfrm>
                <a:off x="283678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h910"/>
              <p:cNvSpPr/>
              <p:nvPr/>
            </p:nvSpPr>
            <p:spPr>
              <a:xfrm>
                <a:off x="284604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h911"/>
              <p:cNvSpPr/>
              <p:nvPr/>
            </p:nvSpPr>
            <p:spPr>
              <a:xfrm>
                <a:off x="285530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h912"/>
              <p:cNvSpPr/>
              <p:nvPr/>
            </p:nvSpPr>
            <p:spPr>
              <a:xfrm>
                <a:off x="28645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h913"/>
              <p:cNvSpPr/>
              <p:nvPr/>
            </p:nvSpPr>
            <p:spPr>
              <a:xfrm>
                <a:off x="28738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h914"/>
              <p:cNvSpPr/>
              <p:nvPr/>
            </p:nvSpPr>
            <p:spPr>
              <a:xfrm>
                <a:off x="28830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h915"/>
              <p:cNvSpPr/>
              <p:nvPr/>
            </p:nvSpPr>
            <p:spPr>
              <a:xfrm>
                <a:off x="289235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h916"/>
              <p:cNvSpPr/>
              <p:nvPr/>
            </p:nvSpPr>
            <p:spPr>
              <a:xfrm>
                <a:off x="29016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h917"/>
              <p:cNvSpPr/>
              <p:nvPr/>
            </p:nvSpPr>
            <p:spPr>
              <a:xfrm>
                <a:off x="29108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h918"/>
              <p:cNvSpPr/>
              <p:nvPr/>
            </p:nvSpPr>
            <p:spPr>
              <a:xfrm>
                <a:off x="29201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h919"/>
              <p:cNvSpPr/>
              <p:nvPr/>
            </p:nvSpPr>
            <p:spPr>
              <a:xfrm>
                <a:off x="29294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h920"/>
              <p:cNvSpPr/>
              <p:nvPr/>
            </p:nvSpPr>
            <p:spPr>
              <a:xfrm>
                <a:off x="29386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h921"/>
              <p:cNvSpPr/>
              <p:nvPr/>
            </p:nvSpPr>
            <p:spPr>
              <a:xfrm>
                <a:off x="29479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h922"/>
              <p:cNvSpPr/>
              <p:nvPr/>
            </p:nvSpPr>
            <p:spPr>
              <a:xfrm>
                <a:off x="29571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h923"/>
              <p:cNvSpPr/>
              <p:nvPr/>
            </p:nvSpPr>
            <p:spPr>
              <a:xfrm>
                <a:off x="29664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h924"/>
              <p:cNvSpPr/>
              <p:nvPr/>
            </p:nvSpPr>
            <p:spPr>
              <a:xfrm>
                <a:off x="29757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h925"/>
              <p:cNvSpPr/>
              <p:nvPr/>
            </p:nvSpPr>
            <p:spPr>
              <a:xfrm>
                <a:off x="29849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h926"/>
              <p:cNvSpPr/>
              <p:nvPr/>
            </p:nvSpPr>
            <p:spPr>
              <a:xfrm>
                <a:off x="29942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h927"/>
              <p:cNvSpPr/>
              <p:nvPr/>
            </p:nvSpPr>
            <p:spPr>
              <a:xfrm>
                <a:off x="30035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h928"/>
              <p:cNvSpPr/>
              <p:nvPr/>
            </p:nvSpPr>
            <p:spPr>
              <a:xfrm>
                <a:off x="30127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h929"/>
              <p:cNvSpPr/>
              <p:nvPr/>
            </p:nvSpPr>
            <p:spPr>
              <a:xfrm>
                <a:off x="30220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h930"/>
              <p:cNvSpPr/>
              <p:nvPr/>
            </p:nvSpPr>
            <p:spPr>
              <a:xfrm>
                <a:off x="30312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h931"/>
              <p:cNvSpPr/>
              <p:nvPr/>
            </p:nvSpPr>
            <p:spPr>
              <a:xfrm>
                <a:off x="30405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h932"/>
              <p:cNvSpPr/>
              <p:nvPr/>
            </p:nvSpPr>
            <p:spPr>
              <a:xfrm>
                <a:off x="30498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h933"/>
              <p:cNvSpPr/>
              <p:nvPr/>
            </p:nvSpPr>
            <p:spPr>
              <a:xfrm>
                <a:off x="30590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h934"/>
              <p:cNvSpPr/>
              <p:nvPr/>
            </p:nvSpPr>
            <p:spPr>
              <a:xfrm>
                <a:off x="30683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h935"/>
              <p:cNvSpPr/>
              <p:nvPr/>
            </p:nvSpPr>
            <p:spPr>
              <a:xfrm>
                <a:off x="30775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h936"/>
              <p:cNvSpPr/>
              <p:nvPr/>
            </p:nvSpPr>
            <p:spPr>
              <a:xfrm>
                <a:off x="30868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h937"/>
              <p:cNvSpPr/>
              <p:nvPr/>
            </p:nvSpPr>
            <p:spPr>
              <a:xfrm>
                <a:off x="30961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h938"/>
              <p:cNvSpPr/>
              <p:nvPr/>
            </p:nvSpPr>
            <p:spPr>
              <a:xfrm>
                <a:off x="31053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h939"/>
              <p:cNvSpPr/>
              <p:nvPr/>
            </p:nvSpPr>
            <p:spPr>
              <a:xfrm>
                <a:off x="31146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h940"/>
              <p:cNvSpPr/>
              <p:nvPr/>
            </p:nvSpPr>
            <p:spPr>
              <a:xfrm>
                <a:off x="31239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h941"/>
              <p:cNvSpPr/>
              <p:nvPr/>
            </p:nvSpPr>
            <p:spPr>
              <a:xfrm>
                <a:off x="31331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h942"/>
              <p:cNvSpPr/>
              <p:nvPr/>
            </p:nvSpPr>
            <p:spPr>
              <a:xfrm>
                <a:off x="31424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h943"/>
              <p:cNvSpPr/>
              <p:nvPr/>
            </p:nvSpPr>
            <p:spPr>
              <a:xfrm>
                <a:off x="31516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h944"/>
              <p:cNvSpPr/>
              <p:nvPr/>
            </p:nvSpPr>
            <p:spPr>
              <a:xfrm>
                <a:off x="3160959" y="25847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1" y="908752"/>
                    </a:lnTo>
                    <a:lnTo>
                      <a:pt x="922585" y="909658"/>
                    </a:lnTo>
                    <a:lnTo>
                      <a:pt x="921510" y="910564"/>
                    </a:lnTo>
                    <a:lnTo>
                      <a:pt x="920434" y="911471"/>
                    </a:lnTo>
                    <a:lnTo>
                      <a:pt x="919359" y="912377"/>
                    </a:lnTo>
                    <a:lnTo>
                      <a:pt x="918284" y="913283"/>
                    </a:lnTo>
                    <a:lnTo>
                      <a:pt x="917209" y="914190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h945"/>
              <p:cNvSpPr/>
              <p:nvPr/>
            </p:nvSpPr>
            <p:spPr>
              <a:xfrm>
                <a:off x="3170221" y="2567556"/>
                <a:ext cx="923662" cy="9259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9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732"/>
                    </a:lnTo>
                    <a:lnTo>
                      <a:pt x="922689" y="918722"/>
                    </a:lnTo>
                    <a:lnTo>
                      <a:pt x="917632" y="923269"/>
                    </a:lnTo>
                    <a:lnTo>
                      <a:pt x="916551" y="924178"/>
                    </a:lnTo>
                    <a:lnTo>
                      <a:pt x="915475" y="925084"/>
                    </a:lnTo>
                    <a:lnTo>
                      <a:pt x="914400" y="925990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h946"/>
              <p:cNvSpPr/>
              <p:nvPr/>
            </p:nvSpPr>
            <p:spPr>
              <a:xfrm>
                <a:off x="3179483" y="2567556"/>
                <a:ext cx="917673" cy="917732"/>
              </a:xfrm>
              <a:custGeom>
                <a:avLst/>
                <a:gdLst/>
                <a:ahLst/>
                <a:cxnLst/>
                <a:rect l="0" t="0" r="0" b="0"/>
                <a:pathLst>
                  <a:path w="917673" h="917732">
                    <a:moveTo>
                      <a:pt x="914400" y="914400"/>
                    </a:moveTo>
                    <a:lnTo>
                      <a:pt x="917673" y="914400"/>
                    </a:lnTo>
                    <a:lnTo>
                      <a:pt x="914400" y="917732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h947"/>
              <p:cNvSpPr/>
              <p:nvPr/>
            </p:nvSpPr>
            <p:spPr>
              <a:xfrm>
                <a:off x="2438506" y="2550318"/>
                <a:ext cx="914400" cy="9201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170">
                    <a:moveTo>
                      <a:pt x="914400" y="914400"/>
                    </a:moveTo>
                    <a:lnTo>
                      <a:pt x="914400" y="920170"/>
                    </a:lnTo>
                    <a:lnTo>
                      <a:pt x="913608" y="918622"/>
                    </a:lnTo>
                    <a:lnTo>
                      <a:pt x="912219" y="915904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h948"/>
              <p:cNvSpPr/>
              <p:nvPr/>
            </p:nvSpPr>
            <p:spPr>
              <a:xfrm>
                <a:off x="24385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252" y="931638"/>
                    </a:lnTo>
                    <a:lnTo>
                      <a:pt x="919160" y="929497"/>
                    </a:lnTo>
                    <a:lnTo>
                      <a:pt x="917773" y="926778"/>
                    </a:lnTo>
                    <a:lnTo>
                      <a:pt x="916386" y="924059"/>
                    </a:lnTo>
                    <a:lnTo>
                      <a:pt x="914997" y="921340"/>
                    </a:lnTo>
                    <a:lnTo>
                      <a:pt x="914400" y="920170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h949"/>
              <p:cNvSpPr/>
              <p:nvPr/>
            </p:nvSpPr>
            <p:spPr>
              <a:xfrm>
                <a:off x="24477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h950"/>
              <p:cNvSpPr/>
              <p:nvPr/>
            </p:nvSpPr>
            <p:spPr>
              <a:xfrm>
                <a:off x="24570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h951"/>
              <p:cNvSpPr/>
              <p:nvPr/>
            </p:nvSpPr>
            <p:spPr>
              <a:xfrm>
                <a:off x="24662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h952"/>
              <p:cNvSpPr/>
              <p:nvPr/>
            </p:nvSpPr>
            <p:spPr>
              <a:xfrm>
                <a:off x="2475555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h953"/>
              <p:cNvSpPr/>
              <p:nvPr/>
            </p:nvSpPr>
            <p:spPr>
              <a:xfrm>
                <a:off x="24848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h954"/>
              <p:cNvSpPr/>
              <p:nvPr/>
            </p:nvSpPr>
            <p:spPr>
              <a:xfrm>
                <a:off x="24940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h955"/>
              <p:cNvSpPr/>
              <p:nvPr/>
            </p:nvSpPr>
            <p:spPr>
              <a:xfrm>
                <a:off x="25033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h956"/>
              <p:cNvSpPr/>
              <p:nvPr/>
            </p:nvSpPr>
            <p:spPr>
              <a:xfrm>
                <a:off x="25126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h957"/>
              <p:cNvSpPr/>
              <p:nvPr/>
            </p:nvSpPr>
            <p:spPr>
              <a:xfrm>
                <a:off x="25218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h958"/>
              <p:cNvSpPr/>
              <p:nvPr/>
            </p:nvSpPr>
            <p:spPr>
              <a:xfrm>
                <a:off x="25311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h959"/>
              <p:cNvSpPr/>
              <p:nvPr/>
            </p:nvSpPr>
            <p:spPr>
              <a:xfrm>
                <a:off x="25403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h960"/>
              <p:cNvSpPr/>
              <p:nvPr/>
            </p:nvSpPr>
            <p:spPr>
              <a:xfrm>
                <a:off x="25496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h961"/>
              <p:cNvSpPr/>
              <p:nvPr/>
            </p:nvSpPr>
            <p:spPr>
              <a:xfrm>
                <a:off x="25589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h962"/>
              <p:cNvSpPr/>
              <p:nvPr/>
            </p:nvSpPr>
            <p:spPr>
              <a:xfrm>
                <a:off x="25681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h963"/>
              <p:cNvSpPr/>
              <p:nvPr/>
            </p:nvSpPr>
            <p:spPr>
              <a:xfrm>
                <a:off x="25774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h964"/>
              <p:cNvSpPr/>
              <p:nvPr/>
            </p:nvSpPr>
            <p:spPr>
              <a:xfrm>
                <a:off x="25867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h965"/>
              <p:cNvSpPr/>
              <p:nvPr/>
            </p:nvSpPr>
            <p:spPr>
              <a:xfrm>
                <a:off x="25959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h966"/>
              <p:cNvSpPr/>
              <p:nvPr/>
            </p:nvSpPr>
            <p:spPr>
              <a:xfrm>
                <a:off x="26052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h967"/>
              <p:cNvSpPr/>
              <p:nvPr/>
            </p:nvSpPr>
            <p:spPr>
              <a:xfrm>
                <a:off x="26144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h968"/>
              <p:cNvSpPr/>
              <p:nvPr/>
            </p:nvSpPr>
            <p:spPr>
              <a:xfrm>
                <a:off x="26237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h969"/>
              <p:cNvSpPr/>
              <p:nvPr/>
            </p:nvSpPr>
            <p:spPr>
              <a:xfrm>
                <a:off x="26330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h970"/>
              <p:cNvSpPr/>
              <p:nvPr/>
            </p:nvSpPr>
            <p:spPr>
              <a:xfrm>
                <a:off x="26422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h971"/>
              <p:cNvSpPr/>
              <p:nvPr/>
            </p:nvSpPr>
            <p:spPr>
              <a:xfrm>
                <a:off x="26515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h972"/>
              <p:cNvSpPr/>
              <p:nvPr/>
            </p:nvSpPr>
            <p:spPr>
              <a:xfrm>
                <a:off x="26607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h973"/>
              <p:cNvSpPr/>
              <p:nvPr/>
            </p:nvSpPr>
            <p:spPr>
              <a:xfrm>
                <a:off x="26700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h974"/>
              <p:cNvSpPr/>
              <p:nvPr/>
            </p:nvSpPr>
            <p:spPr>
              <a:xfrm>
                <a:off x="26793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h975"/>
              <p:cNvSpPr/>
              <p:nvPr/>
            </p:nvSpPr>
            <p:spPr>
              <a:xfrm>
                <a:off x="26885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h976"/>
              <p:cNvSpPr/>
              <p:nvPr/>
            </p:nvSpPr>
            <p:spPr>
              <a:xfrm>
                <a:off x="26978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h977"/>
              <p:cNvSpPr/>
              <p:nvPr/>
            </p:nvSpPr>
            <p:spPr>
              <a:xfrm>
                <a:off x="27071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h978"/>
              <p:cNvSpPr/>
              <p:nvPr/>
            </p:nvSpPr>
            <p:spPr>
              <a:xfrm>
                <a:off x="27163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h979"/>
              <p:cNvSpPr/>
              <p:nvPr/>
            </p:nvSpPr>
            <p:spPr>
              <a:xfrm>
                <a:off x="27256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h980"/>
              <p:cNvSpPr/>
              <p:nvPr/>
            </p:nvSpPr>
            <p:spPr>
              <a:xfrm>
                <a:off x="27348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h981"/>
              <p:cNvSpPr/>
              <p:nvPr/>
            </p:nvSpPr>
            <p:spPr>
              <a:xfrm>
                <a:off x="27441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h982"/>
              <p:cNvSpPr/>
              <p:nvPr/>
            </p:nvSpPr>
            <p:spPr>
              <a:xfrm>
                <a:off x="27534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h983"/>
              <p:cNvSpPr/>
              <p:nvPr/>
            </p:nvSpPr>
            <p:spPr>
              <a:xfrm>
                <a:off x="276268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h984"/>
              <p:cNvSpPr/>
              <p:nvPr/>
            </p:nvSpPr>
            <p:spPr>
              <a:xfrm>
                <a:off x="277194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h985"/>
              <p:cNvSpPr/>
              <p:nvPr/>
            </p:nvSpPr>
            <p:spPr>
              <a:xfrm>
                <a:off x="278120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h986"/>
              <p:cNvSpPr/>
              <p:nvPr/>
            </p:nvSpPr>
            <p:spPr>
              <a:xfrm>
                <a:off x="279047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h987"/>
              <p:cNvSpPr/>
              <p:nvPr/>
            </p:nvSpPr>
            <p:spPr>
              <a:xfrm>
                <a:off x="279973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h988"/>
              <p:cNvSpPr/>
              <p:nvPr/>
            </p:nvSpPr>
            <p:spPr>
              <a:xfrm>
                <a:off x="280899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h989"/>
              <p:cNvSpPr/>
              <p:nvPr/>
            </p:nvSpPr>
            <p:spPr>
              <a:xfrm>
                <a:off x="281825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h990"/>
              <p:cNvSpPr/>
              <p:nvPr/>
            </p:nvSpPr>
            <p:spPr>
              <a:xfrm>
                <a:off x="282751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h991"/>
              <p:cNvSpPr/>
              <p:nvPr/>
            </p:nvSpPr>
            <p:spPr>
              <a:xfrm>
                <a:off x="283678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h992"/>
              <p:cNvSpPr/>
              <p:nvPr/>
            </p:nvSpPr>
            <p:spPr>
              <a:xfrm>
                <a:off x="284604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h993"/>
              <p:cNvSpPr/>
              <p:nvPr/>
            </p:nvSpPr>
            <p:spPr>
              <a:xfrm>
                <a:off x="28553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h994"/>
              <p:cNvSpPr/>
              <p:nvPr/>
            </p:nvSpPr>
            <p:spPr>
              <a:xfrm>
                <a:off x="28645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h995"/>
              <p:cNvSpPr/>
              <p:nvPr/>
            </p:nvSpPr>
            <p:spPr>
              <a:xfrm>
                <a:off x="28738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h996"/>
              <p:cNvSpPr/>
              <p:nvPr/>
            </p:nvSpPr>
            <p:spPr>
              <a:xfrm>
                <a:off x="28830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h997"/>
              <p:cNvSpPr/>
              <p:nvPr/>
            </p:nvSpPr>
            <p:spPr>
              <a:xfrm>
                <a:off x="289235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h998"/>
              <p:cNvSpPr/>
              <p:nvPr/>
            </p:nvSpPr>
            <p:spPr>
              <a:xfrm>
                <a:off x="29016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h999"/>
              <p:cNvSpPr/>
              <p:nvPr/>
            </p:nvSpPr>
            <p:spPr>
              <a:xfrm>
                <a:off x="29108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h1000"/>
              <p:cNvSpPr/>
              <p:nvPr/>
            </p:nvSpPr>
            <p:spPr>
              <a:xfrm>
                <a:off x="29201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h1001"/>
              <p:cNvSpPr/>
              <p:nvPr/>
            </p:nvSpPr>
            <p:spPr>
              <a:xfrm>
                <a:off x="29294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h1002"/>
              <p:cNvSpPr/>
              <p:nvPr/>
            </p:nvSpPr>
            <p:spPr>
              <a:xfrm>
                <a:off x="29386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h1003"/>
              <p:cNvSpPr/>
              <p:nvPr/>
            </p:nvSpPr>
            <p:spPr>
              <a:xfrm>
                <a:off x="29479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h1004"/>
              <p:cNvSpPr/>
              <p:nvPr/>
            </p:nvSpPr>
            <p:spPr>
              <a:xfrm>
                <a:off x="29571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h1005"/>
              <p:cNvSpPr/>
              <p:nvPr/>
            </p:nvSpPr>
            <p:spPr>
              <a:xfrm>
                <a:off x="29664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h1006"/>
              <p:cNvSpPr/>
              <p:nvPr/>
            </p:nvSpPr>
            <p:spPr>
              <a:xfrm>
                <a:off x="29757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h1007"/>
              <p:cNvSpPr/>
              <p:nvPr/>
            </p:nvSpPr>
            <p:spPr>
              <a:xfrm>
                <a:off x="29849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h1008"/>
              <p:cNvSpPr/>
              <p:nvPr/>
            </p:nvSpPr>
            <p:spPr>
              <a:xfrm>
                <a:off x="29942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h1009"/>
              <p:cNvSpPr/>
              <p:nvPr/>
            </p:nvSpPr>
            <p:spPr>
              <a:xfrm>
                <a:off x="30035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h1010"/>
              <p:cNvSpPr/>
              <p:nvPr/>
            </p:nvSpPr>
            <p:spPr>
              <a:xfrm>
                <a:off x="30127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h1011"/>
              <p:cNvSpPr/>
              <p:nvPr/>
            </p:nvSpPr>
            <p:spPr>
              <a:xfrm>
                <a:off x="30220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h1012"/>
              <p:cNvSpPr/>
              <p:nvPr/>
            </p:nvSpPr>
            <p:spPr>
              <a:xfrm>
                <a:off x="30312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h1013"/>
              <p:cNvSpPr/>
              <p:nvPr/>
            </p:nvSpPr>
            <p:spPr>
              <a:xfrm>
                <a:off x="30405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h1014"/>
              <p:cNvSpPr/>
              <p:nvPr/>
            </p:nvSpPr>
            <p:spPr>
              <a:xfrm>
                <a:off x="30498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h1015"/>
              <p:cNvSpPr/>
              <p:nvPr/>
            </p:nvSpPr>
            <p:spPr>
              <a:xfrm>
                <a:off x="30590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h1016"/>
              <p:cNvSpPr/>
              <p:nvPr/>
            </p:nvSpPr>
            <p:spPr>
              <a:xfrm>
                <a:off x="30683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h1017"/>
              <p:cNvSpPr/>
              <p:nvPr/>
            </p:nvSpPr>
            <p:spPr>
              <a:xfrm>
                <a:off x="30775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h1018"/>
              <p:cNvSpPr/>
              <p:nvPr/>
            </p:nvSpPr>
            <p:spPr>
              <a:xfrm>
                <a:off x="30868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h1019"/>
              <p:cNvSpPr/>
              <p:nvPr/>
            </p:nvSpPr>
            <p:spPr>
              <a:xfrm>
                <a:off x="30961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h1020"/>
              <p:cNvSpPr/>
              <p:nvPr/>
            </p:nvSpPr>
            <p:spPr>
              <a:xfrm>
                <a:off x="31053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h1021"/>
              <p:cNvSpPr/>
              <p:nvPr/>
            </p:nvSpPr>
            <p:spPr>
              <a:xfrm>
                <a:off x="31146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h1022"/>
              <p:cNvSpPr/>
              <p:nvPr/>
            </p:nvSpPr>
            <p:spPr>
              <a:xfrm>
                <a:off x="31239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h1023"/>
              <p:cNvSpPr/>
              <p:nvPr/>
            </p:nvSpPr>
            <p:spPr>
              <a:xfrm>
                <a:off x="31331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h1024"/>
              <p:cNvSpPr/>
              <p:nvPr/>
            </p:nvSpPr>
            <p:spPr>
              <a:xfrm>
                <a:off x="31424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h1025"/>
              <p:cNvSpPr/>
              <p:nvPr/>
            </p:nvSpPr>
            <p:spPr>
              <a:xfrm>
                <a:off x="31516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h1026"/>
              <p:cNvSpPr/>
              <p:nvPr/>
            </p:nvSpPr>
            <p:spPr>
              <a:xfrm>
                <a:off x="31609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h1027"/>
              <p:cNvSpPr/>
              <p:nvPr/>
            </p:nvSpPr>
            <p:spPr>
              <a:xfrm>
                <a:off x="31702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h1028"/>
              <p:cNvSpPr/>
              <p:nvPr/>
            </p:nvSpPr>
            <p:spPr>
              <a:xfrm>
                <a:off x="3179483" y="25675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65"/>
                    </a:lnTo>
                    <a:lnTo>
                      <a:pt x="923139" y="908233"/>
                    </a:lnTo>
                    <a:lnTo>
                      <a:pt x="918354" y="913706"/>
                    </a:lnTo>
                    <a:lnTo>
                      <a:pt x="917673" y="914400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h1029"/>
              <p:cNvSpPr/>
              <p:nvPr/>
            </p:nvSpPr>
            <p:spPr>
              <a:xfrm>
                <a:off x="3188745" y="2550318"/>
                <a:ext cx="922333" cy="924803"/>
              </a:xfrm>
              <a:custGeom>
                <a:avLst/>
                <a:gdLst/>
                <a:ahLst/>
                <a:cxnLst/>
                <a:rect l="0" t="0" r="0" b="0"/>
                <a:pathLst>
                  <a:path w="922333" h="924803">
                    <a:moveTo>
                      <a:pt x="914400" y="914400"/>
                    </a:moveTo>
                    <a:lnTo>
                      <a:pt x="922333" y="914400"/>
                    </a:lnTo>
                    <a:lnTo>
                      <a:pt x="922010" y="914835"/>
                    </a:lnTo>
                    <a:lnTo>
                      <a:pt x="920263" y="917188"/>
                    </a:lnTo>
                    <a:lnTo>
                      <a:pt x="918507" y="919556"/>
                    </a:lnTo>
                    <a:lnTo>
                      <a:pt x="914400" y="924803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h1030"/>
              <p:cNvSpPr/>
              <p:nvPr/>
            </p:nvSpPr>
            <p:spPr>
              <a:xfrm>
                <a:off x="2429243" y="2533079"/>
                <a:ext cx="914400" cy="9191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126">
                    <a:moveTo>
                      <a:pt x="914400" y="914400"/>
                    </a:moveTo>
                    <a:lnTo>
                      <a:pt x="914400" y="919126"/>
                    </a:lnTo>
                    <a:lnTo>
                      <a:pt x="912118" y="914400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h1031"/>
              <p:cNvSpPr/>
              <p:nvPr/>
            </p:nvSpPr>
            <p:spPr>
              <a:xfrm>
                <a:off x="24292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712" y="931638"/>
                    </a:lnTo>
                    <a:lnTo>
                      <a:pt x="920091" y="930424"/>
                    </a:lnTo>
                    <a:lnTo>
                      <a:pt x="918701" y="927706"/>
                    </a:lnTo>
                    <a:lnTo>
                      <a:pt x="917309" y="924988"/>
                    </a:lnTo>
                    <a:lnTo>
                      <a:pt x="915909" y="922253"/>
                    </a:lnTo>
                    <a:lnTo>
                      <a:pt x="914400" y="919126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h1032"/>
              <p:cNvSpPr/>
              <p:nvPr/>
            </p:nvSpPr>
            <p:spPr>
              <a:xfrm>
                <a:off x="24385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h1033"/>
              <p:cNvSpPr/>
              <p:nvPr/>
            </p:nvSpPr>
            <p:spPr>
              <a:xfrm>
                <a:off x="24477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h1034"/>
              <p:cNvSpPr/>
              <p:nvPr/>
            </p:nvSpPr>
            <p:spPr>
              <a:xfrm>
                <a:off x="24570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h1035"/>
              <p:cNvSpPr/>
              <p:nvPr/>
            </p:nvSpPr>
            <p:spPr>
              <a:xfrm>
                <a:off x="24662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h1036"/>
              <p:cNvSpPr/>
              <p:nvPr/>
            </p:nvSpPr>
            <p:spPr>
              <a:xfrm>
                <a:off x="2475555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h1037"/>
              <p:cNvSpPr/>
              <p:nvPr/>
            </p:nvSpPr>
            <p:spPr>
              <a:xfrm>
                <a:off x="24848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h1038"/>
              <p:cNvSpPr/>
              <p:nvPr/>
            </p:nvSpPr>
            <p:spPr>
              <a:xfrm>
                <a:off x="24940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h1039"/>
              <p:cNvSpPr/>
              <p:nvPr/>
            </p:nvSpPr>
            <p:spPr>
              <a:xfrm>
                <a:off x="25033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h1040"/>
              <p:cNvSpPr/>
              <p:nvPr/>
            </p:nvSpPr>
            <p:spPr>
              <a:xfrm>
                <a:off x="25126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h1041"/>
              <p:cNvSpPr/>
              <p:nvPr/>
            </p:nvSpPr>
            <p:spPr>
              <a:xfrm>
                <a:off x="25218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h1042"/>
              <p:cNvSpPr/>
              <p:nvPr/>
            </p:nvSpPr>
            <p:spPr>
              <a:xfrm>
                <a:off x="25311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h1043"/>
              <p:cNvSpPr/>
              <p:nvPr/>
            </p:nvSpPr>
            <p:spPr>
              <a:xfrm>
                <a:off x="25403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h1044"/>
              <p:cNvSpPr/>
              <p:nvPr/>
            </p:nvSpPr>
            <p:spPr>
              <a:xfrm>
                <a:off x="25496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h1045"/>
              <p:cNvSpPr/>
              <p:nvPr/>
            </p:nvSpPr>
            <p:spPr>
              <a:xfrm>
                <a:off x="25589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h1046"/>
              <p:cNvSpPr/>
              <p:nvPr/>
            </p:nvSpPr>
            <p:spPr>
              <a:xfrm>
                <a:off x="25681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h1047"/>
              <p:cNvSpPr/>
              <p:nvPr/>
            </p:nvSpPr>
            <p:spPr>
              <a:xfrm>
                <a:off x="25774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h1048"/>
              <p:cNvSpPr/>
              <p:nvPr/>
            </p:nvSpPr>
            <p:spPr>
              <a:xfrm>
                <a:off x="25867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h1049"/>
              <p:cNvSpPr/>
              <p:nvPr/>
            </p:nvSpPr>
            <p:spPr>
              <a:xfrm>
                <a:off x="25959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h1050"/>
              <p:cNvSpPr/>
              <p:nvPr/>
            </p:nvSpPr>
            <p:spPr>
              <a:xfrm>
                <a:off x="26052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h1051"/>
              <p:cNvSpPr/>
              <p:nvPr/>
            </p:nvSpPr>
            <p:spPr>
              <a:xfrm>
                <a:off x="26144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h1052"/>
              <p:cNvSpPr/>
              <p:nvPr/>
            </p:nvSpPr>
            <p:spPr>
              <a:xfrm>
                <a:off x="26237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h1053"/>
              <p:cNvSpPr/>
              <p:nvPr/>
            </p:nvSpPr>
            <p:spPr>
              <a:xfrm>
                <a:off x="26330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h1054"/>
              <p:cNvSpPr/>
              <p:nvPr/>
            </p:nvSpPr>
            <p:spPr>
              <a:xfrm>
                <a:off x="26422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h1055"/>
              <p:cNvSpPr/>
              <p:nvPr/>
            </p:nvSpPr>
            <p:spPr>
              <a:xfrm>
                <a:off x="26515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h1056"/>
              <p:cNvSpPr/>
              <p:nvPr/>
            </p:nvSpPr>
            <p:spPr>
              <a:xfrm>
                <a:off x="26607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h1057"/>
              <p:cNvSpPr/>
              <p:nvPr/>
            </p:nvSpPr>
            <p:spPr>
              <a:xfrm>
                <a:off x="26700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h1058"/>
              <p:cNvSpPr/>
              <p:nvPr/>
            </p:nvSpPr>
            <p:spPr>
              <a:xfrm>
                <a:off x="26793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h1059"/>
              <p:cNvSpPr/>
              <p:nvPr/>
            </p:nvSpPr>
            <p:spPr>
              <a:xfrm>
                <a:off x="26885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h1060"/>
              <p:cNvSpPr/>
              <p:nvPr/>
            </p:nvSpPr>
            <p:spPr>
              <a:xfrm>
                <a:off x="26978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h1061"/>
              <p:cNvSpPr/>
              <p:nvPr/>
            </p:nvSpPr>
            <p:spPr>
              <a:xfrm>
                <a:off x="27071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h1062"/>
              <p:cNvSpPr/>
              <p:nvPr/>
            </p:nvSpPr>
            <p:spPr>
              <a:xfrm>
                <a:off x="27163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h1063"/>
              <p:cNvSpPr/>
              <p:nvPr/>
            </p:nvSpPr>
            <p:spPr>
              <a:xfrm>
                <a:off x="27256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h1064"/>
              <p:cNvSpPr/>
              <p:nvPr/>
            </p:nvSpPr>
            <p:spPr>
              <a:xfrm>
                <a:off x="27348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h1065"/>
              <p:cNvSpPr/>
              <p:nvPr/>
            </p:nvSpPr>
            <p:spPr>
              <a:xfrm>
                <a:off x="27441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h1066"/>
              <p:cNvSpPr/>
              <p:nvPr/>
            </p:nvSpPr>
            <p:spPr>
              <a:xfrm>
                <a:off x="27534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h1067"/>
              <p:cNvSpPr/>
              <p:nvPr/>
            </p:nvSpPr>
            <p:spPr>
              <a:xfrm>
                <a:off x="27626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h1068"/>
              <p:cNvSpPr/>
              <p:nvPr/>
            </p:nvSpPr>
            <p:spPr>
              <a:xfrm>
                <a:off x="277194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h1069"/>
              <p:cNvSpPr/>
              <p:nvPr/>
            </p:nvSpPr>
            <p:spPr>
              <a:xfrm>
                <a:off x="278120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h1070"/>
              <p:cNvSpPr/>
              <p:nvPr/>
            </p:nvSpPr>
            <p:spPr>
              <a:xfrm>
                <a:off x="279047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h1071"/>
              <p:cNvSpPr/>
              <p:nvPr/>
            </p:nvSpPr>
            <p:spPr>
              <a:xfrm>
                <a:off x="279973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h1072"/>
              <p:cNvSpPr/>
              <p:nvPr/>
            </p:nvSpPr>
            <p:spPr>
              <a:xfrm>
                <a:off x="280899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h1073"/>
              <p:cNvSpPr/>
              <p:nvPr/>
            </p:nvSpPr>
            <p:spPr>
              <a:xfrm>
                <a:off x="281825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h1074"/>
              <p:cNvSpPr/>
              <p:nvPr/>
            </p:nvSpPr>
            <p:spPr>
              <a:xfrm>
                <a:off x="282751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h1075"/>
              <p:cNvSpPr/>
              <p:nvPr/>
            </p:nvSpPr>
            <p:spPr>
              <a:xfrm>
                <a:off x="283678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h1076"/>
              <p:cNvSpPr/>
              <p:nvPr/>
            </p:nvSpPr>
            <p:spPr>
              <a:xfrm>
                <a:off x="28460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h1077"/>
              <p:cNvSpPr/>
              <p:nvPr/>
            </p:nvSpPr>
            <p:spPr>
              <a:xfrm>
                <a:off x="28553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h1078"/>
              <p:cNvSpPr/>
              <p:nvPr/>
            </p:nvSpPr>
            <p:spPr>
              <a:xfrm>
                <a:off x="28645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h1079"/>
              <p:cNvSpPr/>
              <p:nvPr/>
            </p:nvSpPr>
            <p:spPr>
              <a:xfrm>
                <a:off x="28738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h1080"/>
              <p:cNvSpPr/>
              <p:nvPr/>
            </p:nvSpPr>
            <p:spPr>
              <a:xfrm>
                <a:off x="28830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h1081"/>
              <p:cNvSpPr/>
              <p:nvPr/>
            </p:nvSpPr>
            <p:spPr>
              <a:xfrm>
                <a:off x="289235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h1082"/>
              <p:cNvSpPr/>
              <p:nvPr/>
            </p:nvSpPr>
            <p:spPr>
              <a:xfrm>
                <a:off x="29016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h1083"/>
              <p:cNvSpPr/>
              <p:nvPr/>
            </p:nvSpPr>
            <p:spPr>
              <a:xfrm>
                <a:off x="29108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h1084"/>
              <p:cNvSpPr/>
              <p:nvPr/>
            </p:nvSpPr>
            <p:spPr>
              <a:xfrm>
                <a:off x="29201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h1085"/>
              <p:cNvSpPr/>
              <p:nvPr/>
            </p:nvSpPr>
            <p:spPr>
              <a:xfrm>
                <a:off x="29294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h1086"/>
              <p:cNvSpPr/>
              <p:nvPr/>
            </p:nvSpPr>
            <p:spPr>
              <a:xfrm>
                <a:off x="29386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h1087"/>
              <p:cNvSpPr/>
              <p:nvPr/>
            </p:nvSpPr>
            <p:spPr>
              <a:xfrm>
                <a:off x="29479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h1088"/>
              <p:cNvSpPr/>
              <p:nvPr/>
            </p:nvSpPr>
            <p:spPr>
              <a:xfrm>
                <a:off x="29571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h1089"/>
              <p:cNvSpPr/>
              <p:nvPr/>
            </p:nvSpPr>
            <p:spPr>
              <a:xfrm>
                <a:off x="29664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h1090"/>
              <p:cNvSpPr/>
              <p:nvPr/>
            </p:nvSpPr>
            <p:spPr>
              <a:xfrm>
                <a:off x="29757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h1091"/>
              <p:cNvSpPr/>
              <p:nvPr/>
            </p:nvSpPr>
            <p:spPr>
              <a:xfrm>
                <a:off x="29849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h1092"/>
              <p:cNvSpPr/>
              <p:nvPr/>
            </p:nvSpPr>
            <p:spPr>
              <a:xfrm>
                <a:off x="29942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h1093"/>
              <p:cNvSpPr/>
              <p:nvPr/>
            </p:nvSpPr>
            <p:spPr>
              <a:xfrm>
                <a:off x="30035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h1094"/>
              <p:cNvSpPr/>
              <p:nvPr/>
            </p:nvSpPr>
            <p:spPr>
              <a:xfrm>
                <a:off x="30127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h1095"/>
              <p:cNvSpPr/>
              <p:nvPr/>
            </p:nvSpPr>
            <p:spPr>
              <a:xfrm>
                <a:off x="30220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h1096"/>
              <p:cNvSpPr/>
              <p:nvPr/>
            </p:nvSpPr>
            <p:spPr>
              <a:xfrm>
                <a:off x="30312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h1097"/>
              <p:cNvSpPr/>
              <p:nvPr/>
            </p:nvSpPr>
            <p:spPr>
              <a:xfrm>
                <a:off x="30405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h1098"/>
              <p:cNvSpPr/>
              <p:nvPr/>
            </p:nvSpPr>
            <p:spPr>
              <a:xfrm>
                <a:off x="30498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h1099"/>
              <p:cNvSpPr/>
              <p:nvPr/>
            </p:nvSpPr>
            <p:spPr>
              <a:xfrm>
                <a:off x="30590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h1100"/>
              <p:cNvSpPr/>
              <p:nvPr/>
            </p:nvSpPr>
            <p:spPr>
              <a:xfrm>
                <a:off x="30683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h1101"/>
              <p:cNvSpPr/>
              <p:nvPr/>
            </p:nvSpPr>
            <p:spPr>
              <a:xfrm>
                <a:off x="30775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h1102"/>
              <p:cNvSpPr/>
              <p:nvPr/>
            </p:nvSpPr>
            <p:spPr>
              <a:xfrm>
                <a:off x="30868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h1103"/>
              <p:cNvSpPr/>
              <p:nvPr/>
            </p:nvSpPr>
            <p:spPr>
              <a:xfrm>
                <a:off x="30961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h1104"/>
              <p:cNvSpPr/>
              <p:nvPr/>
            </p:nvSpPr>
            <p:spPr>
              <a:xfrm>
                <a:off x="31053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h1105"/>
              <p:cNvSpPr/>
              <p:nvPr/>
            </p:nvSpPr>
            <p:spPr>
              <a:xfrm>
                <a:off x="31146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h1106"/>
              <p:cNvSpPr/>
              <p:nvPr/>
            </p:nvSpPr>
            <p:spPr>
              <a:xfrm>
                <a:off x="31239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h1107"/>
              <p:cNvSpPr/>
              <p:nvPr/>
            </p:nvSpPr>
            <p:spPr>
              <a:xfrm>
                <a:off x="31331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h1108"/>
              <p:cNvSpPr/>
              <p:nvPr/>
            </p:nvSpPr>
            <p:spPr>
              <a:xfrm>
                <a:off x="31424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h1109"/>
              <p:cNvSpPr/>
              <p:nvPr/>
            </p:nvSpPr>
            <p:spPr>
              <a:xfrm>
                <a:off x="31516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h1110"/>
              <p:cNvSpPr/>
              <p:nvPr/>
            </p:nvSpPr>
            <p:spPr>
              <a:xfrm>
                <a:off x="31609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h1111"/>
              <p:cNvSpPr/>
              <p:nvPr/>
            </p:nvSpPr>
            <p:spPr>
              <a:xfrm>
                <a:off x="31702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h1112"/>
              <p:cNvSpPr/>
              <p:nvPr/>
            </p:nvSpPr>
            <p:spPr>
              <a:xfrm>
                <a:off x="31794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h1113"/>
              <p:cNvSpPr/>
              <p:nvPr/>
            </p:nvSpPr>
            <p:spPr>
              <a:xfrm>
                <a:off x="3188745" y="25503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609"/>
                    </a:lnTo>
                    <a:lnTo>
                      <a:pt x="922333" y="914400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h1114"/>
              <p:cNvSpPr/>
              <p:nvPr/>
            </p:nvSpPr>
            <p:spPr>
              <a:xfrm>
                <a:off x="3198008" y="2533079"/>
                <a:ext cx="923662" cy="92984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4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58"/>
                    </a:lnTo>
                    <a:lnTo>
                      <a:pt x="923251" y="917942"/>
                    </a:lnTo>
                    <a:lnTo>
                      <a:pt x="921491" y="920308"/>
                    </a:lnTo>
                    <a:lnTo>
                      <a:pt x="919741" y="922660"/>
                    </a:lnTo>
                    <a:lnTo>
                      <a:pt x="917992" y="925013"/>
                    </a:lnTo>
                    <a:lnTo>
                      <a:pt x="916243" y="927366"/>
                    </a:lnTo>
                    <a:lnTo>
                      <a:pt x="914495" y="929719"/>
                    </a:lnTo>
                    <a:lnTo>
                      <a:pt x="914400" y="92984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h1115"/>
              <p:cNvSpPr/>
              <p:nvPr/>
            </p:nvSpPr>
            <p:spPr>
              <a:xfrm>
                <a:off x="3207270" y="2533079"/>
                <a:ext cx="916478" cy="917358"/>
              </a:xfrm>
              <a:custGeom>
                <a:avLst/>
                <a:gdLst/>
                <a:ahLst/>
                <a:cxnLst/>
                <a:rect l="0" t="0" r="0" b="0"/>
                <a:pathLst>
                  <a:path w="916478" h="917358">
                    <a:moveTo>
                      <a:pt x="914400" y="914400"/>
                    </a:moveTo>
                    <a:lnTo>
                      <a:pt x="916478" y="914400"/>
                    </a:lnTo>
                    <a:lnTo>
                      <a:pt x="914400" y="91735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h1116"/>
              <p:cNvSpPr/>
              <p:nvPr/>
            </p:nvSpPr>
            <p:spPr>
              <a:xfrm>
                <a:off x="2419981" y="2515841"/>
                <a:ext cx="914400" cy="914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87">
                    <a:moveTo>
                      <a:pt x="914400" y="914400"/>
                    </a:moveTo>
                    <a:lnTo>
                      <a:pt x="914400" y="914787"/>
                    </a:lnTo>
                    <a:lnTo>
                      <a:pt x="914253" y="914400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h1117"/>
              <p:cNvSpPr/>
              <p:nvPr/>
            </p:nvSpPr>
            <p:spPr>
              <a:xfrm>
                <a:off x="24199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381" y="931638"/>
                    </a:lnTo>
                    <a:lnTo>
                      <a:pt x="920784" y="930403"/>
                    </a:lnTo>
                    <a:lnTo>
                      <a:pt x="916694" y="920848"/>
                    </a:lnTo>
                    <a:lnTo>
                      <a:pt x="914400" y="914787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h1118"/>
              <p:cNvSpPr/>
              <p:nvPr/>
            </p:nvSpPr>
            <p:spPr>
              <a:xfrm>
                <a:off x="24292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h1119"/>
              <p:cNvSpPr/>
              <p:nvPr/>
            </p:nvSpPr>
            <p:spPr>
              <a:xfrm>
                <a:off x="24385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h1120"/>
              <p:cNvSpPr/>
              <p:nvPr/>
            </p:nvSpPr>
            <p:spPr>
              <a:xfrm>
                <a:off x="24477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h1121"/>
              <p:cNvSpPr/>
              <p:nvPr/>
            </p:nvSpPr>
            <p:spPr>
              <a:xfrm>
                <a:off x="24570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h1122"/>
              <p:cNvSpPr/>
              <p:nvPr/>
            </p:nvSpPr>
            <p:spPr>
              <a:xfrm>
                <a:off x="24662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h1123"/>
              <p:cNvSpPr/>
              <p:nvPr/>
            </p:nvSpPr>
            <p:spPr>
              <a:xfrm>
                <a:off x="247555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h1124"/>
              <p:cNvSpPr/>
              <p:nvPr/>
            </p:nvSpPr>
            <p:spPr>
              <a:xfrm>
                <a:off x="24848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h1125"/>
              <p:cNvSpPr/>
              <p:nvPr/>
            </p:nvSpPr>
            <p:spPr>
              <a:xfrm>
                <a:off x="24940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h1126"/>
              <p:cNvSpPr/>
              <p:nvPr/>
            </p:nvSpPr>
            <p:spPr>
              <a:xfrm>
                <a:off x="25033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h1127"/>
              <p:cNvSpPr/>
              <p:nvPr/>
            </p:nvSpPr>
            <p:spPr>
              <a:xfrm>
                <a:off x="25126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h1128"/>
              <p:cNvSpPr/>
              <p:nvPr/>
            </p:nvSpPr>
            <p:spPr>
              <a:xfrm>
                <a:off x="25218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h1129"/>
              <p:cNvSpPr/>
              <p:nvPr/>
            </p:nvSpPr>
            <p:spPr>
              <a:xfrm>
                <a:off x="25311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h1130"/>
              <p:cNvSpPr/>
              <p:nvPr/>
            </p:nvSpPr>
            <p:spPr>
              <a:xfrm>
                <a:off x="25403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h1131"/>
              <p:cNvSpPr/>
              <p:nvPr/>
            </p:nvSpPr>
            <p:spPr>
              <a:xfrm>
                <a:off x="25496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h1132"/>
              <p:cNvSpPr/>
              <p:nvPr/>
            </p:nvSpPr>
            <p:spPr>
              <a:xfrm>
                <a:off x="25589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h1133"/>
              <p:cNvSpPr/>
              <p:nvPr/>
            </p:nvSpPr>
            <p:spPr>
              <a:xfrm>
                <a:off x="25681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h1134"/>
              <p:cNvSpPr/>
              <p:nvPr/>
            </p:nvSpPr>
            <p:spPr>
              <a:xfrm>
                <a:off x="25774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h1135"/>
              <p:cNvSpPr/>
              <p:nvPr/>
            </p:nvSpPr>
            <p:spPr>
              <a:xfrm>
                <a:off x="25867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h1136"/>
              <p:cNvSpPr/>
              <p:nvPr/>
            </p:nvSpPr>
            <p:spPr>
              <a:xfrm>
                <a:off x="25959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h1137"/>
              <p:cNvSpPr/>
              <p:nvPr/>
            </p:nvSpPr>
            <p:spPr>
              <a:xfrm>
                <a:off x="26052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h1138"/>
              <p:cNvSpPr/>
              <p:nvPr/>
            </p:nvSpPr>
            <p:spPr>
              <a:xfrm>
                <a:off x="26144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h1139"/>
              <p:cNvSpPr/>
              <p:nvPr/>
            </p:nvSpPr>
            <p:spPr>
              <a:xfrm>
                <a:off x="26237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h1140"/>
              <p:cNvSpPr/>
              <p:nvPr/>
            </p:nvSpPr>
            <p:spPr>
              <a:xfrm>
                <a:off x="26330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h1141"/>
              <p:cNvSpPr/>
              <p:nvPr/>
            </p:nvSpPr>
            <p:spPr>
              <a:xfrm>
                <a:off x="26422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h1142"/>
              <p:cNvSpPr/>
              <p:nvPr/>
            </p:nvSpPr>
            <p:spPr>
              <a:xfrm>
                <a:off x="26515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h1143"/>
              <p:cNvSpPr/>
              <p:nvPr/>
            </p:nvSpPr>
            <p:spPr>
              <a:xfrm>
                <a:off x="26607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h1144"/>
              <p:cNvSpPr/>
              <p:nvPr/>
            </p:nvSpPr>
            <p:spPr>
              <a:xfrm>
                <a:off x="26700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h1145"/>
              <p:cNvSpPr/>
              <p:nvPr/>
            </p:nvSpPr>
            <p:spPr>
              <a:xfrm>
                <a:off x="26793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h1146"/>
              <p:cNvSpPr/>
              <p:nvPr/>
            </p:nvSpPr>
            <p:spPr>
              <a:xfrm>
                <a:off x="26885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h1147"/>
              <p:cNvSpPr/>
              <p:nvPr/>
            </p:nvSpPr>
            <p:spPr>
              <a:xfrm>
                <a:off x="26978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h1148"/>
              <p:cNvSpPr/>
              <p:nvPr/>
            </p:nvSpPr>
            <p:spPr>
              <a:xfrm>
                <a:off x="27071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h1149"/>
              <p:cNvSpPr/>
              <p:nvPr/>
            </p:nvSpPr>
            <p:spPr>
              <a:xfrm>
                <a:off x="27163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h1150"/>
              <p:cNvSpPr/>
              <p:nvPr/>
            </p:nvSpPr>
            <p:spPr>
              <a:xfrm>
                <a:off x="27256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h1151"/>
              <p:cNvSpPr/>
              <p:nvPr/>
            </p:nvSpPr>
            <p:spPr>
              <a:xfrm>
                <a:off x="27348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h1152"/>
              <p:cNvSpPr/>
              <p:nvPr/>
            </p:nvSpPr>
            <p:spPr>
              <a:xfrm>
                <a:off x="27441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h1153"/>
              <p:cNvSpPr/>
              <p:nvPr/>
            </p:nvSpPr>
            <p:spPr>
              <a:xfrm>
                <a:off x="27534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h1154"/>
              <p:cNvSpPr/>
              <p:nvPr/>
            </p:nvSpPr>
            <p:spPr>
              <a:xfrm>
                <a:off x="27626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h1155"/>
              <p:cNvSpPr/>
              <p:nvPr/>
            </p:nvSpPr>
            <p:spPr>
              <a:xfrm>
                <a:off x="277194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h1156"/>
              <p:cNvSpPr/>
              <p:nvPr/>
            </p:nvSpPr>
            <p:spPr>
              <a:xfrm>
                <a:off x="27812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h1157"/>
              <p:cNvSpPr/>
              <p:nvPr/>
            </p:nvSpPr>
            <p:spPr>
              <a:xfrm>
                <a:off x="279047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h1158"/>
              <p:cNvSpPr/>
              <p:nvPr/>
            </p:nvSpPr>
            <p:spPr>
              <a:xfrm>
                <a:off x="279973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h1159"/>
              <p:cNvSpPr/>
              <p:nvPr/>
            </p:nvSpPr>
            <p:spPr>
              <a:xfrm>
                <a:off x="280899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h1160"/>
              <p:cNvSpPr/>
              <p:nvPr/>
            </p:nvSpPr>
            <p:spPr>
              <a:xfrm>
                <a:off x="281825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h1161"/>
              <p:cNvSpPr/>
              <p:nvPr/>
            </p:nvSpPr>
            <p:spPr>
              <a:xfrm>
                <a:off x="282751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h1162"/>
              <p:cNvSpPr/>
              <p:nvPr/>
            </p:nvSpPr>
            <p:spPr>
              <a:xfrm>
                <a:off x="28367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h1163"/>
              <p:cNvSpPr/>
              <p:nvPr/>
            </p:nvSpPr>
            <p:spPr>
              <a:xfrm>
                <a:off x="28460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h1164"/>
              <p:cNvSpPr/>
              <p:nvPr/>
            </p:nvSpPr>
            <p:spPr>
              <a:xfrm>
                <a:off x="28553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h1165"/>
              <p:cNvSpPr/>
              <p:nvPr/>
            </p:nvSpPr>
            <p:spPr>
              <a:xfrm>
                <a:off x="28645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h1166"/>
              <p:cNvSpPr/>
              <p:nvPr/>
            </p:nvSpPr>
            <p:spPr>
              <a:xfrm>
                <a:off x="28738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h1167"/>
              <p:cNvSpPr/>
              <p:nvPr/>
            </p:nvSpPr>
            <p:spPr>
              <a:xfrm>
                <a:off x="28830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h1168"/>
              <p:cNvSpPr/>
              <p:nvPr/>
            </p:nvSpPr>
            <p:spPr>
              <a:xfrm>
                <a:off x="289235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h1169"/>
              <p:cNvSpPr/>
              <p:nvPr/>
            </p:nvSpPr>
            <p:spPr>
              <a:xfrm>
                <a:off x="29016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h1170"/>
              <p:cNvSpPr/>
              <p:nvPr/>
            </p:nvSpPr>
            <p:spPr>
              <a:xfrm>
                <a:off x="29108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h1171"/>
              <p:cNvSpPr/>
              <p:nvPr/>
            </p:nvSpPr>
            <p:spPr>
              <a:xfrm>
                <a:off x="29201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h1172"/>
              <p:cNvSpPr/>
              <p:nvPr/>
            </p:nvSpPr>
            <p:spPr>
              <a:xfrm>
                <a:off x="29294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h1173"/>
              <p:cNvSpPr/>
              <p:nvPr/>
            </p:nvSpPr>
            <p:spPr>
              <a:xfrm>
                <a:off x="29386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h1174"/>
              <p:cNvSpPr/>
              <p:nvPr/>
            </p:nvSpPr>
            <p:spPr>
              <a:xfrm>
                <a:off x="29479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h1175"/>
              <p:cNvSpPr/>
              <p:nvPr/>
            </p:nvSpPr>
            <p:spPr>
              <a:xfrm>
                <a:off x="29571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h1176"/>
              <p:cNvSpPr/>
              <p:nvPr/>
            </p:nvSpPr>
            <p:spPr>
              <a:xfrm>
                <a:off x="29664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h1177"/>
              <p:cNvSpPr/>
              <p:nvPr/>
            </p:nvSpPr>
            <p:spPr>
              <a:xfrm>
                <a:off x="29757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h1178"/>
              <p:cNvSpPr/>
              <p:nvPr/>
            </p:nvSpPr>
            <p:spPr>
              <a:xfrm>
                <a:off x="29849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h1179"/>
              <p:cNvSpPr/>
              <p:nvPr/>
            </p:nvSpPr>
            <p:spPr>
              <a:xfrm>
                <a:off x="29942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h1180"/>
              <p:cNvSpPr/>
              <p:nvPr/>
            </p:nvSpPr>
            <p:spPr>
              <a:xfrm>
                <a:off x="30035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h1181"/>
              <p:cNvSpPr/>
              <p:nvPr/>
            </p:nvSpPr>
            <p:spPr>
              <a:xfrm>
                <a:off x="30127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h1182"/>
              <p:cNvSpPr/>
              <p:nvPr/>
            </p:nvSpPr>
            <p:spPr>
              <a:xfrm>
                <a:off x="30220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h1183"/>
              <p:cNvSpPr/>
              <p:nvPr/>
            </p:nvSpPr>
            <p:spPr>
              <a:xfrm>
                <a:off x="30312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h1184"/>
              <p:cNvSpPr/>
              <p:nvPr/>
            </p:nvSpPr>
            <p:spPr>
              <a:xfrm>
                <a:off x="30405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h1185"/>
              <p:cNvSpPr/>
              <p:nvPr/>
            </p:nvSpPr>
            <p:spPr>
              <a:xfrm>
                <a:off x="30498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h1186"/>
              <p:cNvSpPr/>
              <p:nvPr/>
            </p:nvSpPr>
            <p:spPr>
              <a:xfrm>
                <a:off x="30590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h1187"/>
              <p:cNvSpPr/>
              <p:nvPr/>
            </p:nvSpPr>
            <p:spPr>
              <a:xfrm>
                <a:off x="30683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h1188"/>
              <p:cNvSpPr/>
              <p:nvPr/>
            </p:nvSpPr>
            <p:spPr>
              <a:xfrm>
                <a:off x="30775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h1189"/>
              <p:cNvSpPr/>
              <p:nvPr/>
            </p:nvSpPr>
            <p:spPr>
              <a:xfrm>
                <a:off x="30868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h1190"/>
              <p:cNvSpPr/>
              <p:nvPr/>
            </p:nvSpPr>
            <p:spPr>
              <a:xfrm>
                <a:off x="30961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h1191"/>
              <p:cNvSpPr/>
              <p:nvPr/>
            </p:nvSpPr>
            <p:spPr>
              <a:xfrm>
                <a:off x="31053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h1192"/>
              <p:cNvSpPr/>
              <p:nvPr/>
            </p:nvSpPr>
            <p:spPr>
              <a:xfrm>
                <a:off x="31146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h1193"/>
              <p:cNvSpPr/>
              <p:nvPr/>
            </p:nvSpPr>
            <p:spPr>
              <a:xfrm>
                <a:off x="31239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h1194"/>
              <p:cNvSpPr/>
              <p:nvPr/>
            </p:nvSpPr>
            <p:spPr>
              <a:xfrm>
                <a:off x="31331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h1195"/>
              <p:cNvSpPr/>
              <p:nvPr/>
            </p:nvSpPr>
            <p:spPr>
              <a:xfrm>
                <a:off x="31424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h1196"/>
              <p:cNvSpPr/>
              <p:nvPr/>
            </p:nvSpPr>
            <p:spPr>
              <a:xfrm>
                <a:off x="31516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h1197"/>
              <p:cNvSpPr/>
              <p:nvPr/>
            </p:nvSpPr>
            <p:spPr>
              <a:xfrm>
                <a:off x="31609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h1198"/>
              <p:cNvSpPr/>
              <p:nvPr/>
            </p:nvSpPr>
            <p:spPr>
              <a:xfrm>
                <a:off x="31702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h1199"/>
              <p:cNvSpPr/>
              <p:nvPr/>
            </p:nvSpPr>
            <p:spPr>
              <a:xfrm>
                <a:off x="31794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h1200"/>
              <p:cNvSpPr/>
              <p:nvPr/>
            </p:nvSpPr>
            <p:spPr>
              <a:xfrm>
                <a:off x="318874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h1201"/>
              <p:cNvSpPr/>
              <p:nvPr/>
            </p:nvSpPr>
            <p:spPr>
              <a:xfrm>
                <a:off x="31980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h1202"/>
              <p:cNvSpPr/>
              <p:nvPr/>
            </p:nvSpPr>
            <p:spPr>
              <a:xfrm>
                <a:off x="3207270" y="25330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334"/>
                    </a:lnTo>
                    <a:lnTo>
                      <a:pt x="923552" y="903530"/>
                    </a:lnTo>
                    <a:lnTo>
                      <a:pt x="918878" y="910982"/>
                    </a:lnTo>
                    <a:lnTo>
                      <a:pt x="916478" y="914400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h1203"/>
              <p:cNvSpPr/>
              <p:nvPr/>
            </p:nvSpPr>
            <p:spPr>
              <a:xfrm>
                <a:off x="3216532" y="2515841"/>
                <a:ext cx="917863" cy="920572"/>
              </a:xfrm>
              <a:custGeom>
                <a:avLst/>
                <a:gdLst/>
                <a:ahLst/>
                <a:cxnLst/>
                <a:rect l="0" t="0" r="0" b="0"/>
                <a:pathLst>
                  <a:path w="917863" h="920572">
                    <a:moveTo>
                      <a:pt x="914399" y="914400"/>
                    </a:moveTo>
                    <a:lnTo>
                      <a:pt x="917863" y="914400"/>
                    </a:lnTo>
                    <a:lnTo>
                      <a:pt x="914399" y="920572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h1204"/>
              <p:cNvSpPr/>
              <p:nvPr/>
            </p:nvSpPr>
            <p:spPr>
              <a:xfrm>
                <a:off x="2419981" y="24986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253" y="931638"/>
                    </a:lnTo>
                    <a:lnTo>
                      <a:pt x="912913" y="928100"/>
                    </a:lnTo>
                    <a:lnTo>
                      <a:pt x="912092" y="925788"/>
                    </a:lnTo>
                    <a:lnTo>
                      <a:pt x="911276" y="923491"/>
                    </a:lnTo>
                    <a:lnTo>
                      <a:pt x="910459" y="921194"/>
                    </a:lnTo>
                    <a:lnTo>
                      <a:pt x="909642" y="918897"/>
                    </a:lnTo>
                    <a:lnTo>
                      <a:pt x="908825" y="916600"/>
                    </a:lnTo>
                    <a:lnTo>
                      <a:pt x="908042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h1205"/>
              <p:cNvSpPr/>
              <p:nvPr/>
            </p:nvSpPr>
            <p:spPr>
              <a:xfrm>
                <a:off x="24199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h1206"/>
              <p:cNvSpPr/>
              <p:nvPr/>
            </p:nvSpPr>
            <p:spPr>
              <a:xfrm>
                <a:off x="24292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h1207"/>
              <p:cNvSpPr/>
              <p:nvPr/>
            </p:nvSpPr>
            <p:spPr>
              <a:xfrm>
                <a:off x="24385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h1208"/>
              <p:cNvSpPr/>
              <p:nvPr/>
            </p:nvSpPr>
            <p:spPr>
              <a:xfrm>
                <a:off x="24477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h1209"/>
              <p:cNvSpPr/>
              <p:nvPr/>
            </p:nvSpPr>
            <p:spPr>
              <a:xfrm>
                <a:off x="24570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h1210"/>
              <p:cNvSpPr/>
              <p:nvPr/>
            </p:nvSpPr>
            <p:spPr>
              <a:xfrm>
                <a:off x="24662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h1211"/>
              <p:cNvSpPr/>
              <p:nvPr/>
            </p:nvSpPr>
            <p:spPr>
              <a:xfrm>
                <a:off x="247555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h1212"/>
              <p:cNvSpPr/>
              <p:nvPr/>
            </p:nvSpPr>
            <p:spPr>
              <a:xfrm>
                <a:off x="24848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h1213"/>
              <p:cNvSpPr/>
              <p:nvPr/>
            </p:nvSpPr>
            <p:spPr>
              <a:xfrm>
                <a:off x="24940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h1214"/>
              <p:cNvSpPr/>
              <p:nvPr/>
            </p:nvSpPr>
            <p:spPr>
              <a:xfrm>
                <a:off x="25033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h1215"/>
              <p:cNvSpPr/>
              <p:nvPr/>
            </p:nvSpPr>
            <p:spPr>
              <a:xfrm>
                <a:off x="25126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h1216"/>
              <p:cNvSpPr/>
              <p:nvPr/>
            </p:nvSpPr>
            <p:spPr>
              <a:xfrm>
                <a:off x="25218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h1217"/>
              <p:cNvSpPr/>
              <p:nvPr/>
            </p:nvSpPr>
            <p:spPr>
              <a:xfrm>
                <a:off x="25311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h1218"/>
              <p:cNvSpPr/>
              <p:nvPr/>
            </p:nvSpPr>
            <p:spPr>
              <a:xfrm>
                <a:off x="25403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h1219"/>
              <p:cNvSpPr/>
              <p:nvPr/>
            </p:nvSpPr>
            <p:spPr>
              <a:xfrm>
                <a:off x="25496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h1220"/>
              <p:cNvSpPr/>
              <p:nvPr/>
            </p:nvSpPr>
            <p:spPr>
              <a:xfrm>
                <a:off x="25589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h1221"/>
              <p:cNvSpPr/>
              <p:nvPr/>
            </p:nvSpPr>
            <p:spPr>
              <a:xfrm>
                <a:off x="25681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h1222"/>
              <p:cNvSpPr/>
              <p:nvPr/>
            </p:nvSpPr>
            <p:spPr>
              <a:xfrm>
                <a:off x="25774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h1223"/>
              <p:cNvSpPr/>
              <p:nvPr/>
            </p:nvSpPr>
            <p:spPr>
              <a:xfrm>
                <a:off x="25867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h1224"/>
              <p:cNvSpPr/>
              <p:nvPr/>
            </p:nvSpPr>
            <p:spPr>
              <a:xfrm>
                <a:off x="25959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h1225"/>
              <p:cNvSpPr/>
              <p:nvPr/>
            </p:nvSpPr>
            <p:spPr>
              <a:xfrm>
                <a:off x="26052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h1226"/>
              <p:cNvSpPr/>
              <p:nvPr/>
            </p:nvSpPr>
            <p:spPr>
              <a:xfrm>
                <a:off x="26144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h1227"/>
              <p:cNvSpPr/>
              <p:nvPr/>
            </p:nvSpPr>
            <p:spPr>
              <a:xfrm>
                <a:off x="26237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h1228"/>
              <p:cNvSpPr/>
              <p:nvPr/>
            </p:nvSpPr>
            <p:spPr>
              <a:xfrm>
                <a:off x="26330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h1229"/>
              <p:cNvSpPr/>
              <p:nvPr/>
            </p:nvSpPr>
            <p:spPr>
              <a:xfrm>
                <a:off x="26422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h1230"/>
              <p:cNvSpPr/>
              <p:nvPr/>
            </p:nvSpPr>
            <p:spPr>
              <a:xfrm>
                <a:off x="26515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h1231"/>
              <p:cNvSpPr/>
              <p:nvPr/>
            </p:nvSpPr>
            <p:spPr>
              <a:xfrm>
                <a:off x="26607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h1232"/>
              <p:cNvSpPr/>
              <p:nvPr/>
            </p:nvSpPr>
            <p:spPr>
              <a:xfrm>
                <a:off x="26700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h1233"/>
              <p:cNvSpPr/>
              <p:nvPr/>
            </p:nvSpPr>
            <p:spPr>
              <a:xfrm>
                <a:off x="26793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h1234"/>
              <p:cNvSpPr/>
              <p:nvPr/>
            </p:nvSpPr>
            <p:spPr>
              <a:xfrm>
                <a:off x="26885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h1235"/>
              <p:cNvSpPr/>
              <p:nvPr/>
            </p:nvSpPr>
            <p:spPr>
              <a:xfrm>
                <a:off x="26978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h1236"/>
              <p:cNvSpPr/>
              <p:nvPr/>
            </p:nvSpPr>
            <p:spPr>
              <a:xfrm>
                <a:off x="27071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h1237"/>
              <p:cNvSpPr/>
              <p:nvPr/>
            </p:nvSpPr>
            <p:spPr>
              <a:xfrm>
                <a:off x="27163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h1238"/>
              <p:cNvSpPr/>
              <p:nvPr/>
            </p:nvSpPr>
            <p:spPr>
              <a:xfrm>
                <a:off x="27256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h1239"/>
              <p:cNvSpPr/>
              <p:nvPr/>
            </p:nvSpPr>
            <p:spPr>
              <a:xfrm>
                <a:off x="27348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h1240"/>
              <p:cNvSpPr/>
              <p:nvPr/>
            </p:nvSpPr>
            <p:spPr>
              <a:xfrm>
                <a:off x="27441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h1241"/>
              <p:cNvSpPr/>
              <p:nvPr/>
            </p:nvSpPr>
            <p:spPr>
              <a:xfrm>
                <a:off x="27534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h1242"/>
              <p:cNvSpPr/>
              <p:nvPr/>
            </p:nvSpPr>
            <p:spPr>
              <a:xfrm>
                <a:off x="27626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h1243"/>
              <p:cNvSpPr/>
              <p:nvPr/>
            </p:nvSpPr>
            <p:spPr>
              <a:xfrm>
                <a:off x="277194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h1244"/>
              <p:cNvSpPr/>
              <p:nvPr/>
            </p:nvSpPr>
            <p:spPr>
              <a:xfrm>
                <a:off x="27812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h1245"/>
              <p:cNvSpPr/>
              <p:nvPr/>
            </p:nvSpPr>
            <p:spPr>
              <a:xfrm>
                <a:off x="27904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h1246"/>
              <p:cNvSpPr/>
              <p:nvPr/>
            </p:nvSpPr>
            <p:spPr>
              <a:xfrm>
                <a:off x="279973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h1247"/>
              <p:cNvSpPr/>
              <p:nvPr/>
            </p:nvSpPr>
            <p:spPr>
              <a:xfrm>
                <a:off x="280899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h1248"/>
              <p:cNvSpPr/>
              <p:nvPr/>
            </p:nvSpPr>
            <p:spPr>
              <a:xfrm>
                <a:off x="281825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h1249"/>
              <p:cNvSpPr/>
              <p:nvPr/>
            </p:nvSpPr>
            <p:spPr>
              <a:xfrm>
                <a:off x="282751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h1250"/>
              <p:cNvSpPr/>
              <p:nvPr/>
            </p:nvSpPr>
            <p:spPr>
              <a:xfrm>
                <a:off x="28367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h1251"/>
              <p:cNvSpPr/>
              <p:nvPr/>
            </p:nvSpPr>
            <p:spPr>
              <a:xfrm>
                <a:off x="28460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h1252"/>
              <p:cNvSpPr/>
              <p:nvPr/>
            </p:nvSpPr>
            <p:spPr>
              <a:xfrm>
                <a:off x="28553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h1253"/>
              <p:cNvSpPr/>
              <p:nvPr/>
            </p:nvSpPr>
            <p:spPr>
              <a:xfrm>
                <a:off x="28645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h1254"/>
              <p:cNvSpPr/>
              <p:nvPr/>
            </p:nvSpPr>
            <p:spPr>
              <a:xfrm>
                <a:off x="28738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h1255"/>
              <p:cNvSpPr/>
              <p:nvPr/>
            </p:nvSpPr>
            <p:spPr>
              <a:xfrm>
                <a:off x="28830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h1256"/>
              <p:cNvSpPr/>
              <p:nvPr/>
            </p:nvSpPr>
            <p:spPr>
              <a:xfrm>
                <a:off x="289235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h1257"/>
              <p:cNvSpPr/>
              <p:nvPr/>
            </p:nvSpPr>
            <p:spPr>
              <a:xfrm>
                <a:off x="29016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h1258"/>
              <p:cNvSpPr/>
              <p:nvPr/>
            </p:nvSpPr>
            <p:spPr>
              <a:xfrm>
                <a:off x="29108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h1259"/>
              <p:cNvSpPr/>
              <p:nvPr/>
            </p:nvSpPr>
            <p:spPr>
              <a:xfrm>
                <a:off x="29201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h1260"/>
              <p:cNvSpPr/>
              <p:nvPr/>
            </p:nvSpPr>
            <p:spPr>
              <a:xfrm>
                <a:off x="29294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h1261"/>
              <p:cNvSpPr/>
              <p:nvPr/>
            </p:nvSpPr>
            <p:spPr>
              <a:xfrm>
                <a:off x="29386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h1262"/>
              <p:cNvSpPr/>
              <p:nvPr/>
            </p:nvSpPr>
            <p:spPr>
              <a:xfrm>
                <a:off x="29479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h1263"/>
              <p:cNvSpPr/>
              <p:nvPr/>
            </p:nvSpPr>
            <p:spPr>
              <a:xfrm>
                <a:off x="29571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h1264"/>
              <p:cNvSpPr/>
              <p:nvPr/>
            </p:nvSpPr>
            <p:spPr>
              <a:xfrm>
                <a:off x="29664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h1265"/>
              <p:cNvSpPr/>
              <p:nvPr/>
            </p:nvSpPr>
            <p:spPr>
              <a:xfrm>
                <a:off x="29757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h1266"/>
              <p:cNvSpPr/>
              <p:nvPr/>
            </p:nvSpPr>
            <p:spPr>
              <a:xfrm>
                <a:off x="29849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h1267"/>
              <p:cNvSpPr/>
              <p:nvPr/>
            </p:nvSpPr>
            <p:spPr>
              <a:xfrm>
                <a:off x="29942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h1268"/>
              <p:cNvSpPr/>
              <p:nvPr/>
            </p:nvSpPr>
            <p:spPr>
              <a:xfrm>
                <a:off x="30035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h1269"/>
              <p:cNvSpPr/>
              <p:nvPr/>
            </p:nvSpPr>
            <p:spPr>
              <a:xfrm>
                <a:off x="30127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h1270"/>
              <p:cNvSpPr/>
              <p:nvPr/>
            </p:nvSpPr>
            <p:spPr>
              <a:xfrm>
                <a:off x="30220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h1271"/>
              <p:cNvSpPr/>
              <p:nvPr/>
            </p:nvSpPr>
            <p:spPr>
              <a:xfrm>
                <a:off x="30312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h1272"/>
              <p:cNvSpPr/>
              <p:nvPr/>
            </p:nvSpPr>
            <p:spPr>
              <a:xfrm>
                <a:off x="30405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h1273"/>
              <p:cNvSpPr/>
              <p:nvPr/>
            </p:nvSpPr>
            <p:spPr>
              <a:xfrm>
                <a:off x="30498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h1274"/>
              <p:cNvSpPr/>
              <p:nvPr/>
            </p:nvSpPr>
            <p:spPr>
              <a:xfrm>
                <a:off x="30590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h1275"/>
              <p:cNvSpPr/>
              <p:nvPr/>
            </p:nvSpPr>
            <p:spPr>
              <a:xfrm>
                <a:off x="30683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h1276"/>
              <p:cNvSpPr/>
              <p:nvPr/>
            </p:nvSpPr>
            <p:spPr>
              <a:xfrm>
                <a:off x="30775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h1277"/>
              <p:cNvSpPr/>
              <p:nvPr/>
            </p:nvSpPr>
            <p:spPr>
              <a:xfrm>
                <a:off x="30868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h1278"/>
              <p:cNvSpPr/>
              <p:nvPr/>
            </p:nvSpPr>
            <p:spPr>
              <a:xfrm>
                <a:off x="30961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h1279"/>
              <p:cNvSpPr/>
              <p:nvPr/>
            </p:nvSpPr>
            <p:spPr>
              <a:xfrm>
                <a:off x="31053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h1280"/>
              <p:cNvSpPr/>
              <p:nvPr/>
            </p:nvSpPr>
            <p:spPr>
              <a:xfrm>
                <a:off x="31146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h1281"/>
              <p:cNvSpPr/>
              <p:nvPr/>
            </p:nvSpPr>
            <p:spPr>
              <a:xfrm>
                <a:off x="31239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h1282"/>
              <p:cNvSpPr/>
              <p:nvPr/>
            </p:nvSpPr>
            <p:spPr>
              <a:xfrm>
                <a:off x="31331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h1283"/>
              <p:cNvSpPr/>
              <p:nvPr/>
            </p:nvSpPr>
            <p:spPr>
              <a:xfrm>
                <a:off x="31424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h1284"/>
              <p:cNvSpPr/>
              <p:nvPr/>
            </p:nvSpPr>
            <p:spPr>
              <a:xfrm>
                <a:off x="31516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h1285"/>
              <p:cNvSpPr/>
              <p:nvPr/>
            </p:nvSpPr>
            <p:spPr>
              <a:xfrm>
                <a:off x="31609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h1286"/>
              <p:cNvSpPr/>
              <p:nvPr/>
            </p:nvSpPr>
            <p:spPr>
              <a:xfrm>
                <a:off x="31702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h1287"/>
              <p:cNvSpPr/>
              <p:nvPr/>
            </p:nvSpPr>
            <p:spPr>
              <a:xfrm>
                <a:off x="31794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h1288"/>
              <p:cNvSpPr/>
              <p:nvPr/>
            </p:nvSpPr>
            <p:spPr>
              <a:xfrm>
                <a:off x="318874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h1289"/>
              <p:cNvSpPr/>
              <p:nvPr/>
            </p:nvSpPr>
            <p:spPr>
              <a:xfrm>
                <a:off x="31980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h1290"/>
              <p:cNvSpPr/>
              <p:nvPr/>
            </p:nvSpPr>
            <p:spPr>
              <a:xfrm>
                <a:off x="32072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h1291"/>
              <p:cNvSpPr/>
              <p:nvPr/>
            </p:nvSpPr>
            <p:spPr>
              <a:xfrm>
                <a:off x="3216532" y="25158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3662" y="897161"/>
                    </a:lnTo>
                    <a:lnTo>
                      <a:pt x="923662" y="902864"/>
                    </a:lnTo>
                    <a:lnTo>
                      <a:pt x="922937" y="904476"/>
                    </a:lnTo>
                    <a:lnTo>
                      <a:pt x="918735" y="912845"/>
                    </a:lnTo>
                    <a:lnTo>
                      <a:pt x="917863" y="914400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h1292"/>
              <p:cNvSpPr/>
              <p:nvPr/>
            </p:nvSpPr>
            <p:spPr>
              <a:xfrm>
                <a:off x="3225794" y="2498602"/>
                <a:ext cx="916961" cy="920102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20102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4400" y="920102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h1293"/>
              <p:cNvSpPr/>
              <p:nvPr/>
            </p:nvSpPr>
            <p:spPr>
              <a:xfrm>
                <a:off x="2410719" y="2481364"/>
                <a:ext cx="914400" cy="9258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34">
                    <a:moveTo>
                      <a:pt x="914400" y="914400"/>
                    </a:moveTo>
                    <a:lnTo>
                      <a:pt x="914400" y="925834"/>
                    </a:lnTo>
                    <a:lnTo>
                      <a:pt x="913777" y="924734"/>
                    </a:lnTo>
                    <a:lnTo>
                      <a:pt x="909801" y="916931"/>
                    </a:lnTo>
                    <a:lnTo>
                      <a:pt x="908639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h1294"/>
              <p:cNvSpPr/>
              <p:nvPr/>
            </p:nvSpPr>
            <p:spPr>
              <a:xfrm>
                <a:off x="24107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270" y="931542"/>
                    </a:lnTo>
                    <a:lnTo>
                      <a:pt x="916662" y="929835"/>
                    </a:lnTo>
                    <a:lnTo>
                      <a:pt x="914400" y="925834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h1295"/>
              <p:cNvSpPr/>
              <p:nvPr/>
            </p:nvSpPr>
            <p:spPr>
              <a:xfrm>
                <a:off x="24199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h1296"/>
              <p:cNvSpPr/>
              <p:nvPr/>
            </p:nvSpPr>
            <p:spPr>
              <a:xfrm>
                <a:off x="24292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h1297"/>
              <p:cNvSpPr/>
              <p:nvPr/>
            </p:nvSpPr>
            <p:spPr>
              <a:xfrm>
                <a:off x="24385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h1298"/>
              <p:cNvSpPr/>
              <p:nvPr/>
            </p:nvSpPr>
            <p:spPr>
              <a:xfrm>
                <a:off x="24477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h1299"/>
              <p:cNvSpPr/>
              <p:nvPr/>
            </p:nvSpPr>
            <p:spPr>
              <a:xfrm>
                <a:off x="24570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h1300"/>
              <p:cNvSpPr/>
              <p:nvPr/>
            </p:nvSpPr>
            <p:spPr>
              <a:xfrm>
                <a:off x="24662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h1301"/>
              <p:cNvSpPr/>
              <p:nvPr/>
            </p:nvSpPr>
            <p:spPr>
              <a:xfrm>
                <a:off x="247555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h1302"/>
              <p:cNvSpPr/>
              <p:nvPr/>
            </p:nvSpPr>
            <p:spPr>
              <a:xfrm>
                <a:off x="24848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h1303"/>
              <p:cNvSpPr/>
              <p:nvPr/>
            </p:nvSpPr>
            <p:spPr>
              <a:xfrm>
                <a:off x="24940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h1304"/>
              <p:cNvSpPr/>
              <p:nvPr/>
            </p:nvSpPr>
            <p:spPr>
              <a:xfrm>
                <a:off x="25033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h1305"/>
              <p:cNvSpPr/>
              <p:nvPr/>
            </p:nvSpPr>
            <p:spPr>
              <a:xfrm>
                <a:off x="25126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h1306"/>
              <p:cNvSpPr/>
              <p:nvPr/>
            </p:nvSpPr>
            <p:spPr>
              <a:xfrm>
                <a:off x="25218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h1307"/>
              <p:cNvSpPr/>
              <p:nvPr/>
            </p:nvSpPr>
            <p:spPr>
              <a:xfrm>
                <a:off x="25311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h1308"/>
              <p:cNvSpPr/>
              <p:nvPr/>
            </p:nvSpPr>
            <p:spPr>
              <a:xfrm>
                <a:off x="25403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h1309"/>
              <p:cNvSpPr/>
              <p:nvPr/>
            </p:nvSpPr>
            <p:spPr>
              <a:xfrm>
                <a:off x="25496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h1310"/>
              <p:cNvSpPr/>
              <p:nvPr/>
            </p:nvSpPr>
            <p:spPr>
              <a:xfrm>
                <a:off x="25589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h1311"/>
              <p:cNvSpPr/>
              <p:nvPr/>
            </p:nvSpPr>
            <p:spPr>
              <a:xfrm>
                <a:off x="25681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h1312"/>
              <p:cNvSpPr/>
              <p:nvPr/>
            </p:nvSpPr>
            <p:spPr>
              <a:xfrm>
                <a:off x="25774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h1313"/>
              <p:cNvSpPr/>
              <p:nvPr/>
            </p:nvSpPr>
            <p:spPr>
              <a:xfrm>
                <a:off x="25867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h1314"/>
              <p:cNvSpPr/>
              <p:nvPr/>
            </p:nvSpPr>
            <p:spPr>
              <a:xfrm>
                <a:off x="25959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h1315"/>
              <p:cNvSpPr/>
              <p:nvPr/>
            </p:nvSpPr>
            <p:spPr>
              <a:xfrm>
                <a:off x="26052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h1316"/>
              <p:cNvSpPr/>
              <p:nvPr/>
            </p:nvSpPr>
            <p:spPr>
              <a:xfrm>
                <a:off x="26144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h1317"/>
              <p:cNvSpPr/>
              <p:nvPr/>
            </p:nvSpPr>
            <p:spPr>
              <a:xfrm>
                <a:off x="26237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h1318"/>
              <p:cNvSpPr/>
              <p:nvPr/>
            </p:nvSpPr>
            <p:spPr>
              <a:xfrm>
                <a:off x="26330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h1319"/>
              <p:cNvSpPr/>
              <p:nvPr/>
            </p:nvSpPr>
            <p:spPr>
              <a:xfrm>
                <a:off x="26422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h1320"/>
              <p:cNvSpPr/>
              <p:nvPr/>
            </p:nvSpPr>
            <p:spPr>
              <a:xfrm>
                <a:off x="26515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h1321"/>
              <p:cNvSpPr/>
              <p:nvPr/>
            </p:nvSpPr>
            <p:spPr>
              <a:xfrm>
                <a:off x="26607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h1322"/>
              <p:cNvSpPr/>
              <p:nvPr/>
            </p:nvSpPr>
            <p:spPr>
              <a:xfrm>
                <a:off x="26700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h1323"/>
              <p:cNvSpPr/>
              <p:nvPr/>
            </p:nvSpPr>
            <p:spPr>
              <a:xfrm>
                <a:off x="26793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h1324"/>
              <p:cNvSpPr/>
              <p:nvPr/>
            </p:nvSpPr>
            <p:spPr>
              <a:xfrm>
                <a:off x="26885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h1325"/>
              <p:cNvSpPr/>
              <p:nvPr/>
            </p:nvSpPr>
            <p:spPr>
              <a:xfrm>
                <a:off x="26978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h1326"/>
              <p:cNvSpPr/>
              <p:nvPr/>
            </p:nvSpPr>
            <p:spPr>
              <a:xfrm>
                <a:off x="27071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h1327"/>
              <p:cNvSpPr/>
              <p:nvPr/>
            </p:nvSpPr>
            <p:spPr>
              <a:xfrm>
                <a:off x="27163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h1328"/>
              <p:cNvSpPr/>
              <p:nvPr/>
            </p:nvSpPr>
            <p:spPr>
              <a:xfrm>
                <a:off x="27256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h1329"/>
              <p:cNvSpPr/>
              <p:nvPr/>
            </p:nvSpPr>
            <p:spPr>
              <a:xfrm>
                <a:off x="27348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h1330"/>
              <p:cNvSpPr/>
              <p:nvPr/>
            </p:nvSpPr>
            <p:spPr>
              <a:xfrm>
                <a:off x="27441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h1331"/>
              <p:cNvSpPr/>
              <p:nvPr/>
            </p:nvSpPr>
            <p:spPr>
              <a:xfrm>
                <a:off x="27534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h1332"/>
              <p:cNvSpPr/>
              <p:nvPr/>
            </p:nvSpPr>
            <p:spPr>
              <a:xfrm>
                <a:off x="27626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h1333"/>
              <p:cNvSpPr/>
              <p:nvPr/>
            </p:nvSpPr>
            <p:spPr>
              <a:xfrm>
                <a:off x="277194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h1334"/>
              <p:cNvSpPr/>
              <p:nvPr/>
            </p:nvSpPr>
            <p:spPr>
              <a:xfrm>
                <a:off x="27812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h1335"/>
              <p:cNvSpPr/>
              <p:nvPr/>
            </p:nvSpPr>
            <p:spPr>
              <a:xfrm>
                <a:off x="27904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h1336"/>
              <p:cNvSpPr/>
              <p:nvPr/>
            </p:nvSpPr>
            <p:spPr>
              <a:xfrm>
                <a:off x="27997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h1337"/>
              <p:cNvSpPr/>
              <p:nvPr/>
            </p:nvSpPr>
            <p:spPr>
              <a:xfrm>
                <a:off x="280899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h1338"/>
              <p:cNvSpPr/>
              <p:nvPr/>
            </p:nvSpPr>
            <p:spPr>
              <a:xfrm>
                <a:off x="281825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h1339"/>
              <p:cNvSpPr/>
              <p:nvPr/>
            </p:nvSpPr>
            <p:spPr>
              <a:xfrm>
                <a:off x="28275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h1340"/>
              <p:cNvSpPr/>
              <p:nvPr/>
            </p:nvSpPr>
            <p:spPr>
              <a:xfrm>
                <a:off x="28367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h1341"/>
              <p:cNvSpPr/>
              <p:nvPr/>
            </p:nvSpPr>
            <p:spPr>
              <a:xfrm>
                <a:off x="28460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h1342"/>
              <p:cNvSpPr/>
              <p:nvPr/>
            </p:nvSpPr>
            <p:spPr>
              <a:xfrm>
                <a:off x="28553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h1343"/>
              <p:cNvSpPr/>
              <p:nvPr/>
            </p:nvSpPr>
            <p:spPr>
              <a:xfrm>
                <a:off x="28645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h1344"/>
              <p:cNvSpPr/>
              <p:nvPr/>
            </p:nvSpPr>
            <p:spPr>
              <a:xfrm>
                <a:off x="28738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h1345"/>
              <p:cNvSpPr/>
              <p:nvPr/>
            </p:nvSpPr>
            <p:spPr>
              <a:xfrm>
                <a:off x="28830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h1346"/>
              <p:cNvSpPr/>
              <p:nvPr/>
            </p:nvSpPr>
            <p:spPr>
              <a:xfrm>
                <a:off x="289235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h1347"/>
              <p:cNvSpPr/>
              <p:nvPr/>
            </p:nvSpPr>
            <p:spPr>
              <a:xfrm>
                <a:off x="29016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h1348"/>
              <p:cNvSpPr/>
              <p:nvPr/>
            </p:nvSpPr>
            <p:spPr>
              <a:xfrm>
                <a:off x="29108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h1349"/>
              <p:cNvSpPr/>
              <p:nvPr/>
            </p:nvSpPr>
            <p:spPr>
              <a:xfrm>
                <a:off x="29201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h1350"/>
              <p:cNvSpPr/>
              <p:nvPr/>
            </p:nvSpPr>
            <p:spPr>
              <a:xfrm>
                <a:off x="29294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h1351"/>
              <p:cNvSpPr/>
              <p:nvPr/>
            </p:nvSpPr>
            <p:spPr>
              <a:xfrm>
                <a:off x="29386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h1352"/>
              <p:cNvSpPr/>
              <p:nvPr/>
            </p:nvSpPr>
            <p:spPr>
              <a:xfrm>
                <a:off x="29479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h1353"/>
              <p:cNvSpPr/>
              <p:nvPr/>
            </p:nvSpPr>
            <p:spPr>
              <a:xfrm>
                <a:off x="29571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h1354"/>
              <p:cNvSpPr/>
              <p:nvPr/>
            </p:nvSpPr>
            <p:spPr>
              <a:xfrm>
                <a:off x="29664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h1355"/>
              <p:cNvSpPr/>
              <p:nvPr/>
            </p:nvSpPr>
            <p:spPr>
              <a:xfrm>
                <a:off x="29757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h1356"/>
              <p:cNvSpPr/>
              <p:nvPr/>
            </p:nvSpPr>
            <p:spPr>
              <a:xfrm>
                <a:off x="29849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h1357"/>
              <p:cNvSpPr/>
              <p:nvPr/>
            </p:nvSpPr>
            <p:spPr>
              <a:xfrm>
                <a:off x="29942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h1358"/>
              <p:cNvSpPr/>
              <p:nvPr/>
            </p:nvSpPr>
            <p:spPr>
              <a:xfrm>
                <a:off x="30035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h1359"/>
              <p:cNvSpPr/>
              <p:nvPr/>
            </p:nvSpPr>
            <p:spPr>
              <a:xfrm>
                <a:off x="30127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h1360"/>
              <p:cNvSpPr/>
              <p:nvPr/>
            </p:nvSpPr>
            <p:spPr>
              <a:xfrm>
                <a:off x="30220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h1361"/>
              <p:cNvSpPr/>
              <p:nvPr/>
            </p:nvSpPr>
            <p:spPr>
              <a:xfrm>
                <a:off x="30312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h1362"/>
              <p:cNvSpPr/>
              <p:nvPr/>
            </p:nvSpPr>
            <p:spPr>
              <a:xfrm>
                <a:off x="30405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h1363"/>
              <p:cNvSpPr/>
              <p:nvPr/>
            </p:nvSpPr>
            <p:spPr>
              <a:xfrm>
                <a:off x="30498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h1364"/>
              <p:cNvSpPr/>
              <p:nvPr/>
            </p:nvSpPr>
            <p:spPr>
              <a:xfrm>
                <a:off x="30590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h1365"/>
              <p:cNvSpPr/>
              <p:nvPr/>
            </p:nvSpPr>
            <p:spPr>
              <a:xfrm>
                <a:off x="30683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h1366"/>
              <p:cNvSpPr/>
              <p:nvPr/>
            </p:nvSpPr>
            <p:spPr>
              <a:xfrm>
                <a:off x="30775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h1367"/>
              <p:cNvSpPr/>
              <p:nvPr/>
            </p:nvSpPr>
            <p:spPr>
              <a:xfrm>
                <a:off x="30868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h1368"/>
              <p:cNvSpPr/>
              <p:nvPr/>
            </p:nvSpPr>
            <p:spPr>
              <a:xfrm>
                <a:off x="30961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h1369"/>
              <p:cNvSpPr/>
              <p:nvPr/>
            </p:nvSpPr>
            <p:spPr>
              <a:xfrm>
                <a:off x="31053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h1370"/>
              <p:cNvSpPr/>
              <p:nvPr/>
            </p:nvSpPr>
            <p:spPr>
              <a:xfrm>
                <a:off x="31146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h1371"/>
              <p:cNvSpPr/>
              <p:nvPr/>
            </p:nvSpPr>
            <p:spPr>
              <a:xfrm>
                <a:off x="31239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h1372"/>
              <p:cNvSpPr/>
              <p:nvPr/>
            </p:nvSpPr>
            <p:spPr>
              <a:xfrm>
                <a:off x="31331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h1373"/>
              <p:cNvSpPr/>
              <p:nvPr/>
            </p:nvSpPr>
            <p:spPr>
              <a:xfrm>
                <a:off x="31424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h1374"/>
              <p:cNvSpPr/>
              <p:nvPr/>
            </p:nvSpPr>
            <p:spPr>
              <a:xfrm>
                <a:off x="31516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h1375"/>
              <p:cNvSpPr/>
              <p:nvPr/>
            </p:nvSpPr>
            <p:spPr>
              <a:xfrm>
                <a:off x="31609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h1376"/>
              <p:cNvSpPr/>
              <p:nvPr/>
            </p:nvSpPr>
            <p:spPr>
              <a:xfrm>
                <a:off x="31702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h1377"/>
              <p:cNvSpPr/>
              <p:nvPr/>
            </p:nvSpPr>
            <p:spPr>
              <a:xfrm>
                <a:off x="31794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h1378"/>
              <p:cNvSpPr/>
              <p:nvPr/>
            </p:nvSpPr>
            <p:spPr>
              <a:xfrm>
                <a:off x="318874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h1379"/>
              <p:cNvSpPr/>
              <p:nvPr/>
            </p:nvSpPr>
            <p:spPr>
              <a:xfrm>
                <a:off x="31980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h1380"/>
              <p:cNvSpPr/>
              <p:nvPr/>
            </p:nvSpPr>
            <p:spPr>
              <a:xfrm>
                <a:off x="32072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h1381"/>
              <p:cNvSpPr/>
              <p:nvPr/>
            </p:nvSpPr>
            <p:spPr>
              <a:xfrm>
                <a:off x="32165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h1382"/>
              <p:cNvSpPr/>
              <p:nvPr/>
            </p:nvSpPr>
            <p:spPr>
              <a:xfrm>
                <a:off x="3225794" y="2498602"/>
                <a:ext cx="923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48" y="897161"/>
                    </a:lnTo>
                    <a:lnTo>
                      <a:pt x="921303" y="903744"/>
                    </a:lnTo>
                    <a:lnTo>
                      <a:pt x="917623" y="912926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h1383"/>
              <p:cNvSpPr/>
              <p:nvPr/>
            </p:nvSpPr>
            <p:spPr>
              <a:xfrm>
                <a:off x="2401457" y="2464125"/>
                <a:ext cx="914400" cy="923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787">
                    <a:moveTo>
                      <a:pt x="914400" y="914400"/>
                    </a:moveTo>
                    <a:lnTo>
                      <a:pt x="914400" y="923787"/>
                    </a:lnTo>
                    <a:lnTo>
                      <a:pt x="911790" y="917465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h1384"/>
              <p:cNvSpPr/>
              <p:nvPr/>
            </p:nvSpPr>
            <p:spPr>
              <a:xfrm>
                <a:off x="24014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901" y="931638"/>
                    </a:lnTo>
                    <a:lnTo>
                      <a:pt x="915310" y="925993"/>
                    </a:lnTo>
                    <a:lnTo>
                      <a:pt x="914400" y="923787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h1385"/>
              <p:cNvSpPr/>
              <p:nvPr/>
            </p:nvSpPr>
            <p:spPr>
              <a:xfrm>
                <a:off x="24107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h1386"/>
              <p:cNvSpPr/>
              <p:nvPr/>
            </p:nvSpPr>
            <p:spPr>
              <a:xfrm>
                <a:off x="24199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h1387"/>
              <p:cNvSpPr/>
              <p:nvPr/>
            </p:nvSpPr>
            <p:spPr>
              <a:xfrm>
                <a:off x="24292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h1388"/>
              <p:cNvSpPr/>
              <p:nvPr/>
            </p:nvSpPr>
            <p:spPr>
              <a:xfrm>
                <a:off x="24385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h1389"/>
              <p:cNvSpPr/>
              <p:nvPr/>
            </p:nvSpPr>
            <p:spPr>
              <a:xfrm>
                <a:off x="24477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h1390"/>
              <p:cNvSpPr/>
              <p:nvPr/>
            </p:nvSpPr>
            <p:spPr>
              <a:xfrm>
                <a:off x="24570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h1391"/>
              <p:cNvSpPr/>
              <p:nvPr/>
            </p:nvSpPr>
            <p:spPr>
              <a:xfrm>
                <a:off x="24662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h1392"/>
              <p:cNvSpPr/>
              <p:nvPr/>
            </p:nvSpPr>
            <p:spPr>
              <a:xfrm>
                <a:off x="247555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h1393"/>
              <p:cNvSpPr/>
              <p:nvPr/>
            </p:nvSpPr>
            <p:spPr>
              <a:xfrm>
                <a:off x="24848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h1394"/>
              <p:cNvSpPr/>
              <p:nvPr/>
            </p:nvSpPr>
            <p:spPr>
              <a:xfrm>
                <a:off x="24940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h1395"/>
              <p:cNvSpPr/>
              <p:nvPr/>
            </p:nvSpPr>
            <p:spPr>
              <a:xfrm>
                <a:off x="25033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h1396"/>
              <p:cNvSpPr/>
              <p:nvPr/>
            </p:nvSpPr>
            <p:spPr>
              <a:xfrm>
                <a:off x="25126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h1397"/>
              <p:cNvSpPr/>
              <p:nvPr/>
            </p:nvSpPr>
            <p:spPr>
              <a:xfrm>
                <a:off x="25218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h1398"/>
              <p:cNvSpPr/>
              <p:nvPr/>
            </p:nvSpPr>
            <p:spPr>
              <a:xfrm>
                <a:off x="25311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h1399"/>
              <p:cNvSpPr/>
              <p:nvPr/>
            </p:nvSpPr>
            <p:spPr>
              <a:xfrm>
                <a:off x="25403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h1400"/>
              <p:cNvSpPr/>
              <p:nvPr/>
            </p:nvSpPr>
            <p:spPr>
              <a:xfrm>
                <a:off x="25496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h1401"/>
              <p:cNvSpPr/>
              <p:nvPr/>
            </p:nvSpPr>
            <p:spPr>
              <a:xfrm>
                <a:off x="25589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h1402"/>
              <p:cNvSpPr/>
              <p:nvPr/>
            </p:nvSpPr>
            <p:spPr>
              <a:xfrm>
                <a:off x="25681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h1403"/>
              <p:cNvSpPr/>
              <p:nvPr/>
            </p:nvSpPr>
            <p:spPr>
              <a:xfrm>
                <a:off x="25774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h1404"/>
              <p:cNvSpPr/>
              <p:nvPr/>
            </p:nvSpPr>
            <p:spPr>
              <a:xfrm>
                <a:off x="25867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h1405"/>
              <p:cNvSpPr/>
              <p:nvPr/>
            </p:nvSpPr>
            <p:spPr>
              <a:xfrm>
                <a:off x="25959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h1406"/>
              <p:cNvSpPr/>
              <p:nvPr/>
            </p:nvSpPr>
            <p:spPr>
              <a:xfrm>
                <a:off x="26052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h1407"/>
              <p:cNvSpPr/>
              <p:nvPr/>
            </p:nvSpPr>
            <p:spPr>
              <a:xfrm>
                <a:off x="26144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h1408"/>
              <p:cNvSpPr/>
              <p:nvPr/>
            </p:nvSpPr>
            <p:spPr>
              <a:xfrm>
                <a:off x="26237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h1409"/>
              <p:cNvSpPr/>
              <p:nvPr/>
            </p:nvSpPr>
            <p:spPr>
              <a:xfrm>
                <a:off x="26330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h1410"/>
              <p:cNvSpPr/>
              <p:nvPr/>
            </p:nvSpPr>
            <p:spPr>
              <a:xfrm>
                <a:off x="26422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h1411"/>
              <p:cNvSpPr/>
              <p:nvPr/>
            </p:nvSpPr>
            <p:spPr>
              <a:xfrm>
                <a:off x="26515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h1412"/>
              <p:cNvSpPr/>
              <p:nvPr/>
            </p:nvSpPr>
            <p:spPr>
              <a:xfrm>
                <a:off x="26607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h1413"/>
              <p:cNvSpPr/>
              <p:nvPr/>
            </p:nvSpPr>
            <p:spPr>
              <a:xfrm>
                <a:off x="26700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h1414"/>
              <p:cNvSpPr/>
              <p:nvPr/>
            </p:nvSpPr>
            <p:spPr>
              <a:xfrm>
                <a:off x="26793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h1415"/>
              <p:cNvSpPr/>
              <p:nvPr/>
            </p:nvSpPr>
            <p:spPr>
              <a:xfrm>
                <a:off x="26885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h1416"/>
              <p:cNvSpPr/>
              <p:nvPr/>
            </p:nvSpPr>
            <p:spPr>
              <a:xfrm>
                <a:off x="26978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h1417"/>
              <p:cNvSpPr/>
              <p:nvPr/>
            </p:nvSpPr>
            <p:spPr>
              <a:xfrm>
                <a:off x="27071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h1418"/>
              <p:cNvSpPr/>
              <p:nvPr/>
            </p:nvSpPr>
            <p:spPr>
              <a:xfrm>
                <a:off x="27163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h1419"/>
              <p:cNvSpPr/>
              <p:nvPr/>
            </p:nvSpPr>
            <p:spPr>
              <a:xfrm>
                <a:off x="27256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h1420"/>
              <p:cNvSpPr/>
              <p:nvPr/>
            </p:nvSpPr>
            <p:spPr>
              <a:xfrm>
                <a:off x="27348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h1421"/>
              <p:cNvSpPr/>
              <p:nvPr/>
            </p:nvSpPr>
            <p:spPr>
              <a:xfrm>
                <a:off x="27441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h1422"/>
              <p:cNvSpPr/>
              <p:nvPr/>
            </p:nvSpPr>
            <p:spPr>
              <a:xfrm>
                <a:off x="27534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h1423"/>
              <p:cNvSpPr/>
              <p:nvPr/>
            </p:nvSpPr>
            <p:spPr>
              <a:xfrm>
                <a:off x="27626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h1424"/>
              <p:cNvSpPr/>
              <p:nvPr/>
            </p:nvSpPr>
            <p:spPr>
              <a:xfrm>
                <a:off x="277194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h1425"/>
              <p:cNvSpPr/>
              <p:nvPr/>
            </p:nvSpPr>
            <p:spPr>
              <a:xfrm>
                <a:off x="27812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h1426"/>
              <p:cNvSpPr/>
              <p:nvPr/>
            </p:nvSpPr>
            <p:spPr>
              <a:xfrm>
                <a:off x="27904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h1427"/>
              <p:cNvSpPr/>
              <p:nvPr/>
            </p:nvSpPr>
            <p:spPr>
              <a:xfrm>
                <a:off x="27997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h1428"/>
              <p:cNvSpPr/>
              <p:nvPr/>
            </p:nvSpPr>
            <p:spPr>
              <a:xfrm>
                <a:off x="280899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h1429"/>
              <p:cNvSpPr/>
              <p:nvPr/>
            </p:nvSpPr>
            <p:spPr>
              <a:xfrm>
                <a:off x="28182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h1430"/>
              <p:cNvSpPr/>
              <p:nvPr/>
            </p:nvSpPr>
            <p:spPr>
              <a:xfrm>
                <a:off x="28275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h1431"/>
              <p:cNvSpPr/>
              <p:nvPr/>
            </p:nvSpPr>
            <p:spPr>
              <a:xfrm>
                <a:off x="28367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h1432"/>
              <p:cNvSpPr/>
              <p:nvPr/>
            </p:nvSpPr>
            <p:spPr>
              <a:xfrm>
                <a:off x="28460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h1433"/>
              <p:cNvSpPr/>
              <p:nvPr/>
            </p:nvSpPr>
            <p:spPr>
              <a:xfrm>
                <a:off x="28553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h1434"/>
              <p:cNvSpPr/>
              <p:nvPr/>
            </p:nvSpPr>
            <p:spPr>
              <a:xfrm>
                <a:off x="28645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h1435"/>
              <p:cNvSpPr/>
              <p:nvPr/>
            </p:nvSpPr>
            <p:spPr>
              <a:xfrm>
                <a:off x="28738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h1436"/>
              <p:cNvSpPr/>
              <p:nvPr/>
            </p:nvSpPr>
            <p:spPr>
              <a:xfrm>
                <a:off x="28830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h1437"/>
              <p:cNvSpPr/>
              <p:nvPr/>
            </p:nvSpPr>
            <p:spPr>
              <a:xfrm>
                <a:off x="289235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h1438"/>
              <p:cNvSpPr/>
              <p:nvPr/>
            </p:nvSpPr>
            <p:spPr>
              <a:xfrm>
                <a:off x="29016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h1439"/>
              <p:cNvSpPr/>
              <p:nvPr/>
            </p:nvSpPr>
            <p:spPr>
              <a:xfrm>
                <a:off x="29108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h1440"/>
              <p:cNvSpPr/>
              <p:nvPr/>
            </p:nvSpPr>
            <p:spPr>
              <a:xfrm>
                <a:off x="29201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h1441"/>
              <p:cNvSpPr/>
              <p:nvPr/>
            </p:nvSpPr>
            <p:spPr>
              <a:xfrm>
                <a:off x="29294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h1442"/>
              <p:cNvSpPr/>
              <p:nvPr/>
            </p:nvSpPr>
            <p:spPr>
              <a:xfrm>
                <a:off x="29386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h1443"/>
              <p:cNvSpPr/>
              <p:nvPr/>
            </p:nvSpPr>
            <p:spPr>
              <a:xfrm>
                <a:off x="29479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h1444"/>
              <p:cNvSpPr/>
              <p:nvPr/>
            </p:nvSpPr>
            <p:spPr>
              <a:xfrm>
                <a:off x="29571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h1445"/>
              <p:cNvSpPr/>
              <p:nvPr/>
            </p:nvSpPr>
            <p:spPr>
              <a:xfrm>
                <a:off x="29664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h1446"/>
              <p:cNvSpPr/>
              <p:nvPr/>
            </p:nvSpPr>
            <p:spPr>
              <a:xfrm>
                <a:off x="29757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h1447"/>
              <p:cNvSpPr/>
              <p:nvPr/>
            </p:nvSpPr>
            <p:spPr>
              <a:xfrm>
                <a:off x="29849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h1448"/>
              <p:cNvSpPr/>
              <p:nvPr/>
            </p:nvSpPr>
            <p:spPr>
              <a:xfrm>
                <a:off x="29942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h1449"/>
              <p:cNvSpPr/>
              <p:nvPr/>
            </p:nvSpPr>
            <p:spPr>
              <a:xfrm>
                <a:off x="30035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h1450"/>
              <p:cNvSpPr/>
              <p:nvPr/>
            </p:nvSpPr>
            <p:spPr>
              <a:xfrm>
                <a:off x="30127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h1451"/>
              <p:cNvSpPr/>
              <p:nvPr/>
            </p:nvSpPr>
            <p:spPr>
              <a:xfrm>
                <a:off x="30220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h1452"/>
              <p:cNvSpPr/>
              <p:nvPr/>
            </p:nvSpPr>
            <p:spPr>
              <a:xfrm>
                <a:off x="30312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h1453"/>
              <p:cNvSpPr/>
              <p:nvPr/>
            </p:nvSpPr>
            <p:spPr>
              <a:xfrm>
                <a:off x="30405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h1454"/>
              <p:cNvSpPr/>
              <p:nvPr/>
            </p:nvSpPr>
            <p:spPr>
              <a:xfrm>
                <a:off x="30498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h1455"/>
              <p:cNvSpPr/>
              <p:nvPr/>
            </p:nvSpPr>
            <p:spPr>
              <a:xfrm>
                <a:off x="30590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h1456"/>
              <p:cNvSpPr/>
              <p:nvPr/>
            </p:nvSpPr>
            <p:spPr>
              <a:xfrm>
                <a:off x="30683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h1457"/>
              <p:cNvSpPr/>
              <p:nvPr/>
            </p:nvSpPr>
            <p:spPr>
              <a:xfrm>
                <a:off x="30775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h1458"/>
              <p:cNvSpPr/>
              <p:nvPr/>
            </p:nvSpPr>
            <p:spPr>
              <a:xfrm>
                <a:off x="30868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h1459"/>
              <p:cNvSpPr/>
              <p:nvPr/>
            </p:nvSpPr>
            <p:spPr>
              <a:xfrm>
                <a:off x="30961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h1460"/>
              <p:cNvSpPr/>
              <p:nvPr/>
            </p:nvSpPr>
            <p:spPr>
              <a:xfrm>
                <a:off x="31053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h1461"/>
              <p:cNvSpPr/>
              <p:nvPr/>
            </p:nvSpPr>
            <p:spPr>
              <a:xfrm>
                <a:off x="31146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h1462"/>
              <p:cNvSpPr/>
              <p:nvPr/>
            </p:nvSpPr>
            <p:spPr>
              <a:xfrm>
                <a:off x="31239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h1463"/>
              <p:cNvSpPr/>
              <p:nvPr/>
            </p:nvSpPr>
            <p:spPr>
              <a:xfrm>
                <a:off x="31331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h1464"/>
              <p:cNvSpPr/>
              <p:nvPr/>
            </p:nvSpPr>
            <p:spPr>
              <a:xfrm>
                <a:off x="31424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h1465"/>
              <p:cNvSpPr/>
              <p:nvPr/>
            </p:nvSpPr>
            <p:spPr>
              <a:xfrm>
                <a:off x="31516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h1466"/>
              <p:cNvSpPr/>
              <p:nvPr/>
            </p:nvSpPr>
            <p:spPr>
              <a:xfrm>
                <a:off x="31609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h1467"/>
              <p:cNvSpPr/>
              <p:nvPr/>
            </p:nvSpPr>
            <p:spPr>
              <a:xfrm>
                <a:off x="31702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h1468"/>
              <p:cNvSpPr/>
              <p:nvPr/>
            </p:nvSpPr>
            <p:spPr>
              <a:xfrm>
                <a:off x="31794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h1469"/>
              <p:cNvSpPr/>
              <p:nvPr/>
            </p:nvSpPr>
            <p:spPr>
              <a:xfrm>
                <a:off x="318874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h1470"/>
              <p:cNvSpPr/>
              <p:nvPr/>
            </p:nvSpPr>
            <p:spPr>
              <a:xfrm>
                <a:off x="31980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h1471"/>
              <p:cNvSpPr/>
              <p:nvPr/>
            </p:nvSpPr>
            <p:spPr>
              <a:xfrm>
                <a:off x="32072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h1472"/>
              <p:cNvSpPr/>
              <p:nvPr/>
            </p:nvSpPr>
            <p:spPr>
              <a:xfrm>
                <a:off x="32165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h1473"/>
              <p:cNvSpPr/>
              <p:nvPr/>
            </p:nvSpPr>
            <p:spPr>
              <a:xfrm>
                <a:off x="3225794" y="24813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48" y="914400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h1474"/>
              <p:cNvSpPr/>
              <p:nvPr/>
            </p:nvSpPr>
            <p:spPr>
              <a:xfrm>
                <a:off x="3235057" y="2464125"/>
                <a:ext cx="919850" cy="931599"/>
              </a:xfrm>
              <a:custGeom>
                <a:avLst/>
                <a:gdLst/>
                <a:ahLst/>
                <a:cxnLst/>
                <a:rect l="0" t="0" r="0" b="0"/>
                <a:pathLst>
                  <a:path w="919850" h="931599">
                    <a:moveTo>
                      <a:pt x="914400" y="914400"/>
                    </a:moveTo>
                    <a:lnTo>
                      <a:pt x="919850" y="914400"/>
                    </a:lnTo>
                    <a:lnTo>
                      <a:pt x="919434" y="915811"/>
                    </a:lnTo>
                    <a:lnTo>
                      <a:pt x="918554" y="918791"/>
                    </a:lnTo>
                    <a:lnTo>
                      <a:pt x="915442" y="928674"/>
                    </a:lnTo>
                    <a:lnTo>
                      <a:pt x="914400" y="93159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h1475"/>
              <p:cNvSpPr/>
              <p:nvPr/>
            </p:nvSpPr>
            <p:spPr>
              <a:xfrm>
                <a:off x="2392195" y="2446887"/>
                <a:ext cx="914399" cy="915485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485">
                    <a:moveTo>
                      <a:pt x="914399" y="914400"/>
                    </a:moveTo>
                    <a:lnTo>
                      <a:pt x="914399" y="915485"/>
                    </a:lnTo>
                    <a:lnTo>
                      <a:pt x="914082" y="914400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h1476"/>
              <p:cNvSpPr/>
              <p:nvPr/>
            </p:nvSpPr>
            <p:spPr>
              <a:xfrm>
                <a:off x="239219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18" y="931638"/>
                    </a:lnTo>
                    <a:lnTo>
                      <a:pt x="917776" y="925846"/>
                    </a:lnTo>
                    <a:lnTo>
                      <a:pt x="914751" y="916684"/>
                    </a:lnTo>
                    <a:lnTo>
                      <a:pt x="914399" y="915485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h1477"/>
              <p:cNvSpPr/>
              <p:nvPr/>
            </p:nvSpPr>
            <p:spPr>
              <a:xfrm>
                <a:off x="24014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h1478"/>
              <p:cNvSpPr/>
              <p:nvPr/>
            </p:nvSpPr>
            <p:spPr>
              <a:xfrm>
                <a:off x="24107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h1479"/>
              <p:cNvSpPr/>
              <p:nvPr/>
            </p:nvSpPr>
            <p:spPr>
              <a:xfrm>
                <a:off x="24199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h1480"/>
              <p:cNvSpPr/>
              <p:nvPr/>
            </p:nvSpPr>
            <p:spPr>
              <a:xfrm>
                <a:off x="24292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h1481"/>
              <p:cNvSpPr/>
              <p:nvPr/>
            </p:nvSpPr>
            <p:spPr>
              <a:xfrm>
                <a:off x="24385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h1482"/>
              <p:cNvSpPr/>
              <p:nvPr/>
            </p:nvSpPr>
            <p:spPr>
              <a:xfrm>
                <a:off x="24477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h1483"/>
              <p:cNvSpPr/>
              <p:nvPr/>
            </p:nvSpPr>
            <p:spPr>
              <a:xfrm>
                <a:off x="24570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h1484"/>
              <p:cNvSpPr/>
              <p:nvPr/>
            </p:nvSpPr>
            <p:spPr>
              <a:xfrm>
                <a:off x="24662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h1485"/>
              <p:cNvSpPr/>
              <p:nvPr/>
            </p:nvSpPr>
            <p:spPr>
              <a:xfrm>
                <a:off x="247555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h1486"/>
              <p:cNvSpPr/>
              <p:nvPr/>
            </p:nvSpPr>
            <p:spPr>
              <a:xfrm>
                <a:off x="24848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h1487"/>
              <p:cNvSpPr/>
              <p:nvPr/>
            </p:nvSpPr>
            <p:spPr>
              <a:xfrm>
                <a:off x="24940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h1488"/>
              <p:cNvSpPr/>
              <p:nvPr/>
            </p:nvSpPr>
            <p:spPr>
              <a:xfrm>
                <a:off x="25033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h1489"/>
              <p:cNvSpPr/>
              <p:nvPr/>
            </p:nvSpPr>
            <p:spPr>
              <a:xfrm>
                <a:off x="25126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h1490"/>
              <p:cNvSpPr/>
              <p:nvPr/>
            </p:nvSpPr>
            <p:spPr>
              <a:xfrm>
                <a:off x="25218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h1491"/>
              <p:cNvSpPr/>
              <p:nvPr/>
            </p:nvSpPr>
            <p:spPr>
              <a:xfrm>
                <a:off x="25311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h1492"/>
              <p:cNvSpPr/>
              <p:nvPr/>
            </p:nvSpPr>
            <p:spPr>
              <a:xfrm>
                <a:off x="25403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h1493"/>
              <p:cNvSpPr/>
              <p:nvPr/>
            </p:nvSpPr>
            <p:spPr>
              <a:xfrm>
                <a:off x="25496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h1494"/>
              <p:cNvSpPr/>
              <p:nvPr/>
            </p:nvSpPr>
            <p:spPr>
              <a:xfrm>
                <a:off x="25589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h1495"/>
              <p:cNvSpPr/>
              <p:nvPr/>
            </p:nvSpPr>
            <p:spPr>
              <a:xfrm>
                <a:off x="25681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h1496"/>
              <p:cNvSpPr/>
              <p:nvPr/>
            </p:nvSpPr>
            <p:spPr>
              <a:xfrm>
                <a:off x="25774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h1497"/>
              <p:cNvSpPr/>
              <p:nvPr/>
            </p:nvSpPr>
            <p:spPr>
              <a:xfrm>
                <a:off x="25867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h1498"/>
              <p:cNvSpPr/>
              <p:nvPr/>
            </p:nvSpPr>
            <p:spPr>
              <a:xfrm>
                <a:off x="25959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h1499"/>
              <p:cNvSpPr/>
              <p:nvPr/>
            </p:nvSpPr>
            <p:spPr>
              <a:xfrm>
                <a:off x="26052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h1500"/>
              <p:cNvSpPr/>
              <p:nvPr/>
            </p:nvSpPr>
            <p:spPr>
              <a:xfrm>
                <a:off x="26144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h1501"/>
              <p:cNvSpPr/>
              <p:nvPr/>
            </p:nvSpPr>
            <p:spPr>
              <a:xfrm>
                <a:off x="26237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h1502"/>
              <p:cNvSpPr/>
              <p:nvPr/>
            </p:nvSpPr>
            <p:spPr>
              <a:xfrm>
                <a:off x="26330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h1503"/>
              <p:cNvSpPr/>
              <p:nvPr/>
            </p:nvSpPr>
            <p:spPr>
              <a:xfrm>
                <a:off x="26422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h1504"/>
              <p:cNvSpPr/>
              <p:nvPr/>
            </p:nvSpPr>
            <p:spPr>
              <a:xfrm>
                <a:off x="26515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h1505"/>
              <p:cNvSpPr/>
              <p:nvPr/>
            </p:nvSpPr>
            <p:spPr>
              <a:xfrm>
                <a:off x="26607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h1506"/>
              <p:cNvSpPr/>
              <p:nvPr/>
            </p:nvSpPr>
            <p:spPr>
              <a:xfrm>
                <a:off x="26700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h1507"/>
              <p:cNvSpPr/>
              <p:nvPr/>
            </p:nvSpPr>
            <p:spPr>
              <a:xfrm>
                <a:off x="2688586" y="24641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07" y="897161"/>
                    </a:lnTo>
                    <a:lnTo>
                      <a:pt x="909394" y="899586"/>
                    </a:lnTo>
                    <a:lnTo>
                      <a:pt x="909626" y="899513"/>
                    </a:lnTo>
                    <a:lnTo>
                      <a:pt x="909979" y="899402"/>
                    </a:lnTo>
                    <a:lnTo>
                      <a:pt x="910332" y="899291"/>
                    </a:lnTo>
                    <a:lnTo>
                      <a:pt x="910685" y="899180"/>
                    </a:lnTo>
                    <a:lnTo>
                      <a:pt x="911038" y="899069"/>
                    </a:lnTo>
                    <a:lnTo>
                      <a:pt x="911391" y="898958"/>
                    </a:lnTo>
                    <a:lnTo>
                      <a:pt x="911744" y="898847"/>
                    </a:lnTo>
                    <a:lnTo>
                      <a:pt x="912097" y="898736"/>
                    </a:lnTo>
                    <a:lnTo>
                      <a:pt x="912451" y="898625"/>
                    </a:lnTo>
                    <a:lnTo>
                      <a:pt x="912804" y="898515"/>
                    </a:lnTo>
                    <a:lnTo>
                      <a:pt x="913157" y="898404"/>
                    </a:lnTo>
                    <a:lnTo>
                      <a:pt x="913510" y="898293"/>
                    </a:lnTo>
                    <a:lnTo>
                      <a:pt x="913863" y="898182"/>
                    </a:lnTo>
                    <a:lnTo>
                      <a:pt x="914216" y="898071"/>
                    </a:lnTo>
                    <a:lnTo>
                      <a:pt x="914400" y="898014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h1508"/>
              <p:cNvSpPr/>
              <p:nvPr/>
            </p:nvSpPr>
            <p:spPr>
              <a:xfrm>
                <a:off x="2697848" y="24468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252"/>
                    </a:lnTo>
                    <a:lnTo>
                      <a:pt x="905307" y="915199"/>
                    </a:lnTo>
                    <a:lnTo>
                      <a:pt x="905660" y="915088"/>
                    </a:lnTo>
                    <a:lnTo>
                      <a:pt x="906013" y="914977"/>
                    </a:lnTo>
                    <a:lnTo>
                      <a:pt x="906366" y="914866"/>
                    </a:lnTo>
                    <a:lnTo>
                      <a:pt x="906720" y="914756"/>
                    </a:lnTo>
                    <a:lnTo>
                      <a:pt x="907073" y="914645"/>
                    </a:lnTo>
                    <a:lnTo>
                      <a:pt x="907426" y="914534"/>
                    </a:lnTo>
                    <a:lnTo>
                      <a:pt x="907855" y="914400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h1509"/>
              <p:cNvSpPr/>
              <p:nvPr/>
            </p:nvSpPr>
            <p:spPr>
              <a:xfrm>
                <a:off x="26978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h1510"/>
              <p:cNvSpPr/>
              <p:nvPr/>
            </p:nvSpPr>
            <p:spPr>
              <a:xfrm>
                <a:off x="27071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h1511"/>
              <p:cNvSpPr/>
              <p:nvPr/>
            </p:nvSpPr>
            <p:spPr>
              <a:xfrm>
                <a:off x="27163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h1512"/>
              <p:cNvSpPr/>
              <p:nvPr/>
            </p:nvSpPr>
            <p:spPr>
              <a:xfrm>
                <a:off x="27256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h1513"/>
              <p:cNvSpPr/>
              <p:nvPr/>
            </p:nvSpPr>
            <p:spPr>
              <a:xfrm>
                <a:off x="27348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h1514"/>
              <p:cNvSpPr/>
              <p:nvPr/>
            </p:nvSpPr>
            <p:spPr>
              <a:xfrm>
                <a:off x="27441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h1515"/>
              <p:cNvSpPr/>
              <p:nvPr/>
            </p:nvSpPr>
            <p:spPr>
              <a:xfrm>
                <a:off x="27534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h1516"/>
              <p:cNvSpPr/>
              <p:nvPr/>
            </p:nvSpPr>
            <p:spPr>
              <a:xfrm>
                <a:off x="27626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h1517"/>
              <p:cNvSpPr/>
              <p:nvPr/>
            </p:nvSpPr>
            <p:spPr>
              <a:xfrm>
                <a:off x="277194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h1518"/>
              <p:cNvSpPr/>
              <p:nvPr/>
            </p:nvSpPr>
            <p:spPr>
              <a:xfrm>
                <a:off x="27812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h1519"/>
              <p:cNvSpPr/>
              <p:nvPr/>
            </p:nvSpPr>
            <p:spPr>
              <a:xfrm>
                <a:off x="27904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h1520"/>
              <p:cNvSpPr/>
              <p:nvPr/>
            </p:nvSpPr>
            <p:spPr>
              <a:xfrm>
                <a:off x="27997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h1521"/>
              <p:cNvSpPr/>
              <p:nvPr/>
            </p:nvSpPr>
            <p:spPr>
              <a:xfrm>
                <a:off x="28089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h1522"/>
              <p:cNvSpPr/>
              <p:nvPr/>
            </p:nvSpPr>
            <p:spPr>
              <a:xfrm>
                <a:off x="28182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h1523"/>
              <p:cNvSpPr/>
              <p:nvPr/>
            </p:nvSpPr>
            <p:spPr>
              <a:xfrm>
                <a:off x="28275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h1524"/>
              <p:cNvSpPr/>
              <p:nvPr/>
            </p:nvSpPr>
            <p:spPr>
              <a:xfrm>
                <a:off x="28367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B">
                  <a:alpha val="100000"/>
                </a:srgbClr>
              </a:solidFill>
              <a:ln w="5420" cap="flat">
                <a:solidFill>
                  <a:srgbClr val="FED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h1525"/>
              <p:cNvSpPr/>
              <p:nvPr/>
            </p:nvSpPr>
            <p:spPr>
              <a:xfrm>
                <a:off x="28460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h1526"/>
              <p:cNvSpPr/>
              <p:nvPr/>
            </p:nvSpPr>
            <p:spPr>
              <a:xfrm>
                <a:off x="28553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h1527"/>
              <p:cNvSpPr/>
              <p:nvPr/>
            </p:nvSpPr>
            <p:spPr>
              <a:xfrm>
                <a:off x="28645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h1528"/>
              <p:cNvSpPr/>
              <p:nvPr/>
            </p:nvSpPr>
            <p:spPr>
              <a:xfrm>
                <a:off x="28738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h1529"/>
              <p:cNvSpPr/>
              <p:nvPr/>
            </p:nvSpPr>
            <p:spPr>
              <a:xfrm>
                <a:off x="28830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h1530"/>
              <p:cNvSpPr/>
              <p:nvPr/>
            </p:nvSpPr>
            <p:spPr>
              <a:xfrm>
                <a:off x="289235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h1531"/>
              <p:cNvSpPr/>
              <p:nvPr/>
            </p:nvSpPr>
            <p:spPr>
              <a:xfrm>
                <a:off x="29016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h1532"/>
              <p:cNvSpPr/>
              <p:nvPr/>
            </p:nvSpPr>
            <p:spPr>
              <a:xfrm>
                <a:off x="29108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h1533"/>
              <p:cNvSpPr/>
              <p:nvPr/>
            </p:nvSpPr>
            <p:spPr>
              <a:xfrm>
                <a:off x="29201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h1534"/>
              <p:cNvSpPr/>
              <p:nvPr/>
            </p:nvSpPr>
            <p:spPr>
              <a:xfrm>
                <a:off x="29294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h1535"/>
              <p:cNvSpPr/>
              <p:nvPr/>
            </p:nvSpPr>
            <p:spPr>
              <a:xfrm>
                <a:off x="29386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h1536"/>
              <p:cNvSpPr/>
              <p:nvPr/>
            </p:nvSpPr>
            <p:spPr>
              <a:xfrm>
                <a:off x="29479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h1537"/>
              <p:cNvSpPr/>
              <p:nvPr/>
            </p:nvSpPr>
            <p:spPr>
              <a:xfrm>
                <a:off x="29571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h1538"/>
              <p:cNvSpPr/>
              <p:nvPr/>
            </p:nvSpPr>
            <p:spPr>
              <a:xfrm>
                <a:off x="29664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h1539"/>
              <p:cNvSpPr/>
              <p:nvPr/>
            </p:nvSpPr>
            <p:spPr>
              <a:xfrm>
                <a:off x="29757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h1540"/>
              <p:cNvSpPr/>
              <p:nvPr/>
            </p:nvSpPr>
            <p:spPr>
              <a:xfrm>
                <a:off x="29849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h1541"/>
              <p:cNvSpPr/>
              <p:nvPr/>
            </p:nvSpPr>
            <p:spPr>
              <a:xfrm>
                <a:off x="29942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h1542"/>
              <p:cNvSpPr/>
              <p:nvPr/>
            </p:nvSpPr>
            <p:spPr>
              <a:xfrm>
                <a:off x="30035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h1543"/>
              <p:cNvSpPr/>
              <p:nvPr/>
            </p:nvSpPr>
            <p:spPr>
              <a:xfrm>
                <a:off x="30127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h1544"/>
              <p:cNvSpPr/>
              <p:nvPr/>
            </p:nvSpPr>
            <p:spPr>
              <a:xfrm>
                <a:off x="30220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h1545"/>
              <p:cNvSpPr/>
              <p:nvPr/>
            </p:nvSpPr>
            <p:spPr>
              <a:xfrm>
                <a:off x="30312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h1546"/>
              <p:cNvSpPr/>
              <p:nvPr/>
            </p:nvSpPr>
            <p:spPr>
              <a:xfrm>
                <a:off x="30405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h1547"/>
              <p:cNvSpPr/>
              <p:nvPr/>
            </p:nvSpPr>
            <p:spPr>
              <a:xfrm>
                <a:off x="30498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h1548"/>
              <p:cNvSpPr/>
              <p:nvPr/>
            </p:nvSpPr>
            <p:spPr>
              <a:xfrm>
                <a:off x="30590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h1549"/>
              <p:cNvSpPr/>
              <p:nvPr/>
            </p:nvSpPr>
            <p:spPr>
              <a:xfrm>
                <a:off x="30683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h1550"/>
              <p:cNvSpPr/>
              <p:nvPr/>
            </p:nvSpPr>
            <p:spPr>
              <a:xfrm>
                <a:off x="30775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h1551"/>
              <p:cNvSpPr/>
              <p:nvPr/>
            </p:nvSpPr>
            <p:spPr>
              <a:xfrm>
                <a:off x="30868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h1552"/>
              <p:cNvSpPr/>
              <p:nvPr/>
            </p:nvSpPr>
            <p:spPr>
              <a:xfrm>
                <a:off x="309612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h1553"/>
              <p:cNvSpPr/>
              <p:nvPr/>
            </p:nvSpPr>
            <p:spPr>
              <a:xfrm>
                <a:off x="310538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h1554"/>
              <p:cNvSpPr/>
              <p:nvPr/>
            </p:nvSpPr>
            <p:spPr>
              <a:xfrm>
                <a:off x="31146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h1555"/>
              <p:cNvSpPr/>
              <p:nvPr/>
            </p:nvSpPr>
            <p:spPr>
              <a:xfrm>
                <a:off x="31239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h1556"/>
              <p:cNvSpPr/>
              <p:nvPr/>
            </p:nvSpPr>
            <p:spPr>
              <a:xfrm>
                <a:off x="31331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h1557"/>
              <p:cNvSpPr/>
              <p:nvPr/>
            </p:nvSpPr>
            <p:spPr>
              <a:xfrm>
                <a:off x="31424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h1558"/>
              <p:cNvSpPr/>
              <p:nvPr/>
            </p:nvSpPr>
            <p:spPr>
              <a:xfrm>
                <a:off x="31516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h1559"/>
              <p:cNvSpPr/>
              <p:nvPr/>
            </p:nvSpPr>
            <p:spPr>
              <a:xfrm>
                <a:off x="31609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h1560"/>
              <p:cNvSpPr/>
              <p:nvPr/>
            </p:nvSpPr>
            <p:spPr>
              <a:xfrm>
                <a:off x="31702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h1561"/>
              <p:cNvSpPr/>
              <p:nvPr/>
            </p:nvSpPr>
            <p:spPr>
              <a:xfrm>
                <a:off x="31794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h1562"/>
              <p:cNvSpPr/>
              <p:nvPr/>
            </p:nvSpPr>
            <p:spPr>
              <a:xfrm>
                <a:off x="318874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h1563"/>
              <p:cNvSpPr/>
              <p:nvPr/>
            </p:nvSpPr>
            <p:spPr>
              <a:xfrm>
                <a:off x="31980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h1564"/>
              <p:cNvSpPr/>
              <p:nvPr/>
            </p:nvSpPr>
            <p:spPr>
              <a:xfrm>
                <a:off x="32072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h1565"/>
              <p:cNvSpPr/>
              <p:nvPr/>
            </p:nvSpPr>
            <p:spPr>
              <a:xfrm>
                <a:off x="32165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h1566"/>
              <p:cNvSpPr/>
              <p:nvPr/>
            </p:nvSpPr>
            <p:spPr>
              <a:xfrm>
                <a:off x="32257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h1567"/>
              <p:cNvSpPr/>
              <p:nvPr/>
            </p:nvSpPr>
            <p:spPr>
              <a:xfrm>
                <a:off x="3235057" y="24641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08"/>
                    </a:lnTo>
                    <a:lnTo>
                      <a:pt x="922935" y="903962"/>
                    </a:lnTo>
                    <a:lnTo>
                      <a:pt x="922059" y="906924"/>
                    </a:lnTo>
                    <a:lnTo>
                      <a:pt x="921184" y="909886"/>
                    </a:lnTo>
                    <a:lnTo>
                      <a:pt x="920308" y="912848"/>
                    </a:lnTo>
                    <a:lnTo>
                      <a:pt x="919850" y="914400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h1568"/>
              <p:cNvSpPr/>
              <p:nvPr/>
            </p:nvSpPr>
            <p:spPr>
              <a:xfrm>
                <a:off x="3244319" y="2446887"/>
                <a:ext cx="915687" cy="918747"/>
              </a:xfrm>
              <a:custGeom>
                <a:avLst/>
                <a:gdLst/>
                <a:ahLst/>
                <a:cxnLst/>
                <a:rect l="0" t="0" r="0" b="0"/>
                <a:pathLst>
                  <a:path w="915687" h="918747">
                    <a:moveTo>
                      <a:pt x="914400" y="914400"/>
                    </a:moveTo>
                    <a:lnTo>
                      <a:pt x="915687" y="914400"/>
                    </a:lnTo>
                    <a:lnTo>
                      <a:pt x="915427" y="915277"/>
                    </a:lnTo>
                    <a:lnTo>
                      <a:pt x="914550" y="918239"/>
                    </a:lnTo>
                    <a:lnTo>
                      <a:pt x="914400" y="918747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h1569"/>
              <p:cNvSpPr/>
              <p:nvPr/>
            </p:nvSpPr>
            <p:spPr>
              <a:xfrm>
                <a:off x="2392195" y="2429648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14082" y="931638"/>
                    </a:lnTo>
                    <a:lnTo>
                      <a:pt x="911986" y="924480"/>
                    </a:lnTo>
                    <a:lnTo>
                      <a:pt x="909488" y="914783"/>
                    </a:lnTo>
                    <a:lnTo>
                      <a:pt x="909402" y="914400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h1570"/>
              <p:cNvSpPr/>
              <p:nvPr/>
            </p:nvSpPr>
            <p:spPr>
              <a:xfrm>
                <a:off x="239219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h1571"/>
              <p:cNvSpPr/>
              <p:nvPr/>
            </p:nvSpPr>
            <p:spPr>
              <a:xfrm>
                <a:off x="24014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h1572"/>
              <p:cNvSpPr/>
              <p:nvPr/>
            </p:nvSpPr>
            <p:spPr>
              <a:xfrm>
                <a:off x="24107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h1573"/>
              <p:cNvSpPr/>
              <p:nvPr/>
            </p:nvSpPr>
            <p:spPr>
              <a:xfrm>
                <a:off x="24199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h1574"/>
              <p:cNvSpPr/>
              <p:nvPr/>
            </p:nvSpPr>
            <p:spPr>
              <a:xfrm>
                <a:off x="24292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h1575"/>
              <p:cNvSpPr/>
              <p:nvPr/>
            </p:nvSpPr>
            <p:spPr>
              <a:xfrm>
                <a:off x="24385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h1576"/>
              <p:cNvSpPr/>
              <p:nvPr/>
            </p:nvSpPr>
            <p:spPr>
              <a:xfrm>
                <a:off x="24477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h1577"/>
              <p:cNvSpPr/>
              <p:nvPr/>
            </p:nvSpPr>
            <p:spPr>
              <a:xfrm>
                <a:off x="24570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h1578"/>
              <p:cNvSpPr/>
              <p:nvPr/>
            </p:nvSpPr>
            <p:spPr>
              <a:xfrm>
                <a:off x="24662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h1579"/>
              <p:cNvSpPr/>
              <p:nvPr/>
            </p:nvSpPr>
            <p:spPr>
              <a:xfrm>
                <a:off x="247555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h1580"/>
              <p:cNvSpPr/>
              <p:nvPr/>
            </p:nvSpPr>
            <p:spPr>
              <a:xfrm>
                <a:off x="24848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h1581"/>
              <p:cNvSpPr/>
              <p:nvPr/>
            </p:nvSpPr>
            <p:spPr>
              <a:xfrm>
                <a:off x="24940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h1582"/>
              <p:cNvSpPr/>
              <p:nvPr/>
            </p:nvSpPr>
            <p:spPr>
              <a:xfrm>
                <a:off x="25033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h1583"/>
              <p:cNvSpPr/>
              <p:nvPr/>
            </p:nvSpPr>
            <p:spPr>
              <a:xfrm>
                <a:off x="25126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h1584"/>
              <p:cNvSpPr/>
              <p:nvPr/>
            </p:nvSpPr>
            <p:spPr>
              <a:xfrm>
                <a:off x="25218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h1585"/>
              <p:cNvSpPr/>
              <p:nvPr/>
            </p:nvSpPr>
            <p:spPr>
              <a:xfrm>
                <a:off x="25311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h1586"/>
              <p:cNvSpPr/>
              <p:nvPr/>
            </p:nvSpPr>
            <p:spPr>
              <a:xfrm>
                <a:off x="25403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h1587"/>
              <p:cNvSpPr/>
              <p:nvPr/>
            </p:nvSpPr>
            <p:spPr>
              <a:xfrm>
                <a:off x="25496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h1588"/>
              <p:cNvSpPr/>
              <p:nvPr/>
            </p:nvSpPr>
            <p:spPr>
              <a:xfrm>
                <a:off x="25589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h1589"/>
              <p:cNvSpPr/>
              <p:nvPr/>
            </p:nvSpPr>
            <p:spPr>
              <a:xfrm>
                <a:off x="25681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h1590"/>
              <p:cNvSpPr/>
              <p:nvPr/>
            </p:nvSpPr>
            <p:spPr>
              <a:xfrm>
                <a:off x="25774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h1591"/>
              <p:cNvSpPr/>
              <p:nvPr/>
            </p:nvSpPr>
            <p:spPr>
              <a:xfrm>
                <a:off x="25867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h1592"/>
              <p:cNvSpPr/>
              <p:nvPr/>
            </p:nvSpPr>
            <p:spPr>
              <a:xfrm>
                <a:off x="25959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h1593"/>
              <p:cNvSpPr/>
              <p:nvPr/>
            </p:nvSpPr>
            <p:spPr>
              <a:xfrm>
                <a:off x="26052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h1594"/>
              <p:cNvSpPr/>
              <p:nvPr/>
            </p:nvSpPr>
            <p:spPr>
              <a:xfrm>
                <a:off x="26144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h1595"/>
              <p:cNvSpPr/>
              <p:nvPr/>
            </p:nvSpPr>
            <p:spPr>
              <a:xfrm>
                <a:off x="26237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h1596"/>
              <p:cNvSpPr/>
              <p:nvPr/>
            </p:nvSpPr>
            <p:spPr>
              <a:xfrm>
                <a:off x="26330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h1597"/>
              <p:cNvSpPr/>
              <p:nvPr/>
            </p:nvSpPr>
            <p:spPr>
              <a:xfrm>
                <a:off x="26422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h1598"/>
              <p:cNvSpPr/>
              <p:nvPr/>
            </p:nvSpPr>
            <p:spPr>
              <a:xfrm>
                <a:off x="26515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h1599"/>
              <p:cNvSpPr/>
              <p:nvPr/>
            </p:nvSpPr>
            <p:spPr>
              <a:xfrm>
                <a:off x="26607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h1600"/>
              <p:cNvSpPr/>
              <p:nvPr/>
            </p:nvSpPr>
            <p:spPr>
              <a:xfrm>
                <a:off x="2679323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85" y="897161"/>
                    </a:lnTo>
                    <a:lnTo>
                      <a:pt x="913451" y="897382"/>
                    </a:lnTo>
                    <a:lnTo>
                      <a:pt x="913544" y="897698"/>
                    </a:lnTo>
                    <a:lnTo>
                      <a:pt x="913638" y="898014"/>
                    </a:lnTo>
                    <a:lnTo>
                      <a:pt x="913731" y="898330"/>
                    </a:lnTo>
                    <a:lnTo>
                      <a:pt x="913825" y="898645"/>
                    </a:lnTo>
                    <a:lnTo>
                      <a:pt x="913918" y="898961"/>
                    </a:lnTo>
                    <a:lnTo>
                      <a:pt x="914011" y="899277"/>
                    </a:lnTo>
                    <a:lnTo>
                      <a:pt x="914105" y="899592"/>
                    </a:lnTo>
                    <a:lnTo>
                      <a:pt x="914198" y="899908"/>
                    </a:lnTo>
                    <a:lnTo>
                      <a:pt x="914292" y="900224"/>
                    </a:lnTo>
                    <a:lnTo>
                      <a:pt x="914400" y="900613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h1601"/>
              <p:cNvSpPr/>
              <p:nvPr/>
            </p:nvSpPr>
            <p:spPr>
              <a:xfrm>
                <a:off x="2679323" y="2446887"/>
                <a:ext cx="9180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70" h="914400">
                    <a:moveTo>
                      <a:pt x="914400" y="914400"/>
                    </a:moveTo>
                    <a:lnTo>
                      <a:pt x="914400" y="900613"/>
                    </a:lnTo>
                    <a:lnTo>
                      <a:pt x="917018" y="910053"/>
                    </a:lnTo>
                    <a:lnTo>
                      <a:pt x="918070" y="914400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h1602"/>
              <p:cNvSpPr/>
              <p:nvPr/>
            </p:nvSpPr>
            <p:spPr>
              <a:xfrm>
                <a:off x="2697848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855" y="914400"/>
                    </a:lnTo>
                    <a:lnTo>
                      <a:pt x="908132" y="914313"/>
                    </a:lnTo>
                    <a:lnTo>
                      <a:pt x="908485" y="914202"/>
                    </a:lnTo>
                    <a:lnTo>
                      <a:pt x="908839" y="914091"/>
                    </a:lnTo>
                    <a:lnTo>
                      <a:pt x="909192" y="913980"/>
                    </a:lnTo>
                    <a:lnTo>
                      <a:pt x="909545" y="913870"/>
                    </a:lnTo>
                    <a:lnTo>
                      <a:pt x="909898" y="913759"/>
                    </a:lnTo>
                    <a:lnTo>
                      <a:pt x="910251" y="913648"/>
                    </a:lnTo>
                    <a:lnTo>
                      <a:pt x="910604" y="913538"/>
                    </a:lnTo>
                    <a:lnTo>
                      <a:pt x="910958" y="913427"/>
                    </a:lnTo>
                    <a:lnTo>
                      <a:pt x="911311" y="913316"/>
                    </a:lnTo>
                    <a:lnTo>
                      <a:pt x="911664" y="913206"/>
                    </a:lnTo>
                    <a:lnTo>
                      <a:pt x="912017" y="913095"/>
                    </a:lnTo>
                    <a:lnTo>
                      <a:pt x="912371" y="912985"/>
                    </a:lnTo>
                    <a:lnTo>
                      <a:pt x="912724" y="912874"/>
                    </a:lnTo>
                    <a:lnTo>
                      <a:pt x="913077" y="912763"/>
                    </a:lnTo>
                    <a:lnTo>
                      <a:pt x="913430" y="912653"/>
                    </a:lnTo>
                    <a:lnTo>
                      <a:pt x="913784" y="912542"/>
                    </a:lnTo>
                    <a:lnTo>
                      <a:pt x="914137" y="912432"/>
                    </a:lnTo>
                    <a:lnTo>
                      <a:pt x="914400" y="912349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h1603"/>
              <p:cNvSpPr/>
              <p:nvPr/>
            </p:nvSpPr>
            <p:spPr>
              <a:xfrm>
                <a:off x="2707110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8" y="912321"/>
                    </a:lnTo>
                    <a:lnTo>
                      <a:pt x="905581" y="912210"/>
                    </a:lnTo>
                    <a:lnTo>
                      <a:pt x="905934" y="912100"/>
                    </a:lnTo>
                    <a:lnTo>
                      <a:pt x="906288" y="911989"/>
                    </a:lnTo>
                    <a:lnTo>
                      <a:pt x="906641" y="911879"/>
                    </a:lnTo>
                    <a:lnTo>
                      <a:pt x="906994" y="911768"/>
                    </a:lnTo>
                    <a:lnTo>
                      <a:pt x="907348" y="911658"/>
                    </a:lnTo>
                    <a:lnTo>
                      <a:pt x="907701" y="911547"/>
                    </a:lnTo>
                    <a:lnTo>
                      <a:pt x="908054" y="911437"/>
                    </a:lnTo>
                    <a:lnTo>
                      <a:pt x="908408" y="911326"/>
                    </a:lnTo>
                    <a:lnTo>
                      <a:pt x="908761" y="911216"/>
                    </a:lnTo>
                    <a:lnTo>
                      <a:pt x="909114" y="911106"/>
                    </a:lnTo>
                    <a:lnTo>
                      <a:pt x="909468" y="910995"/>
                    </a:lnTo>
                    <a:lnTo>
                      <a:pt x="909821" y="910885"/>
                    </a:lnTo>
                    <a:lnTo>
                      <a:pt x="910174" y="910774"/>
                    </a:lnTo>
                    <a:lnTo>
                      <a:pt x="910528" y="910664"/>
                    </a:lnTo>
                    <a:lnTo>
                      <a:pt x="910881" y="910553"/>
                    </a:lnTo>
                    <a:lnTo>
                      <a:pt x="911234" y="910443"/>
                    </a:lnTo>
                    <a:lnTo>
                      <a:pt x="911588" y="910333"/>
                    </a:lnTo>
                    <a:lnTo>
                      <a:pt x="911941" y="910222"/>
                    </a:lnTo>
                    <a:lnTo>
                      <a:pt x="912294" y="910112"/>
                    </a:lnTo>
                    <a:lnTo>
                      <a:pt x="912648" y="910002"/>
                    </a:lnTo>
                    <a:lnTo>
                      <a:pt x="912876" y="909930"/>
                    </a:lnTo>
                    <a:lnTo>
                      <a:pt x="913934" y="903657"/>
                    </a:lnTo>
                    <a:lnTo>
                      <a:pt x="914400" y="901341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h1604"/>
              <p:cNvSpPr/>
              <p:nvPr/>
            </p:nvSpPr>
            <p:spPr>
              <a:xfrm>
                <a:off x="2716372" y="24296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580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h1605"/>
              <p:cNvSpPr/>
              <p:nvPr/>
            </p:nvSpPr>
            <p:spPr>
              <a:xfrm>
                <a:off x="27163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h1606"/>
              <p:cNvSpPr/>
              <p:nvPr/>
            </p:nvSpPr>
            <p:spPr>
              <a:xfrm>
                <a:off x="27256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h1607"/>
              <p:cNvSpPr/>
              <p:nvPr/>
            </p:nvSpPr>
            <p:spPr>
              <a:xfrm>
                <a:off x="27348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h1608"/>
              <p:cNvSpPr/>
              <p:nvPr/>
            </p:nvSpPr>
            <p:spPr>
              <a:xfrm>
                <a:off x="27441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h1609"/>
              <p:cNvSpPr/>
              <p:nvPr/>
            </p:nvSpPr>
            <p:spPr>
              <a:xfrm>
                <a:off x="27534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h1610"/>
              <p:cNvSpPr/>
              <p:nvPr/>
            </p:nvSpPr>
            <p:spPr>
              <a:xfrm>
                <a:off x="27626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h1611"/>
              <p:cNvSpPr/>
              <p:nvPr/>
            </p:nvSpPr>
            <p:spPr>
              <a:xfrm>
                <a:off x="277194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h1612"/>
              <p:cNvSpPr/>
              <p:nvPr/>
            </p:nvSpPr>
            <p:spPr>
              <a:xfrm>
                <a:off x="27812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7">
                  <a:alpha val="100000"/>
                </a:srgbClr>
              </a:solidFill>
              <a:ln w="5420" cap="flat">
                <a:solidFill>
                  <a:srgbClr val="FEDB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h1613"/>
              <p:cNvSpPr/>
              <p:nvPr/>
            </p:nvSpPr>
            <p:spPr>
              <a:xfrm>
                <a:off x="27904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h1614"/>
              <p:cNvSpPr/>
              <p:nvPr/>
            </p:nvSpPr>
            <p:spPr>
              <a:xfrm>
                <a:off x="27997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h1615"/>
              <p:cNvSpPr/>
              <p:nvPr/>
            </p:nvSpPr>
            <p:spPr>
              <a:xfrm>
                <a:off x="28089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h1616"/>
              <p:cNvSpPr/>
              <p:nvPr/>
            </p:nvSpPr>
            <p:spPr>
              <a:xfrm>
                <a:off x="28182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h1617"/>
              <p:cNvSpPr/>
              <p:nvPr/>
            </p:nvSpPr>
            <p:spPr>
              <a:xfrm>
                <a:off x="28275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B">
                  <a:alpha val="100000"/>
                </a:srgbClr>
              </a:solidFill>
              <a:ln w="5420" cap="flat">
                <a:solidFill>
                  <a:srgbClr val="FED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h1618"/>
              <p:cNvSpPr/>
              <p:nvPr/>
            </p:nvSpPr>
            <p:spPr>
              <a:xfrm>
                <a:off x="28367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h1619"/>
              <p:cNvSpPr/>
              <p:nvPr/>
            </p:nvSpPr>
            <p:spPr>
              <a:xfrm>
                <a:off x="28460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h1620"/>
              <p:cNvSpPr/>
              <p:nvPr/>
            </p:nvSpPr>
            <p:spPr>
              <a:xfrm>
                <a:off x="28553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h1621"/>
              <p:cNvSpPr/>
              <p:nvPr/>
            </p:nvSpPr>
            <p:spPr>
              <a:xfrm>
                <a:off x="28645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h1622"/>
              <p:cNvSpPr/>
              <p:nvPr/>
            </p:nvSpPr>
            <p:spPr>
              <a:xfrm>
                <a:off x="28738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h1623"/>
              <p:cNvSpPr/>
              <p:nvPr/>
            </p:nvSpPr>
            <p:spPr>
              <a:xfrm>
                <a:off x="28830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h1624"/>
              <p:cNvSpPr/>
              <p:nvPr/>
            </p:nvSpPr>
            <p:spPr>
              <a:xfrm>
                <a:off x="289235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h1625"/>
              <p:cNvSpPr/>
              <p:nvPr/>
            </p:nvSpPr>
            <p:spPr>
              <a:xfrm>
                <a:off x="29016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h1626"/>
              <p:cNvSpPr/>
              <p:nvPr/>
            </p:nvSpPr>
            <p:spPr>
              <a:xfrm>
                <a:off x="29108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h1627"/>
              <p:cNvSpPr/>
              <p:nvPr/>
            </p:nvSpPr>
            <p:spPr>
              <a:xfrm>
                <a:off x="29201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h1628"/>
              <p:cNvSpPr/>
              <p:nvPr/>
            </p:nvSpPr>
            <p:spPr>
              <a:xfrm>
                <a:off x="29294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h1629"/>
              <p:cNvSpPr/>
              <p:nvPr/>
            </p:nvSpPr>
            <p:spPr>
              <a:xfrm>
                <a:off x="29386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h1630"/>
              <p:cNvSpPr/>
              <p:nvPr/>
            </p:nvSpPr>
            <p:spPr>
              <a:xfrm>
                <a:off x="29479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h1631"/>
              <p:cNvSpPr/>
              <p:nvPr/>
            </p:nvSpPr>
            <p:spPr>
              <a:xfrm>
                <a:off x="29571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h1632"/>
              <p:cNvSpPr/>
              <p:nvPr/>
            </p:nvSpPr>
            <p:spPr>
              <a:xfrm>
                <a:off x="29664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h1633"/>
              <p:cNvSpPr/>
              <p:nvPr/>
            </p:nvSpPr>
            <p:spPr>
              <a:xfrm>
                <a:off x="29757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h1634"/>
              <p:cNvSpPr/>
              <p:nvPr/>
            </p:nvSpPr>
            <p:spPr>
              <a:xfrm>
                <a:off x="29849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h1635"/>
              <p:cNvSpPr/>
              <p:nvPr/>
            </p:nvSpPr>
            <p:spPr>
              <a:xfrm>
                <a:off x="29942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h1636"/>
              <p:cNvSpPr/>
              <p:nvPr/>
            </p:nvSpPr>
            <p:spPr>
              <a:xfrm>
                <a:off x="30035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h1637"/>
              <p:cNvSpPr/>
              <p:nvPr/>
            </p:nvSpPr>
            <p:spPr>
              <a:xfrm>
                <a:off x="30127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h1638"/>
              <p:cNvSpPr/>
              <p:nvPr/>
            </p:nvSpPr>
            <p:spPr>
              <a:xfrm>
                <a:off x="30220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h1639"/>
              <p:cNvSpPr/>
              <p:nvPr/>
            </p:nvSpPr>
            <p:spPr>
              <a:xfrm>
                <a:off x="30312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h1640"/>
              <p:cNvSpPr/>
              <p:nvPr/>
            </p:nvSpPr>
            <p:spPr>
              <a:xfrm>
                <a:off x="30405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h1641"/>
              <p:cNvSpPr/>
              <p:nvPr/>
            </p:nvSpPr>
            <p:spPr>
              <a:xfrm>
                <a:off x="30498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h1642"/>
              <p:cNvSpPr/>
              <p:nvPr/>
            </p:nvSpPr>
            <p:spPr>
              <a:xfrm>
                <a:off x="30590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h1643"/>
              <p:cNvSpPr/>
              <p:nvPr/>
            </p:nvSpPr>
            <p:spPr>
              <a:xfrm>
                <a:off x="30683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h1644"/>
              <p:cNvSpPr/>
              <p:nvPr/>
            </p:nvSpPr>
            <p:spPr>
              <a:xfrm>
                <a:off x="30775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h1645"/>
              <p:cNvSpPr/>
              <p:nvPr/>
            </p:nvSpPr>
            <p:spPr>
              <a:xfrm>
                <a:off x="308686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h1646"/>
              <p:cNvSpPr/>
              <p:nvPr/>
            </p:nvSpPr>
            <p:spPr>
              <a:xfrm>
                <a:off x="309612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h1647"/>
              <p:cNvSpPr/>
              <p:nvPr/>
            </p:nvSpPr>
            <p:spPr>
              <a:xfrm>
                <a:off x="310538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h1648"/>
              <p:cNvSpPr/>
              <p:nvPr/>
            </p:nvSpPr>
            <p:spPr>
              <a:xfrm>
                <a:off x="311464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h1649"/>
              <p:cNvSpPr/>
              <p:nvPr/>
            </p:nvSpPr>
            <p:spPr>
              <a:xfrm>
                <a:off x="312391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h1650"/>
              <p:cNvSpPr/>
              <p:nvPr/>
            </p:nvSpPr>
            <p:spPr>
              <a:xfrm>
                <a:off x="31331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h1651"/>
              <p:cNvSpPr/>
              <p:nvPr/>
            </p:nvSpPr>
            <p:spPr>
              <a:xfrm>
                <a:off x="31424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h1652"/>
              <p:cNvSpPr/>
              <p:nvPr/>
            </p:nvSpPr>
            <p:spPr>
              <a:xfrm>
                <a:off x="31516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h1653"/>
              <p:cNvSpPr/>
              <p:nvPr/>
            </p:nvSpPr>
            <p:spPr>
              <a:xfrm>
                <a:off x="31609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h1654"/>
              <p:cNvSpPr/>
              <p:nvPr/>
            </p:nvSpPr>
            <p:spPr>
              <a:xfrm>
                <a:off x="31702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h1655"/>
              <p:cNvSpPr/>
              <p:nvPr/>
            </p:nvSpPr>
            <p:spPr>
              <a:xfrm>
                <a:off x="31794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h1656"/>
              <p:cNvSpPr/>
              <p:nvPr/>
            </p:nvSpPr>
            <p:spPr>
              <a:xfrm>
                <a:off x="318874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h1657"/>
              <p:cNvSpPr/>
              <p:nvPr/>
            </p:nvSpPr>
            <p:spPr>
              <a:xfrm>
                <a:off x="31980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h1658"/>
              <p:cNvSpPr/>
              <p:nvPr/>
            </p:nvSpPr>
            <p:spPr>
              <a:xfrm>
                <a:off x="32072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h1659"/>
              <p:cNvSpPr/>
              <p:nvPr/>
            </p:nvSpPr>
            <p:spPr>
              <a:xfrm>
                <a:off x="32165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h1660"/>
              <p:cNvSpPr/>
              <p:nvPr/>
            </p:nvSpPr>
            <p:spPr>
              <a:xfrm>
                <a:off x="32257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h1661"/>
              <p:cNvSpPr/>
              <p:nvPr/>
            </p:nvSpPr>
            <p:spPr>
              <a:xfrm>
                <a:off x="32350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h1662"/>
              <p:cNvSpPr/>
              <p:nvPr/>
            </p:nvSpPr>
            <p:spPr>
              <a:xfrm>
                <a:off x="3244319" y="2446887"/>
                <a:ext cx="9207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79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99" y="897161"/>
                    </a:lnTo>
                    <a:lnTo>
                      <a:pt x="920696" y="897509"/>
                    </a:lnTo>
                    <a:lnTo>
                      <a:pt x="919817" y="900470"/>
                    </a:lnTo>
                    <a:lnTo>
                      <a:pt x="918938" y="903431"/>
                    </a:lnTo>
                    <a:lnTo>
                      <a:pt x="918059" y="906393"/>
                    </a:lnTo>
                    <a:lnTo>
                      <a:pt x="917181" y="909354"/>
                    </a:lnTo>
                    <a:lnTo>
                      <a:pt x="916304" y="912316"/>
                    </a:lnTo>
                    <a:lnTo>
                      <a:pt x="915687" y="914400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h1663"/>
              <p:cNvSpPr/>
              <p:nvPr/>
            </p:nvSpPr>
            <p:spPr>
              <a:xfrm>
                <a:off x="2392195" y="2412410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399"/>
                    </a:moveTo>
                    <a:lnTo>
                      <a:pt x="914399" y="931638"/>
                    </a:lnTo>
                    <a:lnTo>
                      <a:pt x="909402" y="931638"/>
                    </a:lnTo>
                    <a:lnTo>
                      <a:pt x="907264" y="922096"/>
                    </a:lnTo>
                    <a:lnTo>
                      <a:pt x="905787" y="91439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h1664"/>
              <p:cNvSpPr/>
              <p:nvPr/>
            </p:nvSpPr>
            <p:spPr>
              <a:xfrm>
                <a:off x="239219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h1665"/>
              <p:cNvSpPr/>
              <p:nvPr/>
            </p:nvSpPr>
            <p:spPr>
              <a:xfrm>
                <a:off x="24014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h1666"/>
              <p:cNvSpPr/>
              <p:nvPr/>
            </p:nvSpPr>
            <p:spPr>
              <a:xfrm>
                <a:off x="24107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h1667"/>
              <p:cNvSpPr/>
              <p:nvPr/>
            </p:nvSpPr>
            <p:spPr>
              <a:xfrm>
                <a:off x="24199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h1668"/>
              <p:cNvSpPr/>
              <p:nvPr/>
            </p:nvSpPr>
            <p:spPr>
              <a:xfrm>
                <a:off x="24292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h1669"/>
              <p:cNvSpPr/>
              <p:nvPr/>
            </p:nvSpPr>
            <p:spPr>
              <a:xfrm>
                <a:off x="24385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h1670"/>
              <p:cNvSpPr/>
              <p:nvPr/>
            </p:nvSpPr>
            <p:spPr>
              <a:xfrm>
                <a:off x="24477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h1671"/>
              <p:cNvSpPr/>
              <p:nvPr/>
            </p:nvSpPr>
            <p:spPr>
              <a:xfrm>
                <a:off x="24570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h1672"/>
              <p:cNvSpPr/>
              <p:nvPr/>
            </p:nvSpPr>
            <p:spPr>
              <a:xfrm>
                <a:off x="24662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h1673"/>
              <p:cNvSpPr/>
              <p:nvPr/>
            </p:nvSpPr>
            <p:spPr>
              <a:xfrm>
                <a:off x="247555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h1674"/>
              <p:cNvSpPr/>
              <p:nvPr/>
            </p:nvSpPr>
            <p:spPr>
              <a:xfrm>
                <a:off x="24848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h1675"/>
              <p:cNvSpPr/>
              <p:nvPr/>
            </p:nvSpPr>
            <p:spPr>
              <a:xfrm>
                <a:off x="24940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h1676"/>
              <p:cNvSpPr/>
              <p:nvPr/>
            </p:nvSpPr>
            <p:spPr>
              <a:xfrm>
                <a:off x="25033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h1677"/>
              <p:cNvSpPr/>
              <p:nvPr/>
            </p:nvSpPr>
            <p:spPr>
              <a:xfrm>
                <a:off x="25126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h1678"/>
              <p:cNvSpPr/>
              <p:nvPr/>
            </p:nvSpPr>
            <p:spPr>
              <a:xfrm>
                <a:off x="25218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4">
                  <a:alpha val="100000"/>
                </a:srgbClr>
              </a:solidFill>
              <a:ln w="5420" cap="flat">
                <a:solidFill>
                  <a:srgbClr val="FEA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h1679"/>
              <p:cNvSpPr/>
              <p:nvPr/>
            </p:nvSpPr>
            <p:spPr>
              <a:xfrm>
                <a:off x="25311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h1680"/>
              <p:cNvSpPr/>
              <p:nvPr/>
            </p:nvSpPr>
            <p:spPr>
              <a:xfrm>
                <a:off x="25403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h1681"/>
              <p:cNvSpPr/>
              <p:nvPr/>
            </p:nvSpPr>
            <p:spPr>
              <a:xfrm>
                <a:off x="25496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h1682"/>
              <p:cNvSpPr/>
              <p:nvPr/>
            </p:nvSpPr>
            <p:spPr>
              <a:xfrm>
                <a:off x="25589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h1683"/>
              <p:cNvSpPr/>
              <p:nvPr/>
            </p:nvSpPr>
            <p:spPr>
              <a:xfrm>
                <a:off x="25681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h1684"/>
              <p:cNvSpPr/>
              <p:nvPr/>
            </p:nvSpPr>
            <p:spPr>
              <a:xfrm>
                <a:off x="25774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h1685"/>
              <p:cNvSpPr/>
              <p:nvPr/>
            </p:nvSpPr>
            <p:spPr>
              <a:xfrm>
                <a:off x="25867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h1686"/>
              <p:cNvSpPr/>
              <p:nvPr/>
            </p:nvSpPr>
            <p:spPr>
              <a:xfrm>
                <a:off x="25959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h1687"/>
              <p:cNvSpPr/>
              <p:nvPr/>
            </p:nvSpPr>
            <p:spPr>
              <a:xfrm>
                <a:off x="26052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h1688"/>
              <p:cNvSpPr/>
              <p:nvPr/>
            </p:nvSpPr>
            <p:spPr>
              <a:xfrm>
                <a:off x="26144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h1689"/>
              <p:cNvSpPr/>
              <p:nvPr/>
            </p:nvSpPr>
            <p:spPr>
              <a:xfrm>
                <a:off x="26237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h1690"/>
              <p:cNvSpPr/>
              <p:nvPr/>
            </p:nvSpPr>
            <p:spPr>
              <a:xfrm>
                <a:off x="26330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h1691"/>
              <p:cNvSpPr/>
              <p:nvPr/>
            </p:nvSpPr>
            <p:spPr>
              <a:xfrm>
                <a:off x="26422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h1692"/>
              <p:cNvSpPr/>
              <p:nvPr/>
            </p:nvSpPr>
            <p:spPr>
              <a:xfrm>
                <a:off x="26515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h1693"/>
              <p:cNvSpPr/>
              <p:nvPr/>
            </p:nvSpPr>
            <p:spPr>
              <a:xfrm>
                <a:off x="26607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h1694"/>
              <p:cNvSpPr/>
              <p:nvPr/>
            </p:nvSpPr>
            <p:spPr>
              <a:xfrm>
                <a:off x="2670061" y="2429648"/>
                <a:ext cx="922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69" y="897262"/>
                    </a:lnTo>
                    <a:lnTo>
                      <a:pt x="917661" y="897574"/>
                    </a:lnTo>
                    <a:lnTo>
                      <a:pt x="917755" y="897889"/>
                    </a:lnTo>
                    <a:lnTo>
                      <a:pt x="917849" y="898205"/>
                    </a:lnTo>
                    <a:lnTo>
                      <a:pt x="917942" y="898521"/>
                    </a:lnTo>
                    <a:lnTo>
                      <a:pt x="918036" y="898836"/>
                    </a:lnTo>
                    <a:lnTo>
                      <a:pt x="918130" y="899152"/>
                    </a:lnTo>
                    <a:lnTo>
                      <a:pt x="918223" y="899468"/>
                    </a:lnTo>
                    <a:lnTo>
                      <a:pt x="918317" y="899783"/>
                    </a:lnTo>
                    <a:lnTo>
                      <a:pt x="918411" y="900099"/>
                    </a:lnTo>
                    <a:lnTo>
                      <a:pt x="918504" y="900415"/>
                    </a:lnTo>
                    <a:lnTo>
                      <a:pt x="918598" y="900730"/>
                    </a:lnTo>
                    <a:lnTo>
                      <a:pt x="918691" y="901046"/>
                    </a:lnTo>
                    <a:lnTo>
                      <a:pt x="918785" y="901362"/>
                    </a:lnTo>
                    <a:lnTo>
                      <a:pt x="918879" y="901677"/>
                    </a:lnTo>
                    <a:lnTo>
                      <a:pt x="918972" y="901993"/>
                    </a:lnTo>
                    <a:lnTo>
                      <a:pt x="919066" y="902309"/>
                    </a:lnTo>
                    <a:lnTo>
                      <a:pt x="919160" y="902625"/>
                    </a:lnTo>
                    <a:lnTo>
                      <a:pt x="919253" y="902940"/>
                    </a:lnTo>
                    <a:lnTo>
                      <a:pt x="919347" y="903256"/>
                    </a:lnTo>
                    <a:lnTo>
                      <a:pt x="919440" y="903572"/>
                    </a:lnTo>
                    <a:lnTo>
                      <a:pt x="919534" y="903887"/>
                    </a:lnTo>
                    <a:lnTo>
                      <a:pt x="919627" y="904203"/>
                    </a:lnTo>
                    <a:lnTo>
                      <a:pt x="919721" y="904519"/>
                    </a:lnTo>
                    <a:lnTo>
                      <a:pt x="919815" y="904834"/>
                    </a:lnTo>
                    <a:lnTo>
                      <a:pt x="919908" y="905150"/>
                    </a:lnTo>
                    <a:lnTo>
                      <a:pt x="920002" y="905466"/>
                    </a:lnTo>
                    <a:lnTo>
                      <a:pt x="920095" y="905781"/>
                    </a:lnTo>
                    <a:lnTo>
                      <a:pt x="920189" y="906097"/>
                    </a:lnTo>
                    <a:lnTo>
                      <a:pt x="920282" y="906413"/>
                    </a:lnTo>
                    <a:lnTo>
                      <a:pt x="920376" y="906728"/>
                    </a:lnTo>
                    <a:lnTo>
                      <a:pt x="920469" y="907044"/>
                    </a:lnTo>
                    <a:lnTo>
                      <a:pt x="920563" y="907360"/>
                    </a:lnTo>
                    <a:lnTo>
                      <a:pt x="920657" y="907676"/>
                    </a:lnTo>
                    <a:lnTo>
                      <a:pt x="920750" y="907991"/>
                    </a:lnTo>
                    <a:lnTo>
                      <a:pt x="920844" y="908307"/>
                    </a:lnTo>
                    <a:lnTo>
                      <a:pt x="920937" y="908623"/>
                    </a:lnTo>
                    <a:lnTo>
                      <a:pt x="921031" y="908938"/>
                    </a:lnTo>
                    <a:lnTo>
                      <a:pt x="921124" y="909254"/>
                    </a:lnTo>
                    <a:lnTo>
                      <a:pt x="921218" y="909570"/>
                    </a:lnTo>
                    <a:lnTo>
                      <a:pt x="921311" y="909885"/>
                    </a:lnTo>
                    <a:lnTo>
                      <a:pt x="921405" y="910201"/>
                    </a:lnTo>
                    <a:lnTo>
                      <a:pt x="921498" y="910517"/>
                    </a:lnTo>
                    <a:lnTo>
                      <a:pt x="921592" y="910832"/>
                    </a:lnTo>
                    <a:lnTo>
                      <a:pt x="921685" y="911148"/>
                    </a:lnTo>
                    <a:lnTo>
                      <a:pt x="921779" y="911464"/>
                    </a:lnTo>
                    <a:lnTo>
                      <a:pt x="921872" y="911780"/>
                    </a:lnTo>
                    <a:lnTo>
                      <a:pt x="921966" y="912095"/>
                    </a:lnTo>
                    <a:lnTo>
                      <a:pt x="922059" y="912411"/>
                    </a:lnTo>
                    <a:lnTo>
                      <a:pt x="922152" y="912727"/>
                    </a:lnTo>
                    <a:lnTo>
                      <a:pt x="922246" y="913042"/>
                    </a:lnTo>
                    <a:lnTo>
                      <a:pt x="922339" y="913358"/>
                    </a:lnTo>
                    <a:lnTo>
                      <a:pt x="922433" y="913674"/>
                    </a:lnTo>
                    <a:lnTo>
                      <a:pt x="922526" y="913989"/>
                    </a:lnTo>
                    <a:lnTo>
                      <a:pt x="922648" y="914400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h1695"/>
              <p:cNvSpPr/>
              <p:nvPr/>
            </p:nvSpPr>
            <p:spPr>
              <a:xfrm>
                <a:off x="2716372" y="24124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977" y="931638"/>
                    </a:lnTo>
                    <a:lnTo>
                      <a:pt x="906755" y="927763"/>
                    </a:lnTo>
                    <a:lnTo>
                      <a:pt x="909133" y="917613"/>
                    </a:lnTo>
                    <a:lnTo>
                      <a:pt x="909999" y="914399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h1696"/>
              <p:cNvSpPr/>
              <p:nvPr/>
            </p:nvSpPr>
            <p:spPr>
              <a:xfrm>
                <a:off x="27163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h1697"/>
              <p:cNvSpPr/>
              <p:nvPr/>
            </p:nvSpPr>
            <p:spPr>
              <a:xfrm>
                <a:off x="27256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h1698"/>
              <p:cNvSpPr/>
              <p:nvPr/>
            </p:nvSpPr>
            <p:spPr>
              <a:xfrm>
                <a:off x="27348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h1699"/>
              <p:cNvSpPr/>
              <p:nvPr/>
            </p:nvSpPr>
            <p:spPr>
              <a:xfrm>
                <a:off x="27441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h1700"/>
              <p:cNvSpPr/>
              <p:nvPr/>
            </p:nvSpPr>
            <p:spPr>
              <a:xfrm>
                <a:off x="27534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h1701"/>
              <p:cNvSpPr/>
              <p:nvPr/>
            </p:nvSpPr>
            <p:spPr>
              <a:xfrm>
                <a:off x="27626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h1702"/>
              <p:cNvSpPr/>
              <p:nvPr/>
            </p:nvSpPr>
            <p:spPr>
              <a:xfrm>
                <a:off x="277194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h1703"/>
              <p:cNvSpPr/>
              <p:nvPr/>
            </p:nvSpPr>
            <p:spPr>
              <a:xfrm>
                <a:off x="27812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h1704"/>
              <p:cNvSpPr/>
              <p:nvPr/>
            </p:nvSpPr>
            <p:spPr>
              <a:xfrm>
                <a:off x="27904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h1705"/>
              <p:cNvSpPr/>
              <p:nvPr/>
            </p:nvSpPr>
            <p:spPr>
              <a:xfrm>
                <a:off x="27997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h1706"/>
              <p:cNvSpPr/>
              <p:nvPr/>
            </p:nvSpPr>
            <p:spPr>
              <a:xfrm>
                <a:off x="28089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h1707"/>
              <p:cNvSpPr/>
              <p:nvPr/>
            </p:nvSpPr>
            <p:spPr>
              <a:xfrm>
                <a:off x="28182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B">
                  <a:alpha val="100000"/>
                </a:srgbClr>
              </a:solidFill>
              <a:ln w="5420" cap="flat">
                <a:solidFill>
                  <a:srgbClr val="FED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h1708"/>
              <p:cNvSpPr/>
              <p:nvPr/>
            </p:nvSpPr>
            <p:spPr>
              <a:xfrm>
                <a:off x="28275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h1709"/>
              <p:cNvSpPr/>
              <p:nvPr/>
            </p:nvSpPr>
            <p:spPr>
              <a:xfrm>
                <a:off x="28367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h1710"/>
              <p:cNvSpPr/>
              <p:nvPr/>
            </p:nvSpPr>
            <p:spPr>
              <a:xfrm>
                <a:off x="28460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h1711"/>
              <p:cNvSpPr/>
              <p:nvPr/>
            </p:nvSpPr>
            <p:spPr>
              <a:xfrm>
                <a:off x="28553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h1712"/>
              <p:cNvSpPr/>
              <p:nvPr/>
            </p:nvSpPr>
            <p:spPr>
              <a:xfrm>
                <a:off x="28645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h1713"/>
              <p:cNvSpPr/>
              <p:nvPr/>
            </p:nvSpPr>
            <p:spPr>
              <a:xfrm>
                <a:off x="28738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h1714"/>
              <p:cNvSpPr/>
              <p:nvPr/>
            </p:nvSpPr>
            <p:spPr>
              <a:xfrm>
                <a:off x="28830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h1715"/>
              <p:cNvSpPr/>
              <p:nvPr/>
            </p:nvSpPr>
            <p:spPr>
              <a:xfrm>
                <a:off x="289235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h1716"/>
              <p:cNvSpPr/>
              <p:nvPr/>
            </p:nvSpPr>
            <p:spPr>
              <a:xfrm>
                <a:off x="29016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h1717"/>
              <p:cNvSpPr/>
              <p:nvPr/>
            </p:nvSpPr>
            <p:spPr>
              <a:xfrm>
                <a:off x="29108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h1718"/>
              <p:cNvSpPr/>
              <p:nvPr/>
            </p:nvSpPr>
            <p:spPr>
              <a:xfrm>
                <a:off x="29201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h1719"/>
              <p:cNvSpPr/>
              <p:nvPr/>
            </p:nvSpPr>
            <p:spPr>
              <a:xfrm>
                <a:off x="29294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h1720"/>
              <p:cNvSpPr/>
              <p:nvPr/>
            </p:nvSpPr>
            <p:spPr>
              <a:xfrm>
                <a:off x="29386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h1721"/>
              <p:cNvSpPr/>
              <p:nvPr/>
            </p:nvSpPr>
            <p:spPr>
              <a:xfrm>
                <a:off x="29479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h1722"/>
              <p:cNvSpPr/>
              <p:nvPr/>
            </p:nvSpPr>
            <p:spPr>
              <a:xfrm>
                <a:off x="29571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h1723"/>
              <p:cNvSpPr/>
              <p:nvPr/>
            </p:nvSpPr>
            <p:spPr>
              <a:xfrm>
                <a:off x="29664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h1724"/>
              <p:cNvSpPr/>
              <p:nvPr/>
            </p:nvSpPr>
            <p:spPr>
              <a:xfrm>
                <a:off x="29757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h1725"/>
              <p:cNvSpPr/>
              <p:nvPr/>
            </p:nvSpPr>
            <p:spPr>
              <a:xfrm>
                <a:off x="29849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h1726"/>
              <p:cNvSpPr/>
              <p:nvPr/>
            </p:nvSpPr>
            <p:spPr>
              <a:xfrm>
                <a:off x="29942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h1727"/>
              <p:cNvSpPr/>
              <p:nvPr/>
            </p:nvSpPr>
            <p:spPr>
              <a:xfrm>
                <a:off x="30035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h1728"/>
              <p:cNvSpPr/>
              <p:nvPr/>
            </p:nvSpPr>
            <p:spPr>
              <a:xfrm>
                <a:off x="30127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h1729"/>
              <p:cNvSpPr/>
              <p:nvPr/>
            </p:nvSpPr>
            <p:spPr>
              <a:xfrm>
                <a:off x="30220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h1730"/>
              <p:cNvSpPr/>
              <p:nvPr/>
            </p:nvSpPr>
            <p:spPr>
              <a:xfrm>
                <a:off x="30312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h1731"/>
              <p:cNvSpPr/>
              <p:nvPr/>
            </p:nvSpPr>
            <p:spPr>
              <a:xfrm>
                <a:off x="30405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h1732"/>
              <p:cNvSpPr/>
              <p:nvPr/>
            </p:nvSpPr>
            <p:spPr>
              <a:xfrm>
                <a:off x="30498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h1733"/>
              <p:cNvSpPr/>
              <p:nvPr/>
            </p:nvSpPr>
            <p:spPr>
              <a:xfrm>
                <a:off x="30590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h1734"/>
              <p:cNvSpPr/>
              <p:nvPr/>
            </p:nvSpPr>
            <p:spPr>
              <a:xfrm>
                <a:off x="30683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h1735"/>
              <p:cNvSpPr/>
              <p:nvPr/>
            </p:nvSpPr>
            <p:spPr>
              <a:xfrm>
                <a:off x="30775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h1736"/>
              <p:cNvSpPr/>
              <p:nvPr/>
            </p:nvSpPr>
            <p:spPr>
              <a:xfrm>
                <a:off x="308686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h1737"/>
              <p:cNvSpPr/>
              <p:nvPr/>
            </p:nvSpPr>
            <p:spPr>
              <a:xfrm>
                <a:off x="309612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h1738"/>
              <p:cNvSpPr/>
              <p:nvPr/>
            </p:nvSpPr>
            <p:spPr>
              <a:xfrm>
                <a:off x="310538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h1739"/>
              <p:cNvSpPr/>
              <p:nvPr/>
            </p:nvSpPr>
            <p:spPr>
              <a:xfrm>
                <a:off x="311464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h1740"/>
              <p:cNvSpPr/>
              <p:nvPr/>
            </p:nvSpPr>
            <p:spPr>
              <a:xfrm>
                <a:off x="312391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h1741"/>
              <p:cNvSpPr/>
              <p:nvPr/>
            </p:nvSpPr>
            <p:spPr>
              <a:xfrm>
                <a:off x="31331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h1742"/>
              <p:cNvSpPr/>
              <p:nvPr/>
            </p:nvSpPr>
            <p:spPr>
              <a:xfrm>
                <a:off x="31424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h1743"/>
              <p:cNvSpPr/>
              <p:nvPr/>
            </p:nvSpPr>
            <p:spPr>
              <a:xfrm>
                <a:off x="31516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h1744"/>
              <p:cNvSpPr/>
              <p:nvPr/>
            </p:nvSpPr>
            <p:spPr>
              <a:xfrm>
                <a:off x="31609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h1745"/>
              <p:cNvSpPr/>
              <p:nvPr/>
            </p:nvSpPr>
            <p:spPr>
              <a:xfrm>
                <a:off x="31702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h1746"/>
              <p:cNvSpPr/>
              <p:nvPr/>
            </p:nvSpPr>
            <p:spPr>
              <a:xfrm>
                <a:off x="31794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h1747"/>
              <p:cNvSpPr/>
              <p:nvPr/>
            </p:nvSpPr>
            <p:spPr>
              <a:xfrm>
                <a:off x="318874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h1748"/>
              <p:cNvSpPr/>
              <p:nvPr/>
            </p:nvSpPr>
            <p:spPr>
              <a:xfrm>
                <a:off x="31980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h1749"/>
              <p:cNvSpPr/>
              <p:nvPr/>
            </p:nvSpPr>
            <p:spPr>
              <a:xfrm>
                <a:off x="32072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h1750"/>
              <p:cNvSpPr/>
              <p:nvPr/>
            </p:nvSpPr>
            <p:spPr>
              <a:xfrm>
                <a:off x="32165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h1751"/>
              <p:cNvSpPr/>
              <p:nvPr/>
            </p:nvSpPr>
            <p:spPr>
              <a:xfrm>
                <a:off x="32257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h1752"/>
              <p:cNvSpPr/>
              <p:nvPr/>
            </p:nvSpPr>
            <p:spPr>
              <a:xfrm>
                <a:off x="32350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h1753"/>
              <p:cNvSpPr/>
              <p:nvPr/>
            </p:nvSpPr>
            <p:spPr>
              <a:xfrm>
                <a:off x="3244319" y="24296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769"/>
                    </a:lnTo>
                    <a:lnTo>
                      <a:pt x="923336" y="905864"/>
                    </a:lnTo>
                    <a:lnTo>
                      <a:pt x="922456" y="908825"/>
                    </a:lnTo>
                    <a:lnTo>
                      <a:pt x="921576" y="911786"/>
                    </a:lnTo>
                    <a:lnTo>
                      <a:pt x="920799" y="914400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h1754"/>
              <p:cNvSpPr/>
              <p:nvPr/>
            </p:nvSpPr>
            <p:spPr>
              <a:xfrm>
                <a:off x="3253581" y="2412410"/>
                <a:ext cx="916664" cy="922007"/>
              </a:xfrm>
              <a:custGeom>
                <a:avLst/>
                <a:gdLst/>
                <a:ahLst/>
                <a:cxnLst/>
                <a:rect l="0" t="0" r="0" b="0"/>
                <a:pathLst>
                  <a:path w="916664" h="922007">
                    <a:moveTo>
                      <a:pt x="914400" y="914399"/>
                    </a:moveTo>
                    <a:lnTo>
                      <a:pt x="916664" y="914399"/>
                    </a:lnTo>
                    <a:lnTo>
                      <a:pt x="915836" y="917181"/>
                    </a:lnTo>
                    <a:lnTo>
                      <a:pt x="914955" y="920141"/>
                    </a:lnTo>
                    <a:lnTo>
                      <a:pt x="914400" y="922007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h1755"/>
              <p:cNvSpPr/>
              <p:nvPr/>
            </p:nvSpPr>
            <p:spPr>
              <a:xfrm>
                <a:off x="2382932" y="2395171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925" y="918906"/>
                    </a:lnTo>
                    <a:lnTo>
                      <a:pt x="912335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h1756"/>
              <p:cNvSpPr/>
              <p:nvPr/>
            </p:nvSpPr>
            <p:spPr>
              <a:xfrm>
                <a:off x="23829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49" y="931638"/>
                    </a:lnTo>
                    <a:lnTo>
                      <a:pt x="914583" y="929207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h1757"/>
              <p:cNvSpPr/>
              <p:nvPr/>
            </p:nvSpPr>
            <p:spPr>
              <a:xfrm>
                <a:off x="239219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h1758"/>
              <p:cNvSpPr/>
              <p:nvPr/>
            </p:nvSpPr>
            <p:spPr>
              <a:xfrm>
                <a:off x="24014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h1759"/>
              <p:cNvSpPr/>
              <p:nvPr/>
            </p:nvSpPr>
            <p:spPr>
              <a:xfrm>
                <a:off x="24107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h1760"/>
              <p:cNvSpPr/>
              <p:nvPr/>
            </p:nvSpPr>
            <p:spPr>
              <a:xfrm>
                <a:off x="24199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h1761"/>
              <p:cNvSpPr/>
              <p:nvPr/>
            </p:nvSpPr>
            <p:spPr>
              <a:xfrm>
                <a:off x="24292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h1762"/>
              <p:cNvSpPr/>
              <p:nvPr/>
            </p:nvSpPr>
            <p:spPr>
              <a:xfrm>
                <a:off x="24385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h1763"/>
              <p:cNvSpPr/>
              <p:nvPr/>
            </p:nvSpPr>
            <p:spPr>
              <a:xfrm>
                <a:off x="24477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h1764"/>
              <p:cNvSpPr/>
              <p:nvPr/>
            </p:nvSpPr>
            <p:spPr>
              <a:xfrm>
                <a:off x="24570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h1765"/>
              <p:cNvSpPr/>
              <p:nvPr/>
            </p:nvSpPr>
            <p:spPr>
              <a:xfrm>
                <a:off x="24662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h1766"/>
              <p:cNvSpPr/>
              <p:nvPr/>
            </p:nvSpPr>
            <p:spPr>
              <a:xfrm>
                <a:off x="247555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h1767"/>
              <p:cNvSpPr/>
              <p:nvPr/>
            </p:nvSpPr>
            <p:spPr>
              <a:xfrm>
                <a:off x="24848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h1768"/>
              <p:cNvSpPr/>
              <p:nvPr/>
            </p:nvSpPr>
            <p:spPr>
              <a:xfrm>
                <a:off x="24940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h1769"/>
              <p:cNvSpPr/>
              <p:nvPr/>
            </p:nvSpPr>
            <p:spPr>
              <a:xfrm>
                <a:off x="25033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h1770"/>
              <p:cNvSpPr/>
              <p:nvPr/>
            </p:nvSpPr>
            <p:spPr>
              <a:xfrm>
                <a:off x="25126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h1771"/>
              <p:cNvSpPr/>
              <p:nvPr/>
            </p:nvSpPr>
            <p:spPr>
              <a:xfrm>
                <a:off x="25218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h1772"/>
              <p:cNvSpPr/>
              <p:nvPr/>
            </p:nvSpPr>
            <p:spPr>
              <a:xfrm>
                <a:off x="25311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h1773"/>
              <p:cNvSpPr/>
              <p:nvPr/>
            </p:nvSpPr>
            <p:spPr>
              <a:xfrm>
                <a:off x="25403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h1774"/>
              <p:cNvSpPr/>
              <p:nvPr/>
            </p:nvSpPr>
            <p:spPr>
              <a:xfrm>
                <a:off x="25496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h1775"/>
              <p:cNvSpPr/>
              <p:nvPr/>
            </p:nvSpPr>
            <p:spPr>
              <a:xfrm>
                <a:off x="25589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h1776"/>
              <p:cNvSpPr/>
              <p:nvPr/>
            </p:nvSpPr>
            <p:spPr>
              <a:xfrm>
                <a:off x="25681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h1777"/>
              <p:cNvSpPr/>
              <p:nvPr/>
            </p:nvSpPr>
            <p:spPr>
              <a:xfrm>
                <a:off x="25774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h1778"/>
              <p:cNvSpPr/>
              <p:nvPr/>
            </p:nvSpPr>
            <p:spPr>
              <a:xfrm>
                <a:off x="25867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h1779"/>
              <p:cNvSpPr/>
              <p:nvPr/>
            </p:nvSpPr>
            <p:spPr>
              <a:xfrm>
                <a:off x="25959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h1780"/>
              <p:cNvSpPr/>
              <p:nvPr/>
            </p:nvSpPr>
            <p:spPr>
              <a:xfrm>
                <a:off x="26052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h1781"/>
              <p:cNvSpPr/>
              <p:nvPr/>
            </p:nvSpPr>
            <p:spPr>
              <a:xfrm>
                <a:off x="26144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h1782"/>
              <p:cNvSpPr/>
              <p:nvPr/>
            </p:nvSpPr>
            <p:spPr>
              <a:xfrm>
                <a:off x="26237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h1783"/>
              <p:cNvSpPr/>
              <p:nvPr/>
            </p:nvSpPr>
            <p:spPr>
              <a:xfrm>
                <a:off x="26330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h1784"/>
              <p:cNvSpPr/>
              <p:nvPr/>
            </p:nvSpPr>
            <p:spPr>
              <a:xfrm>
                <a:off x="26422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h1785"/>
              <p:cNvSpPr/>
              <p:nvPr/>
            </p:nvSpPr>
            <p:spPr>
              <a:xfrm>
                <a:off x="26515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h1786"/>
              <p:cNvSpPr/>
              <p:nvPr/>
            </p:nvSpPr>
            <p:spPr>
              <a:xfrm>
                <a:off x="2670061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1802" y="897161"/>
                    </a:lnTo>
                    <a:lnTo>
                      <a:pt x="914400" y="904545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h1787"/>
              <p:cNvSpPr/>
              <p:nvPr/>
            </p:nvSpPr>
            <p:spPr>
              <a:xfrm>
                <a:off x="2670061" y="2412410"/>
                <a:ext cx="91753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37" h="914399">
                    <a:moveTo>
                      <a:pt x="914400" y="914399"/>
                    </a:moveTo>
                    <a:lnTo>
                      <a:pt x="914400" y="904545"/>
                    </a:lnTo>
                    <a:lnTo>
                      <a:pt x="914757" y="905562"/>
                    </a:lnTo>
                    <a:lnTo>
                      <a:pt x="917537" y="91439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h1788"/>
              <p:cNvSpPr/>
              <p:nvPr/>
            </p:nvSpPr>
            <p:spPr>
              <a:xfrm>
                <a:off x="2716372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999" y="914399"/>
                    </a:lnTo>
                    <a:lnTo>
                      <a:pt x="911800" y="907715"/>
                    </a:lnTo>
                    <a:lnTo>
                      <a:pt x="914400" y="899231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h1789"/>
              <p:cNvSpPr/>
              <p:nvPr/>
            </p:nvSpPr>
            <p:spPr>
              <a:xfrm>
                <a:off x="2725634" y="23951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70"/>
                    </a:lnTo>
                    <a:lnTo>
                      <a:pt x="905485" y="915336"/>
                    </a:lnTo>
                    <a:lnTo>
                      <a:pt x="905809" y="914400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h1790"/>
              <p:cNvSpPr/>
              <p:nvPr/>
            </p:nvSpPr>
            <p:spPr>
              <a:xfrm>
                <a:off x="27256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h1791"/>
              <p:cNvSpPr/>
              <p:nvPr/>
            </p:nvSpPr>
            <p:spPr>
              <a:xfrm>
                <a:off x="27348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h1792"/>
              <p:cNvSpPr/>
              <p:nvPr/>
            </p:nvSpPr>
            <p:spPr>
              <a:xfrm>
                <a:off x="27441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h1793"/>
              <p:cNvSpPr/>
              <p:nvPr/>
            </p:nvSpPr>
            <p:spPr>
              <a:xfrm>
                <a:off x="27534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h1794"/>
              <p:cNvSpPr/>
              <p:nvPr/>
            </p:nvSpPr>
            <p:spPr>
              <a:xfrm>
                <a:off x="27626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h1795"/>
              <p:cNvSpPr/>
              <p:nvPr/>
            </p:nvSpPr>
            <p:spPr>
              <a:xfrm>
                <a:off x="277194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h1796"/>
              <p:cNvSpPr/>
              <p:nvPr/>
            </p:nvSpPr>
            <p:spPr>
              <a:xfrm>
                <a:off x="27812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h1797"/>
              <p:cNvSpPr/>
              <p:nvPr/>
            </p:nvSpPr>
            <p:spPr>
              <a:xfrm>
                <a:off x="27904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9">
                  <a:alpha val="100000"/>
                </a:srgbClr>
              </a:solidFill>
              <a:ln w="5420" cap="flat">
                <a:solidFill>
                  <a:srgbClr val="FED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h1798"/>
              <p:cNvSpPr/>
              <p:nvPr/>
            </p:nvSpPr>
            <p:spPr>
              <a:xfrm>
                <a:off x="27997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h1799"/>
              <p:cNvSpPr/>
              <p:nvPr/>
            </p:nvSpPr>
            <p:spPr>
              <a:xfrm>
                <a:off x="28089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h1800"/>
              <p:cNvSpPr/>
              <p:nvPr/>
            </p:nvSpPr>
            <p:spPr>
              <a:xfrm>
                <a:off x="28182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h1801"/>
              <p:cNvSpPr/>
              <p:nvPr/>
            </p:nvSpPr>
            <p:spPr>
              <a:xfrm>
                <a:off x="28275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h1802"/>
              <p:cNvSpPr/>
              <p:nvPr/>
            </p:nvSpPr>
            <p:spPr>
              <a:xfrm>
                <a:off x="28367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h1803"/>
              <p:cNvSpPr/>
              <p:nvPr/>
            </p:nvSpPr>
            <p:spPr>
              <a:xfrm>
                <a:off x="28460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E">
                  <a:alpha val="100000"/>
                </a:srgbClr>
              </a:solidFill>
              <a:ln w="5420" cap="flat">
                <a:solidFill>
                  <a:srgbClr val="FEE1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h1804"/>
              <p:cNvSpPr/>
              <p:nvPr/>
            </p:nvSpPr>
            <p:spPr>
              <a:xfrm>
                <a:off x="28553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h1805"/>
              <p:cNvSpPr/>
              <p:nvPr/>
            </p:nvSpPr>
            <p:spPr>
              <a:xfrm>
                <a:off x="28645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h1806"/>
              <p:cNvSpPr/>
              <p:nvPr/>
            </p:nvSpPr>
            <p:spPr>
              <a:xfrm>
                <a:off x="28738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h1807"/>
              <p:cNvSpPr/>
              <p:nvPr/>
            </p:nvSpPr>
            <p:spPr>
              <a:xfrm>
                <a:off x="28830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h1808"/>
              <p:cNvSpPr/>
              <p:nvPr/>
            </p:nvSpPr>
            <p:spPr>
              <a:xfrm>
                <a:off x="289235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h1809"/>
              <p:cNvSpPr/>
              <p:nvPr/>
            </p:nvSpPr>
            <p:spPr>
              <a:xfrm>
                <a:off x="29016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h1810"/>
              <p:cNvSpPr/>
              <p:nvPr/>
            </p:nvSpPr>
            <p:spPr>
              <a:xfrm>
                <a:off x="29108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h1811"/>
              <p:cNvSpPr/>
              <p:nvPr/>
            </p:nvSpPr>
            <p:spPr>
              <a:xfrm>
                <a:off x="29201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h1812"/>
              <p:cNvSpPr/>
              <p:nvPr/>
            </p:nvSpPr>
            <p:spPr>
              <a:xfrm>
                <a:off x="29294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h1813"/>
              <p:cNvSpPr/>
              <p:nvPr/>
            </p:nvSpPr>
            <p:spPr>
              <a:xfrm>
                <a:off x="29386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h1814"/>
              <p:cNvSpPr/>
              <p:nvPr/>
            </p:nvSpPr>
            <p:spPr>
              <a:xfrm>
                <a:off x="29479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h1815"/>
              <p:cNvSpPr/>
              <p:nvPr/>
            </p:nvSpPr>
            <p:spPr>
              <a:xfrm>
                <a:off x="29571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h1816"/>
              <p:cNvSpPr/>
              <p:nvPr/>
            </p:nvSpPr>
            <p:spPr>
              <a:xfrm>
                <a:off x="29664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h1817"/>
              <p:cNvSpPr/>
              <p:nvPr/>
            </p:nvSpPr>
            <p:spPr>
              <a:xfrm>
                <a:off x="29757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h1818"/>
              <p:cNvSpPr/>
              <p:nvPr/>
            </p:nvSpPr>
            <p:spPr>
              <a:xfrm>
                <a:off x="29849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h1819"/>
              <p:cNvSpPr/>
              <p:nvPr/>
            </p:nvSpPr>
            <p:spPr>
              <a:xfrm>
                <a:off x="29942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h1820"/>
              <p:cNvSpPr/>
              <p:nvPr/>
            </p:nvSpPr>
            <p:spPr>
              <a:xfrm>
                <a:off x="30035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h1821"/>
              <p:cNvSpPr/>
              <p:nvPr/>
            </p:nvSpPr>
            <p:spPr>
              <a:xfrm>
                <a:off x="30127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h1822"/>
              <p:cNvSpPr/>
              <p:nvPr/>
            </p:nvSpPr>
            <p:spPr>
              <a:xfrm>
                <a:off x="30220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h1823"/>
              <p:cNvSpPr/>
              <p:nvPr/>
            </p:nvSpPr>
            <p:spPr>
              <a:xfrm>
                <a:off x="30312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h1824"/>
              <p:cNvSpPr/>
              <p:nvPr/>
            </p:nvSpPr>
            <p:spPr>
              <a:xfrm>
                <a:off x="30405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h1825"/>
              <p:cNvSpPr/>
              <p:nvPr/>
            </p:nvSpPr>
            <p:spPr>
              <a:xfrm>
                <a:off x="30498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h1826"/>
              <p:cNvSpPr/>
              <p:nvPr/>
            </p:nvSpPr>
            <p:spPr>
              <a:xfrm>
                <a:off x="30590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h1827"/>
              <p:cNvSpPr/>
              <p:nvPr/>
            </p:nvSpPr>
            <p:spPr>
              <a:xfrm>
                <a:off x="30683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h1828"/>
              <p:cNvSpPr/>
              <p:nvPr/>
            </p:nvSpPr>
            <p:spPr>
              <a:xfrm>
                <a:off x="307759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h1829"/>
              <p:cNvSpPr/>
              <p:nvPr/>
            </p:nvSpPr>
            <p:spPr>
              <a:xfrm>
                <a:off x="308686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h1830"/>
              <p:cNvSpPr/>
              <p:nvPr/>
            </p:nvSpPr>
            <p:spPr>
              <a:xfrm>
                <a:off x="309612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h1831"/>
              <p:cNvSpPr/>
              <p:nvPr/>
            </p:nvSpPr>
            <p:spPr>
              <a:xfrm>
                <a:off x="310538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h1832"/>
              <p:cNvSpPr/>
              <p:nvPr/>
            </p:nvSpPr>
            <p:spPr>
              <a:xfrm>
                <a:off x="311464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h1833"/>
              <p:cNvSpPr/>
              <p:nvPr/>
            </p:nvSpPr>
            <p:spPr>
              <a:xfrm>
                <a:off x="312391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h1834"/>
              <p:cNvSpPr/>
              <p:nvPr/>
            </p:nvSpPr>
            <p:spPr>
              <a:xfrm>
                <a:off x="313317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h1835"/>
              <p:cNvSpPr/>
              <p:nvPr/>
            </p:nvSpPr>
            <p:spPr>
              <a:xfrm>
                <a:off x="31424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h1836"/>
              <p:cNvSpPr/>
              <p:nvPr/>
            </p:nvSpPr>
            <p:spPr>
              <a:xfrm>
                <a:off x="31516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h1837"/>
              <p:cNvSpPr/>
              <p:nvPr/>
            </p:nvSpPr>
            <p:spPr>
              <a:xfrm>
                <a:off x="31609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h1838"/>
              <p:cNvSpPr/>
              <p:nvPr/>
            </p:nvSpPr>
            <p:spPr>
              <a:xfrm>
                <a:off x="31702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h1839"/>
              <p:cNvSpPr/>
              <p:nvPr/>
            </p:nvSpPr>
            <p:spPr>
              <a:xfrm>
                <a:off x="31794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h1840"/>
              <p:cNvSpPr/>
              <p:nvPr/>
            </p:nvSpPr>
            <p:spPr>
              <a:xfrm>
                <a:off x="318874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h1841"/>
              <p:cNvSpPr/>
              <p:nvPr/>
            </p:nvSpPr>
            <p:spPr>
              <a:xfrm>
                <a:off x="31980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h1842"/>
              <p:cNvSpPr/>
              <p:nvPr/>
            </p:nvSpPr>
            <p:spPr>
              <a:xfrm>
                <a:off x="32072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h1843"/>
              <p:cNvSpPr/>
              <p:nvPr/>
            </p:nvSpPr>
            <p:spPr>
              <a:xfrm>
                <a:off x="32165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h1844"/>
              <p:cNvSpPr/>
              <p:nvPr/>
            </p:nvSpPr>
            <p:spPr>
              <a:xfrm>
                <a:off x="32257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h1845"/>
              <p:cNvSpPr/>
              <p:nvPr/>
            </p:nvSpPr>
            <p:spPr>
              <a:xfrm>
                <a:off x="32350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h1846"/>
              <p:cNvSpPr/>
              <p:nvPr/>
            </p:nvSpPr>
            <p:spPr>
              <a:xfrm>
                <a:off x="32443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h1847"/>
              <p:cNvSpPr/>
              <p:nvPr/>
            </p:nvSpPr>
            <p:spPr>
              <a:xfrm>
                <a:off x="3253581" y="2412410"/>
                <a:ext cx="9218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0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1805" y="897161"/>
                    </a:lnTo>
                    <a:lnTo>
                      <a:pt x="921131" y="899417"/>
                    </a:lnTo>
                    <a:lnTo>
                      <a:pt x="920248" y="902378"/>
                    </a:lnTo>
                    <a:lnTo>
                      <a:pt x="919365" y="905338"/>
                    </a:lnTo>
                    <a:lnTo>
                      <a:pt x="918482" y="908299"/>
                    </a:lnTo>
                    <a:lnTo>
                      <a:pt x="917599" y="911259"/>
                    </a:lnTo>
                    <a:lnTo>
                      <a:pt x="916717" y="914220"/>
                    </a:lnTo>
                    <a:lnTo>
                      <a:pt x="916664" y="91439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h1848"/>
              <p:cNvSpPr/>
              <p:nvPr/>
            </p:nvSpPr>
            <p:spPr>
              <a:xfrm>
                <a:off x="2382932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5" y="931638"/>
                    </a:lnTo>
                    <a:lnTo>
                      <a:pt x="911557" y="925697"/>
                    </a:lnTo>
                    <a:lnTo>
                      <a:pt x="910482" y="915130"/>
                    </a:lnTo>
                    <a:lnTo>
                      <a:pt x="910429" y="91439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h1849"/>
              <p:cNvSpPr/>
              <p:nvPr/>
            </p:nvSpPr>
            <p:spPr>
              <a:xfrm>
                <a:off x="23829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h1850"/>
              <p:cNvSpPr/>
              <p:nvPr/>
            </p:nvSpPr>
            <p:spPr>
              <a:xfrm>
                <a:off x="239219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h1851"/>
              <p:cNvSpPr/>
              <p:nvPr/>
            </p:nvSpPr>
            <p:spPr>
              <a:xfrm>
                <a:off x="24014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h1852"/>
              <p:cNvSpPr/>
              <p:nvPr/>
            </p:nvSpPr>
            <p:spPr>
              <a:xfrm>
                <a:off x="24107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h1853"/>
              <p:cNvSpPr/>
              <p:nvPr/>
            </p:nvSpPr>
            <p:spPr>
              <a:xfrm>
                <a:off x="24199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h1854"/>
              <p:cNvSpPr/>
              <p:nvPr/>
            </p:nvSpPr>
            <p:spPr>
              <a:xfrm>
                <a:off x="24292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h1855"/>
              <p:cNvSpPr/>
              <p:nvPr/>
            </p:nvSpPr>
            <p:spPr>
              <a:xfrm>
                <a:off x="24385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h1856"/>
              <p:cNvSpPr/>
              <p:nvPr/>
            </p:nvSpPr>
            <p:spPr>
              <a:xfrm>
                <a:off x="24477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h1857"/>
              <p:cNvSpPr/>
              <p:nvPr/>
            </p:nvSpPr>
            <p:spPr>
              <a:xfrm>
                <a:off x="24570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h1858"/>
              <p:cNvSpPr/>
              <p:nvPr/>
            </p:nvSpPr>
            <p:spPr>
              <a:xfrm>
                <a:off x="24662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h1859"/>
              <p:cNvSpPr/>
              <p:nvPr/>
            </p:nvSpPr>
            <p:spPr>
              <a:xfrm>
                <a:off x="247555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h1860"/>
              <p:cNvSpPr/>
              <p:nvPr/>
            </p:nvSpPr>
            <p:spPr>
              <a:xfrm>
                <a:off x="24848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h1861"/>
              <p:cNvSpPr/>
              <p:nvPr/>
            </p:nvSpPr>
            <p:spPr>
              <a:xfrm>
                <a:off x="24940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h1862"/>
              <p:cNvSpPr/>
              <p:nvPr/>
            </p:nvSpPr>
            <p:spPr>
              <a:xfrm>
                <a:off x="25033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h1863"/>
              <p:cNvSpPr/>
              <p:nvPr/>
            </p:nvSpPr>
            <p:spPr>
              <a:xfrm>
                <a:off x="25126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h1864"/>
              <p:cNvSpPr/>
              <p:nvPr/>
            </p:nvSpPr>
            <p:spPr>
              <a:xfrm>
                <a:off x="25218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h1865"/>
              <p:cNvSpPr/>
              <p:nvPr/>
            </p:nvSpPr>
            <p:spPr>
              <a:xfrm>
                <a:off x="25311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h1866"/>
              <p:cNvSpPr/>
              <p:nvPr/>
            </p:nvSpPr>
            <p:spPr>
              <a:xfrm>
                <a:off x="25403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h1867"/>
              <p:cNvSpPr/>
              <p:nvPr/>
            </p:nvSpPr>
            <p:spPr>
              <a:xfrm>
                <a:off x="25496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h1868"/>
              <p:cNvSpPr/>
              <p:nvPr/>
            </p:nvSpPr>
            <p:spPr>
              <a:xfrm>
                <a:off x="25589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h1869"/>
              <p:cNvSpPr/>
              <p:nvPr/>
            </p:nvSpPr>
            <p:spPr>
              <a:xfrm>
                <a:off x="25681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h1870"/>
              <p:cNvSpPr/>
              <p:nvPr/>
            </p:nvSpPr>
            <p:spPr>
              <a:xfrm>
                <a:off x="25774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h1871"/>
              <p:cNvSpPr/>
              <p:nvPr/>
            </p:nvSpPr>
            <p:spPr>
              <a:xfrm>
                <a:off x="25867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h1872"/>
              <p:cNvSpPr/>
              <p:nvPr/>
            </p:nvSpPr>
            <p:spPr>
              <a:xfrm>
                <a:off x="25959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h1873"/>
              <p:cNvSpPr/>
              <p:nvPr/>
            </p:nvSpPr>
            <p:spPr>
              <a:xfrm>
                <a:off x="26052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h1874"/>
              <p:cNvSpPr/>
              <p:nvPr/>
            </p:nvSpPr>
            <p:spPr>
              <a:xfrm>
                <a:off x="26144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h1875"/>
              <p:cNvSpPr/>
              <p:nvPr/>
            </p:nvSpPr>
            <p:spPr>
              <a:xfrm>
                <a:off x="26237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h1876"/>
              <p:cNvSpPr/>
              <p:nvPr/>
            </p:nvSpPr>
            <p:spPr>
              <a:xfrm>
                <a:off x="26330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h1877"/>
              <p:cNvSpPr/>
              <p:nvPr/>
            </p:nvSpPr>
            <p:spPr>
              <a:xfrm>
                <a:off x="26422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h1878"/>
              <p:cNvSpPr/>
              <p:nvPr/>
            </p:nvSpPr>
            <p:spPr>
              <a:xfrm>
                <a:off x="26515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h1879"/>
              <p:cNvSpPr/>
              <p:nvPr/>
            </p:nvSpPr>
            <p:spPr>
              <a:xfrm>
                <a:off x="2660799" y="2395171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79" y="897161"/>
                    </a:lnTo>
                    <a:lnTo>
                      <a:pt x="919224" y="897955"/>
                    </a:lnTo>
                    <a:lnTo>
                      <a:pt x="916989" y="904142"/>
                    </a:lnTo>
                    <a:lnTo>
                      <a:pt x="917694" y="905766"/>
                    </a:lnTo>
                    <a:lnTo>
                      <a:pt x="920972" y="914136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h1880"/>
              <p:cNvSpPr/>
              <p:nvPr/>
            </p:nvSpPr>
            <p:spPr>
              <a:xfrm>
                <a:off x="2725634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809" y="931638"/>
                    </a:lnTo>
                    <a:lnTo>
                      <a:pt x="908704" y="923263"/>
                    </a:lnTo>
                    <a:lnTo>
                      <a:pt x="912143" y="91439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h1881"/>
              <p:cNvSpPr/>
              <p:nvPr/>
            </p:nvSpPr>
            <p:spPr>
              <a:xfrm>
                <a:off x="27256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h1882"/>
              <p:cNvSpPr/>
              <p:nvPr/>
            </p:nvSpPr>
            <p:spPr>
              <a:xfrm>
                <a:off x="27348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h1883"/>
              <p:cNvSpPr/>
              <p:nvPr/>
            </p:nvSpPr>
            <p:spPr>
              <a:xfrm>
                <a:off x="27441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h1884"/>
              <p:cNvSpPr/>
              <p:nvPr/>
            </p:nvSpPr>
            <p:spPr>
              <a:xfrm>
                <a:off x="27534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h1885"/>
              <p:cNvSpPr/>
              <p:nvPr/>
            </p:nvSpPr>
            <p:spPr>
              <a:xfrm>
                <a:off x="27626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h1886"/>
              <p:cNvSpPr/>
              <p:nvPr/>
            </p:nvSpPr>
            <p:spPr>
              <a:xfrm>
                <a:off x="277194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h1887"/>
              <p:cNvSpPr/>
              <p:nvPr/>
            </p:nvSpPr>
            <p:spPr>
              <a:xfrm>
                <a:off x="27812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h1888"/>
              <p:cNvSpPr/>
              <p:nvPr/>
            </p:nvSpPr>
            <p:spPr>
              <a:xfrm>
                <a:off x="27904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h1889"/>
              <p:cNvSpPr/>
              <p:nvPr/>
            </p:nvSpPr>
            <p:spPr>
              <a:xfrm>
                <a:off x="27997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h1890"/>
              <p:cNvSpPr/>
              <p:nvPr/>
            </p:nvSpPr>
            <p:spPr>
              <a:xfrm>
                <a:off x="28089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h1891"/>
              <p:cNvSpPr/>
              <p:nvPr/>
            </p:nvSpPr>
            <p:spPr>
              <a:xfrm>
                <a:off x="28182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h1892"/>
              <p:cNvSpPr/>
              <p:nvPr/>
            </p:nvSpPr>
            <p:spPr>
              <a:xfrm>
                <a:off x="28275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h1893"/>
              <p:cNvSpPr/>
              <p:nvPr/>
            </p:nvSpPr>
            <p:spPr>
              <a:xfrm>
                <a:off x="28367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E">
                  <a:alpha val="100000"/>
                </a:srgbClr>
              </a:solidFill>
              <a:ln w="5420" cap="flat">
                <a:solidFill>
                  <a:srgbClr val="FEE1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h1894"/>
              <p:cNvSpPr/>
              <p:nvPr/>
            </p:nvSpPr>
            <p:spPr>
              <a:xfrm>
                <a:off x="28460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h1895"/>
              <p:cNvSpPr/>
              <p:nvPr/>
            </p:nvSpPr>
            <p:spPr>
              <a:xfrm>
                <a:off x="28553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h1896"/>
              <p:cNvSpPr/>
              <p:nvPr/>
            </p:nvSpPr>
            <p:spPr>
              <a:xfrm>
                <a:off x="28645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h1897"/>
              <p:cNvSpPr/>
              <p:nvPr/>
            </p:nvSpPr>
            <p:spPr>
              <a:xfrm>
                <a:off x="28738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h1898"/>
              <p:cNvSpPr/>
              <p:nvPr/>
            </p:nvSpPr>
            <p:spPr>
              <a:xfrm>
                <a:off x="28830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h1899"/>
              <p:cNvSpPr/>
              <p:nvPr/>
            </p:nvSpPr>
            <p:spPr>
              <a:xfrm>
                <a:off x="289235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h1900"/>
              <p:cNvSpPr/>
              <p:nvPr/>
            </p:nvSpPr>
            <p:spPr>
              <a:xfrm>
                <a:off x="29016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h1901"/>
              <p:cNvSpPr/>
              <p:nvPr/>
            </p:nvSpPr>
            <p:spPr>
              <a:xfrm>
                <a:off x="29108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h1902"/>
              <p:cNvSpPr/>
              <p:nvPr/>
            </p:nvSpPr>
            <p:spPr>
              <a:xfrm>
                <a:off x="29201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h1903"/>
              <p:cNvSpPr/>
              <p:nvPr/>
            </p:nvSpPr>
            <p:spPr>
              <a:xfrm>
                <a:off x="29294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h1904"/>
              <p:cNvSpPr/>
              <p:nvPr/>
            </p:nvSpPr>
            <p:spPr>
              <a:xfrm>
                <a:off x="29386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h1905"/>
              <p:cNvSpPr/>
              <p:nvPr/>
            </p:nvSpPr>
            <p:spPr>
              <a:xfrm>
                <a:off x="29479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h1906"/>
              <p:cNvSpPr/>
              <p:nvPr/>
            </p:nvSpPr>
            <p:spPr>
              <a:xfrm>
                <a:off x="29571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h1907"/>
              <p:cNvSpPr/>
              <p:nvPr/>
            </p:nvSpPr>
            <p:spPr>
              <a:xfrm>
                <a:off x="29664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h1908"/>
              <p:cNvSpPr/>
              <p:nvPr/>
            </p:nvSpPr>
            <p:spPr>
              <a:xfrm>
                <a:off x="29757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h1909"/>
              <p:cNvSpPr/>
              <p:nvPr/>
            </p:nvSpPr>
            <p:spPr>
              <a:xfrm>
                <a:off x="29849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h1910"/>
              <p:cNvSpPr/>
              <p:nvPr/>
            </p:nvSpPr>
            <p:spPr>
              <a:xfrm>
                <a:off x="29942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h1911"/>
              <p:cNvSpPr/>
              <p:nvPr/>
            </p:nvSpPr>
            <p:spPr>
              <a:xfrm>
                <a:off x="30035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h1912"/>
              <p:cNvSpPr/>
              <p:nvPr/>
            </p:nvSpPr>
            <p:spPr>
              <a:xfrm>
                <a:off x="30127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h1913"/>
              <p:cNvSpPr/>
              <p:nvPr/>
            </p:nvSpPr>
            <p:spPr>
              <a:xfrm>
                <a:off x="30220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h1914"/>
              <p:cNvSpPr/>
              <p:nvPr/>
            </p:nvSpPr>
            <p:spPr>
              <a:xfrm>
                <a:off x="30312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h1915"/>
              <p:cNvSpPr/>
              <p:nvPr/>
            </p:nvSpPr>
            <p:spPr>
              <a:xfrm>
                <a:off x="30405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h1916"/>
              <p:cNvSpPr/>
              <p:nvPr/>
            </p:nvSpPr>
            <p:spPr>
              <a:xfrm>
                <a:off x="30498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h1917"/>
              <p:cNvSpPr/>
              <p:nvPr/>
            </p:nvSpPr>
            <p:spPr>
              <a:xfrm>
                <a:off x="30590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h1918"/>
              <p:cNvSpPr/>
              <p:nvPr/>
            </p:nvSpPr>
            <p:spPr>
              <a:xfrm>
                <a:off x="30683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h1919"/>
              <p:cNvSpPr/>
              <p:nvPr/>
            </p:nvSpPr>
            <p:spPr>
              <a:xfrm>
                <a:off x="307759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h1920"/>
              <p:cNvSpPr/>
              <p:nvPr/>
            </p:nvSpPr>
            <p:spPr>
              <a:xfrm>
                <a:off x="308686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h1921"/>
              <p:cNvSpPr/>
              <p:nvPr/>
            </p:nvSpPr>
            <p:spPr>
              <a:xfrm>
                <a:off x="309612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h1922"/>
              <p:cNvSpPr/>
              <p:nvPr/>
            </p:nvSpPr>
            <p:spPr>
              <a:xfrm>
                <a:off x="310538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h1923"/>
              <p:cNvSpPr/>
              <p:nvPr/>
            </p:nvSpPr>
            <p:spPr>
              <a:xfrm>
                <a:off x="311464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h1924"/>
              <p:cNvSpPr/>
              <p:nvPr/>
            </p:nvSpPr>
            <p:spPr>
              <a:xfrm>
                <a:off x="312391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h1925"/>
              <p:cNvSpPr/>
              <p:nvPr/>
            </p:nvSpPr>
            <p:spPr>
              <a:xfrm>
                <a:off x="313317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h1926"/>
              <p:cNvSpPr/>
              <p:nvPr/>
            </p:nvSpPr>
            <p:spPr>
              <a:xfrm>
                <a:off x="31424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h1927"/>
              <p:cNvSpPr/>
              <p:nvPr/>
            </p:nvSpPr>
            <p:spPr>
              <a:xfrm>
                <a:off x="31516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h1928"/>
              <p:cNvSpPr/>
              <p:nvPr/>
            </p:nvSpPr>
            <p:spPr>
              <a:xfrm>
                <a:off x="31609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h1929"/>
              <p:cNvSpPr/>
              <p:nvPr/>
            </p:nvSpPr>
            <p:spPr>
              <a:xfrm>
                <a:off x="31702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h1930"/>
              <p:cNvSpPr/>
              <p:nvPr/>
            </p:nvSpPr>
            <p:spPr>
              <a:xfrm>
                <a:off x="31794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h1931"/>
              <p:cNvSpPr/>
              <p:nvPr/>
            </p:nvSpPr>
            <p:spPr>
              <a:xfrm>
                <a:off x="318874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h1932"/>
              <p:cNvSpPr/>
              <p:nvPr/>
            </p:nvSpPr>
            <p:spPr>
              <a:xfrm>
                <a:off x="31980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h1933"/>
              <p:cNvSpPr/>
              <p:nvPr/>
            </p:nvSpPr>
            <p:spPr>
              <a:xfrm>
                <a:off x="32072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h1934"/>
              <p:cNvSpPr/>
              <p:nvPr/>
            </p:nvSpPr>
            <p:spPr>
              <a:xfrm>
                <a:off x="32165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h1935"/>
              <p:cNvSpPr/>
              <p:nvPr/>
            </p:nvSpPr>
            <p:spPr>
              <a:xfrm>
                <a:off x="32257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h1936"/>
              <p:cNvSpPr/>
              <p:nvPr/>
            </p:nvSpPr>
            <p:spPr>
              <a:xfrm>
                <a:off x="32350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h1937"/>
              <p:cNvSpPr/>
              <p:nvPr/>
            </p:nvSpPr>
            <p:spPr>
              <a:xfrm>
                <a:off x="32443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h1938"/>
              <p:cNvSpPr/>
              <p:nvPr/>
            </p:nvSpPr>
            <p:spPr>
              <a:xfrm>
                <a:off x="3253581" y="23951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86"/>
                    </a:lnTo>
                    <a:lnTo>
                      <a:pt x="922900" y="910735"/>
                    </a:lnTo>
                    <a:lnTo>
                      <a:pt x="922015" y="913695"/>
                    </a:lnTo>
                    <a:lnTo>
                      <a:pt x="921805" y="914400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h1939"/>
              <p:cNvSpPr/>
              <p:nvPr/>
            </p:nvSpPr>
            <p:spPr>
              <a:xfrm>
                <a:off x="3262843" y="2377933"/>
                <a:ext cx="919168" cy="925424"/>
              </a:xfrm>
              <a:custGeom>
                <a:avLst/>
                <a:gdLst/>
                <a:ahLst/>
                <a:cxnLst/>
                <a:rect l="0" t="0" r="0" b="0"/>
                <a:pathLst>
                  <a:path w="919168" h="925424">
                    <a:moveTo>
                      <a:pt x="914400" y="914399"/>
                    </a:moveTo>
                    <a:lnTo>
                      <a:pt x="919168" y="914399"/>
                    </a:lnTo>
                    <a:lnTo>
                      <a:pt x="917734" y="916810"/>
                    </a:lnTo>
                    <a:lnTo>
                      <a:pt x="916862" y="918274"/>
                    </a:lnTo>
                    <a:lnTo>
                      <a:pt x="916642" y="918831"/>
                    </a:lnTo>
                    <a:lnTo>
                      <a:pt x="915890" y="920727"/>
                    </a:lnTo>
                    <a:lnTo>
                      <a:pt x="915541" y="921608"/>
                    </a:lnTo>
                    <a:lnTo>
                      <a:pt x="915407" y="922054"/>
                    </a:lnTo>
                    <a:lnTo>
                      <a:pt x="914522" y="925014"/>
                    </a:lnTo>
                    <a:lnTo>
                      <a:pt x="914400" y="925424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h1940"/>
              <p:cNvSpPr/>
              <p:nvPr/>
            </p:nvSpPr>
            <p:spPr>
              <a:xfrm>
                <a:off x="2382932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29" y="931638"/>
                    </a:lnTo>
                    <a:lnTo>
                      <a:pt x="909704" y="921713"/>
                    </a:lnTo>
                    <a:lnTo>
                      <a:pt x="909377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h1941"/>
              <p:cNvSpPr/>
              <p:nvPr/>
            </p:nvSpPr>
            <p:spPr>
              <a:xfrm>
                <a:off x="23829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h1942"/>
              <p:cNvSpPr/>
              <p:nvPr/>
            </p:nvSpPr>
            <p:spPr>
              <a:xfrm>
                <a:off x="239219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h1943"/>
              <p:cNvSpPr/>
              <p:nvPr/>
            </p:nvSpPr>
            <p:spPr>
              <a:xfrm>
                <a:off x="24014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h1944"/>
              <p:cNvSpPr/>
              <p:nvPr/>
            </p:nvSpPr>
            <p:spPr>
              <a:xfrm>
                <a:off x="24107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h1945"/>
              <p:cNvSpPr/>
              <p:nvPr/>
            </p:nvSpPr>
            <p:spPr>
              <a:xfrm>
                <a:off x="24199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h1946"/>
              <p:cNvSpPr/>
              <p:nvPr/>
            </p:nvSpPr>
            <p:spPr>
              <a:xfrm>
                <a:off x="24292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h1947"/>
              <p:cNvSpPr/>
              <p:nvPr/>
            </p:nvSpPr>
            <p:spPr>
              <a:xfrm>
                <a:off x="24385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h1948"/>
              <p:cNvSpPr/>
              <p:nvPr/>
            </p:nvSpPr>
            <p:spPr>
              <a:xfrm>
                <a:off x="24477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h1949"/>
              <p:cNvSpPr/>
              <p:nvPr/>
            </p:nvSpPr>
            <p:spPr>
              <a:xfrm>
                <a:off x="24570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h1950"/>
              <p:cNvSpPr/>
              <p:nvPr/>
            </p:nvSpPr>
            <p:spPr>
              <a:xfrm>
                <a:off x="24662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h1951"/>
              <p:cNvSpPr/>
              <p:nvPr/>
            </p:nvSpPr>
            <p:spPr>
              <a:xfrm>
                <a:off x="247555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h1952"/>
              <p:cNvSpPr/>
              <p:nvPr/>
            </p:nvSpPr>
            <p:spPr>
              <a:xfrm>
                <a:off x="24848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h1953"/>
              <p:cNvSpPr/>
              <p:nvPr/>
            </p:nvSpPr>
            <p:spPr>
              <a:xfrm>
                <a:off x="24940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h1954"/>
              <p:cNvSpPr/>
              <p:nvPr/>
            </p:nvSpPr>
            <p:spPr>
              <a:xfrm>
                <a:off x="25033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h1955"/>
              <p:cNvSpPr/>
              <p:nvPr/>
            </p:nvSpPr>
            <p:spPr>
              <a:xfrm>
                <a:off x="25126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h1956"/>
              <p:cNvSpPr/>
              <p:nvPr/>
            </p:nvSpPr>
            <p:spPr>
              <a:xfrm>
                <a:off x="25218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h1957"/>
              <p:cNvSpPr/>
              <p:nvPr/>
            </p:nvSpPr>
            <p:spPr>
              <a:xfrm>
                <a:off x="25311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h1958"/>
              <p:cNvSpPr/>
              <p:nvPr/>
            </p:nvSpPr>
            <p:spPr>
              <a:xfrm>
                <a:off x="25403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h1959"/>
              <p:cNvSpPr/>
              <p:nvPr/>
            </p:nvSpPr>
            <p:spPr>
              <a:xfrm>
                <a:off x="25496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h1960"/>
              <p:cNvSpPr/>
              <p:nvPr/>
            </p:nvSpPr>
            <p:spPr>
              <a:xfrm>
                <a:off x="25589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h1961"/>
              <p:cNvSpPr/>
              <p:nvPr/>
            </p:nvSpPr>
            <p:spPr>
              <a:xfrm>
                <a:off x="25681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h1962"/>
              <p:cNvSpPr/>
              <p:nvPr/>
            </p:nvSpPr>
            <p:spPr>
              <a:xfrm>
                <a:off x="25774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h1963"/>
              <p:cNvSpPr/>
              <p:nvPr/>
            </p:nvSpPr>
            <p:spPr>
              <a:xfrm>
                <a:off x="25867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h1964"/>
              <p:cNvSpPr/>
              <p:nvPr/>
            </p:nvSpPr>
            <p:spPr>
              <a:xfrm>
                <a:off x="25959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h1965"/>
              <p:cNvSpPr/>
              <p:nvPr/>
            </p:nvSpPr>
            <p:spPr>
              <a:xfrm>
                <a:off x="26052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h1966"/>
              <p:cNvSpPr/>
              <p:nvPr/>
            </p:nvSpPr>
            <p:spPr>
              <a:xfrm>
                <a:off x="26144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h1967"/>
              <p:cNvSpPr/>
              <p:nvPr/>
            </p:nvSpPr>
            <p:spPr>
              <a:xfrm>
                <a:off x="26237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h1968"/>
              <p:cNvSpPr/>
              <p:nvPr/>
            </p:nvSpPr>
            <p:spPr>
              <a:xfrm>
                <a:off x="26330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h1969"/>
              <p:cNvSpPr/>
              <p:nvPr/>
            </p:nvSpPr>
            <p:spPr>
              <a:xfrm>
                <a:off x="26422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h1970"/>
              <p:cNvSpPr/>
              <p:nvPr/>
            </p:nvSpPr>
            <p:spPr>
              <a:xfrm>
                <a:off x="26515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h1971"/>
              <p:cNvSpPr/>
              <p:nvPr/>
            </p:nvSpPr>
            <p:spPr>
              <a:xfrm>
                <a:off x="2660799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98"/>
                    </a:lnTo>
                    <a:lnTo>
                      <a:pt x="922250" y="905774"/>
                    </a:lnTo>
                    <a:lnTo>
                      <a:pt x="919479" y="91439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h1972"/>
              <p:cNvSpPr/>
              <p:nvPr/>
            </p:nvSpPr>
            <p:spPr>
              <a:xfrm>
                <a:off x="2670061" y="2360695"/>
                <a:ext cx="915431" cy="918036"/>
              </a:xfrm>
              <a:custGeom>
                <a:avLst/>
                <a:gdLst/>
                <a:ahLst/>
                <a:cxnLst/>
                <a:rect l="0" t="0" r="0" b="0"/>
                <a:pathLst>
                  <a:path w="915431" h="918036">
                    <a:moveTo>
                      <a:pt x="914400" y="914400"/>
                    </a:moveTo>
                    <a:lnTo>
                      <a:pt x="915431" y="914400"/>
                    </a:lnTo>
                    <a:lnTo>
                      <a:pt x="914400" y="918036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h1973"/>
              <p:cNvSpPr/>
              <p:nvPr/>
            </p:nvSpPr>
            <p:spPr>
              <a:xfrm>
                <a:off x="2725634" y="23779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87" y="914286"/>
                    </a:lnTo>
                    <a:lnTo>
                      <a:pt x="914400" y="909183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h1974"/>
              <p:cNvSpPr/>
              <p:nvPr/>
            </p:nvSpPr>
            <p:spPr>
              <a:xfrm>
                <a:off x="2734897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421"/>
                    </a:lnTo>
                    <a:lnTo>
                      <a:pt x="906660" y="922908"/>
                    </a:lnTo>
                    <a:lnTo>
                      <a:pt x="906796" y="922612"/>
                    </a:lnTo>
                    <a:lnTo>
                      <a:pt x="906933" y="922312"/>
                    </a:lnTo>
                    <a:lnTo>
                      <a:pt x="907070" y="922012"/>
                    </a:lnTo>
                    <a:lnTo>
                      <a:pt x="907208" y="921712"/>
                    </a:lnTo>
                    <a:lnTo>
                      <a:pt x="907345" y="921412"/>
                    </a:lnTo>
                    <a:lnTo>
                      <a:pt x="907482" y="921113"/>
                    </a:lnTo>
                    <a:lnTo>
                      <a:pt x="907619" y="920813"/>
                    </a:lnTo>
                    <a:lnTo>
                      <a:pt x="907757" y="920513"/>
                    </a:lnTo>
                    <a:lnTo>
                      <a:pt x="907894" y="920213"/>
                    </a:lnTo>
                    <a:lnTo>
                      <a:pt x="908031" y="919914"/>
                    </a:lnTo>
                    <a:lnTo>
                      <a:pt x="908169" y="919614"/>
                    </a:lnTo>
                    <a:lnTo>
                      <a:pt x="908306" y="919314"/>
                    </a:lnTo>
                    <a:lnTo>
                      <a:pt x="908443" y="919014"/>
                    </a:lnTo>
                    <a:lnTo>
                      <a:pt x="908581" y="918714"/>
                    </a:lnTo>
                    <a:lnTo>
                      <a:pt x="908718" y="918415"/>
                    </a:lnTo>
                    <a:lnTo>
                      <a:pt x="908855" y="918115"/>
                    </a:lnTo>
                    <a:lnTo>
                      <a:pt x="908993" y="917815"/>
                    </a:lnTo>
                    <a:lnTo>
                      <a:pt x="909130" y="917515"/>
                    </a:lnTo>
                    <a:lnTo>
                      <a:pt x="909267" y="917216"/>
                    </a:lnTo>
                    <a:lnTo>
                      <a:pt x="909405" y="916916"/>
                    </a:lnTo>
                    <a:lnTo>
                      <a:pt x="909542" y="916616"/>
                    </a:lnTo>
                    <a:lnTo>
                      <a:pt x="909679" y="916316"/>
                    </a:lnTo>
                    <a:lnTo>
                      <a:pt x="909817" y="916017"/>
                    </a:lnTo>
                    <a:lnTo>
                      <a:pt x="909954" y="915717"/>
                    </a:lnTo>
                    <a:lnTo>
                      <a:pt x="910091" y="915417"/>
                    </a:lnTo>
                    <a:lnTo>
                      <a:pt x="910229" y="915117"/>
                    </a:lnTo>
                    <a:lnTo>
                      <a:pt x="910366" y="914818"/>
                    </a:lnTo>
                    <a:lnTo>
                      <a:pt x="910558" y="914400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h1975"/>
              <p:cNvSpPr/>
              <p:nvPr/>
            </p:nvSpPr>
            <p:spPr>
              <a:xfrm>
                <a:off x="27348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h1976"/>
              <p:cNvSpPr/>
              <p:nvPr/>
            </p:nvSpPr>
            <p:spPr>
              <a:xfrm>
                <a:off x="27441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h1977"/>
              <p:cNvSpPr/>
              <p:nvPr/>
            </p:nvSpPr>
            <p:spPr>
              <a:xfrm>
                <a:off x="27534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h1978"/>
              <p:cNvSpPr/>
              <p:nvPr/>
            </p:nvSpPr>
            <p:spPr>
              <a:xfrm>
                <a:off x="27626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h1979"/>
              <p:cNvSpPr/>
              <p:nvPr/>
            </p:nvSpPr>
            <p:spPr>
              <a:xfrm>
                <a:off x="277194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h1980"/>
              <p:cNvSpPr/>
              <p:nvPr/>
            </p:nvSpPr>
            <p:spPr>
              <a:xfrm>
                <a:off x="27812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h1981"/>
              <p:cNvSpPr/>
              <p:nvPr/>
            </p:nvSpPr>
            <p:spPr>
              <a:xfrm>
                <a:off x="27904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h1982"/>
              <p:cNvSpPr/>
              <p:nvPr/>
            </p:nvSpPr>
            <p:spPr>
              <a:xfrm>
                <a:off x="27997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h1983"/>
              <p:cNvSpPr/>
              <p:nvPr/>
            </p:nvSpPr>
            <p:spPr>
              <a:xfrm>
                <a:off x="28089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h1984"/>
              <p:cNvSpPr/>
              <p:nvPr/>
            </p:nvSpPr>
            <p:spPr>
              <a:xfrm>
                <a:off x="28182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h1985"/>
              <p:cNvSpPr/>
              <p:nvPr/>
            </p:nvSpPr>
            <p:spPr>
              <a:xfrm>
                <a:off x="28275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E">
                  <a:alpha val="100000"/>
                </a:srgbClr>
              </a:solidFill>
              <a:ln w="5420" cap="flat">
                <a:solidFill>
                  <a:srgbClr val="FEE1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h1986"/>
              <p:cNvSpPr/>
              <p:nvPr/>
            </p:nvSpPr>
            <p:spPr>
              <a:xfrm>
                <a:off x="28367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h1987"/>
              <p:cNvSpPr/>
              <p:nvPr/>
            </p:nvSpPr>
            <p:spPr>
              <a:xfrm>
                <a:off x="28460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h1988"/>
              <p:cNvSpPr/>
              <p:nvPr/>
            </p:nvSpPr>
            <p:spPr>
              <a:xfrm>
                <a:off x="28553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h1989"/>
              <p:cNvSpPr/>
              <p:nvPr/>
            </p:nvSpPr>
            <p:spPr>
              <a:xfrm>
                <a:off x="28645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h1990"/>
              <p:cNvSpPr/>
              <p:nvPr/>
            </p:nvSpPr>
            <p:spPr>
              <a:xfrm>
                <a:off x="28738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h1991"/>
              <p:cNvSpPr/>
              <p:nvPr/>
            </p:nvSpPr>
            <p:spPr>
              <a:xfrm>
                <a:off x="28830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h1992"/>
              <p:cNvSpPr/>
              <p:nvPr/>
            </p:nvSpPr>
            <p:spPr>
              <a:xfrm>
                <a:off x="289235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h1993"/>
              <p:cNvSpPr/>
              <p:nvPr/>
            </p:nvSpPr>
            <p:spPr>
              <a:xfrm>
                <a:off x="29016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h1994"/>
              <p:cNvSpPr/>
              <p:nvPr/>
            </p:nvSpPr>
            <p:spPr>
              <a:xfrm>
                <a:off x="29108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h1995"/>
              <p:cNvSpPr/>
              <p:nvPr/>
            </p:nvSpPr>
            <p:spPr>
              <a:xfrm>
                <a:off x="29201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h1996"/>
              <p:cNvSpPr/>
              <p:nvPr/>
            </p:nvSpPr>
            <p:spPr>
              <a:xfrm>
                <a:off x="29294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h1997"/>
              <p:cNvSpPr/>
              <p:nvPr/>
            </p:nvSpPr>
            <p:spPr>
              <a:xfrm>
                <a:off x="29386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h1998"/>
              <p:cNvSpPr/>
              <p:nvPr/>
            </p:nvSpPr>
            <p:spPr>
              <a:xfrm>
                <a:off x="29479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h1999"/>
              <p:cNvSpPr/>
              <p:nvPr/>
            </p:nvSpPr>
            <p:spPr>
              <a:xfrm>
                <a:off x="29571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h2000"/>
              <p:cNvSpPr/>
              <p:nvPr/>
            </p:nvSpPr>
            <p:spPr>
              <a:xfrm>
                <a:off x="29664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h2001"/>
              <p:cNvSpPr/>
              <p:nvPr/>
            </p:nvSpPr>
            <p:spPr>
              <a:xfrm>
                <a:off x="29757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h2002"/>
              <p:cNvSpPr/>
              <p:nvPr/>
            </p:nvSpPr>
            <p:spPr>
              <a:xfrm>
                <a:off x="29849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h2003"/>
              <p:cNvSpPr/>
              <p:nvPr/>
            </p:nvSpPr>
            <p:spPr>
              <a:xfrm>
                <a:off x="29942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h2004"/>
              <p:cNvSpPr/>
              <p:nvPr/>
            </p:nvSpPr>
            <p:spPr>
              <a:xfrm>
                <a:off x="30035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h2005"/>
              <p:cNvSpPr/>
              <p:nvPr/>
            </p:nvSpPr>
            <p:spPr>
              <a:xfrm>
                <a:off x="30127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h2006"/>
              <p:cNvSpPr/>
              <p:nvPr/>
            </p:nvSpPr>
            <p:spPr>
              <a:xfrm>
                <a:off x="30220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h2007"/>
              <p:cNvSpPr/>
              <p:nvPr/>
            </p:nvSpPr>
            <p:spPr>
              <a:xfrm>
                <a:off x="30312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h2008"/>
              <p:cNvSpPr/>
              <p:nvPr/>
            </p:nvSpPr>
            <p:spPr>
              <a:xfrm>
                <a:off x="30405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h2009"/>
              <p:cNvSpPr/>
              <p:nvPr/>
            </p:nvSpPr>
            <p:spPr>
              <a:xfrm>
                <a:off x="30498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h2010"/>
              <p:cNvSpPr/>
              <p:nvPr/>
            </p:nvSpPr>
            <p:spPr>
              <a:xfrm>
                <a:off x="30590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h2011"/>
              <p:cNvSpPr/>
              <p:nvPr/>
            </p:nvSpPr>
            <p:spPr>
              <a:xfrm>
                <a:off x="30683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h2012"/>
              <p:cNvSpPr/>
              <p:nvPr/>
            </p:nvSpPr>
            <p:spPr>
              <a:xfrm>
                <a:off x="307759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h2013"/>
              <p:cNvSpPr/>
              <p:nvPr/>
            </p:nvSpPr>
            <p:spPr>
              <a:xfrm>
                <a:off x="308686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h2014"/>
              <p:cNvSpPr/>
              <p:nvPr/>
            </p:nvSpPr>
            <p:spPr>
              <a:xfrm>
                <a:off x="309612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h2015"/>
              <p:cNvSpPr/>
              <p:nvPr/>
            </p:nvSpPr>
            <p:spPr>
              <a:xfrm>
                <a:off x="310538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h2016"/>
              <p:cNvSpPr/>
              <p:nvPr/>
            </p:nvSpPr>
            <p:spPr>
              <a:xfrm>
                <a:off x="311464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h2017"/>
              <p:cNvSpPr/>
              <p:nvPr/>
            </p:nvSpPr>
            <p:spPr>
              <a:xfrm>
                <a:off x="312391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h2018"/>
              <p:cNvSpPr/>
              <p:nvPr/>
            </p:nvSpPr>
            <p:spPr>
              <a:xfrm>
                <a:off x="313317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h2019"/>
              <p:cNvSpPr/>
              <p:nvPr/>
            </p:nvSpPr>
            <p:spPr>
              <a:xfrm>
                <a:off x="314243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h2020"/>
              <p:cNvSpPr/>
              <p:nvPr/>
            </p:nvSpPr>
            <p:spPr>
              <a:xfrm>
                <a:off x="31516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h2021"/>
              <p:cNvSpPr/>
              <p:nvPr/>
            </p:nvSpPr>
            <p:spPr>
              <a:xfrm>
                <a:off x="31609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h2022"/>
              <p:cNvSpPr/>
              <p:nvPr/>
            </p:nvSpPr>
            <p:spPr>
              <a:xfrm>
                <a:off x="31702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h2023"/>
              <p:cNvSpPr/>
              <p:nvPr/>
            </p:nvSpPr>
            <p:spPr>
              <a:xfrm>
                <a:off x="31794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h2024"/>
              <p:cNvSpPr/>
              <p:nvPr/>
            </p:nvSpPr>
            <p:spPr>
              <a:xfrm>
                <a:off x="318874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h2025"/>
              <p:cNvSpPr/>
              <p:nvPr/>
            </p:nvSpPr>
            <p:spPr>
              <a:xfrm>
                <a:off x="31980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h2026"/>
              <p:cNvSpPr/>
              <p:nvPr/>
            </p:nvSpPr>
            <p:spPr>
              <a:xfrm>
                <a:off x="32072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h2027"/>
              <p:cNvSpPr/>
              <p:nvPr/>
            </p:nvSpPr>
            <p:spPr>
              <a:xfrm>
                <a:off x="32165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h2028"/>
              <p:cNvSpPr/>
              <p:nvPr/>
            </p:nvSpPr>
            <p:spPr>
              <a:xfrm>
                <a:off x="32257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h2029"/>
              <p:cNvSpPr/>
              <p:nvPr/>
            </p:nvSpPr>
            <p:spPr>
              <a:xfrm>
                <a:off x="32350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h2030"/>
              <p:cNvSpPr/>
              <p:nvPr/>
            </p:nvSpPr>
            <p:spPr>
              <a:xfrm>
                <a:off x="32443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h2031"/>
              <p:cNvSpPr/>
              <p:nvPr/>
            </p:nvSpPr>
            <p:spPr>
              <a:xfrm>
                <a:off x="32535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h2032"/>
              <p:cNvSpPr/>
              <p:nvPr/>
            </p:nvSpPr>
            <p:spPr>
              <a:xfrm>
                <a:off x="3262843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56"/>
                    </a:lnTo>
                    <a:lnTo>
                      <a:pt x="922268" y="909195"/>
                    </a:lnTo>
                    <a:lnTo>
                      <a:pt x="920756" y="911733"/>
                    </a:lnTo>
                    <a:lnTo>
                      <a:pt x="919244" y="914271"/>
                    </a:lnTo>
                    <a:lnTo>
                      <a:pt x="919168" y="91439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h2033"/>
              <p:cNvSpPr/>
              <p:nvPr/>
            </p:nvSpPr>
            <p:spPr>
              <a:xfrm>
                <a:off x="3272105" y="2360695"/>
                <a:ext cx="920184" cy="924095"/>
              </a:xfrm>
              <a:custGeom>
                <a:avLst/>
                <a:gdLst/>
                <a:ahLst/>
                <a:cxnLst/>
                <a:rect l="0" t="0" r="0" b="0"/>
                <a:pathLst>
                  <a:path w="920184" h="924095">
                    <a:moveTo>
                      <a:pt x="914400" y="914400"/>
                    </a:moveTo>
                    <a:lnTo>
                      <a:pt x="920184" y="914400"/>
                    </a:lnTo>
                    <a:lnTo>
                      <a:pt x="919059" y="916284"/>
                    </a:lnTo>
                    <a:lnTo>
                      <a:pt x="917545" y="918821"/>
                    </a:lnTo>
                    <a:lnTo>
                      <a:pt x="916031" y="921358"/>
                    </a:lnTo>
                    <a:lnTo>
                      <a:pt x="914518" y="923896"/>
                    </a:lnTo>
                    <a:lnTo>
                      <a:pt x="914400" y="924095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h2034"/>
              <p:cNvSpPr/>
              <p:nvPr/>
            </p:nvSpPr>
            <p:spPr>
              <a:xfrm>
                <a:off x="2382932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377" y="931638"/>
                    </a:lnTo>
                    <a:lnTo>
                      <a:pt x="909224" y="928235"/>
                    </a:lnTo>
                    <a:lnTo>
                      <a:pt x="909045" y="917486"/>
                    </a:lnTo>
                    <a:lnTo>
                      <a:pt x="909079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h2035"/>
              <p:cNvSpPr/>
              <p:nvPr/>
            </p:nvSpPr>
            <p:spPr>
              <a:xfrm>
                <a:off x="23829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h2036"/>
              <p:cNvSpPr/>
              <p:nvPr/>
            </p:nvSpPr>
            <p:spPr>
              <a:xfrm>
                <a:off x="239219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h2037"/>
              <p:cNvSpPr/>
              <p:nvPr/>
            </p:nvSpPr>
            <p:spPr>
              <a:xfrm>
                <a:off x="24014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h2038"/>
              <p:cNvSpPr/>
              <p:nvPr/>
            </p:nvSpPr>
            <p:spPr>
              <a:xfrm>
                <a:off x="24107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4">
                  <a:alpha val="100000"/>
                </a:srgbClr>
              </a:solidFill>
              <a:ln w="5420" cap="flat">
                <a:solidFill>
                  <a:srgbClr val="FEA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h2039"/>
              <p:cNvSpPr/>
              <p:nvPr/>
            </p:nvSpPr>
            <p:spPr>
              <a:xfrm>
                <a:off x="24199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h2040"/>
              <p:cNvSpPr/>
              <p:nvPr/>
            </p:nvSpPr>
            <p:spPr>
              <a:xfrm>
                <a:off x="24292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h2041"/>
              <p:cNvSpPr/>
              <p:nvPr/>
            </p:nvSpPr>
            <p:spPr>
              <a:xfrm>
                <a:off x="24385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h2042"/>
              <p:cNvSpPr/>
              <p:nvPr/>
            </p:nvSpPr>
            <p:spPr>
              <a:xfrm>
                <a:off x="24477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h2043"/>
              <p:cNvSpPr/>
              <p:nvPr/>
            </p:nvSpPr>
            <p:spPr>
              <a:xfrm>
                <a:off x="24570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h2044"/>
              <p:cNvSpPr/>
              <p:nvPr/>
            </p:nvSpPr>
            <p:spPr>
              <a:xfrm>
                <a:off x="24662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h2045"/>
              <p:cNvSpPr/>
              <p:nvPr/>
            </p:nvSpPr>
            <p:spPr>
              <a:xfrm>
                <a:off x="247555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h2046"/>
              <p:cNvSpPr/>
              <p:nvPr/>
            </p:nvSpPr>
            <p:spPr>
              <a:xfrm>
                <a:off x="24848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h2047"/>
              <p:cNvSpPr/>
              <p:nvPr/>
            </p:nvSpPr>
            <p:spPr>
              <a:xfrm>
                <a:off x="24940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h2048"/>
              <p:cNvSpPr/>
              <p:nvPr/>
            </p:nvSpPr>
            <p:spPr>
              <a:xfrm>
                <a:off x="25033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h2049"/>
              <p:cNvSpPr/>
              <p:nvPr/>
            </p:nvSpPr>
            <p:spPr>
              <a:xfrm>
                <a:off x="25126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h2050"/>
              <p:cNvSpPr/>
              <p:nvPr/>
            </p:nvSpPr>
            <p:spPr>
              <a:xfrm>
                <a:off x="25218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h2051"/>
              <p:cNvSpPr/>
              <p:nvPr/>
            </p:nvSpPr>
            <p:spPr>
              <a:xfrm>
                <a:off x="25311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h2052"/>
              <p:cNvSpPr/>
              <p:nvPr/>
            </p:nvSpPr>
            <p:spPr>
              <a:xfrm>
                <a:off x="25403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h2053"/>
              <p:cNvSpPr/>
              <p:nvPr/>
            </p:nvSpPr>
            <p:spPr>
              <a:xfrm>
                <a:off x="25496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h2054"/>
              <p:cNvSpPr/>
              <p:nvPr/>
            </p:nvSpPr>
            <p:spPr>
              <a:xfrm>
                <a:off x="25589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h2055"/>
              <p:cNvSpPr/>
              <p:nvPr/>
            </p:nvSpPr>
            <p:spPr>
              <a:xfrm>
                <a:off x="25681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h2056"/>
              <p:cNvSpPr/>
              <p:nvPr/>
            </p:nvSpPr>
            <p:spPr>
              <a:xfrm>
                <a:off x="25774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h2057"/>
              <p:cNvSpPr/>
              <p:nvPr/>
            </p:nvSpPr>
            <p:spPr>
              <a:xfrm>
                <a:off x="25867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h2058"/>
              <p:cNvSpPr/>
              <p:nvPr/>
            </p:nvSpPr>
            <p:spPr>
              <a:xfrm>
                <a:off x="25959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h2059"/>
              <p:cNvSpPr/>
              <p:nvPr/>
            </p:nvSpPr>
            <p:spPr>
              <a:xfrm>
                <a:off x="26052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h2060"/>
              <p:cNvSpPr/>
              <p:nvPr/>
            </p:nvSpPr>
            <p:spPr>
              <a:xfrm>
                <a:off x="26144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h2061"/>
              <p:cNvSpPr/>
              <p:nvPr/>
            </p:nvSpPr>
            <p:spPr>
              <a:xfrm>
                <a:off x="26237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h2062"/>
              <p:cNvSpPr/>
              <p:nvPr/>
            </p:nvSpPr>
            <p:spPr>
              <a:xfrm>
                <a:off x="26330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h2063"/>
              <p:cNvSpPr/>
              <p:nvPr/>
            </p:nvSpPr>
            <p:spPr>
              <a:xfrm>
                <a:off x="26422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h2064"/>
              <p:cNvSpPr/>
              <p:nvPr/>
            </p:nvSpPr>
            <p:spPr>
              <a:xfrm>
                <a:off x="26515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h2065"/>
              <p:cNvSpPr/>
              <p:nvPr/>
            </p:nvSpPr>
            <p:spPr>
              <a:xfrm>
                <a:off x="26607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h2066"/>
              <p:cNvSpPr/>
              <p:nvPr/>
            </p:nvSpPr>
            <p:spPr>
              <a:xfrm>
                <a:off x="2670061" y="2360695"/>
                <a:ext cx="9195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4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540" y="897161"/>
                    </a:lnTo>
                    <a:lnTo>
                      <a:pt x="918214" y="903345"/>
                    </a:lnTo>
                    <a:lnTo>
                      <a:pt x="915741" y="913308"/>
                    </a:lnTo>
                    <a:lnTo>
                      <a:pt x="915431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h2067"/>
              <p:cNvSpPr/>
              <p:nvPr/>
            </p:nvSpPr>
            <p:spPr>
              <a:xfrm>
                <a:off x="2734897" y="23606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558" y="914400"/>
                    </a:lnTo>
                    <a:lnTo>
                      <a:pt x="910641" y="914218"/>
                    </a:lnTo>
                    <a:lnTo>
                      <a:pt x="910778" y="913918"/>
                    </a:lnTo>
                    <a:lnTo>
                      <a:pt x="910916" y="913619"/>
                    </a:lnTo>
                    <a:lnTo>
                      <a:pt x="911053" y="913319"/>
                    </a:lnTo>
                    <a:lnTo>
                      <a:pt x="911191" y="913019"/>
                    </a:lnTo>
                    <a:lnTo>
                      <a:pt x="911328" y="912719"/>
                    </a:lnTo>
                    <a:lnTo>
                      <a:pt x="911466" y="912420"/>
                    </a:lnTo>
                    <a:lnTo>
                      <a:pt x="911603" y="912120"/>
                    </a:lnTo>
                    <a:lnTo>
                      <a:pt x="911741" y="911820"/>
                    </a:lnTo>
                    <a:lnTo>
                      <a:pt x="911878" y="911520"/>
                    </a:lnTo>
                    <a:lnTo>
                      <a:pt x="912015" y="911221"/>
                    </a:lnTo>
                    <a:lnTo>
                      <a:pt x="912153" y="910921"/>
                    </a:lnTo>
                    <a:lnTo>
                      <a:pt x="912290" y="910621"/>
                    </a:lnTo>
                    <a:lnTo>
                      <a:pt x="912428" y="910321"/>
                    </a:lnTo>
                    <a:lnTo>
                      <a:pt x="912565" y="910022"/>
                    </a:lnTo>
                    <a:lnTo>
                      <a:pt x="912703" y="909722"/>
                    </a:lnTo>
                    <a:lnTo>
                      <a:pt x="912840" y="909422"/>
                    </a:lnTo>
                    <a:lnTo>
                      <a:pt x="912978" y="909123"/>
                    </a:lnTo>
                    <a:lnTo>
                      <a:pt x="913115" y="908823"/>
                    </a:lnTo>
                    <a:lnTo>
                      <a:pt x="913253" y="908523"/>
                    </a:lnTo>
                    <a:lnTo>
                      <a:pt x="913391" y="908223"/>
                    </a:lnTo>
                    <a:lnTo>
                      <a:pt x="913528" y="907924"/>
                    </a:lnTo>
                    <a:lnTo>
                      <a:pt x="913666" y="907624"/>
                    </a:lnTo>
                    <a:lnTo>
                      <a:pt x="913803" y="907324"/>
                    </a:lnTo>
                    <a:lnTo>
                      <a:pt x="913941" y="907025"/>
                    </a:lnTo>
                    <a:lnTo>
                      <a:pt x="914078" y="906725"/>
                    </a:lnTo>
                    <a:lnTo>
                      <a:pt x="914216" y="906425"/>
                    </a:lnTo>
                    <a:lnTo>
                      <a:pt x="914400" y="906025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h2068"/>
              <p:cNvSpPr/>
              <p:nvPr/>
            </p:nvSpPr>
            <p:spPr>
              <a:xfrm>
                <a:off x="2744159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264"/>
                    </a:lnTo>
                    <a:lnTo>
                      <a:pt x="905229" y="923064"/>
                    </a:lnTo>
                    <a:lnTo>
                      <a:pt x="905366" y="922764"/>
                    </a:lnTo>
                    <a:lnTo>
                      <a:pt x="905504" y="922465"/>
                    </a:lnTo>
                    <a:lnTo>
                      <a:pt x="905642" y="922165"/>
                    </a:lnTo>
                    <a:lnTo>
                      <a:pt x="905779" y="921865"/>
                    </a:lnTo>
                    <a:lnTo>
                      <a:pt x="905917" y="921566"/>
                    </a:lnTo>
                    <a:lnTo>
                      <a:pt x="906054" y="921266"/>
                    </a:lnTo>
                    <a:lnTo>
                      <a:pt x="906192" y="920966"/>
                    </a:lnTo>
                    <a:lnTo>
                      <a:pt x="909361" y="914400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h2069"/>
              <p:cNvSpPr/>
              <p:nvPr/>
            </p:nvSpPr>
            <p:spPr>
              <a:xfrm>
                <a:off x="27441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h2070"/>
              <p:cNvSpPr/>
              <p:nvPr/>
            </p:nvSpPr>
            <p:spPr>
              <a:xfrm>
                <a:off x="27534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h2071"/>
              <p:cNvSpPr/>
              <p:nvPr/>
            </p:nvSpPr>
            <p:spPr>
              <a:xfrm>
                <a:off x="27626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h2072"/>
              <p:cNvSpPr/>
              <p:nvPr/>
            </p:nvSpPr>
            <p:spPr>
              <a:xfrm>
                <a:off x="277194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h2073"/>
              <p:cNvSpPr/>
              <p:nvPr/>
            </p:nvSpPr>
            <p:spPr>
              <a:xfrm>
                <a:off x="27812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h2074"/>
              <p:cNvSpPr/>
              <p:nvPr/>
            </p:nvSpPr>
            <p:spPr>
              <a:xfrm>
                <a:off x="27904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h2075"/>
              <p:cNvSpPr/>
              <p:nvPr/>
            </p:nvSpPr>
            <p:spPr>
              <a:xfrm>
                <a:off x="27997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h2076"/>
              <p:cNvSpPr/>
              <p:nvPr/>
            </p:nvSpPr>
            <p:spPr>
              <a:xfrm>
                <a:off x="28089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h2077"/>
              <p:cNvSpPr/>
              <p:nvPr/>
            </p:nvSpPr>
            <p:spPr>
              <a:xfrm>
                <a:off x="28182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h2078"/>
              <p:cNvSpPr/>
              <p:nvPr/>
            </p:nvSpPr>
            <p:spPr>
              <a:xfrm>
                <a:off x="28275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h2079"/>
              <p:cNvSpPr/>
              <p:nvPr/>
            </p:nvSpPr>
            <p:spPr>
              <a:xfrm>
                <a:off x="28367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h2080"/>
              <p:cNvSpPr/>
              <p:nvPr/>
            </p:nvSpPr>
            <p:spPr>
              <a:xfrm>
                <a:off x="28460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h2081"/>
              <p:cNvSpPr/>
              <p:nvPr/>
            </p:nvSpPr>
            <p:spPr>
              <a:xfrm>
                <a:off x="28553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h2082"/>
              <p:cNvSpPr/>
              <p:nvPr/>
            </p:nvSpPr>
            <p:spPr>
              <a:xfrm>
                <a:off x="28645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h2083"/>
              <p:cNvSpPr/>
              <p:nvPr/>
            </p:nvSpPr>
            <p:spPr>
              <a:xfrm>
                <a:off x="28738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h2084"/>
              <p:cNvSpPr/>
              <p:nvPr/>
            </p:nvSpPr>
            <p:spPr>
              <a:xfrm>
                <a:off x="28830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h2085"/>
              <p:cNvSpPr/>
              <p:nvPr/>
            </p:nvSpPr>
            <p:spPr>
              <a:xfrm>
                <a:off x="289235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h2086"/>
              <p:cNvSpPr/>
              <p:nvPr/>
            </p:nvSpPr>
            <p:spPr>
              <a:xfrm>
                <a:off x="29016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h2087"/>
              <p:cNvSpPr/>
              <p:nvPr/>
            </p:nvSpPr>
            <p:spPr>
              <a:xfrm>
                <a:off x="29108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h2088"/>
              <p:cNvSpPr/>
              <p:nvPr/>
            </p:nvSpPr>
            <p:spPr>
              <a:xfrm>
                <a:off x="29201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h2089"/>
              <p:cNvSpPr/>
              <p:nvPr/>
            </p:nvSpPr>
            <p:spPr>
              <a:xfrm>
                <a:off x="29294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h2090"/>
              <p:cNvSpPr/>
              <p:nvPr/>
            </p:nvSpPr>
            <p:spPr>
              <a:xfrm>
                <a:off x="29386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h2091"/>
              <p:cNvSpPr/>
              <p:nvPr/>
            </p:nvSpPr>
            <p:spPr>
              <a:xfrm>
                <a:off x="29479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h2092"/>
              <p:cNvSpPr/>
              <p:nvPr/>
            </p:nvSpPr>
            <p:spPr>
              <a:xfrm>
                <a:off x="29571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h2093"/>
              <p:cNvSpPr/>
              <p:nvPr/>
            </p:nvSpPr>
            <p:spPr>
              <a:xfrm>
                <a:off x="29664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h2094"/>
              <p:cNvSpPr/>
              <p:nvPr/>
            </p:nvSpPr>
            <p:spPr>
              <a:xfrm>
                <a:off x="29757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h2095"/>
              <p:cNvSpPr/>
              <p:nvPr/>
            </p:nvSpPr>
            <p:spPr>
              <a:xfrm>
                <a:off x="29849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h2096"/>
              <p:cNvSpPr/>
              <p:nvPr/>
            </p:nvSpPr>
            <p:spPr>
              <a:xfrm>
                <a:off x="29942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h2097"/>
              <p:cNvSpPr/>
              <p:nvPr/>
            </p:nvSpPr>
            <p:spPr>
              <a:xfrm>
                <a:off x="30035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h2098"/>
              <p:cNvSpPr/>
              <p:nvPr/>
            </p:nvSpPr>
            <p:spPr>
              <a:xfrm>
                <a:off x="30127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h2099"/>
              <p:cNvSpPr/>
              <p:nvPr/>
            </p:nvSpPr>
            <p:spPr>
              <a:xfrm>
                <a:off x="30220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h2100"/>
              <p:cNvSpPr/>
              <p:nvPr/>
            </p:nvSpPr>
            <p:spPr>
              <a:xfrm>
                <a:off x="30312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h2101"/>
              <p:cNvSpPr/>
              <p:nvPr/>
            </p:nvSpPr>
            <p:spPr>
              <a:xfrm>
                <a:off x="30405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h2102"/>
              <p:cNvSpPr/>
              <p:nvPr/>
            </p:nvSpPr>
            <p:spPr>
              <a:xfrm>
                <a:off x="30498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h2103"/>
              <p:cNvSpPr/>
              <p:nvPr/>
            </p:nvSpPr>
            <p:spPr>
              <a:xfrm>
                <a:off x="30590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h2104"/>
              <p:cNvSpPr/>
              <p:nvPr/>
            </p:nvSpPr>
            <p:spPr>
              <a:xfrm>
                <a:off x="30683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h2105"/>
              <p:cNvSpPr/>
              <p:nvPr/>
            </p:nvSpPr>
            <p:spPr>
              <a:xfrm>
                <a:off x="30775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h2106"/>
              <p:cNvSpPr/>
              <p:nvPr/>
            </p:nvSpPr>
            <p:spPr>
              <a:xfrm>
                <a:off x="308686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h2107"/>
              <p:cNvSpPr/>
              <p:nvPr/>
            </p:nvSpPr>
            <p:spPr>
              <a:xfrm>
                <a:off x="309612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h2108"/>
              <p:cNvSpPr/>
              <p:nvPr/>
            </p:nvSpPr>
            <p:spPr>
              <a:xfrm>
                <a:off x="310538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h2109"/>
              <p:cNvSpPr/>
              <p:nvPr/>
            </p:nvSpPr>
            <p:spPr>
              <a:xfrm>
                <a:off x="311464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h2110"/>
              <p:cNvSpPr/>
              <p:nvPr/>
            </p:nvSpPr>
            <p:spPr>
              <a:xfrm>
                <a:off x="312391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h2111"/>
              <p:cNvSpPr/>
              <p:nvPr/>
            </p:nvSpPr>
            <p:spPr>
              <a:xfrm>
                <a:off x="313317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h2112"/>
              <p:cNvSpPr/>
              <p:nvPr/>
            </p:nvSpPr>
            <p:spPr>
              <a:xfrm>
                <a:off x="314243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h2113"/>
              <p:cNvSpPr/>
              <p:nvPr/>
            </p:nvSpPr>
            <p:spPr>
              <a:xfrm>
                <a:off x="315169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h2114"/>
              <p:cNvSpPr/>
              <p:nvPr/>
            </p:nvSpPr>
            <p:spPr>
              <a:xfrm>
                <a:off x="31609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h2115"/>
              <p:cNvSpPr/>
              <p:nvPr/>
            </p:nvSpPr>
            <p:spPr>
              <a:xfrm>
                <a:off x="31702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h2116"/>
              <p:cNvSpPr/>
              <p:nvPr/>
            </p:nvSpPr>
            <p:spPr>
              <a:xfrm>
                <a:off x="31794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8">
                  <a:alpha val="100000"/>
                </a:srgbClr>
              </a:solidFill>
              <a:ln w="5420" cap="flat">
                <a:solidFill>
                  <a:srgbClr val="FFF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h2117"/>
              <p:cNvSpPr/>
              <p:nvPr/>
            </p:nvSpPr>
            <p:spPr>
              <a:xfrm>
                <a:off x="318874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h2118"/>
              <p:cNvSpPr/>
              <p:nvPr/>
            </p:nvSpPr>
            <p:spPr>
              <a:xfrm>
                <a:off x="31980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h2119"/>
              <p:cNvSpPr/>
              <p:nvPr/>
            </p:nvSpPr>
            <p:spPr>
              <a:xfrm>
                <a:off x="32072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h2120"/>
              <p:cNvSpPr/>
              <p:nvPr/>
            </p:nvSpPr>
            <p:spPr>
              <a:xfrm>
                <a:off x="32165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h2121"/>
              <p:cNvSpPr/>
              <p:nvPr/>
            </p:nvSpPr>
            <p:spPr>
              <a:xfrm>
                <a:off x="32257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8">
                  <a:alpha val="100000"/>
                </a:srgbClr>
              </a:solidFill>
              <a:ln w="5420" cap="flat">
                <a:solidFill>
                  <a:srgbClr val="FFF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h2122"/>
              <p:cNvSpPr/>
              <p:nvPr/>
            </p:nvSpPr>
            <p:spPr>
              <a:xfrm>
                <a:off x="32350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h2123"/>
              <p:cNvSpPr/>
              <p:nvPr/>
            </p:nvSpPr>
            <p:spPr>
              <a:xfrm>
                <a:off x="32443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h2124"/>
              <p:cNvSpPr/>
              <p:nvPr/>
            </p:nvSpPr>
            <p:spPr>
              <a:xfrm>
                <a:off x="32535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h2125"/>
              <p:cNvSpPr/>
              <p:nvPr/>
            </p:nvSpPr>
            <p:spPr>
              <a:xfrm>
                <a:off x="32628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h2126"/>
              <p:cNvSpPr/>
              <p:nvPr/>
            </p:nvSpPr>
            <p:spPr>
              <a:xfrm>
                <a:off x="3272105" y="23606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8657"/>
                    </a:lnTo>
                    <a:lnTo>
                      <a:pt x="922090" y="911210"/>
                    </a:lnTo>
                    <a:lnTo>
                      <a:pt x="920574" y="913747"/>
                    </a:lnTo>
                    <a:lnTo>
                      <a:pt x="920184" y="914400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h2127"/>
              <p:cNvSpPr/>
              <p:nvPr/>
            </p:nvSpPr>
            <p:spPr>
              <a:xfrm>
                <a:off x="3281368" y="2343456"/>
                <a:ext cx="920648" cy="925814"/>
              </a:xfrm>
              <a:custGeom>
                <a:avLst/>
                <a:gdLst/>
                <a:ahLst/>
                <a:cxnLst/>
                <a:rect l="0" t="0" r="0" b="0"/>
                <a:pathLst>
                  <a:path w="920648" h="925814">
                    <a:moveTo>
                      <a:pt x="914400" y="914400"/>
                    </a:moveTo>
                    <a:lnTo>
                      <a:pt x="920648" y="914400"/>
                    </a:lnTo>
                    <a:lnTo>
                      <a:pt x="918437" y="918707"/>
                    </a:lnTo>
                    <a:lnTo>
                      <a:pt x="914400" y="925814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h2128"/>
              <p:cNvSpPr/>
              <p:nvPr/>
            </p:nvSpPr>
            <p:spPr>
              <a:xfrm>
                <a:off x="2382932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79" y="931638"/>
                    </a:lnTo>
                    <a:lnTo>
                      <a:pt x="909165" y="923973"/>
                    </a:lnTo>
                    <a:lnTo>
                      <a:pt x="909541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h2129"/>
              <p:cNvSpPr/>
              <p:nvPr/>
            </p:nvSpPr>
            <p:spPr>
              <a:xfrm>
                <a:off x="23829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h2130"/>
              <p:cNvSpPr/>
              <p:nvPr/>
            </p:nvSpPr>
            <p:spPr>
              <a:xfrm>
                <a:off x="239219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h2131"/>
              <p:cNvSpPr/>
              <p:nvPr/>
            </p:nvSpPr>
            <p:spPr>
              <a:xfrm>
                <a:off x="24014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h2132"/>
              <p:cNvSpPr/>
              <p:nvPr/>
            </p:nvSpPr>
            <p:spPr>
              <a:xfrm>
                <a:off x="24107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h2133"/>
              <p:cNvSpPr/>
              <p:nvPr/>
            </p:nvSpPr>
            <p:spPr>
              <a:xfrm>
                <a:off x="24199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h2134"/>
              <p:cNvSpPr/>
              <p:nvPr/>
            </p:nvSpPr>
            <p:spPr>
              <a:xfrm>
                <a:off x="24292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h2135"/>
              <p:cNvSpPr/>
              <p:nvPr/>
            </p:nvSpPr>
            <p:spPr>
              <a:xfrm>
                <a:off x="24385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h2136"/>
              <p:cNvSpPr/>
              <p:nvPr/>
            </p:nvSpPr>
            <p:spPr>
              <a:xfrm>
                <a:off x="24477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h2137"/>
              <p:cNvSpPr/>
              <p:nvPr/>
            </p:nvSpPr>
            <p:spPr>
              <a:xfrm>
                <a:off x="24570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h2138"/>
              <p:cNvSpPr/>
              <p:nvPr/>
            </p:nvSpPr>
            <p:spPr>
              <a:xfrm>
                <a:off x="24662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h2139"/>
              <p:cNvSpPr/>
              <p:nvPr/>
            </p:nvSpPr>
            <p:spPr>
              <a:xfrm>
                <a:off x="247555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h2140"/>
              <p:cNvSpPr/>
              <p:nvPr/>
            </p:nvSpPr>
            <p:spPr>
              <a:xfrm>
                <a:off x="24848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h2141"/>
              <p:cNvSpPr/>
              <p:nvPr/>
            </p:nvSpPr>
            <p:spPr>
              <a:xfrm>
                <a:off x="24940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h2142"/>
              <p:cNvSpPr/>
              <p:nvPr/>
            </p:nvSpPr>
            <p:spPr>
              <a:xfrm>
                <a:off x="25033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h2143"/>
              <p:cNvSpPr/>
              <p:nvPr/>
            </p:nvSpPr>
            <p:spPr>
              <a:xfrm>
                <a:off x="25126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h2144"/>
              <p:cNvSpPr/>
              <p:nvPr/>
            </p:nvSpPr>
            <p:spPr>
              <a:xfrm>
                <a:off x="25218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h2145"/>
              <p:cNvSpPr/>
              <p:nvPr/>
            </p:nvSpPr>
            <p:spPr>
              <a:xfrm>
                <a:off x="25311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h2146"/>
              <p:cNvSpPr/>
              <p:nvPr/>
            </p:nvSpPr>
            <p:spPr>
              <a:xfrm>
                <a:off x="25403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h2147"/>
              <p:cNvSpPr/>
              <p:nvPr/>
            </p:nvSpPr>
            <p:spPr>
              <a:xfrm>
                <a:off x="25496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h2148"/>
              <p:cNvSpPr/>
              <p:nvPr/>
            </p:nvSpPr>
            <p:spPr>
              <a:xfrm>
                <a:off x="25589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h2149"/>
              <p:cNvSpPr/>
              <p:nvPr/>
            </p:nvSpPr>
            <p:spPr>
              <a:xfrm>
                <a:off x="25681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h2150"/>
              <p:cNvSpPr/>
              <p:nvPr/>
            </p:nvSpPr>
            <p:spPr>
              <a:xfrm>
                <a:off x="25774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h2151"/>
              <p:cNvSpPr/>
              <p:nvPr/>
            </p:nvSpPr>
            <p:spPr>
              <a:xfrm>
                <a:off x="25867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h2152"/>
              <p:cNvSpPr/>
              <p:nvPr/>
            </p:nvSpPr>
            <p:spPr>
              <a:xfrm>
                <a:off x="25959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h2153"/>
              <p:cNvSpPr/>
              <p:nvPr/>
            </p:nvSpPr>
            <p:spPr>
              <a:xfrm>
                <a:off x="26052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h2154"/>
              <p:cNvSpPr/>
              <p:nvPr/>
            </p:nvSpPr>
            <p:spPr>
              <a:xfrm>
                <a:off x="26144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h2155"/>
              <p:cNvSpPr/>
              <p:nvPr/>
            </p:nvSpPr>
            <p:spPr>
              <a:xfrm>
                <a:off x="26237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h2156"/>
              <p:cNvSpPr/>
              <p:nvPr/>
            </p:nvSpPr>
            <p:spPr>
              <a:xfrm>
                <a:off x="26330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h2157"/>
              <p:cNvSpPr/>
              <p:nvPr/>
            </p:nvSpPr>
            <p:spPr>
              <a:xfrm>
                <a:off x="26422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h2158"/>
              <p:cNvSpPr/>
              <p:nvPr/>
            </p:nvSpPr>
            <p:spPr>
              <a:xfrm>
                <a:off x="26515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h2159"/>
              <p:cNvSpPr/>
              <p:nvPr/>
            </p:nvSpPr>
            <p:spPr>
              <a:xfrm>
                <a:off x="26607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h2160"/>
              <p:cNvSpPr/>
              <p:nvPr/>
            </p:nvSpPr>
            <p:spPr>
              <a:xfrm>
                <a:off x="2670061" y="2343456"/>
                <a:ext cx="92271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1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19" y="897161"/>
                    </a:lnTo>
                    <a:lnTo>
                      <a:pt x="922292" y="899996"/>
                    </a:lnTo>
                    <a:lnTo>
                      <a:pt x="920400" y="910390"/>
                    </a:lnTo>
                    <a:lnTo>
                      <a:pt x="919540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h2161"/>
              <p:cNvSpPr/>
              <p:nvPr/>
            </p:nvSpPr>
            <p:spPr>
              <a:xfrm>
                <a:off x="2744159" y="23434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61" y="914400"/>
                    </a:lnTo>
                    <a:lnTo>
                      <a:pt x="909843" y="913401"/>
                    </a:lnTo>
                    <a:lnTo>
                      <a:pt x="913689" y="906179"/>
                    </a:lnTo>
                    <a:lnTo>
                      <a:pt x="914400" y="904969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h2162"/>
              <p:cNvSpPr/>
              <p:nvPr/>
            </p:nvSpPr>
            <p:spPr>
              <a:xfrm>
                <a:off x="2753421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208"/>
                    </a:lnTo>
                    <a:lnTo>
                      <a:pt x="908459" y="916555"/>
                    </a:lnTo>
                    <a:lnTo>
                      <a:pt x="909858" y="914400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h2163"/>
              <p:cNvSpPr/>
              <p:nvPr/>
            </p:nvSpPr>
            <p:spPr>
              <a:xfrm>
                <a:off x="27534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h2164"/>
              <p:cNvSpPr/>
              <p:nvPr/>
            </p:nvSpPr>
            <p:spPr>
              <a:xfrm>
                <a:off x="27626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h2165"/>
              <p:cNvSpPr/>
              <p:nvPr/>
            </p:nvSpPr>
            <p:spPr>
              <a:xfrm>
                <a:off x="277194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h2166"/>
              <p:cNvSpPr/>
              <p:nvPr/>
            </p:nvSpPr>
            <p:spPr>
              <a:xfrm>
                <a:off x="27812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h2167"/>
              <p:cNvSpPr/>
              <p:nvPr/>
            </p:nvSpPr>
            <p:spPr>
              <a:xfrm>
                <a:off x="27904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h2168"/>
              <p:cNvSpPr/>
              <p:nvPr/>
            </p:nvSpPr>
            <p:spPr>
              <a:xfrm>
                <a:off x="27997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h2169"/>
              <p:cNvSpPr/>
              <p:nvPr/>
            </p:nvSpPr>
            <p:spPr>
              <a:xfrm>
                <a:off x="28089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h2170"/>
              <p:cNvSpPr/>
              <p:nvPr/>
            </p:nvSpPr>
            <p:spPr>
              <a:xfrm>
                <a:off x="28182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h2171"/>
              <p:cNvSpPr/>
              <p:nvPr/>
            </p:nvSpPr>
            <p:spPr>
              <a:xfrm>
                <a:off x="28275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h2172"/>
              <p:cNvSpPr/>
              <p:nvPr/>
            </p:nvSpPr>
            <p:spPr>
              <a:xfrm>
                <a:off x="28367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h2173"/>
              <p:cNvSpPr/>
              <p:nvPr/>
            </p:nvSpPr>
            <p:spPr>
              <a:xfrm>
                <a:off x="28460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h2174"/>
              <p:cNvSpPr/>
              <p:nvPr/>
            </p:nvSpPr>
            <p:spPr>
              <a:xfrm>
                <a:off x="28553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h2175"/>
              <p:cNvSpPr/>
              <p:nvPr/>
            </p:nvSpPr>
            <p:spPr>
              <a:xfrm>
                <a:off x="28645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h2176"/>
              <p:cNvSpPr/>
              <p:nvPr/>
            </p:nvSpPr>
            <p:spPr>
              <a:xfrm>
                <a:off x="28738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h2177"/>
              <p:cNvSpPr/>
              <p:nvPr/>
            </p:nvSpPr>
            <p:spPr>
              <a:xfrm>
                <a:off x="28830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h2178"/>
              <p:cNvSpPr/>
              <p:nvPr/>
            </p:nvSpPr>
            <p:spPr>
              <a:xfrm>
                <a:off x="289235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h2179"/>
              <p:cNvSpPr/>
              <p:nvPr/>
            </p:nvSpPr>
            <p:spPr>
              <a:xfrm>
                <a:off x="29016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h2180"/>
              <p:cNvSpPr/>
              <p:nvPr/>
            </p:nvSpPr>
            <p:spPr>
              <a:xfrm>
                <a:off x="29108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h2181"/>
              <p:cNvSpPr/>
              <p:nvPr/>
            </p:nvSpPr>
            <p:spPr>
              <a:xfrm>
                <a:off x="29201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h2182"/>
              <p:cNvSpPr/>
              <p:nvPr/>
            </p:nvSpPr>
            <p:spPr>
              <a:xfrm>
                <a:off x="29294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h2183"/>
              <p:cNvSpPr/>
              <p:nvPr/>
            </p:nvSpPr>
            <p:spPr>
              <a:xfrm>
                <a:off x="29386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h2184"/>
              <p:cNvSpPr/>
              <p:nvPr/>
            </p:nvSpPr>
            <p:spPr>
              <a:xfrm>
                <a:off x="29479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h2185"/>
              <p:cNvSpPr/>
              <p:nvPr/>
            </p:nvSpPr>
            <p:spPr>
              <a:xfrm>
                <a:off x="29571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h2186"/>
              <p:cNvSpPr/>
              <p:nvPr/>
            </p:nvSpPr>
            <p:spPr>
              <a:xfrm>
                <a:off x="29664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h2187"/>
              <p:cNvSpPr/>
              <p:nvPr/>
            </p:nvSpPr>
            <p:spPr>
              <a:xfrm>
                <a:off x="29757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h2188"/>
              <p:cNvSpPr/>
              <p:nvPr/>
            </p:nvSpPr>
            <p:spPr>
              <a:xfrm>
                <a:off x="29849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h2189"/>
              <p:cNvSpPr/>
              <p:nvPr/>
            </p:nvSpPr>
            <p:spPr>
              <a:xfrm>
                <a:off x="29942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h2190"/>
              <p:cNvSpPr/>
              <p:nvPr/>
            </p:nvSpPr>
            <p:spPr>
              <a:xfrm>
                <a:off x="30035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h2191"/>
              <p:cNvSpPr/>
              <p:nvPr/>
            </p:nvSpPr>
            <p:spPr>
              <a:xfrm>
                <a:off x="30127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h2192"/>
              <p:cNvSpPr/>
              <p:nvPr/>
            </p:nvSpPr>
            <p:spPr>
              <a:xfrm>
                <a:off x="30220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h2193"/>
              <p:cNvSpPr/>
              <p:nvPr/>
            </p:nvSpPr>
            <p:spPr>
              <a:xfrm>
                <a:off x="30312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h2194"/>
              <p:cNvSpPr/>
              <p:nvPr/>
            </p:nvSpPr>
            <p:spPr>
              <a:xfrm>
                <a:off x="30405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h2195"/>
              <p:cNvSpPr/>
              <p:nvPr/>
            </p:nvSpPr>
            <p:spPr>
              <a:xfrm>
                <a:off x="30498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h2196"/>
              <p:cNvSpPr/>
              <p:nvPr/>
            </p:nvSpPr>
            <p:spPr>
              <a:xfrm>
                <a:off x="30590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h2197"/>
              <p:cNvSpPr/>
              <p:nvPr/>
            </p:nvSpPr>
            <p:spPr>
              <a:xfrm>
                <a:off x="30683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h2198"/>
              <p:cNvSpPr/>
              <p:nvPr/>
            </p:nvSpPr>
            <p:spPr>
              <a:xfrm>
                <a:off x="30775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h2199"/>
              <p:cNvSpPr/>
              <p:nvPr/>
            </p:nvSpPr>
            <p:spPr>
              <a:xfrm>
                <a:off x="308686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h2200"/>
              <p:cNvSpPr/>
              <p:nvPr/>
            </p:nvSpPr>
            <p:spPr>
              <a:xfrm>
                <a:off x="309612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h2201"/>
              <p:cNvSpPr/>
              <p:nvPr/>
            </p:nvSpPr>
            <p:spPr>
              <a:xfrm>
                <a:off x="310538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h2202"/>
              <p:cNvSpPr/>
              <p:nvPr/>
            </p:nvSpPr>
            <p:spPr>
              <a:xfrm>
                <a:off x="311464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h2203"/>
              <p:cNvSpPr/>
              <p:nvPr/>
            </p:nvSpPr>
            <p:spPr>
              <a:xfrm>
                <a:off x="312391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h2204"/>
              <p:cNvSpPr/>
              <p:nvPr/>
            </p:nvSpPr>
            <p:spPr>
              <a:xfrm>
                <a:off x="313317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h2205"/>
              <p:cNvSpPr/>
              <p:nvPr/>
            </p:nvSpPr>
            <p:spPr>
              <a:xfrm>
                <a:off x="314243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8">
                  <a:alpha val="100000"/>
                </a:srgbClr>
              </a:solidFill>
              <a:ln w="5420" cap="flat">
                <a:solidFill>
                  <a:srgbClr val="FFF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h2206"/>
              <p:cNvSpPr/>
              <p:nvPr/>
            </p:nvSpPr>
            <p:spPr>
              <a:xfrm>
                <a:off x="315169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h2207"/>
              <p:cNvSpPr/>
              <p:nvPr/>
            </p:nvSpPr>
            <p:spPr>
              <a:xfrm>
                <a:off x="316095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h2208"/>
              <p:cNvSpPr/>
              <p:nvPr/>
            </p:nvSpPr>
            <p:spPr>
              <a:xfrm>
                <a:off x="31702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h2209"/>
              <p:cNvSpPr/>
              <p:nvPr/>
            </p:nvSpPr>
            <p:spPr>
              <a:xfrm>
                <a:off x="31794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h2210"/>
              <p:cNvSpPr/>
              <p:nvPr/>
            </p:nvSpPr>
            <p:spPr>
              <a:xfrm>
                <a:off x="318874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h2211"/>
              <p:cNvSpPr/>
              <p:nvPr/>
            </p:nvSpPr>
            <p:spPr>
              <a:xfrm>
                <a:off x="31980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h2212"/>
              <p:cNvSpPr/>
              <p:nvPr/>
            </p:nvSpPr>
            <p:spPr>
              <a:xfrm>
                <a:off x="32072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h2213"/>
              <p:cNvSpPr/>
              <p:nvPr/>
            </p:nvSpPr>
            <p:spPr>
              <a:xfrm>
                <a:off x="32165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h2214"/>
              <p:cNvSpPr/>
              <p:nvPr/>
            </p:nvSpPr>
            <p:spPr>
              <a:xfrm>
                <a:off x="32257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h2215"/>
              <p:cNvSpPr/>
              <p:nvPr/>
            </p:nvSpPr>
            <p:spPr>
              <a:xfrm>
                <a:off x="32350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h2216"/>
              <p:cNvSpPr/>
              <p:nvPr/>
            </p:nvSpPr>
            <p:spPr>
              <a:xfrm>
                <a:off x="32443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h2217"/>
              <p:cNvSpPr/>
              <p:nvPr/>
            </p:nvSpPr>
            <p:spPr>
              <a:xfrm>
                <a:off x="32535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h2218"/>
              <p:cNvSpPr/>
              <p:nvPr/>
            </p:nvSpPr>
            <p:spPr>
              <a:xfrm>
                <a:off x="32628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h2219"/>
              <p:cNvSpPr/>
              <p:nvPr/>
            </p:nvSpPr>
            <p:spPr>
              <a:xfrm>
                <a:off x="327210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h2220"/>
              <p:cNvSpPr/>
              <p:nvPr/>
            </p:nvSpPr>
            <p:spPr>
              <a:xfrm>
                <a:off x="3281368" y="23434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51"/>
                    </a:lnTo>
                    <a:lnTo>
                      <a:pt x="922320" y="911143"/>
                    </a:lnTo>
                    <a:lnTo>
                      <a:pt x="920648" y="91440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h2221"/>
              <p:cNvSpPr/>
              <p:nvPr/>
            </p:nvSpPr>
            <p:spPr>
              <a:xfrm>
                <a:off x="3290630" y="2326218"/>
                <a:ext cx="919267" cy="925489"/>
              </a:xfrm>
              <a:custGeom>
                <a:avLst/>
                <a:gdLst/>
                <a:ahLst/>
                <a:cxnLst/>
                <a:rect l="0" t="0" r="0" b="0"/>
                <a:pathLst>
                  <a:path w="919267" h="925489">
                    <a:moveTo>
                      <a:pt x="914400" y="914400"/>
                    </a:moveTo>
                    <a:lnTo>
                      <a:pt x="919267" y="914400"/>
                    </a:lnTo>
                    <a:lnTo>
                      <a:pt x="916731" y="920462"/>
                    </a:lnTo>
                    <a:lnTo>
                      <a:pt x="914400" y="92548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h2222"/>
              <p:cNvSpPr/>
              <p:nvPr/>
            </p:nvSpPr>
            <p:spPr>
              <a:xfrm>
                <a:off x="2382932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41" y="931638"/>
                    </a:lnTo>
                    <a:lnTo>
                      <a:pt x="909586" y="930486"/>
                    </a:lnTo>
                    <a:lnTo>
                      <a:pt x="910306" y="919816"/>
                    </a:lnTo>
                    <a:lnTo>
                      <a:pt x="910826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h2223"/>
              <p:cNvSpPr/>
              <p:nvPr/>
            </p:nvSpPr>
            <p:spPr>
              <a:xfrm>
                <a:off x="23829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h2224"/>
              <p:cNvSpPr/>
              <p:nvPr/>
            </p:nvSpPr>
            <p:spPr>
              <a:xfrm>
                <a:off x="239219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h2225"/>
              <p:cNvSpPr/>
              <p:nvPr/>
            </p:nvSpPr>
            <p:spPr>
              <a:xfrm>
                <a:off x="24014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h2226"/>
              <p:cNvSpPr/>
              <p:nvPr/>
            </p:nvSpPr>
            <p:spPr>
              <a:xfrm>
                <a:off x="24107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h2227"/>
              <p:cNvSpPr/>
              <p:nvPr/>
            </p:nvSpPr>
            <p:spPr>
              <a:xfrm>
                <a:off x="24199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h2228"/>
              <p:cNvSpPr/>
              <p:nvPr/>
            </p:nvSpPr>
            <p:spPr>
              <a:xfrm>
                <a:off x="24292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h2229"/>
              <p:cNvSpPr/>
              <p:nvPr/>
            </p:nvSpPr>
            <p:spPr>
              <a:xfrm>
                <a:off x="24385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h2230"/>
              <p:cNvSpPr/>
              <p:nvPr/>
            </p:nvSpPr>
            <p:spPr>
              <a:xfrm>
                <a:off x="24477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h2231"/>
              <p:cNvSpPr/>
              <p:nvPr/>
            </p:nvSpPr>
            <p:spPr>
              <a:xfrm>
                <a:off x="24570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h2232"/>
              <p:cNvSpPr/>
              <p:nvPr/>
            </p:nvSpPr>
            <p:spPr>
              <a:xfrm>
                <a:off x="24662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h2233"/>
              <p:cNvSpPr/>
              <p:nvPr/>
            </p:nvSpPr>
            <p:spPr>
              <a:xfrm>
                <a:off x="247555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h2234"/>
              <p:cNvSpPr/>
              <p:nvPr/>
            </p:nvSpPr>
            <p:spPr>
              <a:xfrm>
                <a:off x="24848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h2235"/>
              <p:cNvSpPr/>
              <p:nvPr/>
            </p:nvSpPr>
            <p:spPr>
              <a:xfrm>
                <a:off x="24940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h2236"/>
              <p:cNvSpPr/>
              <p:nvPr/>
            </p:nvSpPr>
            <p:spPr>
              <a:xfrm>
                <a:off x="25033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h2237"/>
              <p:cNvSpPr/>
              <p:nvPr/>
            </p:nvSpPr>
            <p:spPr>
              <a:xfrm>
                <a:off x="25126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h2238"/>
              <p:cNvSpPr/>
              <p:nvPr/>
            </p:nvSpPr>
            <p:spPr>
              <a:xfrm>
                <a:off x="25218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h2239"/>
              <p:cNvSpPr/>
              <p:nvPr/>
            </p:nvSpPr>
            <p:spPr>
              <a:xfrm>
                <a:off x="25311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h2240"/>
              <p:cNvSpPr/>
              <p:nvPr/>
            </p:nvSpPr>
            <p:spPr>
              <a:xfrm>
                <a:off x="25403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h2241"/>
              <p:cNvSpPr/>
              <p:nvPr/>
            </p:nvSpPr>
            <p:spPr>
              <a:xfrm>
                <a:off x="25496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h2242"/>
              <p:cNvSpPr/>
              <p:nvPr/>
            </p:nvSpPr>
            <p:spPr>
              <a:xfrm>
                <a:off x="25589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4">
                  <a:alpha val="100000"/>
                </a:srgbClr>
              </a:solidFill>
              <a:ln w="5420" cap="flat">
                <a:solidFill>
                  <a:srgbClr val="FEA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h2243"/>
              <p:cNvSpPr/>
              <p:nvPr/>
            </p:nvSpPr>
            <p:spPr>
              <a:xfrm>
                <a:off x="25681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h2244"/>
              <p:cNvSpPr/>
              <p:nvPr/>
            </p:nvSpPr>
            <p:spPr>
              <a:xfrm>
                <a:off x="25774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h2245"/>
              <p:cNvSpPr/>
              <p:nvPr/>
            </p:nvSpPr>
            <p:spPr>
              <a:xfrm>
                <a:off x="25867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h2246"/>
              <p:cNvSpPr/>
              <p:nvPr/>
            </p:nvSpPr>
            <p:spPr>
              <a:xfrm>
                <a:off x="25959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h2247"/>
              <p:cNvSpPr/>
              <p:nvPr/>
            </p:nvSpPr>
            <p:spPr>
              <a:xfrm>
                <a:off x="26052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h2248"/>
              <p:cNvSpPr/>
              <p:nvPr/>
            </p:nvSpPr>
            <p:spPr>
              <a:xfrm>
                <a:off x="26144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h2249"/>
              <p:cNvSpPr/>
              <p:nvPr/>
            </p:nvSpPr>
            <p:spPr>
              <a:xfrm>
                <a:off x="26237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h2250"/>
              <p:cNvSpPr/>
              <p:nvPr/>
            </p:nvSpPr>
            <p:spPr>
              <a:xfrm>
                <a:off x="26330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h2251"/>
              <p:cNvSpPr/>
              <p:nvPr/>
            </p:nvSpPr>
            <p:spPr>
              <a:xfrm>
                <a:off x="26422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h2252"/>
              <p:cNvSpPr/>
              <p:nvPr/>
            </p:nvSpPr>
            <p:spPr>
              <a:xfrm>
                <a:off x="26515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h2253"/>
              <p:cNvSpPr/>
              <p:nvPr/>
            </p:nvSpPr>
            <p:spPr>
              <a:xfrm>
                <a:off x="26607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h2254"/>
              <p:cNvSpPr/>
              <p:nvPr/>
            </p:nvSpPr>
            <p:spPr>
              <a:xfrm>
                <a:off x="2670061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49"/>
                    </a:lnTo>
                    <a:lnTo>
                      <a:pt x="922719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h2255"/>
              <p:cNvSpPr/>
              <p:nvPr/>
            </p:nvSpPr>
            <p:spPr>
              <a:xfrm>
                <a:off x="2679323" y="2308979"/>
                <a:ext cx="915768" cy="925387"/>
              </a:xfrm>
              <a:custGeom>
                <a:avLst/>
                <a:gdLst/>
                <a:ahLst/>
                <a:cxnLst/>
                <a:rect l="0" t="0" r="0" b="0"/>
                <a:pathLst>
                  <a:path w="915768" h="925387">
                    <a:moveTo>
                      <a:pt x="914400" y="914400"/>
                    </a:moveTo>
                    <a:lnTo>
                      <a:pt x="915768" y="914400"/>
                    </a:lnTo>
                    <a:lnTo>
                      <a:pt x="914623" y="923906"/>
                    </a:lnTo>
                    <a:lnTo>
                      <a:pt x="914400" y="925387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h2256"/>
              <p:cNvSpPr/>
              <p:nvPr/>
            </p:nvSpPr>
            <p:spPr>
              <a:xfrm>
                <a:off x="2753421" y="23262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58" y="914400"/>
                    </a:lnTo>
                    <a:lnTo>
                      <a:pt x="912667" y="910071"/>
                    </a:lnTo>
                    <a:lnTo>
                      <a:pt x="914400" y="90765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h2257"/>
              <p:cNvSpPr/>
              <p:nvPr/>
            </p:nvSpPr>
            <p:spPr>
              <a:xfrm>
                <a:off x="2762683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896"/>
                    </a:lnTo>
                    <a:lnTo>
                      <a:pt x="907779" y="921217"/>
                    </a:lnTo>
                    <a:lnTo>
                      <a:pt x="912309" y="915533"/>
                    </a:lnTo>
                    <a:lnTo>
                      <a:pt x="912511" y="915292"/>
                    </a:lnTo>
                    <a:lnTo>
                      <a:pt x="912716" y="915049"/>
                    </a:lnTo>
                    <a:lnTo>
                      <a:pt x="912920" y="914806"/>
                    </a:lnTo>
                    <a:lnTo>
                      <a:pt x="913124" y="914563"/>
                    </a:lnTo>
                    <a:lnTo>
                      <a:pt x="913262" y="914400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h2258"/>
              <p:cNvSpPr/>
              <p:nvPr/>
            </p:nvSpPr>
            <p:spPr>
              <a:xfrm>
                <a:off x="27626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h2259"/>
              <p:cNvSpPr/>
              <p:nvPr/>
            </p:nvSpPr>
            <p:spPr>
              <a:xfrm>
                <a:off x="277194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h2260"/>
              <p:cNvSpPr/>
              <p:nvPr/>
            </p:nvSpPr>
            <p:spPr>
              <a:xfrm>
                <a:off x="27812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h2261"/>
              <p:cNvSpPr/>
              <p:nvPr/>
            </p:nvSpPr>
            <p:spPr>
              <a:xfrm>
                <a:off x="27904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h2262"/>
              <p:cNvSpPr/>
              <p:nvPr/>
            </p:nvSpPr>
            <p:spPr>
              <a:xfrm>
                <a:off x="27997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h2263"/>
              <p:cNvSpPr/>
              <p:nvPr/>
            </p:nvSpPr>
            <p:spPr>
              <a:xfrm>
                <a:off x="28089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h2264"/>
              <p:cNvSpPr/>
              <p:nvPr/>
            </p:nvSpPr>
            <p:spPr>
              <a:xfrm>
                <a:off x="28182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h2265"/>
              <p:cNvSpPr/>
              <p:nvPr/>
            </p:nvSpPr>
            <p:spPr>
              <a:xfrm>
                <a:off x="28275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h2266"/>
              <p:cNvSpPr/>
              <p:nvPr/>
            </p:nvSpPr>
            <p:spPr>
              <a:xfrm>
                <a:off x="28367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h2267"/>
              <p:cNvSpPr/>
              <p:nvPr/>
            </p:nvSpPr>
            <p:spPr>
              <a:xfrm>
                <a:off x="28460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h2268"/>
              <p:cNvSpPr/>
              <p:nvPr/>
            </p:nvSpPr>
            <p:spPr>
              <a:xfrm>
                <a:off x="28553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h2269"/>
              <p:cNvSpPr/>
              <p:nvPr/>
            </p:nvSpPr>
            <p:spPr>
              <a:xfrm>
                <a:off x="28645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h2270"/>
              <p:cNvSpPr/>
              <p:nvPr/>
            </p:nvSpPr>
            <p:spPr>
              <a:xfrm>
                <a:off x="28738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h2271"/>
              <p:cNvSpPr/>
              <p:nvPr/>
            </p:nvSpPr>
            <p:spPr>
              <a:xfrm>
                <a:off x="28830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h2272"/>
              <p:cNvSpPr/>
              <p:nvPr/>
            </p:nvSpPr>
            <p:spPr>
              <a:xfrm>
                <a:off x="289235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h2273"/>
              <p:cNvSpPr/>
              <p:nvPr/>
            </p:nvSpPr>
            <p:spPr>
              <a:xfrm>
                <a:off x="29016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h2274"/>
              <p:cNvSpPr/>
              <p:nvPr/>
            </p:nvSpPr>
            <p:spPr>
              <a:xfrm>
                <a:off x="29108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h2275"/>
              <p:cNvSpPr/>
              <p:nvPr/>
            </p:nvSpPr>
            <p:spPr>
              <a:xfrm>
                <a:off x="29201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h2276"/>
              <p:cNvSpPr/>
              <p:nvPr/>
            </p:nvSpPr>
            <p:spPr>
              <a:xfrm>
                <a:off x="29294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h2277"/>
              <p:cNvSpPr/>
              <p:nvPr/>
            </p:nvSpPr>
            <p:spPr>
              <a:xfrm>
                <a:off x="29386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h2278"/>
              <p:cNvSpPr/>
              <p:nvPr/>
            </p:nvSpPr>
            <p:spPr>
              <a:xfrm>
                <a:off x="29479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h2279"/>
              <p:cNvSpPr/>
              <p:nvPr/>
            </p:nvSpPr>
            <p:spPr>
              <a:xfrm>
                <a:off x="29571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h2280"/>
              <p:cNvSpPr/>
              <p:nvPr/>
            </p:nvSpPr>
            <p:spPr>
              <a:xfrm>
                <a:off x="29664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h2281"/>
              <p:cNvSpPr/>
              <p:nvPr/>
            </p:nvSpPr>
            <p:spPr>
              <a:xfrm>
                <a:off x="29757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h2282"/>
              <p:cNvSpPr/>
              <p:nvPr/>
            </p:nvSpPr>
            <p:spPr>
              <a:xfrm>
                <a:off x="29849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h2283"/>
              <p:cNvSpPr/>
              <p:nvPr/>
            </p:nvSpPr>
            <p:spPr>
              <a:xfrm>
                <a:off x="29942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h2284"/>
              <p:cNvSpPr/>
              <p:nvPr/>
            </p:nvSpPr>
            <p:spPr>
              <a:xfrm>
                <a:off x="30035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h2285"/>
              <p:cNvSpPr/>
              <p:nvPr/>
            </p:nvSpPr>
            <p:spPr>
              <a:xfrm>
                <a:off x="30127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h2286"/>
              <p:cNvSpPr/>
              <p:nvPr/>
            </p:nvSpPr>
            <p:spPr>
              <a:xfrm>
                <a:off x="30220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h2287"/>
              <p:cNvSpPr/>
              <p:nvPr/>
            </p:nvSpPr>
            <p:spPr>
              <a:xfrm>
                <a:off x="30312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h2288"/>
              <p:cNvSpPr/>
              <p:nvPr/>
            </p:nvSpPr>
            <p:spPr>
              <a:xfrm>
                <a:off x="30405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h2289"/>
              <p:cNvSpPr/>
              <p:nvPr/>
            </p:nvSpPr>
            <p:spPr>
              <a:xfrm>
                <a:off x="30498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h2290"/>
              <p:cNvSpPr/>
              <p:nvPr/>
            </p:nvSpPr>
            <p:spPr>
              <a:xfrm>
                <a:off x="30590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h2291"/>
              <p:cNvSpPr/>
              <p:nvPr/>
            </p:nvSpPr>
            <p:spPr>
              <a:xfrm>
                <a:off x="30683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h2292"/>
              <p:cNvSpPr/>
              <p:nvPr/>
            </p:nvSpPr>
            <p:spPr>
              <a:xfrm>
                <a:off x="30775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h2293"/>
              <p:cNvSpPr/>
              <p:nvPr/>
            </p:nvSpPr>
            <p:spPr>
              <a:xfrm>
                <a:off x="308686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h2294"/>
              <p:cNvSpPr/>
              <p:nvPr/>
            </p:nvSpPr>
            <p:spPr>
              <a:xfrm>
                <a:off x="309612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h2295"/>
              <p:cNvSpPr/>
              <p:nvPr/>
            </p:nvSpPr>
            <p:spPr>
              <a:xfrm>
                <a:off x="310538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h2296"/>
              <p:cNvSpPr/>
              <p:nvPr/>
            </p:nvSpPr>
            <p:spPr>
              <a:xfrm>
                <a:off x="311464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h2297"/>
              <p:cNvSpPr/>
              <p:nvPr/>
            </p:nvSpPr>
            <p:spPr>
              <a:xfrm>
                <a:off x="312391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h2298"/>
              <p:cNvSpPr/>
              <p:nvPr/>
            </p:nvSpPr>
            <p:spPr>
              <a:xfrm>
                <a:off x="313317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h2299"/>
              <p:cNvSpPr/>
              <p:nvPr/>
            </p:nvSpPr>
            <p:spPr>
              <a:xfrm>
                <a:off x="314243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h2300"/>
              <p:cNvSpPr/>
              <p:nvPr/>
            </p:nvSpPr>
            <p:spPr>
              <a:xfrm>
                <a:off x="315169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h2301"/>
              <p:cNvSpPr/>
              <p:nvPr/>
            </p:nvSpPr>
            <p:spPr>
              <a:xfrm>
                <a:off x="316095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h2302"/>
              <p:cNvSpPr/>
              <p:nvPr/>
            </p:nvSpPr>
            <p:spPr>
              <a:xfrm>
                <a:off x="317022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h2303"/>
              <p:cNvSpPr/>
              <p:nvPr/>
            </p:nvSpPr>
            <p:spPr>
              <a:xfrm>
                <a:off x="31794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h2304"/>
              <p:cNvSpPr/>
              <p:nvPr/>
            </p:nvSpPr>
            <p:spPr>
              <a:xfrm>
                <a:off x="318874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h2305"/>
              <p:cNvSpPr/>
              <p:nvPr/>
            </p:nvSpPr>
            <p:spPr>
              <a:xfrm>
                <a:off x="31980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h2306"/>
              <p:cNvSpPr/>
              <p:nvPr/>
            </p:nvSpPr>
            <p:spPr>
              <a:xfrm>
                <a:off x="32072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h2307"/>
              <p:cNvSpPr/>
              <p:nvPr/>
            </p:nvSpPr>
            <p:spPr>
              <a:xfrm>
                <a:off x="32165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h2308"/>
              <p:cNvSpPr/>
              <p:nvPr/>
            </p:nvSpPr>
            <p:spPr>
              <a:xfrm>
                <a:off x="32257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h2309"/>
              <p:cNvSpPr/>
              <p:nvPr/>
            </p:nvSpPr>
            <p:spPr>
              <a:xfrm>
                <a:off x="32350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h2310"/>
              <p:cNvSpPr/>
              <p:nvPr/>
            </p:nvSpPr>
            <p:spPr>
              <a:xfrm>
                <a:off x="32443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h2311"/>
              <p:cNvSpPr/>
              <p:nvPr/>
            </p:nvSpPr>
            <p:spPr>
              <a:xfrm>
                <a:off x="32535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h2312"/>
              <p:cNvSpPr/>
              <p:nvPr/>
            </p:nvSpPr>
            <p:spPr>
              <a:xfrm>
                <a:off x="32628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h2313"/>
              <p:cNvSpPr/>
              <p:nvPr/>
            </p:nvSpPr>
            <p:spPr>
              <a:xfrm>
                <a:off x="327210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h2314"/>
              <p:cNvSpPr/>
              <p:nvPr/>
            </p:nvSpPr>
            <p:spPr>
              <a:xfrm>
                <a:off x="32813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h2315"/>
              <p:cNvSpPr/>
              <p:nvPr/>
            </p:nvSpPr>
            <p:spPr>
              <a:xfrm>
                <a:off x="3290630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87"/>
                    </a:lnTo>
                    <a:lnTo>
                      <a:pt x="923409" y="903638"/>
                    </a:lnTo>
                    <a:lnTo>
                      <a:pt x="920184" y="912207"/>
                    </a:lnTo>
                    <a:lnTo>
                      <a:pt x="919267" y="91440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h2316"/>
              <p:cNvSpPr/>
              <p:nvPr/>
            </p:nvSpPr>
            <p:spPr>
              <a:xfrm>
                <a:off x="3299892" y="2308979"/>
                <a:ext cx="916330" cy="920126"/>
              </a:xfrm>
              <a:custGeom>
                <a:avLst/>
                <a:gdLst/>
                <a:ahLst/>
                <a:cxnLst/>
                <a:rect l="0" t="0" r="0" b="0"/>
                <a:pathLst>
                  <a:path w="916330" h="920126">
                    <a:moveTo>
                      <a:pt x="914400" y="914400"/>
                    </a:moveTo>
                    <a:lnTo>
                      <a:pt x="916330" y="914400"/>
                    </a:lnTo>
                    <a:lnTo>
                      <a:pt x="914400" y="920126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h2317"/>
              <p:cNvSpPr/>
              <p:nvPr/>
            </p:nvSpPr>
            <p:spPr>
              <a:xfrm>
                <a:off x="2382932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26" y="931638"/>
                    </a:lnTo>
                    <a:lnTo>
                      <a:pt x="911322" y="926469"/>
                    </a:lnTo>
                    <a:lnTo>
                      <a:pt x="912633" y="915995"/>
                    </a:lnTo>
                    <a:lnTo>
                      <a:pt x="912880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h2318"/>
              <p:cNvSpPr/>
              <p:nvPr/>
            </p:nvSpPr>
            <p:spPr>
              <a:xfrm>
                <a:off x="23829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h2319"/>
              <p:cNvSpPr/>
              <p:nvPr/>
            </p:nvSpPr>
            <p:spPr>
              <a:xfrm>
                <a:off x="239219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h2320"/>
              <p:cNvSpPr/>
              <p:nvPr/>
            </p:nvSpPr>
            <p:spPr>
              <a:xfrm>
                <a:off x="24014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h2321"/>
              <p:cNvSpPr/>
              <p:nvPr/>
            </p:nvSpPr>
            <p:spPr>
              <a:xfrm>
                <a:off x="24107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h2322"/>
              <p:cNvSpPr/>
              <p:nvPr/>
            </p:nvSpPr>
            <p:spPr>
              <a:xfrm>
                <a:off x="24199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h2323"/>
              <p:cNvSpPr/>
              <p:nvPr/>
            </p:nvSpPr>
            <p:spPr>
              <a:xfrm>
                <a:off x="24292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h2324"/>
              <p:cNvSpPr/>
              <p:nvPr/>
            </p:nvSpPr>
            <p:spPr>
              <a:xfrm>
                <a:off x="24385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h2325"/>
              <p:cNvSpPr/>
              <p:nvPr/>
            </p:nvSpPr>
            <p:spPr>
              <a:xfrm>
                <a:off x="24477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h2326"/>
              <p:cNvSpPr/>
              <p:nvPr/>
            </p:nvSpPr>
            <p:spPr>
              <a:xfrm>
                <a:off x="24570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h2327"/>
              <p:cNvSpPr/>
              <p:nvPr/>
            </p:nvSpPr>
            <p:spPr>
              <a:xfrm>
                <a:off x="24662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h2328"/>
              <p:cNvSpPr/>
              <p:nvPr/>
            </p:nvSpPr>
            <p:spPr>
              <a:xfrm>
                <a:off x="247555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h2329"/>
              <p:cNvSpPr/>
              <p:nvPr/>
            </p:nvSpPr>
            <p:spPr>
              <a:xfrm>
                <a:off x="24848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h2330"/>
              <p:cNvSpPr/>
              <p:nvPr/>
            </p:nvSpPr>
            <p:spPr>
              <a:xfrm>
                <a:off x="24940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h2331"/>
              <p:cNvSpPr/>
              <p:nvPr/>
            </p:nvSpPr>
            <p:spPr>
              <a:xfrm>
                <a:off x="25033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h2332"/>
              <p:cNvSpPr/>
              <p:nvPr/>
            </p:nvSpPr>
            <p:spPr>
              <a:xfrm>
                <a:off x="25126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h2333"/>
              <p:cNvSpPr/>
              <p:nvPr/>
            </p:nvSpPr>
            <p:spPr>
              <a:xfrm>
                <a:off x="25218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h2334"/>
              <p:cNvSpPr/>
              <p:nvPr/>
            </p:nvSpPr>
            <p:spPr>
              <a:xfrm>
                <a:off x="25311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h2335"/>
              <p:cNvSpPr/>
              <p:nvPr/>
            </p:nvSpPr>
            <p:spPr>
              <a:xfrm>
                <a:off x="25403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h2336"/>
              <p:cNvSpPr/>
              <p:nvPr/>
            </p:nvSpPr>
            <p:spPr>
              <a:xfrm>
                <a:off x="25496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h2337"/>
              <p:cNvSpPr/>
              <p:nvPr/>
            </p:nvSpPr>
            <p:spPr>
              <a:xfrm>
                <a:off x="25589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h2338"/>
              <p:cNvSpPr/>
              <p:nvPr/>
            </p:nvSpPr>
            <p:spPr>
              <a:xfrm>
                <a:off x="25681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h2339"/>
              <p:cNvSpPr/>
              <p:nvPr/>
            </p:nvSpPr>
            <p:spPr>
              <a:xfrm>
                <a:off x="25774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h2340"/>
              <p:cNvSpPr/>
              <p:nvPr/>
            </p:nvSpPr>
            <p:spPr>
              <a:xfrm>
                <a:off x="25867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h2341"/>
              <p:cNvSpPr/>
              <p:nvPr/>
            </p:nvSpPr>
            <p:spPr>
              <a:xfrm>
                <a:off x="25959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h2342"/>
              <p:cNvSpPr/>
              <p:nvPr/>
            </p:nvSpPr>
            <p:spPr>
              <a:xfrm>
                <a:off x="26052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h2343"/>
              <p:cNvSpPr/>
              <p:nvPr/>
            </p:nvSpPr>
            <p:spPr>
              <a:xfrm>
                <a:off x="26144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h2344"/>
              <p:cNvSpPr/>
              <p:nvPr/>
            </p:nvSpPr>
            <p:spPr>
              <a:xfrm>
                <a:off x="26237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h2345"/>
              <p:cNvSpPr/>
              <p:nvPr/>
            </p:nvSpPr>
            <p:spPr>
              <a:xfrm>
                <a:off x="26330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h2346"/>
              <p:cNvSpPr/>
              <p:nvPr/>
            </p:nvSpPr>
            <p:spPr>
              <a:xfrm>
                <a:off x="26422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h2347"/>
              <p:cNvSpPr/>
              <p:nvPr/>
            </p:nvSpPr>
            <p:spPr>
              <a:xfrm>
                <a:off x="26515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h2348"/>
              <p:cNvSpPr/>
              <p:nvPr/>
            </p:nvSpPr>
            <p:spPr>
              <a:xfrm>
                <a:off x="26607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h2349"/>
              <p:cNvSpPr/>
              <p:nvPr/>
            </p:nvSpPr>
            <p:spPr>
              <a:xfrm>
                <a:off x="26700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h2350"/>
              <p:cNvSpPr/>
              <p:nvPr/>
            </p:nvSpPr>
            <p:spPr>
              <a:xfrm>
                <a:off x="2679323" y="2308979"/>
                <a:ext cx="9172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18" y="897161"/>
                    </a:lnTo>
                    <a:lnTo>
                      <a:pt x="916896" y="902376"/>
                    </a:lnTo>
                    <a:lnTo>
                      <a:pt x="915913" y="913197"/>
                    </a:lnTo>
                    <a:lnTo>
                      <a:pt x="915768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h2351"/>
              <p:cNvSpPr/>
              <p:nvPr/>
            </p:nvSpPr>
            <p:spPr>
              <a:xfrm>
                <a:off x="2762683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29" y="914320"/>
                    </a:lnTo>
                    <a:lnTo>
                      <a:pt x="913533" y="914077"/>
                    </a:lnTo>
                    <a:lnTo>
                      <a:pt x="913737" y="913834"/>
                    </a:lnTo>
                    <a:lnTo>
                      <a:pt x="913942" y="913591"/>
                    </a:lnTo>
                    <a:lnTo>
                      <a:pt x="914146" y="913348"/>
                    </a:lnTo>
                    <a:lnTo>
                      <a:pt x="914400" y="913047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h2352"/>
              <p:cNvSpPr/>
              <p:nvPr/>
            </p:nvSpPr>
            <p:spPr>
              <a:xfrm>
                <a:off x="2771946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047"/>
                    </a:lnTo>
                    <a:lnTo>
                      <a:pt x="905293" y="912862"/>
                    </a:lnTo>
                    <a:lnTo>
                      <a:pt x="905497" y="912619"/>
                    </a:lnTo>
                    <a:lnTo>
                      <a:pt x="905702" y="912376"/>
                    </a:lnTo>
                    <a:lnTo>
                      <a:pt x="905906" y="912133"/>
                    </a:lnTo>
                    <a:lnTo>
                      <a:pt x="906110" y="911890"/>
                    </a:lnTo>
                    <a:lnTo>
                      <a:pt x="906315" y="911647"/>
                    </a:lnTo>
                    <a:lnTo>
                      <a:pt x="906519" y="911404"/>
                    </a:lnTo>
                    <a:lnTo>
                      <a:pt x="906724" y="911162"/>
                    </a:lnTo>
                    <a:lnTo>
                      <a:pt x="906928" y="910919"/>
                    </a:lnTo>
                    <a:lnTo>
                      <a:pt x="907133" y="910676"/>
                    </a:lnTo>
                    <a:lnTo>
                      <a:pt x="907337" y="910433"/>
                    </a:lnTo>
                    <a:lnTo>
                      <a:pt x="907542" y="910190"/>
                    </a:lnTo>
                    <a:lnTo>
                      <a:pt x="907746" y="909947"/>
                    </a:lnTo>
                    <a:lnTo>
                      <a:pt x="907951" y="909704"/>
                    </a:lnTo>
                    <a:lnTo>
                      <a:pt x="908155" y="909461"/>
                    </a:lnTo>
                    <a:lnTo>
                      <a:pt x="908360" y="909218"/>
                    </a:lnTo>
                    <a:lnTo>
                      <a:pt x="908564" y="908975"/>
                    </a:lnTo>
                    <a:lnTo>
                      <a:pt x="908769" y="908732"/>
                    </a:lnTo>
                    <a:lnTo>
                      <a:pt x="908973" y="908489"/>
                    </a:lnTo>
                    <a:lnTo>
                      <a:pt x="909178" y="908246"/>
                    </a:lnTo>
                    <a:lnTo>
                      <a:pt x="909382" y="908003"/>
                    </a:lnTo>
                    <a:lnTo>
                      <a:pt x="909587" y="907761"/>
                    </a:lnTo>
                    <a:lnTo>
                      <a:pt x="909791" y="907518"/>
                    </a:lnTo>
                    <a:lnTo>
                      <a:pt x="909996" y="907275"/>
                    </a:lnTo>
                    <a:lnTo>
                      <a:pt x="910200" y="907032"/>
                    </a:lnTo>
                    <a:lnTo>
                      <a:pt x="910405" y="906789"/>
                    </a:lnTo>
                    <a:lnTo>
                      <a:pt x="910610" y="906546"/>
                    </a:lnTo>
                    <a:lnTo>
                      <a:pt x="910814" y="906303"/>
                    </a:lnTo>
                    <a:lnTo>
                      <a:pt x="911019" y="906060"/>
                    </a:lnTo>
                    <a:lnTo>
                      <a:pt x="911223" y="905817"/>
                    </a:lnTo>
                    <a:lnTo>
                      <a:pt x="911428" y="905574"/>
                    </a:lnTo>
                    <a:lnTo>
                      <a:pt x="911633" y="905332"/>
                    </a:lnTo>
                    <a:lnTo>
                      <a:pt x="911837" y="905089"/>
                    </a:lnTo>
                    <a:lnTo>
                      <a:pt x="912042" y="904846"/>
                    </a:lnTo>
                    <a:lnTo>
                      <a:pt x="912247" y="904603"/>
                    </a:lnTo>
                    <a:lnTo>
                      <a:pt x="912451" y="904360"/>
                    </a:lnTo>
                    <a:lnTo>
                      <a:pt x="912656" y="904117"/>
                    </a:lnTo>
                    <a:lnTo>
                      <a:pt x="912861" y="903874"/>
                    </a:lnTo>
                    <a:lnTo>
                      <a:pt x="913065" y="903632"/>
                    </a:lnTo>
                    <a:lnTo>
                      <a:pt x="913270" y="903389"/>
                    </a:lnTo>
                    <a:lnTo>
                      <a:pt x="913475" y="903146"/>
                    </a:lnTo>
                    <a:lnTo>
                      <a:pt x="913679" y="902903"/>
                    </a:lnTo>
                    <a:lnTo>
                      <a:pt x="913884" y="902660"/>
                    </a:lnTo>
                    <a:lnTo>
                      <a:pt x="914089" y="902417"/>
                    </a:lnTo>
                    <a:lnTo>
                      <a:pt x="914400" y="90204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h2353"/>
              <p:cNvSpPr/>
              <p:nvPr/>
            </p:nvSpPr>
            <p:spPr>
              <a:xfrm>
                <a:off x="2781208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36" y="919170"/>
                    </a:lnTo>
                    <a:lnTo>
                      <a:pt x="905441" y="918927"/>
                    </a:lnTo>
                    <a:lnTo>
                      <a:pt x="905645" y="918685"/>
                    </a:lnTo>
                    <a:lnTo>
                      <a:pt x="905850" y="918442"/>
                    </a:lnTo>
                    <a:lnTo>
                      <a:pt x="906055" y="918199"/>
                    </a:lnTo>
                    <a:lnTo>
                      <a:pt x="906260" y="917956"/>
                    </a:lnTo>
                    <a:lnTo>
                      <a:pt x="906464" y="917713"/>
                    </a:lnTo>
                    <a:lnTo>
                      <a:pt x="906669" y="917471"/>
                    </a:lnTo>
                    <a:lnTo>
                      <a:pt x="906874" y="917228"/>
                    </a:lnTo>
                    <a:lnTo>
                      <a:pt x="907079" y="916985"/>
                    </a:lnTo>
                    <a:lnTo>
                      <a:pt x="907284" y="916742"/>
                    </a:lnTo>
                    <a:lnTo>
                      <a:pt x="907488" y="916499"/>
                    </a:lnTo>
                    <a:lnTo>
                      <a:pt x="907693" y="916257"/>
                    </a:lnTo>
                    <a:lnTo>
                      <a:pt x="907898" y="916014"/>
                    </a:lnTo>
                    <a:lnTo>
                      <a:pt x="908103" y="915771"/>
                    </a:lnTo>
                    <a:lnTo>
                      <a:pt x="908308" y="915528"/>
                    </a:lnTo>
                    <a:lnTo>
                      <a:pt x="908512" y="915285"/>
                    </a:lnTo>
                    <a:lnTo>
                      <a:pt x="908717" y="915043"/>
                    </a:lnTo>
                    <a:lnTo>
                      <a:pt x="908922" y="914800"/>
                    </a:lnTo>
                    <a:lnTo>
                      <a:pt x="909127" y="914557"/>
                    </a:lnTo>
                    <a:lnTo>
                      <a:pt x="909260" y="914400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h2354"/>
              <p:cNvSpPr/>
              <p:nvPr/>
            </p:nvSpPr>
            <p:spPr>
              <a:xfrm>
                <a:off x="27812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h2355"/>
              <p:cNvSpPr/>
              <p:nvPr/>
            </p:nvSpPr>
            <p:spPr>
              <a:xfrm>
                <a:off x="27904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h2356"/>
              <p:cNvSpPr/>
              <p:nvPr/>
            </p:nvSpPr>
            <p:spPr>
              <a:xfrm>
                <a:off x="27997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h2357"/>
              <p:cNvSpPr/>
              <p:nvPr/>
            </p:nvSpPr>
            <p:spPr>
              <a:xfrm>
                <a:off x="28089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h2358"/>
              <p:cNvSpPr/>
              <p:nvPr/>
            </p:nvSpPr>
            <p:spPr>
              <a:xfrm>
                <a:off x="28182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h2359"/>
              <p:cNvSpPr/>
              <p:nvPr/>
            </p:nvSpPr>
            <p:spPr>
              <a:xfrm>
                <a:off x="28275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h2360"/>
              <p:cNvSpPr/>
              <p:nvPr/>
            </p:nvSpPr>
            <p:spPr>
              <a:xfrm>
                <a:off x="28367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h2361"/>
              <p:cNvSpPr/>
              <p:nvPr/>
            </p:nvSpPr>
            <p:spPr>
              <a:xfrm>
                <a:off x="28460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h2362"/>
              <p:cNvSpPr/>
              <p:nvPr/>
            </p:nvSpPr>
            <p:spPr>
              <a:xfrm>
                <a:off x="28553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h2363"/>
              <p:cNvSpPr/>
              <p:nvPr/>
            </p:nvSpPr>
            <p:spPr>
              <a:xfrm>
                <a:off x="28645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h2364"/>
              <p:cNvSpPr/>
              <p:nvPr/>
            </p:nvSpPr>
            <p:spPr>
              <a:xfrm>
                <a:off x="28738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h2365"/>
              <p:cNvSpPr/>
              <p:nvPr/>
            </p:nvSpPr>
            <p:spPr>
              <a:xfrm>
                <a:off x="28830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h2366"/>
              <p:cNvSpPr/>
              <p:nvPr/>
            </p:nvSpPr>
            <p:spPr>
              <a:xfrm>
                <a:off x="289235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h2367"/>
              <p:cNvSpPr/>
              <p:nvPr/>
            </p:nvSpPr>
            <p:spPr>
              <a:xfrm>
                <a:off x="29016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h2368"/>
              <p:cNvSpPr/>
              <p:nvPr/>
            </p:nvSpPr>
            <p:spPr>
              <a:xfrm>
                <a:off x="29108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h2369"/>
              <p:cNvSpPr/>
              <p:nvPr/>
            </p:nvSpPr>
            <p:spPr>
              <a:xfrm>
                <a:off x="29201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h2370"/>
              <p:cNvSpPr/>
              <p:nvPr/>
            </p:nvSpPr>
            <p:spPr>
              <a:xfrm>
                <a:off x="29294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h2371"/>
              <p:cNvSpPr/>
              <p:nvPr/>
            </p:nvSpPr>
            <p:spPr>
              <a:xfrm>
                <a:off x="29386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h2372"/>
              <p:cNvSpPr/>
              <p:nvPr/>
            </p:nvSpPr>
            <p:spPr>
              <a:xfrm>
                <a:off x="29479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h2373"/>
              <p:cNvSpPr/>
              <p:nvPr/>
            </p:nvSpPr>
            <p:spPr>
              <a:xfrm>
                <a:off x="29571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h2374"/>
              <p:cNvSpPr/>
              <p:nvPr/>
            </p:nvSpPr>
            <p:spPr>
              <a:xfrm>
                <a:off x="29664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h2375"/>
              <p:cNvSpPr/>
              <p:nvPr/>
            </p:nvSpPr>
            <p:spPr>
              <a:xfrm>
                <a:off x="29757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h2376"/>
              <p:cNvSpPr/>
              <p:nvPr/>
            </p:nvSpPr>
            <p:spPr>
              <a:xfrm>
                <a:off x="29849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h2377"/>
              <p:cNvSpPr/>
              <p:nvPr/>
            </p:nvSpPr>
            <p:spPr>
              <a:xfrm>
                <a:off x="29942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h2378"/>
              <p:cNvSpPr/>
              <p:nvPr/>
            </p:nvSpPr>
            <p:spPr>
              <a:xfrm>
                <a:off x="30035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h2379"/>
              <p:cNvSpPr/>
              <p:nvPr/>
            </p:nvSpPr>
            <p:spPr>
              <a:xfrm>
                <a:off x="30127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h2380"/>
              <p:cNvSpPr/>
              <p:nvPr/>
            </p:nvSpPr>
            <p:spPr>
              <a:xfrm>
                <a:off x="30220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h2381"/>
              <p:cNvSpPr/>
              <p:nvPr/>
            </p:nvSpPr>
            <p:spPr>
              <a:xfrm>
                <a:off x="30312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h2382"/>
              <p:cNvSpPr/>
              <p:nvPr/>
            </p:nvSpPr>
            <p:spPr>
              <a:xfrm>
                <a:off x="30405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h2383"/>
              <p:cNvSpPr/>
              <p:nvPr/>
            </p:nvSpPr>
            <p:spPr>
              <a:xfrm>
                <a:off x="30498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h2384"/>
              <p:cNvSpPr/>
              <p:nvPr/>
            </p:nvSpPr>
            <p:spPr>
              <a:xfrm>
                <a:off x="30590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h2385"/>
              <p:cNvSpPr/>
              <p:nvPr/>
            </p:nvSpPr>
            <p:spPr>
              <a:xfrm>
                <a:off x="30683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h2386"/>
              <p:cNvSpPr/>
              <p:nvPr/>
            </p:nvSpPr>
            <p:spPr>
              <a:xfrm>
                <a:off x="30775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h2387"/>
              <p:cNvSpPr/>
              <p:nvPr/>
            </p:nvSpPr>
            <p:spPr>
              <a:xfrm>
                <a:off x="30868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h2388"/>
              <p:cNvSpPr/>
              <p:nvPr/>
            </p:nvSpPr>
            <p:spPr>
              <a:xfrm>
                <a:off x="309612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h2389"/>
              <p:cNvSpPr/>
              <p:nvPr/>
            </p:nvSpPr>
            <p:spPr>
              <a:xfrm>
                <a:off x="310538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h2390"/>
              <p:cNvSpPr/>
              <p:nvPr/>
            </p:nvSpPr>
            <p:spPr>
              <a:xfrm>
                <a:off x="311464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h2391"/>
              <p:cNvSpPr/>
              <p:nvPr/>
            </p:nvSpPr>
            <p:spPr>
              <a:xfrm>
                <a:off x="312391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h2392"/>
              <p:cNvSpPr/>
              <p:nvPr/>
            </p:nvSpPr>
            <p:spPr>
              <a:xfrm>
                <a:off x="313317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h2393"/>
              <p:cNvSpPr/>
              <p:nvPr/>
            </p:nvSpPr>
            <p:spPr>
              <a:xfrm>
                <a:off x="314243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h2394"/>
              <p:cNvSpPr/>
              <p:nvPr/>
            </p:nvSpPr>
            <p:spPr>
              <a:xfrm>
                <a:off x="315169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h2395"/>
              <p:cNvSpPr/>
              <p:nvPr/>
            </p:nvSpPr>
            <p:spPr>
              <a:xfrm>
                <a:off x="316095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h2396"/>
              <p:cNvSpPr/>
              <p:nvPr/>
            </p:nvSpPr>
            <p:spPr>
              <a:xfrm>
                <a:off x="317022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h2397"/>
              <p:cNvSpPr/>
              <p:nvPr/>
            </p:nvSpPr>
            <p:spPr>
              <a:xfrm>
                <a:off x="317948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h2398"/>
              <p:cNvSpPr/>
              <p:nvPr/>
            </p:nvSpPr>
            <p:spPr>
              <a:xfrm>
                <a:off x="318874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h2399"/>
              <p:cNvSpPr/>
              <p:nvPr/>
            </p:nvSpPr>
            <p:spPr>
              <a:xfrm>
                <a:off x="31980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h2400"/>
              <p:cNvSpPr/>
              <p:nvPr/>
            </p:nvSpPr>
            <p:spPr>
              <a:xfrm>
                <a:off x="32072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h2401"/>
              <p:cNvSpPr/>
              <p:nvPr/>
            </p:nvSpPr>
            <p:spPr>
              <a:xfrm>
                <a:off x="32165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h2402"/>
              <p:cNvSpPr/>
              <p:nvPr/>
            </p:nvSpPr>
            <p:spPr>
              <a:xfrm>
                <a:off x="32257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h2403"/>
              <p:cNvSpPr/>
              <p:nvPr/>
            </p:nvSpPr>
            <p:spPr>
              <a:xfrm>
                <a:off x="32350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h2404"/>
              <p:cNvSpPr/>
              <p:nvPr/>
            </p:nvSpPr>
            <p:spPr>
              <a:xfrm>
                <a:off x="32443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h2405"/>
              <p:cNvSpPr/>
              <p:nvPr/>
            </p:nvSpPr>
            <p:spPr>
              <a:xfrm>
                <a:off x="32535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h2406"/>
              <p:cNvSpPr/>
              <p:nvPr/>
            </p:nvSpPr>
            <p:spPr>
              <a:xfrm>
                <a:off x="32628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h2407"/>
              <p:cNvSpPr/>
              <p:nvPr/>
            </p:nvSpPr>
            <p:spPr>
              <a:xfrm>
                <a:off x="327210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h2408"/>
              <p:cNvSpPr/>
              <p:nvPr/>
            </p:nvSpPr>
            <p:spPr>
              <a:xfrm>
                <a:off x="32813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h2409"/>
              <p:cNvSpPr/>
              <p:nvPr/>
            </p:nvSpPr>
            <p:spPr>
              <a:xfrm>
                <a:off x="32906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h2410"/>
              <p:cNvSpPr/>
              <p:nvPr/>
            </p:nvSpPr>
            <p:spPr>
              <a:xfrm>
                <a:off x="3299892" y="2308979"/>
                <a:ext cx="9218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59" y="897194"/>
                    </a:lnTo>
                    <a:lnTo>
                      <a:pt x="921184" y="899309"/>
                    </a:lnTo>
                    <a:lnTo>
                      <a:pt x="920509" y="901425"/>
                    </a:lnTo>
                    <a:lnTo>
                      <a:pt x="919835" y="903540"/>
                    </a:lnTo>
                    <a:lnTo>
                      <a:pt x="919160" y="905655"/>
                    </a:lnTo>
                    <a:lnTo>
                      <a:pt x="918486" y="907770"/>
                    </a:lnTo>
                    <a:lnTo>
                      <a:pt x="917812" y="909885"/>
                    </a:lnTo>
                    <a:lnTo>
                      <a:pt x="917134" y="912014"/>
                    </a:lnTo>
                    <a:lnTo>
                      <a:pt x="916330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h2411"/>
              <p:cNvSpPr/>
              <p:nvPr/>
            </p:nvSpPr>
            <p:spPr>
              <a:xfrm>
                <a:off x="2382932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0" y="914400"/>
                    </a:lnTo>
                    <a:lnTo>
                      <a:pt x="914235" y="905663"/>
                    </a:lnTo>
                    <a:lnTo>
                      <a:pt x="914400" y="904775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h2412"/>
              <p:cNvSpPr/>
              <p:nvPr/>
            </p:nvSpPr>
            <p:spPr>
              <a:xfrm>
                <a:off x="2392195" y="2274502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5137" y="931638"/>
                    </a:lnTo>
                    <a:lnTo>
                      <a:pt x="905137" y="922013"/>
                    </a:lnTo>
                    <a:lnTo>
                      <a:pt x="906551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h2413"/>
              <p:cNvSpPr/>
              <p:nvPr/>
            </p:nvSpPr>
            <p:spPr>
              <a:xfrm>
                <a:off x="239219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h2414"/>
              <p:cNvSpPr/>
              <p:nvPr/>
            </p:nvSpPr>
            <p:spPr>
              <a:xfrm>
                <a:off x="24014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h2415"/>
              <p:cNvSpPr/>
              <p:nvPr/>
            </p:nvSpPr>
            <p:spPr>
              <a:xfrm>
                <a:off x="24107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h2416"/>
              <p:cNvSpPr/>
              <p:nvPr/>
            </p:nvSpPr>
            <p:spPr>
              <a:xfrm>
                <a:off x="24199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h2417"/>
              <p:cNvSpPr/>
              <p:nvPr/>
            </p:nvSpPr>
            <p:spPr>
              <a:xfrm>
                <a:off x="24292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h2418"/>
              <p:cNvSpPr/>
              <p:nvPr/>
            </p:nvSpPr>
            <p:spPr>
              <a:xfrm>
                <a:off x="24385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h2419"/>
              <p:cNvSpPr/>
              <p:nvPr/>
            </p:nvSpPr>
            <p:spPr>
              <a:xfrm>
                <a:off x="24477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h2420"/>
              <p:cNvSpPr/>
              <p:nvPr/>
            </p:nvSpPr>
            <p:spPr>
              <a:xfrm>
                <a:off x="24570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h2421"/>
              <p:cNvSpPr/>
              <p:nvPr/>
            </p:nvSpPr>
            <p:spPr>
              <a:xfrm>
                <a:off x="24662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h2422"/>
              <p:cNvSpPr/>
              <p:nvPr/>
            </p:nvSpPr>
            <p:spPr>
              <a:xfrm>
                <a:off x="247555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h2423"/>
              <p:cNvSpPr/>
              <p:nvPr/>
            </p:nvSpPr>
            <p:spPr>
              <a:xfrm>
                <a:off x="24848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h2424"/>
              <p:cNvSpPr/>
              <p:nvPr/>
            </p:nvSpPr>
            <p:spPr>
              <a:xfrm>
                <a:off x="24940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h2425"/>
              <p:cNvSpPr/>
              <p:nvPr/>
            </p:nvSpPr>
            <p:spPr>
              <a:xfrm>
                <a:off x="25033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h2426"/>
              <p:cNvSpPr/>
              <p:nvPr/>
            </p:nvSpPr>
            <p:spPr>
              <a:xfrm>
                <a:off x="25126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h2427"/>
              <p:cNvSpPr/>
              <p:nvPr/>
            </p:nvSpPr>
            <p:spPr>
              <a:xfrm>
                <a:off x="25218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4">
                  <a:alpha val="100000"/>
                </a:srgbClr>
              </a:solidFill>
              <a:ln w="5420" cap="flat">
                <a:solidFill>
                  <a:srgbClr val="FEA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h2428"/>
              <p:cNvSpPr/>
              <p:nvPr/>
            </p:nvSpPr>
            <p:spPr>
              <a:xfrm>
                <a:off x="25311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h2429"/>
              <p:cNvSpPr/>
              <p:nvPr/>
            </p:nvSpPr>
            <p:spPr>
              <a:xfrm>
                <a:off x="25403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h2430"/>
              <p:cNvSpPr/>
              <p:nvPr/>
            </p:nvSpPr>
            <p:spPr>
              <a:xfrm>
                <a:off x="25496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h2431"/>
              <p:cNvSpPr/>
              <p:nvPr/>
            </p:nvSpPr>
            <p:spPr>
              <a:xfrm>
                <a:off x="25589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h2432"/>
              <p:cNvSpPr/>
              <p:nvPr/>
            </p:nvSpPr>
            <p:spPr>
              <a:xfrm>
                <a:off x="25681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h2433"/>
              <p:cNvSpPr/>
              <p:nvPr/>
            </p:nvSpPr>
            <p:spPr>
              <a:xfrm>
                <a:off x="25774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h2434"/>
              <p:cNvSpPr/>
              <p:nvPr/>
            </p:nvSpPr>
            <p:spPr>
              <a:xfrm>
                <a:off x="25867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h2435"/>
              <p:cNvSpPr/>
              <p:nvPr/>
            </p:nvSpPr>
            <p:spPr>
              <a:xfrm>
                <a:off x="25959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h2436"/>
              <p:cNvSpPr/>
              <p:nvPr/>
            </p:nvSpPr>
            <p:spPr>
              <a:xfrm>
                <a:off x="26052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h2437"/>
              <p:cNvSpPr/>
              <p:nvPr/>
            </p:nvSpPr>
            <p:spPr>
              <a:xfrm>
                <a:off x="26144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h2438"/>
              <p:cNvSpPr/>
              <p:nvPr/>
            </p:nvSpPr>
            <p:spPr>
              <a:xfrm>
                <a:off x="26237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h2439"/>
              <p:cNvSpPr/>
              <p:nvPr/>
            </p:nvSpPr>
            <p:spPr>
              <a:xfrm>
                <a:off x="26330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h2440"/>
              <p:cNvSpPr/>
              <p:nvPr/>
            </p:nvSpPr>
            <p:spPr>
              <a:xfrm>
                <a:off x="26422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h2441"/>
              <p:cNvSpPr/>
              <p:nvPr/>
            </p:nvSpPr>
            <p:spPr>
              <a:xfrm>
                <a:off x="26515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h2442"/>
              <p:cNvSpPr/>
              <p:nvPr/>
            </p:nvSpPr>
            <p:spPr>
              <a:xfrm>
                <a:off x="26607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h2443"/>
              <p:cNvSpPr/>
              <p:nvPr/>
            </p:nvSpPr>
            <p:spPr>
              <a:xfrm>
                <a:off x="26700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h2444"/>
              <p:cNvSpPr/>
              <p:nvPr/>
            </p:nvSpPr>
            <p:spPr>
              <a:xfrm>
                <a:off x="2679323" y="2291741"/>
                <a:ext cx="917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3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933" y="897161"/>
                    </a:lnTo>
                    <a:lnTo>
                      <a:pt x="917930" y="897757"/>
                    </a:lnTo>
                    <a:lnTo>
                      <a:pt x="917569" y="908712"/>
                    </a:lnTo>
                    <a:lnTo>
                      <a:pt x="917218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h2445"/>
              <p:cNvSpPr/>
              <p:nvPr/>
            </p:nvSpPr>
            <p:spPr>
              <a:xfrm>
                <a:off x="2781208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32" y="914314"/>
                    </a:lnTo>
                    <a:lnTo>
                      <a:pt x="909537" y="914072"/>
                    </a:lnTo>
                    <a:lnTo>
                      <a:pt x="909742" y="913829"/>
                    </a:lnTo>
                    <a:lnTo>
                      <a:pt x="909947" y="913586"/>
                    </a:lnTo>
                    <a:lnTo>
                      <a:pt x="910151" y="913343"/>
                    </a:lnTo>
                    <a:lnTo>
                      <a:pt x="910356" y="913101"/>
                    </a:lnTo>
                    <a:lnTo>
                      <a:pt x="910561" y="912858"/>
                    </a:lnTo>
                    <a:lnTo>
                      <a:pt x="910766" y="912615"/>
                    </a:lnTo>
                    <a:lnTo>
                      <a:pt x="910971" y="912372"/>
                    </a:lnTo>
                    <a:lnTo>
                      <a:pt x="911176" y="912130"/>
                    </a:lnTo>
                    <a:lnTo>
                      <a:pt x="911381" y="911887"/>
                    </a:lnTo>
                    <a:lnTo>
                      <a:pt x="911586" y="911644"/>
                    </a:lnTo>
                    <a:lnTo>
                      <a:pt x="911791" y="911402"/>
                    </a:lnTo>
                    <a:lnTo>
                      <a:pt x="911996" y="911159"/>
                    </a:lnTo>
                    <a:lnTo>
                      <a:pt x="912201" y="910916"/>
                    </a:lnTo>
                    <a:lnTo>
                      <a:pt x="912406" y="910673"/>
                    </a:lnTo>
                    <a:lnTo>
                      <a:pt x="912611" y="910431"/>
                    </a:lnTo>
                    <a:lnTo>
                      <a:pt x="912816" y="910188"/>
                    </a:lnTo>
                    <a:lnTo>
                      <a:pt x="913021" y="909945"/>
                    </a:lnTo>
                    <a:lnTo>
                      <a:pt x="913226" y="909703"/>
                    </a:lnTo>
                    <a:lnTo>
                      <a:pt x="913431" y="909460"/>
                    </a:lnTo>
                    <a:lnTo>
                      <a:pt x="913636" y="909217"/>
                    </a:lnTo>
                    <a:lnTo>
                      <a:pt x="913841" y="908975"/>
                    </a:lnTo>
                    <a:lnTo>
                      <a:pt x="914046" y="908732"/>
                    </a:lnTo>
                    <a:lnTo>
                      <a:pt x="914251" y="908489"/>
                    </a:lnTo>
                    <a:lnTo>
                      <a:pt x="914400" y="908313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h2446"/>
              <p:cNvSpPr/>
              <p:nvPr/>
            </p:nvSpPr>
            <p:spPr>
              <a:xfrm>
                <a:off x="2790470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94" y="908247"/>
                    </a:lnTo>
                    <a:lnTo>
                      <a:pt x="905399" y="908004"/>
                    </a:lnTo>
                    <a:lnTo>
                      <a:pt x="905604" y="907761"/>
                    </a:lnTo>
                    <a:lnTo>
                      <a:pt x="905809" y="907519"/>
                    </a:lnTo>
                    <a:lnTo>
                      <a:pt x="906014" y="907276"/>
                    </a:lnTo>
                    <a:lnTo>
                      <a:pt x="906219" y="907033"/>
                    </a:lnTo>
                    <a:lnTo>
                      <a:pt x="906424" y="906791"/>
                    </a:lnTo>
                    <a:lnTo>
                      <a:pt x="906629" y="906548"/>
                    </a:lnTo>
                    <a:lnTo>
                      <a:pt x="906835" y="906305"/>
                    </a:lnTo>
                    <a:lnTo>
                      <a:pt x="907040" y="906063"/>
                    </a:lnTo>
                    <a:lnTo>
                      <a:pt x="907245" y="905820"/>
                    </a:lnTo>
                    <a:lnTo>
                      <a:pt x="907450" y="905577"/>
                    </a:lnTo>
                    <a:lnTo>
                      <a:pt x="907655" y="905335"/>
                    </a:lnTo>
                    <a:lnTo>
                      <a:pt x="907860" y="905092"/>
                    </a:lnTo>
                    <a:lnTo>
                      <a:pt x="908065" y="904849"/>
                    </a:lnTo>
                    <a:lnTo>
                      <a:pt x="908271" y="904607"/>
                    </a:lnTo>
                    <a:lnTo>
                      <a:pt x="908476" y="904364"/>
                    </a:lnTo>
                    <a:lnTo>
                      <a:pt x="908681" y="904122"/>
                    </a:lnTo>
                    <a:lnTo>
                      <a:pt x="908886" y="903879"/>
                    </a:lnTo>
                    <a:lnTo>
                      <a:pt x="909091" y="903636"/>
                    </a:lnTo>
                    <a:lnTo>
                      <a:pt x="909296" y="903394"/>
                    </a:lnTo>
                    <a:lnTo>
                      <a:pt x="909502" y="903151"/>
                    </a:lnTo>
                    <a:lnTo>
                      <a:pt x="909707" y="902909"/>
                    </a:lnTo>
                    <a:lnTo>
                      <a:pt x="909912" y="902666"/>
                    </a:lnTo>
                    <a:lnTo>
                      <a:pt x="910117" y="902423"/>
                    </a:lnTo>
                    <a:lnTo>
                      <a:pt x="910323" y="902181"/>
                    </a:lnTo>
                    <a:lnTo>
                      <a:pt x="910528" y="901938"/>
                    </a:lnTo>
                    <a:lnTo>
                      <a:pt x="910733" y="901696"/>
                    </a:lnTo>
                    <a:lnTo>
                      <a:pt x="914400" y="897551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h2447"/>
              <p:cNvSpPr/>
              <p:nvPr/>
            </p:nvSpPr>
            <p:spPr>
              <a:xfrm>
                <a:off x="2799732" y="22745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90"/>
                    </a:lnTo>
                    <a:lnTo>
                      <a:pt x="905263" y="914648"/>
                    </a:lnTo>
                    <a:lnTo>
                      <a:pt x="905504" y="914400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h2448"/>
              <p:cNvSpPr/>
              <p:nvPr/>
            </p:nvSpPr>
            <p:spPr>
              <a:xfrm>
                <a:off x="27997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h2449"/>
              <p:cNvSpPr/>
              <p:nvPr/>
            </p:nvSpPr>
            <p:spPr>
              <a:xfrm>
                <a:off x="28089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h2450"/>
              <p:cNvSpPr/>
              <p:nvPr/>
            </p:nvSpPr>
            <p:spPr>
              <a:xfrm>
                <a:off x="28182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h2451"/>
              <p:cNvSpPr/>
              <p:nvPr/>
            </p:nvSpPr>
            <p:spPr>
              <a:xfrm>
                <a:off x="28275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h2452"/>
              <p:cNvSpPr/>
              <p:nvPr/>
            </p:nvSpPr>
            <p:spPr>
              <a:xfrm>
                <a:off x="28367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h2453"/>
              <p:cNvSpPr/>
              <p:nvPr/>
            </p:nvSpPr>
            <p:spPr>
              <a:xfrm>
                <a:off x="28460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h2454"/>
              <p:cNvSpPr/>
              <p:nvPr/>
            </p:nvSpPr>
            <p:spPr>
              <a:xfrm>
                <a:off x="28553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h2455"/>
              <p:cNvSpPr/>
              <p:nvPr/>
            </p:nvSpPr>
            <p:spPr>
              <a:xfrm>
                <a:off x="28645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h2456"/>
              <p:cNvSpPr/>
              <p:nvPr/>
            </p:nvSpPr>
            <p:spPr>
              <a:xfrm>
                <a:off x="28738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h2457"/>
              <p:cNvSpPr/>
              <p:nvPr/>
            </p:nvSpPr>
            <p:spPr>
              <a:xfrm>
                <a:off x="28830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h2458"/>
              <p:cNvSpPr/>
              <p:nvPr/>
            </p:nvSpPr>
            <p:spPr>
              <a:xfrm>
                <a:off x="289235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h2459"/>
              <p:cNvSpPr/>
              <p:nvPr/>
            </p:nvSpPr>
            <p:spPr>
              <a:xfrm>
                <a:off x="29016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h2460"/>
              <p:cNvSpPr/>
              <p:nvPr/>
            </p:nvSpPr>
            <p:spPr>
              <a:xfrm>
                <a:off x="29108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h2461"/>
              <p:cNvSpPr/>
              <p:nvPr/>
            </p:nvSpPr>
            <p:spPr>
              <a:xfrm>
                <a:off x="29201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h2462"/>
              <p:cNvSpPr/>
              <p:nvPr/>
            </p:nvSpPr>
            <p:spPr>
              <a:xfrm>
                <a:off x="29294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h2463"/>
              <p:cNvSpPr/>
              <p:nvPr/>
            </p:nvSpPr>
            <p:spPr>
              <a:xfrm>
                <a:off x="29386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h2464"/>
              <p:cNvSpPr/>
              <p:nvPr/>
            </p:nvSpPr>
            <p:spPr>
              <a:xfrm>
                <a:off x="29479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h2465"/>
              <p:cNvSpPr/>
              <p:nvPr/>
            </p:nvSpPr>
            <p:spPr>
              <a:xfrm>
                <a:off x="29571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h2466"/>
              <p:cNvSpPr/>
              <p:nvPr/>
            </p:nvSpPr>
            <p:spPr>
              <a:xfrm>
                <a:off x="29664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h2467"/>
              <p:cNvSpPr/>
              <p:nvPr/>
            </p:nvSpPr>
            <p:spPr>
              <a:xfrm>
                <a:off x="29757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h2468"/>
              <p:cNvSpPr/>
              <p:nvPr/>
            </p:nvSpPr>
            <p:spPr>
              <a:xfrm>
                <a:off x="29849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h2469"/>
              <p:cNvSpPr/>
              <p:nvPr/>
            </p:nvSpPr>
            <p:spPr>
              <a:xfrm>
                <a:off x="29942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h2470"/>
              <p:cNvSpPr/>
              <p:nvPr/>
            </p:nvSpPr>
            <p:spPr>
              <a:xfrm>
                <a:off x="30035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h2471"/>
              <p:cNvSpPr/>
              <p:nvPr/>
            </p:nvSpPr>
            <p:spPr>
              <a:xfrm>
                <a:off x="30127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h2472"/>
              <p:cNvSpPr/>
              <p:nvPr/>
            </p:nvSpPr>
            <p:spPr>
              <a:xfrm>
                <a:off x="30220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h2473"/>
              <p:cNvSpPr/>
              <p:nvPr/>
            </p:nvSpPr>
            <p:spPr>
              <a:xfrm>
                <a:off x="30312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h2474"/>
              <p:cNvSpPr/>
              <p:nvPr/>
            </p:nvSpPr>
            <p:spPr>
              <a:xfrm>
                <a:off x="30405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h2475"/>
              <p:cNvSpPr/>
              <p:nvPr/>
            </p:nvSpPr>
            <p:spPr>
              <a:xfrm>
                <a:off x="30498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h2476"/>
              <p:cNvSpPr/>
              <p:nvPr/>
            </p:nvSpPr>
            <p:spPr>
              <a:xfrm>
                <a:off x="30590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h2477"/>
              <p:cNvSpPr/>
              <p:nvPr/>
            </p:nvSpPr>
            <p:spPr>
              <a:xfrm>
                <a:off x="30683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h2478"/>
              <p:cNvSpPr/>
              <p:nvPr/>
            </p:nvSpPr>
            <p:spPr>
              <a:xfrm>
                <a:off x="30775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h2479"/>
              <p:cNvSpPr/>
              <p:nvPr/>
            </p:nvSpPr>
            <p:spPr>
              <a:xfrm>
                <a:off x="30868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h2480"/>
              <p:cNvSpPr/>
              <p:nvPr/>
            </p:nvSpPr>
            <p:spPr>
              <a:xfrm>
                <a:off x="309612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h2481"/>
              <p:cNvSpPr/>
              <p:nvPr/>
            </p:nvSpPr>
            <p:spPr>
              <a:xfrm>
                <a:off x="310538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h2482"/>
              <p:cNvSpPr/>
              <p:nvPr/>
            </p:nvSpPr>
            <p:spPr>
              <a:xfrm>
                <a:off x="311464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h2483"/>
              <p:cNvSpPr/>
              <p:nvPr/>
            </p:nvSpPr>
            <p:spPr>
              <a:xfrm>
                <a:off x="312391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h2484"/>
              <p:cNvSpPr/>
              <p:nvPr/>
            </p:nvSpPr>
            <p:spPr>
              <a:xfrm>
                <a:off x="313317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h2485"/>
              <p:cNvSpPr/>
              <p:nvPr/>
            </p:nvSpPr>
            <p:spPr>
              <a:xfrm>
                <a:off x="314243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h2486"/>
              <p:cNvSpPr/>
              <p:nvPr/>
            </p:nvSpPr>
            <p:spPr>
              <a:xfrm>
                <a:off x="315169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h2487"/>
              <p:cNvSpPr/>
              <p:nvPr/>
            </p:nvSpPr>
            <p:spPr>
              <a:xfrm>
                <a:off x="316095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h2488"/>
              <p:cNvSpPr/>
              <p:nvPr/>
            </p:nvSpPr>
            <p:spPr>
              <a:xfrm>
                <a:off x="317022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h2489"/>
              <p:cNvSpPr/>
              <p:nvPr/>
            </p:nvSpPr>
            <p:spPr>
              <a:xfrm>
                <a:off x="317948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h2490"/>
              <p:cNvSpPr/>
              <p:nvPr/>
            </p:nvSpPr>
            <p:spPr>
              <a:xfrm>
                <a:off x="318874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h2491"/>
              <p:cNvSpPr/>
              <p:nvPr/>
            </p:nvSpPr>
            <p:spPr>
              <a:xfrm>
                <a:off x="319800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h2492"/>
              <p:cNvSpPr/>
              <p:nvPr/>
            </p:nvSpPr>
            <p:spPr>
              <a:xfrm>
                <a:off x="320727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h2493"/>
              <p:cNvSpPr/>
              <p:nvPr/>
            </p:nvSpPr>
            <p:spPr>
              <a:xfrm>
                <a:off x="32165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h2494"/>
              <p:cNvSpPr/>
              <p:nvPr/>
            </p:nvSpPr>
            <p:spPr>
              <a:xfrm>
                <a:off x="32257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h2495"/>
              <p:cNvSpPr/>
              <p:nvPr/>
            </p:nvSpPr>
            <p:spPr>
              <a:xfrm>
                <a:off x="32350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h2496"/>
              <p:cNvSpPr/>
              <p:nvPr/>
            </p:nvSpPr>
            <p:spPr>
              <a:xfrm>
                <a:off x="32443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h2497"/>
              <p:cNvSpPr/>
              <p:nvPr/>
            </p:nvSpPr>
            <p:spPr>
              <a:xfrm>
                <a:off x="32535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h2498"/>
              <p:cNvSpPr/>
              <p:nvPr/>
            </p:nvSpPr>
            <p:spPr>
              <a:xfrm>
                <a:off x="32628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h2499"/>
              <p:cNvSpPr/>
              <p:nvPr/>
            </p:nvSpPr>
            <p:spPr>
              <a:xfrm>
                <a:off x="327210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h2500"/>
              <p:cNvSpPr/>
              <p:nvPr/>
            </p:nvSpPr>
            <p:spPr>
              <a:xfrm>
                <a:off x="32813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h2501"/>
              <p:cNvSpPr/>
              <p:nvPr/>
            </p:nvSpPr>
            <p:spPr>
              <a:xfrm>
                <a:off x="32906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h2502"/>
              <p:cNvSpPr/>
              <p:nvPr/>
            </p:nvSpPr>
            <p:spPr>
              <a:xfrm>
                <a:off x="3299892" y="22917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88"/>
                    </a:lnTo>
                    <a:lnTo>
                      <a:pt x="923210" y="910203"/>
                    </a:lnTo>
                    <a:lnTo>
                      <a:pt x="922534" y="912318"/>
                    </a:lnTo>
                    <a:lnTo>
                      <a:pt x="921870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h2503"/>
              <p:cNvSpPr/>
              <p:nvPr/>
            </p:nvSpPr>
            <p:spPr>
              <a:xfrm>
                <a:off x="3309154" y="2274502"/>
                <a:ext cx="918118" cy="926027"/>
              </a:xfrm>
              <a:custGeom>
                <a:avLst/>
                <a:gdLst/>
                <a:ahLst/>
                <a:cxnLst/>
                <a:rect l="0" t="0" r="0" b="0"/>
                <a:pathLst>
                  <a:path w="918118" h="926027">
                    <a:moveTo>
                      <a:pt x="914400" y="914400"/>
                    </a:moveTo>
                    <a:lnTo>
                      <a:pt x="918118" y="914400"/>
                    </a:lnTo>
                    <a:lnTo>
                      <a:pt x="918005" y="914753"/>
                    </a:lnTo>
                    <a:lnTo>
                      <a:pt x="917328" y="916867"/>
                    </a:lnTo>
                    <a:lnTo>
                      <a:pt x="916652" y="918982"/>
                    </a:lnTo>
                    <a:lnTo>
                      <a:pt x="915975" y="921097"/>
                    </a:lnTo>
                    <a:lnTo>
                      <a:pt x="915299" y="923212"/>
                    </a:lnTo>
                    <a:lnTo>
                      <a:pt x="914623" y="925327"/>
                    </a:lnTo>
                    <a:lnTo>
                      <a:pt x="914400" y="926027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h2504"/>
              <p:cNvSpPr/>
              <p:nvPr/>
            </p:nvSpPr>
            <p:spPr>
              <a:xfrm>
                <a:off x="2392195" y="2257264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6551" y="931638"/>
                    </a:lnTo>
                    <a:lnTo>
                      <a:pt x="906860" y="929976"/>
                    </a:lnTo>
                    <a:lnTo>
                      <a:pt x="909029" y="920009"/>
                    </a:lnTo>
                    <a:lnTo>
                      <a:pt x="910436" y="914400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h2505"/>
              <p:cNvSpPr/>
              <p:nvPr/>
            </p:nvSpPr>
            <p:spPr>
              <a:xfrm>
                <a:off x="239219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h2506"/>
              <p:cNvSpPr/>
              <p:nvPr/>
            </p:nvSpPr>
            <p:spPr>
              <a:xfrm>
                <a:off x="24014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h2507"/>
              <p:cNvSpPr/>
              <p:nvPr/>
            </p:nvSpPr>
            <p:spPr>
              <a:xfrm>
                <a:off x="24107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h2508"/>
              <p:cNvSpPr/>
              <p:nvPr/>
            </p:nvSpPr>
            <p:spPr>
              <a:xfrm>
                <a:off x="24199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h2509"/>
              <p:cNvSpPr/>
              <p:nvPr/>
            </p:nvSpPr>
            <p:spPr>
              <a:xfrm>
                <a:off x="24292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h2510"/>
              <p:cNvSpPr/>
              <p:nvPr/>
            </p:nvSpPr>
            <p:spPr>
              <a:xfrm>
                <a:off x="24385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h2511"/>
              <p:cNvSpPr/>
              <p:nvPr/>
            </p:nvSpPr>
            <p:spPr>
              <a:xfrm>
                <a:off x="24477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h2512"/>
              <p:cNvSpPr/>
              <p:nvPr/>
            </p:nvSpPr>
            <p:spPr>
              <a:xfrm>
                <a:off x="24570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h2513"/>
              <p:cNvSpPr/>
              <p:nvPr/>
            </p:nvSpPr>
            <p:spPr>
              <a:xfrm>
                <a:off x="24662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h2514"/>
              <p:cNvSpPr/>
              <p:nvPr/>
            </p:nvSpPr>
            <p:spPr>
              <a:xfrm>
                <a:off x="247555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h2515"/>
              <p:cNvSpPr/>
              <p:nvPr/>
            </p:nvSpPr>
            <p:spPr>
              <a:xfrm>
                <a:off x="24848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h2516"/>
              <p:cNvSpPr/>
              <p:nvPr/>
            </p:nvSpPr>
            <p:spPr>
              <a:xfrm>
                <a:off x="24940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h2517"/>
              <p:cNvSpPr/>
              <p:nvPr/>
            </p:nvSpPr>
            <p:spPr>
              <a:xfrm>
                <a:off x="25033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h2518"/>
              <p:cNvSpPr/>
              <p:nvPr/>
            </p:nvSpPr>
            <p:spPr>
              <a:xfrm>
                <a:off x="25126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h2519"/>
              <p:cNvSpPr/>
              <p:nvPr/>
            </p:nvSpPr>
            <p:spPr>
              <a:xfrm>
                <a:off x="25218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h2520"/>
              <p:cNvSpPr/>
              <p:nvPr/>
            </p:nvSpPr>
            <p:spPr>
              <a:xfrm>
                <a:off x="25311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h2521"/>
              <p:cNvSpPr/>
              <p:nvPr/>
            </p:nvSpPr>
            <p:spPr>
              <a:xfrm>
                <a:off x="25403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h2522"/>
              <p:cNvSpPr/>
              <p:nvPr/>
            </p:nvSpPr>
            <p:spPr>
              <a:xfrm>
                <a:off x="25496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h2523"/>
              <p:cNvSpPr/>
              <p:nvPr/>
            </p:nvSpPr>
            <p:spPr>
              <a:xfrm>
                <a:off x="25589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h2524"/>
              <p:cNvSpPr/>
              <p:nvPr/>
            </p:nvSpPr>
            <p:spPr>
              <a:xfrm>
                <a:off x="25681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h2525"/>
              <p:cNvSpPr/>
              <p:nvPr/>
            </p:nvSpPr>
            <p:spPr>
              <a:xfrm>
                <a:off x="25774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h2526"/>
              <p:cNvSpPr/>
              <p:nvPr/>
            </p:nvSpPr>
            <p:spPr>
              <a:xfrm>
                <a:off x="25867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h2527"/>
              <p:cNvSpPr/>
              <p:nvPr/>
            </p:nvSpPr>
            <p:spPr>
              <a:xfrm>
                <a:off x="25959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h2528"/>
              <p:cNvSpPr/>
              <p:nvPr/>
            </p:nvSpPr>
            <p:spPr>
              <a:xfrm>
                <a:off x="26052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h2529"/>
              <p:cNvSpPr/>
              <p:nvPr/>
            </p:nvSpPr>
            <p:spPr>
              <a:xfrm>
                <a:off x="26144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h2530"/>
              <p:cNvSpPr/>
              <p:nvPr/>
            </p:nvSpPr>
            <p:spPr>
              <a:xfrm>
                <a:off x="26237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h2531"/>
              <p:cNvSpPr/>
              <p:nvPr/>
            </p:nvSpPr>
            <p:spPr>
              <a:xfrm>
                <a:off x="26330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h2532"/>
              <p:cNvSpPr/>
              <p:nvPr/>
            </p:nvSpPr>
            <p:spPr>
              <a:xfrm>
                <a:off x="26422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h2533"/>
              <p:cNvSpPr/>
              <p:nvPr/>
            </p:nvSpPr>
            <p:spPr>
              <a:xfrm>
                <a:off x="26515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h2534"/>
              <p:cNvSpPr/>
              <p:nvPr/>
            </p:nvSpPr>
            <p:spPr>
              <a:xfrm>
                <a:off x="26607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h2535"/>
              <p:cNvSpPr/>
              <p:nvPr/>
            </p:nvSpPr>
            <p:spPr>
              <a:xfrm>
                <a:off x="26700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h2536"/>
              <p:cNvSpPr/>
              <p:nvPr/>
            </p:nvSpPr>
            <p:spPr>
              <a:xfrm>
                <a:off x="2679323" y="2274502"/>
                <a:ext cx="917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814" y="897161"/>
                    </a:lnTo>
                    <a:lnTo>
                      <a:pt x="917979" y="904022"/>
                    </a:lnTo>
                    <a:lnTo>
                      <a:pt x="917933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h2537"/>
              <p:cNvSpPr/>
              <p:nvPr/>
            </p:nvSpPr>
            <p:spPr>
              <a:xfrm>
                <a:off x="2799732" y="22745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504" y="914400"/>
                    </a:lnTo>
                    <a:lnTo>
                      <a:pt x="909144" y="910647"/>
                    </a:lnTo>
                    <a:lnTo>
                      <a:pt x="909556" y="910241"/>
                    </a:lnTo>
                    <a:lnTo>
                      <a:pt x="909972" y="909832"/>
                    </a:lnTo>
                    <a:lnTo>
                      <a:pt x="910388" y="909423"/>
                    </a:lnTo>
                    <a:lnTo>
                      <a:pt x="910804" y="909014"/>
                    </a:lnTo>
                    <a:lnTo>
                      <a:pt x="911221" y="908605"/>
                    </a:lnTo>
                    <a:lnTo>
                      <a:pt x="911637" y="908196"/>
                    </a:lnTo>
                    <a:lnTo>
                      <a:pt x="912053" y="907787"/>
                    </a:lnTo>
                    <a:lnTo>
                      <a:pt x="912470" y="907378"/>
                    </a:lnTo>
                    <a:lnTo>
                      <a:pt x="912886" y="906969"/>
                    </a:lnTo>
                    <a:lnTo>
                      <a:pt x="913302" y="906560"/>
                    </a:lnTo>
                    <a:lnTo>
                      <a:pt x="913719" y="906151"/>
                    </a:lnTo>
                    <a:lnTo>
                      <a:pt x="914135" y="905742"/>
                    </a:lnTo>
                    <a:lnTo>
                      <a:pt x="914400" y="905483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h2538"/>
              <p:cNvSpPr/>
              <p:nvPr/>
            </p:nvSpPr>
            <p:spPr>
              <a:xfrm>
                <a:off x="2808994" y="22572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721"/>
                    </a:lnTo>
                    <a:lnTo>
                      <a:pt x="905289" y="922572"/>
                    </a:lnTo>
                    <a:lnTo>
                      <a:pt x="905706" y="922163"/>
                    </a:lnTo>
                    <a:lnTo>
                      <a:pt x="906122" y="921754"/>
                    </a:lnTo>
                    <a:lnTo>
                      <a:pt x="906539" y="921345"/>
                    </a:lnTo>
                    <a:lnTo>
                      <a:pt x="906955" y="920936"/>
                    </a:lnTo>
                    <a:lnTo>
                      <a:pt x="907372" y="920528"/>
                    </a:lnTo>
                    <a:lnTo>
                      <a:pt x="907789" y="920119"/>
                    </a:lnTo>
                    <a:lnTo>
                      <a:pt x="908205" y="919710"/>
                    </a:lnTo>
                    <a:lnTo>
                      <a:pt x="908622" y="919301"/>
                    </a:lnTo>
                    <a:lnTo>
                      <a:pt x="909038" y="918892"/>
                    </a:lnTo>
                    <a:lnTo>
                      <a:pt x="909455" y="918484"/>
                    </a:lnTo>
                    <a:lnTo>
                      <a:pt x="909872" y="918075"/>
                    </a:lnTo>
                    <a:lnTo>
                      <a:pt x="910289" y="917666"/>
                    </a:lnTo>
                    <a:lnTo>
                      <a:pt x="910705" y="917257"/>
                    </a:lnTo>
                    <a:lnTo>
                      <a:pt x="911122" y="916849"/>
                    </a:lnTo>
                    <a:lnTo>
                      <a:pt x="911539" y="916440"/>
                    </a:lnTo>
                    <a:lnTo>
                      <a:pt x="911956" y="916031"/>
                    </a:lnTo>
                    <a:lnTo>
                      <a:pt x="912373" y="915623"/>
                    </a:lnTo>
                    <a:lnTo>
                      <a:pt x="912790" y="915214"/>
                    </a:lnTo>
                    <a:lnTo>
                      <a:pt x="913207" y="914805"/>
                    </a:lnTo>
                    <a:lnTo>
                      <a:pt x="913648" y="914400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h2539"/>
              <p:cNvSpPr/>
              <p:nvPr/>
            </p:nvSpPr>
            <p:spPr>
              <a:xfrm>
                <a:off x="28089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h2540"/>
              <p:cNvSpPr/>
              <p:nvPr/>
            </p:nvSpPr>
            <p:spPr>
              <a:xfrm>
                <a:off x="28182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h2541"/>
              <p:cNvSpPr/>
              <p:nvPr/>
            </p:nvSpPr>
            <p:spPr>
              <a:xfrm>
                <a:off x="28275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h2542"/>
              <p:cNvSpPr/>
              <p:nvPr/>
            </p:nvSpPr>
            <p:spPr>
              <a:xfrm>
                <a:off x="28367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h2543"/>
              <p:cNvSpPr/>
              <p:nvPr/>
            </p:nvSpPr>
            <p:spPr>
              <a:xfrm>
                <a:off x="28460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h2544"/>
              <p:cNvSpPr/>
              <p:nvPr/>
            </p:nvSpPr>
            <p:spPr>
              <a:xfrm>
                <a:off x="28553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h2545"/>
              <p:cNvSpPr/>
              <p:nvPr/>
            </p:nvSpPr>
            <p:spPr>
              <a:xfrm>
                <a:off x="28645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h2546"/>
              <p:cNvSpPr/>
              <p:nvPr/>
            </p:nvSpPr>
            <p:spPr>
              <a:xfrm>
                <a:off x="28738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h2547"/>
              <p:cNvSpPr/>
              <p:nvPr/>
            </p:nvSpPr>
            <p:spPr>
              <a:xfrm>
                <a:off x="28830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h2548"/>
              <p:cNvSpPr/>
              <p:nvPr/>
            </p:nvSpPr>
            <p:spPr>
              <a:xfrm>
                <a:off x="289235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h2549"/>
              <p:cNvSpPr/>
              <p:nvPr/>
            </p:nvSpPr>
            <p:spPr>
              <a:xfrm>
                <a:off x="29016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h2550"/>
              <p:cNvSpPr/>
              <p:nvPr/>
            </p:nvSpPr>
            <p:spPr>
              <a:xfrm>
                <a:off x="29108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h2551"/>
              <p:cNvSpPr/>
              <p:nvPr/>
            </p:nvSpPr>
            <p:spPr>
              <a:xfrm>
                <a:off x="29201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h2552"/>
              <p:cNvSpPr/>
              <p:nvPr/>
            </p:nvSpPr>
            <p:spPr>
              <a:xfrm>
                <a:off x="29294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h2553"/>
              <p:cNvSpPr/>
              <p:nvPr/>
            </p:nvSpPr>
            <p:spPr>
              <a:xfrm>
                <a:off x="29386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h2554"/>
              <p:cNvSpPr/>
              <p:nvPr/>
            </p:nvSpPr>
            <p:spPr>
              <a:xfrm>
                <a:off x="29479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h2555"/>
              <p:cNvSpPr/>
              <p:nvPr/>
            </p:nvSpPr>
            <p:spPr>
              <a:xfrm>
                <a:off x="29571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h2556"/>
              <p:cNvSpPr/>
              <p:nvPr/>
            </p:nvSpPr>
            <p:spPr>
              <a:xfrm>
                <a:off x="29664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h2557"/>
              <p:cNvSpPr/>
              <p:nvPr/>
            </p:nvSpPr>
            <p:spPr>
              <a:xfrm>
                <a:off x="29757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h2558"/>
              <p:cNvSpPr/>
              <p:nvPr/>
            </p:nvSpPr>
            <p:spPr>
              <a:xfrm>
                <a:off x="29849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h2559"/>
              <p:cNvSpPr/>
              <p:nvPr/>
            </p:nvSpPr>
            <p:spPr>
              <a:xfrm>
                <a:off x="29942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h2560"/>
              <p:cNvSpPr/>
              <p:nvPr/>
            </p:nvSpPr>
            <p:spPr>
              <a:xfrm>
                <a:off x="30035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h2561"/>
              <p:cNvSpPr/>
              <p:nvPr/>
            </p:nvSpPr>
            <p:spPr>
              <a:xfrm>
                <a:off x="30127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h2562"/>
              <p:cNvSpPr/>
              <p:nvPr/>
            </p:nvSpPr>
            <p:spPr>
              <a:xfrm>
                <a:off x="30220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h2563"/>
              <p:cNvSpPr/>
              <p:nvPr/>
            </p:nvSpPr>
            <p:spPr>
              <a:xfrm>
                <a:off x="30312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h2564"/>
              <p:cNvSpPr/>
              <p:nvPr/>
            </p:nvSpPr>
            <p:spPr>
              <a:xfrm>
                <a:off x="30405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h2565"/>
              <p:cNvSpPr/>
              <p:nvPr/>
            </p:nvSpPr>
            <p:spPr>
              <a:xfrm>
                <a:off x="30498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h2566"/>
              <p:cNvSpPr/>
              <p:nvPr/>
            </p:nvSpPr>
            <p:spPr>
              <a:xfrm>
                <a:off x="30590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h2567"/>
              <p:cNvSpPr/>
              <p:nvPr/>
            </p:nvSpPr>
            <p:spPr>
              <a:xfrm>
                <a:off x="30683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h2568"/>
              <p:cNvSpPr/>
              <p:nvPr/>
            </p:nvSpPr>
            <p:spPr>
              <a:xfrm>
                <a:off x="30775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h2569"/>
              <p:cNvSpPr/>
              <p:nvPr/>
            </p:nvSpPr>
            <p:spPr>
              <a:xfrm>
                <a:off x="30868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h2570"/>
              <p:cNvSpPr/>
              <p:nvPr/>
            </p:nvSpPr>
            <p:spPr>
              <a:xfrm>
                <a:off x="309612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h2571"/>
              <p:cNvSpPr/>
              <p:nvPr/>
            </p:nvSpPr>
            <p:spPr>
              <a:xfrm>
                <a:off x="310538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h2572"/>
              <p:cNvSpPr/>
              <p:nvPr/>
            </p:nvSpPr>
            <p:spPr>
              <a:xfrm>
                <a:off x="311464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h2573"/>
              <p:cNvSpPr/>
              <p:nvPr/>
            </p:nvSpPr>
            <p:spPr>
              <a:xfrm>
                <a:off x="312391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h2574"/>
              <p:cNvSpPr/>
              <p:nvPr/>
            </p:nvSpPr>
            <p:spPr>
              <a:xfrm>
                <a:off x="313317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h2575"/>
              <p:cNvSpPr/>
              <p:nvPr/>
            </p:nvSpPr>
            <p:spPr>
              <a:xfrm>
                <a:off x="314243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h2576"/>
              <p:cNvSpPr/>
              <p:nvPr/>
            </p:nvSpPr>
            <p:spPr>
              <a:xfrm>
                <a:off x="315169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h2577"/>
              <p:cNvSpPr/>
              <p:nvPr/>
            </p:nvSpPr>
            <p:spPr>
              <a:xfrm>
                <a:off x="316095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h2578"/>
              <p:cNvSpPr/>
              <p:nvPr/>
            </p:nvSpPr>
            <p:spPr>
              <a:xfrm>
                <a:off x="317022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h2579"/>
              <p:cNvSpPr/>
              <p:nvPr/>
            </p:nvSpPr>
            <p:spPr>
              <a:xfrm>
                <a:off x="317948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D">
                  <a:alpha val="100000"/>
                </a:srgbClr>
              </a:solidFill>
              <a:ln w="5420" cap="flat">
                <a:solidFill>
                  <a:srgbClr val="FFF5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h2580"/>
              <p:cNvSpPr/>
              <p:nvPr/>
            </p:nvSpPr>
            <p:spPr>
              <a:xfrm>
                <a:off x="318874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h2581"/>
              <p:cNvSpPr/>
              <p:nvPr/>
            </p:nvSpPr>
            <p:spPr>
              <a:xfrm>
                <a:off x="319800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h2582"/>
              <p:cNvSpPr/>
              <p:nvPr/>
            </p:nvSpPr>
            <p:spPr>
              <a:xfrm>
                <a:off x="320727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h2583"/>
              <p:cNvSpPr/>
              <p:nvPr/>
            </p:nvSpPr>
            <p:spPr>
              <a:xfrm>
                <a:off x="321653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h2584"/>
              <p:cNvSpPr/>
              <p:nvPr/>
            </p:nvSpPr>
            <p:spPr>
              <a:xfrm>
                <a:off x="32257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D">
                  <a:alpha val="100000"/>
                </a:srgbClr>
              </a:solidFill>
              <a:ln w="5420" cap="flat">
                <a:solidFill>
                  <a:srgbClr val="FFF5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h2585"/>
              <p:cNvSpPr/>
              <p:nvPr/>
            </p:nvSpPr>
            <p:spPr>
              <a:xfrm>
                <a:off x="32350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h2586"/>
              <p:cNvSpPr/>
              <p:nvPr/>
            </p:nvSpPr>
            <p:spPr>
              <a:xfrm>
                <a:off x="32443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h2587"/>
              <p:cNvSpPr/>
              <p:nvPr/>
            </p:nvSpPr>
            <p:spPr>
              <a:xfrm>
                <a:off x="32535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h2588"/>
              <p:cNvSpPr/>
              <p:nvPr/>
            </p:nvSpPr>
            <p:spPr>
              <a:xfrm>
                <a:off x="32628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h2589"/>
              <p:cNvSpPr/>
              <p:nvPr/>
            </p:nvSpPr>
            <p:spPr>
              <a:xfrm>
                <a:off x="327210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h2590"/>
              <p:cNvSpPr/>
              <p:nvPr/>
            </p:nvSpPr>
            <p:spPr>
              <a:xfrm>
                <a:off x="32813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h2591"/>
              <p:cNvSpPr/>
              <p:nvPr/>
            </p:nvSpPr>
            <p:spPr>
              <a:xfrm>
                <a:off x="32906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h2592"/>
              <p:cNvSpPr/>
              <p:nvPr/>
            </p:nvSpPr>
            <p:spPr>
              <a:xfrm>
                <a:off x="32998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h2593"/>
              <p:cNvSpPr/>
              <p:nvPr/>
            </p:nvSpPr>
            <p:spPr>
              <a:xfrm>
                <a:off x="3309154" y="2274502"/>
                <a:ext cx="9231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150" y="897161"/>
                    </a:lnTo>
                    <a:lnTo>
                      <a:pt x="921238" y="904212"/>
                    </a:lnTo>
                    <a:lnTo>
                      <a:pt x="918686" y="912624"/>
                    </a:lnTo>
                    <a:lnTo>
                      <a:pt x="918118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h2594"/>
              <p:cNvSpPr/>
              <p:nvPr/>
            </p:nvSpPr>
            <p:spPr>
              <a:xfrm>
                <a:off x="2382932" y="2240025"/>
                <a:ext cx="914400" cy="9149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999">
                    <a:moveTo>
                      <a:pt x="914400" y="914400"/>
                    </a:moveTo>
                    <a:lnTo>
                      <a:pt x="914400" y="914999"/>
                    </a:lnTo>
                    <a:lnTo>
                      <a:pt x="914130" y="914400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h2595"/>
              <p:cNvSpPr/>
              <p:nvPr/>
            </p:nvSpPr>
            <p:spPr>
              <a:xfrm>
                <a:off x="23829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20477" y="928533"/>
                    </a:lnTo>
                    <a:lnTo>
                      <a:pt x="920240" y="928005"/>
                    </a:lnTo>
                    <a:lnTo>
                      <a:pt x="919475" y="926300"/>
                    </a:lnTo>
                    <a:lnTo>
                      <a:pt x="918710" y="924595"/>
                    </a:lnTo>
                    <a:lnTo>
                      <a:pt x="917945" y="922890"/>
                    </a:lnTo>
                    <a:lnTo>
                      <a:pt x="917180" y="921186"/>
                    </a:lnTo>
                    <a:lnTo>
                      <a:pt x="916414" y="919481"/>
                    </a:lnTo>
                    <a:lnTo>
                      <a:pt x="915648" y="917776"/>
                    </a:lnTo>
                    <a:lnTo>
                      <a:pt x="914882" y="916072"/>
                    </a:lnTo>
                    <a:lnTo>
                      <a:pt x="914400" y="91499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h2596"/>
              <p:cNvSpPr/>
              <p:nvPr/>
            </p:nvSpPr>
            <p:spPr>
              <a:xfrm>
                <a:off x="239219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h2597"/>
              <p:cNvSpPr/>
              <p:nvPr/>
            </p:nvSpPr>
            <p:spPr>
              <a:xfrm>
                <a:off x="24014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h2598"/>
              <p:cNvSpPr/>
              <p:nvPr/>
            </p:nvSpPr>
            <p:spPr>
              <a:xfrm>
                <a:off x="24107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h2599"/>
              <p:cNvSpPr/>
              <p:nvPr/>
            </p:nvSpPr>
            <p:spPr>
              <a:xfrm>
                <a:off x="24199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h2600"/>
              <p:cNvSpPr/>
              <p:nvPr/>
            </p:nvSpPr>
            <p:spPr>
              <a:xfrm>
                <a:off x="24292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h2601"/>
              <p:cNvSpPr/>
              <p:nvPr/>
            </p:nvSpPr>
            <p:spPr>
              <a:xfrm>
                <a:off x="24385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h2602"/>
              <p:cNvSpPr/>
              <p:nvPr/>
            </p:nvSpPr>
            <p:spPr>
              <a:xfrm>
                <a:off x="24477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h2603"/>
              <p:cNvSpPr/>
              <p:nvPr/>
            </p:nvSpPr>
            <p:spPr>
              <a:xfrm>
                <a:off x="24570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h2604"/>
              <p:cNvSpPr/>
              <p:nvPr/>
            </p:nvSpPr>
            <p:spPr>
              <a:xfrm>
                <a:off x="24662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h2605"/>
              <p:cNvSpPr/>
              <p:nvPr/>
            </p:nvSpPr>
            <p:spPr>
              <a:xfrm>
                <a:off x="247555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h2606"/>
              <p:cNvSpPr/>
              <p:nvPr/>
            </p:nvSpPr>
            <p:spPr>
              <a:xfrm>
                <a:off x="24848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h2607"/>
              <p:cNvSpPr/>
              <p:nvPr/>
            </p:nvSpPr>
            <p:spPr>
              <a:xfrm>
                <a:off x="24940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h2608"/>
              <p:cNvSpPr/>
              <p:nvPr/>
            </p:nvSpPr>
            <p:spPr>
              <a:xfrm>
                <a:off x="25033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h2609"/>
              <p:cNvSpPr/>
              <p:nvPr/>
            </p:nvSpPr>
            <p:spPr>
              <a:xfrm>
                <a:off x="25126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h2610"/>
              <p:cNvSpPr/>
              <p:nvPr/>
            </p:nvSpPr>
            <p:spPr>
              <a:xfrm>
                <a:off x="25218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h2611"/>
              <p:cNvSpPr/>
              <p:nvPr/>
            </p:nvSpPr>
            <p:spPr>
              <a:xfrm>
                <a:off x="25311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h2612"/>
              <p:cNvSpPr/>
              <p:nvPr/>
            </p:nvSpPr>
            <p:spPr>
              <a:xfrm>
                <a:off x="25403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h2613"/>
              <p:cNvSpPr/>
              <p:nvPr/>
            </p:nvSpPr>
            <p:spPr>
              <a:xfrm>
                <a:off x="25496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h2614"/>
              <p:cNvSpPr/>
              <p:nvPr/>
            </p:nvSpPr>
            <p:spPr>
              <a:xfrm>
                <a:off x="25589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h2615"/>
              <p:cNvSpPr/>
              <p:nvPr/>
            </p:nvSpPr>
            <p:spPr>
              <a:xfrm>
                <a:off x="25681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h2616"/>
              <p:cNvSpPr/>
              <p:nvPr/>
            </p:nvSpPr>
            <p:spPr>
              <a:xfrm>
                <a:off x="25774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h2617"/>
              <p:cNvSpPr/>
              <p:nvPr/>
            </p:nvSpPr>
            <p:spPr>
              <a:xfrm>
                <a:off x="25867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h2618"/>
              <p:cNvSpPr/>
              <p:nvPr/>
            </p:nvSpPr>
            <p:spPr>
              <a:xfrm>
                <a:off x="25959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h2619"/>
              <p:cNvSpPr/>
              <p:nvPr/>
            </p:nvSpPr>
            <p:spPr>
              <a:xfrm>
                <a:off x="26052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h2620"/>
              <p:cNvSpPr/>
              <p:nvPr/>
            </p:nvSpPr>
            <p:spPr>
              <a:xfrm>
                <a:off x="26144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h2621"/>
              <p:cNvSpPr/>
              <p:nvPr/>
            </p:nvSpPr>
            <p:spPr>
              <a:xfrm>
                <a:off x="26237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h2622"/>
              <p:cNvSpPr/>
              <p:nvPr/>
            </p:nvSpPr>
            <p:spPr>
              <a:xfrm>
                <a:off x="26330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h2623"/>
              <p:cNvSpPr/>
              <p:nvPr/>
            </p:nvSpPr>
            <p:spPr>
              <a:xfrm>
                <a:off x="26422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h2624"/>
              <p:cNvSpPr/>
              <p:nvPr/>
            </p:nvSpPr>
            <p:spPr>
              <a:xfrm>
                <a:off x="26515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h2625"/>
              <p:cNvSpPr/>
              <p:nvPr/>
            </p:nvSpPr>
            <p:spPr>
              <a:xfrm>
                <a:off x="26607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h2626"/>
              <p:cNvSpPr/>
              <p:nvPr/>
            </p:nvSpPr>
            <p:spPr>
              <a:xfrm>
                <a:off x="26700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h2627"/>
              <p:cNvSpPr/>
              <p:nvPr/>
            </p:nvSpPr>
            <p:spPr>
              <a:xfrm>
                <a:off x="2679323" y="2257264"/>
                <a:ext cx="9178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1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6959" y="897161"/>
                    </a:lnTo>
                    <a:lnTo>
                      <a:pt x="917139" y="899374"/>
                    </a:lnTo>
                    <a:lnTo>
                      <a:pt x="917715" y="910296"/>
                    </a:lnTo>
                    <a:lnTo>
                      <a:pt x="917814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h2628"/>
              <p:cNvSpPr/>
              <p:nvPr/>
            </p:nvSpPr>
            <p:spPr>
              <a:xfrm>
                <a:off x="2808994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8" y="914400"/>
                    </a:lnTo>
                    <a:lnTo>
                      <a:pt x="914400" y="91370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h2629"/>
              <p:cNvSpPr/>
              <p:nvPr/>
            </p:nvSpPr>
            <p:spPr>
              <a:xfrm>
                <a:off x="2818257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708"/>
                    </a:lnTo>
                    <a:lnTo>
                      <a:pt x="909037" y="910119"/>
                    </a:lnTo>
                    <a:lnTo>
                      <a:pt x="914252" y="905924"/>
                    </a:lnTo>
                    <a:lnTo>
                      <a:pt x="914400" y="905813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h2630"/>
              <p:cNvSpPr/>
              <p:nvPr/>
            </p:nvSpPr>
            <p:spPr>
              <a:xfrm>
                <a:off x="2827519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36" y="905739"/>
                    </a:lnTo>
                    <a:lnTo>
                      <a:pt x="905485" y="905553"/>
                    </a:lnTo>
                    <a:lnTo>
                      <a:pt x="905734" y="905367"/>
                    </a:lnTo>
                    <a:lnTo>
                      <a:pt x="905982" y="905180"/>
                    </a:lnTo>
                    <a:lnTo>
                      <a:pt x="906231" y="904994"/>
                    </a:lnTo>
                    <a:lnTo>
                      <a:pt x="906480" y="904808"/>
                    </a:lnTo>
                    <a:lnTo>
                      <a:pt x="906729" y="904622"/>
                    </a:lnTo>
                    <a:lnTo>
                      <a:pt x="906978" y="904435"/>
                    </a:lnTo>
                    <a:lnTo>
                      <a:pt x="907227" y="904249"/>
                    </a:lnTo>
                    <a:lnTo>
                      <a:pt x="907475" y="904063"/>
                    </a:lnTo>
                    <a:lnTo>
                      <a:pt x="907724" y="903877"/>
                    </a:lnTo>
                    <a:lnTo>
                      <a:pt x="907973" y="903690"/>
                    </a:lnTo>
                    <a:lnTo>
                      <a:pt x="908222" y="903504"/>
                    </a:lnTo>
                    <a:lnTo>
                      <a:pt x="908471" y="903318"/>
                    </a:lnTo>
                    <a:lnTo>
                      <a:pt x="908720" y="903132"/>
                    </a:lnTo>
                    <a:lnTo>
                      <a:pt x="908969" y="902946"/>
                    </a:lnTo>
                    <a:lnTo>
                      <a:pt x="909217" y="902759"/>
                    </a:lnTo>
                    <a:lnTo>
                      <a:pt x="909466" y="902573"/>
                    </a:lnTo>
                    <a:lnTo>
                      <a:pt x="909715" y="902387"/>
                    </a:lnTo>
                    <a:lnTo>
                      <a:pt x="909964" y="902201"/>
                    </a:lnTo>
                    <a:lnTo>
                      <a:pt x="910213" y="902015"/>
                    </a:lnTo>
                    <a:lnTo>
                      <a:pt x="910462" y="901829"/>
                    </a:lnTo>
                    <a:lnTo>
                      <a:pt x="910711" y="901642"/>
                    </a:lnTo>
                    <a:lnTo>
                      <a:pt x="910960" y="901456"/>
                    </a:lnTo>
                    <a:lnTo>
                      <a:pt x="911209" y="901270"/>
                    </a:lnTo>
                    <a:lnTo>
                      <a:pt x="911458" y="901084"/>
                    </a:lnTo>
                    <a:lnTo>
                      <a:pt x="911707" y="900898"/>
                    </a:lnTo>
                    <a:lnTo>
                      <a:pt x="911956" y="900712"/>
                    </a:lnTo>
                    <a:lnTo>
                      <a:pt x="912205" y="900526"/>
                    </a:lnTo>
                    <a:lnTo>
                      <a:pt x="912454" y="900339"/>
                    </a:lnTo>
                    <a:lnTo>
                      <a:pt x="912703" y="900153"/>
                    </a:lnTo>
                    <a:lnTo>
                      <a:pt x="912952" y="899967"/>
                    </a:lnTo>
                    <a:lnTo>
                      <a:pt x="913201" y="899781"/>
                    </a:lnTo>
                    <a:lnTo>
                      <a:pt x="913450" y="899595"/>
                    </a:lnTo>
                    <a:lnTo>
                      <a:pt x="913699" y="899409"/>
                    </a:lnTo>
                    <a:lnTo>
                      <a:pt x="913948" y="899223"/>
                    </a:lnTo>
                    <a:lnTo>
                      <a:pt x="914197" y="899037"/>
                    </a:lnTo>
                    <a:lnTo>
                      <a:pt x="914400" y="898885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h2631"/>
              <p:cNvSpPr/>
              <p:nvPr/>
            </p:nvSpPr>
            <p:spPr>
              <a:xfrm>
                <a:off x="2836781" y="22400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83" y="916089"/>
                    </a:lnTo>
                    <a:lnTo>
                      <a:pt x="905433" y="915903"/>
                    </a:lnTo>
                    <a:lnTo>
                      <a:pt x="905682" y="915717"/>
                    </a:lnTo>
                    <a:lnTo>
                      <a:pt x="905931" y="915531"/>
                    </a:lnTo>
                    <a:lnTo>
                      <a:pt x="906180" y="915345"/>
                    </a:lnTo>
                    <a:lnTo>
                      <a:pt x="906429" y="915159"/>
                    </a:lnTo>
                    <a:lnTo>
                      <a:pt x="906678" y="914973"/>
                    </a:lnTo>
                    <a:lnTo>
                      <a:pt x="906927" y="914787"/>
                    </a:lnTo>
                    <a:lnTo>
                      <a:pt x="907176" y="914601"/>
                    </a:lnTo>
                    <a:lnTo>
                      <a:pt x="907445" y="914400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h2632"/>
              <p:cNvSpPr/>
              <p:nvPr/>
            </p:nvSpPr>
            <p:spPr>
              <a:xfrm>
                <a:off x="28367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h2633"/>
              <p:cNvSpPr/>
              <p:nvPr/>
            </p:nvSpPr>
            <p:spPr>
              <a:xfrm>
                <a:off x="28460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h2634"/>
              <p:cNvSpPr/>
              <p:nvPr/>
            </p:nvSpPr>
            <p:spPr>
              <a:xfrm>
                <a:off x="28553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h2635"/>
              <p:cNvSpPr/>
              <p:nvPr/>
            </p:nvSpPr>
            <p:spPr>
              <a:xfrm>
                <a:off x="28645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h2636"/>
              <p:cNvSpPr/>
              <p:nvPr/>
            </p:nvSpPr>
            <p:spPr>
              <a:xfrm>
                <a:off x="28738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h2637"/>
              <p:cNvSpPr/>
              <p:nvPr/>
            </p:nvSpPr>
            <p:spPr>
              <a:xfrm>
                <a:off x="28830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h2638"/>
              <p:cNvSpPr/>
              <p:nvPr/>
            </p:nvSpPr>
            <p:spPr>
              <a:xfrm>
                <a:off x="289235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h2639"/>
              <p:cNvSpPr/>
              <p:nvPr/>
            </p:nvSpPr>
            <p:spPr>
              <a:xfrm>
                <a:off x="29016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h2640"/>
              <p:cNvSpPr/>
              <p:nvPr/>
            </p:nvSpPr>
            <p:spPr>
              <a:xfrm>
                <a:off x="29108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h2641"/>
              <p:cNvSpPr/>
              <p:nvPr/>
            </p:nvSpPr>
            <p:spPr>
              <a:xfrm>
                <a:off x="29201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h2642"/>
              <p:cNvSpPr/>
              <p:nvPr/>
            </p:nvSpPr>
            <p:spPr>
              <a:xfrm>
                <a:off x="29294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h2643"/>
              <p:cNvSpPr/>
              <p:nvPr/>
            </p:nvSpPr>
            <p:spPr>
              <a:xfrm>
                <a:off x="29386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h2644"/>
              <p:cNvSpPr/>
              <p:nvPr/>
            </p:nvSpPr>
            <p:spPr>
              <a:xfrm>
                <a:off x="29479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h2645"/>
              <p:cNvSpPr/>
              <p:nvPr/>
            </p:nvSpPr>
            <p:spPr>
              <a:xfrm>
                <a:off x="29571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h2646"/>
              <p:cNvSpPr/>
              <p:nvPr/>
            </p:nvSpPr>
            <p:spPr>
              <a:xfrm>
                <a:off x="29664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h2647"/>
              <p:cNvSpPr/>
              <p:nvPr/>
            </p:nvSpPr>
            <p:spPr>
              <a:xfrm>
                <a:off x="29757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h2648"/>
              <p:cNvSpPr/>
              <p:nvPr/>
            </p:nvSpPr>
            <p:spPr>
              <a:xfrm>
                <a:off x="29849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h2649"/>
              <p:cNvSpPr/>
              <p:nvPr/>
            </p:nvSpPr>
            <p:spPr>
              <a:xfrm>
                <a:off x="29942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h2650"/>
              <p:cNvSpPr/>
              <p:nvPr/>
            </p:nvSpPr>
            <p:spPr>
              <a:xfrm>
                <a:off x="30035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h2651"/>
              <p:cNvSpPr/>
              <p:nvPr/>
            </p:nvSpPr>
            <p:spPr>
              <a:xfrm>
                <a:off x="30127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h2652"/>
              <p:cNvSpPr/>
              <p:nvPr/>
            </p:nvSpPr>
            <p:spPr>
              <a:xfrm>
                <a:off x="30220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h2653"/>
              <p:cNvSpPr/>
              <p:nvPr/>
            </p:nvSpPr>
            <p:spPr>
              <a:xfrm>
                <a:off x="30312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h2654"/>
              <p:cNvSpPr/>
              <p:nvPr/>
            </p:nvSpPr>
            <p:spPr>
              <a:xfrm>
                <a:off x="30405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h2655"/>
              <p:cNvSpPr/>
              <p:nvPr/>
            </p:nvSpPr>
            <p:spPr>
              <a:xfrm>
                <a:off x="30498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h2656"/>
              <p:cNvSpPr/>
              <p:nvPr/>
            </p:nvSpPr>
            <p:spPr>
              <a:xfrm>
                <a:off x="30590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h2657"/>
              <p:cNvSpPr/>
              <p:nvPr/>
            </p:nvSpPr>
            <p:spPr>
              <a:xfrm>
                <a:off x="30683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h2658"/>
              <p:cNvSpPr/>
              <p:nvPr/>
            </p:nvSpPr>
            <p:spPr>
              <a:xfrm>
                <a:off x="30775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h2659"/>
              <p:cNvSpPr/>
              <p:nvPr/>
            </p:nvSpPr>
            <p:spPr>
              <a:xfrm>
                <a:off x="30868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h2660"/>
              <p:cNvSpPr/>
              <p:nvPr/>
            </p:nvSpPr>
            <p:spPr>
              <a:xfrm>
                <a:off x="309612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h2661"/>
              <p:cNvSpPr/>
              <p:nvPr/>
            </p:nvSpPr>
            <p:spPr>
              <a:xfrm>
                <a:off x="310538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h2662"/>
              <p:cNvSpPr/>
              <p:nvPr/>
            </p:nvSpPr>
            <p:spPr>
              <a:xfrm>
                <a:off x="311464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h2663"/>
              <p:cNvSpPr/>
              <p:nvPr/>
            </p:nvSpPr>
            <p:spPr>
              <a:xfrm>
                <a:off x="312391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h2664"/>
              <p:cNvSpPr/>
              <p:nvPr/>
            </p:nvSpPr>
            <p:spPr>
              <a:xfrm>
                <a:off x="313317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h2665"/>
              <p:cNvSpPr/>
              <p:nvPr/>
            </p:nvSpPr>
            <p:spPr>
              <a:xfrm>
                <a:off x="314243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h2666"/>
              <p:cNvSpPr/>
              <p:nvPr/>
            </p:nvSpPr>
            <p:spPr>
              <a:xfrm>
                <a:off x="315169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h2667"/>
              <p:cNvSpPr/>
              <p:nvPr/>
            </p:nvSpPr>
            <p:spPr>
              <a:xfrm>
                <a:off x="316095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h2668"/>
              <p:cNvSpPr/>
              <p:nvPr/>
            </p:nvSpPr>
            <p:spPr>
              <a:xfrm>
                <a:off x="317022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h2669"/>
              <p:cNvSpPr/>
              <p:nvPr/>
            </p:nvSpPr>
            <p:spPr>
              <a:xfrm>
                <a:off x="317948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h2670"/>
              <p:cNvSpPr/>
              <p:nvPr/>
            </p:nvSpPr>
            <p:spPr>
              <a:xfrm>
                <a:off x="318874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h2671"/>
              <p:cNvSpPr/>
              <p:nvPr/>
            </p:nvSpPr>
            <p:spPr>
              <a:xfrm>
                <a:off x="319800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h2672"/>
              <p:cNvSpPr/>
              <p:nvPr/>
            </p:nvSpPr>
            <p:spPr>
              <a:xfrm>
                <a:off x="320727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h2673"/>
              <p:cNvSpPr/>
              <p:nvPr/>
            </p:nvSpPr>
            <p:spPr>
              <a:xfrm>
                <a:off x="32165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h2674"/>
              <p:cNvSpPr/>
              <p:nvPr/>
            </p:nvSpPr>
            <p:spPr>
              <a:xfrm>
                <a:off x="322579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h2675"/>
              <p:cNvSpPr/>
              <p:nvPr/>
            </p:nvSpPr>
            <p:spPr>
              <a:xfrm>
                <a:off x="32350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h2676"/>
              <p:cNvSpPr/>
              <p:nvPr/>
            </p:nvSpPr>
            <p:spPr>
              <a:xfrm>
                <a:off x="32443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h2677"/>
              <p:cNvSpPr/>
              <p:nvPr/>
            </p:nvSpPr>
            <p:spPr>
              <a:xfrm>
                <a:off x="32535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h2678"/>
              <p:cNvSpPr/>
              <p:nvPr/>
            </p:nvSpPr>
            <p:spPr>
              <a:xfrm>
                <a:off x="32628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h2679"/>
              <p:cNvSpPr/>
              <p:nvPr/>
            </p:nvSpPr>
            <p:spPr>
              <a:xfrm>
                <a:off x="327210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h2680"/>
              <p:cNvSpPr/>
              <p:nvPr/>
            </p:nvSpPr>
            <p:spPr>
              <a:xfrm>
                <a:off x="32813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h2681"/>
              <p:cNvSpPr/>
              <p:nvPr/>
            </p:nvSpPr>
            <p:spPr>
              <a:xfrm>
                <a:off x="32906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h2682"/>
              <p:cNvSpPr/>
              <p:nvPr/>
            </p:nvSpPr>
            <p:spPr>
              <a:xfrm>
                <a:off x="32998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h2683"/>
              <p:cNvSpPr/>
              <p:nvPr/>
            </p:nvSpPr>
            <p:spPr>
              <a:xfrm>
                <a:off x="3309154" y="22572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472"/>
                    </a:lnTo>
                    <a:lnTo>
                      <a:pt x="923577" y="912826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h2684"/>
              <p:cNvSpPr/>
              <p:nvPr/>
            </p:nvSpPr>
            <p:spPr>
              <a:xfrm>
                <a:off x="3318417" y="2240025"/>
                <a:ext cx="917978" cy="929710"/>
              </a:xfrm>
              <a:custGeom>
                <a:avLst/>
                <a:gdLst/>
                <a:ahLst/>
                <a:cxnLst/>
                <a:rect l="0" t="0" r="0" b="0"/>
                <a:pathLst>
                  <a:path w="917978" h="929710">
                    <a:moveTo>
                      <a:pt x="914400" y="914400"/>
                    </a:moveTo>
                    <a:lnTo>
                      <a:pt x="917978" y="914400"/>
                    </a:lnTo>
                    <a:lnTo>
                      <a:pt x="917572" y="916196"/>
                    </a:lnTo>
                    <a:lnTo>
                      <a:pt x="917005" y="918714"/>
                    </a:lnTo>
                    <a:lnTo>
                      <a:pt x="916434" y="921246"/>
                    </a:lnTo>
                    <a:lnTo>
                      <a:pt x="914400" y="92971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h2685"/>
              <p:cNvSpPr/>
              <p:nvPr/>
            </p:nvSpPr>
            <p:spPr>
              <a:xfrm>
                <a:off x="2382932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16" y="931606"/>
                    </a:lnTo>
                    <a:lnTo>
                      <a:pt x="913349" y="929901"/>
                    </a:lnTo>
                    <a:lnTo>
                      <a:pt x="912582" y="928197"/>
                    </a:lnTo>
                    <a:lnTo>
                      <a:pt x="911815" y="926492"/>
                    </a:lnTo>
                    <a:lnTo>
                      <a:pt x="911048" y="924788"/>
                    </a:lnTo>
                    <a:lnTo>
                      <a:pt x="910281" y="923084"/>
                    </a:lnTo>
                    <a:lnTo>
                      <a:pt x="909513" y="921380"/>
                    </a:lnTo>
                    <a:lnTo>
                      <a:pt x="908746" y="919676"/>
                    </a:lnTo>
                    <a:lnTo>
                      <a:pt x="907978" y="917972"/>
                    </a:lnTo>
                    <a:lnTo>
                      <a:pt x="907210" y="916267"/>
                    </a:lnTo>
                    <a:lnTo>
                      <a:pt x="906441" y="914564"/>
                    </a:lnTo>
                    <a:lnTo>
                      <a:pt x="906367" y="914400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h2686"/>
              <p:cNvSpPr/>
              <p:nvPr/>
            </p:nvSpPr>
            <p:spPr>
              <a:xfrm>
                <a:off x="23829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h2687"/>
              <p:cNvSpPr/>
              <p:nvPr/>
            </p:nvSpPr>
            <p:spPr>
              <a:xfrm>
                <a:off x="239219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h2688"/>
              <p:cNvSpPr/>
              <p:nvPr/>
            </p:nvSpPr>
            <p:spPr>
              <a:xfrm>
                <a:off x="24014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h2689"/>
              <p:cNvSpPr/>
              <p:nvPr/>
            </p:nvSpPr>
            <p:spPr>
              <a:xfrm>
                <a:off x="24107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h2690"/>
              <p:cNvSpPr/>
              <p:nvPr/>
            </p:nvSpPr>
            <p:spPr>
              <a:xfrm>
                <a:off x="24199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h2691"/>
              <p:cNvSpPr/>
              <p:nvPr/>
            </p:nvSpPr>
            <p:spPr>
              <a:xfrm>
                <a:off x="24292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h2692"/>
              <p:cNvSpPr/>
              <p:nvPr/>
            </p:nvSpPr>
            <p:spPr>
              <a:xfrm>
                <a:off x="24385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h2693"/>
              <p:cNvSpPr/>
              <p:nvPr/>
            </p:nvSpPr>
            <p:spPr>
              <a:xfrm>
                <a:off x="24477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h2694"/>
              <p:cNvSpPr/>
              <p:nvPr/>
            </p:nvSpPr>
            <p:spPr>
              <a:xfrm>
                <a:off x="24570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h2695"/>
              <p:cNvSpPr/>
              <p:nvPr/>
            </p:nvSpPr>
            <p:spPr>
              <a:xfrm>
                <a:off x="24662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h2696"/>
              <p:cNvSpPr/>
              <p:nvPr/>
            </p:nvSpPr>
            <p:spPr>
              <a:xfrm>
                <a:off x="247555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h2697"/>
              <p:cNvSpPr/>
              <p:nvPr/>
            </p:nvSpPr>
            <p:spPr>
              <a:xfrm>
                <a:off x="24848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h2698"/>
              <p:cNvSpPr/>
              <p:nvPr/>
            </p:nvSpPr>
            <p:spPr>
              <a:xfrm>
                <a:off x="24940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h2699"/>
              <p:cNvSpPr/>
              <p:nvPr/>
            </p:nvSpPr>
            <p:spPr>
              <a:xfrm>
                <a:off x="25033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h2700"/>
              <p:cNvSpPr/>
              <p:nvPr/>
            </p:nvSpPr>
            <p:spPr>
              <a:xfrm>
                <a:off x="25126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h2701"/>
              <p:cNvSpPr/>
              <p:nvPr/>
            </p:nvSpPr>
            <p:spPr>
              <a:xfrm>
                <a:off x="25218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h2702"/>
              <p:cNvSpPr/>
              <p:nvPr/>
            </p:nvSpPr>
            <p:spPr>
              <a:xfrm>
                <a:off x="25311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h2703"/>
              <p:cNvSpPr/>
              <p:nvPr/>
            </p:nvSpPr>
            <p:spPr>
              <a:xfrm>
                <a:off x="25403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h2704"/>
              <p:cNvSpPr/>
              <p:nvPr/>
            </p:nvSpPr>
            <p:spPr>
              <a:xfrm>
                <a:off x="25496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h2705"/>
              <p:cNvSpPr/>
              <p:nvPr/>
            </p:nvSpPr>
            <p:spPr>
              <a:xfrm>
                <a:off x="25589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h2706"/>
              <p:cNvSpPr/>
              <p:nvPr/>
            </p:nvSpPr>
            <p:spPr>
              <a:xfrm>
                <a:off x="25681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h2707"/>
              <p:cNvSpPr/>
              <p:nvPr/>
            </p:nvSpPr>
            <p:spPr>
              <a:xfrm>
                <a:off x="25774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h2708"/>
              <p:cNvSpPr/>
              <p:nvPr/>
            </p:nvSpPr>
            <p:spPr>
              <a:xfrm>
                <a:off x="25867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h2709"/>
              <p:cNvSpPr/>
              <p:nvPr/>
            </p:nvSpPr>
            <p:spPr>
              <a:xfrm>
                <a:off x="25959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h2710"/>
              <p:cNvSpPr/>
              <p:nvPr/>
            </p:nvSpPr>
            <p:spPr>
              <a:xfrm>
                <a:off x="26052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h2711"/>
              <p:cNvSpPr/>
              <p:nvPr/>
            </p:nvSpPr>
            <p:spPr>
              <a:xfrm>
                <a:off x="26144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h2712"/>
              <p:cNvSpPr/>
              <p:nvPr/>
            </p:nvSpPr>
            <p:spPr>
              <a:xfrm>
                <a:off x="26237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h2713"/>
              <p:cNvSpPr/>
              <p:nvPr/>
            </p:nvSpPr>
            <p:spPr>
              <a:xfrm>
                <a:off x="26330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h2714"/>
              <p:cNvSpPr/>
              <p:nvPr/>
            </p:nvSpPr>
            <p:spPr>
              <a:xfrm>
                <a:off x="26422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h2715"/>
              <p:cNvSpPr/>
              <p:nvPr/>
            </p:nvSpPr>
            <p:spPr>
              <a:xfrm>
                <a:off x="26515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h2716"/>
              <p:cNvSpPr/>
              <p:nvPr/>
            </p:nvSpPr>
            <p:spPr>
              <a:xfrm>
                <a:off x="26607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h2717"/>
              <p:cNvSpPr/>
              <p:nvPr/>
            </p:nvSpPr>
            <p:spPr>
              <a:xfrm>
                <a:off x="26700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h2718"/>
              <p:cNvSpPr/>
              <p:nvPr/>
            </p:nvSpPr>
            <p:spPr>
              <a:xfrm>
                <a:off x="2679323" y="2240025"/>
                <a:ext cx="916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297" y="897161"/>
                    </a:lnTo>
                    <a:lnTo>
                      <a:pt x="916253" y="905762"/>
                    </a:lnTo>
                    <a:lnTo>
                      <a:pt x="916959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h2719"/>
              <p:cNvSpPr/>
              <p:nvPr/>
            </p:nvSpPr>
            <p:spPr>
              <a:xfrm>
                <a:off x="2836781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445" y="914400"/>
                    </a:lnTo>
                    <a:lnTo>
                      <a:pt x="907674" y="914229"/>
                    </a:lnTo>
                    <a:lnTo>
                      <a:pt x="907923" y="914043"/>
                    </a:lnTo>
                    <a:lnTo>
                      <a:pt x="908172" y="913857"/>
                    </a:lnTo>
                    <a:lnTo>
                      <a:pt x="908421" y="913671"/>
                    </a:lnTo>
                    <a:lnTo>
                      <a:pt x="908671" y="913485"/>
                    </a:lnTo>
                    <a:lnTo>
                      <a:pt x="908920" y="913299"/>
                    </a:lnTo>
                    <a:lnTo>
                      <a:pt x="909169" y="913113"/>
                    </a:lnTo>
                    <a:lnTo>
                      <a:pt x="909418" y="912927"/>
                    </a:lnTo>
                    <a:lnTo>
                      <a:pt x="909667" y="912741"/>
                    </a:lnTo>
                    <a:lnTo>
                      <a:pt x="909916" y="912555"/>
                    </a:lnTo>
                    <a:lnTo>
                      <a:pt x="910166" y="912369"/>
                    </a:lnTo>
                    <a:lnTo>
                      <a:pt x="910415" y="912183"/>
                    </a:lnTo>
                    <a:lnTo>
                      <a:pt x="910664" y="911997"/>
                    </a:lnTo>
                    <a:lnTo>
                      <a:pt x="910913" y="911811"/>
                    </a:lnTo>
                    <a:lnTo>
                      <a:pt x="911162" y="911625"/>
                    </a:lnTo>
                    <a:lnTo>
                      <a:pt x="911411" y="911439"/>
                    </a:lnTo>
                    <a:lnTo>
                      <a:pt x="911661" y="911253"/>
                    </a:lnTo>
                    <a:lnTo>
                      <a:pt x="914400" y="909313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h2720"/>
              <p:cNvSpPr/>
              <p:nvPr/>
            </p:nvSpPr>
            <p:spPr>
              <a:xfrm>
                <a:off x="2846043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313"/>
                    </a:lnTo>
                    <a:lnTo>
                      <a:pt x="905336" y="909017"/>
                    </a:lnTo>
                    <a:lnTo>
                      <a:pt x="910052" y="902708"/>
                    </a:lnTo>
                    <a:lnTo>
                      <a:pt x="914400" y="897511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h2721"/>
              <p:cNvSpPr/>
              <p:nvPr/>
            </p:nvSpPr>
            <p:spPr>
              <a:xfrm>
                <a:off x="2855306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50"/>
                    </a:lnTo>
                    <a:lnTo>
                      <a:pt x="905430" y="914400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h2722"/>
              <p:cNvSpPr/>
              <p:nvPr/>
            </p:nvSpPr>
            <p:spPr>
              <a:xfrm>
                <a:off x="28553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h2723"/>
              <p:cNvSpPr/>
              <p:nvPr/>
            </p:nvSpPr>
            <p:spPr>
              <a:xfrm>
                <a:off x="28645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h2724"/>
              <p:cNvSpPr/>
              <p:nvPr/>
            </p:nvSpPr>
            <p:spPr>
              <a:xfrm>
                <a:off x="28738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h2725"/>
              <p:cNvSpPr/>
              <p:nvPr/>
            </p:nvSpPr>
            <p:spPr>
              <a:xfrm>
                <a:off x="28830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h2726"/>
              <p:cNvSpPr/>
              <p:nvPr/>
            </p:nvSpPr>
            <p:spPr>
              <a:xfrm>
                <a:off x="28923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h2727"/>
              <p:cNvSpPr/>
              <p:nvPr/>
            </p:nvSpPr>
            <p:spPr>
              <a:xfrm>
                <a:off x="29016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h2728"/>
              <p:cNvSpPr/>
              <p:nvPr/>
            </p:nvSpPr>
            <p:spPr>
              <a:xfrm>
                <a:off x="29108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h2729"/>
              <p:cNvSpPr/>
              <p:nvPr/>
            </p:nvSpPr>
            <p:spPr>
              <a:xfrm>
                <a:off x="29201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h2730"/>
              <p:cNvSpPr/>
              <p:nvPr/>
            </p:nvSpPr>
            <p:spPr>
              <a:xfrm>
                <a:off x="29294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h2731"/>
              <p:cNvSpPr/>
              <p:nvPr/>
            </p:nvSpPr>
            <p:spPr>
              <a:xfrm>
                <a:off x="29386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h2732"/>
              <p:cNvSpPr/>
              <p:nvPr/>
            </p:nvSpPr>
            <p:spPr>
              <a:xfrm>
                <a:off x="29479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h2733"/>
              <p:cNvSpPr/>
              <p:nvPr/>
            </p:nvSpPr>
            <p:spPr>
              <a:xfrm>
                <a:off x="29571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h2734"/>
              <p:cNvSpPr/>
              <p:nvPr/>
            </p:nvSpPr>
            <p:spPr>
              <a:xfrm>
                <a:off x="29664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h2735"/>
              <p:cNvSpPr/>
              <p:nvPr/>
            </p:nvSpPr>
            <p:spPr>
              <a:xfrm>
                <a:off x="29757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h2736"/>
              <p:cNvSpPr/>
              <p:nvPr/>
            </p:nvSpPr>
            <p:spPr>
              <a:xfrm>
                <a:off x="29849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h2737"/>
              <p:cNvSpPr/>
              <p:nvPr/>
            </p:nvSpPr>
            <p:spPr>
              <a:xfrm>
                <a:off x="29942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h2738"/>
              <p:cNvSpPr/>
              <p:nvPr/>
            </p:nvSpPr>
            <p:spPr>
              <a:xfrm>
                <a:off x="30035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h2739"/>
              <p:cNvSpPr/>
              <p:nvPr/>
            </p:nvSpPr>
            <p:spPr>
              <a:xfrm>
                <a:off x="30127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h2740"/>
              <p:cNvSpPr/>
              <p:nvPr/>
            </p:nvSpPr>
            <p:spPr>
              <a:xfrm>
                <a:off x="30220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h2741"/>
              <p:cNvSpPr/>
              <p:nvPr/>
            </p:nvSpPr>
            <p:spPr>
              <a:xfrm>
                <a:off x="30312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h2742"/>
              <p:cNvSpPr/>
              <p:nvPr/>
            </p:nvSpPr>
            <p:spPr>
              <a:xfrm>
                <a:off x="30405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h2743"/>
              <p:cNvSpPr/>
              <p:nvPr/>
            </p:nvSpPr>
            <p:spPr>
              <a:xfrm>
                <a:off x="30498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h2744"/>
              <p:cNvSpPr/>
              <p:nvPr/>
            </p:nvSpPr>
            <p:spPr>
              <a:xfrm>
                <a:off x="30590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h2745"/>
              <p:cNvSpPr/>
              <p:nvPr/>
            </p:nvSpPr>
            <p:spPr>
              <a:xfrm>
                <a:off x="30683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h2746"/>
              <p:cNvSpPr/>
              <p:nvPr/>
            </p:nvSpPr>
            <p:spPr>
              <a:xfrm>
                <a:off x="30775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h2747"/>
              <p:cNvSpPr/>
              <p:nvPr/>
            </p:nvSpPr>
            <p:spPr>
              <a:xfrm>
                <a:off x="30868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h2748"/>
              <p:cNvSpPr/>
              <p:nvPr/>
            </p:nvSpPr>
            <p:spPr>
              <a:xfrm>
                <a:off x="309612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h2749"/>
              <p:cNvSpPr/>
              <p:nvPr/>
            </p:nvSpPr>
            <p:spPr>
              <a:xfrm>
                <a:off x="310538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h2750"/>
              <p:cNvSpPr/>
              <p:nvPr/>
            </p:nvSpPr>
            <p:spPr>
              <a:xfrm>
                <a:off x="311464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h2751"/>
              <p:cNvSpPr/>
              <p:nvPr/>
            </p:nvSpPr>
            <p:spPr>
              <a:xfrm>
                <a:off x="312391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h2752"/>
              <p:cNvSpPr/>
              <p:nvPr/>
            </p:nvSpPr>
            <p:spPr>
              <a:xfrm>
                <a:off x="313317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h2753"/>
              <p:cNvSpPr/>
              <p:nvPr/>
            </p:nvSpPr>
            <p:spPr>
              <a:xfrm>
                <a:off x="314243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h2754"/>
              <p:cNvSpPr/>
              <p:nvPr/>
            </p:nvSpPr>
            <p:spPr>
              <a:xfrm>
                <a:off x="315169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h2755"/>
              <p:cNvSpPr/>
              <p:nvPr/>
            </p:nvSpPr>
            <p:spPr>
              <a:xfrm>
                <a:off x="316095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h2756"/>
              <p:cNvSpPr/>
              <p:nvPr/>
            </p:nvSpPr>
            <p:spPr>
              <a:xfrm>
                <a:off x="317022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h2757"/>
              <p:cNvSpPr/>
              <p:nvPr/>
            </p:nvSpPr>
            <p:spPr>
              <a:xfrm>
                <a:off x="317948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h2758"/>
              <p:cNvSpPr/>
              <p:nvPr/>
            </p:nvSpPr>
            <p:spPr>
              <a:xfrm>
                <a:off x="318874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h2759"/>
              <p:cNvSpPr/>
              <p:nvPr/>
            </p:nvSpPr>
            <p:spPr>
              <a:xfrm>
                <a:off x="319800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h2760"/>
              <p:cNvSpPr/>
              <p:nvPr/>
            </p:nvSpPr>
            <p:spPr>
              <a:xfrm>
                <a:off x="320727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h2761"/>
              <p:cNvSpPr/>
              <p:nvPr/>
            </p:nvSpPr>
            <p:spPr>
              <a:xfrm>
                <a:off x="32165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h2762"/>
              <p:cNvSpPr/>
              <p:nvPr/>
            </p:nvSpPr>
            <p:spPr>
              <a:xfrm>
                <a:off x="322579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h2763"/>
              <p:cNvSpPr/>
              <p:nvPr/>
            </p:nvSpPr>
            <p:spPr>
              <a:xfrm>
                <a:off x="32350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h2764"/>
              <p:cNvSpPr/>
              <p:nvPr/>
            </p:nvSpPr>
            <p:spPr>
              <a:xfrm>
                <a:off x="32443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h2765"/>
              <p:cNvSpPr/>
              <p:nvPr/>
            </p:nvSpPr>
            <p:spPr>
              <a:xfrm>
                <a:off x="32535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h2766"/>
              <p:cNvSpPr/>
              <p:nvPr/>
            </p:nvSpPr>
            <p:spPr>
              <a:xfrm>
                <a:off x="32628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h2767"/>
              <p:cNvSpPr/>
              <p:nvPr/>
            </p:nvSpPr>
            <p:spPr>
              <a:xfrm>
                <a:off x="327210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h2768"/>
              <p:cNvSpPr/>
              <p:nvPr/>
            </p:nvSpPr>
            <p:spPr>
              <a:xfrm>
                <a:off x="32813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h2769"/>
              <p:cNvSpPr/>
              <p:nvPr/>
            </p:nvSpPr>
            <p:spPr>
              <a:xfrm>
                <a:off x="32906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h2770"/>
              <p:cNvSpPr/>
              <p:nvPr/>
            </p:nvSpPr>
            <p:spPr>
              <a:xfrm>
                <a:off x="32998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h2771"/>
              <p:cNvSpPr/>
              <p:nvPr/>
            </p:nvSpPr>
            <p:spPr>
              <a:xfrm>
                <a:off x="33091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h2772"/>
              <p:cNvSpPr/>
              <p:nvPr/>
            </p:nvSpPr>
            <p:spPr>
              <a:xfrm>
                <a:off x="3318417" y="2240025"/>
                <a:ext cx="92187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7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73" y="897161"/>
                    </a:lnTo>
                    <a:lnTo>
                      <a:pt x="921553" y="898573"/>
                    </a:lnTo>
                    <a:lnTo>
                      <a:pt x="920984" y="901090"/>
                    </a:lnTo>
                    <a:lnTo>
                      <a:pt x="920415" y="903608"/>
                    </a:lnTo>
                    <a:lnTo>
                      <a:pt x="919846" y="906125"/>
                    </a:lnTo>
                    <a:lnTo>
                      <a:pt x="919277" y="908643"/>
                    </a:lnTo>
                    <a:lnTo>
                      <a:pt x="918709" y="911161"/>
                    </a:lnTo>
                    <a:lnTo>
                      <a:pt x="918140" y="913678"/>
                    </a:lnTo>
                    <a:lnTo>
                      <a:pt x="917978" y="91440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h2773"/>
              <p:cNvSpPr/>
              <p:nvPr/>
            </p:nvSpPr>
            <p:spPr>
              <a:xfrm>
                <a:off x="2373670" y="2205548"/>
                <a:ext cx="914400" cy="92891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1">
                    <a:moveTo>
                      <a:pt x="914400" y="914400"/>
                    </a:moveTo>
                    <a:lnTo>
                      <a:pt x="914400" y="928911"/>
                    </a:lnTo>
                    <a:lnTo>
                      <a:pt x="914166" y="928394"/>
                    </a:lnTo>
                    <a:lnTo>
                      <a:pt x="913397" y="926690"/>
                    </a:lnTo>
                    <a:lnTo>
                      <a:pt x="912628" y="924987"/>
                    </a:lnTo>
                    <a:lnTo>
                      <a:pt x="911859" y="923283"/>
                    </a:lnTo>
                    <a:lnTo>
                      <a:pt x="911089" y="921579"/>
                    </a:lnTo>
                    <a:lnTo>
                      <a:pt x="910319" y="919876"/>
                    </a:lnTo>
                    <a:lnTo>
                      <a:pt x="909549" y="918172"/>
                    </a:lnTo>
                    <a:lnTo>
                      <a:pt x="908779" y="916468"/>
                    </a:lnTo>
                    <a:lnTo>
                      <a:pt x="908009" y="914765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h2774"/>
              <p:cNvSpPr/>
              <p:nvPr/>
            </p:nvSpPr>
            <p:spPr>
              <a:xfrm>
                <a:off x="23736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29" y="931638"/>
                    </a:lnTo>
                    <a:lnTo>
                      <a:pt x="914935" y="930098"/>
                    </a:lnTo>
                    <a:lnTo>
                      <a:pt x="914400" y="928911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h2775"/>
              <p:cNvSpPr/>
              <p:nvPr/>
            </p:nvSpPr>
            <p:spPr>
              <a:xfrm>
                <a:off x="23829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h2776"/>
              <p:cNvSpPr/>
              <p:nvPr/>
            </p:nvSpPr>
            <p:spPr>
              <a:xfrm>
                <a:off x="239219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h2777"/>
              <p:cNvSpPr/>
              <p:nvPr/>
            </p:nvSpPr>
            <p:spPr>
              <a:xfrm>
                <a:off x="24014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h2778"/>
              <p:cNvSpPr/>
              <p:nvPr/>
            </p:nvSpPr>
            <p:spPr>
              <a:xfrm>
                <a:off x="24107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h2779"/>
              <p:cNvSpPr/>
              <p:nvPr/>
            </p:nvSpPr>
            <p:spPr>
              <a:xfrm>
                <a:off x="24199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h2780"/>
              <p:cNvSpPr/>
              <p:nvPr/>
            </p:nvSpPr>
            <p:spPr>
              <a:xfrm>
                <a:off x="24292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h2781"/>
              <p:cNvSpPr/>
              <p:nvPr/>
            </p:nvSpPr>
            <p:spPr>
              <a:xfrm>
                <a:off x="243850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h2782"/>
              <p:cNvSpPr/>
              <p:nvPr/>
            </p:nvSpPr>
            <p:spPr>
              <a:xfrm>
                <a:off x="24477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h2783"/>
              <p:cNvSpPr/>
              <p:nvPr/>
            </p:nvSpPr>
            <p:spPr>
              <a:xfrm>
                <a:off x="24570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h2784"/>
              <p:cNvSpPr/>
              <p:nvPr/>
            </p:nvSpPr>
            <p:spPr>
              <a:xfrm>
                <a:off x="24662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h2785"/>
              <p:cNvSpPr/>
              <p:nvPr/>
            </p:nvSpPr>
            <p:spPr>
              <a:xfrm>
                <a:off x="247555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h2786"/>
              <p:cNvSpPr/>
              <p:nvPr/>
            </p:nvSpPr>
            <p:spPr>
              <a:xfrm>
                <a:off x="24848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h2787"/>
              <p:cNvSpPr/>
              <p:nvPr/>
            </p:nvSpPr>
            <p:spPr>
              <a:xfrm>
                <a:off x="24940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h2788"/>
              <p:cNvSpPr/>
              <p:nvPr/>
            </p:nvSpPr>
            <p:spPr>
              <a:xfrm>
                <a:off x="25033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h2789"/>
              <p:cNvSpPr/>
              <p:nvPr/>
            </p:nvSpPr>
            <p:spPr>
              <a:xfrm>
                <a:off x="25126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h2790"/>
              <p:cNvSpPr/>
              <p:nvPr/>
            </p:nvSpPr>
            <p:spPr>
              <a:xfrm>
                <a:off x="25218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h2791"/>
              <p:cNvSpPr/>
              <p:nvPr/>
            </p:nvSpPr>
            <p:spPr>
              <a:xfrm>
                <a:off x="25311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h2792"/>
              <p:cNvSpPr/>
              <p:nvPr/>
            </p:nvSpPr>
            <p:spPr>
              <a:xfrm>
                <a:off x="25403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h2793"/>
              <p:cNvSpPr/>
              <p:nvPr/>
            </p:nvSpPr>
            <p:spPr>
              <a:xfrm>
                <a:off x="25496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h2794"/>
              <p:cNvSpPr/>
              <p:nvPr/>
            </p:nvSpPr>
            <p:spPr>
              <a:xfrm>
                <a:off x="25589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h2795"/>
              <p:cNvSpPr/>
              <p:nvPr/>
            </p:nvSpPr>
            <p:spPr>
              <a:xfrm>
                <a:off x="25681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h2796"/>
              <p:cNvSpPr/>
              <p:nvPr/>
            </p:nvSpPr>
            <p:spPr>
              <a:xfrm>
                <a:off x="25774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h2797"/>
              <p:cNvSpPr/>
              <p:nvPr/>
            </p:nvSpPr>
            <p:spPr>
              <a:xfrm>
                <a:off x="25867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h2798"/>
              <p:cNvSpPr/>
              <p:nvPr/>
            </p:nvSpPr>
            <p:spPr>
              <a:xfrm>
                <a:off x="25959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h2799"/>
              <p:cNvSpPr/>
              <p:nvPr/>
            </p:nvSpPr>
            <p:spPr>
              <a:xfrm>
                <a:off x="26052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h2800"/>
              <p:cNvSpPr/>
              <p:nvPr/>
            </p:nvSpPr>
            <p:spPr>
              <a:xfrm>
                <a:off x="26144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h2801"/>
              <p:cNvSpPr/>
              <p:nvPr/>
            </p:nvSpPr>
            <p:spPr>
              <a:xfrm>
                <a:off x="26237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h2802"/>
              <p:cNvSpPr/>
              <p:nvPr/>
            </p:nvSpPr>
            <p:spPr>
              <a:xfrm>
                <a:off x="26330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h2803"/>
              <p:cNvSpPr/>
              <p:nvPr/>
            </p:nvSpPr>
            <p:spPr>
              <a:xfrm>
                <a:off x="26422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h2804"/>
              <p:cNvSpPr/>
              <p:nvPr/>
            </p:nvSpPr>
            <p:spPr>
              <a:xfrm>
                <a:off x="26515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h2805"/>
              <p:cNvSpPr/>
              <p:nvPr/>
            </p:nvSpPr>
            <p:spPr>
              <a:xfrm>
                <a:off x="26607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h2806"/>
              <p:cNvSpPr/>
              <p:nvPr/>
            </p:nvSpPr>
            <p:spPr>
              <a:xfrm>
                <a:off x="2679323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789" y="897161"/>
                    </a:lnTo>
                    <a:lnTo>
                      <a:pt x="913560" y="901639"/>
                    </a:lnTo>
                    <a:lnTo>
                      <a:pt x="914400" y="907585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h2807"/>
              <p:cNvSpPr/>
              <p:nvPr/>
            </p:nvSpPr>
            <p:spPr>
              <a:xfrm>
                <a:off x="2679323" y="2222787"/>
                <a:ext cx="9152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297" h="914400">
                    <a:moveTo>
                      <a:pt x="914400" y="914400"/>
                    </a:moveTo>
                    <a:lnTo>
                      <a:pt x="914400" y="907585"/>
                    </a:lnTo>
                    <a:lnTo>
                      <a:pt x="915059" y="912254"/>
                    </a:lnTo>
                    <a:lnTo>
                      <a:pt x="915297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h2808"/>
              <p:cNvSpPr/>
              <p:nvPr/>
            </p:nvSpPr>
            <p:spPr>
              <a:xfrm>
                <a:off x="2855306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430" y="914400"/>
                    </a:lnTo>
                    <a:lnTo>
                      <a:pt x="905677" y="914105"/>
                    </a:lnTo>
                    <a:lnTo>
                      <a:pt x="910721" y="908746"/>
                    </a:lnTo>
                    <a:lnTo>
                      <a:pt x="914400" y="905300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h2809"/>
              <p:cNvSpPr/>
              <p:nvPr/>
            </p:nvSpPr>
            <p:spPr>
              <a:xfrm>
                <a:off x="2864568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300"/>
                    </a:lnTo>
                    <a:lnTo>
                      <a:pt x="906646" y="903885"/>
                    </a:lnTo>
                    <a:lnTo>
                      <a:pt x="911964" y="899536"/>
                    </a:lnTo>
                    <a:lnTo>
                      <a:pt x="912357" y="899236"/>
                    </a:lnTo>
                    <a:lnTo>
                      <a:pt x="912754" y="898934"/>
                    </a:lnTo>
                    <a:lnTo>
                      <a:pt x="913151" y="898632"/>
                    </a:lnTo>
                    <a:lnTo>
                      <a:pt x="913548" y="898330"/>
                    </a:lnTo>
                    <a:lnTo>
                      <a:pt x="913945" y="898029"/>
                    </a:lnTo>
                    <a:lnTo>
                      <a:pt x="914400" y="897683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h2810"/>
              <p:cNvSpPr/>
              <p:nvPr/>
            </p:nvSpPr>
            <p:spPr>
              <a:xfrm>
                <a:off x="2873830" y="22055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921"/>
                    </a:lnTo>
                    <a:lnTo>
                      <a:pt x="905477" y="914663"/>
                    </a:lnTo>
                    <a:lnTo>
                      <a:pt x="905824" y="914400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h2811"/>
              <p:cNvSpPr/>
              <p:nvPr/>
            </p:nvSpPr>
            <p:spPr>
              <a:xfrm>
                <a:off x="28738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h2812"/>
              <p:cNvSpPr/>
              <p:nvPr/>
            </p:nvSpPr>
            <p:spPr>
              <a:xfrm>
                <a:off x="28830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h2813"/>
              <p:cNvSpPr/>
              <p:nvPr/>
            </p:nvSpPr>
            <p:spPr>
              <a:xfrm>
                <a:off x="28923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h2814"/>
              <p:cNvSpPr/>
              <p:nvPr/>
            </p:nvSpPr>
            <p:spPr>
              <a:xfrm>
                <a:off x="29016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h2815"/>
              <p:cNvSpPr/>
              <p:nvPr/>
            </p:nvSpPr>
            <p:spPr>
              <a:xfrm>
                <a:off x="29108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h2816"/>
              <p:cNvSpPr/>
              <p:nvPr/>
            </p:nvSpPr>
            <p:spPr>
              <a:xfrm>
                <a:off x="29201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h2817"/>
              <p:cNvSpPr/>
              <p:nvPr/>
            </p:nvSpPr>
            <p:spPr>
              <a:xfrm>
                <a:off x="29294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h2818"/>
              <p:cNvSpPr/>
              <p:nvPr/>
            </p:nvSpPr>
            <p:spPr>
              <a:xfrm>
                <a:off x="29386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h2819"/>
              <p:cNvSpPr/>
              <p:nvPr/>
            </p:nvSpPr>
            <p:spPr>
              <a:xfrm>
                <a:off x="29479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h2820"/>
              <p:cNvSpPr/>
              <p:nvPr/>
            </p:nvSpPr>
            <p:spPr>
              <a:xfrm>
                <a:off x="29571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h2821"/>
              <p:cNvSpPr/>
              <p:nvPr/>
            </p:nvSpPr>
            <p:spPr>
              <a:xfrm>
                <a:off x="29664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h2822"/>
              <p:cNvSpPr/>
              <p:nvPr/>
            </p:nvSpPr>
            <p:spPr>
              <a:xfrm>
                <a:off x="29757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h2823"/>
              <p:cNvSpPr/>
              <p:nvPr/>
            </p:nvSpPr>
            <p:spPr>
              <a:xfrm>
                <a:off x="29849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h2824"/>
              <p:cNvSpPr/>
              <p:nvPr/>
            </p:nvSpPr>
            <p:spPr>
              <a:xfrm>
                <a:off x="29942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h2825"/>
              <p:cNvSpPr/>
              <p:nvPr/>
            </p:nvSpPr>
            <p:spPr>
              <a:xfrm>
                <a:off x="30035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h2826"/>
              <p:cNvSpPr/>
              <p:nvPr/>
            </p:nvSpPr>
            <p:spPr>
              <a:xfrm>
                <a:off x="30127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h2827"/>
              <p:cNvSpPr/>
              <p:nvPr/>
            </p:nvSpPr>
            <p:spPr>
              <a:xfrm>
                <a:off x="30220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h2828"/>
              <p:cNvSpPr/>
              <p:nvPr/>
            </p:nvSpPr>
            <p:spPr>
              <a:xfrm>
                <a:off x="30312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h2829"/>
              <p:cNvSpPr/>
              <p:nvPr/>
            </p:nvSpPr>
            <p:spPr>
              <a:xfrm>
                <a:off x="30405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h2830"/>
              <p:cNvSpPr/>
              <p:nvPr/>
            </p:nvSpPr>
            <p:spPr>
              <a:xfrm>
                <a:off x="30498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h2831"/>
              <p:cNvSpPr/>
              <p:nvPr/>
            </p:nvSpPr>
            <p:spPr>
              <a:xfrm>
                <a:off x="30590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h2832"/>
              <p:cNvSpPr/>
              <p:nvPr/>
            </p:nvSpPr>
            <p:spPr>
              <a:xfrm>
                <a:off x="30683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h2833"/>
              <p:cNvSpPr/>
              <p:nvPr/>
            </p:nvSpPr>
            <p:spPr>
              <a:xfrm>
                <a:off x="30775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h2834"/>
              <p:cNvSpPr/>
              <p:nvPr/>
            </p:nvSpPr>
            <p:spPr>
              <a:xfrm>
                <a:off x="308686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h2835"/>
              <p:cNvSpPr/>
              <p:nvPr/>
            </p:nvSpPr>
            <p:spPr>
              <a:xfrm>
                <a:off x="309612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h2836"/>
              <p:cNvSpPr/>
              <p:nvPr/>
            </p:nvSpPr>
            <p:spPr>
              <a:xfrm>
                <a:off x="310538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h2837"/>
              <p:cNvSpPr/>
              <p:nvPr/>
            </p:nvSpPr>
            <p:spPr>
              <a:xfrm>
                <a:off x="311464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h2838"/>
              <p:cNvSpPr/>
              <p:nvPr/>
            </p:nvSpPr>
            <p:spPr>
              <a:xfrm>
                <a:off x="312391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h2839"/>
              <p:cNvSpPr/>
              <p:nvPr/>
            </p:nvSpPr>
            <p:spPr>
              <a:xfrm>
                <a:off x="313317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h2840"/>
              <p:cNvSpPr/>
              <p:nvPr/>
            </p:nvSpPr>
            <p:spPr>
              <a:xfrm>
                <a:off x="314243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h2841"/>
              <p:cNvSpPr/>
              <p:nvPr/>
            </p:nvSpPr>
            <p:spPr>
              <a:xfrm>
                <a:off x="315169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h2842"/>
              <p:cNvSpPr/>
              <p:nvPr/>
            </p:nvSpPr>
            <p:spPr>
              <a:xfrm>
                <a:off x="316095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h2843"/>
              <p:cNvSpPr/>
              <p:nvPr/>
            </p:nvSpPr>
            <p:spPr>
              <a:xfrm>
                <a:off x="317022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h2844"/>
              <p:cNvSpPr/>
              <p:nvPr/>
            </p:nvSpPr>
            <p:spPr>
              <a:xfrm>
                <a:off x="317948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h2845"/>
              <p:cNvSpPr/>
              <p:nvPr/>
            </p:nvSpPr>
            <p:spPr>
              <a:xfrm>
                <a:off x="318874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h2846"/>
              <p:cNvSpPr/>
              <p:nvPr/>
            </p:nvSpPr>
            <p:spPr>
              <a:xfrm>
                <a:off x="319800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h2847"/>
              <p:cNvSpPr/>
              <p:nvPr/>
            </p:nvSpPr>
            <p:spPr>
              <a:xfrm>
                <a:off x="32072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h2848"/>
              <p:cNvSpPr/>
              <p:nvPr/>
            </p:nvSpPr>
            <p:spPr>
              <a:xfrm>
                <a:off x="32165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h2849"/>
              <p:cNvSpPr/>
              <p:nvPr/>
            </p:nvSpPr>
            <p:spPr>
              <a:xfrm>
                <a:off x="322579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h2850"/>
              <p:cNvSpPr/>
              <p:nvPr/>
            </p:nvSpPr>
            <p:spPr>
              <a:xfrm>
                <a:off x="32350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h2851"/>
              <p:cNvSpPr/>
              <p:nvPr/>
            </p:nvSpPr>
            <p:spPr>
              <a:xfrm>
                <a:off x="32443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h2852"/>
              <p:cNvSpPr/>
              <p:nvPr/>
            </p:nvSpPr>
            <p:spPr>
              <a:xfrm>
                <a:off x="32535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h2853"/>
              <p:cNvSpPr/>
              <p:nvPr/>
            </p:nvSpPr>
            <p:spPr>
              <a:xfrm>
                <a:off x="32628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h2854"/>
              <p:cNvSpPr/>
              <p:nvPr/>
            </p:nvSpPr>
            <p:spPr>
              <a:xfrm>
                <a:off x="327210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h2855"/>
              <p:cNvSpPr/>
              <p:nvPr/>
            </p:nvSpPr>
            <p:spPr>
              <a:xfrm>
                <a:off x="32813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h2856"/>
              <p:cNvSpPr/>
              <p:nvPr/>
            </p:nvSpPr>
            <p:spPr>
              <a:xfrm>
                <a:off x="32906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h2857"/>
              <p:cNvSpPr/>
              <p:nvPr/>
            </p:nvSpPr>
            <p:spPr>
              <a:xfrm>
                <a:off x="32998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h2858"/>
              <p:cNvSpPr/>
              <p:nvPr/>
            </p:nvSpPr>
            <p:spPr>
              <a:xfrm>
                <a:off x="33091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8">
                  <a:alpha val="100000"/>
                </a:srgbClr>
              </a:solidFill>
              <a:ln w="5420" cap="flat">
                <a:solidFill>
                  <a:srgbClr val="FFF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h2859"/>
              <p:cNvSpPr/>
              <p:nvPr/>
            </p:nvSpPr>
            <p:spPr>
              <a:xfrm>
                <a:off x="3318417" y="22227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497"/>
                    </a:lnTo>
                    <a:lnTo>
                      <a:pt x="923263" y="908259"/>
                    </a:lnTo>
                    <a:lnTo>
                      <a:pt x="922693" y="910776"/>
                    </a:lnTo>
                    <a:lnTo>
                      <a:pt x="922123" y="913294"/>
                    </a:lnTo>
                    <a:lnTo>
                      <a:pt x="921873" y="914400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h2860"/>
              <p:cNvSpPr/>
              <p:nvPr/>
            </p:nvSpPr>
            <p:spPr>
              <a:xfrm>
                <a:off x="3327679" y="2205548"/>
                <a:ext cx="916792" cy="923736"/>
              </a:xfrm>
              <a:custGeom>
                <a:avLst/>
                <a:gdLst/>
                <a:ahLst/>
                <a:cxnLst/>
                <a:rect l="0" t="0" r="0" b="0"/>
                <a:pathLst>
                  <a:path w="916792" h="923736">
                    <a:moveTo>
                      <a:pt x="914400" y="914400"/>
                    </a:moveTo>
                    <a:lnTo>
                      <a:pt x="916792" y="914400"/>
                    </a:lnTo>
                    <a:lnTo>
                      <a:pt x="916667" y="914867"/>
                    </a:lnTo>
                    <a:lnTo>
                      <a:pt x="915863" y="917877"/>
                    </a:lnTo>
                    <a:lnTo>
                      <a:pt x="915060" y="920887"/>
                    </a:lnTo>
                    <a:lnTo>
                      <a:pt x="914963" y="921250"/>
                    </a:lnTo>
                    <a:lnTo>
                      <a:pt x="914571" y="922980"/>
                    </a:lnTo>
                    <a:lnTo>
                      <a:pt x="914400" y="923736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h2861"/>
              <p:cNvSpPr/>
              <p:nvPr/>
            </p:nvSpPr>
            <p:spPr>
              <a:xfrm>
                <a:off x="2364408" y="2188310"/>
                <a:ext cx="914399" cy="92565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659">
                    <a:moveTo>
                      <a:pt x="914399" y="914400"/>
                    </a:moveTo>
                    <a:lnTo>
                      <a:pt x="914399" y="925659"/>
                    </a:lnTo>
                    <a:lnTo>
                      <a:pt x="914187" y="925190"/>
                    </a:lnTo>
                    <a:lnTo>
                      <a:pt x="913416" y="923487"/>
                    </a:lnTo>
                    <a:lnTo>
                      <a:pt x="912644" y="921784"/>
                    </a:lnTo>
                    <a:lnTo>
                      <a:pt x="911872" y="920081"/>
                    </a:lnTo>
                    <a:lnTo>
                      <a:pt x="911100" y="918378"/>
                    </a:lnTo>
                    <a:lnTo>
                      <a:pt x="910328" y="916675"/>
                    </a:lnTo>
                    <a:lnTo>
                      <a:pt x="909555" y="914972"/>
                    </a:lnTo>
                    <a:lnTo>
                      <a:pt x="909296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h2862"/>
              <p:cNvSpPr/>
              <p:nvPr/>
            </p:nvSpPr>
            <p:spPr>
              <a:xfrm>
                <a:off x="23644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6500" y="930300"/>
                    </a:lnTo>
                    <a:lnTo>
                      <a:pt x="915729" y="928597"/>
                    </a:lnTo>
                    <a:lnTo>
                      <a:pt x="914958" y="926893"/>
                    </a:lnTo>
                    <a:lnTo>
                      <a:pt x="914399" y="92565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h2863"/>
              <p:cNvSpPr/>
              <p:nvPr/>
            </p:nvSpPr>
            <p:spPr>
              <a:xfrm>
                <a:off x="23736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h2864"/>
              <p:cNvSpPr/>
              <p:nvPr/>
            </p:nvSpPr>
            <p:spPr>
              <a:xfrm>
                <a:off x="23829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h2865"/>
              <p:cNvSpPr/>
              <p:nvPr/>
            </p:nvSpPr>
            <p:spPr>
              <a:xfrm>
                <a:off x="239219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h2866"/>
              <p:cNvSpPr/>
              <p:nvPr/>
            </p:nvSpPr>
            <p:spPr>
              <a:xfrm>
                <a:off x="24014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h2867"/>
              <p:cNvSpPr/>
              <p:nvPr/>
            </p:nvSpPr>
            <p:spPr>
              <a:xfrm>
                <a:off x="24107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h2868"/>
              <p:cNvSpPr/>
              <p:nvPr/>
            </p:nvSpPr>
            <p:spPr>
              <a:xfrm>
                <a:off x="24199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h2869"/>
              <p:cNvSpPr/>
              <p:nvPr/>
            </p:nvSpPr>
            <p:spPr>
              <a:xfrm>
                <a:off x="24292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h2870"/>
              <p:cNvSpPr/>
              <p:nvPr/>
            </p:nvSpPr>
            <p:spPr>
              <a:xfrm>
                <a:off x="243850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h2871"/>
              <p:cNvSpPr/>
              <p:nvPr/>
            </p:nvSpPr>
            <p:spPr>
              <a:xfrm>
                <a:off x="24477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h2872"/>
              <p:cNvSpPr/>
              <p:nvPr/>
            </p:nvSpPr>
            <p:spPr>
              <a:xfrm>
                <a:off x="24570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h2873"/>
              <p:cNvSpPr/>
              <p:nvPr/>
            </p:nvSpPr>
            <p:spPr>
              <a:xfrm>
                <a:off x="24662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h2874"/>
              <p:cNvSpPr/>
              <p:nvPr/>
            </p:nvSpPr>
            <p:spPr>
              <a:xfrm>
                <a:off x="247555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h2875"/>
              <p:cNvSpPr/>
              <p:nvPr/>
            </p:nvSpPr>
            <p:spPr>
              <a:xfrm>
                <a:off x="24848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h2876"/>
              <p:cNvSpPr/>
              <p:nvPr/>
            </p:nvSpPr>
            <p:spPr>
              <a:xfrm>
                <a:off x="24940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h2877"/>
              <p:cNvSpPr/>
              <p:nvPr/>
            </p:nvSpPr>
            <p:spPr>
              <a:xfrm>
                <a:off x="25033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h2878"/>
              <p:cNvSpPr/>
              <p:nvPr/>
            </p:nvSpPr>
            <p:spPr>
              <a:xfrm>
                <a:off x="25126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h2879"/>
              <p:cNvSpPr/>
              <p:nvPr/>
            </p:nvSpPr>
            <p:spPr>
              <a:xfrm>
                <a:off x="25218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h2880"/>
              <p:cNvSpPr/>
              <p:nvPr/>
            </p:nvSpPr>
            <p:spPr>
              <a:xfrm>
                <a:off x="25311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h2881"/>
              <p:cNvSpPr/>
              <p:nvPr/>
            </p:nvSpPr>
            <p:spPr>
              <a:xfrm>
                <a:off x="25403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h2882"/>
              <p:cNvSpPr/>
              <p:nvPr/>
            </p:nvSpPr>
            <p:spPr>
              <a:xfrm>
                <a:off x="25496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h2883"/>
              <p:cNvSpPr/>
              <p:nvPr/>
            </p:nvSpPr>
            <p:spPr>
              <a:xfrm>
                <a:off x="25589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h2884"/>
              <p:cNvSpPr/>
              <p:nvPr/>
            </p:nvSpPr>
            <p:spPr>
              <a:xfrm>
                <a:off x="25681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h2885"/>
              <p:cNvSpPr/>
              <p:nvPr/>
            </p:nvSpPr>
            <p:spPr>
              <a:xfrm>
                <a:off x="25774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h2886"/>
              <p:cNvSpPr/>
              <p:nvPr/>
            </p:nvSpPr>
            <p:spPr>
              <a:xfrm>
                <a:off x="25867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h2887"/>
              <p:cNvSpPr/>
              <p:nvPr/>
            </p:nvSpPr>
            <p:spPr>
              <a:xfrm>
                <a:off x="25959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h2888"/>
              <p:cNvSpPr/>
              <p:nvPr/>
            </p:nvSpPr>
            <p:spPr>
              <a:xfrm>
                <a:off x="26052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h2889"/>
              <p:cNvSpPr/>
              <p:nvPr/>
            </p:nvSpPr>
            <p:spPr>
              <a:xfrm>
                <a:off x="26144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h2890"/>
              <p:cNvSpPr/>
              <p:nvPr/>
            </p:nvSpPr>
            <p:spPr>
              <a:xfrm>
                <a:off x="26237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h2891"/>
              <p:cNvSpPr/>
              <p:nvPr/>
            </p:nvSpPr>
            <p:spPr>
              <a:xfrm>
                <a:off x="26330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h2892"/>
              <p:cNvSpPr/>
              <p:nvPr/>
            </p:nvSpPr>
            <p:spPr>
              <a:xfrm>
                <a:off x="26422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h2893"/>
              <p:cNvSpPr/>
              <p:nvPr/>
            </p:nvSpPr>
            <p:spPr>
              <a:xfrm>
                <a:off x="26515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h2894"/>
              <p:cNvSpPr/>
              <p:nvPr/>
            </p:nvSpPr>
            <p:spPr>
              <a:xfrm>
                <a:off x="26607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h2895"/>
              <p:cNvSpPr/>
              <p:nvPr/>
            </p:nvSpPr>
            <p:spPr>
              <a:xfrm>
                <a:off x="2670061" y="2205548"/>
                <a:ext cx="9220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5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03" y="897161"/>
                    </a:lnTo>
                    <a:lnTo>
                      <a:pt x="918932" y="897316"/>
                    </a:lnTo>
                    <a:lnTo>
                      <a:pt x="919037" y="897871"/>
                    </a:lnTo>
                    <a:lnTo>
                      <a:pt x="919142" y="898427"/>
                    </a:lnTo>
                    <a:lnTo>
                      <a:pt x="919246" y="898982"/>
                    </a:lnTo>
                    <a:lnTo>
                      <a:pt x="919351" y="899538"/>
                    </a:lnTo>
                    <a:lnTo>
                      <a:pt x="919455" y="900093"/>
                    </a:lnTo>
                    <a:lnTo>
                      <a:pt x="919560" y="900649"/>
                    </a:lnTo>
                    <a:lnTo>
                      <a:pt x="919664" y="901204"/>
                    </a:lnTo>
                    <a:lnTo>
                      <a:pt x="919769" y="901760"/>
                    </a:lnTo>
                    <a:lnTo>
                      <a:pt x="919874" y="902316"/>
                    </a:lnTo>
                    <a:lnTo>
                      <a:pt x="919978" y="902871"/>
                    </a:lnTo>
                    <a:lnTo>
                      <a:pt x="920083" y="903427"/>
                    </a:lnTo>
                    <a:lnTo>
                      <a:pt x="920187" y="903982"/>
                    </a:lnTo>
                    <a:lnTo>
                      <a:pt x="920292" y="904538"/>
                    </a:lnTo>
                    <a:lnTo>
                      <a:pt x="920396" y="905093"/>
                    </a:lnTo>
                    <a:lnTo>
                      <a:pt x="920501" y="905649"/>
                    </a:lnTo>
                    <a:lnTo>
                      <a:pt x="920605" y="906204"/>
                    </a:lnTo>
                    <a:lnTo>
                      <a:pt x="920710" y="906760"/>
                    </a:lnTo>
                    <a:lnTo>
                      <a:pt x="920814" y="907315"/>
                    </a:lnTo>
                    <a:lnTo>
                      <a:pt x="920918" y="907871"/>
                    </a:lnTo>
                    <a:lnTo>
                      <a:pt x="921023" y="908426"/>
                    </a:lnTo>
                    <a:lnTo>
                      <a:pt x="922051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h2896"/>
              <p:cNvSpPr/>
              <p:nvPr/>
            </p:nvSpPr>
            <p:spPr>
              <a:xfrm>
                <a:off x="2873830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874" y="914361"/>
                    </a:lnTo>
                    <a:lnTo>
                      <a:pt x="906271" y="914060"/>
                    </a:lnTo>
                    <a:lnTo>
                      <a:pt x="906668" y="913758"/>
                    </a:lnTo>
                    <a:lnTo>
                      <a:pt x="907065" y="913456"/>
                    </a:lnTo>
                    <a:lnTo>
                      <a:pt x="907462" y="913154"/>
                    </a:lnTo>
                    <a:lnTo>
                      <a:pt x="907859" y="912852"/>
                    </a:lnTo>
                    <a:lnTo>
                      <a:pt x="908256" y="912551"/>
                    </a:lnTo>
                    <a:lnTo>
                      <a:pt x="908653" y="912249"/>
                    </a:lnTo>
                    <a:lnTo>
                      <a:pt x="909051" y="911947"/>
                    </a:lnTo>
                    <a:lnTo>
                      <a:pt x="909448" y="911646"/>
                    </a:lnTo>
                    <a:lnTo>
                      <a:pt x="909845" y="911344"/>
                    </a:lnTo>
                    <a:lnTo>
                      <a:pt x="910242" y="911042"/>
                    </a:lnTo>
                    <a:lnTo>
                      <a:pt x="910639" y="910740"/>
                    </a:lnTo>
                    <a:lnTo>
                      <a:pt x="911037" y="910439"/>
                    </a:lnTo>
                    <a:lnTo>
                      <a:pt x="911434" y="910137"/>
                    </a:lnTo>
                    <a:lnTo>
                      <a:pt x="911831" y="909836"/>
                    </a:lnTo>
                    <a:lnTo>
                      <a:pt x="912229" y="909534"/>
                    </a:lnTo>
                    <a:lnTo>
                      <a:pt x="912626" y="909232"/>
                    </a:lnTo>
                    <a:lnTo>
                      <a:pt x="913023" y="908931"/>
                    </a:lnTo>
                    <a:lnTo>
                      <a:pt x="913421" y="908629"/>
                    </a:lnTo>
                    <a:lnTo>
                      <a:pt x="913818" y="908327"/>
                    </a:lnTo>
                    <a:lnTo>
                      <a:pt x="914215" y="908026"/>
                    </a:lnTo>
                    <a:lnTo>
                      <a:pt x="914400" y="907886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h2897"/>
              <p:cNvSpPr/>
              <p:nvPr/>
            </p:nvSpPr>
            <p:spPr>
              <a:xfrm>
                <a:off x="2883092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886"/>
                    </a:lnTo>
                    <a:lnTo>
                      <a:pt x="905351" y="907724"/>
                    </a:lnTo>
                    <a:lnTo>
                      <a:pt x="905748" y="907423"/>
                    </a:lnTo>
                    <a:lnTo>
                      <a:pt x="906145" y="907121"/>
                    </a:lnTo>
                    <a:lnTo>
                      <a:pt x="911308" y="903480"/>
                    </a:lnTo>
                    <a:lnTo>
                      <a:pt x="914400" y="901621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h2898"/>
              <p:cNvSpPr/>
              <p:nvPr/>
            </p:nvSpPr>
            <p:spPr>
              <a:xfrm>
                <a:off x="2892354" y="21883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59"/>
                    </a:lnTo>
                    <a:lnTo>
                      <a:pt x="907298" y="917560"/>
                    </a:lnTo>
                    <a:lnTo>
                      <a:pt x="912629" y="914890"/>
                    </a:lnTo>
                    <a:lnTo>
                      <a:pt x="913846" y="914400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h2899"/>
              <p:cNvSpPr/>
              <p:nvPr/>
            </p:nvSpPr>
            <p:spPr>
              <a:xfrm>
                <a:off x="28923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h2900"/>
              <p:cNvSpPr/>
              <p:nvPr/>
            </p:nvSpPr>
            <p:spPr>
              <a:xfrm>
                <a:off x="29016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h2901"/>
              <p:cNvSpPr/>
              <p:nvPr/>
            </p:nvSpPr>
            <p:spPr>
              <a:xfrm>
                <a:off x="29108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h2902"/>
              <p:cNvSpPr/>
              <p:nvPr/>
            </p:nvSpPr>
            <p:spPr>
              <a:xfrm>
                <a:off x="29201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h2903"/>
              <p:cNvSpPr/>
              <p:nvPr/>
            </p:nvSpPr>
            <p:spPr>
              <a:xfrm>
                <a:off x="29294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h2904"/>
              <p:cNvSpPr/>
              <p:nvPr/>
            </p:nvSpPr>
            <p:spPr>
              <a:xfrm>
                <a:off x="29386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h2905"/>
              <p:cNvSpPr/>
              <p:nvPr/>
            </p:nvSpPr>
            <p:spPr>
              <a:xfrm>
                <a:off x="29479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h2906"/>
              <p:cNvSpPr/>
              <p:nvPr/>
            </p:nvSpPr>
            <p:spPr>
              <a:xfrm>
                <a:off x="29571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h2907"/>
              <p:cNvSpPr/>
              <p:nvPr/>
            </p:nvSpPr>
            <p:spPr>
              <a:xfrm>
                <a:off x="29664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h2908"/>
              <p:cNvSpPr/>
              <p:nvPr/>
            </p:nvSpPr>
            <p:spPr>
              <a:xfrm>
                <a:off x="29757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h2909"/>
              <p:cNvSpPr/>
              <p:nvPr/>
            </p:nvSpPr>
            <p:spPr>
              <a:xfrm>
                <a:off x="29849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h2910"/>
              <p:cNvSpPr/>
              <p:nvPr/>
            </p:nvSpPr>
            <p:spPr>
              <a:xfrm>
                <a:off x="29942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h2911"/>
              <p:cNvSpPr/>
              <p:nvPr/>
            </p:nvSpPr>
            <p:spPr>
              <a:xfrm>
                <a:off x="30035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h2912"/>
              <p:cNvSpPr/>
              <p:nvPr/>
            </p:nvSpPr>
            <p:spPr>
              <a:xfrm>
                <a:off x="30127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h2913"/>
              <p:cNvSpPr/>
              <p:nvPr/>
            </p:nvSpPr>
            <p:spPr>
              <a:xfrm>
                <a:off x="30220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h2914"/>
              <p:cNvSpPr/>
              <p:nvPr/>
            </p:nvSpPr>
            <p:spPr>
              <a:xfrm>
                <a:off x="30312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h2915"/>
              <p:cNvSpPr/>
              <p:nvPr/>
            </p:nvSpPr>
            <p:spPr>
              <a:xfrm>
                <a:off x="30405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h2916"/>
              <p:cNvSpPr/>
              <p:nvPr/>
            </p:nvSpPr>
            <p:spPr>
              <a:xfrm>
                <a:off x="30498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h2917"/>
              <p:cNvSpPr/>
              <p:nvPr/>
            </p:nvSpPr>
            <p:spPr>
              <a:xfrm>
                <a:off x="30590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h2918"/>
              <p:cNvSpPr/>
              <p:nvPr/>
            </p:nvSpPr>
            <p:spPr>
              <a:xfrm>
                <a:off x="30683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h2919"/>
              <p:cNvSpPr/>
              <p:nvPr/>
            </p:nvSpPr>
            <p:spPr>
              <a:xfrm>
                <a:off x="30775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h2920"/>
              <p:cNvSpPr/>
              <p:nvPr/>
            </p:nvSpPr>
            <p:spPr>
              <a:xfrm>
                <a:off x="308686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h2921"/>
              <p:cNvSpPr/>
              <p:nvPr/>
            </p:nvSpPr>
            <p:spPr>
              <a:xfrm>
                <a:off x="309612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8">
                  <a:alpha val="100000"/>
                </a:srgbClr>
              </a:solidFill>
              <a:ln w="5420" cap="flat">
                <a:solidFill>
                  <a:srgbClr val="FFF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h2922"/>
              <p:cNvSpPr/>
              <p:nvPr/>
            </p:nvSpPr>
            <p:spPr>
              <a:xfrm>
                <a:off x="310538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h2923"/>
              <p:cNvSpPr/>
              <p:nvPr/>
            </p:nvSpPr>
            <p:spPr>
              <a:xfrm>
                <a:off x="311464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h2924"/>
              <p:cNvSpPr/>
              <p:nvPr/>
            </p:nvSpPr>
            <p:spPr>
              <a:xfrm>
                <a:off x="312391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h2925"/>
              <p:cNvSpPr/>
              <p:nvPr/>
            </p:nvSpPr>
            <p:spPr>
              <a:xfrm>
                <a:off x="313317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h2926"/>
              <p:cNvSpPr/>
              <p:nvPr/>
            </p:nvSpPr>
            <p:spPr>
              <a:xfrm>
                <a:off x="314243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h2927"/>
              <p:cNvSpPr/>
              <p:nvPr/>
            </p:nvSpPr>
            <p:spPr>
              <a:xfrm>
                <a:off x="315169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h2928"/>
              <p:cNvSpPr/>
              <p:nvPr/>
            </p:nvSpPr>
            <p:spPr>
              <a:xfrm>
                <a:off x="316095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h2929"/>
              <p:cNvSpPr/>
              <p:nvPr/>
            </p:nvSpPr>
            <p:spPr>
              <a:xfrm>
                <a:off x="317022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h2930"/>
              <p:cNvSpPr/>
              <p:nvPr/>
            </p:nvSpPr>
            <p:spPr>
              <a:xfrm>
                <a:off x="317948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h2931"/>
              <p:cNvSpPr/>
              <p:nvPr/>
            </p:nvSpPr>
            <p:spPr>
              <a:xfrm>
                <a:off x="318874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h2932"/>
              <p:cNvSpPr/>
              <p:nvPr/>
            </p:nvSpPr>
            <p:spPr>
              <a:xfrm>
                <a:off x="31980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h2933"/>
              <p:cNvSpPr/>
              <p:nvPr/>
            </p:nvSpPr>
            <p:spPr>
              <a:xfrm>
                <a:off x="32072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h2934"/>
              <p:cNvSpPr/>
              <p:nvPr/>
            </p:nvSpPr>
            <p:spPr>
              <a:xfrm>
                <a:off x="32165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h2935"/>
              <p:cNvSpPr/>
              <p:nvPr/>
            </p:nvSpPr>
            <p:spPr>
              <a:xfrm>
                <a:off x="322579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h2936"/>
              <p:cNvSpPr/>
              <p:nvPr/>
            </p:nvSpPr>
            <p:spPr>
              <a:xfrm>
                <a:off x="32350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h2937"/>
              <p:cNvSpPr/>
              <p:nvPr/>
            </p:nvSpPr>
            <p:spPr>
              <a:xfrm>
                <a:off x="32443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h2938"/>
              <p:cNvSpPr/>
              <p:nvPr/>
            </p:nvSpPr>
            <p:spPr>
              <a:xfrm>
                <a:off x="32535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h2939"/>
              <p:cNvSpPr/>
              <p:nvPr/>
            </p:nvSpPr>
            <p:spPr>
              <a:xfrm>
                <a:off x="32628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h2940"/>
              <p:cNvSpPr/>
              <p:nvPr/>
            </p:nvSpPr>
            <p:spPr>
              <a:xfrm>
                <a:off x="327210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h2941"/>
              <p:cNvSpPr/>
              <p:nvPr/>
            </p:nvSpPr>
            <p:spPr>
              <a:xfrm>
                <a:off x="32813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h2942"/>
              <p:cNvSpPr/>
              <p:nvPr/>
            </p:nvSpPr>
            <p:spPr>
              <a:xfrm>
                <a:off x="32906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h2943"/>
              <p:cNvSpPr/>
              <p:nvPr/>
            </p:nvSpPr>
            <p:spPr>
              <a:xfrm>
                <a:off x="32998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h2944"/>
              <p:cNvSpPr/>
              <p:nvPr/>
            </p:nvSpPr>
            <p:spPr>
              <a:xfrm>
                <a:off x="33091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h2945"/>
              <p:cNvSpPr/>
              <p:nvPr/>
            </p:nvSpPr>
            <p:spPr>
              <a:xfrm>
                <a:off x="33184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h2946"/>
              <p:cNvSpPr/>
              <p:nvPr/>
            </p:nvSpPr>
            <p:spPr>
              <a:xfrm>
                <a:off x="3327679" y="2205548"/>
                <a:ext cx="9214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03" y="897161"/>
                    </a:lnTo>
                    <a:lnTo>
                      <a:pt x="920691" y="899818"/>
                    </a:lnTo>
                    <a:lnTo>
                      <a:pt x="919886" y="902828"/>
                    </a:lnTo>
                    <a:lnTo>
                      <a:pt x="919080" y="905838"/>
                    </a:lnTo>
                    <a:lnTo>
                      <a:pt x="918275" y="908847"/>
                    </a:lnTo>
                    <a:lnTo>
                      <a:pt x="917471" y="911857"/>
                    </a:lnTo>
                    <a:lnTo>
                      <a:pt x="916792" y="914400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h2947"/>
              <p:cNvSpPr/>
              <p:nvPr/>
            </p:nvSpPr>
            <p:spPr>
              <a:xfrm>
                <a:off x="2355146" y="2171071"/>
                <a:ext cx="914400" cy="9224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81">
                    <a:moveTo>
                      <a:pt x="914400" y="914400"/>
                    </a:moveTo>
                    <a:lnTo>
                      <a:pt x="914400" y="922481"/>
                    </a:lnTo>
                    <a:lnTo>
                      <a:pt x="914178" y="921993"/>
                    </a:lnTo>
                    <a:lnTo>
                      <a:pt x="913404" y="920291"/>
                    </a:lnTo>
                    <a:lnTo>
                      <a:pt x="912630" y="918588"/>
                    </a:lnTo>
                    <a:lnTo>
                      <a:pt x="911856" y="916886"/>
                    </a:lnTo>
                    <a:lnTo>
                      <a:pt x="911081" y="915183"/>
                    </a:lnTo>
                    <a:lnTo>
                      <a:pt x="910724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h2948"/>
              <p:cNvSpPr/>
              <p:nvPr/>
            </p:nvSpPr>
            <p:spPr>
              <a:xfrm>
                <a:off x="235514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58" y="931638"/>
                    </a:lnTo>
                    <a:lnTo>
                      <a:pt x="918045" y="930507"/>
                    </a:lnTo>
                    <a:lnTo>
                      <a:pt x="917272" y="928804"/>
                    </a:lnTo>
                    <a:lnTo>
                      <a:pt x="916499" y="927101"/>
                    </a:lnTo>
                    <a:lnTo>
                      <a:pt x="915725" y="925399"/>
                    </a:lnTo>
                    <a:lnTo>
                      <a:pt x="914952" y="923696"/>
                    </a:lnTo>
                    <a:lnTo>
                      <a:pt x="914400" y="922481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h2949"/>
              <p:cNvSpPr/>
              <p:nvPr/>
            </p:nvSpPr>
            <p:spPr>
              <a:xfrm>
                <a:off x="23644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h2950"/>
              <p:cNvSpPr/>
              <p:nvPr/>
            </p:nvSpPr>
            <p:spPr>
              <a:xfrm>
                <a:off x="23736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h2951"/>
              <p:cNvSpPr/>
              <p:nvPr/>
            </p:nvSpPr>
            <p:spPr>
              <a:xfrm>
                <a:off x="23829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h2952"/>
              <p:cNvSpPr/>
              <p:nvPr/>
            </p:nvSpPr>
            <p:spPr>
              <a:xfrm>
                <a:off x="239219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h2953"/>
              <p:cNvSpPr/>
              <p:nvPr/>
            </p:nvSpPr>
            <p:spPr>
              <a:xfrm>
                <a:off x="24014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h2954"/>
              <p:cNvSpPr/>
              <p:nvPr/>
            </p:nvSpPr>
            <p:spPr>
              <a:xfrm>
                <a:off x="24107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h2955"/>
              <p:cNvSpPr/>
              <p:nvPr/>
            </p:nvSpPr>
            <p:spPr>
              <a:xfrm>
                <a:off x="24199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h2956"/>
              <p:cNvSpPr/>
              <p:nvPr/>
            </p:nvSpPr>
            <p:spPr>
              <a:xfrm>
                <a:off x="24292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h2957"/>
              <p:cNvSpPr/>
              <p:nvPr/>
            </p:nvSpPr>
            <p:spPr>
              <a:xfrm>
                <a:off x="243850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h2958"/>
              <p:cNvSpPr/>
              <p:nvPr/>
            </p:nvSpPr>
            <p:spPr>
              <a:xfrm>
                <a:off x="24477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h2959"/>
              <p:cNvSpPr/>
              <p:nvPr/>
            </p:nvSpPr>
            <p:spPr>
              <a:xfrm>
                <a:off x="24570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h2960"/>
              <p:cNvSpPr/>
              <p:nvPr/>
            </p:nvSpPr>
            <p:spPr>
              <a:xfrm>
                <a:off x="24662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h2961"/>
              <p:cNvSpPr/>
              <p:nvPr/>
            </p:nvSpPr>
            <p:spPr>
              <a:xfrm>
                <a:off x="247555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h2962"/>
              <p:cNvSpPr/>
              <p:nvPr/>
            </p:nvSpPr>
            <p:spPr>
              <a:xfrm>
                <a:off x="24848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h2963"/>
              <p:cNvSpPr/>
              <p:nvPr/>
            </p:nvSpPr>
            <p:spPr>
              <a:xfrm>
                <a:off x="249407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h2964"/>
              <p:cNvSpPr/>
              <p:nvPr/>
            </p:nvSpPr>
            <p:spPr>
              <a:xfrm>
                <a:off x="250334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h2965"/>
              <p:cNvSpPr/>
              <p:nvPr/>
            </p:nvSpPr>
            <p:spPr>
              <a:xfrm>
                <a:off x="251260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h2966"/>
              <p:cNvSpPr/>
              <p:nvPr/>
            </p:nvSpPr>
            <p:spPr>
              <a:xfrm>
                <a:off x="252186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h2967"/>
              <p:cNvSpPr/>
              <p:nvPr/>
            </p:nvSpPr>
            <p:spPr>
              <a:xfrm>
                <a:off x="253112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h2968"/>
              <p:cNvSpPr/>
              <p:nvPr/>
            </p:nvSpPr>
            <p:spPr>
              <a:xfrm>
                <a:off x="254039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h2969"/>
              <p:cNvSpPr/>
              <p:nvPr/>
            </p:nvSpPr>
            <p:spPr>
              <a:xfrm>
                <a:off x="254965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h2970"/>
              <p:cNvSpPr/>
              <p:nvPr/>
            </p:nvSpPr>
            <p:spPr>
              <a:xfrm>
                <a:off x="255891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h2971"/>
              <p:cNvSpPr/>
              <p:nvPr/>
            </p:nvSpPr>
            <p:spPr>
              <a:xfrm>
                <a:off x="256817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h2972"/>
              <p:cNvSpPr/>
              <p:nvPr/>
            </p:nvSpPr>
            <p:spPr>
              <a:xfrm>
                <a:off x="257743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h2973"/>
              <p:cNvSpPr/>
              <p:nvPr/>
            </p:nvSpPr>
            <p:spPr>
              <a:xfrm>
                <a:off x="258670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h2974"/>
              <p:cNvSpPr/>
              <p:nvPr/>
            </p:nvSpPr>
            <p:spPr>
              <a:xfrm>
                <a:off x="259596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h2975"/>
              <p:cNvSpPr/>
              <p:nvPr/>
            </p:nvSpPr>
            <p:spPr>
              <a:xfrm>
                <a:off x="260522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h2976"/>
              <p:cNvSpPr/>
              <p:nvPr/>
            </p:nvSpPr>
            <p:spPr>
              <a:xfrm>
                <a:off x="261448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h2977"/>
              <p:cNvSpPr/>
              <p:nvPr/>
            </p:nvSpPr>
            <p:spPr>
              <a:xfrm>
                <a:off x="262375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h2978"/>
              <p:cNvSpPr/>
              <p:nvPr/>
            </p:nvSpPr>
            <p:spPr>
              <a:xfrm>
                <a:off x="263301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h2979"/>
              <p:cNvSpPr/>
              <p:nvPr/>
            </p:nvSpPr>
            <p:spPr>
              <a:xfrm>
                <a:off x="264227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h2980"/>
              <p:cNvSpPr/>
              <p:nvPr/>
            </p:nvSpPr>
            <p:spPr>
              <a:xfrm>
                <a:off x="265153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h2981"/>
              <p:cNvSpPr/>
              <p:nvPr/>
            </p:nvSpPr>
            <p:spPr>
              <a:xfrm>
                <a:off x="26607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h2982"/>
              <p:cNvSpPr/>
              <p:nvPr/>
            </p:nvSpPr>
            <p:spPr>
              <a:xfrm>
                <a:off x="2670061" y="2188310"/>
                <a:ext cx="918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652" y="897161"/>
                    </a:lnTo>
                    <a:lnTo>
                      <a:pt x="915685" y="897333"/>
                    </a:lnTo>
                    <a:lnTo>
                      <a:pt x="915790" y="897889"/>
                    </a:lnTo>
                    <a:lnTo>
                      <a:pt x="915895" y="898444"/>
                    </a:lnTo>
                    <a:lnTo>
                      <a:pt x="916000" y="899000"/>
                    </a:lnTo>
                    <a:lnTo>
                      <a:pt x="916104" y="899555"/>
                    </a:lnTo>
                    <a:lnTo>
                      <a:pt x="916209" y="900111"/>
                    </a:lnTo>
                    <a:lnTo>
                      <a:pt x="916314" y="900666"/>
                    </a:lnTo>
                    <a:lnTo>
                      <a:pt x="916419" y="901222"/>
                    </a:lnTo>
                    <a:lnTo>
                      <a:pt x="916524" y="901777"/>
                    </a:lnTo>
                    <a:lnTo>
                      <a:pt x="916629" y="902333"/>
                    </a:lnTo>
                    <a:lnTo>
                      <a:pt x="916733" y="902888"/>
                    </a:lnTo>
                    <a:lnTo>
                      <a:pt x="916838" y="903444"/>
                    </a:lnTo>
                    <a:lnTo>
                      <a:pt x="916943" y="903999"/>
                    </a:lnTo>
                    <a:lnTo>
                      <a:pt x="917048" y="904555"/>
                    </a:lnTo>
                    <a:lnTo>
                      <a:pt x="917153" y="905110"/>
                    </a:lnTo>
                    <a:lnTo>
                      <a:pt x="917257" y="905666"/>
                    </a:lnTo>
                    <a:lnTo>
                      <a:pt x="917362" y="906222"/>
                    </a:lnTo>
                    <a:lnTo>
                      <a:pt x="917467" y="906777"/>
                    </a:lnTo>
                    <a:lnTo>
                      <a:pt x="917572" y="907333"/>
                    </a:lnTo>
                    <a:lnTo>
                      <a:pt x="917676" y="907888"/>
                    </a:lnTo>
                    <a:lnTo>
                      <a:pt x="917781" y="908444"/>
                    </a:lnTo>
                    <a:lnTo>
                      <a:pt x="917886" y="908999"/>
                    </a:lnTo>
                    <a:lnTo>
                      <a:pt x="917990" y="909555"/>
                    </a:lnTo>
                    <a:lnTo>
                      <a:pt x="918095" y="910110"/>
                    </a:lnTo>
                    <a:lnTo>
                      <a:pt x="918200" y="910666"/>
                    </a:lnTo>
                    <a:lnTo>
                      <a:pt x="918305" y="911221"/>
                    </a:lnTo>
                    <a:lnTo>
                      <a:pt x="918409" y="911777"/>
                    </a:lnTo>
                    <a:lnTo>
                      <a:pt x="918514" y="912332"/>
                    </a:lnTo>
                    <a:lnTo>
                      <a:pt x="918618" y="912888"/>
                    </a:lnTo>
                    <a:lnTo>
                      <a:pt x="918723" y="913443"/>
                    </a:lnTo>
                    <a:lnTo>
                      <a:pt x="918828" y="913999"/>
                    </a:lnTo>
                    <a:lnTo>
                      <a:pt x="918903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h2983"/>
              <p:cNvSpPr/>
              <p:nvPr/>
            </p:nvSpPr>
            <p:spPr>
              <a:xfrm>
                <a:off x="289235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46" y="914400"/>
                    </a:lnTo>
                    <a:lnTo>
                      <a:pt x="914400" y="914176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h2984"/>
              <p:cNvSpPr/>
              <p:nvPr/>
            </p:nvSpPr>
            <p:spPr>
              <a:xfrm>
                <a:off x="290161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76"/>
                    </a:lnTo>
                    <a:lnTo>
                      <a:pt x="908763" y="912716"/>
                    </a:lnTo>
                    <a:lnTo>
                      <a:pt x="914209" y="911043"/>
                    </a:lnTo>
                    <a:lnTo>
                      <a:pt x="914400" y="911002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h2985"/>
              <p:cNvSpPr/>
              <p:nvPr/>
            </p:nvSpPr>
            <p:spPr>
              <a:xfrm>
                <a:off x="291087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002"/>
                    </a:lnTo>
                    <a:lnTo>
                      <a:pt x="910432" y="909876"/>
                    </a:lnTo>
                    <a:lnTo>
                      <a:pt x="914400" y="909401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h2986"/>
              <p:cNvSpPr/>
              <p:nvPr/>
            </p:nvSpPr>
            <p:spPr>
              <a:xfrm>
                <a:off x="292014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01"/>
                    </a:lnTo>
                    <a:lnTo>
                      <a:pt x="906679" y="909217"/>
                    </a:lnTo>
                    <a:lnTo>
                      <a:pt x="907068" y="909188"/>
                    </a:lnTo>
                    <a:lnTo>
                      <a:pt x="907460" y="909159"/>
                    </a:lnTo>
                    <a:lnTo>
                      <a:pt x="907851" y="909131"/>
                    </a:lnTo>
                    <a:lnTo>
                      <a:pt x="908242" y="909102"/>
                    </a:lnTo>
                    <a:lnTo>
                      <a:pt x="908633" y="909074"/>
                    </a:lnTo>
                    <a:lnTo>
                      <a:pt x="909025" y="909045"/>
                    </a:lnTo>
                    <a:lnTo>
                      <a:pt x="909416" y="909016"/>
                    </a:lnTo>
                    <a:lnTo>
                      <a:pt x="909807" y="908988"/>
                    </a:lnTo>
                    <a:lnTo>
                      <a:pt x="910199" y="908959"/>
                    </a:lnTo>
                    <a:lnTo>
                      <a:pt x="910590" y="908931"/>
                    </a:lnTo>
                    <a:lnTo>
                      <a:pt x="910981" y="908902"/>
                    </a:lnTo>
                    <a:lnTo>
                      <a:pt x="911373" y="908874"/>
                    </a:lnTo>
                    <a:lnTo>
                      <a:pt x="911764" y="908845"/>
                    </a:lnTo>
                    <a:lnTo>
                      <a:pt x="912155" y="908816"/>
                    </a:lnTo>
                    <a:lnTo>
                      <a:pt x="912547" y="908788"/>
                    </a:lnTo>
                    <a:lnTo>
                      <a:pt x="912938" y="908759"/>
                    </a:lnTo>
                    <a:lnTo>
                      <a:pt x="913329" y="908731"/>
                    </a:lnTo>
                    <a:lnTo>
                      <a:pt x="913721" y="908703"/>
                    </a:lnTo>
                    <a:lnTo>
                      <a:pt x="914112" y="908674"/>
                    </a:lnTo>
                    <a:lnTo>
                      <a:pt x="914400" y="908653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h2987"/>
              <p:cNvSpPr/>
              <p:nvPr/>
            </p:nvSpPr>
            <p:spPr>
              <a:xfrm>
                <a:off x="292940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1" y="908646"/>
                    </a:lnTo>
                    <a:lnTo>
                      <a:pt x="905632" y="908617"/>
                    </a:lnTo>
                    <a:lnTo>
                      <a:pt x="906024" y="908589"/>
                    </a:lnTo>
                    <a:lnTo>
                      <a:pt x="906415" y="908560"/>
                    </a:lnTo>
                    <a:lnTo>
                      <a:pt x="906806" y="908532"/>
                    </a:lnTo>
                    <a:lnTo>
                      <a:pt x="907198" y="908504"/>
                    </a:lnTo>
                    <a:lnTo>
                      <a:pt x="907589" y="908475"/>
                    </a:lnTo>
                    <a:lnTo>
                      <a:pt x="907980" y="908447"/>
                    </a:lnTo>
                    <a:lnTo>
                      <a:pt x="908372" y="908419"/>
                    </a:lnTo>
                    <a:lnTo>
                      <a:pt x="908763" y="908390"/>
                    </a:lnTo>
                    <a:lnTo>
                      <a:pt x="909155" y="908362"/>
                    </a:lnTo>
                    <a:lnTo>
                      <a:pt x="909546" y="908334"/>
                    </a:lnTo>
                    <a:lnTo>
                      <a:pt x="909937" y="908305"/>
                    </a:lnTo>
                    <a:lnTo>
                      <a:pt x="910329" y="908277"/>
                    </a:lnTo>
                    <a:lnTo>
                      <a:pt x="910720" y="908249"/>
                    </a:lnTo>
                    <a:lnTo>
                      <a:pt x="911111" y="908221"/>
                    </a:lnTo>
                    <a:lnTo>
                      <a:pt x="911503" y="908192"/>
                    </a:lnTo>
                    <a:lnTo>
                      <a:pt x="911894" y="908164"/>
                    </a:lnTo>
                    <a:lnTo>
                      <a:pt x="912285" y="908136"/>
                    </a:lnTo>
                    <a:lnTo>
                      <a:pt x="912677" y="908108"/>
                    </a:lnTo>
                    <a:lnTo>
                      <a:pt x="913068" y="908080"/>
                    </a:lnTo>
                    <a:lnTo>
                      <a:pt x="913459" y="908051"/>
                    </a:lnTo>
                    <a:lnTo>
                      <a:pt x="913851" y="908023"/>
                    </a:lnTo>
                    <a:lnTo>
                      <a:pt x="914242" y="907995"/>
                    </a:lnTo>
                    <a:lnTo>
                      <a:pt x="914400" y="907984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h2988"/>
              <p:cNvSpPr/>
              <p:nvPr/>
            </p:nvSpPr>
            <p:spPr>
              <a:xfrm>
                <a:off x="293866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984"/>
                    </a:lnTo>
                    <a:lnTo>
                      <a:pt x="905371" y="907967"/>
                    </a:lnTo>
                    <a:lnTo>
                      <a:pt x="905763" y="907939"/>
                    </a:lnTo>
                    <a:lnTo>
                      <a:pt x="906154" y="907911"/>
                    </a:lnTo>
                    <a:lnTo>
                      <a:pt x="906545" y="907883"/>
                    </a:lnTo>
                    <a:lnTo>
                      <a:pt x="906937" y="907854"/>
                    </a:lnTo>
                    <a:lnTo>
                      <a:pt x="907328" y="907826"/>
                    </a:lnTo>
                    <a:lnTo>
                      <a:pt x="907720" y="907798"/>
                    </a:lnTo>
                    <a:lnTo>
                      <a:pt x="908111" y="907770"/>
                    </a:lnTo>
                    <a:lnTo>
                      <a:pt x="908502" y="907742"/>
                    </a:lnTo>
                    <a:lnTo>
                      <a:pt x="908894" y="907714"/>
                    </a:lnTo>
                    <a:lnTo>
                      <a:pt x="909285" y="907686"/>
                    </a:lnTo>
                    <a:lnTo>
                      <a:pt x="909677" y="907658"/>
                    </a:lnTo>
                    <a:lnTo>
                      <a:pt x="910068" y="907630"/>
                    </a:lnTo>
                    <a:lnTo>
                      <a:pt x="910459" y="907602"/>
                    </a:lnTo>
                    <a:lnTo>
                      <a:pt x="910851" y="907574"/>
                    </a:lnTo>
                    <a:lnTo>
                      <a:pt x="911242" y="907546"/>
                    </a:lnTo>
                    <a:lnTo>
                      <a:pt x="911634" y="907518"/>
                    </a:lnTo>
                    <a:lnTo>
                      <a:pt x="912025" y="907490"/>
                    </a:lnTo>
                    <a:lnTo>
                      <a:pt x="912416" y="907463"/>
                    </a:lnTo>
                    <a:lnTo>
                      <a:pt x="912808" y="907435"/>
                    </a:lnTo>
                    <a:lnTo>
                      <a:pt x="913199" y="907407"/>
                    </a:lnTo>
                    <a:lnTo>
                      <a:pt x="913591" y="907379"/>
                    </a:lnTo>
                    <a:lnTo>
                      <a:pt x="913982" y="907351"/>
                    </a:lnTo>
                    <a:lnTo>
                      <a:pt x="914400" y="907321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h2989"/>
              <p:cNvSpPr/>
              <p:nvPr/>
            </p:nvSpPr>
            <p:spPr>
              <a:xfrm>
                <a:off x="2947928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321"/>
                    </a:lnTo>
                    <a:lnTo>
                      <a:pt x="905503" y="907295"/>
                    </a:lnTo>
                    <a:lnTo>
                      <a:pt x="905894" y="907267"/>
                    </a:lnTo>
                    <a:lnTo>
                      <a:pt x="906285" y="907240"/>
                    </a:lnTo>
                    <a:lnTo>
                      <a:pt x="906677" y="907212"/>
                    </a:lnTo>
                    <a:lnTo>
                      <a:pt x="907068" y="907184"/>
                    </a:lnTo>
                    <a:lnTo>
                      <a:pt x="907460" y="907156"/>
                    </a:lnTo>
                    <a:lnTo>
                      <a:pt x="907851" y="907128"/>
                    </a:lnTo>
                    <a:lnTo>
                      <a:pt x="908243" y="907101"/>
                    </a:lnTo>
                    <a:lnTo>
                      <a:pt x="908634" y="907073"/>
                    </a:lnTo>
                    <a:lnTo>
                      <a:pt x="909025" y="907045"/>
                    </a:lnTo>
                    <a:lnTo>
                      <a:pt x="909417" y="907018"/>
                    </a:lnTo>
                    <a:lnTo>
                      <a:pt x="909808" y="906990"/>
                    </a:lnTo>
                    <a:lnTo>
                      <a:pt x="910200" y="906962"/>
                    </a:lnTo>
                    <a:lnTo>
                      <a:pt x="910591" y="906934"/>
                    </a:lnTo>
                    <a:lnTo>
                      <a:pt x="910983" y="906907"/>
                    </a:lnTo>
                    <a:lnTo>
                      <a:pt x="911374" y="906879"/>
                    </a:lnTo>
                    <a:lnTo>
                      <a:pt x="911765" y="906851"/>
                    </a:lnTo>
                    <a:lnTo>
                      <a:pt x="912157" y="906824"/>
                    </a:lnTo>
                    <a:lnTo>
                      <a:pt x="912548" y="906796"/>
                    </a:lnTo>
                    <a:lnTo>
                      <a:pt x="912940" y="906769"/>
                    </a:lnTo>
                    <a:lnTo>
                      <a:pt x="913331" y="906741"/>
                    </a:lnTo>
                    <a:lnTo>
                      <a:pt x="913723" y="906713"/>
                    </a:lnTo>
                    <a:lnTo>
                      <a:pt x="914114" y="906686"/>
                    </a:lnTo>
                    <a:lnTo>
                      <a:pt x="914400" y="906666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h2990"/>
              <p:cNvSpPr/>
              <p:nvPr/>
            </p:nvSpPr>
            <p:spPr>
              <a:xfrm>
                <a:off x="295719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3" y="906658"/>
                    </a:lnTo>
                    <a:lnTo>
                      <a:pt x="905635" y="906631"/>
                    </a:lnTo>
                    <a:lnTo>
                      <a:pt x="906026" y="906603"/>
                    </a:lnTo>
                    <a:lnTo>
                      <a:pt x="906418" y="906576"/>
                    </a:lnTo>
                    <a:lnTo>
                      <a:pt x="906809" y="906548"/>
                    </a:lnTo>
                    <a:lnTo>
                      <a:pt x="907201" y="906521"/>
                    </a:lnTo>
                    <a:lnTo>
                      <a:pt x="907592" y="906493"/>
                    </a:lnTo>
                    <a:lnTo>
                      <a:pt x="907984" y="906466"/>
                    </a:lnTo>
                    <a:lnTo>
                      <a:pt x="908375" y="906438"/>
                    </a:lnTo>
                    <a:lnTo>
                      <a:pt x="908766" y="906411"/>
                    </a:lnTo>
                    <a:lnTo>
                      <a:pt x="909158" y="906383"/>
                    </a:lnTo>
                    <a:lnTo>
                      <a:pt x="909549" y="906356"/>
                    </a:lnTo>
                    <a:lnTo>
                      <a:pt x="909941" y="906329"/>
                    </a:lnTo>
                    <a:lnTo>
                      <a:pt x="910332" y="906301"/>
                    </a:lnTo>
                    <a:lnTo>
                      <a:pt x="910724" y="906274"/>
                    </a:lnTo>
                    <a:lnTo>
                      <a:pt x="911115" y="906246"/>
                    </a:lnTo>
                    <a:lnTo>
                      <a:pt x="911507" y="906219"/>
                    </a:lnTo>
                    <a:lnTo>
                      <a:pt x="911898" y="906192"/>
                    </a:lnTo>
                    <a:lnTo>
                      <a:pt x="912290" y="906164"/>
                    </a:lnTo>
                    <a:lnTo>
                      <a:pt x="912681" y="906137"/>
                    </a:lnTo>
                    <a:lnTo>
                      <a:pt x="913073" y="906110"/>
                    </a:lnTo>
                    <a:lnTo>
                      <a:pt x="913464" y="906082"/>
                    </a:lnTo>
                    <a:lnTo>
                      <a:pt x="913856" y="906055"/>
                    </a:lnTo>
                    <a:lnTo>
                      <a:pt x="914247" y="906028"/>
                    </a:lnTo>
                    <a:lnTo>
                      <a:pt x="914400" y="906017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h2991"/>
              <p:cNvSpPr/>
              <p:nvPr/>
            </p:nvSpPr>
            <p:spPr>
              <a:xfrm>
                <a:off x="296645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017"/>
                    </a:lnTo>
                    <a:lnTo>
                      <a:pt x="905376" y="906001"/>
                    </a:lnTo>
                    <a:lnTo>
                      <a:pt x="905768" y="905973"/>
                    </a:lnTo>
                    <a:lnTo>
                      <a:pt x="906159" y="905946"/>
                    </a:lnTo>
                    <a:lnTo>
                      <a:pt x="906551" y="905919"/>
                    </a:lnTo>
                    <a:lnTo>
                      <a:pt x="906942" y="905892"/>
                    </a:lnTo>
                    <a:lnTo>
                      <a:pt x="907334" y="905864"/>
                    </a:lnTo>
                    <a:lnTo>
                      <a:pt x="907725" y="905837"/>
                    </a:lnTo>
                    <a:lnTo>
                      <a:pt x="908117" y="905810"/>
                    </a:lnTo>
                    <a:lnTo>
                      <a:pt x="908508" y="905783"/>
                    </a:lnTo>
                    <a:lnTo>
                      <a:pt x="908900" y="905756"/>
                    </a:lnTo>
                    <a:lnTo>
                      <a:pt x="909291" y="905729"/>
                    </a:lnTo>
                    <a:lnTo>
                      <a:pt x="909683" y="905702"/>
                    </a:lnTo>
                    <a:lnTo>
                      <a:pt x="910074" y="905674"/>
                    </a:lnTo>
                    <a:lnTo>
                      <a:pt x="910466" y="905647"/>
                    </a:lnTo>
                    <a:lnTo>
                      <a:pt x="914400" y="905580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h2992"/>
              <p:cNvSpPr/>
              <p:nvPr/>
            </p:nvSpPr>
            <p:spPr>
              <a:xfrm>
                <a:off x="297571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580"/>
                    </a:lnTo>
                    <a:lnTo>
                      <a:pt x="907431" y="905541"/>
                    </a:lnTo>
                    <a:lnTo>
                      <a:pt x="913652" y="906085"/>
                    </a:lnTo>
                    <a:lnTo>
                      <a:pt x="914400" y="90618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h2993"/>
              <p:cNvSpPr/>
              <p:nvPr/>
            </p:nvSpPr>
            <p:spPr>
              <a:xfrm>
                <a:off x="298497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189"/>
                    </a:lnTo>
                    <a:lnTo>
                      <a:pt x="914400" y="907483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h2994"/>
              <p:cNvSpPr/>
              <p:nvPr/>
            </p:nvSpPr>
            <p:spPr>
              <a:xfrm>
                <a:off x="299423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483"/>
                    </a:lnTo>
                    <a:lnTo>
                      <a:pt x="914400" y="908776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h2995"/>
              <p:cNvSpPr/>
              <p:nvPr/>
            </p:nvSpPr>
            <p:spPr>
              <a:xfrm>
                <a:off x="300350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776"/>
                    </a:lnTo>
                    <a:lnTo>
                      <a:pt x="914400" y="910070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h2996"/>
              <p:cNvSpPr/>
              <p:nvPr/>
            </p:nvSpPr>
            <p:spPr>
              <a:xfrm>
                <a:off x="301276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70"/>
                    </a:lnTo>
                    <a:lnTo>
                      <a:pt x="914400" y="911297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h2997"/>
              <p:cNvSpPr/>
              <p:nvPr/>
            </p:nvSpPr>
            <p:spPr>
              <a:xfrm>
                <a:off x="302202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97"/>
                    </a:lnTo>
                    <a:lnTo>
                      <a:pt x="905620" y="911139"/>
                    </a:lnTo>
                    <a:lnTo>
                      <a:pt x="906153" y="910965"/>
                    </a:lnTo>
                    <a:lnTo>
                      <a:pt x="906686" y="910790"/>
                    </a:lnTo>
                    <a:lnTo>
                      <a:pt x="907219" y="910616"/>
                    </a:lnTo>
                    <a:lnTo>
                      <a:pt x="907752" y="910442"/>
                    </a:lnTo>
                    <a:lnTo>
                      <a:pt x="908285" y="910268"/>
                    </a:lnTo>
                    <a:lnTo>
                      <a:pt x="908818" y="910093"/>
                    </a:lnTo>
                    <a:lnTo>
                      <a:pt x="909351" y="909919"/>
                    </a:lnTo>
                    <a:lnTo>
                      <a:pt x="909884" y="909745"/>
                    </a:lnTo>
                    <a:lnTo>
                      <a:pt x="910417" y="909571"/>
                    </a:lnTo>
                    <a:lnTo>
                      <a:pt x="910950" y="909396"/>
                    </a:lnTo>
                    <a:lnTo>
                      <a:pt x="911483" y="909222"/>
                    </a:lnTo>
                    <a:lnTo>
                      <a:pt x="912016" y="909048"/>
                    </a:lnTo>
                    <a:lnTo>
                      <a:pt x="912549" y="908874"/>
                    </a:lnTo>
                    <a:lnTo>
                      <a:pt x="913082" y="908700"/>
                    </a:lnTo>
                    <a:lnTo>
                      <a:pt x="913615" y="908526"/>
                    </a:lnTo>
                    <a:lnTo>
                      <a:pt x="914148" y="908352"/>
                    </a:lnTo>
                    <a:lnTo>
                      <a:pt x="914400" y="908270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h2998"/>
              <p:cNvSpPr/>
              <p:nvPr/>
            </p:nvSpPr>
            <p:spPr>
              <a:xfrm>
                <a:off x="3031288" y="21883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270"/>
                    </a:lnTo>
                    <a:lnTo>
                      <a:pt x="905419" y="908178"/>
                    </a:lnTo>
                    <a:lnTo>
                      <a:pt x="905952" y="908004"/>
                    </a:lnTo>
                    <a:lnTo>
                      <a:pt x="906485" y="907830"/>
                    </a:lnTo>
                    <a:lnTo>
                      <a:pt x="907018" y="907656"/>
                    </a:lnTo>
                    <a:lnTo>
                      <a:pt x="907551" y="907482"/>
                    </a:lnTo>
                    <a:lnTo>
                      <a:pt x="908084" y="907308"/>
                    </a:lnTo>
                    <a:lnTo>
                      <a:pt x="908618" y="907134"/>
                    </a:lnTo>
                    <a:lnTo>
                      <a:pt x="909151" y="906960"/>
                    </a:lnTo>
                    <a:lnTo>
                      <a:pt x="909684" y="906786"/>
                    </a:lnTo>
                    <a:lnTo>
                      <a:pt x="910217" y="906613"/>
                    </a:lnTo>
                    <a:lnTo>
                      <a:pt x="910751" y="906439"/>
                    </a:lnTo>
                    <a:lnTo>
                      <a:pt x="911284" y="906265"/>
                    </a:lnTo>
                    <a:lnTo>
                      <a:pt x="911817" y="906091"/>
                    </a:lnTo>
                    <a:lnTo>
                      <a:pt x="912350" y="905918"/>
                    </a:lnTo>
                    <a:lnTo>
                      <a:pt x="912884" y="905744"/>
                    </a:lnTo>
                    <a:lnTo>
                      <a:pt x="913417" y="905570"/>
                    </a:lnTo>
                    <a:lnTo>
                      <a:pt x="913950" y="905397"/>
                    </a:lnTo>
                    <a:lnTo>
                      <a:pt x="914399" y="905250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h2999"/>
              <p:cNvSpPr/>
              <p:nvPr/>
            </p:nvSpPr>
            <p:spPr>
              <a:xfrm>
                <a:off x="304055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1" y="905223"/>
                    </a:lnTo>
                    <a:lnTo>
                      <a:pt x="905755" y="905049"/>
                    </a:lnTo>
                    <a:lnTo>
                      <a:pt x="906288" y="904876"/>
                    </a:lnTo>
                    <a:lnTo>
                      <a:pt x="911803" y="903345"/>
                    </a:lnTo>
                    <a:lnTo>
                      <a:pt x="914400" y="902871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h3000"/>
              <p:cNvSpPr/>
              <p:nvPr/>
            </p:nvSpPr>
            <p:spPr>
              <a:xfrm>
                <a:off x="304981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871"/>
                    </a:lnTo>
                    <a:lnTo>
                      <a:pt x="908090" y="902331"/>
                    </a:lnTo>
                    <a:lnTo>
                      <a:pt x="913659" y="901837"/>
                    </a:lnTo>
                    <a:lnTo>
                      <a:pt x="913997" y="901823"/>
                    </a:lnTo>
                    <a:lnTo>
                      <a:pt x="914400" y="901806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h3001"/>
              <p:cNvSpPr/>
              <p:nvPr/>
            </p:nvSpPr>
            <p:spPr>
              <a:xfrm>
                <a:off x="305907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06"/>
                    </a:lnTo>
                    <a:lnTo>
                      <a:pt x="905415" y="901794"/>
                    </a:lnTo>
                    <a:lnTo>
                      <a:pt x="905755" y="901780"/>
                    </a:lnTo>
                    <a:lnTo>
                      <a:pt x="906095" y="901765"/>
                    </a:lnTo>
                    <a:lnTo>
                      <a:pt x="906435" y="901751"/>
                    </a:lnTo>
                    <a:lnTo>
                      <a:pt x="906775" y="901737"/>
                    </a:lnTo>
                    <a:lnTo>
                      <a:pt x="907115" y="901723"/>
                    </a:lnTo>
                    <a:lnTo>
                      <a:pt x="907455" y="901709"/>
                    </a:lnTo>
                    <a:lnTo>
                      <a:pt x="907795" y="901694"/>
                    </a:lnTo>
                    <a:lnTo>
                      <a:pt x="908135" y="901680"/>
                    </a:lnTo>
                    <a:lnTo>
                      <a:pt x="908475" y="901666"/>
                    </a:lnTo>
                    <a:lnTo>
                      <a:pt x="908815" y="901652"/>
                    </a:lnTo>
                    <a:lnTo>
                      <a:pt x="909155" y="901638"/>
                    </a:lnTo>
                    <a:lnTo>
                      <a:pt x="909495" y="901623"/>
                    </a:lnTo>
                    <a:lnTo>
                      <a:pt x="909835" y="901609"/>
                    </a:lnTo>
                    <a:lnTo>
                      <a:pt x="910175" y="901595"/>
                    </a:lnTo>
                    <a:lnTo>
                      <a:pt x="910514" y="901581"/>
                    </a:lnTo>
                    <a:lnTo>
                      <a:pt x="910854" y="901567"/>
                    </a:lnTo>
                    <a:lnTo>
                      <a:pt x="911194" y="901553"/>
                    </a:lnTo>
                    <a:lnTo>
                      <a:pt x="911534" y="901539"/>
                    </a:lnTo>
                    <a:lnTo>
                      <a:pt x="911874" y="901524"/>
                    </a:lnTo>
                    <a:lnTo>
                      <a:pt x="912214" y="901510"/>
                    </a:lnTo>
                    <a:lnTo>
                      <a:pt x="912554" y="901496"/>
                    </a:lnTo>
                    <a:lnTo>
                      <a:pt x="912894" y="901482"/>
                    </a:lnTo>
                    <a:lnTo>
                      <a:pt x="913234" y="901468"/>
                    </a:lnTo>
                    <a:lnTo>
                      <a:pt x="913574" y="901454"/>
                    </a:lnTo>
                    <a:lnTo>
                      <a:pt x="913914" y="901440"/>
                    </a:lnTo>
                    <a:lnTo>
                      <a:pt x="914254" y="901426"/>
                    </a:lnTo>
                    <a:lnTo>
                      <a:pt x="914400" y="901420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h3002"/>
              <p:cNvSpPr/>
              <p:nvPr/>
            </p:nvSpPr>
            <p:spPr>
              <a:xfrm>
                <a:off x="306833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420"/>
                    </a:lnTo>
                    <a:lnTo>
                      <a:pt x="905332" y="901412"/>
                    </a:lnTo>
                    <a:lnTo>
                      <a:pt x="905672" y="901398"/>
                    </a:lnTo>
                    <a:lnTo>
                      <a:pt x="906012" y="901384"/>
                    </a:lnTo>
                    <a:lnTo>
                      <a:pt x="906352" y="901370"/>
                    </a:lnTo>
                    <a:lnTo>
                      <a:pt x="906692" y="901356"/>
                    </a:lnTo>
                    <a:lnTo>
                      <a:pt x="907032" y="901342"/>
                    </a:lnTo>
                    <a:lnTo>
                      <a:pt x="907372" y="901328"/>
                    </a:lnTo>
                    <a:lnTo>
                      <a:pt x="907712" y="901314"/>
                    </a:lnTo>
                    <a:lnTo>
                      <a:pt x="908052" y="901300"/>
                    </a:lnTo>
                    <a:lnTo>
                      <a:pt x="908392" y="901286"/>
                    </a:lnTo>
                    <a:lnTo>
                      <a:pt x="908732" y="901272"/>
                    </a:lnTo>
                    <a:lnTo>
                      <a:pt x="909072" y="901258"/>
                    </a:lnTo>
                    <a:lnTo>
                      <a:pt x="909412" y="901244"/>
                    </a:lnTo>
                    <a:lnTo>
                      <a:pt x="909752" y="901230"/>
                    </a:lnTo>
                    <a:lnTo>
                      <a:pt x="910092" y="901216"/>
                    </a:lnTo>
                    <a:lnTo>
                      <a:pt x="910432" y="901203"/>
                    </a:lnTo>
                    <a:lnTo>
                      <a:pt x="910772" y="901189"/>
                    </a:lnTo>
                    <a:lnTo>
                      <a:pt x="911112" y="901175"/>
                    </a:lnTo>
                    <a:lnTo>
                      <a:pt x="911452" y="901161"/>
                    </a:lnTo>
                    <a:lnTo>
                      <a:pt x="911792" y="901147"/>
                    </a:lnTo>
                    <a:lnTo>
                      <a:pt x="912132" y="901133"/>
                    </a:lnTo>
                    <a:lnTo>
                      <a:pt x="912472" y="901119"/>
                    </a:lnTo>
                    <a:lnTo>
                      <a:pt x="912812" y="901106"/>
                    </a:lnTo>
                    <a:lnTo>
                      <a:pt x="913152" y="901092"/>
                    </a:lnTo>
                    <a:lnTo>
                      <a:pt x="913492" y="901078"/>
                    </a:lnTo>
                    <a:lnTo>
                      <a:pt x="913832" y="901064"/>
                    </a:lnTo>
                    <a:lnTo>
                      <a:pt x="914172" y="901050"/>
                    </a:lnTo>
                    <a:lnTo>
                      <a:pt x="914400" y="901041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h3003"/>
              <p:cNvSpPr/>
              <p:nvPr/>
            </p:nvSpPr>
            <p:spPr>
              <a:xfrm>
                <a:off x="3077599" y="21710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50" y="918275"/>
                    </a:lnTo>
                    <a:lnTo>
                      <a:pt x="905590" y="918261"/>
                    </a:lnTo>
                    <a:lnTo>
                      <a:pt x="905930" y="918247"/>
                    </a:lnTo>
                    <a:lnTo>
                      <a:pt x="906270" y="918234"/>
                    </a:lnTo>
                    <a:lnTo>
                      <a:pt x="906610" y="918220"/>
                    </a:lnTo>
                    <a:lnTo>
                      <a:pt x="906950" y="918206"/>
                    </a:lnTo>
                    <a:lnTo>
                      <a:pt x="907290" y="918193"/>
                    </a:lnTo>
                    <a:lnTo>
                      <a:pt x="907630" y="918179"/>
                    </a:lnTo>
                    <a:lnTo>
                      <a:pt x="909268" y="918186"/>
                    </a:lnTo>
                    <a:lnTo>
                      <a:pt x="909378" y="917819"/>
                    </a:lnTo>
                    <a:lnTo>
                      <a:pt x="909492" y="917440"/>
                    </a:lnTo>
                    <a:lnTo>
                      <a:pt x="909605" y="917060"/>
                    </a:lnTo>
                    <a:lnTo>
                      <a:pt x="909719" y="916681"/>
                    </a:lnTo>
                    <a:lnTo>
                      <a:pt x="909833" y="916302"/>
                    </a:lnTo>
                    <a:lnTo>
                      <a:pt x="909946" y="915923"/>
                    </a:lnTo>
                    <a:lnTo>
                      <a:pt x="910060" y="915544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h3004"/>
              <p:cNvSpPr/>
              <p:nvPr/>
            </p:nvSpPr>
            <p:spPr>
              <a:xfrm>
                <a:off x="30775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h3005"/>
              <p:cNvSpPr/>
              <p:nvPr/>
            </p:nvSpPr>
            <p:spPr>
              <a:xfrm>
                <a:off x="308686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h3006"/>
              <p:cNvSpPr/>
              <p:nvPr/>
            </p:nvSpPr>
            <p:spPr>
              <a:xfrm>
                <a:off x="309612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h3007"/>
              <p:cNvSpPr/>
              <p:nvPr/>
            </p:nvSpPr>
            <p:spPr>
              <a:xfrm>
                <a:off x="310538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h3008"/>
              <p:cNvSpPr/>
              <p:nvPr/>
            </p:nvSpPr>
            <p:spPr>
              <a:xfrm>
                <a:off x="311464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h3009"/>
              <p:cNvSpPr/>
              <p:nvPr/>
            </p:nvSpPr>
            <p:spPr>
              <a:xfrm>
                <a:off x="312391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h3010"/>
              <p:cNvSpPr/>
              <p:nvPr/>
            </p:nvSpPr>
            <p:spPr>
              <a:xfrm>
                <a:off x="313317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h3011"/>
              <p:cNvSpPr/>
              <p:nvPr/>
            </p:nvSpPr>
            <p:spPr>
              <a:xfrm>
                <a:off x="314243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h3012"/>
              <p:cNvSpPr/>
              <p:nvPr/>
            </p:nvSpPr>
            <p:spPr>
              <a:xfrm>
                <a:off x="315169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h3013"/>
              <p:cNvSpPr/>
              <p:nvPr/>
            </p:nvSpPr>
            <p:spPr>
              <a:xfrm>
                <a:off x="316095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h3014"/>
              <p:cNvSpPr/>
              <p:nvPr/>
            </p:nvSpPr>
            <p:spPr>
              <a:xfrm>
                <a:off x="317022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h3015"/>
              <p:cNvSpPr/>
              <p:nvPr/>
            </p:nvSpPr>
            <p:spPr>
              <a:xfrm>
                <a:off x="317948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h3016"/>
              <p:cNvSpPr/>
              <p:nvPr/>
            </p:nvSpPr>
            <p:spPr>
              <a:xfrm>
                <a:off x="318874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h3017"/>
              <p:cNvSpPr/>
              <p:nvPr/>
            </p:nvSpPr>
            <p:spPr>
              <a:xfrm>
                <a:off x="31980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h3018"/>
              <p:cNvSpPr/>
              <p:nvPr/>
            </p:nvSpPr>
            <p:spPr>
              <a:xfrm>
                <a:off x="32072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h3019"/>
              <p:cNvSpPr/>
              <p:nvPr/>
            </p:nvSpPr>
            <p:spPr>
              <a:xfrm>
                <a:off x="32165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5AD">
                  <a:alpha val="100000"/>
                </a:srgbClr>
              </a:solidFill>
              <a:ln w="5420" cap="flat">
                <a:solidFill>
                  <a:srgbClr val="FFF5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h3020"/>
              <p:cNvSpPr/>
              <p:nvPr/>
            </p:nvSpPr>
            <p:spPr>
              <a:xfrm>
                <a:off x="322579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h3021"/>
              <p:cNvSpPr/>
              <p:nvPr/>
            </p:nvSpPr>
            <p:spPr>
              <a:xfrm>
                <a:off x="32350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h3022"/>
              <p:cNvSpPr/>
              <p:nvPr/>
            </p:nvSpPr>
            <p:spPr>
              <a:xfrm>
                <a:off x="32443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h3023"/>
              <p:cNvSpPr/>
              <p:nvPr/>
            </p:nvSpPr>
            <p:spPr>
              <a:xfrm>
                <a:off x="32535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h3024"/>
              <p:cNvSpPr/>
              <p:nvPr/>
            </p:nvSpPr>
            <p:spPr>
              <a:xfrm>
                <a:off x="32628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h3025"/>
              <p:cNvSpPr/>
              <p:nvPr/>
            </p:nvSpPr>
            <p:spPr>
              <a:xfrm>
                <a:off x="327210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h3026"/>
              <p:cNvSpPr/>
              <p:nvPr/>
            </p:nvSpPr>
            <p:spPr>
              <a:xfrm>
                <a:off x="32813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h3027"/>
              <p:cNvSpPr/>
              <p:nvPr/>
            </p:nvSpPr>
            <p:spPr>
              <a:xfrm>
                <a:off x="32906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h3028"/>
              <p:cNvSpPr/>
              <p:nvPr/>
            </p:nvSpPr>
            <p:spPr>
              <a:xfrm>
                <a:off x="32998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h3029"/>
              <p:cNvSpPr/>
              <p:nvPr/>
            </p:nvSpPr>
            <p:spPr>
              <a:xfrm>
                <a:off x="330915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h3030"/>
              <p:cNvSpPr/>
              <p:nvPr/>
            </p:nvSpPr>
            <p:spPr>
              <a:xfrm>
                <a:off x="33184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h3031"/>
              <p:cNvSpPr/>
              <p:nvPr/>
            </p:nvSpPr>
            <p:spPr>
              <a:xfrm>
                <a:off x="3327679" y="21883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5973"/>
                    </a:lnTo>
                    <a:lnTo>
                      <a:pt x="923110" y="908029"/>
                    </a:lnTo>
                    <a:lnTo>
                      <a:pt x="922304" y="911038"/>
                    </a:lnTo>
                    <a:lnTo>
                      <a:pt x="921497" y="914047"/>
                    </a:lnTo>
                    <a:lnTo>
                      <a:pt x="921403" y="914400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h3032"/>
              <p:cNvSpPr/>
              <p:nvPr/>
            </p:nvSpPr>
            <p:spPr>
              <a:xfrm>
                <a:off x="3336941" y="2171071"/>
                <a:ext cx="916765" cy="923212"/>
              </a:xfrm>
              <a:custGeom>
                <a:avLst/>
                <a:gdLst/>
                <a:ahLst/>
                <a:cxnLst/>
                <a:rect l="0" t="0" r="0" b="0"/>
                <a:pathLst>
                  <a:path w="916765" h="923212">
                    <a:moveTo>
                      <a:pt x="914400" y="914400"/>
                    </a:moveTo>
                    <a:lnTo>
                      <a:pt x="916765" y="914400"/>
                    </a:lnTo>
                    <a:lnTo>
                      <a:pt x="916271" y="916240"/>
                    </a:lnTo>
                    <a:lnTo>
                      <a:pt x="915463" y="919249"/>
                    </a:lnTo>
                    <a:lnTo>
                      <a:pt x="914655" y="922258"/>
                    </a:lnTo>
                    <a:lnTo>
                      <a:pt x="914400" y="923212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h3033"/>
              <p:cNvSpPr/>
              <p:nvPr/>
            </p:nvSpPr>
            <p:spPr>
              <a:xfrm>
                <a:off x="2345883" y="2153833"/>
                <a:ext cx="914400" cy="9193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375">
                    <a:moveTo>
                      <a:pt x="914400" y="914400"/>
                    </a:moveTo>
                    <a:lnTo>
                      <a:pt x="914400" y="919375"/>
                    </a:lnTo>
                    <a:lnTo>
                      <a:pt x="914139" y="918804"/>
                    </a:lnTo>
                    <a:lnTo>
                      <a:pt x="913358" y="917091"/>
                    </a:lnTo>
                    <a:lnTo>
                      <a:pt x="912199" y="914400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h3034"/>
              <p:cNvSpPr/>
              <p:nvPr/>
            </p:nvSpPr>
            <p:spPr>
              <a:xfrm>
                <a:off x="23458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87" y="931638"/>
                    </a:lnTo>
                    <a:lnTo>
                      <a:pt x="919569" y="930719"/>
                    </a:lnTo>
                    <a:lnTo>
                      <a:pt x="918794" y="929017"/>
                    </a:lnTo>
                    <a:lnTo>
                      <a:pt x="918018" y="927315"/>
                    </a:lnTo>
                    <a:lnTo>
                      <a:pt x="917243" y="925613"/>
                    </a:lnTo>
                    <a:lnTo>
                      <a:pt x="916467" y="923910"/>
                    </a:lnTo>
                    <a:lnTo>
                      <a:pt x="915692" y="922208"/>
                    </a:lnTo>
                    <a:lnTo>
                      <a:pt x="914916" y="920506"/>
                    </a:lnTo>
                    <a:lnTo>
                      <a:pt x="914400" y="919375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h3035"/>
              <p:cNvSpPr/>
              <p:nvPr/>
            </p:nvSpPr>
            <p:spPr>
              <a:xfrm>
                <a:off x="235514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h3036"/>
              <p:cNvSpPr/>
              <p:nvPr/>
            </p:nvSpPr>
            <p:spPr>
              <a:xfrm>
                <a:off x="23644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h3037"/>
              <p:cNvSpPr/>
              <p:nvPr/>
            </p:nvSpPr>
            <p:spPr>
              <a:xfrm>
                <a:off x="23736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h3038"/>
              <p:cNvSpPr/>
              <p:nvPr/>
            </p:nvSpPr>
            <p:spPr>
              <a:xfrm>
                <a:off x="23829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h3039"/>
              <p:cNvSpPr/>
              <p:nvPr/>
            </p:nvSpPr>
            <p:spPr>
              <a:xfrm>
                <a:off x="239219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h3040"/>
              <p:cNvSpPr/>
              <p:nvPr/>
            </p:nvSpPr>
            <p:spPr>
              <a:xfrm>
                <a:off x="24014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h3041"/>
              <p:cNvSpPr/>
              <p:nvPr/>
            </p:nvSpPr>
            <p:spPr>
              <a:xfrm>
                <a:off x="24107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h3042"/>
              <p:cNvSpPr/>
              <p:nvPr/>
            </p:nvSpPr>
            <p:spPr>
              <a:xfrm>
                <a:off x="24199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h3043"/>
              <p:cNvSpPr/>
              <p:nvPr/>
            </p:nvSpPr>
            <p:spPr>
              <a:xfrm>
                <a:off x="24292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h3044"/>
              <p:cNvSpPr/>
              <p:nvPr/>
            </p:nvSpPr>
            <p:spPr>
              <a:xfrm>
                <a:off x="243850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h3045"/>
              <p:cNvSpPr/>
              <p:nvPr/>
            </p:nvSpPr>
            <p:spPr>
              <a:xfrm>
                <a:off x="24477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h3046"/>
              <p:cNvSpPr/>
              <p:nvPr/>
            </p:nvSpPr>
            <p:spPr>
              <a:xfrm>
                <a:off x="24570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h3047"/>
              <p:cNvSpPr/>
              <p:nvPr/>
            </p:nvSpPr>
            <p:spPr>
              <a:xfrm>
                <a:off x="24662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h3048"/>
              <p:cNvSpPr/>
              <p:nvPr/>
            </p:nvSpPr>
            <p:spPr>
              <a:xfrm>
                <a:off x="247555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h3049"/>
              <p:cNvSpPr/>
              <p:nvPr/>
            </p:nvSpPr>
            <p:spPr>
              <a:xfrm>
                <a:off x="24848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h3050"/>
              <p:cNvSpPr/>
              <p:nvPr/>
            </p:nvSpPr>
            <p:spPr>
              <a:xfrm>
                <a:off x="24940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h3051"/>
              <p:cNvSpPr/>
              <p:nvPr/>
            </p:nvSpPr>
            <p:spPr>
              <a:xfrm>
                <a:off x="250334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h3052"/>
              <p:cNvSpPr/>
              <p:nvPr/>
            </p:nvSpPr>
            <p:spPr>
              <a:xfrm>
                <a:off x="251260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h3053"/>
              <p:cNvSpPr/>
              <p:nvPr/>
            </p:nvSpPr>
            <p:spPr>
              <a:xfrm>
                <a:off x="252186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h3054"/>
              <p:cNvSpPr/>
              <p:nvPr/>
            </p:nvSpPr>
            <p:spPr>
              <a:xfrm>
                <a:off x="253112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h3055"/>
              <p:cNvSpPr/>
              <p:nvPr/>
            </p:nvSpPr>
            <p:spPr>
              <a:xfrm>
                <a:off x="254039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h3056"/>
              <p:cNvSpPr/>
              <p:nvPr/>
            </p:nvSpPr>
            <p:spPr>
              <a:xfrm>
                <a:off x="254965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h3057"/>
              <p:cNvSpPr/>
              <p:nvPr/>
            </p:nvSpPr>
            <p:spPr>
              <a:xfrm>
                <a:off x="255891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h3058"/>
              <p:cNvSpPr/>
              <p:nvPr/>
            </p:nvSpPr>
            <p:spPr>
              <a:xfrm>
                <a:off x="256817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h3059"/>
              <p:cNvSpPr/>
              <p:nvPr/>
            </p:nvSpPr>
            <p:spPr>
              <a:xfrm>
                <a:off x="257743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h3060"/>
              <p:cNvSpPr/>
              <p:nvPr/>
            </p:nvSpPr>
            <p:spPr>
              <a:xfrm>
                <a:off x="258670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h3061"/>
              <p:cNvSpPr/>
              <p:nvPr/>
            </p:nvSpPr>
            <p:spPr>
              <a:xfrm>
                <a:off x="259596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h3062"/>
              <p:cNvSpPr/>
              <p:nvPr/>
            </p:nvSpPr>
            <p:spPr>
              <a:xfrm>
                <a:off x="260522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h3063"/>
              <p:cNvSpPr/>
              <p:nvPr/>
            </p:nvSpPr>
            <p:spPr>
              <a:xfrm>
                <a:off x="261448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h3064"/>
              <p:cNvSpPr/>
              <p:nvPr/>
            </p:nvSpPr>
            <p:spPr>
              <a:xfrm>
                <a:off x="262375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h3065"/>
              <p:cNvSpPr/>
              <p:nvPr/>
            </p:nvSpPr>
            <p:spPr>
              <a:xfrm>
                <a:off x="263301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h3066"/>
              <p:cNvSpPr/>
              <p:nvPr/>
            </p:nvSpPr>
            <p:spPr>
              <a:xfrm>
                <a:off x="264227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h3067"/>
              <p:cNvSpPr/>
              <p:nvPr/>
            </p:nvSpPr>
            <p:spPr>
              <a:xfrm>
                <a:off x="265153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h3068"/>
              <p:cNvSpPr/>
              <p:nvPr/>
            </p:nvSpPr>
            <p:spPr>
              <a:xfrm>
                <a:off x="2670061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0" y="897161"/>
                    </a:lnTo>
                    <a:lnTo>
                      <a:pt x="914322" y="907355"/>
                    </a:lnTo>
                    <a:lnTo>
                      <a:pt x="914400" y="90776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h3069"/>
              <p:cNvSpPr/>
              <p:nvPr/>
            </p:nvSpPr>
            <p:spPr>
              <a:xfrm>
                <a:off x="2670061" y="2171071"/>
                <a:ext cx="9156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52" h="914400">
                    <a:moveTo>
                      <a:pt x="914400" y="914400"/>
                    </a:moveTo>
                    <a:lnTo>
                      <a:pt x="914400" y="907768"/>
                    </a:lnTo>
                    <a:lnTo>
                      <a:pt x="914426" y="907906"/>
                    </a:lnTo>
                    <a:lnTo>
                      <a:pt x="914531" y="908461"/>
                    </a:lnTo>
                    <a:lnTo>
                      <a:pt x="914636" y="909017"/>
                    </a:lnTo>
                    <a:lnTo>
                      <a:pt x="914741" y="909572"/>
                    </a:lnTo>
                    <a:lnTo>
                      <a:pt x="914845" y="910128"/>
                    </a:lnTo>
                    <a:lnTo>
                      <a:pt x="914950" y="910683"/>
                    </a:lnTo>
                    <a:lnTo>
                      <a:pt x="915055" y="911239"/>
                    </a:lnTo>
                    <a:lnTo>
                      <a:pt x="915160" y="911794"/>
                    </a:lnTo>
                    <a:lnTo>
                      <a:pt x="915265" y="912350"/>
                    </a:lnTo>
                    <a:lnTo>
                      <a:pt x="915370" y="912905"/>
                    </a:lnTo>
                    <a:lnTo>
                      <a:pt x="915475" y="913461"/>
                    </a:lnTo>
                    <a:lnTo>
                      <a:pt x="915580" y="914016"/>
                    </a:lnTo>
                    <a:lnTo>
                      <a:pt x="915652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h3070"/>
              <p:cNvSpPr/>
              <p:nvPr/>
            </p:nvSpPr>
            <p:spPr>
              <a:xfrm>
                <a:off x="3077599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29" y="914400"/>
                    </a:lnTo>
                    <a:lnTo>
                      <a:pt x="913659" y="904375"/>
                    </a:lnTo>
                    <a:lnTo>
                      <a:pt x="914400" y="902375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h3071"/>
              <p:cNvSpPr/>
              <p:nvPr/>
            </p:nvSpPr>
            <p:spPr>
              <a:xfrm>
                <a:off x="3086861" y="21538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613"/>
                    </a:lnTo>
                    <a:lnTo>
                      <a:pt x="907067" y="914400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h3072"/>
              <p:cNvSpPr/>
              <p:nvPr/>
            </p:nvSpPr>
            <p:spPr>
              <a:xfrm>
                <a:off x="308686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h3073"/>
              <p:cNvSpPr/>
              <p:nvPr/>
            </p:nvSpPr>
            <p:spPr>
              <a:xfrm>
                <a:off x="309612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h3074"/>
              <p:cNvSpPr/>
              <p:nvPr/>
            </p:nvSpPr>
            <p:spPr>
              <a:xfrm>
                <a:off x="310538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h3075"/>
              <p:cNvSpPr/>
              <p:nvPr/>
            </p:nvSpPr>
            <p:spPr>
              <a:xfrm>
                <a:off x="311464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h3076"/>
              <p:cNvSpPr/>
              <p:nvPr/>
            </p:nvSpPr>
            <p:spPr>
              <a:xfrm>
                <a:off x="312391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h3077"/>
              <p:cNvSpPr/>
              <p:nvPr/>
            </p:nvSpPr>
            <p:spPr>
              <a:xfrm>
                <a:off x="313317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h3078"/>
              <p:cNvSpPr/>
              <p:nvPr/>
            </p:nvSpPr>
            <p:spPr>
              <a:xfrm>
                <a:off x="314243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h3079"/>
              <p:cNvSpPr/>
              <p:nvPr/>
            </p:nvSpPr>
            <p:spPr>
              <a:xfrm>
                <a:off x="315169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h3080"/>
              <p:cNvSpPr/>
              <p:nvPr/>
            </p:nvSpPr>
            <p:spPr>
              <a:xfrm>
                <a:off x="316095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h3081"/>
              <p:cNvSpPr/>
              <p:nvPr/>
            </p:nvSpPr>
            <p:spPr>
              <a:xfrm>
                <a:off x="317022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h3082"/>
              <p:cNvSpPr/>
              <p:nvPr/>
            </p:nvSpPr>
            <p:spPr>
              <a:xfrm>
                <a:off x="31794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h3083"/>
              <p:cNvSpPr/>
              <p:nvPr/>
            </p:nvSpPr>
            <p:spPr>
              <a:xfrm>
                <a:off x="318874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h3084"/>
              <p:cNvSpPr/>
              <p:nvPr/>
            </p:nvSpPr>
            <p:spPr>
              <a:xfrm>
                <a:off x="31980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h3085"/>
              <p:cNvSpPr/>
              <p:nvPr/>
            </p:nvSpPr>
            <p:spPr>
              <a:xfrm>
                <a:off x="32072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h3086"/>
              <p:cNvSpPr/>
              <p:nvPr/>
            </p:nvSpPr>
            <p:spPr>
              <a:xfrm>
                <a:off x="32165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h3087"/>
              <p:cNvSpPr/>
              <p:nvPr/>
            </p:nvSpPr>
            <p:spPr>
              <a:xfrm>
                <a:off x="322579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h3088"/>
              <p:cNvSpPr/>
              <p:nvPr/>
            </p:nvSpPr>
            <p:spPr>
              <a:xfrm>
                <a:off x="32350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h3089"/>
              <p:cNvSpPr/>
              <p:nvPr/>
            </p:nvSpPr>
            <p:spPr>
              <a:xfrm>
                <a:off x="32443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h3090"/>
              <p:cNvSpPr/>
              <p:nvPr/>
            </p:nvSpPr>
            <p:spPr>
              <a:xfrm>
                <a:off x="32535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h3091"/>
              <p:cNvSpPr/>
              <p:nvPr/>
            </p:nvSpPr>
            <p:spPr>
              <a:xfrm>
                <a:off x="32628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h3092"/>
              <p:cNvSpPr/>
              <p:nvPr/>
            </p:nvSpPr>
            <p:spPr>
              <a:xfrm>
                <a:off x="327210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h3093"/>
              <p:cNvSpPr/>
              <p:nvPr/>
            </p:nvSpPr>
            <p:spPr>
              <a:xfrm>
                <a:off x="32813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h3094"/>
              <p:cNvSpPr/>
              <p:nvPr/>
            </p:nvSpPr>
            <p:spPr>
              <a:xfrm>
                <a:off x="32906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h3095"/>
              <p:cNvSpPr/>
              <p:nvPr/>
            </p:nvSpPr>
            <p:spPr>
              <a:xfrm>
                <a:off x="32998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h3096"/>
              <p:cNvSpPr/>
              <p:nvPr/>
            </p:nvSpPr>
            <p:spPr>
              <a:xfrm>
                <a:off x="330915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h3097"/>
              <p:cNvSpPr/>
              <p:nvPr/>
            </p:nvSpPr>
            <p:spPr>
              <a:xfrm>
                <a:off x="33184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h3098"/>
              <p:cNvSpPr/>
              <p:nvPr/>
            </p:nvSpPr>
            <p:spPr>
              <a:xfrm>
                <a:off x="33276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h3099"/>
              <p:cNvSpPr/>
              <p:nvPr/>
            </p:nvSpPr>
            <p:spPr>
              <a:xfrm>
                <a:off x="3336941" y="2171071"/>
                <a:ext cx="9209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907" y="897161"/>
                    </a:lnTo>
                    <a:lnTo>
                      <a:pt x="919559" y="903358"/>
                    </a:lnTo>
                    <a:lnTo>
                      <a:pt x="917084" y="913212"/>
                    </a:lnTo>
                    <a:lnTo>
                      <a:pt x="916765" y="914400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h3100"/>
              <p:cNvSpPr/>
              <p:nvPr/>
            </p:nvSpPr>
            <p:spPr>
              <a:xfrm>
                <a:off x="2345883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199" y="931638"/>
                    </a:lnTo>
                    <a:lnTo>
                      <a:pt x="909400" y="925137"/>
                    </a:lnTo>
                    <a:lnTo>
                      <a:pt x="905731" y="915540"/>
                    </a:lnTo>
                    <a:lnTo>
                      <a:pt x="905345" y="914400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h3101"/>
              <p:cNvSpPr/>
              <p:nvPr/>
            </p:nvSpPr>
            <p:spPr>
              <a:xfrm>
                <a:off x="23458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h3102"/>
              <p:cNvSpPr/>
              <p:nvPr/>
            </p:nvSpPr>
            <p:spPr>
              <a:xfrm>
                <a:off x="235514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h3103"/>
              <p:cNvSpPr/>
              <p:nvPr/>
            </p:nvSpPr>
            <p:spPr>
              <a:xfrm>
                <a:off x="23644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h3104"/>
              <p:cNvSpPr/>
              <p:nvPr/>
            </p:nvSpPr>
            <p:spPr>
              <a:xfrm>
                <a:off x="23736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h3105"/>
              <p:cNvSpPr/>
              <p:nvPr/>
            </p:nvSpPr>
            <p:spPr>
              <a:xfrm>
                <a:off x="23829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h3106"/>
              <p:cNvSpPr/>
              <p:nvPr/>
            </p:nvSpPr>
            <p:spPr>
              <a:xfrm>
                <a:off x="239219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h3107"/>
              <p:cNvSpPr/>
              <p:nvPr/>
            </p:nvSpPr>
            <p:spPr>
              <a:xfrm>
                <a:off x="24014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h3108"/>
              <p:cNvSpPr/>
              <p:nvPr/>
            </p:nvSpPr>
            <p:spPr>
              <a:xfrm>
                <a:off x="24107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h3109"/>
              <p:cNvSpPr/>
              <p:nvPr/>
            </p:nvSpPr>
            <p:spPr>
              <a:xfrm>
                <a:off x="24199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h3110"/>
              <p:cNvSpPr/>
              <p:nvPr/>
            </p:nvSpPr>
            <p:spPr>
              <a:xfrm>
                <a:off x="24292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h3111"/>
              <p:cNvSpPr/>
              <p:nvPr/>
            </p:nvSpPr>
            <p:spPr>
              <a:xfrm>
                <a:off x="243850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h3112"/>
              <p:cNvSpPr/>
              <p:nvPr/>
            </p:nvSpPr>
            <p:spPr>
              <a:xfrm>
                <a:off x="24477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h3113"/>
              <p:cNvSpPr/>
              <p:nvPr/>
            </p:nvSpPr>
            <p:spPr>
              <a:xfrm>
                <a:off x="24570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h3114"/>
              <p:cNvSpPr/>
              <p:nvPr/>
            </p:nvSpPr>
            <p:spPr>
              <a:xfrm>
                <a:off x="24662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h3115"/>
              <p:cNvSpPr/>
              <p:nvPr/>
            </p:nvSpPr>
            <p:spPr>
              <a:xfrm>
                <a:off x="247555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h3116"/>
              <p:cNvSpPr/>
              <p:nvPr/>
            </p:nvSpPr>
            <p:spPr>
              <a:xfrm>
                <a:off x="24848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h3117"/>
              <p:cNvSpPr/>
              <p:nvPr/>
            </p:nvSpPr>
            <p:spPr>
              <a:xfrm>
                <a:off x="24940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h3118"/>
              <p:cNvSpPr/>
              <p:nvPr/>
            </p:nvSpPr>
            <p:spPr>
              <a:xfrm>
                <a:off x="250334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h3119"/>
              <p:cNvSpPr/>
              <p:nvPr/>
            </p:nvSpPr>
            <p:spPr>
              <a:xfrm>
                <a:off x="251260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h3120"/>
              <p:cNvSpPr/>
              <p:nvPr/>
            </p:nvSpPr>
            <p:spPr>
              <a:xfrm>
                <a:off x="252186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h3121"/>
              <p:cNvSpPr/>
              <p:nvPr/>
            </p:nvSpPr>
            <p:spPr>
              <a:xfrm>
                <a:off x="253112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h3122"/>
              <p:cNvSpPr/>
              <p:nvPr/>
            </p:nvSpPr>
            <p:spPr>
              <a:xfrm>
                <a:off x="254039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h3123"/>
              <p:cNvSpPr/>
              <p:nvPr/>
            </p:nvSpPr>
            <p:spPr>
              <a:xfrm>
                <a:off x="254965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h3124"/>
              <p:cNvSpPr/>
              <p:nvPr/>
            </p:nvSpPr>
            <p:spPr>
              <a:xfrm>
                <a:off x="255891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h3125"/>
              <p:cNvSpPr/>
              <p:nvPr/>
            </p:nvSpPr>
            <p:spPr>
              <a:xfrm>
                <a:off x="256817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h3126"/>
              <p:cNvSpPr/>
              <p:nvPr/>
            </p:nvSpPr>
            <p:spPr>
              <a:xfrm>
                <a:off x="257743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h3127"/>
              <p:cNvSpPr/>
              <p:nvPr/>
            </p:nvSpPr>
            <p:spPr>
              <a:xfrm>
                <a:off x="258670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h3128"/>
              <p:cNvSpPr/>
              <p:nvPr/>
            </p:nvSpPr>
            <p:spPr>
              <a:xfrm>
                <a:off x="259596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h3129"/>
              <p:cNvSpPr/>
              <p:nvPr/>
            </p:nvSpPr>
            <p:spPr>
              <a:xfrm>
                <a:off x="260522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h3130"/>
              <p:cNvSpPr/>
              <p:nvPr/>
            </p:nvSpPr>
            <p:spPr>
              <a:xfrm>
                <a:off x="261448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h3131"/>
              <p:cNvSpPr/>
              <p:nvPr/>
            </p:nvSpPr>
            <p:spPr>
              <a:xfrm>
                <a:off x="262375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h3132"/>
              <p:cNvSpPr/>
              <p:nvPr/>
            </p:nvSpPr>
            <p:spPr>
              <a:xfrm>
                <a:off x="263301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h3133"/>
              <p:cNvSpPr/>
              <p:nvPr/>
            </p:nvSpPr>
            <p:spPr>
              <a:xfrm>
                <a:off x="264227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h3134"/>
              <p:cNvSpPr/>
              <p:nvPr/>
            </p:nvSpPr>
            <p:spPr>
              <a:xfrm>
                <a:off x="265153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h3135"/>
              <p:cNvSpPr/>
              <p:nvPr/>
            </p:nvSpPr>
            <p:spPr>
              <a:xfrm>
                <a:off x="2660799" y="2153833"/>
                <a:ext cx="9214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132" y="897161"/>
                    </a:lnTo>
                    <a:lnTo>
                      <a:pt x="919112" y="904408"/>
                    </a:lnTo>
                    <a:lnTo>
                      <a:pt x="921493" y="914400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h3136"/>
              <p:cNvSpPr/>
              <p:nvPr/>
            </p:nvSpPr>
            <p:spPr>
              <a:xfrm>
                <a:off x="3086861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67" y="931638"/>
                    </a:lnTo>
                    <a:lnTo>
                      <a:pt x="908367" y="928126"/>
                    </a:lnTo>
                    <a:lnTo>
                      <a:pt x="908557" y="927646"/>
                    </a:lnTo>
                    <a:lnTo>
                      <a:pt x="908750" y="927159"/>
                    </a:lnTo>
                    <a:lnTo>
                      <a:pt x="908942" y="926672"/>
                    </a:lnTo>
                    <a:lnTo>
                      <a:pt x="909135" y="926185"/>
                    </a:lnTo>
                    <a:lnTo>
                      <a:pt x="909328" y="925699"/>
                    </a:lnTo>
                    <a:lnTo>
                      <a:pt x="909520" y="925212"/>
                    </a:lnTo>
                    <a:lnTo>
                      <a:pt x="909713" y="924725"/>
                    </a:lnTo>
                    <a:lnTo>
                      <a:pt x="909906" y="924239"/>
                    </a:lnTo>
                    <a:lnTo>
                      <a:pt x="910098" y="923752"/>
                    </a:lnTo>
                    <a:lnTo>
                      <a:pt x="910291" y="923265"/>
                    </a:lnTo>
                    <a:lnTo>
                      <a:pt x="910484" y="922778"/>
                    </a:lnTo>
                    <a:lnTo>
                      <a:pt x="910676" y="922292"/>
                    </a:lnTo>
                    <a:lnTo>
                      <a:pt x="910869" y="921805"/>
                    </a:lnTo>
                    <a:lnTo>
                      <a:pt x="911062" y="921318"/>
                    </a:lnTo>
                    <a:lnTo>
                      <a:pt x="911255" y="920832"/>
                    </a:lnTo>
                    <a:lnTo>
                      <a:pt x="911448" y="920345"/>
                    </a:lnTo>
                    <a:lnTo>
                      <a:pt x="911640" y="919858"/>
                    </a:lnTo>
                    <a:lnTo>
                      <a:pt x="911833" y="919372"/>
                    </a:lnTo>
                    <a:lnTo>
                      <a:pt x="912026" y="918885"/>
                    </a:lnTo>
                    <a:lnTo>
                      <a:pt x="912219" y="918398"/>
                    </a:lnTo>
                    <a:lnTo>
                      <a:pt x="912412" y="917912"/>
                    </a:lnTo>
                    <a:lnTo>
                      <a:pt x="912605" y="917425"/>
                    </a:lnTo>
                    <a:lnTo>
                      <a:pt x="912797" y="916938"/>
                    </a:lnTo>
                    <a:lnTo>
                      <a:pt x="912990" y="916452"/>
                    </a:lnTo>
                    <a:lnTo>
                      <a:pt x="913183" y="915965"/>
                    </a:lnTo>
                    <a:lnTo>
                      <a:pt x="913376" y="915478"/>
                    </a:lnTo>
                    <a:lnTo>
                      <a:pt x="913569" y="914992"/>
                    </a:lnTo>
                    <a:lnTo>
                      <a:pt x="913804" y="914400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h3137"/>
              <p:cNvSpPr/>
              <p:nvPr/>
            </p:nvSpPr>
            <p:spPr>
              <a:xfrm>
                <a:off x="308686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h3138"/>
              <p:cNvSpPr/>
              <p:nvPr/>
            </p:nvSpPr>
            <p:spPr>
              <a:xfrm>
                <a:off x="309612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h3139"/>
              <p:cNvSpPr/>
              <p:nvPr/>
            </p:nvSpPr>
            <p:spPr>
              <a:xfrm>
                <a:off x="310538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h3140"/>
              <p:cNvSpPr/>
              <p:nvPr/>
            </p:nvSpPr>
            <p:spPr>
              <a:xfrm>
                <a:off x="311464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h3141"/>
              <p:cNvSpPr/>
              <p:nvPr/>
            </p:nvSpPr>
            <p:spPr>
              <a:xfrm>
                <a:off x="312391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h3142"/>
              <p:cNvSpPr/>
              <p:nvPr/>
            </p:nvSpPr>
            <p:spPr>
              <a:xfrm>
                <a:off x="313317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h3143"/>
              <p:cNvSpPr/>
              <p:nvPr/>
            </p:nvSpPr>
            <p:spPr>
              <a:xfrm>
                <a:off x="314243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h3144"/>
              <p:cNvSpPr/>
              <p:nvPr/>
            </p:nvSpPr>
            <p:spPr>
              <a:xfrm>
                <a:off x="315169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h3145"/>
              <p:cNvSpPr/>
              <p:nvPr/>
            </p:nvSpPr>
            <p:spPr>
              <a:xfrm>
                <a:off x="316095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h3146"/>
              <p:cNvSpPr/>
              <p:nvPr/>
            </p:nvSpPr>
            <p:spPr>
              <a:xfrm>
                <a:off x="317022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h3147"/>
              <p:cNvSpPr/>
              <p:nvPr/>
            </p:nvSpPr>
            <p:spPr>
              <a:xfrm>
                <a:off x="31794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h3148"/>
              <p:cNvSpPr/>
              <p:nvPr/>
            </p:nvSpPr>
            <p:spPr>
              <a:xfrm>
                <a:off x="318874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h3149"/>
              <p:cNvSpPr/>
              <p:nvPr/>
            </p:nvSpPr>
            <p:spPr>
              <a:xfrm>
                <a:off x="31980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h3150"/>
              <p:cNvSpPr/>
              <p:nvPr/>
            </p:nvSpPr>
            <p:spPr>
              <a:xfrm>
                <a:off x="32072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h3151"/>
              <p:cNvSpPr/>
              <p:nvPr/>
            </p:nvSpPr>
            <p:spPr>
              <a:xfrm>
                <a:off x="32165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h3152"/>
              <p:cNvSpPr/>
              <p:nvPr/>
            </p:nvSpPr>
            <p:spPr>
              <a:xfrm>
                <a:off x="322579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h3153"/>
              <p:cNvSpPr/>
              <p:nvPr/>
            </p:nvSpPr>
            <p:spPr>
              <a:xfrm>
                <a:off x="32350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h3154"/>
              <p:cNvSpPr/>
              <p:nvPr/>
            </p:nvSpPr>
            <p:spPr>
              <a:xfrm>
                <a:off x="32443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h3155"/>
              <p:cNvSpPr/>
              <p:nvPr/>
            </p:nvSpPr>
            <p:spPr>
              <a:xfrm>
                <a:off x="32535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h3156"/>
              <p:cNvSpPr/>
              <p:nvPr/>
            </p:nvSpPr>
            <p:spPr>
              <a:xfrm>
                <a:off x="32628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h3157"/>
              <p:cNvSpPr/>
              <p:nvPr/>
            </p:nvSpPr>
            <p:spPr>
              <a:xfrm>
                <a:off x="327210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h3158"/>
              <p:cNvSpPr/>
              <p:nvPr/>
            </p:nvSpPr>
            <p:spPr>
              <a:xfrm>
                <a:off x="32813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h3159"/>
              <p:cNvSpPr/>
              <p:nvPr/>
            </p:nvSpPr>
            <p:spPr>
              <a:xfrm>
                <a:off x="32906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h3160"/>
              <p:cNvSpPr/>
              <p:nvPr/>
            </p:nvSpPr>
            <p:spPr>
              <a:xfrm>
                <a:off x="32998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h3161"/>
              <p:cNvSpPr/>
              <p:nvPr/>
            </p:nvSpPr>
            <p:spPr>
              <a:xfrm>
                <a:off x="330915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h3162"/>
              <p:cNvSpPr/>
              <p:nvPr/>
            </p:nvSpPr>
            <p:spPr>
              <a:xfrm>
                <a:off x="33184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h3163"/>
              <p:cNvSpPr/>
              <p:nvPr/>
            </p:nvSpPr>
            <p:spPr>
              <a:xfrm>
                <a:off x="33276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h3164"/>
              <p:cNvSpPr/>
              <p:nvPr/>
            </p:nvSpPr>
            <p:spPr>
              <a:xfrm>
                <a:off x="3336941" y="21538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58" y="900230"/>
                    </a:lnTo>
                    <a:lnTo>
                      <a:pt x="921753" y="910513"/>
                    </a:lnTo>
                    <a:lnTo>
                      <a:pt x="920907" y="914400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h3165"/>
              <p:cNvSpPr/>
              <p:nvPr/>
            </p:nvSpPr>
            <p:spPr>
              <a:xfrm>
                <a:off x="3346203" y="2136594"/>
                <a:ext cx="914869" cy="917447"/>
              </a:xfrm>
              <a:custGeom>
                <a:avLst/>
                <a:gdLst/>
                <a:ahLst/>
                <a:cxnLst/>
                <a:rect l="0" t="0" r="0" b="0"/>
                <a:pathLst>
                  <a:path w="914869" h="917447">
                    <a:moveTo>
                      <a:pt x="914400" y="914400"/>
                    </a:moveTo>
                    <a:lnTo>
                      <a:pt x="914869" y="914400"/>
                    </a:lnTo>
                    <a:lnTo>
                      <a:pt x="914400" y="917447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h3166"/>
              <p:cNvSpPr/>
              <p:nvPr/>
            </p:nvSpPr>
            <p:spPr>
              <a:xfrm>
                <a:off x="2336621" y="2119356"/>
                <a:ext cx="914400" cy="9310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3">
                    <a:moveTo>
                      <a:pt x="914400" y="914400"/>
                    </a:moveTo>
                    <a:lnTo>
                      <a:pt x="914400" y="931023"/>
                    </a:lnTo>
                    <a:lnTo>
                      <a:pt x="911623" y="922808"/>
                    </a:lnTo>
                    <a:lnTo>
                      <a:pt x="911493" y="922374"/>
                    </a:lnTo>
                    <a:lnTo>
                      <a:pt x="908119" y="918196"/>
                    </a:lnTo>
                    <a:lnTo>
                      <a:pt x="905377" y="914400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h3167"/>
              <p:cNvSpPr/>
              <p:nvPr/>
            </p:nvSpPr>
            <p:spPr>
              <a:xfrm>
                <a:off x="23366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07" y="931638"/>
                    </a:lnTo>
                    <a:lnTo>
                      <a:pt x="914400" y="931023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h3168"/>
              <p:cNvSpPr/>
              <p:nvPr/>
            </p:nvSpPr>
            <p:spPr>
              <a:xfrm>
                <a:off x="23458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h3169"/>
              <p:cNvSpPr/>
              <p:nvPr/>
            </p:nvSpPr>
            <p:spPr>
              <a:xfrm>
                <a:off x="235514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h3170"/>
              <p:cNvSpPr/>
              <p:nvPr/>
            </p:nvSpPr>
            <p:spPr>
              <a:xfrm>
                <a:off x="23644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h3171"/>
              <p:cNvSpPr/>
              <p:nvPr/>
            </p:nvSpPr>
            <p:spPr>
              <a:xfrm>
                <a:off x="23736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h3172"/>
              <p:cNvSpPr/>
              <p:nvPr/>
            </p:nvSpPr>
            <p:spPr>
              <a:xfrm>
                <a:off x="23829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h3173"/>
              <p:cNvSpPr/>
              <p:nvPr/>
            </p:nvSpPr>
            <p:spPr>
              <a:xfrm>
                <a:off x="239219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h3174"/>
              <p:cNvSpPr/>
              <p:nvPr/>
            </p:nvSpPr>
            <p:spPr>
              <a:xfrm>
                <a:off x="24014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h3175"/>
              <p:cNvSpPr/>
              <p:nvPr/>
            </p:nvSpPr>
            <p:spPr>
              <a:xfrm>
                <a:off x="24107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h3176"/>
              <p:cNvSpPr/>
              <p:nvPr/>
            </p:nvSpPr>
            <p:spPr>
              <a:xfrm>
                <a:off x="24199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h3177"/>
              <p:cNvSpPr/>
              <p:nvPr/>
            </p:nvSpPr>
            <p:spPr>
              <a:xfrm>
                <a:off x="24292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h3178"/>
              <p:cNvSpPr/>
              <p:nvPr/>
            </p:nvSpPr>
            <p:spPr>
              <a:xfrm>
                <a:off x="243850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h3179"/>
              <p:cNvSpPr/>
              <p:nvPr/>
            </p:nvSpPr>
            <p:spPr>
              <a:xfrm>
                <a:off x="24477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h3180"/>
              <p:cNvSpPr/>
              <p:nvPr/>
            </p:nvSpPr>
            <p:spPr>
              <a:xfrm>
                <a:off x="24570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h3181"/>
              <p:cNvSpPr/>
              <p:nvPr/>
            </p:nvSpPr>
            <p:spPr>
              <a:xfrm>
                <a:off x="24662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h3182"/>
              <p:cNvSpPr/>
              <p:nvPr/>
            </p:nvSpPr>
            <p:spPr>
              <a:xfrm>
                <a:off x="247555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h3183"/>
              <p:cNvSpPr/>
              <p:nvPr/>
            </p:nvSpPr>
            <p:spPr>
              <a:xfrm>
                <a:off x="24848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h3184"/>
              <p:cNvSpPr/>
              <p:nvPr/>
            </p:nvSpPr>
            <p:spPr>
              <a:xfrm>
                <a:off x="24940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h3185"/>
              <p:cNvSpPr/>
              <p:nvPr/>
            </p:nvSpPr>
            <p:spPr>
              <a:xfrm>
                <a:off x="25033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h3186"/>
              <p:cNvSpPr/>
              <p:nvPr/>
            </p:nvSpPr>
            <p:spPr>
              <a:xfrm>
                <a:off x="251260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h3187"/>
              <p:cNvSpPr/>
              <p:nvPr/>
            </p:nvSpPr>
            <p:spPr>
              <a:xfrm>
                <a:off x="252186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h3188"/>
              <p:cNvSpPr/>
              <p:nvPr/>
            </p:nvSpPr>
            <p:spPr>
              <a:xfrm>
                <a:off x="253112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h3189"/>
              <p:cNvSpPr/>
              <p:nvPr/>
            </p:nvSpPr>
            <p:spPr>
              <a:xfrm>
                <a:off x="254039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h3190"/>
              <p:cNvSpPr/>
              <p:nvPr/>
            </p:nvSpPr>
            <p:spPr>
              <a:xfrm>
                <a:off x="254965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h3191"/>
              <p:cNvSpPr/>
              <p:nvPr/>
            </p:nvSpPr>
            <p:spPr>
              <a:xfrm>
                <a:off x="255891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h3192"/>
              <p:cNvSpPr/>
              <p:nvPr/>
            </p:nvSpPr>
            <p:spPr>
              <a:xfrm>
                <a:off x="256817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h3193"/>
              <p:cNvSpPr/>
              <p:nvPr/>
            </p:nvSpPr>
            <p:spPr>
              <a:xfrm>
                <a:off x="257743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h3194"/>
              <p:cNvSpPr/>
              <p:nvPr/>
            </p:nvSpPr>
            <p:spPr>
              <a:xfrm>
                <a:off x="258670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h3195"/>
              <p:cNvSpPr/>
              <p:nvPr/>
            </p:nvSpPr>
            <p:spPr>
              <a:xfrm>
                <a:off x="259596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h3196"/>
              <p:cNvSpPr/>
              <p:nvPr/>
            </p:nvSpPr>
            <p:spPr>
              <a:xfrm>
                <a:off x="260522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h3197"/>
              <p:cNvSpPr/>
              <p:nvPr/>
            </p:nvSpPr>
            <p:spPr>
              <a:xfrm>
                <a:off x="261448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h3198"/>
              <p:cNvSpPr/>
              <p:nvPr/>
            </p:nvSpPr>
            <p:spPr>
              <a:xfrm>
                <a:off x="262375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h3199"/>
              <p:cNvSpPr/>
              <p:nvPr/>
            </p:nvSpPr>
            <p:spPr>
              <a:xfrm>
                <a:off x="263301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h3200"/>
              <p:cNvSpPr/>
              <p:nvPr/>
            </p:nvSpPr>
            <p:spPr>
              <a:xfrm>
                <a:off x="264227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h3201"/>
              <p:cNvSpPr/>
              <p:nvPr/>
            </p:nvSpPr>
            <p:spPr>
              <a:xfrm>
                <a:off x="2660799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1676" y="897161"/>
                    </a:lnTo>
                    <a:lnTo>
                      <a:pt x="913521" y="902450"/>
                    </a:lnTo>
                    <a:lnTo>
                      <a:pt x="914400" y="905284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h3202"/>
              <p:cNvSpPr/>
              <p:nvPr/>
            </p:nvSpPr>
            <p:spPr>
              <a:xfrm>
                <a:off x="2660799" y="2136594"/>
                <a:ext cx="9171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2" h="914400">
                    <a:moveTo>
                      <a:pt x="914400" y="914400"/>
                    </a:moveTo>
                    <a:lnTo>
                      <a:pt x="914400" y="905284"/>
                    </a:lnTo>
                    <a:lnTo>
                      <a:pt x="916453" y="911910"/>
                    </a:lnTo>
                    <a:lnTo>
                      <a:pt x="917132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h3203"/>
              <p:cNvSpPr/>
              <p:nvPr/>
            </p:nvSpPr>
            <p:spPr>
              <a:xfrm>
                <a:off x="3086861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04" y="914400"/>
                    </a:lnTo>
                    <a:lnTo>
                      <a:pt x="913955" y="914018"/>
                    </a:lnTo>
                    <a:lnTo>
                      <a:pt x="914148" y="913532"/>
                    </a:lnTo>
                    <a:lnTo>
                      <a:pt x="914341" y="913045"/>
                    </a:lnTo>
                    <a:lnTo>
                      <a:pt x="914400" y="91289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h3204"/>
              <p:cNvSpPr/>
              <p:nvPr/>
            </p:nvSpPr>
            <p:spPr>
              <a:xfrm>
                <a:off x="3096123" y="21193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136"/>
                    </a:lnTo>
                    <a:lnTo>
                      <a:pt x="905272" y="929797"/>
                    </a:lnTo>
                    <a:lnTo>
                      <a:pt x="905465" y="929310"/>
                    </a:lnTo>
                    <a:lnTo>
                      <a:pt x="905658" y="928823"/>
                    </a:lnTo>
                    <a:lnTo>
                      <a:pt x="905851" y="928337"/>
                    </a:lnTo>
                    <a:lnTo>
                      <a:pt x="906044" y="927850"/>
                    </a:lnTo>
                    <a:lnTo>
                      <a:pt x="906237" y="927364"/>
                    </a:lnTo>
                    <a:lnTo>
                      <a:pt x="906430" y="926877"/>
                    </a:lnTo>
                    <a:lnTo>
                      <a:pt x="906623" y="926390"/>
                    </a:lnTo>
                    <a:lnTo>
                      <a:pt x="906817" y="925904"/>
                    </a:lnTo>
                    <a:lnTo>
                      <a:pt x="907010" y="925417"/>
                    </a:lnTo>
                    <a:lnTo>
                      <a:pt x="907203" y="924930"/>
                    </a:lnTo>
                    <a:lnTo>
                      <a:pt x="907396" y="924444"/>
                    </a:lnTo>
                    <a:lnTo>
                      <a:pt x="907589" y="923957"/>
                    </a:lnTo>
                    <a:lnTo>
                      <a:pt x="907782" y="923471"/>
                    </a:lnTo>
                    <a:lnTo>
                      <a:pt x="907976" y="922984"/>
                    </a:lnTo>
                    <a:lnTo>
                      <a:pt x="908169" y="922497"/>
                    </a:lnTo>
                    <a:lnTo>
                      <a:pt x="908362" y="922011"/>
                    </a:lnTo>
                    <a:lnTo>
                      <a:pt x="908555" y="921524"/>
                    </a:lnTo>
                    <a:lnTo>
                      <a:pt x="908749" y="921038"/>
                    </a:lnTo>
                    <a:lnTo>
                      <a:pt x="908942" y="920551"/>
                    </a:lnTo>
                    <a:lnTo>
                      <a:pt x="909135" y="920064"/>
                    </a:lnTo>
                    <a:lnTo>
                      <a:pt x="909329" y="919578"/>
                    </a:lnTo>
                    <a:lnTo>
                      <a:pt x="909522" y="919091"/>
                    </a:lnTo>
                    <a:lnTo>
                      <a:pt x="909715" y="918605"/>
                    </a:lnTo>
                    <a:lnTo>
                      <a:pt x="909909" y="918118"/>
                    </a:lnTo>
                    <a:lnTo>
                      <a:pt x="910102" y="917631"/>
                    </a:lnTo>
                    <a:lnTo>
                      <a:pt x="910295" y="917145"/>
                    </a:lnTo>
                    <a:lnTo>
                      <a:pt x="910489" y="916658"/>
                    </a:lnTo>
                    <a:lnTo>
                      <a:pt x="910682" y="916172"/>
                    </a:lnTo>
                    <a:lnTo>
                      <a:pt x="910876" y="915685"/>
                    </a:lnTo>
                    <a:lnTo>
                      <a:pt x="911069" y="915199"/>
                    </a:lnTo>
                    <a:lnTo>
                      <a:pt x="911263" y="914712"/>
                    </a:lnTo>
                    <a:lnTo>
                      <a:pt x="911387" y="914400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h3205"/>
              <p:cNvSpPr/>
              <p:nvPr/>
            </p:nvSpPr>
            <p:spPr>
              <a:xfrm>
                <a:off x="309612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h3206"/>
              <p:cNvSpPr/>
              <p:nvPr/>
            </p:nvSpPr>
            <p:spPr>
              <a:xfrm>
                <a:off x="310538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h3207"/>
              <p:cNvSpPr/>
              <p:nvPr/>
            </p:nvSpPr>
            <p:spPr>
              <a:xfrm>
                <a:off x="311464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h3208"/>
              <p:cNvSpPr/>
              <p:nvPr/>
            </p:nvSpPr>
            <p:spPr>
              <a:xfrm>
                <a:off x="312391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h3209"/>
              <p:cNvSpPr/>
              <p:nvPr/>
            </p:nvSpPr>
            <p:spPr>
              <a:xfrm>
                <a:off x="313317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h3210"/>
              <p:cNvSpPr/>
              <p:nvPr/>
            </p:nvSpPr>
            <p:spPr>
              <a:xfrm>
                <a:off x="314243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h3211"/>
              <p:cNvSpPr/>
              <p:nvPr/>
            </p:nvSpPr>
            <p:spPr>
              <a:xfrm>
                <a:off x="315169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h3212"/>
              <p:cNvSpPr/>
              <p:nvPr/>
            </p:nvSpPr>
            <p:spPr>
              <a:xfrm>
                <a:off x="316095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h3213"/>
              <p:cNvSpPr/>
              <p:nvPr/>
            </p:nvSpPr>
            <p:spPr>
              <a:xfrm>
                <a:off x="31702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h3214"/>
              <p:cNvSpPr/>
              <p:nvPr/>
            </p:nvSpPr>
            <p:spPr>
              <a:xfrm>
                <a:off x="31794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h3215"/>
              <p:cNvSpPr/>
              <p:nvPr/>
            </p:nvSpPr>
            <p:spPr>
              <a:xfrm>
                <a:off x="318874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h3216"/>
              <p:cNvSpPr/>
              <p:nvPr/>
            </p:nvSpPr>
            <p:spPr>
              <a:xfrm>
                <a:off x="31980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h3217"/>
              <p:cNvSpPr/>
              <p:nvPr/>
            </p:nvSpPr>
            <p:spPr>
              <a:xfrm>
                <a:off x="32072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h3218"/>
              <p:cNvSpPr/>
              <p:nvPr/>
            </p:nvSpPr>
            <p:spPr>
              <a:xfrm>
                <a:off x="32165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h3219"/>
              <p:cNvSpPr/>
              <p:nvPr/>
            </p:nvSpPr>
            <p:spPr>
              <a:xfrm>
                <a:off x="322579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h3220"/>
              <p:cNvSpPr/>
              <p:nvPr/>
            </p:nvSpPr>
            <p:spPr>
              <a:xfrm>
                <a:off x="32350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h3221"/>
              <p:cNvSpPr/>
              <p:nvPr/>
            </p:nvSpPr>
            <p:spPr>
              <a:xfrm>
                <a:off x="32443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h3222"/>
              <p:cNvSpPr/>
              <p:nvPr/>
            </p:nvSpPr>
            <p:spPr>
              <a:xfrm>
                <a:off x="32535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h3223"/>
              <p:cNvSpPr/>
              <p:nvPr/>
            </p:nvSpPr>
            <p:spPr>
              <a:xfrm>
                <a:off x="32628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h3224"/>
              <p:cNvSpPr/>
              <p:nvPr/>
            </p:nvSpPr>
            <p:spPr>
              <a:xfrm>
                <a:off x="327210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h3225"/>
              <p:cNvSpPr/>
              <p:nvPr/>
            </p:nvSpPr>
            <p:spPr>
              <a:xfrm>
                <a:off x="32813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h3226"/>
              <p:cNvSpPr/>
              <p:nvPr/>
            </p:nvSpPr>
            <p:spPr>
              <a:xfrm>
                <a:off x="32906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h3227"/>
              <p:cNvSpPr/>
              <p:nvPr/>
            </p:nvSpPr>
            <p:spPr>
              <a:xfrm>
                <a:off x="32998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h3228"/>
              <p:cNvSpPr/>
              <p:nvPr/>
            </p:nvSpPr>
            <p:spPr>
              <a:xfrm>
                <a:off x="330915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h3229"/>
              <p:cNvSpPr/>
              <p:nvPr/>
            </p:nvSpPr>
            <p:spPr>
              <a:xfrm>
                <a:off x="33184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h3230"/>
              <p:cNvSpPr/>
              <p:nvPr/>
            </p:nvSpPr>
            <p:spPr>
              <a:xfrm>
                <a:off x="33276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h3231"/>
              <p:cNvSpPr/>
              <p:nvPr/>
            </p:nvSpPr>
            <p:spPr>
              <a:xfrm>
                <a:off x="33369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h3232"/>
              <p:cNvSpPr/>
              <p:nvPr/>
            </p:nvSpPr>
            <p:spPr>
              <a:xfrm>
                <a:off x="3346203" y="2136594"/>
                <a:ext cx="917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3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31" y="897161"/>
                    </a:lnTo>
                    <a:lnTo>
                      <a:pt x="916009" y="907012"/>
                    </a:lnTo>
                    <a:lnTo>
                      <a:pt x="914869" y="914400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h3233"/>
              <p:cNvSpPr/>
              <p:nvPr/>
            </p:nvSpPr>
            <p:spPr>
              <a:xfrm>
                <a:off x="2318097" y="2102118"/>
                <a:ext cx="914400" cy="91676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761">
                    <a:moveTo>
                      <a:pt x="914400" y="914400"/>
                    </a:moveTo>
                    <a:lnTo>
                      <a:pt x="914400" y="916761"/>
                    </a:lnTo>
                    <a:lnTo>
                      <a:pt x="913213" y="914727"/>
                    </a:lnTo>
                    <a:lnTo>
                      <a:pt x="913040" y="914400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h3234"/>
              <p:cNvSpPr/>
              <p:nvPr/>
            </p:nvSpPr>
            <p:spPr>
              <a:xfrm>
                <a:off x="2318097" y="2102118"/>
                <a:ext cx="923662" cy="93130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0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07"/>
                    </a:lnTo>
                    <a:lnTo>
                      <a:pt x="921975" y="928971"/>
                    </a:lnTo>
                    <a:lnTo>
                      <a:pt x="917493" y="922063"/>
                    </a:lnTo>
                    <a:lnTo>
                      <a:pt x="914400" y="916761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h3235"/>
              <p:cNvSpPr/>
              <p:nvPr/>
            </p:nvSpPr>
            <p:spPr>
              <a:xfrm>
                <a:off x="23273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39" y="931638"/>
                    </a:lnTo>
                    <a:lnTo>
                      <a:pt x="914400" y="931307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h3236"/>
              <p:cNvSpPr/>
              <p:nvPr/>
            </p:nvSpPr>
            <p:spPr>
              <a:xfrm>
                <a:off x="23366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h3237"/>
              <p:cNvSpPr/>
              <p:nvPr/>
            </p:nvSpPr>
            <p:spPr>
              <a:xfrm>
                <a:off x="23458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h3238"/>
              <p:cNvSpPr/>
              <p:nvPr/>
            </p:nvSpPr>
            <p:spPr>
              <a:xfrm>
                <a:off x="235514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h3239"/>
              <p:cNvSpPr/>
              <p:nvPr/>
            </p:nvSpPr>
            <p:spPr>
              <a:xfrm>
                <a:off x="23644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h3240"/>
              <p:cNvSpPr/>
              <p:nvPr/>
            </p:nvSpPr>
            <p:spPr>
              <a:xfrm>
                <a:off x="23736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h3241"/>
              <p:cNvSpPr/>
              <p:nvPr/>
            </p:nvSpPr>
            <p:spPr>
              <a:xfrm>
                <a:off x="23829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h3242"/>
              <p:cNvSpPr/>
              <p:nvPr/>
            </p:nvSpPr>
            <p:spPr>
              <a:xfrm>
                <a:off x="239219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h3243"/>
              <p:cNvSpPr/>
              <p:nvPr/>
            </p:nvSpPr>
            <p:spPr>
              <a:xfrm>
                <a:off x="24014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h3244"/>
              <p:cNvSpPr/>
              <p:nvPr/>
            </p:nvSpPr>
            <p:spPr>
              <a:xfrm>
                <a:off x="24107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h3245"/>
              <p:cNvSpPr/>
              <p:nvPr/>
            </p:nvSpPr>
            <p:spPr>
              <a:xfrm>
                <a:off x="24199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h3246"/>
              <p:cNvSpPr/>
              <p:nvPr/>
            </p:nvSpPr>
            <p:spPr>
              <a:xfrm>
                <a:off x="24292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h3247"/>
              <p:cNvSpPr/>
              <p:nvPr/>
            </p:nvSpPr>
            <p:spPr>
              <a:xfrm>
                <a:off x="243850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h3248"/>
              <p:cNvSpPr/>
              <p:nvPr/>
            </p:nvSpPr>
            <p:spPr>
              <a:xfrm>
                <a:off x="24477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h3249"/>
              <p:cNvSpPr/>
              <p:nvPr/>
            </p:nvSpPr>
            <p:spPr>
              <a:xfrm>
                <a:off x="24570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h3250"/>
              <p:cNvSpPr/>
              <p:nvPr/>
            </p:nvSpPr>
            <p:spPr>
              <a:xfrm>
                <a:off x="24662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h3251"/>
              <p:cNvSpPr/>
              <p:nvPr/>
            </p:nvSpPr>
            <p:spPr>
              <a:xfrm>
                <a:off x="247555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h3252"/>
              <p:cNvSpPr/>
              <p:nvPr/>
            </p:nvSpPr>
            <p:spPr>
              <a:xfrm>
                <a:off x="24848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h3253"/>
              <p:cNvSpPr/>
              <p:nvPr/>
            </p:nvSpPr>
            <p:spPr>
              <a:xfrm>
                <a:off x="24940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h3254"/>
              <p:cNvSpPr/>
              <p:nvPr/>
            </p:nvSpPr>
            <p:spPr>
              <a:xfrm>
                <a:off x="25033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h3255"/>
              <p:cNvSpPr/>
              <p:nvPr/>
            </p:nvSpPr>
            <p:spPr>
              <a:xfrm>
                <a:off x="251260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h3256"/>
              <p:cNvSpPr/>
              <p:nvPr/>
            </p:nvSpPr>
            <p:spPr>
              <a:xfrm>
                <a:off x="252186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h3257"/>
              <p:cNvSpPr/>
              <p:nvPr/>
            </p:nvSpPr>
            <p:spPr>
              <a:xfrm>
                <a:off x="253112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h3258"/>
              <p:cNvSpPr/>
              <p:nvPr/>
            </p:nvSpPr>
            <p:spPr>
              <a:xfrm>
                <a:off x="254039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h3259"/>
              <p:cNvSpPr/>
              <p:nvPr/>
            </p:nvSpPr>
            <p:spPr>
              <a:xfrm>
                <a:off x="254965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h3260"/>
              <p:cNvSpPr/>
              <p:nvPr/>
            </p:nvSpPr>
            <p:spPr>
              <a:xfrm>
                <a:off x="255891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h3261"/>
              <p:cNvSpPr/>
              <p:nvPr/>
            </p:nvSpPr>
            <p:spPr>
              <a:xfrm>
                <a:off x="256817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h3262"/>
              <p:cNvSpPr/>
              <p:nvPr/>
            </p:nvSpPr>
            <p:spPr>
              <a:xfrm>
                <a:off x="257743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h3263"/>
              <p:cNvSpPr/>
              <p:nvPr/>
            </p:nvSpPr>
            <p:spPr>
              <a:xfrm>
                <a:off x="258670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h3264"/>
              <p:cNvSpPr/>
              <p:nvPr/>
            </p:nvSpPr>
            <p:spPr>
              <a:xfrm>
                <a:off x="259596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h3265"/>
              <p:cNvSpPr/>
              <p:nvPr/>
            </p:nvSpPr>
            <p:spPr>
              <a:xfrm>
                <a:off x="260522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h3266"/>
              <p:cNvSpPr/>
              <p:nvPr/>
            </p:nvSpPr>
            <p:spPr>
              <a:xfrm>
                <a:off x="261448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h3267"/>
              <p:cNvSpPr/>
              <p:nvPr/>
            </p:nvSpPr>
            <p:spPr>
              <a:xfrm>
                <a:off x="262375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h3268"/>
              <p:cNvSpPr/>
              <p:nvPr/>
            </p:nvSpPr>
            <p:spPr>
              <a:xfrm>
                <a:off x="263301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h3269"/>
              <p:cNvSpPr/>
              <p:nvPr/>
            </p:nvSpPr>
            <p:spPr>
              <a:xfrm>
                <a:off x="2651537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1" y="897161"/>
                    </a:lnTo>
                    <a:lnTo>
                      <a:pt x="914400" y="89770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h3270"/>
              <p:cNvSpPr/>
              <p:nvPr/>
            </p:nvSpPr>
            <p:spPr>
              <a:xfrm>
                <a:off x="2651537" y="2119356"/>
                <a:ext cx="92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8" h="914400">
                    <a:moveTo>
                      <a:pt x="914400" y="914400"/>
                    </a:moveTo>
                    <a:lnTo>
                      <a:pt x="914400" y="897709"/>
                    </a:lnTo>
                    <a:lnTo>
                      <a:pt x="916137" y="901695"/>
                    </a:lnTo>
                    <a:lnTo>
                      <a:pt x="919588" y="910528"/>
                    </a:lnTo>
                    <a:lnTo>
                      <a:pt x="920938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h3271"/>
              <p:cNvSpPr/>
              <p:nvPr/>
            </p:nvSpPr>
            <p:spPr>
              <a:xfrm>
                <a:off x="3096123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87" y="914400"/>
                    </a:lnTo>
                    <a:lnTo>
                      <a:pt x="911456" y="914225"/>
                    </a:lnTo>
                    <a:lnTo>
                      <a:pt x="914400" y="907192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h3272"/>
              <p:cNvSpPr/>
              <p:nvPr/>
            </p:nvSpPr>
            <p:spPr>
              <a:xfrm>
                <a:off x="3105386" y="21021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430"/>
                    </a:lnTo>
                    <a:lnTo>
                      <a:pt x="905552" y="923440"/>
                    </a:lnTo>
                    <a:lnTo>
                      <a:pt x="909118" y="915732"/>
                    </a:lnTo>
                    <a:lnTo>
                      <a:pt x="909798" y="914400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h3273"/>
              <p:cNvSpPr/>
              <p:nvPr/>
            </p:nvSpPr>
            <p:spPr>
              <a:xfrm>
                <a:off x="310538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h3274"/>
              <p:cNvSpPr/>
              <p:nvPr/>
            </p:nvSpPr>
            <p:spPr>
              <a:xfrm>
                <a:off x="311464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h3275"/>
              <p:cNvSpPr/>
              <p:nvPr/>
            </p:nvSpPr>
            <p:spPr>
              <a:xfrm>
                <a:off x="312391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h3276"/>
              <p:cNvSpPr/>
              <p:nvPr/>
            </p:nvSpPr>
            <p:spPr>
              <a:xfrm>
                <a:off x="313317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h3277"/>
              <p:cNvSpPr/>
              <p:nvPr/>
            </p:nvSpPr>
            <p:spPr>
              <a:xfrm>
                <a:off x="314243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h3278"/>
              <p:cNvSpPr/>
              <p:nvPr/>
            </p:nvSpPr>
            <p:spPr>
              <a:xfrm>
                <a:off x="315169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h3279"/>
              <p:cNvSpPr/>
              <p:nvPr/>
            </p:nvSpPr>
            <p:spPr>
              <a:xfrm>
                <a:off x="31609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h3280"/>
              <p:cNvSpPr/>
              <p:nvPr/>
            </p:nvSpPr>
            <p:spPr>
              <a:xfrm>
                <a:off x="31702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h3281"/>
              <p:cNvSpPr/>
              <p:nvPr/>
            </p:nvSpPr>
            <p:spPr>
              <a:xfrm>
                <a:off x="31794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h3282"/>
              <p:cNvSpPr/>
              <p:nvPr/>
            </p:nvSpPr>
            <p:spPr>
              <a:xfrm>
                <a:off x="318874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h3283"/>
              <p:cNvSpPr/>
              <p:nvPr/>
            </p:nvSpPr>
            <p:spPr>
              <a:xfrm>
                <a:off x="31980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h3284"/>
              <p:cNvSpPr/>
              <p:nvPr/>
            </p:nvSpPr>
            <p:spPr>
              <a:xfrm>
                <a:off x="32072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h3285"/>
              <p:cNvSpPr/>
              <p:nvPr/>
            </p:nvSpPr>
            <p:spPr>
              <a:xfrm>
                <a:off x="32165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h3286"/>
              <p:cNvSpPr/>
              <p:nvPr/>
            </p:nvSpPr>
            <p:spPr>
              <a:xfrm>
                <a:off x="322579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h3287"/>
              <p:cNvSpPr/>
              <p:nvPr/>
            </p:nvSpPr>
            <p:spPr>
              <a:xfrm>
                <a:off x="32350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h3288"/>
              <p:cNvSpPr/>
              <p:nvPr/>
            </p:nvSpPr>
            <p:spPr>
              <a:xfrm>
                <a:off x="32443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h3289"/>
              <p:cNvSpPr/>
              <p:nvPr/>
            </p:nvSpPr>
            <p:spPr>
              <a:xfrm>
                <a:off x="32535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h3290"/>
              <p:cNvSpPr/>
              <p:nvPr/>
            </p:nvSpPr>
            <p:spPr>
              <a:xfrm>
                <a:off x="32628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h3291"/>
              <p:cNvSpPr/>
              <p:nvPr/>
            </p:nvSpPr>
            <p:spPr>
              <a:xfrm>
                <a:off x="327210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h3292"/>
              <p:cNvSpPr/>
              <p:nvPr/>
            </p:nvSpPr>
            <p:spPr>
              <a:xfrm>
                <a:off x="32813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h3293"/>
              <p:cNvSpPr/>
              <p:nvPr/>
            </p:nvSpPr>
            <p:spPr>
              <a:xfrm>
                <a:off x="32906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h3294"/>
              <p:cNvSpPr/>
              <p:nvPr/>
            </p:nvSpPr>
            <p:spPr>
              <a:xfrm>
                <a:off x="32998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h3295"/>
              <p:cNvSpPr/>
              <p:nvPr/>
            </p:nvSpPr>
            <p:spPr>
              <a:xfrm>
                <a:off x="330915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h3296"/>
              <p:cNvSpPr/>
              <p:nvPr/>
            </p:nvSpPr>
            <p:spPr>
              <a:xfrm>
                <a:off x="33184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h3297"/>
              <p:cNvSpPr/>
              <p:nvPr/>
            </p:nvSpPr>
            <p:spPr>
              <a:xfrm>
                <a:off x="33276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h3298"/>
              <p:cNvSpPr/>
              <p:nvPr/>
            </p:nvSpPr>
            <p:spPr>
              <a:xfrm>
                <a:off x="33369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h3299"/>
              <p:cNvSpPr/>
              <p:nvPr/>
            </p:nvSpPr>
            <p:spPr>
              <a:xfrm>
                <a:off x="3346203" y="2119356"/>
                <a:ext cx="9187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718" y="897161"/>
                    </a:lnTo>
                    <a:lnTo>
                      <a:pt x="918338" y="902938"/>
                    </a:lnTo>
                    <a:lnTo>
                      <a:pt x="917324" y="913651"/>
                    </a:lnTo>
                    <a:lnTo>
                      <a:pt x="917231" y="914400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h3300"/>
              <p:cNvSpPr/>
              <p:nvPr/>
            </p:nvSpPr>
            <p:spPr>
              <a:xfrm>
                <a:off x="2308835" y="2084879"/>
                <a:ext cx="914400" cy="9157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15">
                    <a:moveTo>
                      <a:pt x="914400" y="914400"/>
                    </a:moveTo>
                    <a:lnTo>
                      <a:pt x="914400" y="915715"/>
                    </a:lnTo>
                    <a:lnTo>
                      <a:pt x="913840" y="914400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h3301"/>
              <p:cNvSpPr/>
              <p:nvPr/>
            </p:nvSpPr>
            <p:spPr>
              <a:xfrm>
                <a:off x="230883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303" y="931638"/>
                    </a:lnTo>
                    <a:lnTo>
                      <a:pt x="918406" y="924224"/>
                    </a:lnTo>
                    <a:lnTo>
                      <a:pt x="914561" y="916095"/>
                    </a:lnTo>
                    <a:lnTo>
                      <a:pt x="914400" y="915715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h3302"/>
              <p:cNvSpPr/>
              <p:nvPr/>
            </p:nvSpPr>
            <p:spPr>
              <a:xfrm>
                <a:off x="23180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h3303"/>
              <p:cNvSpPr/>
              <p:nvPr/>
            </p:nvSpPr>
            <p:spPr>
              <a:xfrm>
                <a:off x="23273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h3304"/>
              <p:cNvSpPr/>
              <p:nvPr/>
            </p:nvSpPr>
            <p:spPr>
              <a:xfrm>
                <a:off x="23366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h3305"/>
              <p:cNvSpPr/>
              <p:nvPr/>
            </p:nvSpPr>
            <p:spPr>
              <a:xfrm>
                <a:off x="23458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h3306"/>
              <p:cNvSpPr/>
              <p:nvPr/>
            </p:nvSpPr>
            <p:spPr>
              <a:xfrm>
                <a:off x="235514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h3307"/>
              <p:cNvSpPr/>
              <p:nvPr/>
            </p:nvSpPr>
            <p:spPr>
              <a:xfrm>
                <a:off x="23644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h3308"/>
              <p:cNvSpPr/>
              <p:nvPr/>
            </p:nvSpPr>
            <p:spPr>
              <a:xfrm>
                <a:off x="23736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h3309"/>
              <p:cNvSpPr/>
              <p:nvPr/>
            </p:nvSpPr>
            <p:spPr>
              <a:xfrm>
                <a:off x="23829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h3310"/>
              <p:cNvSpPr/>
              <p:nvPr/>
            </p:nvSpPr>
            <p:spPr>
              <a:xfrm>
                <a:off x="239219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h3311"/>
              <p:cNvSpPr/>
              <p:nvPr/>
            </p:nvSpPr>
            <p:spPr>
              <a:xfrm>
                <a:off x="24014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h3312"/>
              <p:cNvSpPr/>
              <p:nvPr/>
            </p:nvSpPr>
            <p:spPr>
              <a:xfrm>
                <a:off x="24107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h3313"/>
              <p:cNvSpPr/>
              <p:nvPr/>
            </p:nvSpPr>
            <p:spPr>
              <a:xfrm>
                <a:off x="24199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h3314"/>
              <p:cNvSpPr/>
              <p:nvPr/>
            </p:nvSpPr>
            <p:spPr>
              <a:xfrm>
                <a:off x="24292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h3315"/>
              <p:cNvSpPr/>
              <p:nvPr/>
            </p:nvSpPr>
            <p:spPr>
              <a:xfrm>
                <a:off x="243850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h3316"/>
              <p:cNvSpPr/>
              <p:nvPr/>
            </p:nvSpPr>
            <p:spPr>
              <a:xfrm>
                <a:off x="24477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h3317"/>
              <p:cNvSpPr/>
              <p:nvPr/>
            </p:nvSpPr>
            <p:spPr>
              <a:xfrm>
                <a:off x="24570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h3318"/>
              <p:cNvSpPr/>
              <p:nvPr/>
            </p:nvSpPr>
            <p:spPr>
              <a:xfrm>
                <a:off x="24662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h3319"/>
              <p:cNvSpPr/>
              <p:nvPr/>
            </p:nvSpPr>
            <p:spPr>
              <a:xfrm>
                <a:off x="247555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h3320"/>
              <p:cNvSpPr/>
              <p:nvPr/>
            </p:nvSpPr>
            <p:spPr>
              <a:xfrm>
                <a:off x="24848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h3321"/>
              <p:cNvSpPr/>
              <p:nvPr/>
            </p:nvSpPr>
            <p:spPr>
              <a:xfrm>
                <a:off x="24940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h3322"/>
              <p:cNvSpPr/>
              <p:nvPr/>
            </p:nvSpPr>
            <p:spPr>
              <a:xfrm>
                <a:off x="25033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h3323"/>
              <p:cNvSpPr/>
              <p:nvPr/>
            </p:nvSpPr>
            <p:spPr>
              <a:xfrm>
                <a:off x="251260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h3324"/>
              <p:cNvSpPr/>
              <p:nvPr/>
            </p:nvSpPr>
            <p:spPr>
              <a:xfrm>
                <a:off x="252186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h3325"/>
              <p:cNvSpPr/>
              <p:nvPr/>
            </p:nvSpPr>
            <p:spPr>
              <a:xfrm>
                <a:off x="253112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h3326"/>
              <p:cNvSpPr/>
              <p:nvPr/>
            </p:nvSpPr>
            <p:spPr>
              <a:xfrm>
                <a:off x="254039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h3327"/>
              <p:cNvSpPr/>
              <p:nvPr/>
            </p:nvSpPr>
            <p:spPr>
              <a:xfrm>
                <a:off x="254965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h3328"/>
              <p:cNvSpPr/>
              <p:nvPr/>
            </p:nvSpPr>
            <p:spPr>
              <a:xfrm>
                <a:off x="255891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h3329"/>
              <p:cNvSpPr/>
              <p:nvPr/>
            </p:nvSpPr>
            <p:spPr>
              <a:xfrm>
                <a:off x="256817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h3330"/>
              <p:cNvSpPr/>
              <p:nvPr/>
            </p:nvSpPr>
            <p:spPr>
              <a:xfrm>
                <a:off x="257743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h3331"/>
              <p:cNvSpPr/>
              <p:nvPr/>
            </p:nvSpPr>
            <p:spPr>
              <a:xfrm>
                <a:off x="258670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h3332"/>
              <p:cNvSpPr/>
              <p:nvPr/>
            </p:nvSpPr>
            <p:spPr>
              <a:xfrm>
                <a:off x="259596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h3333"/>
              <p:cNvSpPr/>
              <p:nvPr/>
            </p:nvSpPr>
            <p:spPr>
              <a:xfrm>
                <a:off x="260522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h3334"/>
              <p:cNvSpPr/>
              <p:nvPr/>
            </p:nvSpPr>
            <p:spPr>
              <a:xfrm>
                <a:off x="261448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h3335"/>
              <p:cNvSpPr/>
              <p:nvPr/>
            </p:nvSpPr>
            <p:spPr>
              <a:xfrm>
                <a:off x="262375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h3336"/>
              <p:cNvSpPr/>
              <p:nvPr/>
            </p:nvSpPr>
            <p:spPr>
              <a:xfrm>
                <a:off x="263301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h3337"/>
              <p:cNvSpPr/>
              <p:nvPr/>
            </p:nvSpPr>
            <p:spPr>
              <a:xfrm>
                <a:off x="2642274" y="2102118"/>
                <a:ext cx="9234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76" y="897161"/>
                    </a:lnTo>
                    <a:lnTo>
                      <a:pt x="917771" y="902345"/>
                    </a:lnTo>
                    <a:lnTo>
                      <a:pt x="921703" y="910452"/>
                    </a:lnTo>
                    <a:lnTo>
                      <a:pt x="923423" y="914400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h3338"/>
              <p:cNvSpPr/>
              <p:nvPr/>
            </p:nvSpPr>
            <p:spPr>
              <a:xfrm>
                <a:off x="3105386" y="21021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98" y="914400"/>
                    </a:lnTo>
                    <a:lnTo>
                      <a:pt x="912883" y="908360"/>
                    </a:lnTo>
                    <a:lnTo>
                      <a:pt x="914400" y="9056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h3339"/>
              <p:cNvSpPr/>
              <p:nvPr/>
            </p:nvSpPr>
            <p:spPr>
              <a:xfrm>
                <a:off x="3114648" y="20848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907"/>
                    </a:lnTo>
                    <a:lnTo>
                      <a:pt x="907576" y="918580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h3340"/>
              <p:cNvSpPr/>
              <p:nvPr/>
            </p:nvSpPr>
            <p:spPr>
              <a:xfrm>
                <a:off x="311464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h3341"/>
              <p:cNvSpPr/>
              <p:nvPr/>
            </p:nvSpPr>
            <p:spPr>
              <a:xfrm>
                <a:off x="312391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h3342"/>
              <p:cNvSpPr/>
              <p:nvPr/>
            </p:nvSpPr>
            <p:spPr>
              <a:xfrm>
                <a:off x="313317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h3343"/>
              <p:cNvSpPr/>
              <p:nvPr/>
            </p:nvSpPr>
            <p:spPr>
              <a:xfrm>
                <a:off x="314243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h3344"/>
              <p:cNvSpPr/>
              <p:nvPr/>
            </p:nvSpPr>
            <p:spPr>
              <a:xfrm>
                <a:off x="31516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h3345"/>
              <p:cNvSpPr/>
              <p:nvPr/>
            </p:nvSpPr>
            <p:spPr>
              <a:xfrm>
                <a:off x="31609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h3346"/>
              <p:cNvSpPr/>
              <p:nvPr/>
            </p:nvSpPr>
            <p:spPr>
              <a:xfrm>
                <a:off x="31702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h3347"/>
              <p:cNvSpPr/>
              <p:nvPr/>
            </p:nvSpPr>
            <p:spPr>
              <a:xfrm>
                <a:off x="31794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h3348"/>
              <p:cNvSpPr/>
              <p:nvPr/>
            </p:nvSpPr>
            <p:spPr>
              <a:xfrm>
                <a:off x="318874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h3349"/>
              <p:cNvSpPr/>
              <p:nvPr/>
            </p:nvSpPr>
            <p:spPr>
              <a:xfrm>
                <a:off x="31980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h3350"/>
              <p:cNvSpPr/>
              <p:nvPr/>
            </p:nvSpPr>
            <p:spPr>
              <a:xfrm>
                <a:off x="32072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h3351"/>
              <p:cNvSpPr/>
              <p:nvPr/>
            </p:nvSpPr>
            <p:spPr>
              <a:xfrm>
                <a:off x="32165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h3352"/>
              <p:cNvSpPr/>
              <p:nvPr/>
            </p:nvSpPr>
            <p:spPr>
              <a:xfrm>
                <a:off x="322579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h3353"/>
              <p:cNvSpPr/>
              <p:nvPr/>
            </p:nvSpPr>
            <p:spPr>
              <a:xfrm>
                <a:off x="32350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h3354"/>
              <p:cNvSpPr/>
              <p:nvPr/>
            </p:nvSpPr>
            <p:spPr>
              <a:xfrm>
                <a:off x="32443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h3355"/>
              <p:cNvSpPr/>
              <p:nvPr/>
            </p:nvSpPr>
            <p:spPr>
              <a:xfrm>
                <a:off x="32535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h3356"/>
              <p:cNvSpPr/>
              <p:nvPr/>
            </p:nvSpPr>
            <p:spPr>
              <a:xfrm>
                <a:off x="32628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h3357"/>
              <p:cNvSpPr/>
              <p:nvPr/>
            </p:nvSpPr>
            <p:spPr>
              <a:xfrm>
                <a:off x="327210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h3358"/>
              <p:cNvSpPr/>
              <p:nvPr/>
            </p:nvSpPr>
            <p:spPr>
              <a:xfrm>
                <a:off x="32813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h3359"/>
              <p:cNvSpPr/>
              <p:nvPr/>
            </p:nvSpPr>
            <p:spPr>
              <a:xfrm>
                <a:off x="32906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h3360"/>
              <p:cNvSpPr/>
              <p:nvPr/>
            </p:nvSpPr>
            <p:spPr>
              <a:xfrm>
                <a:off x="32998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h3361"/>
              <p:cNvSpPr/>
              <p:nvPr/>
            </p:nvSpPr>
            <p:spPr>
              <a:xfrm>
                <a:off x="330915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h3362"/>
              <p:cNvSpPr/>
              <p:nvPr/>
            </p:nvSpPr>
            <p:spPr>
              <a:xfrm>
                <a:off x="33184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h3363"/>
              <p:cNvSpPr/>
              <p:nvPr/>
            </p:nvSpPr>
            <p:spPr>
              <a:xfrm>
                <a:off x="33276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h3364"/>
              <p:cNvSpPr/>
              <p:nvPr/>
            </p:nvSpPr>
            <p:spPr>
              <a:xfrm>
                <a:off x="33369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h3365"/>
              <p:cNvSpPr/>
              <p:nvPr/>
            </p:nvSpPr>
            <p:spPr>
              <a:xfrm>
                <a:off x="3346203" y="2102118"/>
                <a:ext cx="919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64" y="897161"/>
                    </a:lnTo>
                    <a:lnTo>
                      <a:pt x="919451" y="898527"/>
                    </a:lnTo>
                    <a:lnTo>
                      <a:pt x="919048" y="909379"/>
                    </a:lnTo>
                    <a:lnTo>
                      <a:pt x="918718" y="914400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h3366"/>
              <p:cNvSpPr/>
              <p:nvPr/>
            </p:nvSpPr>
            <p:spPr>
              <a:xfrm>
                <a:off x="2308835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40" y="931638"/>
                    </a:lnTo>
                    <a:lnTo>
                      <a:pt x="910950" y="924842"/>
                    </a:lnTo>
                    <a:lnTo>
                      <a:pt x="907582" y="916011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h3367"/>
              <p:cNvSpPr/>
              <p:nvPr/>
            </p:nvSpPr>
            <p:spPr>
              <a:xfrm>
                <a:off x="230883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h3368"/>
              <p:cNvSpPr/>
              <p:nvPr/>
            </p:nvSpPr>
            <p:spPr>
              <a:xfrm>
                <a:off x="23180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h3369"/>
              <p:cNvSpPr/>
              <p:nvPr/>
            </p:nvSpPr>
            <p:spPr>
              <a:xfrm>
                <a:off x="23273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h3370"/>
              <p:cNvSpPr/>
              <p:nvPr/>
            </p:nvSpPr>
            <p:spPr>
              <a:xfrm>
                <a:off x="23366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h3371"/>
              <p:cNvSpPr/>
              <p:nvPr/>
            </p:nvSpPr>
            <p:spPr>
              <a:xfrm>
                <a:off x="23458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h3372"/>
              <p:cNvSpPr/>
              <p:nvPr/>
            </p:nvSpPr>
            <p:spPr>
              <a:xfrm>
                <a:off x="235514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h3373"/>
              <p:cNvSpPr/>
              <p:nvPr/>
            </p:nvSpPr>
            <p:spPr>
              <a:xfrm>
                <a:off x="23644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h3374"/>
              <p:cNvSpPr/>
              <p:nvPr/>
            </p:nvSpPr>
            <p:spPr>
              <a:xfrm>
                <a:off x="23736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h3375"/>
              <p:cNvSpPr/>
              <p:nvPr/>
            </p:nvSpPr>
            <p:spPr>
              <a:xfrm>
                <a:off x="23829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h3376"/>
              <p:cNvSpPr/>
              <p:nvPr/>
            </p:nvSpPr>
            <p:spPr>
              <a:xfrm>
                <a:off x="239219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h3377"/>
              <p:cNvSpPr/>
              <p:nvPr/>
            </p:nvSpPr>
            <p:spPr>
              <a:xfrm>
                <a:off x="24014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h3378"/>
              <p:cNvSpPr/>
              <p:nvPr/>
            </p:nvSpPr>
            <p:spPr>
              <a:xfrm>
                <a:off x="24107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h3379"/>
              <p:cNvSpPr/>
              <p:nvPr/>
            </p:nvSpPr>
            <p:spPr>
              <a:xfrm>
                <a:off x="24199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h3380"/>
              <p:cNvSpPr/>
              <p:nvPr/>
            </p:nvSpPr>
            <p:spPr>
              <a:xfrm>
                <a:off x="24292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h3381"/>
              <p:cNvSpPr/>
              <p:nvPr/>
            </p:nvSpPr>
            <p:spPr>
              <a:xfrm>
                <a:off x="243850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h3382"/>
              <p:cNvSpPr/>
              <p:nvPr/>
            </p:nvSpPr>
            <p:spPr>
              <a:xfrm>
                <a:off x="24477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h3383"/>
              <p:cNvSpPr/>
              <p:nvPr/>
            </p:nvSpPr>
            <p:spPr>
              <a:xfrm>
                <a:off x="24570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h3384"/>
              <p:cNvSpPr/>
              <p:nvPr/>
            </p:nvSpPr>
            <p:spPr>
              <a:xfrm>
                <a:off x="24662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h3385"/>
              <p:cNvSpPr/>
              <p:nvPr/>
            </p:nvSpPr>
            <p:spPr>
              <a:xfrm>
                <a:off x="247555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h3386"/>
              <p:cNvSpPr/>
              <p:nvPr/>
            </p:nvSpPr>
            <p:spPr>
              <a:xfrm>
                <a:off x="24848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h3387"/>
              <p:cNvSpPr/>
              <p:nvPr/>
            </p:nvSpPr>
            <p:spPr>
              <a:xfrm>
                <a:off x="24940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h3388"/>
              <p:cNvSpPr/>
              <p:nvPr/>
            </p:nvSpPr>
            <p:spPr>
              <a:xfrm>
                <a:off x="25033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h3389"/>
              <p:cNvSpPr/>
              <p:nvPr/>
            </p:nvSpPr>
            <p:spPr>
              <a:xfrm>
                <a:off x="251260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h3390"/>
              <p:cNvSpPr/>
              <p:nvPr/>
            </p:nvSpPr>
            <p:spPr>
              <a:xfrm>
                <a:off x="252186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h3391"/>
              <p:cNvSpPr/>
              <p:nvPr/>
            </p:nvSpPr>
            <p:spPr>
              <a:xfrm>
                <a:off x="253112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h3392"/>
              <p:cNvSpPr/>
              <p:nvPr/>
            </p:nvSpPr>
            <p:spPr>
              <a:xfrm>
                <a:off x="254039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h3393"/>
              <p:cNvSpPr/>
              <p:nvPr/>
            </p:nvSpPr>
            <p:spPr>
              <a:xfrm>
                <a:off x="254965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h3394"/>
              <p:cNvSpPr/>
              <p:nvPr/>
            </p:nvSpPr>
            <p:spPr>
              <a:xfrm>
                <a:off x="255891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h3395"/>
              <p:cNvSpPr/>
              <p:nvPr/>
            </p:nvSpPr>
            <p:spPr>
              <a:xfrm>
                <a:off x="256817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h3396"/>
              <p:cNvSpPr/>
              <p:nvPr/>
            </p:nvSpPr>
            <p:spPr>
              <a:xfrm>
                <a:off x="257743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h3397"/>
              <p:cNvSpPr/>
              <p:nvPr/>
            </p:nvSpPr>
            <p:spPr>
              <a:xfrm>
                <a:off x="258670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h3398"/>
              <p:cNvSpPr/>
              <p:nvPr/>
            </p:nvSpPr>
            <p:spPr>
              <a:xfrm>
                <a:off x="259596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h3399"/>
              <p:cNvSpPr/>
              <p:nvPr/>
            </p:nvSpPr>
            <p:spPr>
              <a:xfrm>
                <a:off x="260522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h3400"/>
              <p:cNvSpPr/>
              <p:nvPr/>
            </p:nvSpPr>
            <p:spPr>
              <a:xfrm>
                <a:off x="261448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h3401"/>
              <p:cNvSpPr/>
              <p:nvPr/>
            </p:nvSpPr>
            <p:spPr>
              <a:xfrm>
                <a:off x="2633012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512" y="897161"/>
                    </a:lnTo>
                    <a:lnTo>
                      <a:pt x="913938" y="897733"/>
                    </a:lnTo>
                    <a:lnTo>
                      <a:pt x="914400" y="898425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h3402"/>
              <p:cNvSpPr/>
              <p:nvPr/>
            </p:nvSpPr>
            <p:spPr>
              <a:xfrm>
                <a:off x="2642274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425"/>
                    </a:lnTo>
                    <a:lnTo>
                      <a:pt x="909245" y="904584"/>
                    </a:lnTo>
                    <a:lnTo>
                      <a:pt x="913614" y="911874"/>
                    </a:lnTo>
                    <a:lnTo>
                      <a:pt x="914400" y="913331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h3403"/>
              <p:cNvSpPr/>
              <p:nvPr/>
            </p:nvSpPr>
            <p:spPr>
              <a:xfrm>
                <a:off x="2642274" y="2084879"/>
                <a:ext cx="9149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6" h="914400">
                    <a:moveTo>
                      <a:pt x="914400" y="914400"/>
                    </a:moveTo>
                    <a:lnTo>
                      <a:pt x="914400" y="913331"/>
                    </a:lnTo>
                    <a:lnTo>
                      <a:pt x="914976" y="914400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h3404"/>
              <p:cNvSpPr/>
              <p:nvPr/>
            </p:nvSpPr>
            <p:spPr>
              <a:xfrm>
                <a:off x="3114648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051" y="914400"/>
                    </a:lnTo>
                    <a:lnTo>
                      <a:pt x="914400" y="907054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h3405"/>
              <p:cNvSpPr/>
              <p:nvPr/>
            </p:nvSpPr>
            <p:spPr>
              <a:xfrm>
                <a:off x="3123910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292"/>
                    </a:lnTo>
                    <a:lnTo>
                      <a:pt x="909874" y="916215"/>
                    </a:lnTo>
                    <a:lnTo>
                      <a:pt x="909946" y="915894"/>
                    </a:lnTo>
                    <a:lnTo>
                      <a:pt x="910019" y="915572"/>
                    </a:lnTo>
                    <a:lnTo>
                      <a:pt x="910092" y="915251"/>
                    </a:lnTo>
                    <a:lnTo>
                      <a:pt x="910165" y="914929"/>
                    </a:lnTo>
                    <a:lnTo>
                      <a:pt x="910237" y="914607"/>
                    </a:lnTo>
                    <a:lnTo>
                      <a:pt x="910284" y="914400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h3406"/>
              <p:cNvSpPr/>
              <p:nvPr/>
            </p:nvSpPr>
            <p:spPr>
              <a:xfrm>
                <a:off x="312391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h3407"/>
              <p:cNvSpPr/>
              <p:nvPr/>
            </p:nvSpPr>
            <p:spPr>
              <a:xfrm>
                <a:off x="313317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h3408"/>
              <p:cNvSpPr/>
              <p:nvPr/>
            </p:nvSpPr>
            <p:spPr>
              <a:xfrm>
                <a:off x="314243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h3409"/>
              <p:cNvSpPr/>
              <p:nvPr/>
            </p:nvSpPr>
            <p:spPr>
              <a:xfrm>
                <a:off x="31516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h3410"/>
              <p:cNvSpPr/>
              <p:nvPr/>
            </p:nvSpPr>
            <p:spPr>
              <a:xfrm>
                <a:off x="31609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h3411"/>
              <p:cNvSpPr/>
              <p:nvPr/>
            </p:nvSpPr>
            <p:spPr>
              <a:xfrm>
                <a:off x="31702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h3412"/>
              <p:cNvSpPr/>
              <p:nvPr/>
            </p:nvSpPr>
            <p:spPr>
              <a:xfrm>
                <a:off x="31794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h3413"/>
              <p:cNvSpPr/>
              <p:nvPr/>
            </p:nvSpPr>
            <p:spPr>
              <a:xfrm>
                <a:off x="318874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h3414"/>
              <p:cNvSpPr/>
              <p:nvPr/>
            </p:nvSpPr>
            <p:spPr>
              <a:xfrm>
                <a:off x="31980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h3415"/>
              <p:cNvSpPr/>
              <p:nvPr/>
            </p:nvSpPr>
            <p:spPr>
              <a:xfrm>
                <a:off x="32072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h3416"/>
              <p:cNvSpPr/>
              <p:nvPr/>
            </p:nvSpPr>
            <p:spPr>
              <a:xfrm>
                <a:off x="32165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h3417"/>
              <p:cNvSpPr/>
              <p:nvPr/>
            </p:nvSpPr>
            <p:spPr>
              <a:xfrm>
                <a:off x="322579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h3418"/>
              <p:cNvSpPr/>
              <p:nvPr/>
            </p:nvSpPr>
            <p:spPr>
              <a:xfrm>
                <a:off x="32350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h3419"/>
              <p:cNvSpPr/>
              <p:nvPr/>
            </p:nvSpPr>
            <p:spPr>
              <a:xfrm>
                <a:off x="32443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h3420"/>
              <p:cNvSpPr/>
              <p:nvPr/>
            </p:nvSpPr>
            <p:spPr>
              <a:xfrm>
                <a:off x="32535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h3421"/>
              <p:cNvSpPr/>
              <p:nvPr/>
            </p:nvSpPr>
            <p:spPr>
              <a:xfrm>
                <a:off x="32628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h3422"/>
              <p:cNvSpPr/>
              <p:nvPr/>
            </p:nvSpPr>
            <p:spPr>
              <a:xfrm>
                <a:off x="327210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h3423"/>
              <p:cNvSpPr/>
              <p:nvPr/>
            </p:nvSpPr>
            <p:spPr>
              <a:xfrm>
                <a:off x="32813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h3424"/>
              <p:cNvSpPr/>
              <p:nvPr/>
            </p:nvSpPr>
            <p:spPr>
              <a:xfrm>
                <a:off x="32906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h3425"/>
              <p:cNvSpPr/>
              <p:nvPr/>
            </p:nvSpPr>
            <p:spPr>
              <a:xfrm>
                <a:off x="32998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h3426"/>
              <p:cNvSpPr/>
              <p:nvPr/>
            </p:nvSpPr>
            <p:spPr>
              <a:xfrm>
                <a:off x="330915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h3427"/>
              <p:cNvSpPr/>
              <p:nvPr/>
            </p:nvSpPr>
            <p:spPr>
              <a:xfrm>
                <a:off x="33184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h3428"/>
              <p:cNvSpPr/>
              <p:nvPr/>
            </p:nvSpPr>
            <p:spPr>
              <a:xfrm>
                <a:off x="33276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h3429"/>
              <p:cNvSpPr/>
              <p:nvPr/>
            </p:nvSpPr>
            <p:spPr>
              <a:xfrm>
                <a:off x="33369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h3430"/>
              <p:cNvSpPr/>
              <p:nvPr/>
            </p:nvSpPr>
            <p:spPr>
              <a:xfrm>
                <a:off x="3346203" y="2084879"/>
                <a:ext cx="919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0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806" y="897161"/>
                    </a:lnTo>
                    <a:lnTo>
                      <a:pt x="919420" y="898265"/>
                    </a:lnTo>
                    <a:lnTo>
                      <a:pt x="919548" y="904889"/>
                    </a:lnTo>
                    <a:lnTo>
                      <a:pt x="919464" y="914400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h3431"/>
              <p:cNvSpPr/>
              <p:nvPr/>
            </p:nvSpPr>
            <p:spPr>
              <a:xfrm>
                <a:off x="2299572" y="2050402"/>
                <a:ext cx="914400" cy="9260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0">
                    <a:moveTo>
                      <a:pt x="914400" y="914400"/>
                    </a:moveTo>
                    <a:lnTo>
                      <a:pt x="914400" y="926070"/>
                    </a:lnTo>
                    <a:lnTo>
                      <a:pt x="913729" y="924102"/>
                    </a:lnTo>
                    <a:lnTo>
                      <a:pt x="910876" y="914663"/>
                    </a:lnTo>
                    <a:lnTo>
                      <a:pt x="910806" y="914400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h3432"/>
              <p:cNvSpPr/>
              <p:nvPr/>
            </p:nvSpPr>
            <p:spPr>
              <a:xfrm>
                <a:off x="22995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296" y="931638"/>
                    </a:lnTo>
                    <a:lnTo>
                      <a:pt x="914400" y="926070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h3433"/>
              <p:cNvSpPr/>
              <p:nvPr/>
            </p:nvSpPr>
            <p:spPr>
              <a:xfrm>
                <a:off x="230883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h3434"/>
              <p:cNvSpPr/>
              <p:nvPr/>
            </p:nvSpPr>
            <p:spPr>
              <a:xfrm>
                <a:off x="23180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h3435"/>
              <p:cNvSpPr/>
              <p:nvPr/>
            </p:nvSpPr>
            <p:spPr>
              <a:xfrm>
                <a:off x="23273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h3436"/>
              <p:cNvSpPr/>
              <p:nvPr/>
            </p:nvSpPr>
            <p:spPr>
              <a:xfrm>
                <a:off x="23366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h3437"/>
              <p:cNvSpPr/>
              <p:nvPr/>
            </p:nvSpPr>
            <p:spPr>
              <a:xfrm>
                <a:off x="23458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h3438"/>
              <p:cNvSpPr/>
              <p:nvPr/>
            </p:nvSpPr>
            <p:spPr>
              <a:xfrm>
                <a:off x="235514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h3439"/>
              <p:cNvSpPr/>
              <p:nvPr/>
            </p:nvSpPr>
            <p:spPr>
              <a:xfrm>
                <a:off x="23644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h3440"/>
              <p:cNvSpPr/>
              <p:nvPr/>
            </p:nvSpPr>
            <p:spPr>
              <a:xfrm>
                <a:off x="23736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h3441"/>
              <p:cNvSpPr/>
              <p:nvPr/>
            </p:nvSpPr>
            <p:spPr>
              <a:xfrm>
                <a:off x="23829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h3442"/>
              <p:cNvSpPr/>
              <p:nvPr/>
            </p:nvSpPr>
            <p:spPr>
              <a:xfrm>
                <a:off x="239219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h3443"/>
              <p:cNvSpPr/>
              <p:nvPr/>
            </p:nvSpPr>
            <p:spPr>
              <a:xfrm>
                <a:off x="24014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h3444"/>
              <p:cNvSpPr/>
              <p:nvPr/>
            </p:nvSpPr>
            <p:spPr>
              <a:xfrm>
                <a:off x="24107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h3445"/>
              <p:cNvSpPr/>
              <p:nvPr/>
            </p:nvSpPr>
            <p:spPr>
              <a:xfrm>
                <a:off x="24199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h3446"/>
              <p:cNvSpPr/>
              <p:nvPr/>
            </p:nvSpPr>
            <p:spPr>
              <a:xfrm>
                <a:off x="24292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h3447"/>
              <p:cNvSpPr/>
              <p:nvPr/>
            </p:nvSpPr>
            <p:spPr>
              <a:xfrm>
                <a:off x="243850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h3448"/>
              <p:cNvSpPr/>
              <p:nvPr/>
            </p:nvSpPr>
            <p:spPr>
              <a:xfrm>
                <a:off x="24477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h3449"/>
              <p:cNvSpPr/>
              <p:nvPr/>
            </p:nvSpPr>
            <p:spPr>
              <a:xfrm>
                <a:off x="24570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h3450"/>
              <p:cNvSpPr/>
              <p:nvPr/>
            </p:nvSpPr>
            <p:spPr>
              <a:xfrm>
                <a:off x="24662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h3451"/>
              <p:cNvSpPr/>
              <p:nvPr/>
            </p:nvSpPr>
            <p:spPr>
              <a:xfrm>
                <a:off x="247555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h3452"/>
              <p:cNvSpPr/>
              <p:nvPr/>
            </p:nvSpPr>
            <p:spPr>
              <a:xfrm>
                <a:off x="24848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h3453"/>
              <p:cNvSpPr/>
              <p:nvPr/>
            </p:nvSpPr>
            <p:spPr>
              <a:xfrm>
                <a:off x="24940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h3454"/>
              <p:cNvSpPr/>
              <p:nvPr/>
            </p:nvSpPr>
            <p:spPr>
              <a:xfrm>
                <a:off x="25033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h3455"/>
              <p:cNvSpPr/>
              <p:nvPr/>
            </p:nvSpPr>
            <p:spPr>
              <a:xfrm>
                <a:off x="251260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h3456"/>
              <p:cNvSpPr/>
              <p:nvPr/>
            </p:nvSpPr>
            <p:spPr>
              <a:xfrm>
                <a:off x="252186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h3457"/>
              <p:cNvSpPr/>
              <p:nvPr/>
            </p:nvSpPr>
            <p:spPr>
              <a:xfrm>
                <a:off x="253112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h3458"/>
              <p:cNvSpPr/>
              <p:nvPr/>
            </p:nvSpPr>
            <p:spPr>
              <a:xfrm>
                <a:off x="254039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h3459"/>
              <p:cNvSpPr/>
              <p:nvPr/>
            </p:nvSpPr>
            <p:spPr>
              <a:xfrm>
                <a:off x="254965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h3460"/>
              <p:cNvSpPr/>
              <p:nvPr/>
            </p:nvSpPr>
            <p:spPr>
              <a:xfrm>
                <a:off x="255891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h3461"/>
              <p:cNvSpPr/>
              <p:nvPr/>
            </p:nvSpPr>
            <p:spPr>
              <a:xfrm>
                <a:off x="256817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h3462"/>
              <p:cNvSpPr/>
              <p:nvPr/>
            </p:nvSpPr>
            <p:spPr>
              <a:xfrm>
                <a:off x="257743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h3463"/>
              <p:cNvSpPr/>
              <p:nvPr/>
            </p:nvSpPr>
            <p:spPr>
              <a:xfrm>
                <a:off x="258670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h3464"/>
              <p:cNvSpPr/>
              <p:nvPr/>
            </p:nvSpPr>
            <p:spPr>
              <a:xfrm>
                <a:off x="259596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h3465"/>
              <p:cNvSpPr/>
              <p:nvPr/>
            </p:nvSpPr>
            <p:spPr>
              <a:xfrm>
                <a:off x="260522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h3466"/>
              <p:cNvSpPr/>
              <p:nvPr/>
            </p:nvSpPr>
            <p:spPr>
              <a:xfrm>
                <a:off x="2623750" y="2067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417" y="897239"/>
                    </a:lnTo>
                    <a:lnTo>
                      <a:pt x="913510" y="902662"/>
                    </a:lnTo>
                    <a:lnTo>
                      <a:pt x="914400" y="903730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h3467"/>
              <p:cNvSpPr/>
              <p:nvPr/>
            </p:nvSpPr>
            <p:spPr>
              <a:xfrm>
                <a:off x="2623750" y="2067641"/>
                <a:ext cx="9227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74" h="914400">
                    <a:moveTo>
                      <a:pt x="914400" y="914400"/>
                    </a:moveTo>
                    <a:lnTo>
                      <a:pt x="914400" y="903730"/>
                    </a:lnTo>
                    <a:lnTo>
                      <a:pt x="918442" y="908579"/>
                    </a:lnTo>
                    <a:lnTo>
                      <a:pt x="922774" y="914400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h3468"/>
              <p:cNvSpPr/>
              <p:nvPr/>
            </p:nvSpPr>
            <p:spPr>
              <a:xfrm>
                <a:off x="3123910" y="20504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10" y="931524"/>
                    </a:lnTo>
                    <a:lnTo>
                      <a:pt x="910383" y="931203"/>
                    </a:lnTo>
                    <a:lnTo>
                      <a:pt x="910455" y="930881"/>
                    </a:lnTo>
                    <a:lnTo>
                      <a:pt x="910528" y="930559"/>
                    </a:lnTo>
                    <a:lnTo>
                      <a:pt x="910601" y="930238"/>
                    </a:lnTo>
                    <a:lnTo>
                      <a:pt x="910673" y="929916"/>
                    </a:lnTo>
                    <a:lnTo>
                      <a:pt x="910746" y="929595"/>
                    </a:lnTo>
                    <a:lnTo>
                      <a:pt x="910819" y="929273"/>
                    </a:lnTo>
                    <a:lnTo>
                      <a:pt x="910892" y="928951"/>
                    </a:lnTo>
                    <a:lnTo>
                      <a:pt x="910964" y="928630"/>
                    </a:lnTo>
                    <a:lnTo>
                      <a:pt x="911037" y="928308"/>
                    </a:lnTo>
                    <a:lnTo>
                      <a:pt x="911110" y="927987"/>
                    </a:lnTo>
                    <a:lnTo>
                      <a:pt x="911183" y="927665"/>
                    </a:lnTo>
                    <a:lnTo>
                      <a:pt x="911255" y="927343"/>
                    </a:lnTo>
                    <a:lnTo>
                      <a:pt x="911328" y="927022"/>
                    </a:lnTo>
                    <a:lnTo>
                      <a:pt x="911401" y="926700"/>
                    </a:lnTo>
                    <a:lnTo>
                      <a:pt x="911501" y="926258"/>
                    </a:lnTo>
                    <a:lnTo>
                      <a:pt x="911084" y="919836"/>
                    </a:lnTo>
                    <a:lnTo>
                      <a:pt x="910879" y="914400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h3469"/>
              <p:cNvSpPr/>
              <p:nvPr/>
            </p:nvSpPr>
            <p:spPr>
              <a:xfrm>
                <a:off x="312391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h3470"/>
              <p:cNvSpPr/>
              <p:nvPr/>
            </p:nvSpPr>
            <p:spPr>
              <a:xfrm>
                <a:off x="31331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h3471"/>
              <p:cNvSpPr/>
              <p:nvPr/>
            </p:nvSpPr>
            <p:spPr>
              <a:xfrm>
                <a:off x="314243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h3472"/>
              <p:cNvSpPr/>
              <p:nvPr/>
            </p:nvSpPr>
            <p:spPr>
              <a:xfrm>
                <a:off x="31516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h3473"/>
              <p:cNvSpPr/>
              <p:nvPr/>
            </p:nvSpPr>
            <p:spPr>
              <a:xfrm>
                <a:off x="31609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h3474"/>
              <p:cNvSpPr/>
              <p:nvPr/>
            </p:nvSpPr>
            <p:spPr>
              <a:xfrm>
                <a:off x="31702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h3475"/>
              <p:cNvSpPr/>
              <p:nvPr/>
            </p:nvSpPr>
            <p:spPr>
              <a:xfrm>
                <a:off x="31794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h3476"/>
              <p:cNvSpPr/>
              <p:nvPr/>
            </p:nvSpPr>
            <p:spPr>
              <a:xfrm>
                <a:off x="318874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h3477"/>
              <p:cNvSpPr/>
              <p:nvPr/>
            </p:nvSpPr>
            <p:spPr>
              <a:xfrm>
                <a:off x="31980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h3478"/>
              <p:cNvSpPr/>
              <p:nvPr/>
            </p:nvSpPr>
            <p:spPr>
              <a:xfrm>
                <a:off x="32072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h3479"/>
              <p:cNvSpPr/>
              <p:nvPr/>
            </p:nvSpPr>
            <p:spPr>
              <a:xfrm>
                <a:off x="32165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h3480"/>
              <p:cNvSpPr/>
              <p:nvPr/>
            </p:nvSpPr>
            <p:spPr>
              <a:xfrm>
                <a:off x="322579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h3481"/>
              <p:cNvSpPr/>
              <p:nvPr/>
            </p:nvSpPr>
            <p:spPr>
              <a:xfrm>
                <a:off x="32350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h3482"/>
              <p:cNvSpPr/>
              <p:nvPr/>
            </p:nvSpPr>
            <p:spPr>
              <a:xfrm>
                <a:off x="32443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h3483"/>
              <p:cNvSpPr/>
              <p:nvPr/>
            </p:nvSpPr>
            <p:spPr>
              <a:xfrm>
                <a:off x="32535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h3484"/>
              <p:cNvSpPr/>
              <p:nvPr/>
            </p:nvSpPr>
            <p:spPr>
              <a:xfrm>
                <a:off x="32628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h3485"/>
              <p:cNvSpPr/>
              <p:nvPr/>
            </p:nvSpPr>
            <p:spPr>
              <a:xfrm>
                <a:off x="327210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h3486"/>
              <p:cNvSpPr/>
              <p:nvPr/>
            </p:nvSpPr>
            <p:spPr>
              <a:xfrm>
                <a:off x="32813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h3487"/>
              <p:cNvSpPr/>
              <p:nvPr/>
            </p:nvSpPr>
            <p:spPr>
              <a:xfrm>
                <a:off x="32906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h3488"/>
              <p:cNvSpPr/>
              <p:nvPr/>
            </p:nvSpPr>
            <p:spPr>
              <a:xfrm>
                <a:off x="32998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h3489"/>
              <p:cNvSpPr/>
              <p:nvPr/>
            </p:nvSpPr>
            <p:spPr>
              <a:xfrm>
                <a:off x="330915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h3490"/>
              <p:cNvSpPr/>
              <p:nvPr/>
            </p:nvSpPr>
            <p:spPr>
              <a:xfrm>
                <a:off x="33184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h3491"/>
              <p:cNvSpPr/>
              <p:nvPr/>
            </p:nvSpPr>
            <p:spPr>
              <a:xfrm>
                <a:off x="33276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h3492"/>
              <p:cNvSpPr/>
              <p:nvPr/>
            </p:nvSpPr>
            <p:spPr>
              <a:xfrm>
                <a:off x="33369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h3493"/>
              <p:cNvSpPr/>
              <p:nvPr/>
            </p:nvSpPr>
            <p:spPr>
              <a:xfrm>
                <a:off x="3346203" y="20676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44"/>
                    </a:lnTo>
                    <a:lnTo>
                      <a:pt x="922185" y="907587"/>
                    </a:lnTo>
                    <a:lnTo>
                      <a:pt x="919806" y="914400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h3494"/>
              <p:cNvSpPr/>
              <p:nvPr/>
            </p:nvSpPr>
            <p:spPr>
              <a:xfrm>
                <a:off x="3355465" y="2050402"/>
                <a:ext cx="916124" cy="920082"/>
              </a:xfrm>
              <a:custGeom>
                <a:avLst/>
                <a:gdLst/>
                <a:ahLst/>
                <a:cxnLst/>
                <a:rect l="0" t="0" r="0" b="0"/>
                <a:pathLst>
                  <a:path w="916124" h="920082">
                    <a:moveTo>
                      <a:pt x="914400" y="914400"/>
                    </a:moveTo>
                    <a:lnTo>
                      <a:pt x="916124" y="914400"/>
                    </a:lnTo>
                    <a:lnTo>
                      <a:pt x="915784" y="915636"/>
                    </a:lnTo>
                    <a:lnTo>
                      <a:pt x="914400" y="920082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h3495"/>
              <p:cNvSpPr/>
              <p:nvPr/>
            </p:nvSpPr>
            <p:spPr>
              <a:xfrm>
                <a:off x="2299572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06" y="931638"/>
                    </a:lnTo>
                    <a:lnTo>
                      <a:pt x="908292" y="922198"/>
                    </a:lnTo>
                    <a:lnTo>
                      <a:pt x="907781" y="920145"/>
                    </a:lnTo>
                    <a:lnTo>
                      <a:pt x="907272" y="918104"/>
                    </a:lnTo>
                    <a:lnTo>
                      <a:pt x="906764" y="916062"/>
                    </a:lnTo>
                    <a:lnTo>
                      <a:pt x="906349" y="914400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h3496"/>
              <p:cNvSpPr/>
              <p:nvPr/>
            </p:nvSpPr>
            <p:spPr>
              <a:xfrm>
                <a:off x="22995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h3497"/>
              <p:cNvSpPr/>
              <p:nvPr/>
            </p:nvSpPr>
            <p:spPr>
              <a:xfrm>
                <a:off x="230883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h3498"/>
              <p:cNvSpPr/>
              <p:nvPr/>
            </p:nvSpPr>
            <p:spPr>
              <a:xfrm>
                <a:off x="23180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h3499"/>
              <p:cNvSpPr/>
              <p:nvPr/>
            </p:nvSpPr>
            <p:spPr>
              <a:xfrm>
                <a:off x="23273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h3500"/>
              <p:cNvSpPr/>
              <p:nvPr/>
            </p:nvSpPr>
            <p:spPr>
              <a:xfrm>
                <a:off x="23366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h3501"/>
              <p:cNvSpPr/>
              <p:nvPr/>
            </p:nvSpPr>
            <p:spPr>
              <a:xfrm>
                <a:off x="23458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h3502"/>
              <p:cNvSpPr/>
              <p:nvPr/>
            </p:nvSpPr>
            <p:spPr>
              <a:xfrm>
                <a:off x="235514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h3503"/>
              <p:cNvSpPr/>
              <p:nvPr/>
            </p:nvSpPr>
            <p:spPr>
              <a:xfrm>
                <a:off x="23644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h3504"/>
              <p:cNvSpPr/>
              <p:nvPr/>
            </p:nvSpPr>
            <p:spPr>
              <a:xfrm>
                <a:off x="23736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h3505"/>
              <p:cNvSpPr/>
              <p:nvPr/>
            </p:nvSpPr>
            <p:spPr>
              <a:xfrm>
                <a:off x="23829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h3506"/>
              <p:cNvSpPr/>
              <p:nvPr/>
            </p:nvSpPr>
            <p:spPr>
              <a:xfrm>
                <a:off x="239219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h3507"/>
              <p:cNvSpPr/>
              <p:nvPr/>
            </p:nvSpPr>
            <p:spPr>
              <a:xfrm>
                <a:off x="24014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h3508"/>
              <p:cNvSpPr/>
              <p:nvPr/>
            </p:nvSpPr>
            <p:spPr>
              <a:xfrm>
                <a:off x="24107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h3509"/>
              <p:cNvSpPr/>
              <p:nvPr/>
            </p:nvSpPr>
            <p:spPr>
              <a:xfrm>
                <a:off x="24199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h3510"/>
              <p:cNvSpPr/>
              <p:nvPr/>
            </p:nvSpPr>
            <p:spPr>
              <a:xfrm>
                <a:off x="24292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h3511"/>
              <p:cNvSpPr/>
              <p:nvPr/>
            </p:nvSpPr>
            <p:spPr>
              <a:xfrm>
                <a:off x="243850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h3512"/>
              <p:cNvSpPr/>
              <p:nvPr/>
            </p:nvSpPr>
            <p:spPr>
              <a:xfrm>
                <a:off x="24477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h3513"/>
              <p:cNvSpPr/>
              <p:nvPr/>
            </p:nvSpPr>
            <p:spPr>
              <a:xfrm>
                <a:off x="24570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h3514"/>
              <p:cNvSpPr/>
              <p:nvPr/>
            </p:nvSpPr>
            <p:spPr>
              <a:xfrm>
                <a:off x="24662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h3515"/>
              <p:cNvSpPr/>
              <p:nvPr/>
            </p:nvSpPr>
            <p:spPr>
              <a:xfrm>
                <a:off x="247555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h3516"/>
              <p:cNvSpPr/>
              <p:nvPr/>
            </p:nvSpPr>
            <p:spPr>
              <a:xfrm>
                <a:off x="24848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h3517"/>
              <p:cNvSpPr/>
              <p:nvPr/>
            </p:nvSpPr>
            <p:spPr>
              <a:xfrm>
                <a:off x="24940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h3518"/>
              <p:cNvSpPr/>
              <p:nvPr/>
            </p:nvSpPr>
            <p:spPr>
              <a:xfrm>
                <a:off x="25033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h3519"/>
              <p:cNvSpPr/>
              <p:nvPr/>
            </p:nvSpPr>
            <p:spPr>
              <a:xfrm>
                <a:off x="25126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h3520"/>
              <p:cNvSpPr/>
              <p:nvPr/>
            </p:nvSpPr>
            <p:spPr>
              <a:xfrm>
                <a:off x="252186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h3521"/>
              <p:cNvSpPr/>
              <p:nvPr/>
            </p:nvSpPr>
            <p:spPr>
              <a:xfrm>
                <a:off x="253112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h3522"/>
              <p:cNvSpPr/>
              <p:nvPr/>
            </p:nvSpPr>
            <p:spPr>
              <a:xfrm>
                <a:off x="254039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h3523"/>
              <p:cNvSpPr/>
              <p:nvPr/>
            </p:nvSpPr>
            <p:spPr>
              <a:xfrm>
                <a:off x="254965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h3524"/>
              <p:cNvSpPr/>
              <p:nvPr/>
            </p:nvSpPr>
            <p:spPr>
              <a:xfrm>
                <a:off x="255891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h3525"/>
              <p:cNvSpPr/>
              <p:nvPr/>
            </p:nvSpPr>
            <p:spPr>
              <a:xfrm>
                <a:off x="256817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h3526"/>
              <p:cNvSpPr/>
              <p:nvPr/>
            </p:nvSpPr>
            <p:spPr>
              <a:xfrm>
                <a:off x="257743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h3527"/>
              <p:cNvSpPr/>
              <p:nvPr/>
            </p:nvSpPr>
            <p:spPr>
              <a:xfrm>
                <a:off x="2595963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71" y="897209"/>
                    </a:lnTo>
                    <a:lnTo>
                      <a:pt x="914035" y="897380"/>
                    </a:lnTo>
                    <a:lnTo>
                      <a:pt x="914400" y="897615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h3528"/>
              <p:cNvSpPr/>
              <p:nvPr/>
            </p:nvSpPr>
            <p:spPr>
              <a:xfrm>
                <a:off x="2605226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615"/>
                    </a:lnTo>
                    <a:lnTo>
                      <a:pt x="905300" y="897721"/>
                    </a:lnTo>
                    <a:lnTo>
                      <a:pt x="905564" y="897892"/>
                    </a:lnTo>
                    <a:lnTo>
                      <a:pt x="905828" y="898062"/>
                    </a:lnTo>
                    <a:lnTo>
                      <a:pt x="906092" y="898233"/>
                    </a:lnTo>
                    <a:lnTo>
                      <a:pt x="906356" y="898404"/>
                    </a:lnTo>
                    <a:lnTo>
                      <a:pt x="906620" y="898574"/>
                    </a:lnTo>
                    <a:lnTo>
                      <a:pt x="906883" y="898745"/>
                    </a:lnTo>
                    <a:lnTo>
                      <a:pt x="907147" y="898916"/>
                    </a:lnTo>
                    <a:lnTo>
                      <a:pt x="907411" y="899087"/>
                    </a:lnTo>
                    <a:lnTo>
                      <a:pt x="907675" y="899257"/>
                    </a:lnTo>
                    <a:lnTo>
                      <a:pt x="907939" y="899428"/>
                    </a:lnTo>
                    <a:lnTo>
                      <a:pt x="908202" y="899599"/>
                    </a:lnTo>
                    <a:lnTo>
                      <a:pt x="908466" y="899770"/>
                    </a:lnTo>
                    <a:lnTo>
                      <a:pt x="908730" y="899940"/>
                    </a:lnTo>
                    <a:lnTo>
                      <a:pt x="908994" y="900111"/>
                    </a:lnTo>
                    <a:lnTo>
                      <a:pt x="909258" y="900282"/>
                    </a:lnTo>
                    <a:lnTo>
                      <a:pt x="909521" y="900453"/>
                    </a:lnTo>
                    <a:lnTo>
                      <a:pt x="909785" y="900624"/>
                    </a:lnTo>
                    <a:lnTo>
                      <a:pt x="910049" y="900794"/>
                    </a:lnTo>
                    <a:lnTo>
                      <a:pt x="910313" y="900965"/>
                    </a:lnTo>
                    <a:lnTo>
                      <a:pt x="910576" y="901136"/>
                    </a:lnTo>
                    <a:lnTo>
                      <a:pt x="910840" y="901307"/>
                    </a:lnTo>
                    <a:lnTo>
                      <a:pt x="914400" y="903810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h3529"/>
              <p:cNvSpPr/>
              <p:nvPr/>
            </p:nvSpPr>
            <p:spPr>
              <a:xfrm>
                <a:off x="2614488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10"/>
                    </a:lnTo>
                    <a:lnTo>
                      <a:pt x="907067" y="905167"/>
                    </a:lnTo>
                    <a:lnTo>
                      <a:pt x="912439" y="909561"/>
                    </a:lnTo>
                    <a:lnTo>
                      <a:pt x="914400" y="911401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h3530"/>
              <p:cNvSpPr/>
              <p:nvPr/>
            </p:nvSpPr>
            <p:spPr>
              <a:xfrm>
                <a:off x="2614488" y="2050402"/>
                <a:ext cx="917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6" h="914400">
                    <a:moveTo>
                      <a:pt x="914400" y="914400"/>
                    </a:moveTo>
                    <a:lnTo>
                      <a:pt x="914400" y="911401"/>
                    </a:lnTo>
                    <a:lnTo>
                      <a:pt x="917596" y="914400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h3531"/>
              <p:cNvSpPr/>
              <p:nvPr/>
            </p:nvSpPr>
            <p:spPr>
              <a:xfrm>
                <a:off x="3123910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79" y="931638"/>
                    </a:lnTo>
                    <a:lnTo>
                      <a:pt x="910695" y="926770"/>
                    </a:lnTo>
                    <a:lnTo>
                      <a:pt x="910613" y="923435"/>
                    </a:lnTo>
                    <a:lnTo>
                      <a:pt x="910532" y="920103"/>
                    </a:lnTo>
                    <a:lnTo>
                      <a:pt x="910451" y="916770"/>
                    </a:lnTo>
                    <a:lnTo>
                      <a:pt x="910393" y="914400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h3532"/>
              <p:cNvSpPr/>
              <p:nvPr/>
            </p:nvSpPr>
            <p:spPr>
              <a:xfrm>
                <a:off x="312391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h3533"/>
              <p:cNvSpPr/>
              <p:nvPr/>
            </p:nvSpPr>
            <p:spPr>
              <a:xfrm>
                <a:off x="31331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h3534"/>
              <p:cNvSpPr/>
              <p:nvPr/>
            </p:nvSpPr>
            <p:spPr>
              <a:xfrm>
                <a:off x="314243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h3535"/>
              <p:cNvSpPr/>
              <p:nvPr/>
            </p:nvSpPr>
            <p:spPr>
              <a:xfrm>
                <a:off x="31516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h3536"/>
              <p:cNvSpPr/>
              <p:nvPr/>
            </p:nvSpPr>
            <p:spPr>
              <a:xfrm>
                <a:off x="31609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h3537"/>
              <p:cNvSpPr/>
              <p:nvPr/>
            </p:nvSpPr>
            <p:spPr>
              <a:xfrm>
                <a:off x="31702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h3538"/>
              <p:cNvSpPr/>
              <p:nvPr/>
            </p:nvSpPr>
            <p:spPr>
              <a:xfrm>
                <a:off x="31794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h3539"/>
              <p:cNvSpPr/>
              <p:nvPr/>
            </p:nvSpPr>
            <p:spPr>
              <a:xfrm>
                <a:off x="318874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h3540"/>
              <p:cNvSpPr/>
              <p:nvPr/>
            </p:nvSpPr>
            <p:spPr>
              <a:xfrm>
                <a:off x="31980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h3541"/>
              <p:cNvSpPr/>
              <p:nvPr/>
            </p:nvSpPr>
            <p:spPr>
              <a:xfrm>
                <a:off x="32072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h3542"/>
              <p:cNvSpPr/>
              <p:nvPr/>
            </p:nvSpPr>
            <p:spPr>
              <a:xfrm>
                <a:off x="32165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h3543"/>
              <p:cNvSpPr/>
              <p:nvPr/>
            </p:nvSpPr>
            <p:spPr>
              <a:xfrm>
                <a:off x="322579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h3544"/>
              <p:cNvSpPr/>
              <p:nvPr/>
            </p:nvSpPr>
            <p:spPr>
              <a:xfrm>
                <a:off x="32350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h3545"/>
              <p:cNvSpPr/>
              <p:nvPr/>
            </p:nvSpPr>
            <p:spPr>
              <a:xfrm>
                <a:off x="32443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h3546"/>
              <p:cNvSpPr/>
              <p:nvPr/>
            </p:nvSpPr>
            <p:spPr>
              <a:xfrm>
                <a:off x="32535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h3547"/>
              <p:cNvSpPr/>
              <p:nvPr/>
            </p:nvSpPr>
            <p:spPr>
              <a:xfrm>
                <a:off x="32628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h3548"/>
              <p:cNvSpPr/>
              <p:nvPr/>
            </p:nvSpPr>
            <p:spPr>
              <a:xfrm>
                <a:off x="327210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h3549"/>
              <p:cNvSpPr/>
              <p:nvPr/>
            </p:nvSpPr>
            <p:spPr>
              <a:xfrm>
                <a:off x="32813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h3550"/>
              <p:cNvSpPr/>
              <p:nvPr/>
            </p:nvSpPr>
            <p:spPr>
              <a:xfrm>
                <a:off x="32906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h3551"/>
              <p:cNvSpPr/>
              <p:nvPr/>
            </p:nvSpPr>
            <p:spPr>
              <a:xfrm>
                <a:off x="32998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h3552"/>
              <p:cNvSpPr/>
              <p:nvPr/>
            </p:nvSpPr>
            <p:spPr>
              <a:xfrm>
                <a:off x="330915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h3553"/>
              <p:cNvSpPr/>
              <p:nvPr/>
            </p:nvSpPr>
            <p:spPr>
              <a:xfrm>
                <a:off x="33184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h3554"/>
              <p:cNvSpPr/>
              <p:nvPr/>
            </p:nvSpPr>
            <p:spPr>
              <a:xfrm>
                <a:off x="33276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h3555"/>
              <p:cNvSpPr/>
              <p:nvPr/>
            </p:nvSpPr>
            <p:spPr>
              <a:xfrm>
                <a:off x="33369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h3556"/>
              <p:cNvSpPr/>
              <p:nvPr/>
            </p:nvSpPr>
            <p:spPr>
              <a:xfrm>
                <a:off x="33462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h3557"/>
              <p:cNvSpPr/>
              <p:nvPr/>
            </p:nvSpPr>
            <p:spPr>
              <a:xfrm>
                <a:off x="3355465" y="2050402"/>
                <a:ext cx="9205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5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566" y="897161"/>
                    </a:lnTo>
                    <a:lnTo>
                      <a:pt x="918387" y="906185"/>
                    </a:lnTo>
                    <a:lnTo>
                      <a:pt x="916124" y="914400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h3558"/>
              <p:cNvSpPr/>
              <p:nvPr/>
            </p:nvSpPr>
            <p:spPr>
              <a:xfrm>
                <a:off x="2290310" y="2015925"/>
                <a:ext cx="914400" cy="92677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777">
                    <a:moveTo>
                      <a:pt x="914400" y="914400"/>
                    </a:moveTo>
                    <a:lnTo>
                      <a:pt x="914400" y="926777"/>
                    </a:lnTo>
                    <a:lnTo>
                      <a:pt x="913990" y="925136"/>
                    </a:lnTo>
                    <a:lnTo>
                      <a:pt x="913480" y="923095"/>
                    </a:lnTo>
                    <a:lnTo>
                      <a:pt x="913204" y="921986"/>
                    </a:lnTo>
                    <a:lnTo>
                      <a:pt x="911804" y="920224"/>
                    </a:lnTo>
                    <a:lnTo>
                      <a:pt x="907656" y="914400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h3559"/>
              <p:cNvSpPr/>
              <p:nvPr/>
            </p:nvSpPr>
            <p:spPr>
              <a:xfrm>
                <a:off x="22903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12" y="931638"/>
                    </a:lnTo>
                    <a:lnTo>
                      <a:pt x="915517" y="931260"/>
                    </a:lnTo>
                    <a:lnTo>
                      <a:pt x="915008" y="929218"/>
                    </a:lnTo>
                    <a:lnTo>
                      <a:pt x="914499" y="927177"/>
                    </a:lnTo>
                    <a:lnTo>
                      <a:pt x="914400" y="926777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h3560"/>
              <p:cNvSpPr/>
              <p:nvPr/>
            </p:nvSpPr>
            <p:spPr>
              <a:xfrm>
                <a:off x="22995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h3561"/>
              <p:cNvSpPr/>
              <p:nvPr/>
            </p:nvSpPr>
            <p:spPr>
              <a:xfrm>
                <a:off x="230883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h3562"/>
              <p:cNvSpPr/>
              <p:nvPr/>
            </p:nvSpPr>
            <p:spPr>
              <a:xfrm>
                <a:off x="23180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h3563"/>
              <p:cNvSpPr/>
              <p:nvPr/>
            </p:nvSpPr>
            <p:spPr>
              <a:xfrm>
                <a:off x="23273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h3564"/>
              <p:cNvSpPr/>
              <p:nvPr/>
            </p:nvSpPr>
            <p:spPr>
              <a:xfrm>
                <a:off x="23366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h3565"/>
              <p:cNvSpPr/>
              <p:nvPr/>
            </p:nvSpPr>
            <p:spPr>
              <a:xfrm>
                <a:off x="23458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h3566"/>
              <p:cNvSpPr/>
              <p:nvPr/>
            </p:nvSpPr>
            <p:spPr>
              <a:xfrm>
                <a:off x="235514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h3567"/>
              <p:cNvSpPr/>
              <p:nvPr/>
            </p:nvSpPr>
            <p:spPr>
              <a:xfrm>
                <a:off x="23644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h3568"/>
              <p:cNvSpPr/>
              <p:nvPr/>
            </p:nvSpPr>
            <p:spPr>
              <a:xfrm>
                <a:off x="23736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h3569"/>
              <p:cNvSpPr/>
              <p:nvPr/>
            </p:nvSpPr>
            <p:spPr>
              <a:xfrm>
                <a:off x="23829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h3570"/>
              <p:cNvSpPr/>
              <p:nvPr/>
            </p:nvSpPr>
            <p:spPr>
              <a:xfrm>
                <a:off x="239219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h3571"/>
              <p:cNvSpPr/>
              <p:nvPr/>
            </p:nvSpPr>
            <p:spPr>
              <a:xfrm>
                <a:off x="24014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h3572"/>
              <p:cNvSpPr/>
              <p:nvPr/>
            </p:nvSpPr>
            <p:spPr>
              <a:xfrm>
                <a:off x="24107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h3573"/>
              <p:cNvSpPr/>
              <p:nvPr/>
            </p:nvSpPr>
            <p:spPr>
              <a:xfrm>
                <a:off x="24199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h3574"/>
              <p:cNvSpPr/>
              <p:nvPr/>
            </p:nvSpPr>
            <p:spPr>
              <a:xfrm>
                <a:off x="24292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h3575"/>
              <p:cNvSpPr/>
              <p:nvPr/>
            </p:nvSpPr>
            <p:spPr>
              <a:xfrm>
                <a:off x="243850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h3576"/>
              <p:cNvSpPr/>
              <p:nvPr/>
            </p:nvSpPr>
            <p:spPr>
              <a:xfrm>
                <a:off x="24477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h3577"/>
              <p:cNvSpPr/>
              <p:nvPr/>
            </p:nvSpPr>
            <p:spPr>
              <a:xfrm>
                <a:off x="24570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h3578"/>
              <p:cNvSpPr/>
              <p:nvPr/>
            </p:nvSpPr>
            <p:spPr>
              <a:xfrm>
                <a:off x="24662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h3579"/>
              <p:cNvSpPr/>
              <p:nvPr/>
            </p:nvSpPr>
            <p:spPr>
              <a:xfrm>
                <a:off x="247555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h3580"/>
              <p:cNvSpPr/>
              <p:nvPr/>
            </p:nvSpPr>
            <p:spPr>
              <a:xfrm>
                <a:off x="24848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h3581"/>
              <p:cNvSpPr/>
              <p:nvPr/>
            </p:nvSpPr>
            <p:spPr>
              <a:xfrm>
                <a:off x="24940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h3582"/>
              <p:cNvSpPr/>
              <p:nvPr/>
            </p:nvSpPr>
            <p:spPr>
              <a:xfrm>
                <a:off x="25033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h3583"/>
              <p:cNvSpPr/>
              <p:nvPr/>
            </p:nvSpPr>
            <p:spPr>
              <a:xfrm>
                <a:off x="25126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h3584"/>
              <p:cNvSpPr/>
              <p:nvPr/>
            </p:nvSpPr>
            <p:spPr>
              <a:xfrm>
                <a:off x="252186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h3585"/>
              <p:cNvSpPr/>
              <p:nvPr/>
            </p:nvSpPr>
            <p:spPr>
              <a:xfrm>
                <a:off x="253112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h3586"/>
              <p:cNvSpPr/>
              <p:nvPr/>
            </p:nvSpPr>
            <p:spPr>
              <a:xfrm>
                <a:off x="254039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h3587"/>
              <p:cNvSpPr/>
              <p:nvPr/>
            </p:nvSpPr>
            <p:spPr>
              <a:xfrm>
                <a:off x="254965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h3588"/>
              <p:cNvSpPr/>
              <p:nvPr/>
            </p:nvSpPr>
            <p:spPr>
              <a:xfrm>
                <a:off x="255891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h3589"/>
              <p:cNvSpPr/>
              <p:nvPr/>
            </p:nvSpPr>
            <p:spPr>
              <a:xfrm>
                <a:off x="256817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h3590"/>
              <p:cNvSpPr/>
              <p:nvPr/>
            </p:nvSpPr>
            <p:spPr>
              <a:xfrm>
                <a:off x="2586701" y="203316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978" y="897161"/>
                    </a:lnTo>
                    <a:lnTo>
                      <a:pt x="914399" y="897972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h3591"/>
              <p:cNvSpPr/>
              <p:nvPr/>
            </p:nvSpPr>
            <p:spPr>
              <a:xfrm>
                <a:off x="2586701" y="2033164"/>
                <a:ext cx="922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59" h="914400">
                    <a:moveTo>
                      <a:pt x="914399" y="914400"/>
                    </a:moveTo>
                    <a:lnTo>
                      <a:pt x="914399" y="897972"/>
                    </a:lnTo>
                    <a:lnTo>
                      <a:pt x="917196" y="903356"/>
                    </a:lnTo>
                    <a:lnTo>
                      <a:pt x="922505" y="914106"/>
                    </a:lnTo>
                    <a:lnTo>
                      <a:pt x="922769" y="914277"/>
                    </a:lnTo>
                    <a:lnTo>
                      <a:pt x="922959" y="914400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h3592"/>
              <p:cNvSpPr/>
              <p:nvPr/>
            </p:nvSpPr>
            <p:spPr>
              <a:xfrm>
                <a:off x="3123910" y="20159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93" y="931638"/>
                    </a:lnTo>
                    <a:lnTo>
                      <a:pt x="910370" y="930676"/>
                    </a:lnTo>
                    <a:lnTo>
                      <a:pt x="910289" y="927344"/>
                    </a:lnTo>
                    <a:lnTo>
                      <a:pt x="910207" y="924011"/>
                    </a:lnTo>
                    <a:lnTo>
                      <a:pt x="910126" y="920679"/>
                    </a:lnTo>
                    <a:lnTo>
                      <a:pt x="910044" y="917344"/>
                    </a:lnTo>
                    <a:lnTo>
                      <a:pt x="910014" y="914400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h3593"/>
              <p:cNvSpPr/>
              <p:nvPr/>
            </p:nvSpPr>
            <p:spPr>
              <a:xfrm>
                <a:off x="31239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h3594"/>
              <p:cNvSpPr/>
              <p:nvPr/>
            </p:nvSpPr>
            <p:spPr>
              <a:xfrm>
                <a:off x="31331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h3595"/>
              <p:cNvSpPr/>
              <p:nvPr/>
            </p:nvSpPr>
            <p:spPr>
              <a:xfrm>
                <a:off x="314243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h3596"/>
              <p:cNvSpPr/>
              <p:nvPr/>
            </p:nvSpPr>
            <p:spPr>
              <a:xfrm>
                <a:off x="31516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h3597"/>
              <p:cNvSpPr/>
              <p:nvPr/>
            </p:nvSpPr>
            <p:spPr>
              <a:xfrm>
                <a:off x="31609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h3598"/>
              <p:cNvSpPr/>
              <p:nvPr/>
            </p:nvSpPr>
            <p:spPr>
              <a:xfrm>
                <a:off x="31702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h3599"/>
              <p:cNvSpPr/>
              <p:nvPr/>
            </p:nvSpPr>
            <p:spPr>
              <a:xfrm>
                <a:off x="31794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h3600"/>
              <p:cNvSpPr/>
              <p:nvPr/>
            </p:nvSpPr>
            <p:spPr>
              <a:xfrm>
                <a:off x="318874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h3601"/>
              <p:cNvSpPr/>
              <p:nvPr/>
            </p:nvSpPr>
            <p:spPr>
              <a:xfrm>
                <a:off x="31980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h3602"/>
              <p:cNvSpPr/>
              <p:nvPr/>
            </p:nvSpPr>
            <p:spPr>
              <a:xfrm>
                <a:off x="32072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h3603"/>
              <p:cNvSpPr/>
              <p:nvPr/>
            </p:nvSpPr>
            <p:spPr>
              <a:xfrm>
                <a:off x="32165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h3604"/>
              <p:cNvSpPr/>
              <p:nvPr/>
            </p:nvSpPr>
            <p:spPr>
              <a:xfrm>
                <a:off x="322579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h3605"/>
              <p:cNvSpPr/>
              <p:nvPr/>
            </p:nvSpPr>
            <p:spPr>
              <a:xfrm>
                <a:off x="32350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h3606"/>
              <p:cNvSpPr/>
              <p:nvPr/>
            </p:nvSpPr>
            <p:spPr>
              <a:xfrm>
                <a:off x="32443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h3607"/>
              <p:cNvSpPr/>
              <p:nvPr/>
            </p:nvSpPr>
            <p:spPr>
              <a:xfrm>
                <a:off x="32535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h3608"/>
              <p:cNvSpPr/>
              <p:nvPr/>
            </p:nvSpPr>
            <p:spPr>
              <a:xfrm>
                <a:off x="32628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h3609"/>
              <p:cNvSpPr/>
              <p:nvPr/>
            </p:nvSpPr>
            <p:spPr>
              <a:xfrm>
                <a:off x="327210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h3610"/>
              <p:cNvSpPr/>
              <p:nvPr/>
            </p:nvSpPr>
            <p:spPr>
              <a:xfrm>
                <a:off x="32813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h3611"/>
              <p:cNvSpPr/>
              <p:nvPr/>
            </p:nvSpPr>
            <p:spPr>
              <a:xfrm>
                <a:off x="32906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h3612"/>
              <p:cNvSpPr/>
              <p:nvPr/>
            </p:nvSpPr>
            <p:spPr>
              <a:xfrm>
                <a:off x="32998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h3613"/>
              <p:cNvSpPr/>
              <p:nvPr/>
            </p:nvSpPr>
            <p:spPr>
              <a:xfrm>
                <a:off x="330915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h3614"/>
              <p:cNvSpPr/>
              <p:nvPr/>
            </p:nvSpPr>
            <p:spPr>
              <a:xfrm>
                <a:off x="33184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h3615"/>
              <p:cNvSpPr/>
              <p:nvPr/>
            </p:nvSpPr>
            <p:spPr>
              <a:xfrm>
                <a:off x="33276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h3616"/>
              <p:cNvSpPr/>
              <p:nvPr/>
            </p:nvSpPr>
            <p:spPr>
              <a:xfrm>
                <a:off x="33369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h3617"/>
              <p:cNvSpPr/>
              <p:nvPr/>
            </p:nvSpPr>
            <p:spPr>
              <a:xfrm>
                <a:off x="33462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h3618"/>
              <p:cNvSpPr/>
              <p:nvPr/>
            </p:nvSpPr>
            <p:spPr>
              <a:xfrm>
                <a:off x="3355465" y="20331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8967"/>
                    </a:lnTo>
                    <a:lnTo>
                      <a:pt x="922795" y="903839"/>
                    </a:lnTo>
                    <a:lnTo>
                      <a:pt x="920726" y="913737"/>
                    </a:lnTo>
                    <a:lnTo>
                      <a:pt x="920566" y="914400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h3619"/>
              <p:cNvSpPr/>
              <p:nvPr/>
            </p:nvSpPr>
            <p:spPr>
              <a:xfrm>
                <a:off x="3364728" y="2015925"/>
                <a:ext cx="914721" cy="916206"/>
              </a:xfrm>
              <a:custGeom>
                <a:avLst/>
                <a:gdLst/>
                <a:ahLst/>
                <a:cxnLst/>
                <a:rect l="0" t="0" r="0" b="0"/>
                <a:pathLst>
                  <a:path w="914721" h="916206">
                    <a:moveTo>
                      <a:pt x="914400" y="914400"/>
                    </a:moveTo>
                    <a:lnTo>
                      <a:pt x="914721" y="914400"/>
                    </a:lnTo>
                    <a:lnTo>
                      <a:pt x="914400" y="916206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h3620"/>
              <p:cNvSpPr/>
              <p:nvPr/>
            </p:nvSpPr>
            <p:spPr>
              <a:xfrm>
                <a:off x="2281048" y="1998687"/>
                <a:ext cx="914400" cy="92777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774">
                    <a:moveTo>
                      <a:pt x="914400" y="914400"/>
                    </a:moveTo>
                    <a:lnTo>
                      <a:pt x="914400" y="927774"/>
                    </a:lnTo>
                    <a:lnTo>
                      <a:pt x="912093" y="924173"/>
                    </a:lnTo>
                    <a:lnTo>
                      <a:pt x="907894" y="916900"/>
                    </a:lnTo>
                    <a:lnTo>
                      <a:pt x="906592" y="914400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h3621"/>
              <p:cNvSpPr/>
              <p:nvPr/>
            </p:nvSpPr>
            <p:spPr>
              <a:xfrm>
                <a:off x="228104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18" y="931638"/>
                    </a:lnTo>
                    <a:lnTo>
                      <a:pt x="916487" y="931034"/>
                    </a:lnTo>
                    <a:lnTo>
                      <a:pt x="914400" y="927774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h3622"/>
              <p:cNvSpPr/>
              <p:nvPr/>
            </p:nvSpPr>
            <p:spPr>
              <a:xfrm>
                <a:off x="22903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h3623"/>
              <p:cNvSpPr/>
              <p:nvPr/>
            </p:nvSpPr>
            <p:spPr>
              <a:xfrm>
                <a:off x="22995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h3624"/>
              <p:cNvSpPr/>
              <p:nvPr/>
            </p:nvSpPr>
            <p:spPr>
              <a:xfrm>
                <a:off x="230883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h3625"/>
              <p:cNvSpPr/>
              <p:nvPr/>
            </p:nvSpPr>
            <p:spPr>
              <a:xfrm>
                <a:off x="23180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h3626"/>
              <p:cNvSpPr/>
              <p:nvPr/>
            </p:nvSpPr>
            <p:spPr>
              <a:xfrm>
                <a:off x="23273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h3627"/>
              <p:cNvSpPr/>
              <p:nvPr/>
            </p:nvSpPr>
            <p:spPr>
              <a:xfrm>
                <a:off x="23366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h3628"/>
              <p:cNvSpPr/>
              <p:nvPr/>
            </p:nvSpPr>
            <p:spPr>
              <a:xfrm>
                <a:off x="23458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h3629"/>
              <p:cNvSpPr/>
              <p:nvPr/>
            </p:nvSpPr>
            <p:spPr>
              <a:xfrm>
                <a:off x="235514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h3630"/>
              <p:cNvSpPr/>
              <p:nvPr/>
            </p:nvSpPr>
            <p:spPr>
              <a:xfrm>
                <a:off x="23644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h3631"/>
              <p:cNvSpPr/>
              <p:nvPr/>
            </p:nvSpPr>
            <p:spPr>
              <a:xfrm>
                <a:off x="23736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h3632"/>
              <p:cNvSpPr/>
              <p:nvPr/>
            </p:nvSpPr>
            <p:spPr>
              <a:xfrm>
                <a:off x="23829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h3633"/>
              <p:cNvSpPr/>
              <p:nvPr/>
            </p:nvSpPr>
            <p:spPr>
              <a:xfrm>
                <a:off x="239219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h3634"/>
              <p:cNvSpPr/>
              <p:nvPr/>
            </p:nvSpPr>
            <p:spPr>
              <a:xfrm>
                <a:off x="24014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h3635"/>
              <p:cNvSpPr/>
              <p:nvPr/>
            </p:nvSpPr>
            <p:spPr>
              <a:xfrm>
                <a:off x="24107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h3636"/>
              <p:cNvSpPr/>
              <p:nvPr/>
            </p:nvSpPr>
            <p:spPr>
              <a:xfrm>
                <a:off x="24199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h3637"/>
              <p:cNvSpPr/>
              <p:nvPr/>
            </p:nvSpPr>
            <p:spPr>
              <a:xfrm>
                <a:off x="24292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h3638"/>
              <p:cNvSpPr/>
              <p:nvPr/>
            </p:nvSpPr>
            <p:spPr>
              <a:xfrm>
                <a:off x="243850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h3639"/>
              <p:cNvSpPr/>
              <p:nvPr/>
            </p:nvSpPr>
            <p:spPr>
              <a:xfrm>
                <a:off x="24477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h3640"/>
              <p:cNvSpPr/>
              <p:nvPr/>
            </p:nvSpPr>
            <p:spPr>
              <a:xfrm>
                <a:off x="24570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h3641"/>
              <p:cNvSpPr/>
              <p:nvPr/>
            </p:nvSpPr>
            <p:spPr>
              <a:xfrm>
                <a:off x="24662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h3642"/>
              <p:cNvSpPr/>
              <p:nvPr/>
            </p:nvSpPr>
            <p:spPr>
              <a:xfrm>
                <a:off x="247555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h3643"/>
              <p:cNvSpPr/>
              <p:nvPr/>
            </p:nvSpPr>
            <p:spPr>
              <a:xfrm>
                <a:off x="24848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h3644"/>
              <p:cNvSpPr/>
              <p:nvPr/>
            </p:nvSpPr>
            <p:spPr>
              <a:xfrm>
                <a:off x="24940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h3645"/>
              <p:cNvSpPr/>
              <p:nvPr/>
            </p:nvSpPr>
            <p:spPr>
              <a:xfrm>
                <a:off x="25033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h3646"/>
              <p:cNvSpPr/>
              <p:nvPr/>
            </p:nvSpPr>
            <p:spPr>
              <a:xfrm>
                <a:off x="25126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h3647"/>
              <p:cNvSpPr/>
              <p:nvPr/>
            </p:nvSpPr>
            <p:spPr>
              <a:xfrm>
                <a:off x="252186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h3648"/>
              <p:cNvSpPr/>
              <p:nvPr/>
            </p:nvSpPr>
            <p:spPr>
              <a:xfrm>
                <a:off x="253112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h3649"/>
              <p:cNvSpPr/>
              <p:nvPr/>
            </p:nvSpPr>
            <p:spPr>
              <a:xfrm>
                <a:off x="254039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h3650"/>
              <p:cNvSpPr/>
              <p:nvPr/>
            </p:nvSpPr>
            <p:spPr>
              <a:xfrm>
                <a:off x="254965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h3651"/>
              <p:cNvSpPr/>
              <p:nvPr/>
            </p:nvSpPr>
            <p:spPr>
              <a:xfrm>
                <a:off x="255891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h3652"/>
              <p:cNvSpPr/>
              <p:nvPr/>
            </p:nvSpPr>
            <p:spPr>
              <a:xfrm>
                <a:off x="2577439" y="20159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11" y="897161"/>
                    </a:lnTo>
                    <a:lnTo>
                      <a:pt x="913216" y="897722"/>
                    </a:lnTo>
                    <a:lnTo>
                      <a:pt x="914400" y="899553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h3653"/>
              <p:cNvSpPr/>
              <p:nvPr/>
            </p:nvSpPr>
            <p:spPr>
              <a:xfrm>
                <a:off x="2577439" y="2015925"/>
                <a:ext cx="92324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41" h="914400">
                    <a:moveTo>
                      <a:pt x="914400" y="914400"/>
                    </a:moveTo>
                    <a:lnTo>
                      <a:pt x="914400" y="899553"/>
                    </a:lnTo>
                    <a:lnTo>
                      <a:pt x="917850" y="904896"/>
                    </a:lnTo>
                    <a:lnTo>
                      <a:pt x="922269" y="912528"/>
                    </a:lnTo>
                    <a:lnTo>
                      <a:pt x="923241" y="914400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h3654"/>
              <p:cNvSpPr/>
              <p:nvPr/>
            </p:nvSpPr>
            <p:spPr>
              <a:xfrm>
                <a:off x="3123910" y="19986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014" y="931638"/>
                    </a:lnTo>
                    <a:lnTo>
                      <a:pt x="909933" y="923600"/>
                    </a:lnTo>
                    <a:lnTo>
                      <a:pt x="910102" y="914400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h3655"/>
              <p:cNvSpPr/>
              <p:nvPr/>
            </p:nvSpPr>
            <p:spPr>
              <a:xfrm>
                <a:off x="31239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h3656"/>
              <p:cNvSpPr/>
              <p:nvPr/>
            </p:nvSpPr>
            <p:spPr>
              <a:xfrm>
                <a:off x="31331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h3657"/>
              <p:cNvSpPr/>
              <p:nvPr/>
            </p:nvSpPr>
            <p:spPr>
              <a:xfrm>
                <a:off x="314243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h3658"/>
              <p:cNvSpPr/>
              <p:nvPr/>
            </p:nvSpPr>
            <p:spPr>
              <a:xfrm>
                <a:off x="31516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h3659"/>
              <p:cNvSpPr/>
              <p:nvPr/>
            </p:nvSpPr>
            <p:spPr>
              <a:xfrm>
                <a:off x="31609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h3660"/>
              <p:cNvSpPr/>
              <p:nvPr/>
            </p:nvSpPr>
            <p:spPr>
              <a:xfrm>
                <a:off x="31702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h3661"/>
              <p:cNvSpPr/>
              <p:nvPr/>
            </p:nvSpPr>
            <p:spPr>
              <a:xfrm>
                <a:off x="31794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h3662"/>
              <p:cNvSpPr/>
              <p:nvPr/>
            </p:nvSpPr>
            <p:spPr>
              <a:xfrm>
                <a:off x="318874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h3663"/>
              <p:cNvSpPr/>
              <p:nvPr/>
            </p:nvSpPr>
            <p:spPr>
              <a:xfrm>
                <a:off x="31980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h3664"/>
              <p:cNvSpPr/>
              <p:nvPr/>
            </p:nvSpPr>
            <p:spPr>
              <a:xfrm>
                <a:off x="32072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h3665"/>
              <p:cNvSpPr/>
              <p:nvPr/>
            </p:nvSpPr>
            <p:spPr>
              <a:xfrm>
                <a:off x="32165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h3666"/>
              <p:cNvSpPr/>
              <p:nvPr/>
            </p:nvSpPr>
            <p:spPr>
              <a:xfrm>
                <a:off x="322579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h3667"/>
              <p:cNvSpPr/>
              <p:nvPr/>
            </p:nvSpPr>
            <p:spPr>
              <a:xfrm>
                <a:off x="32350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h3668"/>
              <p:cNvSpPr/>
              <p:nvPr/>
            </p:nvSpPr>
            <p:spPr>
              <a:xfrm>
                <a:off x="32443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h3669"/>
              <p:cNvSpPr/>
              <p:nvPr/>
            </p:nvSpPr>
            <p:spPr>
              <a:xfrm>
                <a:off x="32535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h3670"/>
              <p:cNvSpPr/>
              <p:nvPr/>
            </p:nvSpPr>
            <p:spPr>
              <a:xfrm>
                <a:off x="32628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h3671"/>
              <p:cNvSpPr/>
              <p:nvPr/>
            </p:nvSpPr>
            <p:spPr>
              <a:xfrm>
                <a:off x="327210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h3672"/>
              <p:cNvSpPr/>
              <p:nvPr/>
            </p:nvSpPr>
            <p:spPr>
              <a:xfrm>
                <a:off x="32813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h3673"/>
              <p:cNvSpPr/>
              <p:nvPr/>
            </p:nvSpPr>
            <p:spPr>
              <a:xfrm>
                <a:off x="32906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h3674"/>
              <p:cNvSpPr/>
              <p:nvPr/>
            </p:nvSpPr>
            <p:spPr>
              <a:xfrm>
                <a:off x="32998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h3675"/>
              <p:cNvSpPr/>
              <p:nvPr/>
            </p:nvSpPr>
            <p:spPr>
              <a:xfrm>
                <a:off x="330915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h3676"/>
              <p:cNvSpPr/>
              <p:nvPr/>
            </p:nvSpPr>
            <p:spPr>
              <a:xfrm>
                <a:off x="33184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h3677"/>
              <p:cNvSpPr/>
              <p:nvPr/>
            </p:nvSpPr>
            <p:spPr>
              <a:xfrm>
                <a:off x="33276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h3678"/>
              <p:cNvSpPr/>
              <p:nvPr/>
            </p:nvSpPr>
            <p:spPr>
              <a:xfrm>
                <a:off x="33369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h3679"/>
              <p:cNvSpPr/>
              <p:nvPr/>
            </p:nvSpPr>
            <p:spPr>
              <a:xfrm>
                <a:off x="33462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h3680"/>
              <p:cNvSpPr/>
              <p:nvPr/>
            </p:nvSpPr>
            <p:spPr>
              <a:xfrm>
                <a:off x="335546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h3681"/>
              <p:cNvSpPr/>
              <p:nvPr/>
            </p:nvSpPr>
            <p:spPr>
              <a:xfrm>
                <a:off x="3364728" y="2015925"/>
                <a:ext cx="9175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79" y="897161"/>
                    </a:lnTo>
                    <a:lnTo>
                      <a:pt x="917290" y="898935"/>
                    </a:lnTo>
                    <a:lnTo>
                      <a:pt x="916799" y="901947"/>
                    </a:lnTo>
                    <a:lnTo>
                      <a:pt x="916309" y="904959"/>
                    </a:lnTo>
                    <a:lnTo>
                      <a:pt x="915818" y="907970"/>
                    </a:lnTo>
                    <a:lnTo>
                      <a:pt x="915326" y="910996"/>
                    </a:lnTo>
                    <a:lnTo>
                      <a:pt x="914721" y="914400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h3682"/>
              <p:cNvSpPr/>
              <p:nvPr/>
            </p:nvSpPr>
            <p:spPr>
              <a:xfrm>
                <a:off x="2271786" y="1981448"/>
                <a:ext cx="914400" cy="9288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44">
                    <a:moveTo>
                      <a:pt x="914400" y="914400"/>
                    </a:moveTo>
                    <a:lnTo>
                      <a:pt x="914400" y="928844"/>
                    </a:lnTo>
                    <a:lnTo>
                      <a:pt x="913164" y="926472"/>
                    </a:lnTo>
                    <a:lnTo>
                      <a:pt x="909391" y="918432"/>
                    </a:lnTo>
                    <a:lnTo>
                      <a:pt x="907687" y="914400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h3683"/>
              <p:cNvSpPr/>
              <p:nvPr/>
            </p:nvSpPr>
            <p:spPr>
              <a:xfrm>
                <a:off x="227178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54" y="931638"/>
                    </a:lnTo>
                    <a:lnTo>
                      <a:pt x="914400" y="928844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h3684"/>
              <p:cNvSpPr/>
              <p:nvPr/>
            </p:nvSpPr>
            <p:spPr>
              <a:xfrm>
                <a:off x="228104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h3685"/>
              <p:cNvSpPr/>
              <p:nvPr/>
            </p:nvSpPr>
            <p:spPr>
              <a:xfrm>
                <a:off x="22903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h3686"/>
              <p:cNvSpPr/>
              <p:nvPr/>
            </p:nvSpPr>
            <p:spPr>
              <a:xfrm>
                <a:off x="22995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h3687"/>
              <p:cNvSpPr/>
              <p:nvPr/>
            </p:nvSpPr>
            <p:spPr>
              <a:xfrm>
                <a:off x="230883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h3688"/>
              <p:cNvSpPr/>
              <p:nvPr/>
            </p:nvSpPr>
            <p:spPr>
              <a:xfrm>
                <a:off x="23180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h3689"/>
              <p:cNvSpPr/>
              <p:nvPr/>
            </p:nvSpPr>
            <p:spPr>
              <a:xfrm>
                <a:off x="23273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h3690"/>
              <p:cNvSpPr/>
              <p:nvPr/>
            </p:nvSpPr>
            <p:spPr>
              <a:xfrm>
                <a:off x="23366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h3691"/>
              <p:cNvSpPr/>
              <p:nvPr/>
            </p:nvSpPr>
            <p:spPr>
              <a:xfrm>
                <a:off x="23458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h3692"/>
              <p:cNvSpPr/>
              <p:nvPr/>
            </p:nvSpPr>
            <p:spPr>
              <a:xfrm>
                <a:off x="235514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h3693"/>
              <p:cNvSpPr/>
              <p:nvPr/>
            </p:nvSpPr>
            <p:spPr>
              <a:xfrm>
                <a:off x="23644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h3694"/>
              <p:cNvSpPr/>
              <p:nvPr/>
            </p:nvSpPr>
            <p:spPr>
              <a:xfrm>
                <a:off x="23736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h3695"/>
              <p:cNvSpPr/>
              <p:nvPr/>
            </p:nvSpPr>
            <p:spPr>
              <a:xfrm>
                <a:off x="23829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h3696"/>
              <p:cNvSpPr/>
              <p:nvPr/>
            </p:nvSpPr>
            <p:spPr>
              <a:xfrm>
                <a:off x="239219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h3697"/>
              <p:cNvSpPr/>
              <p:nvPr/>
            </p:nvSpPr>
            <p:spPr>
              <a:xfrm>
                <a:off x="24014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h3698"/>
              <p:cNvSpPr/>
              <p:nvPr/>
            </p:nvSpPr>
            <p:spPr>
              <a:xfrm>
                <a:off x="24107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h3699"/>
              <p:cNvSpPr/>
              <p:nvPr/>
            </p:nvSpPr>
            <p:spPr>
              <a:xfrm>
                <a:off x="24199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h3700"/>
              <p:cNvSpPr/>
              <p:nvPr/>
            </p:nvSpPr>
            <p:spPr>
              <a:xfrm>
                <a:off x="24292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h3701"/>
              <p:cNvSpPr/>
              <p:nvPr/>
            </p:nvSpPr>
            <p:spPr>
              <a:xfrm>
                <a:off x="243850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h3702"/>
              <p:cNvSpPr/>
              <p:nvPr/>
            </p:nvSpPr>
            <p:spPr>
              <a:xfrm>
                <a:off x="24477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h3703"/>
              <p:cNvSpPr/>
              <p:nvPr/>
            </p:nvSpPr>
            <p:spPr>
              <a:xfrm>
                <a:off x="24570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h3704"/>
              <p:cNvSpPr/>
              <p:nvPr/>
            </p:nvSpPr>
            <p:spPr>
              <a:xfrm>
                <a:off x="24662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h3705"/>
              <p:cNvSpPr/>
              <p:nvPr/>
            </p:nvSpPr>
            <p:spPr>
              <a:xfrm>
                <a:off x="247555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h3706"/>
              <p:cNvSpPr/>
              <p:nvPr/>
            </p:nvSpPr>
            <p:spPr>
              <a:xfrm>
                <a:off x="24848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h3707"/>
              <p:cNvSpPr/>
              <p:nvPr/>
            </p:nvSpPr>
            <p:spPr>
              <a:xfrm>
                <a:off x="24940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h3708"/>
              <p:cNvSpPr/>
              <p:nvPr/>
            </p:nvSpPr>
            <p:spPr>
              <a:xfrm>
                <a:off x="25033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h3709"/>
              <p:cNvSpPr/>
              <p:nvPr/>
            </p:nvSpPr>
            <p:spPr>
              <a:xfrm>
                <a:off x="25126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h3710"/>
              <p:cNvSpPr/>
              <p:nvPr/>
            </p:nvSpPr>
            <p:spPr>
              <a:xfrm>
                <a:off x="252186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h3711"/>
              <p:cNvSpPr/>
              <p:nvPr/>
            </p:nvSpPr>
            <p:spPr>
              <a:xfrm>
                <a:off x="253112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h3712"/>
              <p:cNvSpPr/>
              <p:nvPr/>
            </p:nvSpPr>
            <p:spPr>
              <a:xfrm>
                <a:off x="254039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h3713"/>
              <p:cNvSpPr/>
              <p:nvPr/>
            </p:nvSpPr>
            <p:spPr>
              <a:xfrm>
                <a:off x="254965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h3714"/>
              <p:cNvSpPr/>
              <p:nvPr/>
            </p:nvSpPr>
            <p:spPr>
              <a:xfrm>
                <a:off x="2568177" y="1998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133" y="897161"/>
                    </a:lnTo>
                    <a:lnTo>
                      <a:pt x="912618" y="902065"/>
                    </a:lnTo>
                    <a:lnTo>
                      <a:pt x="914400" y="904263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h3715"/>
              <p:cNvSpPr/>
              <p:nvPr/>
            </p:nvSpPr>
            <p:spPr>
              <a:xfrm>
                <a:off x="2568177" y="1998687"/>
                <a:ext cx="9220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4" h="914400">
                    <a:moveTo>
                      <a:pt x="914400" y="914400"/>
                    </a:moveTo>
                    <a:lnTo>
                      <a:pt x="914400" y="904263"/>
                    </a:lnTo>
                    <a:lnTo>
                      <a:pt x="917642" y="908264"/>
                    </a:lnTo>
                    <a:lnTo>
                      <a:pt x="922074" y="914400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h3716"/>
              <p:cNvSpPr/>
              <p:nvPr/>
            </p:nvSpPr>
            <p:spPr>
              <a:xfrm>
                <a:off x="3123910" y="19814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02" y="931638"/>
                    </a:lnTo>
                    <a:lnTo>
                      <a:pt x="910135" y="929860"/>
                    </a:lnTo>
                    <a:lnTo>
                      <a:pt x="910649" y="918918"/>
                    </a:lnTo>
                    <a:lnTo>
                      <a:pt x="910992" y="914400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h3717"/>
              <p:cNvSpPr/>
              <p:nvPr/>
            </p:nvSpPr>
            <p:spPr>
              <a:xfrm>
                <a:off x="31239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h3718"/>
              <p:cNvSpPr/>
              <p:nvPr/>
            </p:nvSpPr>
            <p:spPr>
              <a:xfrm>
                <a:off x="31331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h3719"/>
              <p:cNvSpPr/>
              <p:nvPr/>
            </p:nvSpPr>
            <p:spPr>
              <a:xfrm>
                <a:off x="314243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h3720"/>
              <p:cNvSpPr/>
              <p:nvPr/>
            </p:nvSpPr>
            <p:spPr>
              <a:xfrm>
                <a:off x="31516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h3721"/>
              <p:cNvSpPr/>
              <p:nvPr/>
            </p:nvSpPr>
            <p:spPr>
              <a:xfrm>
                <a:off x="31609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h3722"/>
              <p:cNvSpPr/>
              <p:nvPr/>
            </p:nvSpPr>
            <p:spPr>
              <a:xfrm>
                <a:off x="31702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h3723"/>
              <p:cNvSpPr/>
              <p:nvPr/>
            </p:nvSpPr>
            <p:spPr>
              <a:xfrm>
                <a:off x="31794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h3724"/>
              <p:cNvSpPr/>
              <p:nvPr/>
            </p:nvSpPr>
            <p:spPr>
              <a:xfrm>
                <a:off x="318874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h3725"/>
              <p:cNvSpPr/>
              <p:nvPr/>
            </p:nvSpPr>
            <p:spPr>
              <a:xfrm>
                <a:off x="31980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7">
                  <a:alpha val="100000"/>
                </a:srgbClr>
              </a:solidFill>
              <a:ln w="5420" cap="flat">
                <a:solidFill>
                  <a:srgbClr val="FEDB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h3726"/>
              <p:cNvSpPr/>
              <p:nvPr/>
            </p:nvSpPr>
            <p:spPr>
              <a:xfrm>
                <a:off x="32072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h3727"/>
              <p:cNvSpPr/>
              <p:nvPr/>
            </p:nvSpPr>
            <p:spPr>
              <a:xfrm>
                <a:off x="32165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h3728"/>
              <p:cNvSpPr/>
              <p:nvPr/>
            </p:nvSpPr>
            <p:spPr>
              <a:xfrm>
                <a:off x="322579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h3729"/>
              <p:cNvSpPr/>
              <p:nvPr/>
            </p:nvSpPr>
            <p:spPr>
              <a:xfrm>
                <a:off x="32350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h3730"/>
              <p:cNvSpPr/>
              <p:nvPr/>
            </p:nvSpPr>
            <p:spPr>
              <a:xfrm>
                <a:off x="32443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h3731"/>
              <p:cNvSpPr/>
              <p:nvPr/>
            </p:nvSpPr>
            <p:spPr>
              <a:xfrm>
                <a:off x="32535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h3732"/>
              <p:cNvSpPr/>
              <p:nvPr/>
            </p:nvSpPr>
            <p:spPr>
              <a:xfrm>
                <a:off x="32628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h3733"/>
              <p:cNvSpPr/>
              <p:nvPr/>
            </p:nvSpPr>
            <p:spPr>
              <a:xfrm>
                <a:off x="327210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h3734"/>
              <p:cNvSpPr/>
              <p:nvPr/>
            </p:nvSpPr>
            <p:spPr>
              <a:xfrm>
                <a:off x="32813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h3735"/>
              <p:cNvSpPr/>
              <p:nvPr/>
            </p:nvSpPr>
            <p:spPr>
              <a:xfrm>
                <a:off x="32906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h3736"/>
              <p:cNvSpPr/>
              <p:nvPr/>
            </p:nvSpPr>
            <p:spPr>
              <a:xfrm>
                <a:off x="32998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h3737"/>
              <p:cNvSpPr/>
              <p:nvPr/>
            </p:nvSpPr>
            <p:spPr>
              <a:xfrm>
                <a:off x="330915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h3738"/>
              <p:cNvSpPr/>
              <p:nvPr/>
            </p:nvSpPr>
            <p:spPr>
              <a:xfrm>
                <a:off x="33184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h3739"/>
              <p:cNvSpPr/>
              <p:nvPr/>
            </p:nvSpPr>
            <p:spPr>
              <a:xfrm>
                <a:off x="33276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h3740"/>
              <p:cNvSpPr/>
              <p:nvPr/>
            </p:nvSpPr>
            <p:spPr>
              <a:xfrm>
                <a:off x="33369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h3741"/>
              <p:cNvSpPr/>
              <p:nvPr/>
            </p:nvSpPr>
            <p:spPr>
              <a:xfrm>
                <a:off x="33462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h3742"/>
              <p:cNvSpPr/>
              <p:nvPr/>
            </p:nvSpPr>
            <p:spPr>
              <a:xfrm>
                <a:off x="335546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h3743"/>
              <p:cNvSpPr/>
              <p:nvPr/>
            </p:nvSpPr>
            <p:spPr>
              <a:xfrm>
                <a:off x="3364728" y="1998687"/>
                <a:ext cx="9202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28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284" y="897161"/>
                    </a:lnTo>
                    <a:lnTo>
                      <a:pt x="919257" y="904113"/>
                    </a:lnTo>
                    <a:lnTo>
                      <a:pt x="918764" y="907138"/>
                    </a:lnTo>
                    <a:lnTo>
                      <a:pt x="918272" y="910150"/>
                    </a:lnTo>
                    <a:lnTo>
                      <a:pt x="917781" y="913162"/>
                    </a:lnTo>
                    <a:lnTo>
                      <a:pt x="917579" y="914400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h3744"/>
              <p:cNvSpPr/>
              <p:nvPr/>
            </p:nvSpPr>
            <p:spPr>
              <a:xfrm>
                <a:off x="2262523" y="1964210"/>
                <a:ext cx="914400" cy="92541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14">
                    <a:moveTo>
                      <a:pt x="914400" y="914400"/>
                    </a:moveTo>
                    <a:lnTo>
                      <a:pt x="914400" y="925414"/>
                    </a:lnTo>
                    <a:lnTo>
                      <a:pt x="911799" y="918559"/>
                    </a:lnTo>
                    <a:lnTo>
                      <a:pt x="910388" y="914400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h3745"/>
              <p:cNvSpPr/>
              <p:nvPr/>
            </p:nvSpPr>
            <p:spPr>
              <a:xfrm>
                <a:off x="226252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49" y="931638"/>
                    </a:lnTo>
                    <a:lnTo>
                      <a:pt x="915107" y="927279"/>
                    </a:lnTo>
                    <a:lnTo>
                      <a:pt x="914400" y="925414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h3746"/>
              <p:cNvSpPr/>
              <p:nvPr/>
            </p:nvSpPr>
            <p:spPr>
              <a:xfrm>
                <a:off x="227178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h3747"/>
              <p:cNvSpPr/>
              <p:nvPr/>
            </p:nvSpPr>
            <p:spPr>
              <a:xfrm>
                <a:off x="228104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h3748"/>
              <p:cNvSpPr/>
              <p:nvPr/>
            </p:nvSpPr>
            <p:spPr>
              <a:xfrm>
                <a:off x="22903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h3749"/>
              <p:cNvSpPr/>
              <p:nvPr/>
            </p:nvSpPr>
            <p:spPr>
              <a:xfrm>
                <a:off x="22995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h3750"/>
              <p:cNvSpPr/>
              <p:nvPr/>
            </p:nvSpPr>
            <p:spPr>
              <a:xfrm>
                <a:off x="230883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h3751"/>
              <p:cNvSpPr/>
              <p:nvPr/>
            </p:nvSpPr>
            <p:spPr>
              <a:xfrm>
                <a:off x="23180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h3752"/>
              <p:cNvSpPr/>
              <p:nvPr/>
            </p:nvSpPr>
            <p:spPr>
              <a:xfrm>
                <a:off x="23273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h3753"/>
              <p:cNvSpPr/>
              <p:nvPr/>
            </p:nvSpPr>
            <p:spPr>
              <a:xfrm>
                <a:off x="23366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h3754"/>
              <p:cNvSpPr/>
              <p:nvPr/>
            </p:nvSpPr>
            <p:spPr>
              <a:xfrm>
                <a:off x="23458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h3755"/>
              <p:cNvSpPr/>
              <p:nvPr/>
            </p:nvSpPr>
            <p:spPr>
              <a:xfrm>
                <a:off x="235514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h3756"/>
              <p:cNvSpPr/>
              <p:nvPr/>
            </p:nvSpPr>
            <p:spPr>
              <a:xfrm>
                <a:off x="23644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h3757"/>
              <p:cNvSpPr/>
              <p:nvPr/>
            </p:nvSpPr>
            <p:spPr>
              <a:xfrm>
                <a:off x="23736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h3758"/>
              <p:cNvSpPr/>
              <p:nvPr/>
            </p:nvSpPr>
            <p:spPr>
              <a:xfrm>
                <a:off x="23829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h3759"/>
              <p:cNvSpPr/>
              <p:nvPr/>
            </p:nvSpPr>
            <p:spPr>
              <a:xfrm>
                <a:off x="239219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h3760"/>
              <p:cNvSpPr/>
              <p:nvPr/>
            </p:nvSpPr>
            <p:spPr>
              <a:xfrm>
                <a:off x="24014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h3761"/>
              <p:cNvSpPr/>
              <p:nvPr/>
            </p:nvSpPr>
            <p:spPr>
              <a:xfrm>
                <a:off x="24107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h3762"/>
              <p:cNvSpPr/>
              <p:nvPr/>
            </p:nvSpPr>
            <p:spPr>
              <a:xfrm>
                <a:off x="24199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h3763"/>
              <p:cNvSpPr/>
              <p:nvPr/>
            </p:nvSpPr>
            <p:spPr>
              <a:xfrm>
                <a:off x="24292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h3764"/>
              <p:cNvSpPr/>
              <p:nvPr/>
            </p:nvSpPr>
            <p:spPr>
              <a:xfrm>
                <a:off x="243850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h3765"/>
              <p:cNvSpPr/>
              <p:nvPr/>
            </p:nvSpPr>
            <p:spPr>
              <a:xfrm>
                <a:off x="24477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h3766"/>
              <p:cNvSpPr/>
              <p:nvPr/>
            </p:nvSpPr>
            <p:spPr>
              <a:xfrm>
                <a:off x="24570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h3767"/>
              <p:cNvSpPr/>
              <p:nvPr/>
            </p:nvSpPr>
            <p:spPr>
              <a:xfrm>
                <a:off x="24662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h3768"/>
              <p:cNvSpPr/>
              <p:nvPr/>
            </p:nvSpPr>
            <p:spPr>
              <a:xfrm>
                <a:off x="247555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h3769"/>
              <p:cNvSpPr/>
              <p:nvPr/>
            </p:nvSpPr>
            <p:spPr>
              <a:xfrm>
                <a:off x="24848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h3770"/>
              <p:cNvSpPr/>
              <p:nvPr/>
            </p:nvSpPr>
            <p:spPr>
              <a:xfrm>
                <a:off x="24940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h3771"/>
              <p:cNvSpPr/>
              <p:nvPr/>
            </p:nvSpPr>
            <p:spPr>
              <a:xfrm>
                <a:off x="25033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h3772"/>
              <p:cNvSpPr/>
              <p:nvPr/>
            </p:nvSpPr>
            <p:spPr>
              <a:xfrm>
                <a:off x="25126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h3773"/>
              <p:cNvSpPr/>
              <p:nvPr/>
            </p:nvSpPr>
            <p:spPr>
              <a:xfrm>
                <a:off x="252186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h3774"/>
              <p:cNvSpPr/>
              <p:nvPr/>
            </p:nvSpPr>
            <p:spPr>
              <a:xfrm>
                <a:off x="253112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h3775"/>
              <p:cNvSpPr/>
              <p:nvPr/>
            </p:nvSpPr>
            <p:spPr>
              <a:xfrm>
                <a:off x="2549652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899671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h3776"/>
              <p:cNvSpPr/>
              <p:nvPr/>
            </p:nvSpPr>
            <p:spPr>
              <a:xfrm>
                <a:off x="2558914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71"/>
                    </a:lnTo>
                    <a:lnTo>
                      <a:pt x="906977" y="903668"/>
                    </a:lnTo>
                    <a:lnTo>
                      <a:pt x="907198" y="903894"/>
                    </a:lnTo>
                    <a:lnTo>
                      <a:pt x="907419" y="904121"/>
                    </a:lnTo>
                    <a:lnTo>
                      <a:pt x="907639" y="904347"/>
                    </a:lnTo>
                    <a:lnTo>
                      <a:pt x="907860" y="904573"/>
                    </a:lnTo>
                    <a:lnTo>
                      <a:pt x="908081" y="904799"/>
                    </a:lnTo>
                    <a:lnTo>
                      <a:pt x="908301" y="905025"/>
                    </a:lnTo>
                    <a:lnTo>
                      <a:pt x="908522" y="905251"/>
                    </a:lnTo>
                    <a:lnTo>
                      <a:pt x="908743" y="905477"/>
                    </a:lnTo>
                    <a:lnTo>
                      <a:pt x="908964" y="905703"/>
                    </a:lnTo>
                    <a:lnTo>
                      <a:pt x="909184" y="905930"/>
                    </a:lnTo>
                    <a:lnTo>
                      <a:pt x="909405" y="906156"/>
                    </a:lnTo>
                    <a:lnTo>
                      <a:pt x="909626" y="906382"/>
                    </a:lnTo>
                    <a:lnTo>
                      <a:pt x="909846" y="906608"/>
                    </a:lnTo>
                    <a:lnTo>
                      <a:pt x="910067" y="906834"/>
                    </a:lnTo>
                    <a:lnTo>
                      <a:pt x="910288" y="907060"/>
                    </a:lnTo>
                    <a:lnTo>
                      <a:pt x="910508" y="907287"/>
                    </a:lnTo>
                    <a:lnTo>
                      <a:pt x="910729" y="907513"/>
                    </a:lnTo>
                    <a:lnTo>
                      <a:pt x="910950" y="907739"/>
                    </a:lnTo>
                    <a:lnTo>
                      <a:pt x="911170" y="907965"/>
                    </a:lnTo>
                    <a:lnTo>
                      <a:pt x="911391" y="908191"/>
                    </a:lnTo>
                    <a:lnTo>
                      <a:pt x="911611" y="908417"/>
                    </a:lnTo>
                    <a:lnTo>
                      <a:pt x="911832" y="908644"/>
                    </a:lnTo>
                    <a:lnTo>
                      <a:pt x="912053" y="908870"/>
                    </a:lnTo>
                    <a:lnTo>
                      <a:pt x="912273" y="909096"/>
                    </a:lnTo>
                    <a:lnTo>
                      <a:pt x="912494" y="909322"/>
                    </a:lnTo>
                    <a:lnTo>
                      <a:pt x="912714" y="909548"/>
                    </a:lnTo>
                    <a:lnTo>
                      <a:pt x="912935" y="909775"/>
                    </a:lnTo>
                    <a:lnTo>
                      <a:pt x="913155" y="910001"/>
                    </a:lnTo>
                    <a:lnTo>
                      <a:pt x="913376" y="910227"/>
                    </a:lnTo>
                    <a:lnTo>
                      <a:pt x="913596" y="910453"/>
                    </a:lnTo>
                    <a:lnTo>
                      <a:pt x="913817" y="910680"/>
                    </a:lnTo>
                    <a:lnTo>
                      <a:pt x="914037" y="910906"/>
                    </a:lnTo>
                    <a:lnTo>
                      <a:pt x="914258" y="911132"/>
                    </a:lnTo>
                    <a:lnTo>
                      <a:pt x="914400" y="911277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h3777"/>
              <p:cNvSpPr/>
              <p:nvPr/>
            </p:nvSpPr>
            <p:spPr>
              <a:xfrm>
                <a:off x="2558914" y="1981448"/>
                <a:ext cx="9173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95" h="914400">
                    <a:moveTo>
                      <a:pt x="914400" y="914400"/>
                    </a:moveTo>
                    <a:lnTo>
                      <a:pt x="914479" y="911358"/>
                    </a:lnTo>
                    <a:lnTo>
                      <a:pt x="914699" y="911584"/>
                    </a:lnTo>
                    <a:lnTo>
                      <a:pt x="914919" y="911811"/>
                    </a:lnTo>
                    <a:lnTo>
                      <a:pt x="915140" y="912037"/>
                    </a:lnTo>
                    <a:lnTo>
                      <a:pt x="915360" y="912263"/>
                    </a:lnTo>
                    <a:lnTo>
                      <a:pt x="915581" y="912489"/>
                    </a:lnTo>
                    <a:lnTo>
                      <a:pt x="915801" y="912716"/>
                    </a:lnTo>
                    <a:lnTo>
                      <a:pt x="916022" y="912942"/>
                    </a:lnTo>
                    <a:lnTo>
                      <a:pt x="916242" y="913168"/>
                    </a:lnTo>
                    <a:lnTo>
                      <a:pt x="916463" y="913395"/>
                    </a:lnTo>
                    <a:lnTo>
                      <a:pt x="916683" y="913621"/>
                    </a:lnTo>
                    <a:lnTo>
                      <a:pt x="917395" y="914400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h3778"/>
              <p:cNvSpPr/>
              <p:nvPr/>
            </p:nvSpPr>
            <p:spPr>
              <a:xfrm>
                <a:off x="3123910" y="19642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992" y="931638"/>
                    </a:lnTo>
                    <a:lnTo>
                      <a:pt x="911475" y="925280"/>
                    </a:lnTo>
                    <a:lnTo>
                      <a:pt x="912624" y="914400"/>
                    </a:lnTo>
                    <a:close/>
                  </a:path>
                </a:pathLst>
              </a:custGeom>
              <a:solidFill>
                <a:srgbClr val="FEDE89">
                  <a:alpha val="100000"/>
                </a:srgbClr>
              </a:solidFill>
              <a:ln w="5420" cap="flat">
                <a:solidFill>
                  <a:srgbClr val="FED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h3779"/>
              <p:cNvSpPr/>
              <p:nvPr/>
            </p:nvSpPr>
            <p:spPr>
              <a:xfrm>
                <a:off x="31239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h3780"/>
              <p:cNvSpPr/>
              <p:nvPr/>
            </p:nvSpPr>
            <p:spPr>
              <a:xfrm>
                <a:off x="31331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h3781"/>
              <p:cNvSpPr/>
              <p:nvPr/>
            </p:nvSpPr>
            <p:spPr>
              <a:xfrm>
                <a:off x="314243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h3782"/>
              <p:cNvSpPr/>
              <p:nvPr/>
            </p:nvSpPr>
            <p:spPr>
              <a:xfrm>
                <a:off x="31516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h3783"/>
              <p:cNvSpPr/>
              <p:nvPr/>
            </p:nvSpPr>
            <p:spPr>
              <a:xfrm>
                <a:off x="31609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h3784"/>
              <p:cNvSpPr/>
              <p:nvPr/>
            </p:nvSpPr>
            <p:spPr>
              <a:xfrm>
                <a:off x="31702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h3785"/>
              <p:cNvSpPr/>
              <p:nvPr/>
            </p:nvSpPr>
            <p:spPr>
              <a:xfrm>
                <a:off x="31794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h3786"/>
              <p:cNvSpPr/>
              <p:nvPr/>
            </p:nvSpPr>
            <p:spPr>
              <a:xfrm>
                <a:off x="318874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h3787"/>
              <p:cNvSpPr/>
              <p:nvPr/>
            </p:nvSpPr>
            <p:spPr>
              <a:xfrm>
                <a:off x="31980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h3788"/>
              <p:cNvSpPr/>
              <p:nvPr/>
            </p:nvSpPr>
            <p:spPr>
              <a:xfrm>
                <a:off x="32072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4">
                  <a:alpha val="100000"/>
                </a:srgbClr>
              </a:solidFill>
              <a:ln w="5420" cap="flat">
                <a:solidFill>
                  <a:srgbClr val="FFD4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h3789"/>
              <p:cNvSpPr/>
              <p:nvPr/>
            </p:nvSpPr>
            <p:spPr>
              <a:xfrm>
                <a:off x="32165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h3790"/>
              <p:cNvSpPr/>
              <p:nvPr/>
            </p:nvSpPr>
            <p:spPr>
              <a:xfrm>
                <a:off x="322579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h3791"/>
              <p:cNvSpPr/>
              <p:nvPr/>
            </p:nvSpPr>
            <p:spPr>
              <a:xfrm>
                <a:off x="32350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h3792"/>
              <p:cNvSpPr/>
              <p:nvPr/>
            </p:nvSpPr>
            <p:spPr>
              <a:xfrm>
                <a:off x="32443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h3793"/>
              <p:cNvSpPr/>
              <p:nvPr/>
            </p:nvSpPr>
            <p:spPr>
              <a:xfrm>
                <a:off x="32535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h3794"/>
              <p:cNvSpPr/>
              <p:nvPr/>
            </p:nvSpPr>
            <p:spPr>
              <a:xfrm>
                <a:off x="32628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h3795"/>
              <p:cNvSpPr/>
              <p:nvPr/>
            </p:nvSpPr>
            <p:spPr>
              <a:xfrm>
                <a:off x="327210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h3796"/>
              <p:cNvSpPr/>
              <p:nvPr/>
            </p:nvSpPr>
            <p:spPr>
              <a:xfrm>
                <a:off x="32813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h3797"/>
              <p:cNvSpPr/>
              <p:nvPr/>
            </p:nvSpPr>
            <p:spPr>
              <a:xfrm>
                <a:off x="32906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h3798"/>
              <p:cNvSpPr/>
              <p:nvPr/>
            </p:nvSpPr>
            <p:spPr>
              <a:xfrm>
                <a:off x="32998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h3799"/>
              <p:cNvSpPr/>
              <p:nvPr/>
            </p:nvSpPr>
            <p:spPr>
              <a:xfrm>
                <a:off x="330915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h3800"/>
              <p:cNvSpPr/>
              <p:nvPr/>
            </p:nvSpPr>
            <p:spPr>
              <a:xfrm>
                <a:off x="33184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h3801"/>
              <p:cNvSpPr/>
              <p:nvPr/>
            </p:nvSpPr>
            <p:spPr>
              <a:xfrm>
                <a:off x="33276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h3802"/>
              <p:cNvSpPr/>
              <p:nvPr/>
            </p:nvSpPr>
            <p:spPr>
              <a:xfrm>
                <a:off x="33369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h3803"/>
              <p:cNvSpPr/>
              <p:nvPr/>
            </p:nvSpPr>
            <p:spPr>
              <a:xfrm>
                <a:off x="33462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h3804"/>
              <p:cNvSpPr/>
              <p:nvPr/>
            </p:nvSpPr>
            <p:spPr>
              <a:xfrm>
                <a:off x="335546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h3805"/>
              <p:cNvSpPr/>
              <p:nvPr/>
            </p:nvSpPr>
            <p:spPr>
              <a:xfrm>
                <a:off x="3364728" y="1981448"/>
                <a:ext cx="9223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33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337" y="897161"/>
                    </a:lnTo>
                    <a:lnTo>
                      <a:pt x="922096" y="899909"/>
                    </a:lnTo>
                    <a:lnTo>
                      <a:pt x="920831" y="910701"/>
                    </a:lnTo>
                    <a:lnTo>
                      <a:pt x="920284" y="914400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h3806"/>
              <p:cNvSpPr/>
              <p:nvPr/>
            </p:nvSpPr>
            <p:spPr>
              <a:xfrm>
                <a:off x="225326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50" y="931638"/>
                    </a:lnTo>
                    <a:lnTo>
                      <a:pt x="917998" y="926770"/>
                    </a:lnTo>
                    <a:lnTo>
                      <a:pt x="915190" y="917462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h3807"/>
              <p:cNvSpPr/>
              <p:nvPr/>
            </p:nvSpPr>
            <p:spPr>
              <a:xfrm>
                <a:off x="226252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h3808"/>
              <p:cNvSpPr/>
              <p:nvPr/>
            </p:nvSpPr>
            <p:spPr>
              <a:xfrm>
                <a:off x="227178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h3809"/>
              <p:cNvSpPr/>
              <p:nvPr/>
            </p:nvSpPr>
            <p:spPr>
              <a:xfrm>
                <a:off x="228104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h3810"/>
              <p:cNvSpPr/>
              <p:nvPr/>
            </p:nvSpPr>
            <p:spPr>
              <a:xfrm>
                <a:off x="229031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h3811"/>
              <p:cNvSpPr/>
              <p:nvPr/>
            </p:nvSpPr>
            <p:spPr>
              <a:xfrm>
                <a:off x="22995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h3812"/>
              <p:cNvSpPr/>
              <p:nvPr/>
            </p:nvSpPr>
            <p:spPr>
              <a:xfrm>
                <a:off x="230883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h3813"/>
              <p:cNvSpPr/>
              <p:nvPr/>
            </p:nvSpPr>
            <p:spPr>
              <a:xfrm>
                <a:off x="23180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h3814"/>
              <p:cNvSpPr/>
              <p:nvPr/>
            </p:nvSpPr>
            <p:spPr>
              <a:xfrm>
                <a:off x="23273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h3815"/>
              <p:cNvSpPr/>
              <p:nvPr/>
            </p:nvSpPr>
            <p:spPr>
              <a:xfrm>
                <a:off x="23366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h3816"/>
              <p:cNvSpPr/>
              <p:nvPr/>
            </p:nvSpPr>
            <p:spPr>
              <a:xfrm>
                <a:off x="23458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h3817"/>
              <p:cNvSpPr/>
              <p:nvPr/>
            </p:nvSpPr>
            <p:spPr>
              <a:xfrm>
                <a:off x="235514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h3818"/>
              <p:cNvSpPr/>
              <p:nvPr/>
            </p:nvSpPr>
            <p:spPr>
              <a:xfrm>
                <a:off x="23644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h3819"/>
              <p:cNvSpPr/>
              <p:nvPr/>
            </p:nvSpPr>
            <p:spPr>
              <a:xfrm>
                <a:off x="23736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h3820"/>
              <p:cNvSpPr/>
              <p:nvPr/>
            </p:nvSpPr>
            <p:spPr>
              <a:xfrm>
                <a:off x="23829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h3821"/>
              <p:cNvSpPr/>
              <p:nvPr/>
            </p:nvSpPr>
            <p:spPr>
              <a:xfrm>
                <a:off x="239219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h3822"/>
              <p:cNvSpPr/>
              <p:nvPr/>
            </p:nvSpPr>
            <p:spPr>
              <a:xfrm>
                <a:off x="24014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h3823"/>
              <p:cNvSpPr/>
              <p:nvPr/>
            </p:nvSpPr>
            <p:spPr>
              <a:xfrm>
                <a:off x="24107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h3824"/>
              <p:cNvSpPr/>
              <p:nvPr/>
            </p:nvSpPr>
            <p:spPr>
              <a:xfrm>
                <a:off x="24199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h3825"/>
              <p:cNvSpPr/>
              <p:nvPr/>
            </p:nvSpPr>
            <p:spPr>
              <a:xfrm>
                <a:off x="24292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h3826"/>
              <p:cNvSpPr/>
              <p:nvPr/>
            </p:nvSpPr>
            <p:spPr>
              <a:xfrm>
                <a:off x="243850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h3827"/>
              <p:cNvSpPr/>
              <p:nvPr/>
            </p:nvSpPr>
            <p:spPr>
              <a:xfrm>
                <a:off x="24477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h3828"/>
              <p:cNvSpPr/>
              <p:nvPr/>
            </p:nvSpPr>
            <p:spPr>
              <a:xfrm>
                <a:off x="24570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h3829"/>
              <p:cNvSpPr/>
              <p:nvPr/>
            </p:nvSpPr>
            <p:spPr>
              <a:xfrm>
                <a:off x="24662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h3830"/>
              <p:cNvSpPr/>
              <p:nvPr/>
            </p:nvSpPr>
            <p:spPr>
              <a:xfrm>
                <a:off x="247555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h3831"/>
              <p:cNvSpPr/>
              <p:nvPr/>
            </p:nvSpPr>
            <p:spPr>
              <a:xfrm>
                <a:off x="24848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h3832"/>
              <p:cNvSpPr/>
              <p:nvPr/>
            </p:nvSpPr>
            <p:spPr>
              <a:xfrm>
                <a:off x="24940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h3833"/>
              <p:cNvSpPr/>
              <p:nvPr/>
            </p:nvSpPr>
            <p:spPr>
              <a:xfrm>
                <a:off x="25033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h3834"/>
              <p:cNvSpPr/>
              <p:nvPr/>
            </p:nvSpPr>
            <p:spPr>
              <a:xfrm>
                <a:off x="25126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h3835"/>
              <p:cNvSpPr/>
              <p:nvPr/>
            </p:nvSpPr>
            <p:spPr>
              <a:xfrm>
                <a:off x="252186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h3836"/>
              <p:cNvSpPr/>
              <p:nvPr/>
            </p:nvSpPr>
            <p:spPr>
              <a:xfrm>
                <a:off x="253112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h3837"/>
              <p:cNvSpPr/>
              <p:nvPr/>
            </p:nvSpPr>
            <p:spPr>
              <a:xfrm>
                <a:off x="2540390" y="1964210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37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h3838"/>
              <p:cNvSpPr/>
              <p:nvPr/>
            </p:nvSpPr>
            <p:spPr>
              <a:xfrm>
                <a:off x="3123910" y="1964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624" y="914400"/>
                    </a:lnTo>
                    <a:lnTo>
                      <a:pt x="914051" y="903848"/>
                    </a:lnTo>
                    <a:lnTo>
                      <a:pt x="914400" y="901752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h3839"/>
              <p:cNvSpPr/>
              <p:nvPr/>
            </p:nvSpPr>
            <p:spPr>
              <a:xfrm>
                <a:off x="3133172" y="19469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991"/>
                    </a:lnTo>
                    <a:lnTo>
                      <a:pt x="905900" y="914400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h3840"/>
              <p:cNvSpPr/>
              <p:nvPr/>
            </p:nvSpPr>
            <p:spPr>
              <a:xfrm>
                <a:off x="31331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h3841"/>
              <p:cNvSpPr/>
              <p:nvPr/>
            </p:nvSpPr>
            <p:spPr>
              <a:xfrm>
                <a:off x="314243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h3842"/>
              <p:cNvSpPr/>
              <p:nvPr/>
            </p:nvSpPr>
            <p:spPr>
              <a:xfrm>
                <a:off x="31516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h3843"/>
              <p:cNvSpPr/>
              <p:nvPr/>
            </p:nvSpPr>
            <p:spPr>
              <a:xfrm>
                <a:off x="31609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h3844"/>
              <p:cNvSpPr/>
              <p:nvPr/>
            </p:nvSpPr>
            <p:spPr>
              <a:xfrm>
                <a:off x="31702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h3845"/>
              <p:cNvSpPr/>
              <p:nvPr/>
            </p:nvSpPr>
            <p:spPr>
              <a:xfrm>
                <a:off x="31794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h3846"/>
              <p:cNvSpPr/>
              <p:nvPr/>
            </p:nvSpPr>
            <p:spPr>
              <a:xfrm>
                <a:off x="318874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h3847"/>
              <p:cNvSpPr/>
              <p:nvPr/>
            </p:nvSpPr>
            <p:spPr>
              <a:xfrm>
                <a:off x="31980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h3848"/>
              <p:cNvSpPr/>
              <p:nvPr/>
            </p:nvSpPr>
            <p:spPr>
              <a:xfrm>
                <a:off x="32072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h3849"/>
              <p:cNvSpPr/>
              <p:nvPr/>
            </p:nvSpPr>
            <p:spPr>
              <a:xfrm>
                <a:off x="32165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h3850"/>
              <p:cNvSpPr/>
              <p:nvPr/>
            </p:nvSpPr>
            <p:spPr>
              <a:xfrm>
                <a:off x="322579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h3851"/>
              <p:cNvSpPr/>
              <p:nvPr/>
            </p:nvSpPr>
            <p:spPr>
              <a:xfrm>
                <a:off x="32350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h3852"/>
              <p:cNvSpPr/>
              <p:nvPr/>
            </p:nvSpPr>
            <p:spPr>
              <a:xfrm>
                <a:off x="32443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h3853"/>
              <p:cNvSpPr/>
              <p:nvPr/>
            </p:nvSpPr>
            <p:spPr>
              <a:xfrm>
                <a:off x="32535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h3854"/>
              <p:cNvSpPr/>
              <p:nvPr/>
            </p:nvSpPr>
            <p:spPr>
              <a:xfrm>
                <a:off x="32628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h3855"/>
              <p:cNvSpPr/>
              <p:nvPr/>
            </p:nvSpPr>
            <p:spPr>
              <a:xfrm>
                <a:off x="327210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h3856"/>
              <p:cNvSpPr/>
              <p:nvPr/>
            </p:nvSpPr>
            <p:spPr>
              <a:xfrm>
                <a:off x="32813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h3857"/>
              <p:cNvSpPr/>
              <p:nvPr/>
            </p:nvSpPr>
            <p:spPr>
              <a:xfrm>
                <a:off x="32906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h3858"/>
              <p:cNvSpPr/>
              <p:nvPr/>
            </p:nvSpPr>
            <p:spPr>
              <a:xfrm>
                <a:off x="32998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h3859"/>
              <p:cNvSpPr/>
              <p:nvPr/>
            </p:nvSpPr>
            <p:spPr>
              <a:xfrm>
                <a:off x="330915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h3860"/>
              <p:cNvSpPr/>
              <p:nvPr/>
            </p:nvSpPr>
            <p:spPr>
              <a:xfrm>
                <a:off x="33184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h3861"/>
              <p:cNvSpPr/>
              <p:nvPr/>
            </p:nvSpPr>
            <p:spPr>
              <a:xfrm>
                <a:off x="33276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h3862"/>
              <p:cNvSpPr/>
              <p:nvPr/>
            </p:nvSpPr>
            <p:spPr>
              <a:xfrm>
                <a:off x="33369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h3863"/>
              <p:cNvSpPr/>
              <p:nvPr/>
            </p:nvSpPr>
            <p:spPr>
              <a:xfrm>
                <a:off x="33462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h3864"/>
              <p:cNvSpPr/>
              <p:nvPr/>
            </p:nvSpPr>
            <p:spPr>
              <a:xfrm>
                <a:off x="335546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h3865"/>
              <p:cNvSpPr/>
              <p:nvPr/>
            </p:nvSpPr>
            <p:spPr>
              <a:xfrm>
                <a:off x="3364728" y="1964210"/>
                <a:ext cx="9235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8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580" y="897161"/>
                    </a:lnTo>
                    <a:lnTo>
                      <a:pt x="923050" y="906245"/>
                    </a:lnTo>
                    <a:lnTo>
                      <a:pt x="922337" y="914400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h3866"/>
              <p:cNvSpPr/>
              <p:nvPr/>
            </p:nvSpPr>
            <p:spPr>
              <a:xfrm>
                <a:off x="2253261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375" y="931638"/>
                    </a:lnTo>
                    <a:lnTo>
                      <a:pt x="912644" y="925134"/>
                    </a:lnTo>
                    <a:lnTo>
                      <a:pt x="910366" y="915336"/>
                    </a:lnTo>
                    <a:lnTo>
                      <a:pt x="910178" y="914400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h3867"/>
              <p:cNvSpPr/>
              <p:nvPr/>
            </p:nvSpPr>
            <p:spPr>
              <a:xfrm>
                <a:off x="225326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h3868"/>
              <p:cNvSpPr/>
              <p:nvPr/>
            </p:nvSpPr>
            <p:spPr>
              <a:xfrm>
                <a:off x="226252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h3869"/>
              <p:cNvSpPr/>
              <p:nvPr/>
            </p:nvSpPr>
            <p:spPr>
              <a:xfrm>
                <a:off x="227178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h3870"/>
              <p:cNvSpPr/>
              <p:nvPr/>
            </p:nvSpPr>
            <p:spPr>
              <a:xfrm>
                <a:off x="228104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h3871"/>
              <p:cNvSpPr/>
              <p:nvPr/>
            </p:nvSpPr>
            <p:spPr>
              <a:xfrm>
                <a:off x="229031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h3872"/>
              <p:cNvSpPr/>
              <p:nvPr/>
            </p:nvSpPr>
            <p:spPr>
              <a:xfrm>
                <a:off x="22995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h3873"/>
              <p:cNvSpPr/>
              <p:nvPr/>
            </p:nvSpPr>
            <p:spPr>
              <a:xfrm>
                <a:off x="230883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h3874"/>
              <p:cNvSpPr/>
              <p:nvPr/>
            </p:nvSpPr>
            <p:spPr>
              <a:xfrm>
                <a:off x="23180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2">
                  <a:alpha val="100000"/>
                </a:srgbClr>
              </a:solidFill>
              <a:ln w="5420" cap="flat">
                <a:solidFill>
                  <a:srgbClr val="FFB7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h3875"/>
              <p:cNvSpPr/>
              <p:nvPr/>
            </p:nvSpPr>
            <p:spPr>
              <a:xfrm>
                <a:off x="23273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h3876"/>
              <p:cNvSpPr/>
              <p:nvPr/>
            </p:nvSpPr>
            <p:spPr>
              <a:xfrm>
                <a:off x="23366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h3877"/>
              <p:cNvSpPr/>
              <p:nvPr/>
            </p:nvSpPr>
            <p:spPr>
              <a:xfrm>
                <a:off x="23458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h3878"/>
              <p:cNvSpPr/>
              <p:nvPr/>
            </p:nvSpPr>
            <p:spPr>
              <a:xfrm>
                <a:off x="235514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h3879"/>
              <p:cNvSpPr/>
              <p:nvPr/>
            </p:nvSpPr>
            <p:spPr>
              <a:xfrm>
                <a:off x="23644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h3880"/>
              <p:cNvSpPr/>
              <p:nvPr/>
            </p:nvSpPr>
            <p:spPr>
              <a:xfrm>
                <a:off x="23736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h3881"/>
              <p:cNvSpPr/>
              <p:nvPr/>
            </p:nvSpPr>
            <p:spPr>
              <a:xfrm>
                <a:off x="23829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h3882"/>
              <p:cNvSpPr/>
              <p:nvPr/>
            </p:nvSpPr>
            <p:spPr>
              <a:xfrm>
                <a:off x="239219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h3883"/>
              <p:cNvSpPr/>
              <p:nvPr/>
            </p:nvSpPr>
            <p:spPr>
              <a:xfrm>
                <a:off x="24014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h3884"/>
              <p:cNvSpPr/>
              <p:nvPr/>
            </p:nvSpPr>
            <p:spPr>
              <a:xfrm>
                <a:off x="24107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h3885"/>
              <p:cNvSpPr/>
              <p:nvPr/>
            </p:nvSpPr>
            <p:spPr>
              <a:xfrm>
                <a:off x="24199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h3886"/>
              <p:cNvSpPr/>
              <p:nvPr/>
            </p:nvSpPr>
            <p:spPr>
              <a:xfrm>
                <a:off x="24292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h3887"/>
              <p:cNvSpPr/>
              <p:nvPr/>
            </p:nvSpPr>
            <p:spPr>
              <a:xfrm>
                <a:off x="243850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h3888"/>
              <p:cNvSpPr/>
              <p:nvPr/>
            </p:nvSpPr>
            <p:spPr>
              <a:xfrm>
                <a:off x="24477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h3889"/>
              <p:cNvSpPr/>
              <p:nvPr/>
            </p:nvSpPr>
            <p:spPr>
              <a:xfrm>
                <a:off x="24570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h3890"/>
              <p:cNvSpPr/>
              <p:nvPr/>
            </p:nvSpPr>
            <p:spPr>
              <a:xfrm>
                <a:off x="24662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h3891"/>
              <p:cNvSpPr/>
              <p:nvPr/>
            </p:nvSpPr>
            <p:spPr>
              <a:xfrm>
                <a:off x="247555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h3892"/>
              <p:cNvSpPr/>
              <p:nvPr/>
            </p:nvSpPr>
            <p:spPr>
              <a:xfrm>
                <a:off x="24848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h3893"/>
              <p:cNvSpPr/>
              <p:nvPr/>
            </p:nvSpPr>
            <p:spPr>
              <a:xfrm>
                <a:off x="24940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h3894"/>
              <p:cNvSpPr/>
              <p:nvPr/>
            </p:nvSpPr>
            <p:spPr>
              <a:xfrm>
                <a:off x="25033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h3895"/>
              <p:cNvSpPr/>
              <p:nvPr/>
            </p:nvSpPr>
            <p:spPr>
              <a:xfrm>
                <a:off x="25126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h3896"/>
              <p:cNvSpPr/>
              <p:nvPr/>
            </p:nvSpPr>
            <p:spPr>
              <a:xfrm>
                <a:off x="252186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h3897"/>
              <p:cNvSpPr/>
              <p:nvPr/>
            </p:nvSpPr>
            <p:spPr>
              <a:xfrm>
                <a:off x="2540390" y="19469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85" y="897266"/>
                    </a:lnTo>
                    <a:lnTo>
                      <a:pt x="907184" y="897704"/>
                    </a:lnTo>
                    <a:lnTo>
                      <a:pt x="907382" y="898141"/>
                    </a:lnTo>
                    <a:lnTo>
                      <a:pt x="907580" y="898579"/>
                    </a:lnTo>
                    <a:lnTo>
                      <a:pt x="907778" y="899016"/>
                    </a:lnTo>
                    <a:lnTo>
                      <a:pt x="907976" y="899453"/>
                    </a:lnTo>
                    <a:lnTo>
                      <a:pt x="908174" y="899891"/>
                    </a:lnTo>
                    <a:lnTo>
                      <a:pt x="908372" y="900328"/>
                    </a:lnTo>
                    <a:lnTo>
                      <a:pt x="908571" y="900766"/>
                    </a:lnTo>
                    <a:lnTo>
                      <a:pt x="908769" y="901203"/>
                    </a:lnTo>
                    <a:lnTo>
                      <a:pt x="908967" y="901641"/>
                    </a:lnTo>
                    <a:lnTo>
                      <a:pt x="909165" y="902078"/>
                    </a:lnTo>
                    <a:lnTo>
                      <a:pt x="909363" y="902516"/>
                    </a:lnTo>
                    <a:lnTo>
                      <a:pt x="909561" y="902953"/>
                    </a:lnTo>
                    <a:lnTo>
                      <a:pt x="909759" y="903390"/>
                    </a:lnTo>
                    <a:lnTo>
                      <a:pt x="909957" y="903828"/>
                    </a:lnTo>
                    <a:lnTo>
                      <a:pt x="910155" y="904265"/>
                    </a:lnTo>
                    <a:lnTo>
                      <a:pt x="910353" y="904703"/>
                    </a:lnTo>
                    <a:lnTo>
                      <a:pt x="910551" y="905140"/>
                    </a:lnTo>
                    <a:lnTo>
                      <a:pt x="910749" y="905578"/>
                    </a:lnTo>
                    <a:lnTo>
                      <a:pt x="910946" y="906015"/>
                    </a:lnTo>
                    <a:lnTo>
                      <a:pt x="911144" y="906453"/>
                    </a:lnTo>
                    <a:lnTo>
                      <a:pt x="911342" y="906890"/>
                    </a:lnTo>
                    <a:lnTo>
                      <a:pt x="911540" y="907328"/>
                    </a:lnTo>
                    <a:lnTo>
                      <a:pt x="911738" y="907765"/>
                    </a:lnTo>
                    <a:lnTo>
                      <a:pt x="911936" y="908203"/>
                    </a:lnTo>
                    <a:lnTo>
                      <a:pt x="912134" y="908640"/>
                    </a:lnTo>
                    <a:lnTo>
                      <a:pt x="912332" y="909078"/>
                    </a:lnTo>
                    <a:lnTo>
                      <a:pt x="912529" y="909515"/>
                    </a:lnTo>
                    <a:lnTo>
                      <a:pt x="912727" y="909953"/>
                    </a:lnTo>
                    <a:lnTo>
                      <a:pt x="912925" y="910390"/>
                    </a:lnTo>
                    <a:lnTo>
                      <a:pt x="913123" y="910828"/>
                    </a:lnTo>
                    <a:lnTo>
                      <a:pt x="913321" y="911265"/>
                    </a:lnTo>
                    <a:lnTo>
                      <a:pt x="913518" y="911703"/>
                    </a:lnTo>
                    <a:lnTo>
                      <a:pt x="913716" y="912140"/>
                    </a:lnTo>
                    <a:lnTo>
                      <a:pt x="914400" y="913653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h3898"/>
              <p:cNvSpPr/>
              <p:nvPr/>
            </p:nvSpPr>
            <p:spPr>
              <a:xfrm>
                <a:off x="2540390" y="1946971"/>
                <a:ext cx="9147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37" h="914400">
                    <a:moveTo>
                      <a:pt x="914400" y="914400"/>
                    </a:moveTo>
                    <a:lnTo>
                      <a:pt x="914400" y="913653"/>
                    </a:lnTo>
                    <a:lnTo>
                      <a:pt x="914737" y="914400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h3899"/>
              <p:cNvSpPr/>
              <p:nvPr/>
            </p:nvSpPr>
            <p:spPr>
              <a:xfrm>
                <a:off x="3133172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900" y="931638"/>
                    </a:lnTo>
                    <a:lnTo>
                      <a:pt x="906532" y="927831"/>
                    </a:lnTo>
                    <a:lnTo>
                      <a:pt x="908571" y="917523"/>
                    </a:lnTo>
                    <a:lnTo>
                      <a:pt x="909293" y="914400"/>
                    </a:lnTo>
                    <a:close/>
                  </a:path>
                </a:pathLst>
              </a:custGeom>
              <a:solidFill>
                <a:srgbClr val="FFD684">
                  <a:alpha val="100000"/>
                </a:srgbClr>
              </a:solidFill>
              <a:ln w="5420" cap="flat">
                <a:solidFill>
                  <a:srgbClr val="FFD6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h3900"/>
              <p:cNvSpPr/>
              <p:nvPr/>
            </p:nvSpPr>
            <p:spPr>
              <a:xfrm>
                <a:off x="31331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h3901"/>
              <p:cNvSpPr/>
              <p:nvPr/>
            </p:nvSpPr>
            <p:spPr>
              <a:xfrm>
                <a:off x="314243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h3902"/>
              <p:cNvSpPr/>
              <p:nvPr/>
            </p:nvSpPr>
            <p:spPr>
              <a:xfrm>
                <a:off x="31516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382">
                  <a:alpha val="100000"/>
                </a:srgbClr>
              </a:solidFill>
              <a:ln w="5420" cap="flat">
                <a:solidFill>
                  <a:srgbClr val="FFD3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h3903"/>
              <p:cNvSpPr/>
              <p:nvPr/>
            </p:nvSpPr>
            <p:spPr>
              <a:xfrm>
                <a:off x="31609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h3904"/>
              <p:cNvSpPr/>
              <p:nvPr/>
            </p:nvSpPr>
            <p:spPr>
              <a:xfrm>
                <a:off x="31702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h3905"/>
              <p:cNvSpPr/>
              <p:nvPr/>
            </p:nvSpPr>
            <p:spPr>
              <a:xfrm>
                <a:off x="31794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h3906"/>
              <p:cNvSpPr/>
              <p:nvPr/>
            </p:nvSpPr>
            <p:spPr>
              <a:xfrm>
                <a:off x="318874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h3907"/>
              <p:cNvSpPr/>
              <p:nvPr/>
            </p:nvSpPr>
            <p:spPr>
              <a:xfrm>
                <a:off x="31980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h3908"/>
              <p:cNvSpPr/>
              <p:nvPr/>
            </p:nvSpPr>
            <p:spPr>
              <a:xfrm>
                <a:off x="32072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h3909"/>
              <p:cNvSpPr/>
              <p:nvPr/>
            </p:nvSpPr>
            <p:spPr>
              <a:xfrm>
                <a:off x="32165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h3910"/>
              <p:cNvSpPr/>
              <p:nvPr/>
            </p:nvSpPr>
            <p:spPr>
              <a:xfrm>
                <a:off x="322579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h3911"/>
              <p:cNvSpPr/>
              <p:nvPr/>
            </p:nvSpPr>
            <p:spPr>
              <a:xfrm>
                <a:off x="32350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h3912"/>
              <p:cNvSpPr/>
              <p:nvPr/>
            </p:nvSpPr>
            <p:spPr>
              <a:xfrm>
                <a:off x="32443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h3913"/>
              <p:cNvSpPr/>
              <p:nvPr/>
            </p:nvSpPr>
            <p:spPr>
              <a:xfrm>
                <a:off x="32535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h3914"/>
              <p:cNvSpPr/>
              <p:nvPr/>
            </p:nvSpPr>
            <p:spPr>
              <a:xfrm>
                <a:off x="32628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h3915"/>
              <p:cNvSpPr/>
              <p:nvPr/>
            </p:nvSpPr>
            <p:spPr>
              <a:xfrm>
                <a:off x="327210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h3916"/>
              <p:cNvSpPr/>
              <p:nvPr/>
            </p:nvSpPr>
            <p:spPr>
              <a:xfrm>
                <a:off x="32813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h3917"/>
              <p:cNvSpPr/>
              <p:nvPr/>
            </p:nvSpPr>
            <p:spPr>
              <a:xfrm>
                <a:off x="32906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h3918"/>
              <p:cNvSpPr/>
              <p:nvPr/>
            </p:nvSpPr>
            <p:spPr>
              <a:xfrm>
                <a:off x="32998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h3919"/>
              <p:cNvSpPr/>
              <p:nvPr/>
            </p:nvSpPr>
            <p:spPr>
              <a:xfrm>
                <a:off x="330915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h3920"/>
              <p:cNvSpPr/>
              <p:nvPr/>
            </p:nvSpPr>
            <p:spPr>
              <a:xfrm>
                <a:off x="33184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h3921"/>
              <p:cNvSpPr/>
              <p:nvPr/>
            </p:nvSpPr>
            <p:spPr>
              <a:xfrm>
                <a:off x="33276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h3922"/>
              <p:cNvSpPr/>
              <p:nvPr/>
            </p:nvSpPr>
            <p:spPr>
              <a:xfrm>
                <a:off x="33369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h3923"/>
              <p:cNvSpPr/>
              <p:nvPr/>
            </p:nvSpPr>
            <p:spPr>
              <a:xfrm>
                <a:off x="33462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h3924"/>
              <p:cNvSpPr/>
              <p:nvPr/>
            </p:nvSpPr>
            <p:spPr>
              <a:xfrm>
                <a:off x="335546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h3925"/>
              <p:cNvSpPr/>
              <p:nvPr/>
            </p:nvSpPr>
            <p:spPr>
              <a:xfrm>
                <a:off x="3364728" y="19469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993"/>
                    </a:lnTo>
                    <a:lnTo>
                      <a:pt x="923580" y="914400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h3926"/>
              <p:cNvSpPr/>
              <p:nvPr/>
            </p:nvSpPr>
            <p:spPr>
              <a:xfrm>
                <a:off x="3373990" y="1929733"/>
                <a:ext cx="914755" cy="930231"/>
              </a:xfrm>
              <a:custGeom>
                <a:avLst/>
                <a:gdLst/>
                <a:ahLst/>
                <a:cxnLst/>
                <a:rect l="0" t="0" r="0" b="0"/>
                <a:pathLst>
                  <a:path w="914755" h="930231">
                    <a:moveTo>
                      <a:pt x="914400" y="914400"/>
                    </a:moveTo>
                    <a:lnTo>
                      <a:pt x="914755" y="914400"/>
                    </a:lnTo>
                    <a:lnTo>
                      <a:pt x="914752" y="918711"/>
                    </a:lnTo>
                    <a:lnTo>
                      <a:pt x="914428" y="929740"/>
                    </a:lnTo>
                    <a:lnTo>
                      <a:pt x="914400" y="930231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h3927"/>
              <p:cNvSpPr/>
              <p:nvPr/>
            </p:nvSpPr>
            <p:spPr>
              <a:xfrm>
                <a:off x="2253261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78" y="931638"/>
                    </a:lnTo>
                    <a:lnTo>
                      <a:pt x="908363" y="922571"/>
                    </a:lnTo>
                    <a:lnTo>
                      <a:pt x="907135" y="915314"/>
                    </a:lnTo>
                    <a:lnTo>
                      <a:pt x="906714" y="914678"/>
                    </a:lnTo>
                    <a:lnTo>
                      <a:pt x="906548" y="914400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h3928"/>
              <p:cNvSpPr/>
              <p:nvPr/>
            </p:nvSpPr>
            <p:spPr>
              <a:xfrm>
                <a:off x="225326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h3929"/>
              <p:cNvSpPr/>
              <p:nvPr/>
            </p:nvSpPr>
            <p:spPr>
              <a:xfrm>
                <a:off x="226252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h3930"/>
              <p:cNvSpPr/>
              <p:nvPr/>
            </p:nvSpPr>
            <p:spPr>
              <a:xfrm>
                <a:off x="227178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h3931"/>
              <p:cNvSpPr/>
              <p:nvPr/>
            </p:nvSpPr>
            <p:spPr>
              <a:xfrm>
                <a:off x="228104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h3932"/>
              <p:cNvSpPr/>
              <p:nvPr/>
            </p:nvSpPr>
            <p:spPr>
              <a:xfrm>
                <a:off x="229031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h3933"/>
              <p:cNvSpPr/>
              <p:nvPr/>
            </p:nvSpPr>
            <p:spPr>
              <a:xfrm>
                <a:off x="22995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h3934"/>
              <p:cNvSpPr/>
              <p:nvPr/>
            </p:nvSpPr>
            <p:spPr>
              <a:xfrm>
                <a:off x="230883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h3935"/>
              <p:cNvSpPr/>
              <p:nvPr/>
            </p:nvSpPr>
            <p:spPr>
              <a:xfrm>
                <a:off x="23180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h3936"/>
              <p:cNvSpPr/>
              <p:nvPr/>
            </p:nvSpPr>
            <p:spPr>
              <a:xfrm>
                <a:off x="23273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h3937"/>
              <p:cNvSpPr/>
              <p:nvPr/>
            </p:nvSpPr>
            <p:spPr>
              <a:xfrm>
                <a:off x="23366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h3938"/>
              <p:cNvSpPr/>
              <p:nvPr/>
            </p:nvSpPr>
            <p:spPr>
              <a:xfrm>
                <a:off x="23458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h3939"/>
              <p:cNvSpPr/>
              <p:nvPr/>
            </p:nvSpPr>
            <p:spPr>
              <a:xfrm>
                <a:off x="235514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h3940"/>
              <p:cNvSpPr/>
              <p:nvPr/>
            </p:nvSpPr>
            <p:spPr>
              <a:xfrm>
                <a:off x="23644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h3941"/>
              <p:cNvSpPr/>
              <p:nvPr/>
            </p:nvSpPr>
            <p:spPr>
              <a:xfrm>
                <a:off x="23736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h3942"/>
              <p:cNvSpPr/>
              <p:nvPr/>
            </p:nvSpPr>
            <p:spPr>
              <a:xfrm>
                <a:off x="23829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h3943"/>
              <p:cNvSpPr/>
              <p:nvPr/>
            </p:nvSpPr>
            <p:spPr>
              <a:xfrm>
                <a:off x="239219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h3944"/>
              <p:cNvSpPr/>
              <p:nvPr/>
            </p:nvSpPr>
            <p:spPr>
              <a:xfrm>
                <a:off x="24014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h3945"/>
              <p:cNvSpPr/>
              <p:nvPr/>
            </p:nvSpPr>
            <p:spPr>
              <a:xfrm>
                <a:off x="24107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h3946"/>
              <p:cNvSpPr/>
              <p:nvPr/>
            </p:nvSpPr>
            <p:spPr>
              <a:xfrm>
                <a:off x="24199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h3947"/>
              <p:cNvSpPr/>
              <p:nvPr/>
            </p:nvSpPr>
            <p:spPr>
              <a:xfrm>
                <a:off x="24292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h3948"/>
              <p:cNvSpPr/>
              <p:nvPr/>
            </p:nvSpPr>
            <p:spPr>
              <a:xfrm>
                <a:off x="243850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h3949"/>
              <p:cNvSpPr/>
              <p:nvPr/>
            </p:nvSpPr>
            <p:spPr>
              <a:xfrm>
                <a:off x="24477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h3950"/>
              <p:cNvSpPr/>
              <p:nvPr/>
            </p:nvSpPr>
            <p:spPr>
              <a:xfrm>
                <a:off x="24570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h3951"/>
              <p:cNvSpPr/>
              <p:nvPr/>
            </p:nvSpPr>
            <p:spPr>
              <a:xfrm>
                <a:off x="24662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h3952"/>
              <p:cNvSpPr/>
              <p:nvPr/>
            </p:nvSpPr>
            <p:spPr>
              <a:xfrm>
                <a:off x="247555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h3953"/>
              <p:cNvSpPr/>
              <p:nvPr/>
            </p:nvSpPr>
            <p:spPr>
              <a:xfrm>
                <a:off x="24848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h3954"/>
              <p:cNvSpPr/>
              <p:nvPr/>
            </p:nvSpPr>
            <p:spPr>
              <a:xfrm>
                <a:off x="24940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h3955"/>
              <p:cNvSpPr/>
              <p:nvPr/>
            </p:nvSpPr>
            <p:spPr>
              <a:xfrm>
                <a:off x="25033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h3956"/>
              <p:cNvSpPr/>
              <p:nvPr/>
            </p:nvSpPr>
            <p:spPr>
              <a:xfrm>
                <a:off x="25126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h3957"/>
              <p:cNvSpPr/>
              <p:nvPr/>
            </p:nvSpPr>
            <p:spPr>
              <a:xfrm>
                <a:off x="2531128" y="1929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378" y="897161"/>
                    </a:lnTo>
                    <a:lnTo>
                      <a:pt x="908508" y="897447"/>
                    </a:lnTo>
                    <a:lnTo>
                      <a:pt x="908707" y="897885"/>
                    </a:lnTo>
                    <a:lnTo>
                      <a:pt x="908905" y="898322"/>
                    </a:lnTo>
                    <a:lnTo>
                      <a:pt x="909104" y="898759"/>
                    </a:lnTo>
                    <a:lnTo>
                      <a:pt x="909303" y="899197"/>
                    </a:lnTo>
                    <a:lnTo>
                      <a:pt x="909501" y="899634"/>
                    </a:lnTo>
                    <a:lnTo>
                      <a:pt x="909700" y="900071"/>
                    </a:lnTo>
                    <a:lnTo>
                      <a:pt x="909899" y="900508"/>
                    </a:lnTo>
                    <a:lnTo>
                      <a:pt x="910097" y="900946"/>
                    </a:lnTo>
                    <a:lnTo>
                      <a:pt x="910296" y="901383"/>
                    </a:lnTo>
                    <a:lnTo>
                      <a:pt x="910495" y="901821"/>
                    </a:lnTo>
                    <a:lnTo>
                      <a:pt x="910693" y="902258"/>
                    </a:lnTo>
                    <a:lnTo>
                      <a:pt x="910892" y="902695"/>
                    </a:lnTo>
                    <a:lnTo>
                      <a:pt x="911090" y="903133"/>
                    </a:lnTo>
                    <a:lnTo>
                      <a:pt x="911289" y="903570"/>
                    </a:lnTo>
                    <a:lnTo>
                      <a:pt x="911487" y="904007"/>
                    </a:lnTo>
                    <a:lnTo>
                      <a:pt x="911686" y="904445"/>
                    </a:lnTo>
                    <a:lnTo>
                      <a:pt x="911884" y="904882"/>
                    </a:lnTo>
                    <a:lnTo>
                      <a:pt x="912083" y="905319"/>
                    </a:lnTo>
                    <a:lnTo>
                      <a:pt x="912281" y="905757"/>
                    </a:lnTo>
                    <a:lnTo>
                      <a:pt x="912480" y="906194"/>
                    </a:lnTo>
                    <a:lnTo>
                      <a:pt x="912678" y="906631"/>
                    </a:lnTo>
                    <a:lnTo>
                      <a:pt x="912877" y="907069"/>
                    </a:lnTo>
                    <a:lnTo>
                      <a:pt x="913075" y="907506"/>
                    </a:lnTo>
                    <a:lnTo>
                      <a:pt x="913273" y="907944"/>
                    </a:lnTo>
                    <a:lnTo>
                      <a:pt x="913472" y="908381"/>
                    </a:lnTo>
                    <a:lnTo>
                      <a:pt x="913670" y="908818"/>
                    </a:lnTo>
                    <a:lnTo>
                      <a:pt x="913868" y="909256"/>
                    </a:lnTo>
                    <a:lnTo>
                      <a:pt x="914067" y="909693"/>
                    </a:lnTo>
                    <a:lnTo>
                      <a:pt x="914265" y="910131"/>
                    </a:lnTo>
                    <a:lnTo>
                      <a:pt x="914400" y="910427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h3958"/>
              <p:cNvSpPr/>
              <p:nvPr/>
            </p:nvSpPr>
            <p:spPr>
              <a:xfrm>
                <a:off x="2531128" y="1929733"/>
                <a:ext cx="916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00" h="914400">
                    <a:moveTo>
                      <a:pt x="914400" y="914400"/>
                    </a:moveTo>
                    <a:lnTo>
                      <a:pt x="914400" y="910427"/>
                    </a:lnTo>
                    <a:lnTo>
                      <a:pt x="914463" y="910568"/>
                    </a:lnTo>
                    <a:lnTo>
                      <a:pt x="914662" y="911005"/>
                    </a:lnTo>
                    <a:lnTo>
                      <a:pt x="914860" y="911443"/>
                    </a:lnTo>
                    <a:lnTo>
                      <a:pt x="915058" y="911880"/>
                    </a:lnTo>
                    <a:lnTo>
                      <a:pt x="915257" y="912318"/>
                    </a:lnTo>
                    <a:lnTo>
                      <a:pt x="915455" y="912755"/>
                    </a:lnTo>
                    <a:lnTo>
                      <a:pt x="915653" y="913192"/>
                    </a:lnTo>
                    <a:lnTo>
                      <a:pt x="915851" y="913630"/>
                    </a:lnTo>
                    <a:lnTo>
                      <a:pt x="916049" y="914067"/>
                    </a:lnTo>
                    <a:lnTo>
                      <a:pt x="916200" y="914400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h3959"/>
              <p:cNvSpPr/>
              <p:nvPr/>
            </p:nvSpPr>
            <p:spPr>
              <a:xfrm>
                <a:off x="3133172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293" y="931638"/>
                    </a:lnTo>
                    <a:lnTo>
                      <a:pt x="910902" y="924670"/>
                    </a:lnTo>
                    <a:lnTo>
                      <a:pt x="913517" y="914822"/>
                    </a:lnTo>
                    <a:lnTo>
                      <a:pt x="913645" y="914400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h3960"/>
              <p:cNvSpPr/>
              <p:nvPr/>
            </p:nvSpPr>
            <p:spPr>
              <a:xfrm>
                <a:off x="31331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h3961"/>
              <p:cNvSpPr/>
              <p:nvPr/>
            </p:nvSpPr>
            <p:spPr>
              <a:xfrm>
                <a:off x="314243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h3962"/>
              <p:cNvSpPr/>
              <p:nvPr/>
            </p:nvSpPr>
            <p:spPr>
              <a:xfrm>
                <a:off x="31516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h3963"/>
              <p:cNvSpPr/>
              <p:nvPr/>
            </p:nvSpPr>
            <p:spPr>
              <a:xfrm>
                <a:off x="31609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h3964"/>
              <p:cNvSpPr/>
              <p:nvPr/>
            </p:nvSpPr>
            <p:spPr>
              <a:xfrm>
                <a:off x="31702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h3965"/>
              <p:cNvSpPr/>
              <p:nvPr/>
            </p:nvSpPr>
            <p:spPr>
              <a:xfrm>
                <a:off x="31794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h3966"/>
              <p:cNvSpPr/>
              <p:nvPr/>
            </p:nvSpPr>
            <p:spPr>
              <a:xfrm>
                <a:off x="318874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h3967"/>
              <p:cNvSpPr/>
              <p:nvPr/>
            </p:nvSpPr>
            <p:spPr>
              <a:xfrm>
                <a:off x="31980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h3968"/>
              <p:cNvSpPr/>
              <p:nvPr/>
            </p:nvSpPr>
            <p:spPr>
              <a:xfrm>
                <a:off x="32072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h3969"/>
              <p:cNvSpPr/>
              <p:nvPr/>
            </p:nvSpPr>
            <p:spPr>
              <a:xfrm>
                <a:off x="32165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ph3970"/>
              <p:cNvSpPr/>
              <p:nvPr/>
            </p:nvSpPr>
            <p:spPr>
              <a:xfrm>
                <a:off x="322579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ph3971"/>
              <p:cNvSpPr/>
              <p:nvPr/>
            </p:nvSpPr>
            <p:spPr>
              <a:xfrm>
                <a:off x="32350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ph3972"/>
              <p:cNvSpPr/>
              <p:nvPr/>
            </p:nvSpPr>
            <p:spPr>
              <a:xfrm>
                <a:off x="32443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ph3973"/>
              <p:cNvSpPr/>
              <p:nvPr/>
            </p:nvSpPr>
            <p:spPr>
              <a:xfrm>
                <a:off x="32535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ph3974"/>
              <p:cNvSpPr/>
              <p:nvPr/>
            </p:nvSpPr>
            <p:spPr>
              <a:xfrm>
                <a:off x="32628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ph3975"/>
              <p:cNvSpPr/>
              <p:nvPr/>
            </p:nvSpPr>
            <p:spPr>
              <a:xfrm>
                <a:off x="327210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ph3976"/>
              <p:cNvSpPr/>
              <p:nvPr/>
            </p:nvSpPr>
            <p:spPr>
              <a:xfrm>
                <a:off x="32813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ph3977"/>
              <p:cNvSpPr/>
              <p:nvPr/>
            </p:nvSpPr>
            <p:spPr>
              <a:xfrm>
                <a:off x="32906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ph3978"/>
              <p:cNvSpPr/>
              <p:nvPr/>
            </p:nvSpPr>
            <p:spPr>
              <a:xfrm>
                <a:off x="32998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9" name="ph3979"/>
              <p:cNvSpPr/>
              <p:nvPr/>
            </p:nvSpPr>
            <p:spPr>
              <a:xfrm>
                <a:off x="330915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ph3980"/>
              <p:cNvSpPr/>
              <p:nvPr/>
            </p:nvSpPr>
            <p:spPr>
              <a:xfrm>
                <a:off x="33184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1" name="ph3981"/>
              <p:cNvSpPr/>
              <p:nvPr/>
            </p:nvSpPr>
            <p:spPr>
              <a:xfrm>
                <a:off x="33276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2" name="ph3982"/>
              <p:cNvSpPr/>
              <p:nvPr/>
            </p:nvSpPr>
            <p:spPr>
              <a:xfrm>
                <a:off x="33369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3" name="ph3983"/>
              <p:cNvSpPr/>
              <p:nvPr/>
            </p:nvSpPr>
            <p:spPr>
              <a:xfrm>
                <a:off x="33462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4" name="ph3984"/>
              <p:cNvSpPr/>
              <p:nvPr/>
            </p:nvSpPr>
            <p:spPr>
              <a:xfrm>
                <a:off x="335546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5" name="ph3985"/>
              <p:cNvSpPr/>
              <p:nvPr/>
            </p:nvSpPr>
            <p:spPr>
              <a:xfrm>
                <a:off x="336472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6" name="ph3986"/>
              <p:cNvSpPr/>
              <p:nvPr/>
            </p:nvSpPr>
            <p:spPr>
              <a:xfrm>
                <a:off x="3373990" y="1929733"/>
                <a:ext cx="9147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0" h="914400">
                    <a:moveTo>
                      <a:pt x="914400" y="914400"/>
                    </a:moveTo>
                    <a:lnTo>
                      <a:pt x="914465" y="897161"/>
                    </a:lnTo>
                    <a:lnTo>
                      <a:pt x="914760" y="907665"/>
                    </a:lnTo>
                    <a:lnTo>
                      <a:pt x="914755" y="914400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7" name="ph3987"/>
              <p:cNvSpPr/>
              <p:nvPr/>
            </p:nvSpPr>
            <p:spPr>
              <a:xfrm>
                <a:off x="2243999" y="1895256"/>
                <a:ext cx="914400" cy="9292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65">
                    <a:moveTo>
                      <a:pt x="914400" y="914400"/>
                    </a:moveTo>
                    <a:lnTo>
                      <a:pt x="914400" y="929265"/>
                    </a:lnTo>
                    <a:lnTo>
                      <a:pt x="911612" y="924575"/>
                    </a:lnTo>
                    <a:lnTo>
                      <a:pt x="907462" y="916813"/>
                    </a:lnTo>
                    <a:lnTo>
                      <a:pt x="906301" y="914400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8" name="ph3988"/>
              <p:cNvSpPr/>
              <p:nvPr/>
            </p:nvSpPr>
            <p:spPr>
              <a:xfrm>
                <a:off x="224399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0" y="931638"/>
                    </a:lnTo>
                    <a:lnTo>
                      <a:pt x="914400" y="929265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9" name="ph3989"/>
              <p:cNvSpPr/>
              <p:nvPr/>
            </p:nvSpPr>
            <p:spPr>
              <a:xfrm>
                <a:off x="225326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0" name="ph3990"/>
              <p:cNvSpPr/>
              <p:nvPr/>
            </p:nvSpPr>
            <p:spPr>
              <a:xfrm>
                <a:off x="226252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1" name="ph3991"/>
              <p:cNvSpPr/>
              <p:nvPr/>
            </p:nvSpPr>
            <p:spPr>
              <a:xfrm>
                <a:off x="227178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2" name="ph3992"/>
              <p:cNvSpPr/>
              <p:nvPr/>
            </p:nvSpPr>
            <p:spPr>
              <a:xfrm>
                <a:off x="228104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h3993"/>
              <p:cNvSpPr/>
              <p:nvPr/>
            </p:nvSpPr>
            <p:spPr>
              <a:xfrm>
                <a:off x="229031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h3994"/>
              <p:cNvSpPr/>
              <p:nvPr/>
            </p:nvSpPr>
            <p:spPr>
              <a:xfrm>
                <a:off x="229957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h3995"/>
              <p:cNvSpPr/>
              <p:nvPr/>
            </p:nvSpPr>
            <p:spPr>
              <a:xfrm>
                <a:off x="230883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h3996"/>
              <p:cNvSpPr/>
              <p:nvPr/>
            </p:nvSpPr>
            <p:spPr>
              <a:xfrm>
                <a:off x="23180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h3997"/>
              <p:cNvSpPr/>
              <p:nvPr/>
            </p:nvSpPr>
            <p:spPr>
              <a:xfrm>
                <a:off x="23273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h3998"/>
              <p:cNvSpPr/>
              <p:nvPr/>
            </p:nvSpPr>
            <p:spPr>
              <a:xfrm>
                <a:off x="23366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h3999"/>
              <p:cNvSpPr/>
              <p:nvPr/>
            </p:nvSpPr>
            <p:spPr>
              <a:xfrm>
                <a:off x="23458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h4000"/>
              <p:cNvSpPr/>
              <p:nvPr/>
            </p:nvSpPr>
            <p:spPr>
              <a:xfrm>
                <a:off x="235514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h4001"/>
              <p:cNvSpPr/>
              <p:nvPr/>
            </p:nvSpPr>
            <p:spPr>
              <a:xfrm>
                <a:off x="23644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h4002"/>
              <p:cNvSpPr/>
              <p:nvPr/>
            </p:nvSpPr>
            <p:spPr>
              <a:xfrm>
                <a:off x="23736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h4003"/>
              <p:cNvSpPr/>
              <p:nvPr/>
            </p:nvSpPr>
            <p:spPr>
              <a:xfrm>
                <a:off x="23829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h4004"/>
              <p:cNvSpPr/>
              <p:nvPr/>
            </p:nvSpPr>
            <p:spPr>
              <a:xfrm>
                <a:off x="239219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h4005"/>
              <p:cNvSpPr/>
              <p:nvPr/>
            </p:nvSpPr>
            <p:spPr>
              <a:xfrm>
                <a:off x="24014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h4006"/>
              <p:cNvSpPr/>
              <p:nvPr/>
            </p:nvSpPr>
            <p:spPr>
              <a:xfrm>
                <a:off x="24107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h4007"/>
              <p:cNvSpPr/>
              <p:nvPr/>
            </p:nvSpPr>
            <p:spPr>
              <a:xfrm>
                <a:off x="24199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ph4008"/>
              <p:cNvSpPr/>
              <p:nvPr/>
            </p:nvSpPr>
            <p:spPr>
              <a:xfrm>
                <a:off x="24292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2">
                  <a:alpha val="100000"/>
                </a:srgbClr>
              </a:solidFill>
              <a:ln w="5420" cap="flat">
                <a:solidFill>
                  <a:srgbClr val="FFB7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9" name="ph4009"/>
              <p:cNvSpPr/>
              <p:nvPr/>
            </p:nvSpPr>
            <p:spPr>
              <a:xfrm>
                <a:off x="243850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0" name="ph4010"/>
              <p:cNvSpPr/>
              <p:nvPr/>
            </p:nvSpPr>
            <p:spPr>
              <a:xfrm>
                <a:off x="24477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1" name="ph4011"/>
              <p:cNvSpPr/>
              <p:nvPr/>
            </p:nvSpPr>
            <p:spPr>
              <a:xfrm>
                <a:off x="24570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2" name="ph4012"/>
              <p:cNvSpPr/>
              <p:nvPr/>
            </p:nvSpPr>
            <p:spPr>
              <a:xfrm>
                <a:off x="24662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3" name="ph4013"/>
              <p:cNvSpPr/>
              <p:nvPr/>
            </p:nvSpPr>
            <p:spPr>
              <a:xfrm>
                <a:off x="247555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4" name="ph4014"/>
              <p:cNvSpPr/>
              <p:nvPr/>
            </p:nvSpPr>
            <p:spPr>
              <a:xfrm>
                <a:off x="24848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5" name="ph4015"/>
              <p:cNvSpPr/>
              <p:nvPr/>
            </p:nvSpPr>
            <p:spPr>
              <a:xfrm>
                <a:off x="24940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6" name="ph4016"/>
              <p:cNvSpPr/>
              <p:nvPr/>
            </p:nvSpPr>
            <p:spPr>
              <a:xfrm>
                <a:off x="25033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7" name="ph4017"/>
              <p:cNvSpPr/>
              <p:nvPr/>
            </p:nvSpPr>
            <p:spPr>
              <a:xfrm>
                <a:off x="2521866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90184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8" name="ph4018"/>
              <p:cNvSpPr/>
              <p:nvPr/>
            </p:nvSpPr>
            <p:spPr>
              <a:xfrm>
                <a:off x="2521866" y="19124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901848"/>
                    </a:lnTo>
                    <a:lnTo>
                      <a:pt x="917207" y="913446"/>
                    </a:lnTo>
                    <a:lnTo>
                      <a:pt x="917373" y="913811"/>
                    </a:lnTo>
                    <a:lnTo>
                      <a:pt x="917572" y="91424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9" name="ph4019"/>
              <p:cNvSpPr/>
              <p:nvPr/>
            </p:nvSpPr>
            <p:spPr>
              <a:xfrm>
                <a:off x="3133172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5" y="914400"/>
                    </a:lnTo>
                    <a:lnTo>
                      <a:pt x="914400" y="911902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0" name="ph4020"/>
              <p:cNvSpPr/>
              <p:nvPr/>
            </p:nvSpPr>
            <p:spPr>
              <a:xfrm>
                <a:off x="3142434" y="18952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141"/>
                    </a:lnTo>
                    <a:lnTo>
                      <a:pt x="907148" y="922486"/>
                    </a:lnTo>
                    <a:lnTo>
                      <a:pt x="909904" y="914400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1" name="ph4021"/>
              <p:cNvSpPr/>
              <p:nvPr/>
            </p:nvSpPr>
            <p:spPr>
              <a:xfrm>
                <a:off x="314243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2" name="ph4022"/>
              <p:cNvSpPr/>
              <p:nvPr/>
            </p:nvSpPr>
            <p:spPr>
              <a:xfrm>
                <a:off x="31516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3" name="ph4023"/>
              <p:cNvSpPr/>
              <p:nvPr/>
            </p:nvSpPr>
            <p:spPr>
              <a:xfrm>
                <a:off x="31609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4" name="ph4024"/>
              <p:cNvSpPr/>
              <p:nvPr/>
            </p:nvSpPr>
            <p:spPr>
              <a:xfrm>
                <a:off x="31702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5" name="ph4025"/>
              <p:cNvSpPr/>
              <p:nvPr/>
            </p:nvSpPr>
            <p:spPr>
              <a:xfrm>
                <a:off x="31794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6" name="ph4026"/>
              <p:cNvSpPr/>
              <p:nvPr/>
            </p:nvSpPr>
            <p:spPr>
              <a:xfrm>
                <a:off x="318874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7" name="ph4027"/>
              <p:cNvSpPr/>
              <p:nvPr/>
            </p:nvSpPr>
            <p:spPr>
              <a:xfrm>
                <a:off x="31980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8" name="ph4028"/>
              <p:cNvSpPr/>
              <p:nvPr/>
            </p:nvSpPr>
            <p:spPr>
              <a:xfrm>
                <a:off x="32072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9" name="ph4029"/>
              <p:cNvSpPr/>
              <p:nvPr/>
            </p:nvSpPr>
            <p:spPr>
              <a:xfrm>
                <a:off x="32165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0" name="ph4030"/>
              <p:cNvSpPr/>
              <p:nvPr/>
            </p:nvSpPr>
            <p:spPr>
              <a:xfrm>
                <a:off x="322579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1" name="ph4031"/>
              <p:cNvSpPr/>
              <p:nvPr/>
            </p:nvSpPr>
            <p:spPr>
              <a:xfrm>
                <a:off x="32350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ph4032"/>
              <p:cNvSpPr/>
              <p:nvPr/>
            </p:nvSpPr>
            <p:spPr>
              <a:xfrm>
                <a:off x="32443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ph4033"/>
              <p:cNvSpPr/>
              <p:nvPr/>
            </p:nvSpPr>
            <p:spPr>
              <a:xfrm>
                <a:off x="32535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4" name="ph4034"/>
              <p:cNvSpPr/>
              <p:nvPr/>
            </p:nvSpPr>
            <p:spPr>
              <a:xfrm>
                <a:off x="32628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ph4035"/>
              <p:cNvSpPr/>
              <p:nvPr/>
            </p:nvSpPr>
            <p:spPr>
              <a:xfrm>
                <a:off x="327210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h4036"/>
              <p:cNvSpPr/>
              <p:nvPr/>
            </p:nvSpPr>
            <p:spPr>
              <a:xfrm>
                <a:off x="32813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h4037"/>
              <p:cNvSpPr/>
              <p:nvPr/>
            </p:nvSpPr>
            <p:spPr>
              <a:xfrm>
                <a:off x="32906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h4038"/>
              <p:cNvSpPr/>
              <p:nvPr/>
            </p:nvSpPr>
            <p:spPr>
              <a:xfrm>
                <a:off x="32998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h4039"/>
              <p:cNvSpPr/>
              <p:nvPr/>
            </p:nvSpPr>
            <p:spPr>
              <a:xfrm>
                <a:off x="330915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h4040"/>
              <p:cNvSpPr/>
              <p:nvPr/>
            </p:nvSpPr>
            <p:spPr>
              <a:xfrm>
                <a:off x="33184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h4041"/>
              <p:cNvSpPr/>
              <p:nvPr/>
            </p:nvSpPr>
            <p:spPr>
              <a:xfrm>
                <a:off x="33276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h4042"/>
              <p:cNvSpPr/>
              <p:nvPr/>
            </p:nvSpPr>
            <p:spPr>
              <a:xfrm>
                <a:off x="33369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h4043"/>
              <p:cNvSpPr/>
              <p:nvPr/>
            </p:nvSpPr>
            <p:spPr>
              <a:xfrm>
                <a:off x="334620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h4044"/>
              <p:cNvSpPr/>
              <p:nvPr/>
            </p:nvSpPr>
            <p:spPr>
              <a:xfrm>
                <a:off x="335546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h4045"/>
              <p:cNvSpPr/>
              <p:nvPr/>
            </p:nvSpPr>
            <p:spPr>
              <a:xfrm>
                <a:off x="3373990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32" y="897161"/>
                    </a:lnTo>
                    <a:lnTo>
                      <a:pt x="913825" y="902888"/>
                    </a:lnTo>
                    <a:lnTo>
                      <a:pt x="914400" y="912977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h4046"/>
              <p:cNvSpPr/>
              <p:nvPr/>
            </p:nvSpPr>
            <p:spPr>
              <a:xfrm>
                <a:off x="3373990" y="1912494"/>
                <a:ext cx="914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0" h="914400">
                    <a:moveTo>
                      <a:pt x="914400" y="914400"/>
                    </a:moveTo>
                    <a:lnTo>
                      <a:pt x="914400" y="912977"/>
                    </a:lnTo>
                    <a:lnTo>
                      <a:pt x="914450" y="913872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h4047"/>
              <p:cNvSpPr/>
              <p:nvPr/>
            </p:nvSpPr>
            <p:spPr>
              <a:xfrm>
                <a:off x="2234737" y="1878018"/>
                <a:ext cx="914400" cy="92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17">
                    <a:moveTo>
                      <a:pt x="914400" y="914400"/>
                    </a:moveTo>
                    <a:lnTo>
                      <a:pt x="914400" y="929217"/>
                    </a:lnTo>
                    <a:lnTo>
                      <a:pt x="912801" y="925893"/>
                    </a:lnTo>
                    <a:lnTo>
                      <a:pt x="911658" y="923385"/>
                    </a:lnTo>
                    <a:lnTo>
                      <a:pt x="910523" y="920896"/>
                    </a:lnTo>
                    <a:lnTo>
                      <a:pt x="909387" y="918406"/>
                    </a:lnTo>
                    <a:lnTo>
                      <a:pt x="908251" y="915917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ph4048"/>
              <p:cNvSpPr/>
              <p:nvPr/>
            </p:nvSpPr>
            <p:spPr>
              <a:xfrm>
                <a:off x="223473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564" y="931638"/>
                    </a:lnTo>
                    <a:lnTo>
                      <a:pt x="914400" y="929217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9" name="ph4049"/>
              <p:cNvSpPr/>
              <p:nvPr/>
            </p:nvSpPr>
            <p:spPr>
              <a:xfrm>
                <a:off x="224399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0" name="ph4050"/>
              <p:cNvSpPr/>
              <p:nvPr/>
            </p:nvSpPr>
            <p:spPr>
              <a:xfrm>
                <a:off x="225326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1" name="ph4051"/>
              <p:cNvSpPr/>
              <p:nvPr/>
            </p:nvSpPr>
            <p:spPr>
              <a:xfrm>
                <a:off x="226252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2" name="ph4052"/>
              <p:cNvSpPr/>
              <p:nvPr/>
            </p:nvSpPr>
            <p:spPr>
              <a:xfrm>
                <a:off x="227178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3" name="ph4053"/>
              <p:cNvSpPr/>
              <p:nvPr/>
            </p:nvSpPr>
            <p:spPr>
              <a:xfrm>
                <a:off x="228104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4" name="ph4054"/>
              <p:cNvSpPr/>
              <p:nvPr/>
            </p:nvSpPr>
            <p:spPr>
              <a:xfrm>
                <a:off x="229031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5" name="ph4055"/>
              <p:cNvSpPr/>
              <p:nvPr/>
            </p:nvSpPr>
            <p:spPr>
              <a:xfrm>
                <a:off x="229957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6" name="ph4056"/>
              <p:cNvSpPr/>
              <p:nvPr/>
            </p:nvSpPr>
            <p:spPr>
              <a:xfrm>
                <a:off x="230883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7" name="ph4057"/>
              <p:cNvSpPr/>
              <p:nvPr/>
            </p:nvSpPr>
            <p:spPr>
              <a:xfrm>
                <a:off x="23180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8" name="ph4058"/>
              <p:cNvSpPr/>
              <p:nvPr/>
            </p:nvSpPr>
            <p:spPr>
              <a:xfrm>
                <a:off x="23273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9" name="ph4059"/>
              <p:cNvSpPr/>
              <p:nvPr/>
            </p:nvSpPr>
            <p:spPr>
              <a:xfrm>
                <a:off x="23366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0" name="ph4060"/>
              <p:cNvSpPr/>
              <p:nvPr/>
            </p:nvSpPr>
            <p:spPr>
              <a:xfrm>
                <a:off x="23458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1" name="ph4061"/>
              <p:cNvSpPr/>
              <p:nvPr/>
            </p:nvSpPr>
            <p:spPr>
              <a:xfrm>
                <a:off x="235514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h4062"/>
              <p:cNvSpPr/>
              <p:nvPr/>
            </p:nvSpPr>
            <p:spPr>
              <a:xfrm>
                <a:off x="23644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h4063"/>
              <p:cNvSpPr/>
              <p:nvPr/>
            </p:nvSpPr>
            <p:spPr>
              <a:xfrm>
                <a:off x="23736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h4064"/>
              <p:cNvSpPr/>
              <p:nvPr/>
            </p:nvSpPr>
            <p:spPr>
              <a:xfrm>
                <a:off x="23829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h4065"/>
              <p:cNvSpPr/>
              <p:nvPr/>
            </p:nvSpPr>
            <p:spPr>
              <a:xfrm>
                <a:off x="239219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h4066"/>
              <p:cNvSpPr/>
              <p:nvPr/>
            </p:nvSpPr>
            <p:spPr>
              <a:xfrm>
                <a:off x="24014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h4067"/>
              <p:cNvSpPr/>
              <p:nvPr/>
            </p:nvSpPr>
            <p:spPr>
              <a:xfrm>
                <a:off x="24107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h4068"/>
              <p:cNvSpPr/>
              <p:nvPr/>
            </p:nvSpPr>
            <p:spPr>
              <a:xfrm>
                <a:off x="24199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h4069"/>
              <p:cNvSpPr/>
              <p:nvPr/>
            </p:nvSpPr>
            <p:spPr>
              <a:xfrm>
                <a:off x="24292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h4070"/>
              <p:cNvSpPr/>
              <p:nvPr/>
            </p:nvSpPr>
            <p:spPr>
              <a:xfrm>
                <a:off x="243850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h4071"/>
              <p:cNvSpPr/>
              <p:nvPr/>
            </p:nvSpPr>
            <p:spPr>
              <a:xfrm>
                <a:off x="24477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h4072"/>
              <p:cNvSpPr/>
              <p:nvPr/>
            </p:nvSpPr>
            <p:spPr>
              <a:xfrm>
                <a:off x="24570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h4073"/>
              <p:cNvSpPr/>
              <p:nvPr/>
            </p:nvSpPr>
            <p:spPr>
              <a:xfrm>
                <a:off x="24662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h4074"/>
              <p:cNvSpPr/>
              <p:nvPr/>
            </p:nvSpPr>
            <p:spPr>
              <a:xfrm>
                <a:off x="247555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h4075"/>
              <p:cNvSpPr/>
              <p:nvPr/>
            </p:nvSpPr>
            <p:spPr>
              <a:xfrm>
                <a:off x="24848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h4076"/>
              <p:cNvSpPr/>
              <p:nvPr/>
            </p:nvSpPr>
            <p:spPr>
              <a:xfrm>
                <a:off x="24940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h4077"/>
              <p:cNvSpPr/>
              <p:nvPr/>
            </p:nvSpPr>
            <p:spPr>
              <a:xfrm>
                <a:off x="25033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h4078"/>
              <p:cNvSpPr/>
              <p:nvPr/>
            </p:nvSpPr>
            <p:spPr>
              <a:xfrm>
                <a:off x="2512603" y="1895256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354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h4079"/>
              <p:cNvSpPr/>
              <p:nvPr/>
            </p:nvSpPr>
            <p:spPr>
              <a:xfrm>
                <a:off x="3142434" y="18780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4" y="931638"/>
                    </a:lnTo>
                    <a:lnTo>
                      <a:pt x="910309" y="930449"/>
                    </a:lnTo>
                    <a:lnTo>
                      <a:pt x="911563" y="927167"/>
                    </a:lnTo>
                    <a:lnTo>
                      <a:pt x="911487" y="925215"/>
                    </a:lnTo>
                    <a:lnTo>
                      <a:pt x="911444" y="920297"/>
                    </a:lnTo>
                    <a:lnTo>
                      <a:pt x="910528" y="914953"/>
                    </a:lnTo>
                    <a:lnTo>
                      <a:pt x="910450" y="914400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h4080"/>
              <p:cNvSpPr/>
              <p:nvPr/>
            </p:nvSpPr>
            <p:spPr>
              <a:xfrm>
                <a:off x="314243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h4081"/>
              <p:cNvSpPr/>
              <p:nvPr/>
            </p:nvSpPr>
            <p:spPr>
              <a:xfrm>
                <a:off x="31516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h4082"/>
              <p:cNvSpPr/>
              <p:nvPr/>
            </p:nvSpPr>
            <p:spPr>
              <a:xfrm>
                <a:off x="31609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h4083"/>
              <p:cNvSpPr/>
              <p:nvPr/>
            </p:nvSpPr>
            <p:spPr>
              <a:xfrm>
                <a:off x="31702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h4084"/>
              <p:cNvSpPr/>
              <p:nvPr/>
            </p:nvSpPr>
            <p:spPr>
              <a:xfrm>
                <a:off x="31794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h4085"/>
              <p:cNvSpPr/>
              <p:nvPr/>
            </p:nvSpPr>
            <p:spPr>
              <a:xfrm>
                <a:off x="318874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h4086"/>
              <p:cNvSpPr/>
              <p:nvPr/>
            </p:nvSpPr>
            <p:spPr>
              <a:xfrm>
                <a:off x="31980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h4087"/>
              <p:cNvSpPr/>
              <p:nvPr/>
            </p:nvSpPr>
            <p:spPr>
              <a:xfrm>
                <a:off x="32072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h4088"/>
              <p:cNvSpPr/>
              <p:nvPr/>
            </p:nvSpPr>
            <p:spPr>
              <a:xfrm>
                <a:off x="32165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h4089"/>
              <p:cNvSpPr/>
              <p:nvPr/>
            </p:nvSpPr>
            <p:spPr>
              <a:xfrm>
                <a:off x="322579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h4090"/>
              <p:cNvSpPr/>
              <p:nvPr/>
            </p:nvSpPr>
            <p:spPr>
              <a:xfrm>
                <a:off x="32350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h4091"/>
              <p:cNvSpPr/>
              <p:nvPr/>
            </p:nvSpPr>
            <p:spPr>
              <a:xfrm>
                <a:off x="32443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h4092"/>
              <p:cNvSpPr/>
              <p:nvPr/>
            </p:nvSpPr>
            <p:spPr>
              <a:xfrm>
                <a:off x="32535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h4093"/>
              <p:cNvSpPr/>
              <p:nvPr/>
            </p:nvSpPr>
            <p:spPr>
              <a:xfrm>
                <a:off x="32628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h4094"/>
              <p:cNvSpPr/>
              <p:nvPr/>
            </p:nvSpPr>
            <p:spPr>
              <a:xfrm>
                <a:off x="327210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h4095"/>
              <p:cNvSpPr/>
              <p:nvPr/>
            </p:nvSpPr>
            <p:spPr>
              <a:xfrm>
                <a:off x="32813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h4096"/>
              <p:cNvSpPr/>
              <p:nvPr/>
            </p:nvSpPr>
            <p:spPr>
              <a:xfrm>
                <a:off x="32906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h4097"/>
              <p:cNvSpPr/>
              <p:nvPr/>
            </p:nvSpPr>
            <p:spPr>
              <a:xfrm>
                <a:off x="32998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h4098"/>
              <p:cNvSpPr/>
              <p:nvPr/>
            </p:nvSpPr>
            <p:spPr>
              <a:xfrm>
                <a:off x="330915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h4099"/>
              <p:cNvSpPr/>
              <p:nvPr/>
            </p:nvSpPr>
            <p:spPr>
              <a:xfrm>
                <a:off x="33184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h4100"/>
              <p:cNvSpPr/>
              <p:nvPr/>
            </p:nvSpPr>
            <p:spPr>
              <a:xfrm>
                <a:off x="33276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h4101"/>
              <p:cNvSpPr/>
              <p:nvPr/>
            </p:nvSpPr>
            <p:spPr>
              <a:xfrm>
                <a:off x="33369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h4102"/>
              <p:cNvSpPr/>
              <p:nvPr/>
            </p:nvSpPr>
            <p:spPr>
              <a:xfrm>
                <a:off x="334620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h4103"/>
              <p:cNvSpPr/>
              <p:nvPr/>
            </p:nvSpPr>
            <p:spPr>
              <a:xfrm>
                <a:off x="335546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h4104"/>
              <p:cNvSpPr/>
              <p:nvPr/>
            </p:nvSpPr>
            <p:spPr>
              <a:xfrm>
                <a:off x="3364728" y="1895256"/>
                <a:ext cx="9225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9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13" y="897161"/>
                    </a:lnTo>
                    <a:lnTo>
                      <a:pt x="920897" y="898421"/>
                    </a:lnTo>
                    <a:lnTo>
                      <a:pt x="922148" y="909219"/>
                    </a:lnTo>
                    <a:lnTo>
                      <a:pt x="922594" y="914400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h4105"/>
              <p:cNvSpPr/>
              <p:nvPr/>
            </p:nvSpPr>
            <p:spPr>
              <a:xfrm>
                <a:off x="2225475" y="1860779"/>
                <a:ext cx="914400" cy="92633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339">
                    <a:moveTo>
                      <a:pt x="914400" y="914400"/>
                    </a:moveTo>
                    <a:lnTo>
                      <a:pt x="914400" y="926339"/>
                    </a:lnTo>
                    <a:lnTo>
                      <a:pt x="914102" y="925687"/>
                    </a:lnTo>
                    <a:lnTo>
                      <a:pt x="912964" y="923198"/>
                    </a:lnTo>
                    <a:lnTo>
                      <a:pt x="911825" y="920709"/>
                    </a:lnTo>
                    <a:lnTo>
                      <a:pt x="910686" y="918220"/>
                    </a:lnTo>
                    <a:lnTo>
                      <a:pt x="909547" y="915732"/>
                    </a:lnTo>
                    <a:lnTo>
                      <a:pt x="908936" y="914400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h4106"/>
              <p:cNvSpPr/>
              <p:nvPr/>
            </p:nvSpPr>
            <p:spPr>
              <a:xfrm>
                <a:off x="222547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820" y="931638"/>
                    </a:lnTo>
                    <a:lnTo>
                      <a:pt x="916377" y="930666"/>
                    </a:lnTo>
                    <a:lnTo>
                      <a:pt x="915239" y="928176"/>
                    </a:lnTo>
                    <a:lnTo>
                      <a:pt x="914400" y="92633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h4107"/>
              <p:cNvSpPr/>
              <p:nvPr/>
            </p:nvSpPr>
            <p:spPr>
              <a:xfrm>
                <a:off x="223473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h4108"/>
              <p:cNvSpPr/>
              <p:nvPr/>
            </p:nvSpPr>
            <p:spPr>
              <a:xfrm>
                <a:off x="224399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h4109"/>
              <p:cNvSpPr/>
              <p:nvPr/>
            </p:nvSpPr>
            <p:spPr>
              <a:xfrm>
                <a:off x="225326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h4110"/>
              <p:cNvSpPr/>
              <p:nvPr/>
            </p:nvSpPr>
            <p:spPr>
              <a:xfrm>
                <a:off x="226252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h4111"/>
              <p:cNvSpPr/>
              <p:nvPr/>
            </p:nvSpPr>
            <p:spPr>
              <a:xfrm>
                <a:off x="227178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h4112"/>
              <p:cNvSpPr/>
              <p:nvPr/>
            </p:nvSpPr>
            <p:spPr>
              <a:xfrm>
                <a:off x="228104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h4113"/>
              <p:cNvSpPr/>
              <p:nvPr/>
            </p:nvSpPr>
            <p:spPr>
              <a:xfrm>
                <a:off x="229031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h4114"/>
              <p:cNvSpPr/>
              <p:nvPr/>
            </p:nvSpPr>
            <p:spPr>
              <a:xfrm>
                <a:off x="229957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h4115"/>
              <p:cNvSpPr/>
              <p:nvPr/>
            </p:nvSpPr>
            <p:spPr>
              <a:xfrm>
                <a:off x="230883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h4116"/>
              <p:cNvSpPr/>
              <p:nvPr/>
            </p:nvSpPr>
            <p:spPr>
              <a:xfrm>
                <a:off x="23180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h4117"/>
              <p:cNvSpPr/>
              <p:nvPr/>
            </p:nvSpPr>
            <p:spPr>
              <a:xfrm>
                <a:off x="23273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h4118"/>
              <p:cNvSpPr/>
              <p:nvPr/>
            </p:nvSpPr>
            <p:spPr>
              <a:xfrm>
                <a:off x="23366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h4119"/>
              <p:cNvSpPr/>
              <p:nvPr/>
            </p:nvSpPr>
            <p:spPr>
              <a:xfrm>
                <a:off x="23458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h4120"/>
              <p:cNvSpPr/>
              <p:nvPr/>
            </p:nvSpPr>
            <p:spPr>
              <a:xfrm>
                <a:off x="235514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h4121"/>
              <p:cNvSpPr/>
              <p:nvPr/>
            </p:nvSpPr>
            <p:spPr>
              <a:xfrm>
                <a:off x="23644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h4122"/>
              <p:cNvSpPr/>
              <p:nvPr/>
            </p:nvSpPr>
            <p:spPr>
              <a:xfrm>
                <a:off x="23736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h4123"/>
              <p:cNvSpPr/>
              <p:nvPr/>
            </p:nvSpPr>
            <p:spPr>
              <a:xfrm>
                <a:off x="23829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h4124"/>
              <p:cNvSpPr/>
              <p:nvPr/>
            </p:nvSpPr>
            <p:spPr>
              <a:xfrm>
                <a:off x="239219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h4125"/>
              <p:cNvSpPr/>
              <p:nvPr/>
            </p:nvSpPr>
            <p:spPr>
              <a:xfrm>
                <a:off x="24014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h4126"/>
              <p:cNvSpPr/>
              <p:nvPr/>
            </p:nvSpPr>
            <p:spPr>
              <a:xfrm>
                <a:off x="24107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h4127"/>
              <p:cNvSpPr/>
              <p:nvPr/>
            </p:nvSpPr>
            <p:spPr>
              <a:xfrm>
                <a:off x="24199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h4128"/>
              <p:cNvSpPr/>
              <p:nvPr/>
            </p:nvSpPr>
            <p:spPr>
              <a:xfrm>
                <a:off x="24292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h4129"/>
              <p:cNvSpPr/>
              <p:nvPr/>
            </p:nvSpPr>
            <p:spPr>
              <a:xfrm>
                <a:off x="243850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h4130"/>
              <p:cNvSpPr/>
              <p:nvPr/>
            </p:nvSpPr>
            <p:spPr>
              <a:xfrm>
                <a:off x="24477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h4131"/>
              <p:cNvSpPr/>
              <p:nvPr/>
            </p:nvSpPr>
            <p:spPr>
              <a:xfrm>
                <a:off x="24570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h4132"/>
              <p:cNvSpPr/>
              <p:nvPr/>
            </p:nvSpPr>
            <p:spPr>
              <a:xfrm>
                <a:off x="24662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h4133"/>
              <p:cNvSpPr/>
              <p:nvPr/>
            </p:nvSpPr>
            <p:spPr>
              <a:xfrm>
                <a:off x="247555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h4134"/>
              <p:cNvSpPr/>
              <p:nvPr/>
            </p:nvSpPr>
            <p:spPr>
              <a:xfrm>
                <a:off x="24848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h4135"/>
              <p:cNvSpPr/>
              <p:nvPr/>
            </p:nvSpPr>
            <p:spPr>
              <a:xfrm>
                <a:off x="24940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h4136"/>
              <p:cNvSpPr/>
              <p:nvPr/>
            </p:nvSpPr>
            <p:spPr>
              <a:xfrm>
                <a:off x="2512603" y="18780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3" y="897161"/>
                    </a:lnTo>
                    <a:lnTo>
                      <a:pt x="914400" y="898070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h4137"/>
              <p:cNvSpPr/>
              <p:nvPr/>
            </p:nvSpPr>
            <p:spPr>
              <a:xfrm>
                <a:off x="2512603" y="1878018"/>
                <a:ext cx="9183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54" h="914400">
                    <a:moveTo>
                      <a:pt x="914400" y="914400"/>
                    </a:moveTo>
                    <a:lnTo>
                      <a:pt x="914410" y="898109"/>
                    </a:lnTo>
                    <a:lnTo>
                      <a:pt x="914553" y="898702"/>
                    </a:lnTo>
                    <a:lnTo>
                      <a:pt x="914699" y="899301"/>
                    </a:lnTo>
                    <a:lnTo>
                      <a:pt x="914844" y="899901"/>
                    </a:lnTo>
                    <a:lnTo>
                      <a:pt x="914989" y="900500"/>
                    </a:lnTo>
                    <a:lnTo>
                      <a:pt x="915134" y="901099"/>
                    </a:lnTo>
                    <a:lnTo>
                      <a:pt x="915279" y="901699"/>
                    </a:lnTo>
                    <a:lnTo>
                      <a:pt x="915425" y="902298"/>
                    </a:lnTo>
                    <a:lnTo>
                      <a:pt x="915570" y="902898"/>
                    </a:lnTo>
                    <a:lnTo>
                      <a:pt x="915715" y="903497"/>
                    </a:lnTo>
                    <a:lnTo>
                      <a:pt x="915860" y="904096"/>
                    </a:lnTo>
                    <a:lnTo>
                      <a:pt x="916005" y="904696"/>
                    </a:lnTo>
                    <a:lnTo>
                      <a:pt x="916150" y="905295"/>
                    </a:lnTo>
                    <a:lnTo>
                      <a:pt x="918354" y="914400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h4138"/>
              <p:cNvSpPr/>
              <p:nvPr/>
            </p:nvSpPr>
            <p:spPr>
              <a:xfrm>
                <a:off x="3142434" y="18607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50" y="931638"/>
                    </a:lnTo>
                    <a:lnTo>
                      <a:pt x="909065" y="921822"/>
                    </a:lnTo>
                    <a:lnTo>
                      <a:pt x="908235" y="914400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h4139"/>
              <p:cNvSpPr/>
              <p:nvPr/>
            </p:nvSpPr>
            <p:spPr>
              <a:xfrm>
                <a:off x="314243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h4140"/>
              <p:cNvSpPr/>
              <p:nvPr/>
            </p:nvSpPr>
            <p:spPr>
              <a:xfrm>
                <a:off x="31516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h4141"/>
              <p:cNvSpPr/>
              <p:nvPr/>
            </p:nvSpPr>
            <p:spPr>
              <a:xfrm>
                <a:off x="31609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h4142"/>
              <p:cNvSpPr/>
              <p:nvPr/>
            </p:nvSpPr>
            <p:spPr>
              <a:xfrm>
                <a:off x="31702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h4143"/>
              <p:cNvSpPr/>
              <p:nvPr/>
            </p:nvSpPr>
            <p:spPr>
              <a:xfrm>
                <a:off x="31794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h4144"/>
              <p:cNvSpPr/>
              <p:nvPr/>
            </p:nvSpPr>
            <p:spPr>
              <a:xfrm>
                <a:off x="318874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h4145"/>
              <p:cNvSpPr/>
              <p:nvPr/>
            </p:nvSpPr>
            <p:spPr>
              <a:xfrm>
                <a:off x="31980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h4146"/>
              <p:cNvSpPr/>
              <p:nvPr/>
            </p:nvSpPr>
            <p:spPr>
              <a:xfrm>
                <a:off x="32072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h4147"/>
              <p:cNvSpPr/>
              <p:nvPr/>
            </p:nvSpPr>
            <p:spPr>
              <a:xfrm>
                <a:off x="32165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h4148"/>
              <p:cNvSpPr/>
              <p:nvPr/>
            </p:nvSpPr>
            <p:spPr>
              <a:xfrm>
                <a:off x="322579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h4149"/>
              <p:cNvSpPr/>
              <p:nvPr/>
            </p:nvSpPr>
            <p:spPr>
              <a:xfrm>
                <a:off x="32350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h4150"/>
              <p:cNvSpPr/>
              <p:nvPr/>
            </p:nvSpPr>
            <p:spPr>
              <a:xfrm>
                <a:off x="32443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h4151"/>
              <p:cNvSpPr/>
              <p:nvPr/>
            </p:nvSpPr>
            <p:spPr>
              <a:xfrm>
                <a:off x="32535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h4152"/>
              <p:cNvSpPr/>
              <p:nvPr/>
            </p:nvSpPr>
            <p:spPr>
              <a:xfrm>
                <a:off x="32628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h4153"/>
              <p:cNvSpPr/>
              <p:nvPr/>
            </p:nvSpPr>
            <p:spPr>
              <a:xfrm>
                <a:off x="327210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h4154"/>
              <p:cNvSpPr/>
              <p:nvPr/>
            </p:nvSpPr>
            <p:spPr>
              <a:xfrm>
                <a:off x="32813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h4155"/>
              <p:cNvSpPr/>
              <p:nvPr/>
            </p:nvSpPr>
            <p:spPr>
              <a:xfrm>
                <a:off x="32906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h4156"/>
              <p:cNvSpPr/>
              <p:nvPr/>
            </p:nvSpPr>
            <p:spPr>
              <a:xfrm>
                <a:off x="32998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h4157"/>
              <p:cNvSpPr/>
              <p:nvPr/>
            </p:nvSpPr>
            <p:spPr>
              <a:xfrm>
                <a:off x="330915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h4158"/>
              <p:cNvSpPr/>
              <p:nvPr/>
            </p:nvSpPr>
            <p:spPr>
              <a:xfrm>
                <a:off x="33184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h4159"/>
              <p:cNvSpPr/>
              <p:nvPr/>
            </p:nvSpPr>
            <p:spPr>
              <a:xfrm>
                <a:off x="33276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h4160"/>
              <p:cNvSpPr/>
              <p:nvPr/>
            </p:nvSpPr>
            <p:spPr>
              <a:xfrm>
                <a:off x="333694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h4161"/>
              <p:cNvSpPr/>
              <p:nvPr/>
            </p:nvSpPr>
            <p:spPr>
              <a:xfrm>
                <a:off x="334620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h4162"/>
              <p:cNvSpPr/>
              <p:nvPr/>
            </p:nvSpPr>
            <p:spPr>
              <a:xfrm>
                <a:off x="335546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h4163"/>
              <p:cNvSpPr/>
              <p:nvPr/>
            </p:nvSpPr>
            <p:spPr>
              <a:xfrm>
                <a:off x="3364728" y="18780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312"/>
                    </a:lnTo>
                    <a:lnTo>
                      <a:pt x="921581" y="908229"/>
                    </a:lnTo>
                    <a:lnTo>
                      <a:pt x="920436" y="912510"/>
                    </a:lnTo>
                    <a:lnTo>
                      <a:pt x="920713" y="914400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h4164"/>
              <p:cNvSpPr/>
              <p:nvPr/>
            </p:nvSpPr>
            <p:spPr>
              <a:xfrm>
                <a:off x="3373990" y="1860779"/>
                <a:ext cx="914861" cy="916550"/>
              </a:xfrm>
              <a:custGeom>
                <a:avLst/>
                <a:gdLst/>
                <a:ahLst/>
                <a:cxnLst/>
                <a:rect l="0" t="0" r="0" b="0"/>
                <a:pathLst>
                  <a:path w="914861" h="916550">
                    <a:moveTo>
                      <a:pt x="914400" y="914400"/>
                    </a:moveTo>
                    <a:lnTo>
                      <a:pt x="914861" y="914400"/>
                    </a:lnTo>
                    <a:lnTo>
                      <a:pt x="914613" y="915637"/>
                    </a:lnTo>
                    <a:lnTo>
                      <a:pt x="914400" y="916550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h4165"/>
              <p:cNvSpPr/>
              <p:nvPr/>
            </p:nvSpPr>
            <p:spPr>
              <a:xfrm>
                <a:off x="2216212" y="1843541"/>
                <a:ext cx="914400" cy="92335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51">
                    <a:moveTo>
                      <a:pt x="914400" y="914400"/>
                    </a:moveTo>
                    <a:lnTo>
                      <a:pt x="914400" y="923351"/>
                    </a:lnTo>
                    <a:lnTo>
                      <a:pt x="914246" y="923016"/>
                    </a:lnTo>
                    <a:lnTo>
                      <a:pt x="913096" y="920510"/>
                    </a:lnTo>
                    <a:lnTo>
                      <a:pt x="910437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h4166"/>
              <p:cNvSpPr/>
              <p:nvPr/>
            </p:nvSpPr>
            <p:spPr>
              <a:xfrm>
                <a:off x="221621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99" y="931638"/>
                    </a:lnTo>
                    <a:lnTo>
                      <a:pt x="917669" y="930481"/>
                    </a:lnTo>
                    <a:lnTo>
                      <a:pt x="916528" y="927993"/>
                    </a:lnTo>
                    <a:lnTo>
                      <a:pt x="915388" y="925505"/>
                    </a:lnTo>
                    <a:lnTo>
                      <a:pt x="914400" y="923351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h4167"/>
              <p:cNvSpPr/>
              <p:nvPr/>
            </p:nvSpPr>
            <p:spPr>
              <a:xfrm>
                <a:off x="222547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h4168"/>
              <p:cNvSpPr/>
              <p:nvPr/>
            </p:nvSpPr>
            <p:spPr>
              <a:xfrm>
                <a:off x="223473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h4169"/>
              <p:cNvSpPr/>
              <p:nvPr/>
            </p:nvSpPr>
            <p:spPr>
              <a:xfrm>
                <a:off x="224399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h4170"/>
              <p:cNvSpPr/>
              <p:nvPr/>
            </p:nvSpPr>
            <p:spPr>
              <a:xfrm>
                <a:off x="225326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h4171"/>
              <p:cNvSpPr/>
              <p:nvPr/>
            </p:nvSpPr>
            <p:spPr>
              <a:xfrm>
                <a:off x="226252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h4172"/>
              <p:cNvSpPr/>
              <p:nvPr/>
            </p:nvSpPr>
            <p:spPr>
              <a:xfrm>
                <a:off x="227178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h4173"/>
              <p:cNvSpPr/>
              <p:nvPr/>
            </p:nvSpPr>
            <p:spPr>
              <a:xfrm>
                <a:off x="228104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h4174"/>
              <p:cNvSpPr/>
              <p:nvPr/>
            </p:nvSpPr>
            <p:spPr>
              <a:xfrm>
                <a:off x="229031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h4175"/>
              <p:cNvSpPr/>
              <p:nvPr/>
            </p:nvSpPr>
            <p:spPr>
              <a:xfrm>
                <a:off x="229957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h4176"/>
              <p:cNvSpPr/>
              <p:nvPr/>
            </p:nvSpPr>
            <p:spPr>
              <a:xfrm>
                <a:off x="230883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h4177"/>
              <p:cNvSpPr/>
              <p:nvPr/>
            </p:nvSpPr>
            <p:spPr>
              <a:xfrm>
                <a:off x="23180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h4178"/>
              <p:cNvSpPr/>
              <p:nvPr/>
            </p:nvSpPr>
            <p:spPr>
              <a:xfrm>
                <a:off x="23273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h4179"/>
              <p:cNvSpPr/>
              <p:nvPr/>
            </p:nvSpPr>
            <p:spPr>
              <a:xfrm>
                <a:off x="23366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h4180"/>
              <p:cNvSpPr/>
              <p:nvPr/>
            </p:nvSpPr>
            <p:spPr>
              <a:xfrm>
                <a:off x="23458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h4181"/>
              <p:cNvSpPr/>
              <p:nvPr/>
            </p:nvSpPr>
            <p:spPr>
              <a:xfrm>
                <a:off x="235514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h4182"/>
              <p:cNvSpPr/>
              <p:nvPr/>
            </p:nvSpPr>
            <p:spPr>
              <a:xfrm>
                <a:off x="23644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h4183"/>
              <p:cNvSpPr/>
              <p:nvPr/>
            </p:nvSpPr>
            <p:spPr>
              <a:xfrm>
                <a:off x="23736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h4184"/>
              <p:cNvSpPr/>
              <p:nvPr/>
            </p:nvSpPr>
            <p:spPr>
              <a:xfrm>
                <a:off x="23829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h4185"/>
              <p:cNvSpPr/>
              <p:nvPr/>
            </p:nvSpPr>
            <p:spPr>
              <a:xfrm>
                <a:off x="239219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h4186"/>
              <p:cNvSpPr/>
              <p:nvPr/>
            </p:nvSpPr>
            <p:spPr>
              <a:xfrm>
                <a:off x="24014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h4187"/>
              <p:cNvSpPr/>
              <p:nvPr/>
            </p:nvSpPr>
            <p:spPr>
              <a:xfrm>
                <a:off x="24107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h4188"/>
              <p:cNvSpPr/>
              <p:nvPr/>
            </p:nvSpPr>
            <p:spPr>
              <a:xfrm>
                <a:off x="24199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h4189"/>
              <p:cNvSpPr/>
              <p:nvPr/>
            </p:nvSpPr>
            <p:spPr>
              <a:xfrm>
                <a:off x="24292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h4190"/>
              <p:cNvSpPr/>
              <p:nvPr/>
            </p:nvSpPr>
            <p:spPr>
              <a:xfrm>
                <a:off x="243850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h4191"/>
              <p:cNvSpPr/>
              <p:nvPr/>
            </p:nvSpPr>
            <p:spPr>
              <a:xfrm>
                <a:off x="24477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h4192"/>
              <p:cNvSpPr/>
              <p:nvPr/>
            </p:nvSpPr>
            <p:spPr>
              <a:xfrm>
                <a:off x="24570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h4193"/>
              <p:cNvSpPr/>
              <p:nvPr/>
            </p:nvSpPr>
            <p:spPr>
              <a:xfrm>
                <a:off x="24662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h4194"/>
              <p:cNvSpPr/>
              <p:nvPr/>
            </p:nvSpPr>
            <p:spPr>
              <a:xfrm>
                <a:off x="247555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h4195"/>
              <p:cNvSpPr/>
              <p:nvPr/>
            </p:nvSpPr>
            <p:spPr>
              <a:xfrm>
                <a:off x="24848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h4196"/>
              <p:cNvSpPr/>
              <p:nvPr/>
            </p:nvSpPr>
            <p:spPr>
              <a:xfrm>
                <a:off x="24940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h4197"/>
              <p:cNvSpPr/>
              <p:nvPr/>
            </p:nvSpPr>
            <p:spPr>
              <a:xfrm>
                <a:off x="2503341" y="1860779"/>
                <a:ext cx="923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650" y="897161"/>
                    </a:lnTo>
                    <a:lnTo>
                      <a:pt x="921123" y="905530"/>
                    </a:lnTo>
                    <a:lnTo>
                      <a:pt x="923426" y="914400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h4198"/>
              <p:cNvSpPr/>
              <p:nvPr/>
            </p:nvSpPr>
            <p:spPr>
              <a:xfrm>
                <a:off x="3142434" y="18435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235" y="931638"/>
                    </a:lnTo>
                    <a:lnTo>
                      <a:pt x="907892" y="928564"/>
                    </a:lnTo>
                    <a:lnTo>
                      <a:pt x="907012" y="917969"/>
                    </a:lnTo>
                    <a:lnTo>
                      <a:pt x="906817" y="914400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h4199"/>
              <p:cNvSpPr/>
              <p:nvPr/>
            </p:nvSpPr>
            <p:spPr>
              <a:xfrm>
                <a:off x="314243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h4200"/>
              <p:cNvSpPr/>
              <p:nvPr/>
            </p:nvSpPr>
            <p:spPr>
              <a:xfrm>
                <a:off x="31516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h4201"/>
              <p:cNvSpPr/>
              <p:nvPr/>
            </p:nvSpPr>
            <p:spPr>
              <a:xfrm>
                <a:off x="31609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h4202"/>
              <p:cNvSpPr/>
              <p:nvPr/>
            </p:nvSpPr>
            <p:spPr>
              <a:xfrm>
                <a:off x="31702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h4203"/>
              <p:cNvSpPr/>
              <p:nvPr/>
            </p:nvSpPr>
            <p:spPr>
              <a:xfrm>
                <a:off x="31794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h4204"/>
              <p:cNvSpPr/>
              <p:nvPr/>
            </p:nvSpPr>
            <p:spPr>
              <a:xfrm>
                <a:off x="318874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h4205"/>
              <p:cNvSpPr/>
              <p:nvPr/>
            </p:nvSpPr>
            <p:spPr>
              <a:xfrm>
                <a:off x="31980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h4206"/>
              <p:cNvSpPr/>
              <p:nvPr/>
            </p:nvSpPr>
            <p:spPr>
              <a:xfrm>
                <a:off x="32072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h4207"/>
              <p:cNvSpPr/>
              <p:nvPr/>
            </p:nvSpPr>
            <p:spPr>
              <a:xfrm>
                <a:off x="32165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h4208"/>
              <p:cNvSpPr/>
              <p:nvPr/>
            </p:nvSpPr>
            <p:spPr>
              <a:xfrm>
                <a:off x="322579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h4209"/>
              <p:cNvSpPr/>
              <p:nvPr/>
            </p:nvSpPr>
            <p:spPr>
              <a:xfrm>
                <a:off x="32350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h4210"/>
              <p:cNvSpPr/>
              <p:nvPr/>
            </p:nvSpPr>
            <p:spPr>
              <a:xfrm>
                <a:off x="32443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h4211"/>
              <p:cNvSpPr/>
              <p:nvPr/>
            </p:nvSpPr>
            <p:spPr>
              <a:xfrm>
                <a:off x="32535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h4212"/>
              <p:cNvSpPr/>
              <p:nvPr/>
            </p:nvSpPr>
            <p:spPr>
              <a:xfrm>
                <a:off x="32628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h4213"/>
              <p:cNvSpPr/>
              <p:nvPr/>
            </p:nvSpPr>
            <p:spPr>
              <a:xfrm>
                <a:off x="327210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h4214"/>
              <p:cNvSpPr/>
              <p:nvPr/>
            </p:nvSpPr>
            <p:spPr>
              <a:xfrm>
                <a:off x="32813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h4215"/>
              <p:cNvSpPr/>
              <p:nvPr/>
            </p:nvSpPr>
            <p:spPr>
              <a:xfrm>
                <a:off x="32906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h4216"/>
              <p:cNvSpPr/>
              <p:nvPr/>
            </p:nvSpPr>
            <p:spPr>
              <a:xfrm>
                <a:off x="32998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h4217"/>
              <p:cNvSpPr/>
              <p:nvPr/>
            </p:nvSpPr>
            <p:spPr>
              <a:xfrm>
                <a:off x="330915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h4218"/>
              <p:cNvSpPr/>
              <p:nvPr/>
            </p:nvSpPr>
            <p:spPr>
              <a:xfrm>
                <a:off x="33184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h4219"/>
              <p:cNvSpPr/>
              <p:nvPr/>
            </p:nvSpPr>
            <p:spPr>
              <a:xfrm>
                <a:off x="33276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h4220"/>
              <p:cNvSpPr/>
              <p:nvPr/>
            </p:nvSpPr>
            <p:spPr>
              <a:xfrm>
                <a:off x="333694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h4221"/>
              <p:cNvSpPr/>
              <p:nvPr/>
            </p:nvSpPr>
            <p:spPr>
              <a:xfrm>
                <a:off x="334620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h4222"/>
              <p:cNvSpPr/>
              <p:nvPr/>
            </p:nvSpPr>
            <p:spPr>
              <a:xfrm>
                <a:off x="335546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h4223"/>
              <p:cNvSpPr/>
              <p:nvPr/>
            </p:nvSpPr>
            <p:spPr>
              <a:xfrm>
                <a:off x="336472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h4224"/>
              <p:cNvSpPr/>
              <p:nvPr/>
            </p:nvSpPr>
            <p:spPr>
              <a:xfrm>
                <a:off x="3373990" y="1860779"/>
                <a:ext cx="918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6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063" y="897161"/>
                    </a:lnTo>
                    <a:lnTo>
                      <a:pt x="916630" y="905598"/>
                    </a:lnTo>
                    <a:lnTo>
                      <a:pt x="914861" y="914400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h4225"/>
              <p:cNvSpPr/>
              <p:nvPr/>
            </p:nvSpPr>
            <p:spPr>
              <a:xfrm>
                <a:off x="2206950" y="1826302"/>
                <a:ext cx="914400" cy="9180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58">
                    <a:moveTo>
                      <a:pt x="914400" y="914400"/>
                    </a:moveTo>
                    <a:lnTo>
                      <a:pt x="914400" y="918058"/>
                    </a:lnTo>
                    <a:lnTo>
                      <a:pt x="913123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h4226"/>
              <p:cNvSpPr/>
              <p:nvPr/>
            </p:nvSpPr>
            <p:spPr>
              <a:xfrm>
                <a:off x="220695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18702" y="929346"/>
                    </a:lnTo>
                    <a:lnTo>
                      <a:pt x="915287" y="920599"/>
                    </a:lnTo>
                    <a:lnTo>
                      <a:pt x="914400" y="91805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h4227"/>
              <p:cNvSpPr/>
              <p:nvPr/>
            </p:nvSpPr>
            <p:spPr>
              <a:xfrm>
                <a:off x="221621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h4228"/>
              <p:cNvSpPr/>
              <p:nvPr/>
            </p:nvSpPr>
            <p:spPr>
              <a:xfrm>
                <a:off x="222547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h4229"/>
              <p:cNvSpPr/>
              <p:nvPr/>
            </p:nvSpPr>
            <p:spPr>
              <a:xfrm>
                <a:off x="223473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h4230"/>
              <p:cNvSpPr/>
              <p:nvPr/>
            </p:nvSpPr>
            <p:spPr>
              <a:xfrm>
                <a:off x="224399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h4231"/>
              <p:cNvSpPr/>
              <p:nvPr/>
            </p:nvSpPr>
            <p:spPr>
              <a:xfrm>
                <a:off x="225326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h4232"/>
              <p:cNvSpPr/>
              <p:nvPr/>
            </p:nvSpPr>
            <p:spPr>
              <a:xfrm>
                <a:off x="226252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h4233"/>
              <p:cNvSpPr/>
              <p:nvPr/>
            </p:nvSpPr>
            <p:spPr>
              <a:xfrm>
                <a:off x="227178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h4234"/>
              <p:cNvSpPr/>
              <p:nvPr/>
            </p:nvSpPr>
            <p:spPr>
              <a:xfrm>
                <a:off x="228104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h4235"/>
              <p:cNvSpPr/>
              <p:nvPr/>
            </p:nvSpPr>
            <p:spPr>
              <a:xfrm>
                <a:off x="229031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h4236"/>
              <p:cNvSpPr/>
              <p:nvPr/>
            </p:nvSpPr>
            <p:spPr>
              <a:xfrm>
                <a:off x="229957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h4237"/>
              <p:cNvSpPr/>
              <p:nvPr/>
            </p:nvSpPr>
            <p:spPr>
              <a:xfrm>
                <a:off x="230883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h4238"/>
              <p:cNvSpPr/>
              <p:nvPr/>
            </p:nvSpPr>
            <p:spPr>
              <a:xfrm>
                <a:off x="23180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h4239"/>
              <p:cNvSpPr/>
              <p:nvPr/>
            </p:nvSpPr>
            <p:spPr>
              <a:xfrm>
                <a:off x="23273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h4240"/>
              <p:cNvSpPr/>
              <p:nvPr/>
            </p:nvSpPr>
            <p:spPr>
              <a:xfrm>
                <a:off x="23366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h4241"/>
              <p:cNvSpPr/>
              <p:nvPr/>
            </p:nvSpPr>
            <p:spPr>
              <a:xfrm>
                <a:off x="23458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h4242"/>
              <p:cNvSpPr/>
              <p:nvPr/>
            </p:nvSpPr>
            <p:spPr>
              <a:xfrm>
                <a:off x="235514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h4243"/>
              <p:cNvSpPr/>
              <p:nvPr/>
            </p:nvSpPr>
            <p:spPr>
              <a:xfrm>
                <a:off x="23644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h4244"/>
              <p:cNvSpPr/>
              <p:nvPr/>
            </p:nvSpPr>
            <p:spPr>
              <a:xfrm>
                <a:off x="23736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h4245"/>
              <p:cNvSpPr/>
              <p:nvPr/>
            </p:nvSpPr>
            <p:spPr>
              <a:xfrm>
                <a:off x="23829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h4246"/>
              <p:cNvSpPr/>
              <p:nvPr/>
            </p:nvSpPr>
            <p:spPr>
              <a:xfrm>
                <a:off x="239219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h4247"/>
              <p:cNvSpPr/>
              <p:nvPr/>
            </p:nvSpPr>
            <p:spPr>
              <a:xfrm>
                <a:off x="24014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h4248"/>
              <p:cNvSpPr/>
              <p:nvPr/>
            </p:nvSpPr>
            <p:spPr>
              <a:xfrm>
                <a:off x="24107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h4249"/>
              <p:cNvSpPr/>
              <p:nvPr/>
            </p:nvSpPr>
            <p:spPr>
              <a:xfrm>
                <a:off x="24199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h4250"/>
              <p:cNvSpPr/>
              <p:nvPr/>
            </p:nvSpPr>
            <p:spPr>
              <a:xfrm>
                <a:off x="24292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h4251"/>
              <p:cNvSpPr/>
              <p:nvPr/>
            </p:nvSpPr>
            <p:spPr>
              <a:xfrm>
                <a:off x="243850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h4252"/>
              <p:cNvSpPr/>
              <p:nvPr/>
            </p:nvSpPr>
            <p:spPr>
              <a:xfrm>
                <a:off x="24477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h4253"/>
              <p:cNvSpPr/>
              <p:nvPr/>
            </p:nvSpPr>
            <p:spPr>
              <a:xfrm>
                <a:off x="24570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h4254"/>
              <p:cNvSpPr/>
              <p:nvPr/>
            </p:nvSpPr>
            <p:spPr>
              <a:xfrm>
                <a:off x="24662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h4255"/>
              <p:cNvSpPr/>
              <p:nvPr/>
            </p:nvSpPr>
            <p:spPr>
              <a:xfrm>
                <a:off x="247555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h4256"/>
              <p:cNvSpPr/>
              <p:nvPr/>
            </p:nvSpPr>
            <p:spPr>
              <a:xfrm>
                <a:off x="24848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h4257"/>
              <p:cNvSpPr/>
              <p:nvPr/>
            </p:nvSpPr>
            <p:spPr>
              <a:xfrm>
                <a:off x="2503341" y="18435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671" y="897161"/>
                    </a:lnTo>
                    <a:lnTo>
                      <a:pt x="914400" y="901782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h4258"/>
              <p:cNvSpPr/>
              <p:nvPr/>
            </p:nvSpPr>
            <p:spPr>
              <a:xfrm>
                <a:off x="2503341" y="1843541"/>
                <a:ext cx="9186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0" h="914400">
                    <a:moveTo>
                      <a:pt x="914400" y="914400"/>
                    </a:moveTo>
                    <a:lnTo>
                      <a:pt x="914400" y="901782"/>
                    </a:lnTo>
                    <a:lnTo>
                      <a:pt x="915210" y="903949"/>
                    </a:lnTo>
                    <a:lnTo>
                      <a:pt x="918300" y="913213"/>
                    </a:lnTo>
                    <a:lnTo>
                      <a:pt x="918650" y="914400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h4259"/>
              <p:cNvSpPr/>
              <p:nvPr/>
            </p:nvSpPr>
            <p:spPr>
              <a:xfrm>
                <a:off x="3142434" y="18263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817" y="931638"/>
                    </a:lnTo>
                    <a:lnTo>
                      <a:pt x="906429" y="924541"/>
                    </a:lnTo>
                    <a:lnTo>
                      <a:pt x="906159" y="914400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h4260"/>
              <p:cNvSpPr/>
              <p:nvPr/>
            </p:nvSpPr>
            <p:spPr>
              <a:xfrm>
                <a:off x="314243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h4261"/>
              <p:cNvSpPr/>
              <p:nvPr/>
            </p:nvSpPr>
            <p:spPr>
              <a:xfrm>
                <a:off x="31516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h4262"/>
              <p:cNvSpPr/>
              <p:nvPr/>
            </p:nvSpPr>
            <p:spPr>
              <a:xfrm>
                <a:off x="31609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h4263"/>
              <p:cNvSpPr/>
              <p:nvPr/>
            </p:nvSpPr>
            <p:spPr>
              <a:xfrm>
                <a:off x="31702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h4264"/>
              <p:cNvSpPr/>
              <p:nvPr/>
            </p:nvSpPr>
            <p:spPr>
              <a:xfrm>
                <a:off x="31794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h4265"/>
              <p:cNvSpPr/>
              <p:nvPr/>
            </p:nvSpPr>
            <p:spPr>
              <a:xfrm>
                <a:off x="318874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h4266"/>
              <p:cNvSpPr/>
              <p:nvPr/>
            </p:nvSpPr>
            <p:spPr>
              <a:xfrm>
                <a:off x="31980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h4267"/>
              <p:cNvSpPr/>
              <p:nvPr/>
            </p:nvSpPr>
            <p:spPr>
              <a:xfrm>
                <a:off x="32072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h4268"/>
              <p:cNvSpPr/>
              <p:nvPr/>
            </p:nvSpPr>
            <p:spPr>
              <a:xfrm>
                <a:off x="32165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h4269"/>
              <p:cNvSpPr/>
              <p:nvPr/>
            </p:nvSpPr>
            <p:spPr>
              <a:xfrm>
                <a:off x="322579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h4270"/>
              <p:cNvSpPr/>
              <p:nvPr/>
            </p:nvSpPr>
            <p:spPr>
              <a:xfrm>
                <a:off x="32350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h4271"/>
              <p:cNvSpPr/>
              <p:nvPr/>
            </p:nvSpPr>
            <p:spPr>
              <a:xfrm>
                <a:off x="32443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h4272"/>
              <p:cNvSpPr/>
              <p:nvPr/>
            </p:nvSpPr>
            <p:spPr>
              <a:xfrm>
                <a:off x="32535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h4273"/>
              <p:cNvSpPr/>
              <p:nvPr/>
            </p:nvSpPr>
            <p:spPr>
              <a:xfrm>
                <a:off x="32628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h4274"/>
              <p:cNvSpPr/>
              <p:nvPr/>
            </p:nvSpPr>
            <p:spPr>
              <a:xfrm>
                <a:off x="327210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h4275"/>
              <p:cNvSpPr/>
              <p:nvPr/>
            </p:nvSpPr>
            <p:spPr>
              <a:xfrm>
                <a:off x="32813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h4276"/>
              <p:cNvSpPr/>
              <p:nvPr/>
            </p:nvSpPr>
            <p:spPr>
              <a:xfrm>
                <a:off x="32906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h4277"/>
              <p:cNvSpPr/>
              <p:nvPr/>
            </p:nvSpPr>
            <p:spPr>
              <a:xfrm>
                <a:off x="32998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h4278"/>
              <p:cNvSpPr/>
              <p:nvPr/>
            </p:nvSpPr>
            <p:spPr>
              <a:xfrm>
                <a:off x="330915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h4279"/>
              <p:cNvSpPr/>
              <p:nvPr/>
            </p:nvSpPr>
            <p:spPr>
              <a:xfrm>
                <a:off x="33184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h4280"/>
              <p:cNvSpPr/>
              <p:nvPr/>
            </p:nvSpPr>
            <p:spPr>
              <a:xfrm>
                <a:off x="332767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h4281"/>
              <p:cNvSpPr/>
              <p:nvPr/>
            </p:nvSpPr>
            <p:spPr>
              <a:xfrm>
                <a:off x="333694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h4282"/>
              <p:cNvSpPr/>
              <p:nvPr/>
            </p:nvSpPr>
            <p:spPr>
              <a:xfrm>
                <a:off x="334620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h4283"/>
              <p:cNvSpPr/>
              <p:nvPr/>
            </p:nvSpPr>
            <p:spPr>
              <a:xfrm>
                <a:off x="335546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h4284"/>
              <p:cNvSpPr/>
              <p:nvPr/>
            </p:nvSpPr>
            <p:spPr>
              <a:xfrm>
                <a:off x="336472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h4285"/>
              <p:cNvSpPr/>
              <p:nvPr/>
            </p:nvSpPr>
            <p:spPr>
              <a:xfrm>
                <a:off x="3373990" y="1843541"/>
                <a:ext cx="9203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75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375" y="897161"/>
                    </a:lnTo>
                    <a:lnTo>
                      <a:pt x="919815" y="902244"/>
                    </a:lnTo>
                    <a:lnTo>
                      <a:pt x="918366" y="912617"/>
                    </a:lnTo>
                    <a:lnTo>
                      <a:pt x="918063" y="914400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h4286"/>
              <p:cNvSpPr/>
              <p:nvPr/>
            </p:nvSpPr>
            <p:spPr>
              <a:xfrm>
                <a:off x="2206950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123" y="931638"/>
                    </a:lnTo>
                    <a:lnTo>
                      <a:pt x="912122" y="928771"/>
                    </a:lnTo>
                    <a:lnTo>
                      <a:pt x="909215" y="919408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h4287"/>
              <p:cNvSpPr/>
              <p:nvPr/>
            </p:nvSpPr>
            <p:spPr>
              <a:xfrm>
                <a:off x="220695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h4288"/>
              <p:cNvSpPr/>
              <p:nvPr/>
            </p:nvSpPr>
            <p:spPr>
              <a:xfrm>
                <a:off x="221621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h4289"/>
              <p:cNvSpPr/>
              <p:nvPr/>
            </p:nvSpPr>
            <p:spPr>
              <a:xfrm>
                <a:off x="222547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h4290"/>
              <p:cNvSpPr/>
              <p:nvPr/>
            </p:nvSpPr>
            <p:spPr>
              <a:xfrm>
                <a:off x="223473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h4291"/>
              <p:cNvSpPr/>
              <p:nvPr/>
            </p:nvSpPr>
            <p:spPr>
              <a:xfrm>
                <a:off x="224399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h4292"/>
              <p:cNvSpPr/>
              <p:nvPr/>
            </p:nvSpPr>
            <p:spPr>
              <a:xfrm>
                <a:off x="225326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h4293"/>
              <p:cNvSpPr/>
              <p:nvPr/>
            </p:nvSpPr>
            <p:spPr>
              <a:xfrm>
                <a:off x="226252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h4294"/>
              <p:cNvSpPr/>
              <p:nvPr/>
            </p:nvSpPr>
            <p:spPr>
              <a:xfrm>
                <a:off x="227178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h4295"/>
              <p:cNvSpPr/>
              <p:nvPr/>
            </p:nvSpPr>
            <p:spPr>
              <a:xfrm>
                <a:off x="228104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h4296"/>
              <p:cNvSpPr/>
              <p:nvPr/>
            </p:nvSpPr>
            <p:spPr>
              <a:xfrm>
                <a:off x="229031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h4297"/>
              <p:cNvSpPr/>
              <p:nvPr/>
            </p:nvSpPr>
            <p:spPr>
              <a:xfrm>
                <a:off x="229957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h4298"/>
              <p:cNvSpPr/>
              <p:nvPr/>
            </p:nvSpPr>
            <p:spPr>
              <a:xfrm>
                <a:off x="230883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h4299"/>
              <p:cNvSpPr/>
              <p:nvPr/>
            </p:nvSpPr>
            <p:spPr>
              <a:xfrm>
                <a:off x="23180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h4300"/>
              <p:cNvSpPr/>
              <p:nvPr/>
            </p:nvSpPr>
            <p:spPr>
              <a:xfrm>
                <a:off x="23273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h4301"/>
              <p:cNvSpPr/>
              <p:nvPr/>
            </p:nvSpPr>
            <p:spPr>
              <a:xfrm>
                <a:off x="23366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h4302"/>
              <p:cNvSpPr/>
              <p:nvPr/>
            </p:nvSpPr>
            <p:spPr>
              <a:xfrm>
                <a:off x="23458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h4303"/>
              <p:cNvSpPr/>
              <p:nvPr/>
            </p:nvSpPr>
            <p:spPr>
              <a:xfrm>
                <a:off x="235514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h4304"/>
              <p:cNvSpPr/>
              <p:nvPr/>
            </p:nvSpPr>
            <p:spPr>
              <a:xfrm>
                <a:off x="23644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h4305"/>
              <p:cNvSpPr/>
              <p:nvPr/>
            </p:nvSpPr>
            <p:spPr>
              <a:xfrm>
                <a:off x="23736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h4306"/>
              <p:cNvSpPr/>
              <p:nvPr/>
            </p:nvSpPr>
            <p:spPr>
              <a:xfrm>
                <a:off x="23829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h4307"/>
              <p:cNvSpPr/>
              <p:nvPr/>
            </p:nvSpPr>
            <p:spPr>
              <a:xfrm>
                <a:off x="239219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h4308"/>
              <p:cNvSpPr/>
              <p:nvPr/>
            </p:nvSpPr>
            <p:spPr>
              <a:xfrm>
                <a:off x="24014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h4309"/>
              <p:cNvSpPr/>
              <p:nvPr/>
            </p:nvSpPr>
            <p:spPr>
              <a:xfrm>
                <a:off x="24107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h4310"/>
              <p:cNvSpPr/>
              <p:nvPr/>
            </p:nvSpPr>
            <p:spPr>
              <a:xfrm>
                <a:off x="24199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h4311"/>
              <p:cNvSpPr/>
              <p:nvPr/>
            </p:nvSpPr>
            <p:spPr>
              <a:xfrm>
                <a:off x="24292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h4312"/>
              <p:cNvSpPr/>
              <p:nvPr/>
            </p:nvSpPr>
            <p:spPr>
              <a:xfrm>
                <a:off x="243850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h4313"/>
              <p:cNvSpPr/>
              <p:nvPr/>
            </p:nvSpPr>
            <p:spPr>
              <a:xfrm>
                <a:off x="24477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h4314"/>
              <p:cNvSpPr/>
              <p:nvPr/>
            </p:nvSpPr>
            <p:spPr>
              <a:xfrm>
                <a:off x="24570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h4315"/>
              <p:cNvSpPr/>
              <p:nvPr/>
            </p:nvSpPr>
            <p:spPr>
              <a:xfrm>
                <a:off x="24662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h4316"/>
              <p:cNvSpPr/>
              <p:nvPr/>
            </p:nvSpPr>
            <p:spPr>
              <a:xfrm>
                <a:off x="247555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h4317"/>
              <p:cNvSpPr/>
              <p:nvPr/>
            </p:nvSpPr>
            <p:spPr>
              <a:xfrm>
                <a:off x="24848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h4318"/>
              <p:cNvSpPr/>
              <p:nvPr/>
            </p:nvSpPr>
            <p:spPr>
              <a:xfrm>
                <a:off x="2494079" y="1826302"/>
                <a:ext cx="921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3" h="914400">
                    <a:moveTo>
                      <a:pt x="914400" y="914400"/>
                    </a:moveTo>
                    <a:lnTo>
                      <a:pt x="914518" y="897161"/>
                    </a:lnTo>
                    <a:lnTo>
                      <a:pt x="917528" y="903631"/>
                    </a:lnTo>
                    <a:lnTo>
                      <a:pt x="921124" y="912239"/>
                    </a:lnTo>
                    <a:lnTo>
                      <a:pt x="921933" y="914400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h4319"/>
              <p:cNvSpPr/>
              <p:nvPr/>
            </p:nvSpPr>
            <p:spPr>
              <a:xfrm>
                <a:off x="3142434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59" y="931638"/>
                    </a:lnTo>
                    <a:lnTo>
                      <a:pt x="906144" y="931072"/>
                    </a:lnTo>
                    <a:lnTo>
                      <a:pt x="906157" y="920351"/>
                    </a:lnTo>
                    <a:lnTo>
                      <a:pt x="906330" y="914400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h4320"/>
              <p:cNvSpPr/>
              <p:nvPr/>
            </p:nvSpPr>
            <p:spPr>
              <a:xfrm>
                <a:off x="314243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h4321"/>
              <p:cNvSpPr/>
              <p:nvPr/>
            </p:nvSpPr>
            <p:spPr>
              <a:xfrm>
                <a:off x="31516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h4322"/>
              <p:cNvSpPr/>
              <p:nvPr/>
            </p:nvSpPr>
            <p:spPr>
              <a:xfrm>
                <a:off x="31609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h4323"/>
              <p:cNvSpPr/>
              <p:nvPr/>
            </p:nvSpPr>
            <p:spPr>
              <a:xfrm>
                <a:off x="31702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h4324"/>
              <p:cNvSpPr/>
              <p:nvPr/>
            </p:nvSpPr>
            <p:spPr>
              <a:xfrm>
                <a:off x="31794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h4325"/>
              <p:cNvSpPr/>
              <p:nvPr/>
            </p:nvSpPr>
            <p:spPr>
              <a:xfrm>
                <a:off x="318874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h4326"/>
              <p:cNvSpPr/>
              <p:nvPr/>
            </p:nvSpPr>
            <p:spPr>
              <a:xfrm>
                <a:off x="31980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h4327"/>
              <p:cNvSpPr/>
              <p:nvPr/>
            </p:nvSpPr>
            <p:spPr>
              <a:xfrm>
                <a:off x="32072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h4328"/>
              <p:cNvSpPr/>
              <p:nvPr/>
            </p:nvSpPr>
            <p:spPr>
              <a:xfrm>
                <a:off x="32165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h4329"/>
              <p:cNvSpPr/>
              <p:nvPr/>
            </p:nvSpPr>
            <p:spPr>
              <a:xfrm>
                <a:off x="322579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h4330"/>
              <p:cNvSpPr/>
              <p:nvPr/>
            </p:nvSpPr>
            <p:spPr>
              <a:xfrm>
                <a:off x="32350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h4331"/>
              <p:cNvSpPr/>
              <p:nvPr/>
            </p:nvSpPr>
            <p:spPr>
              <a:xfrm>
                <a:off x="32443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h4332"/>
              <p:cNvSpPr/>
              <p:nvPr/>
            </p:nvSpPr>
            <p:spPr>
              <a:xfrm>
                <a:off x="32535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h4333"/>
              <p:cNvSpPr/>
              <p:nvPr/>
            </p:nvSpPr>
            <p:spPr>
              <a:xfrm>
                <a:off x="32628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h4334"/>
              <p:cNvSpPr/>
              <p:nvPr/>
            </p:nvSpPr>
            <p:spPr>
              <a:xfrm>
                <a:off x="327210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h4335"/>
              <p:cNvSpPr/>
              <p:nvPr/>
            </p:nvSpPr>
            <p:spPr>
              <a:xfrm>
                <a:off x="32813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h4336"/>
              <p:cNvSpPr/>
              <p:nvPr/>
            </p:nvSpPr>
            <p:spPr>
              <a:xfrm>
                <a:off x="32906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h4337"/>
              <p:cNvSpPr/>
              <p:nvPr/>
            </p:nvSpPr>
            <p:spPr>
              <a:xfrm>
                <a:off x="32998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h4338"/>
              <p:cNvSpPr/>
              <p:nvPr/>
            </p:nvSpPr>
            <p:spPr>
              <a:xfrm>
                <a:off x="330915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h4339"/>
              <p:cNvSpPr/>
              <p:nvPr/>
            </p:nvSpPr>
            <p:spPr>
              <a:xfrm>
                <a:off x="33184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h4340"/>
              <p:cNvSpPr/>
              <p:nvPr/>
            </p:nvSpPr>
            <p:spPr>
              <a:xfrm>
                <a:off x="332767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h4341"/>
              <p:cNvSpPr/>
              <p:nvPr/>
            </p:nvSpPr>
            <p:spPr>
              <a:xfrm>
                <a:off x="333694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h4342"/>
              <p:cNvSpPr/>
              <p:nvPr/>
            </p:nvSpPr>
            <p:spPr>
              <a:xfrm>
                <a:off x="334620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h4343"/>
              <p:cNvSpPr/>
              <p:nvPr/>
            </p:nvSpPr>
            <p:spPr>
              <a:xfrm>
                <a:off x="335546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h4344"/>
              <p:cNvSpPr/>
              <p:nvPr/>
            </p:nvSpPr>
            <p:spPr>
              <a:xfrm>
                <a:off x="336472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h4345"/>
              <p:cNvSpPr/>
              <p:nvPr/>
            </p:nvSpPr>
            <p:spPr>
              <a:xfrm>
                <a:off x="3373990" y="1826302"/>
                <a:ext cx="921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903" y="897161"/>
                    </a:lnTo>
                    <a:lnTo>
                      <a:pt x="921837" y="898387"/>
                    </a:lnTo>
                    <a:lnTo>
                      <a:pt x="920973" y="908983"/>
                    </a:lnTo>
                    <a:lnTo>
                      <a:pt x="920375" y="914400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h4346"/>
              <p:cNvSpPr/>
              <p:nvPr/>
            </p:nvSpPr>
            <p:spPr>
              <a:xfrm>
                <a:off x="2197688" y="1791825"/>
                <a:ext cx="914400" cy="92100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008">
                    <a:moveTo>
                      <a:pt x="914400" y="914400"/>
                    </a:moveTo>
                    <a:lnTo>
                      <a:pt x="914400" y="921008"/>
                    </a:lnTo>
                    <a:lnTo>
                      <a:pt x="913979" y="919252"/>
                    </a:lnTo>
                    <a:lnTo>
                      <a:pt x="911860" y="916430"/>
                    </a:lnTo>
                    <a:lnTo>
                      <a:pt x="910493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h4347"/>
              <p:cNvSpPr/>
              <p:nvPr/>
            </p:nvSpPr>
            <p:spPr>
              <a:xfrm>
                <a:off x="219768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5838" y="927014"/>
                    </a:lnTo>
                    <a:lnTo>
                      <a:pt x="914400" y="92100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h4348"/>
              <p:cNvSpPr/>
              <p:nvPr/>
            </p:nvSpPr>
            <p:spPr>
              <a:xfrm>
                <a:off x="220695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h4349"/>
              <p:cNvSpPr/>
              <p:nvPr/>
            </p:nvSpPr>
            <p:spPr>
              <a:xfrm>
                <a:off x="221621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h4350"/>
              <p:cNvSpPr/>
              <p:nvPr/>
            </p:nvSpPr>
            <p:spPr>
              <a:xfrm>
                <a:off x="222547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h4351"/>
              <p:cNvSpPr/>
              <p:nvPr/>
            </p:nvSpPr>
            <p:spPr>
              <a:xfrm>
                <a:off x="223473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h4352"/>
              <p:cNvSpPr/>
              <p:nvPr/>
            </p:nvSpPr>
            <p:spPr>
              <a:xfrm>
                <a:off x="224399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h4353"/>
              <p:cNvSpPr/>
              <p:nvPr/>
            </p:nvSpPr>
            <p:spPr>
              <a:xfrm>
                <a:off x="225326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h4354"/>
              <p:cNvSpPr/>
              <p:nvPr/>
            </p:nvSpPr>
            <p:spPr>
              <a:xfrm>
                <a:off x="226252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h4355"/>
              <p:cNvSpPr/>
              <p:nvPr/>
            </p:nvSpPr>
            <p:spPr>
              <a:xfrm>
                <a:off x="227178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h4356"/>
              <p:cNvSpPr/>
              <p:nvPr/>
            </p:nvSpPr>
            <p:spPr>
              <a:xfrm>
                <a:off x="228104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h4357"/>
              <p:cNvSpPr/>
              <p:nvPr/>
            </p:nvSpPr>
            <p:spPr>
              <a:xfrm>
                <a:off x="229031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h4358"/>
              <p:cNvSpPr/>
              <p:nvPr/>
            </p:nvSpPr>
            <p:spPr>
              <a:xfrm>
                <a:off x="229957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h4359"/>
              <p:cNvSpPr/>
              <p:nvPr/>
            </p:nvSpPr>
            <p:spPr>
              <a:xfrm>
                <a:off x="230883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h4360"/>
              <p:cNvSpPr/>
              <p:nvPr/>
            </p:nvSpPr>
            <p:spPr>
              <a:xfrm>
                <a:off x="23180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h4361"/>
              <p:cNvSpPr/>
              <p:nvPr/>
            </p:nvSpPr>
            <p:spPr>
              <a:xfrm>
                <a:off x="23273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h4362"/>
              <p:cNvSpPr/>
              <p:nvPr/>
            </p:nvSpPr>
            <p:spPr>
              <a:xfrm>
                <a:off x="23366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h4363"/>
              <p:cNvSpPr/>
              <p:nvPr/>
            </p:nvSpPr>
            <p:spPr>
              <a:xfrm>
                <a:off x="23458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h4364"/>
              <p:cNvSpPr/>
              <p:nvPr/>
            </p:nvSpPr>
            <p:spPr>
              <a:xfrm>
                <a:off x="235514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h4365"/>
              <p:cNvSpPr/>
              <p:nvPr/>
            </p:nvSpPr>
            <p:spPr>
              <a:xfrm>
                <a:off x="23644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h4366"/>
              <p:cNvSpPr/>
              <p:nvPr/>
            </p:nvSpPr>
            <p:spPr>
              <a:xfrm>
                <a:off x="23736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h4367"/>
              <p:cNvSpPr/>
              <p:nvPr/>
            </p:nvSpPr>
            <p:spPr>
              <a:xfrm>
                <a:off x="23829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h4368"/>
              <p:cNvSpPr/>
              <p:nvPr/>
            </p:nvSpPr>
            <p:spPr>
              <a:xfrm>
                <a:off x="239219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h4369"/>
              <p:cNvSpPr/>
              <p:nvPr/>
            </p:nvSpPr>
            <p:spPr>
              <a:xfrm>
                <a:off x="24014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h4370"/>
              <p:cNvSpPr/>
              <p:nvPr/>
            </p:nvSpPr>
            <p:spPr>
              <a:xfrm>
                <a:off x="24107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h4371"/>
              <p:cNvSpPr/>
              <p:nvPr/>
            </p:nvSpPr>
            <p:spPr>
              <a:xfrm>
                <a:off x="24199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h4372"/>
              <p:cNvSpPr/>
              <p:nvPr/>
            </p:nvSpPr>
            <p:spPr>
              <a:xfrm>
                <a:off x="24292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h4373"/>
              <p:cNvSpPr/>
              <p:nvPr/>
            </p:nvSpPr>
            <p:spPr>
              <a:xfrm>
                <a:off x="243850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h4374"/>
              <p:cNvSpPr/>
              <p:nvPr/>
            </p:nvSpPr>
            <p:spPr>
              <a:xfrm>
                <a:off x="24477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h4375"/>
              <p:cNvSpPr/>
              <p:nvPr/>
            </p:nvSpPr>
            <p:spPr>
              <a:xfrm>
                <a:off x="24570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h4376"/>
              <p:cNvSpPr/>
              <p:nvPr/>
            </p:nvSpPr>
            <p:spPr>
              <a:xfrm>
                <a:off x="24662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h4377"/>
              <p:cNvSpPr/>
              <p:nvPr/>
            </p:nvSpPr>
            <p:spPr>
              <a:xfrm>
                <a:off x="247555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h4378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5" y="897161"/>
                    </a:lnTo>
                    <a:lnTo>
                      <a:pt x="905349" y="897324"/>
                    </a:lnTo>
                    <a:lnTo>
                      <a:pt x="909629" y="904770"/>
                    </a:lnTo>
                    <a:lnTo>
                      <a:pt x="913692" y="912626"/>
                    </a:ln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h4379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h4380"/>
              <p:cNvSpPr/>
              <p:nvPr/>
            </p:nvSpPr>
            <p:spPr>
              <a:xfrm>
                <a:off x="3142434" y="17918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330" y="931638"/>
                    </a:lnTo>
                    <a:lnTo>
                      <a:pt x="906468" y="926884"/>
                    </a:lnTo>
                    <a:lnTo>
                      <a:pt x="907077" y="916223"/>
                    </a:lnTo>
                    <a:lnTo>
                      <a:pt x="907233" y="914400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h4381"/>
              <p:cNvSpPr/>
              <p:nvPr/>
            </p:nvSpPr>
            <p:spPr>
              <a:xfrm>
                <a:off x="314243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h4382"/>
              <p:cNvSpPr/>
              <p:nvPr/>
            </p:nvSpPr>
            <p:spPr>
              <a:xfrm>
                <a:off x="31516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h4383"/>
              <p:cNvSpPr/>
              <p:nvPr/>
            </p:nvSpPr>
            <p:spPr>
              <a:xfrm>
                <a:off x="31609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h4384"/>
              <p:cNvSpPr/>
              <p:nvPr/>
            </p:nvSpPr>
            <p:spPr>
              <a:xfrm>
                <a:off x="31702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h4385"/>
              <p:cNvSpPr/>
              <p:nvPr/>
            </p:nvSpPr>
            <p:spPr>
              <a:xfrm>
                <a:off x="31794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h4386"/>
              <p:cNvSpPr/>
              <p:nvPr/>
            </p:nvSpPr>
            <p:spPr>
              <a:xfrm>
                <a:off x="318874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h4387"/>
              <p:cNvSpPr/>
              <p:nvPr/>
            </p:nvSpPr>
            <p:spPr>
              <a:xfrm>
                <a:off x="31980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h4388"/>
              <p:cNvSpPr/>
              <p:nvPr/>
            </p:nvSpPr>
            <p:spPr>
              <a:xfrm>
                <a:off x="32072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h4389"/>
              <p:cNvSpPr/>
              <p:nvPr/>
            </p:nvSpPr>
            <p:spPr>
              <a:xfrm>
                <a:off x="32165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h4390"/>
              <p:cNvSpPr/>
              <p:nvPr/>
            </p:nvSpPr>
            <p:spPr>
              <a:xfrm>
                <a:off x="322579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h4391"/>
              <p:cNvSpPr/>
              <p:nvPr/>
            </p:nvSpPr>
            <p:spPr>
              <a:xfrm>
                <a:off x="32350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h4392"/>
              <p:cNvSpPr/>
              <p:nvPr/>
            </p:nvSpPr>
            <p:spPr>
              <a:xfrm>
                <a:off x="32443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h4393"/>
              <p:cNvSpPr/>
              <p:nvPr/>
            </p:nvSpPr>
            <p:spPr>
              <a:xfrm>
                <a:off x="32535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h4394"/>
              <p:cNvSpPr/>
              <p:nvPr/>
            </p:nvSpPr>
            <p:spPr>
              <a:xfrm>
                <a:off x="32628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h4395"/>
              <p:cNvSpPr/>
              <p:nvPr/>
            </p:nvSpPr>
            <p:spPr>
              <a:xfrm>
                <a:off x="327210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h4396"/>
              <p:cNvSpPr/>
              <p:nvPr/>
            </p:nvSpPr>
            <p:spPr>
              <a:xfrm>
                <a:off x="32813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h4397"/>
              <p:cNvSpPr/>
              <p:nvPr/>
            </p:nvSpPr>
            <p:spPr>
              <a:xfrm>
                <a:off x="32906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h4398"/>
              <p:cNvSpPr/>
              <p:nvPr/>
            </p:nvSpPr>
            <p:spPr>
              <a:xfrm>
                <a:off x="32998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h4399"/>
              <p:cNvSpPr/>
              <p:nvPr/>
            </p:nvSpPr>
            <p:spPr>
              <a:xfrm>
                <a:off x="330915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h4400"/>
              <p:cNvSpPr/>
              <p:nvPr/>
            </p:nvSpPr>
            <p:spPr>
              <a:xfrm>
                <a:off x="331841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h4401"/>
              <p:cNvSpPr/>
              <p:nvPr/>
            </p:nvSpPr>
            <p:spPr>
              <a:xfrm>
                <a:off x="332767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h4402"/>
              <p:cNvSpPr/>
              <p:nvPr/>
            </p:nvSpPr>
            <p:spPr>
              <a:xfrm>
                <a:off x="333694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h4403"/>
              <p:cNvSpPr/>
              <p:nvPr/>
            </p:nvSpPr>
            <p:spPr>
              <a:xfrm>
                <a:off x="334620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h4404"/>
              <p:cNvSpPr/>
              <p:nvPr/>
            </p:nvSpPr>
            <p:spPr>
              <a:xfrm>
                <a:off x="335546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h4405"/>
              <p:cNvSpPr/>
              <p:nvPr/>
            </p:nvSpPr>
            <p:spPr>
              <a:xfrm>
                <a:off x="336472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h4406"/>
              <p:cNvSpPr/>
              <p:nvPr/>
            </p:nvSpPr>
            <p:spPr>
              <a:xfrm>
                <a:off x="3373990" y="1809064"/>
                <a:ext cx="9226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603" y="897161"/>
                    </a:lnTo>
                    <a:lnTo>
                      <a:pt x="922406" y="904960"/>
                    </a:lnTo>
                    <a:lnTo>
                      <a:pt x="921903" y="914400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h4407"/>
              <p:cNvSpPr/>
              <p:nvPr/>
            </p:nvSpPr>
            <p:spPr>
              <a:xfrm>
                <a:off x="2188426" y="1774587"/>
                <a:ext cx="914400" cy="92332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21">
                    <a:moveTo>
                      <a:pt x="914400" y="914400"/>
                    </a:moveTo>
                    <a:lnTo>
                      <a:pt x="914400" y="923321"/>
                    </a:lnTo>
                    <a:lnTo>
                      <a:pt x="912242" y="919758"/>
                    </a:lnTo>
                    <a:lnTo>
                      <a:pt x="909319" y="914400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h4408"/>
              <p:cNvSpPr/>
              <p:nvPr/>
            </p:nvSpPr>
            <p:spPr>
              <a:xfrm>
                <a:off x="218842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55" y="931638"/>
                    </a:lnTo>
                    <a:lnTo>
                      <a:pt x="916585" y="926929"/>
                    </a:lnTo>
                    <a:lnTo>
                      <a:pt x="914400" y="923321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h4409"/>
              <p:cNvSpPr/>
              <p:nvPr/>
            </p:nvSpPr>
            <p:spPr>
              <a:xfrm>
                <a:off x="219768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h4410"/>
              <p:cNvSpPr/>
              <p:nvPr/>
            </p:nvSpPr>
            <p:spPr>
              <a:xfrm>
                <a:off x="220695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h4411"/>
              <p:cNvSpPr/>
              <p:nvPr/>
            </p:nvSpPr>
            <p:spPr>
              <a:xfrm>
                <a:off x="221621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h4412"/>
              <p:cNvSpPr/>
              <p:nvPr/>
            </p:nvSpPr>
            <p:spPr>
              <a:xfrm>
                <a:off x="222547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h4413"/>
              <p:cNvSpPr/>
              <p:nvPr/>
            </p:nvSpPr>
            <p:spPr>
              <a:xfrm>
                <a:off x="223473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h4414"/>
              <p:cNvSpPr/>
              <p:nvPr/>
            </p:nvSpPr>
            <p:spPr>
              <a:xfrm>
                <a:off x="224399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h4415"/>
              <p:cNvSpPr/>
              <p:nvPr/>
            </p:nvSpPr>
            <p:spPr>
              <a:xfrm>
                <a:off x="225326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h4416"/>
              <p:cNvSpPr/>
              <p:nvPr/>
            </p:nvSpPr>
            <p:spPr>
              <a:xfrm>
                <a:off x="226252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h4417"/>
              <p:cNvSpPr/>
              <p:nvPr/>
            </p:nvSpPr>
            <p:spPr>
              <a:xfrm>
                <a:off x="227178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h4418"/>
              <p:cNvSpPr/>
              <p:nvPr/>
            </p:nvSpPr>
            <p:spPr>
              <a:xfrm>
                <a:off x="228104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h4419"/>
              <p:cNvSpPr/>
              <p:nvPr/>
            </p:nvSpPr>
            <p:spPr>
              <a:xfrm>
                <a:off x="229031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h4420"/>
              <p:cNvSpPr/>
              <p:nvPr/>
            </p:nvSpPr>
            <p:spPr>
              <a:xfrm>
                <a:off x="229957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h4421"/>
              <p:cNvSpPr/>
              <p:nvPr/>
            </p:nvSpPr>
            <p:spPr>
              <a:xfrm>
                <a:off x="230883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h4422"/>
              <p:cNvSpPr/>
              <p:nvPr/>
            </p:nvSpPr>
            <p:spPr>
              <a:xfrm>
                <a:off x="23180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h4423"/>
              <p:cNvSpPr/>
              <p:nvPr/>
            </p:nvSpPr>
            <p:spPr>
              <a:xfrm>
                <a:off x="23273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h4424"/>
              <p:cNvSpPr/>
              <p:nvPr/>
            </p:nvSpPr>
            <p:spPr>
              <a:xfrm>
                <a:off x="23366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h4425"/>
              <p:cNvSpPr/>
              <p:nvPr/>
            </p:nvSpPr>
            <p:spPr>
              <a:xfrm>
                <a:off x="23458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h4426"/>
              <p:cNvSpPr/>
              <p:nvPr/>
            </p:nvSpPr>
            <p:spPr>
              <a:xfrm>
                <a:off x="235514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h4427"/>
              <p:cNvSpPr/>
              <p:nvPr/>
            </p:nvSpPr>
            <p:spPr>
              <a:xfrm>
                <a:off x="23644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h4428"/>
              <p:cNvSpPr/>
              <p:nvPr/>
            </p:nvSpPr>
            <p:spPr>
              <a:xfrm>
                <a:off x="23736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h4429"/>
              <p:cNvSpPr/>
              <p:nvPr/>
            </p:nvSpPr>
            <p:spPr>
              <a:xfrm>
                <a:off x="23829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h4430"/>
              <p:cNvSpPr/>
              <p:nvPr/>
            </p:nvSpPr>
            <p:spPr>
              <a:xfrm>
                <a:off x="239219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h4431"/>
              <p:cNvSpPr/>
              <p:nvPr/>
            </p:nvSpPr>
            <p:spPr>
              <a:xfrm>
                <a:off x="24014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h4432"/>
              <p:cNvSpPr/>
              <p:nvPr/>
            </p:nvSpPr>
            <p:spPr>
              <a:xfrm>
                <a:off x="24107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h4433"/>
              <p:cNvSpPr/>
              <p:nvPr/>
            </p:nvSpPr>
            <p:spPr>
              <a:xfrm>
                <a:off x="24199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h4434"/>
              <p:cNvSpPr/>
              <p:nvPr/>
            </p:nvSpPr>
            <p:spPr>
              <a:xfrm>
                <a:off x="24292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h4435"/>
              <p:cNvSpPr/>
              <p:nvPr/>
            </p:nvSpPr>
            <p:spPr>
              <a:xfrm>
                <a:off x="243850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h4436"/>
              <p:cNvSpPr/>
              <p:nvPr/>
            </p:nvSpPr>
            <p:spPr>
              <a:xfrm>
                <a:off x="24477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h4437"/>
              <p:cNvSpPr/>
              <p:nvPr/>
            </p:nvSpPr>
            <p:spPr>
              <a:xfrm>
                <a:off x="24570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h4438"/>
              <p:cNvSpPr/>
              <p:nvPr/>
            </p:nvSpPr>
            <p:spPr>
              <a:xfrm>
                <a:off x="24662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h4439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069" y="897161"/>
                    </a:lnTo>
                    <a:lnTo>
                      <a:pt x="910230" y="905657"/>
                    </a:lnTo>
                    <a:lnTo>
                      <a:pt x="910920" y="908789"/>
                    </a:ln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h4440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h4441"/>
              <p:cNvSpPr/>
              <p:nvPr/>
            </p:nvSpPr>
            <p:spPr>
              <a:xfrm>
                <a:off x="3142434" y="17745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233" y="931638"/>
                    </a:lnTo>
                    <a:lnTo>
                      <a:pt x="907982" y="922873"/>
                    </a:lnTo>
                    <a:lnTo>
                      <a:pt x="908950" y="914400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h4442"/>
              <p:cNvSpPr/>
              <p:nvPr/>
            </p:nvSpPr>
            <p:spPr>
              <a:xfrm>
                <a:off x="314243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h4443"/>
              <p:cNvSpPr/>
              <p:nvPr/>
            </p:nvSpPr>
            <p:spPr>
              <a:xfrm>
                <a:off x="31516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h4444"/>
              <p:cNvSpPr/>
              <p:nvPr/>
            </p:nvSpPr>
            <p:spPr>
              <a:xfrm>
                <a:off x="31609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h4445"/>
              <p:cNvSpPr/>
              <p:nvPr/>
            </p:nvSpPr>
            <p:spPr>
              <a:xfrm>
                <a:off x="31702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h4446"/>
              <p:cNvSpPr/>
              <p:nvPr/>
            </p:nvSpPr>
            <p:spPr>
              <a:xfrm>
                <a:off x="31794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h4447"/>
              <p:cNvSpPr/>
              <p:nvPr/>
            </p:nvSpPr>
            <p:spPr>
              <a:xfrm>
                <a:off x="318874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h4448"/>
              <p:cNvSpPr/>
              <p:nvPr/>
            </p:nvSpPr>
            <p:spPr>
              <a:xfrm>
                <a:off x="31980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h4449"/>
              <p:cNvSpPr/>
              <p:nvPr/>
            </p:nvSpPr>
            <p:spPr>
              <a:xfrm>
                <a:off x="32072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h4450"/>
              <p:cNvSpPr/>
              <p:nvPr/>
            </p:nvSpPr>
            <p:spPr>
              <a:xfrm>
                <a:off x="32165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h4451"/>
              <p:cNvSpPr/>
              <p:nvPr/>
            </p:nvSpPr>
            <p:spPr>
              <a:xfrm>
                <a:off x="322579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h4452"/>
              <p:cNvSpPr/>
              <p:nvPr/>
            </p:nvSpPr>
            <p:spPr>
              <a:xfrm>
                <a:off x="32350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h4453"/>
              <p:cNvSpPr/>
              <p:nvPr/>
            </p:nvSpPr>
            <p:spPr>
              <a:xfrm>
                <a:off x="32443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h4454"/>
              <p:cNvSpPr/>
              <p:nvPr/>
            </p:nvSpPr>
            <p:spPr>
              <a:xfrm>
                <a:off x="32535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h4455"/>
              <p:cNvSpPr/>
              <p:nvPr/>
            </p:nvSpPr>
            <p:spPr>
              <a:xfrm>
                <a:off x="32628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h4456"/>
              <p:cNvSpPr/>
              <p:nvPr/>
            </p:nvSpPr>
            <p:spPr>
              <a:xfrm>
                <a:off x="327210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h4457"/>
              <p:cNvSpPr/>
              <p:nvPr/>
            </p:nvSpPr>
            <p:spPr>
              <a:xfrm>
                <a:off x="32813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h4458"/>
              <p:cNvSpPr/>
              <p:nvPr/>
            </p:nvSpPr>
            <p:spPr>
              <a:xfrm>
                <a:off x="32906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h4459"/>
              <p:cNvSpPr/>
              <p:nvPr/>
            </p:nvSpPr>
            <p:spPr>
              <a:xfrm>
                <a:off x="32998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h4460"/>
              <p:cNvSpPr/>
              <p:nvPr/>
            </p:nvSpPr>
            <p:spPr>
              <a:xfrm>
                <a:off x="330915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h4461"/>
              <p:cNvSpPr/>
              <p:nvPr/>
            </p:nvSpPr>
            <p:spPr>
              <a:xfrm>
                <a:off x="331841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h4462"/>
              <p:cNvSpPr/>
              <p:nvPr/>
            </p:nvSpPr>
            <p:spPr>
              <a:xfrm>
                <a:off x="332767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h4463"/>
              <p:cNvSpPr/>
              <p:nvPr/>
            </p:nvSpPr>
            <p:spPr>
              <a:xfrm>
                <a:off x="333694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h4464"/>
              <p:cNvSpPr/>
              <p:nvPr/>
            </p:nvSpPr>
            <p:spPr>
              <a:xfrm>
                <a:off x="334620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h4465"/>
              <p:cNvSpPr/>
              <p:nvPr/>
            </p:nvSpPr>
            <p:spPr>
              <a:xfrm>
                <a:off x="335546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h4466"/>
              <p:cNvSpPr/>
              <p:nvPr/>
            </p:nvSpPr>
            <p:spPr>
              <a:xfrm>
                <a:off x="336472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h4467"/>
              <p:cNvSpPr/>
              <p:nvPr/>
            </p:nvSpPr>
            <p:spPr>
              <a:xfrm>
                <a:off x="3373990" y="17918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42"/>
                    </a:lnTo>
                    <a:lnTo>
                      <a:pt x="922916" y="904237"/>
                    </a:lnTo>
                    <a:lnTo>
                      <a:pt x="922753" y="904759"/>
                    </a:lnTo>
                    <a:lnTo>
                      <a:pt x="922736" y="906253"/>
                    </a:lnTo>
                    <a:lnTo>
                      <a:pt x="922706" y="908872"/>
                    </a:lnTo>
                    <a:lnTo>
                      <a:pt x="922676" y="911492"/>
                    </a:lnTo>
                    <a:lnTo>
                      <a:pt x="922603" y="914400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h4468"/>
              <p:cNvSpPr/>
              <p:nvPr/>
            </p:nvSpPr>
            <p:spPr>
              <a:xfrm>
                <a:off x="3383252" y="1774587"/>
                <a:ext cx="915611" cy="918780"/>
              </a:xfrm>
              <a:custGeom>
                <a:avLst/>
                <a:gdLst/>
                <a:ahLst/>
                <a:cxnLst/>
                <a:rect l="0" t="0" r="0" b="0"/>
                <a:pathLst>
                  <a:path w="915611" h="918780">
                    <a:moveTo>
                      <a:pt x="914400" y="914400"/>
                    </a:moveTo>
                    <a:lnTo>
                      <a:pt x="915611" y="914400"/>
                    </a:lnTo>
                    <a:lnTo>
                      <a:pt x="914400" y="918780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h4469"/>
              <p:cNvSpPr/>
              <p:nvPr/>
            </p:nvSpPr>
            <p:spPr>
              <a:xfrm>
                <a:off x="2179163" y="1757348"/>
                <a:ext cx="914400" cy="9233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69">
                    <a:moveTo>
                      <a:pt x="914400" y="914400"/>
                    </a:moveTo>
                    <a:lnTo>
                      <a:pt x="914400" y="923369"/>
                    </a:lnTo>
                    <a:lnTo>
                      <a:pt x="913451" y="921438"/>
                    </a:lnTo>
                    <a:lnTo>
                      <a:pt x="910340" y="914400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h4470"/>
              <p:cNvSpPr/>
              <p:nvPr/>
            </p:nvSpPr>
            <p:spPr>
              <a:xfrm>
                <a:off x="217916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82" y="931638"/>
                    </a:lnTo>
                    <a:lnTo>
                      <a:pt x="917368" y="929413"/>
                    </a:lnTo>
                    <a:lnTo>
                      <a:pt x="914400" y="9233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h4471"/>
              <p:cNvSpPr/>
              <p:nvPr/>
            </p:nvSpPr>
            <p:spPr>
              <a:xfrm>
                <a:off x="218842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h4472"/>
              <p:cNvSpPr/>
              <p:nvPr/>
            </p:nvSpPr>
            <p:spPr>
              <a:xfrm>
                <a:off x="219768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h4473"/>
              <p:cNvSpPr/>
              <p:nvPr/>
            </p:nvSpPr>
            <p:spPr>
              <a:xfrm>
                <a:off x="220695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h4474"/>
              <p:cNvSpPr/>
              <p:nvPr/>
            </p:nvSpPr>
            <p:spPr>
              <a:xfrm>
                <a:off x="221621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h4475"/>
              <p:cNvSpPr/>
              <p:nvPr/>
            </p:nvSpPr>
            <p:spPr>
              <a:xfrm>
                <a:off x="222547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h4476"/>
              <p:cNvSpPr/>
              <p:nvPr/>
            </p:nvSpPr>
            <p:spPr>
              <a:xfrm>
                <a:off x="223473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h4477"/>
              <p:cNvSpPr/>
              <p:nvPr/>
            </p:nvSpPr>
            <p:spPr>
              <a:xfrm>
                <a:off x="224399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h4478"/>
              <p:cNvSpPr/>
              <p:nvPr/>
            </p:nvSpPr>
            <p:spPr>
              <a:xfrm>
                <a:off x="225326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h4479"/>
              <p:cNvSpPr/>
              <p:nvPr/>
            </p:nvSpPr>
            <p:spPr>
              <a:xfrm>
                <a:off x="226252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h4480"/>
              <p:cNvSpPr/>
              <p:nvPr/>
            </p:nvSpPr>
            <p:spPr>
              <a:xfrm>
                <a:off x="227178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h4481"/>
              <p:cNvSpPr/>
              <p:nvPr/>
            </p:nvSpPr>
            <p:spPr>
              <a:xfrm>
                <a:off x="228104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h4482"/>
              <p:cNvSpPr/>
              <p:nvPr/>
            </p:nvSpPr>
            <p:spPr>
              <a:xfrm>
                <a:off x="229031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h4483"/>
              <p:cNvSpPr/>
              <p:nvPr/>
            </p:nvSpPr>
            <p:spPr>
              <a:xfrm>
                <a:off x="229957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h4484"/>
              <p:cNvSpPr/>
              <p:nvPr/>
            </p:nvSpPr>
            <p:spPr>
              <a:xfrm>
                <a:off x="230883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h4485"/>
              <p:cNvSpPr/>
              <p:nvPr/>
            </p:nvSpPr>
            <p:spPr>
              <a:xfrm>
                <a:off x="23180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h4486"/>
              <p:cNvSpPr/>
              <p:nvPr/>
            </p:nvSpPr>
            <p:spPr>
              <a:xfrm>
                <a:off x="23273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h4487"/>
              <p:cNvSpPr/>
              <p:nvPr/>
            </p:nvSpPr>
            <p:spPr>
              <a:xfrm>
                <a:off x="23366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h4488"/>
              <p:cNvSpPr/>
              <p:nvPr/>
            </p:nvSpPr>
            <p:spPr>
              <a:xfrm>
                <a:off x="23458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h4489"/>
              <p:cNvSpPr/>
              <p:nvPr/>
            </p:nvSpPr>
            <p:spPr>
              <a:xfrm>
                <a:off x="235514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h4490"/>
              <p:cNvSpPr/>
              <p:nvPr/>
            </p:nvSpPr>
            <p:spPr>
              <a:xfrm>
                <a:off x="23644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h4491"/>
              <p:cNvSpPr/>
              <p:nvPr/>
            </p:nvSpPr>
            <p:spPr>
              <a:xfrm>
                <a:off x="23736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h4492"/>
              <p:cNvSpPr/>
              <p:nvPr/>
            </p:nvSpPr>
            <p:spPr>
              <a:xfrm>
                <a:off x="23829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h4493"/>
              <p:cNvSpPr/>
              <p:nvPr/>
            </p:nvSpPr>
            <p:spPr>
              <a:xfrm>
                <a:off x="239219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h4494"/>
              <p:cNvSpPr/>
              <p:nvPr/>
            </p:nvSpPr>
            <p:spPr>
              <a:xfrm>
                <a:off x="24014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h4495"/>
              <p:cNvSpPr/>
              <p:nvPr/>
            </p:nvSpPr>
            <p:spPr>
              <a:xfrm>
                <a:off x="24107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h4496"/>
              <p:cNvSpPr/>
              <p:nvPr/>
            </p:nvSpPr>
            <p:spPr>
              <a:xfrm>
                <a:off x="24199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h4497"/>
              <p:cNvSpPr/>
              <p:nvPr/>
            </p:nvSpPr>
            <p:spPr>
              <a:xfrm>
                <a:off x="24292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h4498"/>
              <p:cNvSpPr/>
              <p:nvPr/>
            </p:nvSpPr>
            <p:spPr>
              <a:xfrm>
                <a:off x="243850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h4499"/>
              <p:cNvSpPr/>
              <p:nvPr/>
            </p:nvSpPr>
            <p:spPr>
              <a:xfrm>
                <a:off x="24477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h4500"/>
              <p:cNvSpPr/>
              <p:nvPr/>
            </p:nvSpPr>
            <p:spPr>
              <a:xfrm>
                <a:off x="24570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h4501"/>
              <p:cNvSpPr/>
              <p:nvPr/>
            </p:nvSpPr>
            <p:spPr>
              <a:xfrm>
                <a:off x="2475555" y="17745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145" y="897161"/>
                    </a:lnTo>
                    <a:lnTo>
                      <a:pt x="914215" y="903484"/>
                    </a:lnTo>
                    <a:lnTo>
                      <a:pt x="914399" y="90411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h4502"/>
              <p:cNvSpPr/>
              <p:nvPr/>
            </p:nvSpPr>
            <p:spPr>
              <a:xfrm>
                <a:off x="2475555" y="1774587"/>
                <a:ext cx="9173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31" h="914400">
                    <a:moveTo>
                      <a:pt x="914399" y="914400"/>
                    </a:moveTo>
                    <a:lnTo>
                      <a:pt x="914399" y="904119"/>
                    </a:lnTo>
                    <a:lnTo>
                      <a:pt x="916991" y="913060"/>
                    </a:lnTo>
                    <a:lnTo>
                      <a:pt x="917331" y="914400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h4503"/>
              <p:cNvSpPr/>
              <p:nvPr/>
            </p:nvSpPr>
            <p:spPr>
              <a:xfrm>
                <a:off x="3142434" y="17573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950" y="931638"/>
                    </a:lnTo>
                    <a:lnTo>
                      <a:pt x="909180" y="929625"/>
                    </a:lnTo>
                    <a:lnTo>
                      <a:pt x="910669" y="919268"/>
                    </a:lnTo>
                    <a:lnTo>
                      <a:pt x="911517" y="914400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h4504"/>
              <p:cNvSpPr/>
              <p:nvPr/>
            </p:nvSpPr>
            <p:spPr>
              <a:xfrm>
                <a:off x="314243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h4505"/>
              <p:cNvSpPr/>
              <p:nvPr/>
            </p:nvSpPr>
            <p:spPr>
              <a:xfrm>
                <a:off x="31516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h4506"/>
              <p:cNvSpPr/>
              <p:nvPr/>
            </p:nvSpPr>
            <p:spPr>
              <a:xfrm>
                <a:off x="31609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h4507"/>
              <p:cNvSpPr/>
              <p:nvPr/>
            </p:nvSpPr>
            <p:spPr>
              <a:xfrm>
                <a:off x="31702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h4508"/>
              <p:cNvSpPr/>
              <p:nvPr/>
            </p:nvSpPr>
            <p:spPr>
              <a:xfrm>
                <a:off x="31794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h4509"/>
              <p:cNvSpPr/>
              <p:nvPr/>
            </p:nvSpPr>
            <p:spPr>
              <a:xfrm>
                <a:off x="318874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h4510"/>
              <p:cNvSpPr/>
              <p:nvPr/>
            </p:nvSpPr>
            <p:spPr>
              <a:xfrm>
                <a:off x="31980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h4511"/>
              <p:cNvSpPr/>
              <p:nvPr/>
            </p:nvSpPr>
            <p:spPr>
              <a:xfrm>
                <a:off x="32072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h4512"/>
              <p:cNvSpPr/>
              <p:nvPr/>
            </p:nvSpPr>
            <p:spPr>
              <a:xfrm>
                <a:off x="32165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h4513"/>
              <p:cNvSpPr/>
              <p:nvPr/>
            </p:nvSpPr>
            <p:spPr>
              <a:xfrm>
                <a:off x="322579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h4514"/>
              <p:cNvSpPr/>
              <p:nvPr/>
            </p:nvSpPr>
            <p:spPr>
              <a:xfrm>
                <a:off x="32350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h4515"/>
              <p:cNvSpPr/>
              <p:nvPr/>
            </p:nvSpPr>
            <p:spPr>
              <a:xfrm>
                <a:off x="32443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h4516"/>
              <p:cNvSpPr/>
              <p:nvPr/>
            </p:nvSpPr>
            <p:spPr>
              <a:xfrm>
                <a:off x="32535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h4517"/>
              <p:cNvSpPr/>
              <p:nvPr/>
            </p:nvSpPr>
            <p:spPr>
              <a:xfrm>
                <a:off x="32628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h4518"/>
              <p:cNvSpPr/>
              <p:nvPr/>
            </p:nvSpPr>
            <p:spPr>
              <a:xfrm>
                <a:off x="327210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h4519"/>
              <p:cNvSpPr/>
              <p:nvPr/>
            </p:nvSpPr>
            <p:spPr>
              <a:xfrm>
                <a:off x="32813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h4520"/>
              <p:cNvSpPr/>
              <p:nvPr/>
            </p:nvSpPr>
            <p:spPr>
              <a:xfrm>
                <a:off x="32906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h4521"/>
              <p:cNvSpPr/>
              <p:nvPr/>
            </p:nvSpPr>
            <p:spPr>
              <a:xfrm>
                <a:off x="329989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h4522"/>
              <p:cNvSpPr/>
              <p:nvPr/>
            </p:nvSpPr>
            <p:spPr>
              <a:xfrm>
                <a:off x="330915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h4523"/>
              <p:cNvSpPr/>
              <p:nvPr/>
            </p:nvSpPr>
            <p:spPr>
              <a:xfrm>
                <a:off x="331841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h4524"/>
              <p:cNvSpPr/>
              <p:nvPr/>
            </p:nvSpPr>
            <p:spPr>
              <a:xfrm>
                <a:off x="332767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h4525"/>
              <p:cNvSpPr/>
              <p:nvPr/>
            </p:nvSpPr>
            <p:spPr>
              <a:xfrm>
                <a:off x="333694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h4526"/>
              <p:cNvSpPr/>
              <p:nvPr/>
            </p:nvSpPr>
            <p:spPr>
              <a:xfrm>
                <a:off x="334620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h4527"/>
              <p:cNvSpPr/>
              <p:nvPr/>
            </p:nvSpPr>
            <p:spPr>
              <a:xfrm>
                <a:off x="335546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h4528"/>
              <p:cNvSpPr/>
              <p:nvPr/>
            </p:nvSpPr>
            <p:spPr>
              <a:xfrm>
                <a:off x="336472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h4529"/>
              <p:cNvSpPr/>
              <p:nvPr/>
            </p:nvSpPr>
            <p:spPr>
              <a:xfrm>
                <a:off x="337399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h4530"/>
              <p:cNvSpPr/>
              <p:nvPr/>
            </p:nvSpPr>
            <p:spPr>
              <a:xfrm>
                <a:off x="3383252" y="1774587"/>
                <a:ext cx="9197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708" y="897161"/>
                    </a:lnTo>
                    <a:lnTo>
                      <a:pt x="918681" y="902071"/>
                    </a:lnTo>
                    <a:lnTo>
                      <a:pt x="916303" y="911895"/>
                    </a:lnTo>
                    <a:lnTo>
                      <a:pt x="915611" y="914400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h4531"/>
              <p:cNvSpPr/>
              <p:nvPr/>
            </p:nvSpPr>
            <p:spPr>
              <a:xfrm>
                <a:off x="2169901" y="1740110"/>
                <a:ext cx="914400" cy="91832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327">
                    <a:moveTo>
                      <a:pt x="914400" y="914400"/>
                    </a:moveTo>
                    <a:lnTo>
                      <a:pt x="914400" y="918327"/>
                    </a:lnTo>
                    <a:lnTo>
                      <a:pt x="913005" y="914400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h4532"/>
              <p:cNvSpPr/>
              <p:nvPr/>
            </p:nvSpPr>
            <p:spPr>
              <a:xfrm>
                <a:off x="216990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02" y="931638"/>
                    </a:lnTo>
                    <a:lnTo>
                      <a:pt x="919025" y="930332"/>
                    </a:lnTo>
                    <a:lnTo>
                      <a:pt x="915576" y="921640"/>
                    </a:lnTo>
                    <a:lnTo>
                      <a:pt x="914400" y="918327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h4533"/>
              <p:cNvSpPr/>
              <p:nvPr/>
            </p:nvSpPr>
            <p:spPr>
              <a:xfrm>
                <a:off x="217916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h4534"/>
              <p:cNvSpPr/>
              <p:nvPr/>
            </p:nvSpPr>
            <p:spPr>
              <a:xfrm>
                <a:off x="218842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h4535"/>
              <p:cNvSpPr/>
              <p:nvPr/>
            </p:nvSpPr>
            <p:spPr>
              <a:xfrm>
                <a:off x="219768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h4536"/>
              <p:cNvSpPr/>
              <p:nvPr/>
            </p:nvSpPr>
            <p:spPr>
              <a:xfrm>
                <a:off x="220695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h4537"/>
              <p:cNvSpPr/>
              <p:nvPr/>
            </p:nvSpPr>
            <p:spPr>
              <a:xfrm>
                <a:off x="221621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h4538"/>
              <p:cNvSpPr/>
              <p:nvPr/>
            </p:nvSpPr>
            <p:spPr>
              <a:xfrm>
                <a:off x="222547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h4539"/>
              <p:cNvSpPr/>
              <p:nvPr/>
            </p:nvSpPr>
            <p:spPr>
              <a:xfrm>
                <a:off x="223473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h4540"/>
              <p:cNvSpPr/>
              <p:nvPr/>
            </p:nvSpPr>
            <p:spPr>
              <a:xfrm>
                <a:off x="224399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h4541"/>
              <p:cNvSpPr/>
              <p:nvPr/>
            </p:nvSpPr>
            <p:spPr>
              <a:xfrm>
                <a:off x="225326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h4542"/>
              <p:cNvSpPr/>
              <p:nvPr/>
            </p:nvSpPr>
            <p:spPr>
              <a:xfrm>
                <a:off x="226252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h4543"/>
              <p:cNvSpPr/>
              <p:nvPr/>
            </p:nvSpPr>
            <p:spPr>
              <a:xfrm>
                <a:off x="227178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h4544"/>
              <p:cNvSpPr/>
              <p:nvPr/>
            </p:nvSpPr>
            <p:spPr>
              <a:xfrm>
                <a:off x="228104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h4545"/>
              <p:cNvSpPr/>
              <p:nvPr/>
            </p:nvSpPr>
            <p:spPr>
              <a:xfrm>
                <a:off x="229031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h4546"/>
              <p:cNvSpPr/>
              <p:nvPr/>
            </p:nvSpPr>
            <p:spPr>
              <a:xfrm>
                <a:off x="229957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h4547"/>
              <p:cNvSpPr/>
              <p:nvPr/>
            </p:nvSpPr>
            <p:spPr>
              <a:xfrm>
                <a:off x="230883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h4548"/>
              <p:cNvSpPr/>
              <p:nvPr/>
            </p:nvSpPr>
            <p:spPr>
              <a:xfrm>
                <a:off x="23180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h4549"/>
              <p:cNvSpPr/>
              <p:nvPr/>
            </p:nvSpPr>
            <p:spPr>
              <a:xfrm>
                <a:off x="23273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h4550"/>
              <p:cNvSpPr/>
              <p:nvPr/>
            </p:nvSpPr>
            <p:spPr>
              <a:xfrm>
                <a:off x="23366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h4551"/>
              <p:cNvSpPr/>
              <p:nvPr/>
            </p:nvSpPr>
            <p:spPr>
              <a:xfrm>
                <a:off x="23458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h4552"/>
              <p:cNvSpPr/>
              <p:nvPr/>
            </p:nvSpPr>
            <p:spPr>
              <a:xfrm>
                <a:off x="235514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h4553"/>
              <p:cNvSpPr/>
              <p:nvPr/>
            </p:nvSpPr>
            <p:spPr>
              <a:xfrm>
                <a:off x="23644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h4554"/>
              <p:cNvSpPr/>
              <p:nvPr/>
            </p:nvSpPr>
            <p:spPr>
              <a:xfrm>
                <a:off x="23736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h4555"/>
              <p:cNvSpPr/>
              <p:nvPr/>
            </p:nvSpPr>
            <p:spPr>
              <a:xfrm>
                <a:off x="23829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h4556"/>
              <p:cNvSpPr/>
              <p:nvPr/>
            </p:nvSpPr>
            <p:spPr>
              <a:xfrm>
                <a:off x="239219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h4557"/>
              <p:cNvSpPr/>
              <p:nvPr/>
            </p:nvSpPr>
            <p:spPr>
              <a:xfrm>
                <a:off x="24014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h4558"/>
              <p:cNvSpPr/>
              <p:nvPr/>
            </p:nvSpPr>
            <p:spPr>
              <a:xfrm>
                <a:off x="24107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h4559"/>
              <p:cNvSpPr/>
              <p:nvPr/>
            </p:nvSpPr>
            <p:spPr>
              <a:xfrm>
                <a:off x="24199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h4560"/>
              <p:cNvSpPr/>
              <p:nvPr/>
            </p:nvSpPr>
            <p:spPr>
              <a:xfrm>
                <a:off x="24292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h4561"/>
              <p:cNvSpPr/>
              <p:nvPr/>
            </p:nvSpPr>
            <p:spPr>
              <a:xfrm>
                <a:off x="243850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h4562"/>
              <p:cNvSpPr/>
              <p:nvPr/>
            </p:nvSpPr>
            <p:spPr>
              <a:xfrm>
                <a:off x="24477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h4563"/>
              <p:cNvSpPr/>
              <p:nvPr/>
            </p:nvSpPr>
            <p:spPr>
              <a:xfrm>
                <a:off x="24570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h4564"/>
              <p:cNvSpPr/>
              <p:nvPr/>
            </p:nvSpPr>
            <p:spPr>
              <a:xfrm>
                <a:off x="2466292" y="1757348"/>
                <a:ext cx="921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64" y="897161"/>
                    </a:lnTo>
                    <a:lnTo>
                      <a:pt x="917135" y="902449"/>
                    </a:lnTo>
                    <a:lnTo>
                      <a:pt x="920435" y="911430"/>
                    </a:lnTo>
                    <a:lnTo>
                      <a:pt x="921407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h4565"/>
              <p:cNvSpPr/>
              <p:nvPr/>
            </p:nvSpPr>
            <p:spPr>
              <a:xfrm>
                <a:off x="3142434" y="17573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517" y="914400"/>
                    </a:lnTo>
                    <a:lnTo>
                      <a:pt x="912444" y="909069"/>
                    </a:lnTo>
                    <a:lnTo>
                      <a:pt x="914400" y="89954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h4566"/>
              <p:cNvSpPr/>
              <p:nvPr/>
            </p:nvSpPr>
            <p:spPr>
              <a:xfrm>
                <a:off x="3151697" y="17401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787"/>
                    </a:lnTo>
                    <a:lnTo>
                      <a:pt x="905239" y="916293"/>
                    </a:lnTo>
                    <a:lnTo>
                      <a:pt x="905359" y="915751"/>
                    </a:lnTo>
                    <a:lnTo>
                      <a:pt x="905480" y="915202"/>
                    </a:lnTo>
                    <a:lnTo>
                      <a:pt x="905602" y="914654"/>
                    </a:lnTo>
                    <a:lnTo>
                      <a:pt x="905658" y="914400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h4567"/>
              <p:cNvSpPr/>
              <p:nvPr/>
            </p:nvSpPr>
            <p:spPr>
              <a:xfrm>
                <a:off x="31516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h4568"/>
              <p:cNvSpPr/>
              <p:nvPr/>
            </p:nvSpPr>
            <p:spPr>
              <a:xfrm>
                <a:off x="31609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h4569"/>
              <p:cNvSpPr/>
              <p:nvPr/>
            </p:nvSpPr>
            <p:spPr>
              <a:xfrm>
                <a:off x="31702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h4570"/>
              <p:cNvSpPr/>
              <p:nvPr/>
            </p:nvSpPr>
            <p:spPr>
              <a:xfrm>
                <a:off x="31794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h4571"/>
              <p:cNvSpPr/>
              <p:nvPr/>
            </p:nvSpPr>
            <p:spPr>
              <a:xfrm>
                <a:off x="318874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h4572"/>
              <p:cNvSpPr/>
              <p:nvPr/>
            </p:nvSpPr>
            <p:spPr>
              <a:xfrm>
                <a:off x="31980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h4573"/>
              <p:cNvSpPr/>
              <p:nvPr/>
            </p:nvSpPr>
            <p:spPr>
              <a:xfrm>
                <a:off x="32072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h4574"/>
              <p:cNvSpPr/>
              <p:nvPr/>
            </p:nvSpPr>
            <p:spPr>
              <a:xfrm>
                <a:off x="32165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h4575"/>
              <p:cNvSpPr/>
              <p:nvPr/>
            </p:nvSpPr>
            <p:spPr>
              <a:xfrm>
                <a:off x="322579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h4576"/>
              <p:cNvSpPr/>
              <p:nvPr/>
            </p:nvSpPr>
            <p:spPr>
              <a:xfrm>
                <a:off x="32350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h4577"/>
              <p:cNvSpPr/>
              <p:nvPr/>
            </p:nvSpPr>
            <p:spPr>
              <a:xfrm>
                <a:off x="32443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h4578"/>
              <p:cNvSpPr/>
              <p:nvPr/>
            </p:nvSpPr>
            <p:spPr>
              <a:xfrm>
                <a:off x="32535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h4579"/>
              <p:cNvSpPr/>
              <p:nvPr/>
            </p:nvSpPr>
            <p:spPr>
              <a:xfrm>
                <a:off x="32628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h4580"/>
              <p:cNvSpPr/>
              <p:nvPr/>
            </p:nvSpPr>
            <p:spPr>
              <a:xfrm>
                <a:off x="327210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h4581"/>
              <p:cNvSpPr/>
              <p:nvPr/>
            </p:nvSpPr>
            <p:spPr>
              <a:xfrm>
                <a:off x="32813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h4582"/>
              <p:cNvSpPr/>
              <p:nvPr/>
            </p:nvSpPr>
            <p:spPr>
              <a:xfrm>
                <a:off x="32906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h4583"/>
              <p:cNvSpPr/>
              <p:nvPr/>
            </p:nvSpPr>
            <p:spPr>
              <a:xfrm>
                <a:off x="329989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h4584"/>
              <p:cNvSpPr/>
              <p:nvPr/>
            </p:nvSpPr>
            <p:spPr>
              <a:xfrm>
                <a:off x="330915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h4585"/>
              <p:cNvSpPr/>
              <p:nvPr/>
            </p:nvSpPr>
            <p:spPr>
              <a:xfrm>
                <a:off x="331841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h4586"/>
              <p:cNvSpPr/>
              <p:nvPr/>
            </p:nvSpPr>
            <p:spPr>
              <a:xfrm>
                <a:off x="332767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h4587"/>
              <p:cNvSpPr/>
              <p:nvPr/>
            </p:nvSpPr>
            <p:spPr>
              <a:xfrm>
                <a:off x="333694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h4588"/>
              <p:cNvSpPr/>
              <p:nvPr/>
            </p:nvSpPr>
            <p:spPr>
              <a:xfrm>
                <a:off x="334620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h4589"/>
              <p:cNvSpPr/>
              <p:nvPr/>
            </p:nvSpPr>
            <p:spPr>
              <a:xfrm>
                <a:off x="335546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h4590"/>
              <p:cNvSpPr/>
              <p:nvPr/>
            </p:nvSpPr>
            <p:spPr>
              <a:xfrm>
                <a:off x="336472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h4591"/>
              <p:cNvSpPr/>
              <p:nvPr/>
            </p:nvSpPr>
            <p:spPr>
              <a:xfrm>
                <a:off x="337399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h4592"/>
              <p:cNvSpPr/>
              <p:nvPr/>
            </p:nvSpPr>
            <p:spPr>
              <a:xfrm>
                <a:off x="3383252" y="1757348"/>
                <a:ext cx="9228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872" y="897161"/>
                    </a:lnTo>
                    <a:lnTo>
                      <a:pt x="922596" y="899038"/>
                    </a:lnTo>
                    <a:lnTo>
                      <a:pt x="920780" y="909269"/>
                    </a:lnTo>
                    <a:lnTo>
                      <a:pt x="919708" y="914400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h4593"/>
              <p:cNvSpPr/>
              <p:nvPr/>
            </p:nvSpPr>
            <p:spPr>
              <a:xfrm>
                <a:off x="2169901" y="17228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005" y="931638"/>
                    </a:lnTo>
                    <a:lnTo>
                      <a:pt x="912375" y="929863"/>
                    </a:lnTo>
                    <a:lnTo>
                      <a:pt x="909432" y="920549"/>
                    </a:lnTo>
                    <a:lnTo>
                      <a:pt x="907714" y="914400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h4594"/>
              <p:cNvSpPr/>
              <p:nvPr/>
            </p:nvSpPr>
            <p:spPr>
              <a:xfrm>
                <a:off x="216990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h4595"/>
              <p:cNvSpPr/>
              <p:nvPr/>
            </p:nvSpPr>
            <p:spPr>
              <a:xfrm>
                <a:off x="217916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h4596"/>
              <p:cNvSpPr/>
              <p:nvPr/>
            </p:nvSpPr>
            <p:spPr>
              <a:xfrm>
                <a:off x="218842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h4597"/>
              <p:cNvSpPr/>
              <p:nvPr/>
            </p:nvSpPr>
            <p:spPr>
              <a:xfrm>
                <a:off x="219768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h4598"/>
              <p:cNvSpPr/>
              <p:nvPr/>
            </p:nvSpPr>
            <p:spPr>
              <a:xfrm>
                <a:off x="220695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h4599"/>
              <p:cNvSpPr/>
              <p:nvPr/>
            </p:nvSpPr>
            <p:spPr>
              <a:xfrm>
                <a:off x="221621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h4600"/>
              <p:cNvSpPr/>
              <p:nvPr/>
            </p:nvSpPr>
            <p:spPr>
              <a:xfrm>
                <a:off x="222547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h4601"/>
              <p:cNvSpPr/>
              <p:nvPr/>
            </p:nvSpPr>
            <p:spPr>
              <a:xfrm>
                <a:off x="223473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h4602"/>
              <p:cNvSpPr/>
              <p:nvPr/>
            </p:nvSpPr>
            <p:spPr>
              <a:xfrm>
                <a:off x="224399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h4603"/>
              <p:cNvSpPr/>
              <p:nvPr/>
            </p:nvSpPr>
            <p:spPr>
              <a:xfrm>
                <a:off x="225326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h4604"/>
              <p:cNvSpPr/>
              <p:nvPr/>
            </p:nvSpPr>
            <p:spPr>
              <a:xfrm>
                <a:off x="226252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h4605"/>
              <p:cNvSpPr/>
              <p:nvPr/>
            </p:nvSpPr>
            <p:spPr>
              <a:xfrm>
                <a:off x="227178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h4606"/>
              <p:cNvSpPr/>
              <p:nvPr/>
            </p:nvSpPr>
            <p:spPr>
              <a:xfrm>
                <a:off x="228104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h4607"/>
              <p:cNvSpPr/>
              <p:nvPr/>
            </p:nvSpPr>
            <p:spPr>
              <a:xfrm>
                <a:off x="229031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h4608"/>
              <p:cNvSpPr/>
              <p:nvPr/>
            </p:nvSpPr>
            <p:spPr>
              <a:xfrm>
                <a:off x="229957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h4609"/>
              <p:cNvSpPr/>
              <p:nvPr/>
            </p:nvSpPr>
            <p:spPr>
              <a:xfrm>
                <a:off x="230883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h4610"/>
              <p:cNvSpPr/>
              <p:nvPr/>
            </p:nvSpPr>
            <p:spPr>
              <a:xfrm>
                <a:off x="23180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h4611"/>
              <p:cNvSpPr/>
              <p:nvPr/>
            </p:nvSpPr>
            <p:spPr>
              <a:xfrm>
                <a:off x="23273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h4612"/>
              <p:cNvSpPr/>
              <p:nvPr/>
            </p:nvSpPr>
            <p:spPr>
              <a:xfrm>
                <a:off x="23366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h4613"/>
              <p:cNvSpPr/>
              <p:nvPr/>
            </p:nvSpPr>
            <p:spPr>
              <a:xfrm>
                <a:off x="23458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h4614"/>
              <p:cNvSpPr/>
              <p:nvPr/>
            </p:nvSpPr>
            <p:spPr>
              <a:xfrm>
                <a:off x="235514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h4615"/>
              <p:cNvSpPr/>
              <p:nvPr/>
            </p:nvSpPr>
            <p:spPr>
              <a:xfrm>
                <a:off x="23644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h4616"/>
              <p:cNvSpPr/>
              <p:nvPr/>
            </p:nvSpPr>
            <p:spPr>
              <a:xfrm>
                <a:off x="23736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h4617"/>
              <p:cNvSpPr/>
              <p:nvPr/>
            </p:nvSpPr>
            <p:spPr>
              <a:xfrm>
                <a:off x="23829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h4618"/>
              <p:cNvSpPr/>
              <p:nvPr/>
            </p:nvSpPr>
            <p:spPr>
              <a:xfrm>
                <a:off x="239219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h4619"/>
              <p:cNvSpPr/>
              <p:nvPr/>
            </p:nvSpPr>
            <p:spPr>
              <a:xfrm>
                <a:off x="24014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h4620"/>
              <p:cNvSpPr/>
              <p:nvPr/>
            </p:nvSpPr>
            <p:spPr>
              <a:xfrm>
                <a:off x="24107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h4621"/>
              <p:cNvSpPr/>
              <p:nvPr/>
            </p:nvSpPr>
            <p:spPr>
              <a:xfrm>
                <a:off x="24199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h4622"/>
              <p:cNvSpPr/>
              <p:nvPr/>
            </p:nvSpPr>
            <p:spPr>
              <a:xfrm>
                <a:off x="24292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h4623"/>
              <p:cNvSpPr/>
              <p:nvPr/>
            </p:nvSpPr>
            <p:spPr>
              <a:xfrm>
                <a:off x="243850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h4624"/>
              <p:cNvSpPr/>
              <p:nvPr/>
            </p:nvSpPr>
            <p:spPr>
              <a:xfrm>
                <a:off x="24477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h4625"/>
              <p:cNvSpPr/>
              <p:nvPr/>
            </p:nvSpPr>
            <p:spPr>
              <a:xfrm>
                <a:off x="2466292" y="17401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52" y="897161"/>
                    </a:lnTo>
                    <a:lnTo>
                      <a:pt x="909796" y="902755"/>
                    </a:lnTo>
                    <a:lnTo>
                      <a:pt x="913585" y="911042"/>
                    </a:lnTo>
                    <a:lnTo>
                      <a:pt x="914400" y="913026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h4626"/>
              <p:cNvSpPr/>
              <p:nvPr/>
            </p:nvSpPr>
            <p:spPr>
              <a:xfrm>
                <a:off x="2466292" y="1740110"/>
                <a:ext cx="9149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64" h="914400">
                    <a:moveTo>
                      <a:pt x="914400" y="914400"/>
                    </a:moveTo>
                    <a:lnTo>
                      <a:pt x="914400" y="913026"/>
                    </a:lnTo>
                    <a:lnTo>
                      <a:pt x="914964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h4627"/>
              <p:cNvSpPr/>
              <p:nvPr/>
            </p:nvSpPr>
            <p:spPr>
              <a:xfrm>
                <a:off x="3142434" y="1722871"/>
                <a:ext cx="914400" cy="9212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99">
                    <a:moveTo>
                      <a:pt x="914400" y="914400"/>
                    </a:moveTo>
                    <a:lnTo>
                      <a:pt x="914400" y="921299"/>
                    </a:lnTo>
                    <a:lnTo>
                      <a:pt x="911692" y="919372"/>
                    </a:lnTo>
                    <a:lnTo>
                      <a:pt x="906421" y="915025"/>
                    </a:lnTo>
                    <a:lnTo>
                      <a:pt x="905758" y="914400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h4628"/>
              <p:cNvSpPr/>
              <p:nvPr/>
            </p:nvSpPr>
            <p:spPr>
              <a:xfrm>
                <a:off x="314243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20" y="931638"/>
                    </a:lnTo>
                    <a:lnTo>
                      <a:pt x="914985" y="931344"/>
                    </a:lnTo>
                    <a:lnTo>
                      <a:pt x="915107" y="930796"/>
                    </a:lnTo>
                    <a:lnTo>
                      <a:pt x="915228" y="930248"/>
                    </a:lnTo>
                    <a:lnTo>
                      <a:pt x="915350" y="929700"/>
                    </a:lnTo>
                    <a:lnTo>
                      <a:pt x="915471" y="929152"/>
                    </a:lnTo>
                    <a:lnTo>
                      <a:pt x="915593" y="928604"/>
                    </a:lnTo>
                    <a:lnTo>
                      <a:pt x="915714" y="928055"/>
                    </a:lnTo>
                    <a:lnTo>
                      <a:pt x="915836" y="927507"/>
                    </a:lnTo>
                    <a:lnTo>
                      <a:pt x="915957" y="926959"/>
                    </a:lnTo>
                    <a:lnTo>
                      <a:pt x="916079" y="926411"/>
                    </a:lnTo>
                    <a:lnTo>
                      <a:pt x="916200" y="925863"/>
                    </a:lnTo>
                    <a:lnTo>
                      <a:pt x="916322" y="925315"/>
                    </a:lnTo>
                    <a:lnTo>
                      <a:pt x="916444" y="924766"/>
                    </a:lnTo>
                    <a:lnTo>
                      <a:pt x="916565" y="924218"/>
                    </a:lnTo>
                    <a:lnTo>
                      <a:pt x="916687" y="923670"/>
                    </a:lnTo>
                    <a:lnTo>
                      <a:pt x="916829" y="923028"/>
                    </a:lnTo>
                    <a:lnTo>
                      <a:pt x="914400" y="92129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h4629"/>
              <p:cNvSpPr/>
              <p:nvPr/>
            </p:nvSpPr>
            <p:spPr>
              <a:xfrm>
                <a:off x="31516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h4630"/>
              <p:cNvSpPr/>
              <p:nvPr/>
            </p:nvSpPr>
            <p:spPr>
              <a:xfrm>
                <a:off x="31609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h4631"/>
              <p:cNvSpPr/>
              <p:nvPr/>
            </p:nvSpPr>
            <p:spPr>
              <a:xfrm>
                <a:off x="31702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h4632"/>
              <p:cNvSpPr/>
              <p:nvPr/>
            </p:nvSpPr>
            <p:spPr>
              <a:xfrm>
                <a:off x="31794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h4633"/>
              <p:cNvSpPr/>
              <p:nvPr/>
            </p:nvSpPr>
            <p:spPr>
              <a:xfrm>
                <a:off x="318874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h4634"/>
              <p:cNvSpPr/>
              <p:nvPr/>
            </p:nvSpPr>
            <p:spPr>
              <a:xfrm>
                <a:off x="31980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h4635"/>
              <p:cNvSpPr/>
              <p:nvPr/>
            </p:nvSpPr>
            <p:spPr>
              <a:xfrm>
                <a:off x="32072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h4636"/>
              <p:cNvSpPr/>
              <p:nvPr/>
            </p:nvSpPr>
            <p:spPr>
              <a:xfrm>
                <a:off x="32165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h4637"/>
              <p:cNvSpPr/>
              <p:nvPr/>
            </p:nvSpPr>
            <p:spPr>
              <a:xfrm>
                <a:off x="322579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h4638"/>
              <p:cNvSpPr/>
              <p:nvPr/>
            </p:nvSpPr>
            <p:spPr>
              <a:xfrm>
                <a:off x="32350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h4639"/>
              <p:cNvSpPr/>
              <p:nvPr/>
            </p:nvSpPr>
            <p:spPr>
              <a:xfrm>
                <a:off x="32443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h4640"/>
              <p:cNvSpPr/>
              <p:nvPr/>
            </p:nvSpPr>
            <p:spPr>
              <a:xfrm>
                <a:off x="32535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h4641"/>
              <p:cNvSpPr/>
              <p:nvPr/>
            </p:nvSpPr>
            <p:spPr>
              <a:xfrm>
                <a:off x="32628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h4642"/>
              <p:cNvSpPr/>
              <p:nvPr/>
            </p:nvSpPr>
            <p:spPr>
              <a:xfrm>
                <a:off x="327210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h4643"/>
              <p:cNvSpPr/>
              <p:nvPr/>
            </p:nvSpPr>
            <p:spPr>
              <a:xfrm>
                <a:off x="32813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h4644"/>
              <p:cNvSpPr/>
              <p:nvPr/>
            </p:nvSpPr>
            <p:spPr>
              <a:xfrm>
                <a:off x="329063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h4645"/>
              <p:cNvSpPr/>
              <p:nvPr/>
            </p:nvSpPr>
            <p:spPr>
              <a:xfrm>
                <a:off x="329989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h4646"/>
              <p:cNvSpPr/>
              <p:nvPr/>
            </p:nvSpPr>
            <p:spPr>
              <a:xfrm>
                <a:off x="330915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h4647"/>
              <p:cNvSpPr/>
              <p:nvPr/>
            </p:nvSpPr>
            <p:spPr>
              <a:xfrm>
                <a:off x="331841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h4648"/>
              <p:cNvSpPr/>
              <p:nvPr/>
            </p:nvSpPr>
            <p:spPr>
              <a:xfrm>
                <a:off x="332767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h4649"/>
              <p:cNvSpPr/>
              <p:nvPr/>
            </p:nvSpPr>
            <p:spPr>
              <a:xfrm>
                <a:off x="333694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h4650"/>
              <p:cNvSpPr/>
              <p:nvPr/>
            </p:nvSpPr>
            <p:spPr>
              <a:xfrm>
                <a:off x="334620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h4651"/>
              <p:cNvSpPr/>
              <p:nvPr/>
            </p:nvSpPr>
            <p:spPr>
              <a:xfrm>
                <a:off x="335546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h4652"/>
              <p:cNvSpPr/>
              <p:nvPr/>
            </p:nvSpPr>
            <p:spPr>
              <a:xfrm>
                <a:off x="336472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h4653"/>
              <p:cNvSpPr/>
              <p:nvPr/>
            </p:nvSpPr>
            <p:spPr>
              <a:xfrm>
                <a:off x="337399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h4654"/>
              <p:cNvSpPr/>
              <p:nvPr/>
            </p:nvSpPr>
            <p:spPr>
              <a:xfrm>
                <a:off x="3383252" y="17401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024"/>
                    </a:lnTo>
                    <a:lnTo>
                      <a:pt x="922872" y="914400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h4655"/>
              <p:cNvSpPr/>
              <p:nvPr/>
            </p:nvSpPr>
            <p:spPr>
              <a:xfrm>
                <a:off x="3392514" y="1722871"/>
                <a:ext cx="918902" cy="926262"/>
              </a:xfrm>
              <a:custGeom>
                <a:avLst/>
                <a:gdLst/>
                <a:ahLst/>
                <a:cxnLst/>
                <a:rect l="0" t="0" r="0" b="0"/>
                <a:pathLst>
                  <a:path w="918902" h="926262">
                    <a:moveTo>
                      <a:pt x="914400" y="914400"/>
                    </a:moveTo>
                    <a:lnTo>
                      <a:pt x="918902" y="914400"/>
                    </a:lnTo>
                    <a:lnTo>
                      <a:pt x="918782" y="914665"/>
                    </a:lnTo>
                    <a:lnTo>
                      <a:pt x="914955" y="922323"/>
                    </a:lnTo>
                    <a:lnTo>
                      <a:pt x="914861" y="923122"/>
                    </a:lnTo>
                    <a:lnTo>
                      <a:pt x="914400" y="926262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h4656"/>
              <p:cNvSpPr/>
              <p:nvPr/>
            </p:nvSpPr>
            <p:spPr>
              <a:xfrm>
                <a:off x="2160639" y="1705633"/>
                <a:ext cx="914400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0">
                    <a:moveTo>
                      <a:pt x="914400" y="914400"/>
                    </a:moveTo>
                    <a:lnTo>
                      <a:pt x="914400" y="921590"/>
                    </a:lnTo>
                    <a:lnTo>
                      <a:pt x="913611" y="918366"/>
                    </a:lnTo>
                    <a:lnTo>
                      <a:pt x="912772" y="914400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h4657"/>
              <p:cNvSpPr/>
              <p:nvPr/>
            </p:nvSpPr>
            <p:spPr>
              <a:xfrm>
                <a:off x="216063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76" y="931638"/>
                    </a:lnTo>
                    <a:lnTo>
                      <a:pt x="916016" y="928201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h4658"/>
              <p:cNvSpPr/>
              <p:nvPr/>
            </p:nvSpPr>
            <p:spPr>
              <a:xfrm>
                <a:off x="216990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h4659"/>
              <p:cNvSpPr/>
              <p:nvPr/>
            </p:nvSpPr>
            <p:spPr>
              <a:xfrm>
                <a:off x="217916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h4660"/>
              <p:cNvSpPr/>
              <p:nvPr/>
            </p:nvSpPr>
            <p:spPr>
              <a:xfrm>
                <a:off x="218842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h4661"/>
              <p:cNvSpPr/>
              <p:nvPr/>
            </p:nvSpPr>
            <p:spPr>
              <a:xfrm>
                <a:off x="219768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h4662"/>
              <p:cNvSpPr/>
              <p:nvPr/>
            </p:nvSpPr>
            <p:spPr>
              <a:xfrm>
                <a:off x="220695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h4663"/>
              <p:cNvSpPr/>
              <p:nvPr/>
            </p:nvSpPr>
            <p:spPr>
              <a:xfrm>
                <a:off x="221621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h4664"/>
              <p:cNvSpPr/>
              <p:nvPr/>
            </p:nvSpPr>
            <p:spPr>
              <a:xfrm>
                <a:off x="222547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h4665"/>
              <p:cNvSpPr/>
              <p:nvPr/>
            </p:nvSpPr>
            <p:spPr>
              <a:xfrm>
                <a:off x="223473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h4666"/>
              <p:cNvSpPr/>
              <p:nvPr/>
            </p:nvSpPr>
            <p:spPr>
              <a:xfrm>
                <a:off x="224399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h4667"/>
              <p:cNvSpPr/>
              <p:nvPr/>
            </p:nvSpPr>
            <p:spPr>
              <a:xfrm>
                <a:off x="225326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h4668"/>
              <p:cNvSpPr/>
              <p:nvPr/>
            </p:nvSpPr>
            <p:spPr>
              <a:xfrm>
                <a:off x="226252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h4669"/>
              <p:cNvSpPr/>
              <p:nvPr/>
            </p:nvSpPr>
            <p:spPr>
              <a:xfrm>
                <a:off x="227178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h4670"/>
              <p:cNvSpPr/>
              <p:nvPr/>
            </p:nvSpPr>
            <p:spPr>
              <a:xfrm>
                <a:off x="228104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h4671"/>
              <p:cNvSpPr/>
              <p:nvPr/>
            </p:nvSpPr>
            <p:spPr>
              <a:xfrm>
                <a:off x="229031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h4672"/>
              <p:cNvSpPr/>
              <p:nvPr/>
            </p:nvSpPr>
            <p:spPr>
              <a:xfrm>
                <a:off x="22995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h4673"/>
              <p:cNvSpPr/>
              <p:nvPr/>
            </p:nvSpPr>
            <p:spPr>
              <a:xfrm>
                <a:off x="230883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h4674"/>
              <p:cNvSpPr/>
              <p:nvPr/>
            </p:nvSpPr>
            <p:spPr>
              <a:xfrm>
                <a:off x="23180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h4675"/>
              <p:cNvSpPr/>
              <p:nvPr/>
            </p:nvSpPr>
            <p:spPr>
              <a:xfrm>
                <a:off x="23273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h4676"/>
              <p:cNvSpPr/>
              <p:nvPr/>
            </p:nvSpPr>
            <p:spPr>
              <a:xfrm>
                <a:off x="23366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h4677"/>
              <p:cNvSpPr/>
              <p:nvPr/>
            </p:nvSpPr>
            <p:spPr>
              <a:xfrm>
                <a:off x="23458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h4678"/>
              <p:cNvSpPr/>
              <p:nvPr/>
            </p:nvSpPr>
            <p:spPr>
              <a:xfrm>
                <a:off x="235514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h4679"/>
              <p:cNvSpPr/>
              <p:nvPr/>
            </p:nvSpPr>
            <p:spPr>
              <a:xfrm>
                <a:off x="23644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h4680"/>
              <p:cNvSpPr/>
              <p:nvPr/>
            </p:nvSpPr>
            <p:spPr>
              <a:xfrm>
                <a:off x="23736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h4681"/>
              <p:cNvSpPr/>
              <p:nvPr/>
            </p:nvSpPr>
            <p:spPr>
              <a:xfrm>
                <a:off x="23829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h4682"/>
              <p:cNvSpPr/>
              <p:nvPr/>
            </p:nvSpPr>
            <p:spPr>
              <a:xfrm>
                <a:off x="239219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h4683"/>
              <p:cNvSpPr/>
              <p:nvPr/>
            </p:nvSpPr>
            <p:spPr>
              <a:xfrm>
                <a:off x="24014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h4684"/>
              <p:cNvSpPr/>
              <p:nvPr/>
            </p:nvSpPr>
            <p:spPr>
              <a:xfrm>
                <a:off x="24107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h4685"/>
              <p:cNvSpPr/>
              <p:nvPr/>
            </p:nvSpPr>
            <p:spPr>
              <a:xfrm>
                <a:off x="24199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h4686"/>
              <p:cNvSpPr/>
              <p:nvPr/>
            </p:nvSpPr>
            <p:spPr>
              <a:xfrm>
                <a:off x="24292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h4687"/>
              <p:cNvSpPr/>
              <p:nvPr/>
            </p:nvSpPr>
            <p:spPr>
              <a:xfrm>
                <a:off x="243850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h4688"/>
              <p:cNvSpPr/>
              <p:nvPr/>
            </p:nvSpPr>
            <p:spPr>
              <a:xfrm>
                <a:off x="2457030" y="17228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218" y="897161"/>
                    </a:lnTo>
                    <a:lnTo>
                      <a:pt x="910576" y="899252"/>
                    </a:lnTo>
                    <a:lnTo>
                      <a:pt x="911500" y="905821"/>
                    </a:lnTo>
                    <a:lnTo>
                      <a:pt x="914400" y="910955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h4689"/>
              <p:cNvSpPr/>
              <p:nvPr/>
            </p:nvSpPr>
            <p:spPr>
              <a:xfrm>
                <a:off x="2457030" y="1722871"/>
                <a:ext cx="9162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14" h="914400">
                    <a:moveTo>
                      <a:pt x="914400" y="914400"/>
                    </a:moveTo>
                    <a:lnTo>
                      <a:pt x="914400" y="910955"/>
                    </a:lnTo>
                    <a:lnTo>
                      <a:pt x="915040" y="912090"/>
                    </a:lnTo>
                    <a:lnTo>
                      <a:pt x="916214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h4690"/>
              <p:cNvSpPr/>
              <p:nvPr/>
            </p:nvSpPr>
            <p:spPr>
              <a:xfrm>
                <a:off x="3123910" y="1705633"/>
                <a:ext cx="914400" cy="9215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1">
                    <a:moveTo>
                      <a:pt x="914400" y="914400"/>
                    </a:moveTo>
                    <a:lnTo>
                      <a:pt x="914400" y="921591"/>
                    </a:lnTo>
                    <a:lnTo>
                      <a:pt x="909954" y="916256"/>
                    </a:lnTo>
                    <a:lnTo>
                      <a:pt x="908571" y="914400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h4691"/>
              <p:cNvSpPr/>
              <p:nvPr/>
            </p:nvSpPr>
            <p:spPr>
              <a:xfrm>
                <a:off x="3123910" y="1705633"/>
                <a:ext cx="923662" cy="93105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05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053"/>
                    </a:lnTo>
                    <a:lnTo>
                      <a:pt x="919802" y="927412"/>
                    </a:lnTo>
                    <a:lnTo>
                      <a:pt x="914800" y="922072"/>
                    </a:lnTo>
                    <a:lnTo>
                      <a:pt x="914400" y="921591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h4692"/>
              <p:cNvSpPr/>
              <p:nvPr/>
            </p:nvSpPr>
            <p:spPr>
              <a:xfrm>
                <a:off x="31331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20" y="931638"/>
                    </a:lnTo>
                    <a:lnTo>
                      <a:pt x="914400" y="931053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h4693"/>
              <p:cNvSpPr/>
              <p:nvPr/>
            </p:nvSpPr>
            <p:spPr>
              <a:xfrm>
                <a:off x="314243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h4694"/>
              <p:cNvSpPr/>
              <p:nvPr/>
            </p:nvSpPr>
            <p:spPr>
              <a:xfrm>
                <a:off x="31516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h4695"/>
              <p:cNvSpPr/>
              <p:nvPr/>
            </p:nvSpPr>
            <p:spPr>
              <a:xfrm>
                <a:off x="31609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h4696"/>
              <p:cNvSpPr/>
              <p:nvPr/>
            </p:nvSpPr>
            <p:spPr>
              <a:xfrm>
                <a:off x="31702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h4697"/>
              <p:cNvSpPr/>
              <p:nvPr/>
            </p:nvSpPr>
            <p:spPr>
              <a:xfrm>
                <a:off x="31794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h4698"/>
              <p:cNvSpPr/>
              <p:nvPr/>
            </p:nvSpPr>
            <p:spPr>
              <a:xfrm>
                <a:off x="318874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h4699"/>
              <p:cNvSpPr/>
              <p:nvPr/>
            </p:nvSpPr>
            <p:spPr>
              <a:xfrm>
                <a:off x="31980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h4700"/>
              <p:cNvSpPr/>
              <p:nvPr/>
            </p:nvSpPr>
            <p:spPr>
              <a:xfrm>
                <a:off x="32072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h4701"/>
              <p:cNvSpPr/>
              <p:nvPr/>
            </p:nvSpPr>
            <p:spPr>
              <a:xfrm>
                <a:off x="32165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h4702"/>
              <p:cNvSpPr/>
              <p:nvPr/>
            </p:nvSpPr>
            <p:spPr>
              <a:xfrm>
                <a:off x="322579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h4703"/>
              <p:cNvSpPr/>
              <p:nvPr/>
            </p:nvSpPr>
            <p:spPr>
              <a:xfrm>
                <a:off x="32350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h4704"/>
              <p:cNvSpPr/>
              <p:nvPr/>
            </p:nvSpPr>
            <p:spPr>
              <a:xfrm>
                <a:off x="32443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h4705"/>
              <p:cNvSpPr/>
              <p:nvPr/>
            </p:nvSpPr>
            <p:spPr>
              <a:xfrm>
                <a:off x="32535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h4706"/>
              <p:cNvSpPr/>
              <p:nvPr/>
            </p:nvSpPr>
            <p:spPr>
              <a:xfrm>
                <a:off x="32628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h4707"/>
              <p:cNvSpPr/>
              <p:nvPr/>
            </p:nvSpPr>
            <p:spPr>
              <a:xfrm>
                <a:off x="327210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h4708"/>
              <p:cNvSpPr/>
              <p:nvPr/>
            </p:nvSpPr>
            <p:spPr>
              <a:xfrm>
                <a:off x="328136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h4709"/>
              <p:cNvSpPr/>
              <p:nvPr/>
            </p:nvSpPr>
            <p:spPr>
              <a:xfrm>
                <a:off x="329063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h4710"/>
              <p:cNvSpPr/>
              <p:nvPr/>
            </p:nvSpPr>
            <p:spPr>
              <a:xfrm>
                <a:off x="329989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h4711"/>
              <p:cNvSpPr/>
              <p:nvPr/>
            </p:nvSpPr>
            <p:spPr>
              <a:xfrm>
                <a:off x="330915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h4712"/>
              <p:cNvSpPr/>
              <p:nvPr/>
            </p:nvSpPr>
            <p:spPr>
              <a:xfrm>
                <a:off x="331841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h4713"/>
              <p:cNvSpPr/>
              <p:nvPr/>
            </p:nvSpPr>
            <p:spPr>
              <a:xfrm>
                <a:off x="332767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h4714"/>
              <p:cNvSpPr/>
              <p:nvPr/>
            </p:nvSpPr>
            <p:spPr>
              <a:xfrm>
                <a:off x="333694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h4715"/>
              <p:cNvSpPr/>
              <p:nvPr/>
            </p:nvSpPr>
            <p:spPr>
              <a:xfrm>
                <a:off x="334620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h4716"/>
              <p:cNvSpPr/>
              <p:nvPr/>
            </p:nvSpPr>
            <p:spPr>
              <a:xfrm>
                <a:off x="335546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h4717"/>
              <p:cNvSpPr/>
              <p:nvPr/>
            </p:nvSpPr>
            <p:spPr>
              <a:xfrm>
                <a:off x="336472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h4718"/>
              <p:cNvSpPr/>
              <p:nvPr/>
            </p:nvSpPr>
            <p:spPr>
              <a:xfrm>
                <a:off x="337399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A">
                  <a:alpha val="100000"/>
                </a:srgbClr>
              </a:solidFill>
              <a:ln w="5420" cap="flat">
                <a:solidFill>
                  <a:srgbClr val="FFC4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h4719"/>
              <p:cNvSpPr/>
              <p:nvPr/>
            </p:nvSpPr>
            <p:spPr>
              <a:xfrm>
                <a:off x="338325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h4720"/>
              <p:cNvSpPr/>
              <p:nvPr/>
            </p:nvSpPr>
            <p:spPr>
              <a:xfrm>
                <a:off x="3392514" y="17228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522"/>
                    </a:lnTo>
                    <a:lnTo>
                      <a:pt x="922551" y="906277"/>
                    </a:lnTo>
                    <a:lnTo>
                      <a:pt x="918902" y="914400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h4721"/>
              <p:cNvSpPr/>
              <p:nvPr/>
            </p:nvSpPr>
            <p:spPr>
              <a:xfrm>
                <a:off x="3401777" y="1705633"/>
                <a:ext cx="916948" cy="920761"/>
              </a:xfrm>
              <a:custGeom>
                <a:avLst/>
                <a:gdLst/>
                <a:ahLst/>
                <a:cxnLst/>
                <a:rect l="0" t="0" r="0" b="0"/>
                <a:pathLst>
                  <a:path w="916948" h="920761">
                    <a:moveTo>
                      <a:pt x="914400" y="914400"/>
                    </a:moveTo>
                    <a:lnTo>
                      <a:pt x="916948" y="914400"/>
                    </a:lnTo>
                    <a:lnTo>
                      <a:pt x="916815" y="914768"/>
                    </a:lnTo>
                    <a:lnTo>
                      <a:pt x="914400" y="920761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h4722"/>
              <p:cNvSpPr/>
              <p:nvPr/>
            </p:nvSpPr>
            <p:spPr>
              <a:xfrm>
                <a:off x="2160639" y="16883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772" y="931638"/>
                    </a:lnTo>
                    <a:lnTo>
                      <a:pt x="911485" y="925550"/>
                    </a:lnTo>
                    <a:lnTo>
                      <a:pt x="909644" y="915302"/>
                    </a:lnTo>
                    <a:lnTo>
                      <a:pt x="909509" y="914400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h4723"/>
              <p:cNvSpPr/>
              <p:nvPr/>
            </p:nvSpPr>
            <p:spPr>
              <a:xfrm>
                <a:off x="216063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h4724"/>
              <p:cNvSpPr/>
              <p:nvPr/>
            </p:nvSpPr>
            <p:spPr>
              <a:xfrm>
                <a:off x="216990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h4725"/>
              <p:cNvSpPr/>
              <p:nvPr/>
            </p:nvSpPr>
            <p:spPr>
              <a:xfrm>
                <a:off x="217916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h4726"/>
              <p:cNvSpPr/>
              <p:nvPr/>
            </p:nvSpPr>
            <p:spPr>
              <a:xfrm>
                <a:off x="218842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h4727"/>
              <p:cNvSpPr/>
              <p:nvPr/>
            </p:nvSpPr>
            <p:spPr>
              <a:xfrm>
                <a:off x="219768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h4728"/>
              <p:cNvSpPr/>
              <p:nvPr/>
            </p:nvSpPr>
            <p:spPr>
              <a:xfrm>
                <a:off x="220695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h4729"/>
              <p:cNvSpPr/>
              <p:nvPr/>
            </p:nvSpPr>
            <p:spPr>
              <a:xfrm>
                <a:off x="221621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h4730"/>
              <p:cNvSpPr/>
              <p:nvPr/>
            </p:nvSpPr>
            <p:spPr>
              <a:xfrm>
                <a:off x="222547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h4731"/>
              <p:cNvSpPr/>
              <p:nvPr/>
            </p:nvSpPr>
            <p:spPr>
              <a:xfrm>
                <a:off x="223473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h4732"/>
              <p:cNvSpPr/>
              <p:nvPr/>
            </p:nvSpPr>
            <p:spPr>
              <a:xfrm>
                <a:off x="224399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ph4733"/>
              <p:cNvSpPr/>
              <p:nvPr/>
            </p:nvSpPr>
            <p:spPr>
              <a:xfrm>
                <a:off x="225326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ph4734"/>
              <p:cNvSpPr/>
              <p:nvPr/>
            </p:nvSpPr>
            <p:spPr>
              <a:xfrm>
                <a:off x="226252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ph4735"/>
              <p:cNvSpPr/>
              <p:nvPr/>
            </p:nvSpPr>
            <p:spPr>
              <a:xfrm>
                <a:off x="227178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ph4736"/>
              <p:cNvSpPr/>
              <p:nvPr/>
            </p:nvSpPr>
            <p:spPr>
              <a:xfrm>
                <a:off x="22810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ph4737"/>
              <p:cNvSpPr/>
              <p:nvPr/>
            </p:nvSpPr>
            <p:spPr>
              <a:xfrm>
                <a:off x="22903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8" name="ph4738"/>
              <p:cNvSpPr/>
              <p:nvPr/>
            </p:nvSpPr>
            <p:spPr>
              <a:xfrm>
                <a:off x="22995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9" name="ph4739"/>
              <p:cNvSpPr/>
              <p:nvPr/>
            </p:nvSpPr>
            <p:spPr>
              <a:xfrm>
                <a:off x="230883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0" name="ph4740"/>
              <p:cNvSpPr/>
              <p:nvPr/>
            </p:nvSpPr>
            <p:spPr>
              <a:xfrm>
                <a:off x="23180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1" name="ph4741"/>
              <p:cNvSpPr/>
              <p:nvPr/>
            </p:nvSpPr>
            <p:spPr>
              <a:xfrm>
                <a:off x="23273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2" name="ph4742"/>
              <p:cNvSpPr/>
              <p:nvPr/>
            </p:nvSpPr>
            <p:spPr>
              <a:xfrm>
                <a:off x="23366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3" name="ph4743"/>
              <p:cNvSpPr/>
              <p:nvPr/>
            </p:nvSpPr>
            <p:spPr>
              <a:xfrm>
                <a:off x="23458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4" name="ph4744"/>
              <p:cNvSpPr/>
              <p:nvPr/>
            </p:nvSpPr>
            <p:spPr>
              <a:xfrm>
                <a:off x="235514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5" name="ph4745"/>
              <p:cNvSpPr/>
              <p:nvPr/>
            </p:nvSpPr>
            <p:spPr>
              <a:xfrm>
                <a:off x="23644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6" name="ph4746"/>
              <p:cNvSpPr/>
              <p:nvPr/>
            </p:nvSpPr>
            <p:spPr>
              <a:xfrm>
                <a:off x="23736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7" name="ph4747"/>
              <p:cNvSpPr/>
              <p:nvPr/>
            </p:nvSpPr>
            <p:spPr>
              <a:xfrm>
                <a:off x="23829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8" name="ph4748"/>
              <p:cNvSpPr/>
              <p:nvPr/>
            </p:nvSpPr>
            <p:spPr>
              <a:xfrm>
                <a:off x="239219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9" name="ph4749"/>
              <p:cNvSpPr/>
              <p:nvPr/>
            </p:nvSpPr>
            <p:spPr>
              <a:xfrm>
                <a:off x="24014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0" name="ph4750"/>
              <p:cNvSpPr/>
              <p:nvPr/>
            </p:nvSpPr>
            <p:spPr>
              <a:xfrm>
                <a:off x="24107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1" name="ph4751"/>
              <p:cNvSpPr/>
              <p:nvPr/>
            </p:nvSpPr>
            <p:spPr>
              <a:xfrm>
                <a:off x="24199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2" name="ph4752"/>
              <p:cNvSpPr/>
              <p:nvPr/>
            </p:nvSpPr>
            <p:spPr>
              <a:xfrm>
                <a:off x="24292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3" name="ph4753"/>
              <p:cNvSpPr/>
              <p:nvPr/>
            </p:nvSpPr>
            <p:spPr>
              <a:xfrm>
                <a:off x="243850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4" name="ph4754"/>
              <p:cNvSpPr/>
              <p:nvPr/>
            </p:nvSpPr>
            <p:spPr>
              <a:xfrm>
                <a:off x="2447768" y="1705633"/>
                <a:ext cx="9194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8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6242" y="897161"/>
                    </a:lnTo>
                    <a:lnTo>
                      <a:pt x="918057" y="906094"/>
                    </a:lnTo>
                    <a:lnTo>
                      <a:pt x="919480" y="914400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5" name="ph4755"/>
              <p:cNvSpPr/>
              <p:nvPr/>
            </p:nvSpPr>
            <p:spPr>
              <a:xfrm>
                <a:off x="3114648" y="1688394"/>
                <a:ext cx="914400" cy="92700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09">
                    <a:moveTo>
                      <a:pt x="914400" y="914400"/>
                    </a:moveTo>
                    <a:lnTo>
                      <a:pt x="914400" y="927009"/>
                    </a:lnTo>
                    <a:lnTo>
                      <a:pt x="910043" y="920499"/>
                    </a:lnTo>
                    <a:lnTo>
                      <a:pt x="906369" y="914400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6" name="ph4756"/>
              <p:cNvSpPr/>
              <p:nvPr/>
            </p:nvSpPr>
            <p:spPr>
              <a:xfrm>
                <a:off x="31146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833" y="931638"/>
                    </a:lnTo>
                    <a:lnTo>
                      <a:pt x="914539" y="927218"/>
                    </a:lnTo>
                    <a:lnTo>
                      <a:pt x="914400" y="92700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7" name="ph4757"/>
              <p:cNvSpPr/>
              <p:nvPr/>
            </p:nvSpPr>
            <p:spPr>
              <a:xfrm>
                <a:off x="31239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8" name="ph4758"/>
              <p:cNvSpPr/>
              <p:nvPr/>
            </p:nvSpPr>
            <p:spPr>
              <a:xfrm>
                <a:off x="31331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9" name="ph4759"/>
              <p:cNvSpPr/>
              <p:nvPr/>
            </p:nvSpPr>
            <p:spPr>
              <a:xfrm>
                <a:off x="314243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0" name="ph4760"/>
              <p:cNvSpPr/>
              <p:nvPr/>
            </p:nvSpPr>
            <p:spPr>
              <a:xfrm>
                <a:off x="31516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1" name="ph4761"/>
              <p:cNvSpPr/>
              <p:nvPr/>
            </p:nvSpPr>
            <p:spPr>
              <a:xfrm>
                <a:off x="31609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2" name="ph4762"/>
              <p:cNvSpPr/>
              <p:nvPr/>
            </p:nvSpPr>
            <p:spPr>
              <a:xfrm>
                <a:off x="31702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3" name="ph4763"/>
              <p:cNvSpPr/>
              <p:nvPr/>
            </p:nvSpPr>
            <p:spPr>
              <a:xfrm>
                <a:off x="31794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4" name="ph4764"/>
              <p:cNvSpPr/>
              <p:nvPr/>
            </p:nvSpPr>
            <p:spPr>
              <a:xfrm>
                <a:off x="318874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5" name="ph4765"/>
              <p:cNvSpPr/>
              <p:nvPr/>
            </p:nvSpPr>
            <p:spPr>
              <a:xfrm>
                <a:off x="31980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6" name="ph4766"/>
              <p:cNvSpPr/>
              <p:nvPr/>
            </p:nvSpPr>
            <p:spPr>
              <a:xfrm>
                <a:off x="32072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7" name="ph4767"/>
              <p:cNvSpPr/>
              <p:nvPr/>
            </p:nvSpPr>
            <p:spPr>
              <a:xfrm>
                <a:off x="32165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8" name="ph4768"/>
              <p:cNvSpPr/>
              <p:nvPr/>
            </p:nvSpPr>
            <p:spPr>
              <a:xfrm>
                <a:off x="322579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9" name="ph4769"/>
              <p:cNvSpPr/>
              <p:nvPr/>
            </p:nvSpPr>
            <p:spPr>
              <a:xfrm>
                <a:off x="32350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0" name="ph4770"/>
              <p:cNvSpPr/>
              <p:nvPr/>
            </p:nvSpPr>
            <p:spPr>
              <a:xfrm>
                <a:off x="32443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1" name="ph4771"/>
              <p:cNvSpPr/>
              <p:nvPr/>
            </p:nvSpPr>
            <p:spPr>
              <a:xfrm>
                <a:off x="32535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2" name="ph4772"/>
              <p:cNvSpPr/>
              <p:nvPr/>
            </p:nvSpPr>
            <p:spPr>
              <a:xfrm>
                <a:off x="32628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3" name="ph4773"/>
              <p:cNvSpPr/>
              <p:nvPr/>
            </p:nvSpPr>
            <p:spPr>
              <a:xfrm>
                <a:off x="327210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4" name="ph4774"/>
              <p:cNvSpPr/>
              <p:nvPr/>
            </p:nvSpPr>
            <p:spPr>
              <a:xfrm>
                <a:off x="328136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5" name="ph4775"/>
              <p:cNvSpPr/>
              <p:nvPr/>
            </p:nvSpPr>
            <p:spPr>
              <a:xfrm>
                <a:off x="329063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6" name="ph4776"/>
              <p:cNvSpPr/>
              <p:nvPr/>
            </p:nvSpPr>
            <p:spPr>
              <a:xfrm>
                <a:off x="329989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7" name="ph4777"/>
              <p:cNvSpPr/>
              <p:nvPr/>
            </p:nvSpPr>
            <p:spPr>
              <a:xfrm>
                <a:off x="330915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8" name="ph4778"/>
              <p:cNvSpPr/>
              <p:nvPr/>
            </p:nvSpPr>
            <p:spPr>
              <a:xfrm>
                <a:off x="331841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9" name="ph4779"/>
              <p:cNvSpPr/>
              <p:nvPr/>
            </p:nvSpPr>
            <p:spPr>
              <a:xfrm>
                <a:off x="332767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0" name="ph4780"/>
              <p:cNvSpPr/>
              <p:nvPr/>
            </p:nvSpPr>
            <p:spPr>
              <a:xfrm>
                <a:off x="333694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1" name="ph4781"/>
              <p:cNvSpPr/>
              <p:nvPr/>
            </p:nvSpPr>
            <p:spPr>
              <a:xfrm>
                <a:off x="334620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2" name="ph4782"/>
              <p:cNvSpPr/>
              <p:nvPr/>
            </p:nvSpPr>
            <p:spPr>
              <a:xfrm>
                <a:off x="335546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3" name="ph4783"/>
              <p:cNvSpPr/>
              <p:nvPr/>
            </p:nvSpPr>
            <p:spPr>
              <a:xfrm>
                <a:off x="336472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4" name="ph4784"/>
              <p:cNvSpPr/>
              <p:nvPr/>
            </p:nvSpPr>
            <p:spPr>
              <a:xfrm>
                <a:off x="337399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5" name="ph4785"/>
              <p:cNvSpPr/>
              <p:nvPr/>
            </p:nvSpPr>
            <p:spPr>
              <a:xfrm>
                <a:off x="338325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6" name="ph4786"/>
              <p:cNvSpPr/>
              <p:nvPr/>
            </p:nvSpPr>
            <p:spPr>
              <a:xfrm>
                <a:off x="339251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h4787"/>
              <p:cNvSpPr/>
              <p:nvPr/>
            </p:nvSpPr>
            <p:spPr>
              <a:xfrm>
                <a:off x="3401777" y="17056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80"/>
                    </a:lnTo>
                    <a:lnTo>
                      <a:pt x="922269" y="901517"/>
                    </a:lnTo>
                    <a:lnTo>
                      <a:pt x="921251" y="902054"/>
                    </a:lnTo>
                    <a:lnTo>
                      <a:pt x="920087" y="905686"/>
                    </a:lnTo>
                    <a:lnTo>
                      <a:pt x="916948" y="914400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h4788"/>
              <p:cNvSpPr/>
              <p:nvPr/>
            </p:nvSpPr>
            <p:spPr>
              <a:xfrm>
                <a:off x="3411039" y="1688394"/>
                <a:ext cx="921256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21256" h="918019">
                    <a:moveTo>
                      <a:pt x="914400" y="914400"/>
                    </a:moveTo>
                    <a:lnTo>
                      <a:pt x="921256" y="914400"/>
                    </a:lnTo>
                    <a:lnTo>
                      <a:pt x="920054" y="915034"/>
                    </a:lnTo>
                    <a:lnTo>
                      <a:pt x="918644" y="915778"/>
                    </a:lnTo>
                    <a:lnTo>
                      <a:pt x="917234" y="916522"/>
                    </a:lnTo>
                    <a:lnTo>
                      <a:pt x="915825" y="917266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h4789"/>
              <p:cNvSpPr/>
              <p:nvPr/>
            </p:nvSpPr>
            <p:spPr>
              <a:xfrm>
                <a:off x="2160639" y="16711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09" y="931638"/>
                    </a:lnTo>
                    <a:lnTo>
                      <a:pt x="908093" y="922128"/>
                    </a:lnTo>
                    <a:lnTo>
                      <a:pt x="907172" y="914400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h4790"/>
              <p:cNvSpPr/>
              <p:nvPr/>
            </p:nvSpPr>
            <p:spPr>
              <a:xfrm>
                <a:off x="216063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h4791"/>
              <p:cNvSpPr/>
              <p:nvPr/>
            </p:nvSpPr>
            <p:spPr>
              <a:xfrm>
                <a:off x="216990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h4792"/>
              <p:cNvSpPr/>
              <p:nvPr/>
            </p:nvSpPr>
            <p:spPr>
              <a:xfrm>
                <a:off x="217916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h4793"/>
              <p:cNvSpPr/>
              <p:nvPr/>
            </p:nvSpPr>
            <p:spPr>
              <a:xfrm>
                <a:off x="218842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h4794"/>
              <p:cNvSpPr/>
              <p:nvPr/>
            </p:nvSpPr>
            <p:spPr>
              <a:xfrm>
                <a:off x="219768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h4795"/>
              <p:cNvSpPr/>
              <p:nvPr/>
            </p:nvSpPr>
            <p:spPr>
              <a:xfrm>
                <a:off x="220695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h4796"/>
              <p:cNvSpPr/>
              <p:nvPr/>
            </p:nvSpPr>
            <p:spPr>
              <a:xfrm>
                <a:off x="221621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h4797"/>
              <p:cNvSpPr/>
              <p:nvPr/>
            </p:nvSpPr>
            <p:spPr>
              <a:xfrm>
                <a:off x="222547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8" name="ph4798"/>
              <p:cNvSpPr/>
              <p:nvPr/>
            </p:nvSpPr>
            <p:spPr>
              <a:xfrm>
                <a:off x="223473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9" name="ph4799"/>
              <p:cNvSpPr/>
              <p:nvPr/>
            </p:nvSpPr>
            <p:spPr>
              <a:xfrm>
                <a:off x="224399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0" name="ph4800"/>
              <p:cNvSpPr/>
              <p:nvPr/>
            </p:nvSpPr>
            <p:spPr>
              <a:xfrm>
                <a:off x="225326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ph4801"/>
              <p:cNvSpPr/>
              <p:nvPr/>
            </p:nvSpPr>
            <p:spPr>
              <a:xfrm>
                <a:off x="226252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2" name="ph4802"/>
              <p:cNvSpPr/>
              <p:nvPr/>
            </p:nvSpPr>
            <p:spPr>
              <a:xfrm>
                <a:off x="22717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3" name="ph4803"/>
              <p:cNvSpPr/>
              <p:nvPr/>
            </p:nvSpPr>
            <p:spPr>
              <a:xfrm>
                <a:off x="22810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4" name="ph4804"/>
              <p:cNvSpPr/>
              <p:nvPr/>
            </p:nvSpPr>
            <p:spPr>
              <a:xfrm>
                <a:off x="22903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5" name="ph4805"/>
              <p:cNvSpPr/>
              <p:nvPr/>
            </p:nvSpPr>
            <p:spPr>
              <a:xfrm>
                <a:off x="22995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6" name="ph4806"/>
              <p:cNvSpPr/>
              <p:nvPr/>
            </p:nvSpPr>
            <p:spPr>
              <a:xfrm>
                <a:off x="230883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7" name="ph4807"/>
              <p:cNvSpPr/>
              <p:nvPr/>
            </p:nvSpPr>
            <p:spPr>
              <a:xfrm>
                <a:off x="23180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8" name="ph4808"/>
              <p:cNvSpPr/>
              <p:nvPr/>
            </p:nvSpPr>
            <p:spPr>
              <a:xfrm>
                <a:off x="23273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9" name="ph4809"/>
              <p:cNvSpPr/>
              <p:nvPr/>
            </p:nvSpPr>
            <p:spPr>
              <a:xfrm>
                <a:off x="23366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0" name="ph4810"/>
              <p:cNvSpPr/>
              <p:nvPr/>
            </p:nvSpPr>
            <p:spPr>
              <a:xfrm>
                <a:off x="23458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1" name="ph4811"/>
              <p:cNvSpPr/>
              <p:nvPr/>
            </p:nvSpPr>
            <p:spPr>
              <a:xfrm>
                <a:off x="235514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2" name="ph4812"/>
              <p:cNvSpPr/>
              <p:nvPr/>
            </p:nvSpPr>
            <p:spPr>
              <a:xfrm>
                <a:off x="23644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3" name="ph4813"/>
              <p:cNvSpPr/>
              <p:nvPr/>
            </p:nvSpPr>
            <p:spPr>
              <a:xfrm>
                <a:off x="23736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4" name="ph4814"/>
              <p:cNvSpPr/>
              <p:nvPr/>
            </p:nvSpPr>
            <p:spPr>
              <a:xfrm>
                <a:off x="23829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5" name="ph4815"/>
              <p:cNvSpPr/>
              <p:nvPr/>
            </p:nvSpPr>
            <p:spPr>
              <a:xfrm>
                <a:off x="239219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6" name="ph4816"/>
              <p:cNvSpPr/>
              <p:nvPr/>
            </p:nvSpPr>
            <p:spPr>
              <a:xfrm>
                <a:off x="24014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7" name="ph4817"/>
              <p:cNvSpPr/>
              <p:nvPr/>
            </p:nvSpPr>
            <p:spPr>
              <a:xfrm>
                <a:off x="24107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8" name="ph4818"/>
              <p:cNvSpPr/>
              <p:nvPr/>
            </p:nvSpPr>
            <p:spPr>
              <a:xfrm>
                <a:off x="24199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9" name="ph4819"/>
              <p:cNvSpPr/>
              <p:nvPr/>
            </p:nvSpPr>
            <p:spPr>
              <a:xfrm>
                <a:off x="24292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0" name="ph4820"/>
              <p:cNvSpPr/>
              <p:nvPr/>
            </p:nvSpPr>
            <p:spPr>
              <a:xfrm>
                <a:off x="2447768" y="168839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005" y="897161"/>
                    </a:lnTo>
                    <a:lnTo>
                      <a:pt x="913623" y="903135"/>
                    </a:lnTo>
                    <a:lnTo>
                      <a:pt x="914399" y="906420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1" name="ph4821"/>
              <p:cNvSpPr/>
              <p:nvPr/>
            </p:nvSpPr>
            <p:spPr>
              <a:xfrm>
                <a:off x="2447768" y="1688394"/>
                <a:ext cx="9162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2" h="914400">
                    <a:moveTo>
                      <a:pt x="914399" y="914400"/>
                    </a:moveTo>
                    <a:lnTo>
                      <a:pt x="914399" y="906420"/>
                    </a:lnTo>
                    <a:lnTo>
                      <a:pt x="915983" y="913125"/>
                    </a:lnTo>
                    <a:lnTo>
                      <a:pt x="916242" y="914400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2" name="ph4822"/>
              <p:cNvSpPr/>
              <p:nvPr/>
            </p:nvSpPr>
            <p:spPr>
              <a:xfrm>
                <a:off x="3105386" y="1671156"/>
                <a:ext cx="914400" cy="92948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483">
                    <a:moveTo>
                      <a:pt x="914400" y="914400"/>
                    </a:moveTo>
                    <a:lnTo>
                      <a:pt x="914400" y="929483"/>
                    </a:lnTo>
                    <a:lnTo>
                      <a:pt x="910904" y="923043"/>
                    </a:lnTo>
                    <a:lnTo>
                      <a:pt x="907022" y="915108"/>
                    </a:lnTo>
                    <a:lnTo>
                      <a:pt x="906710" y="914400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3" name="ph4823"/>
              <p:cNvSpPr/>
              <p:nvPr/>
            </p:nvSpPr>
            <p:spPr>
              <a:xfrm>
                <a:off x="31053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32" y="931638"/>
                    </a:lnTo>
                    <a:lnTo>
                      <a:pt x="915002" y="930593"/>
                    </a:lnTo>
                    <a:lnTo>
                      <a:pt x="914400" y="929483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4" name="ph4824"/>
              <p:cNvSpPr/>
              <p:nvPr/>
            </p:nvSpPr>
            <p:spPr>
              <a:xfrm>
                <a:off x="31146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5" name="ph4825"/>
              <p:cNvSpPr/>
              <p:nvPr/>
            </p:nvSpPr>
            <p:spPr>
              <a:xfrm>
                <a:off x="31239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6" name="ph4826"/>
              <p:cNvSpPr/>
              <p:nvPr/>
            </p:nvSpPr>
            <p:spPr>
              <a:xfrm>
                <a:off x="31331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7" name="ph4827"/>
              <p:cNvSpPr/>
              <p:nvPr/>
            </p:nvSpPr>
            <p:spPr>
              <a:xfrm>
                <a:off x="314243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8" name="ph4828"/>
              <p:cNvSpPr/>
              <p:nvPr/>
            </p:nvSpPr>
            <p:spPr>
              <a:xfrm>
                <a:off x="31516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9" name="ph4829"/>
              <p:cNvSpPr/>
              <p:nvPr/>
            </p:nvSpPr>
            <p:spPr>
              <a:xfrm>
                <a:off x="31609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0" name="ph4830"/>
              <p:cNvSpPr/>
              <p:nvPr/>
            </p:nvSpPr>
            <p:spPr>
              <a:xfrm>
                <a:off x="31702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1" name="ph4831"/>
              <p:cNvSpPr/>
              <p:nvPr/>
            </p:nvSpPr>
            <p:spPr>
              <a:xfrm>
                <a:off x="31794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2" name="ph4832"/>
              <p:cNvSpPr/>
              <p:nvPr/>
            </p:nvSpPr>
            <p:spPr>
              <a:xfrm>
                <a:off x="318874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3" name="ph4833"/>
              <p:cNvSpPr/>
              <p:nvPr/>
            </p:nvSpPr>
            <p:spPr>
              <a:xfrm>
                <a:off x="31980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4" name="ph4834"/>
              <p:cNvSpPr/>
              <p:nvPr/>
            </p:nvSpPr>
            <p:spPr>
              <a:xfrm>
                <a:off x="32072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5" name="ph4835"/>
              <p:cNvSpPr/>
              <p:nvPr/>
            </p:nvSpPr>
            <p:spPr>
              <a:xfrm>
                <a:off x="32165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6" name="ph4836"/>
              <p:cNvSpPr/>
              <p:nvPr/>
            </p:nvSpPr>
            <p:spPr>
              <a:xfrm>
                <a:off x="322579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7" name="ph4837"/>
              <p:cNvSpPr/>
              <p:nvPr/>
            </p:nvSpPr>
            <p:spPr>
              <a:xfrm>
                <a:off x="32350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8" name="ph4838"/>
              <p:cNvSpPr/>
              <p:nvPr/>
            </p:nvSpPr>
            <p:spPr>
              <a:xfrm>
                <a:off x="32443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9" name="ph4839"/>
              <p:cNvSpPr/>
              <p:nvPr/>
            </p:nvSpPr>
            <p:spPr>
              <a:xfrm>
                <a:off x="32535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0" name="ph4840"/>
              <p:cNvSpPr/>
              <p:nvPr/>
            </p:nvSpPr>
            <p:spPr>
              <a:xfrm>
                <a:off x="32628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1" name="ph4841"/>
              <p:cNvSpPr/>
              <p:nvPr/>
            </p:nvSpPr>
            <p:spPr>
              <a:xfrm>
                <a:off x="327210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2" name="ph4842"/>
              <p:cNvSpPr/>
              <p:nvPr/>
            </p:nvSpPr>
            <p:spPr>
              <a:xfrm>
                <a:off x="328136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3" name="ph4843"/>
              <p:cNvSpPr/>
              <p:nvPr/>
            </p:nvSpPr>
            <p:spPr>
              <a:xfrm>
                <a:off x="329063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4" name="ph4844"/>
              <p:cNvSpPr/>
              <p:nvPr/>
            </p:nvSpPr>
            <p:spPr>
              <a:xfrm>
                <a:off x="329989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5" name="ph4845"/>
              <p:cNvSpPr/>
              <p:nvPr/>
            </p:nvSpPr>
            <p:spPr>
              <a:xfrm>
                <a:off x="330915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6" name="ph4846"/>
              <p:cNvSpPr/>
              <p:nvPr/>
            </p:nvSpPr>
            <p:spPr>
              <a:xfrm>
                <a:off x="331841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7" name="ph4847"/>
              <p:cNvSpPr/>
              <p:nvPr/>
            </p:nvSpPr>
            <p:spPr>
              <a:xfrm>
                <a:off x="332767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8" name="ph4848"/>
              <p:cNvSpPr/>
              <p:nvPr/>
            </p:nvSpPr>
            <p:spPr>
              <a:xfrm>
                <a:off x="333694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9" name="ph4849"/>
              <p:cNvSpPr/>
              <p:nvPr/>
            </p:nvSpPr>
            <p:spPr>
              <a:xfrm>
                <a:off x="334620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0" name="ph4850"/>
              <p:cNvSpPr/>
              <p:nvPr/>
            </p:nvSpPr>
            <p:spPr>
              <a:xfrm>
                <a:off x="335546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1" name="ph4851"/>
              <p:cNvSpPr/>
              <p:nvPr/>
            </p:nvSpPr>
            <p:spPr>
              <a:xfrm>
                <a:off x="336472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2" name="ph4852"/>
              <p:cNvSpPr/>
              <p:nvPr/>
            </p:nvSpPr>
            <p:spPr>
              <a:xfrm>
                <a:off x="337399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3" name="ph4853"/>
              <p:cNvSpPr/>
              <p:nvPr/>
            </p:nvSpPr>
            <p:spPr>
              <a:xfrm>
                <a:off x="338325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4" name="ph4854"/>
              <p:cNvSpPr/>
              <p:nvPr/>
            </p:nvSpPr>
            <p:spPr>
              <a:xfrm>
                <a:off x="339251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5" name="ph4855"/>
              <p:cNvSpPr/>
              <p:nvPr/>
            </p:nvSpPr>
            <p:spPr>
              <a:xfrm>
                <a:off x="340177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6" name="ph4856"/>
              <p:cNvSpPr/>
              <p:nvPr/>
            </p:nvSpPr>
            <p:spPr>
              <a:xfrm>
                <a:off x="3411039" y="16883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131"/>
                    </a:lnTo>
                    <a:lnTo>
                      <a:pt x="922875" y="913546"/>
                    </a:lnTo>
                    <a:lnTo>
                      <a:pt x="921464" y="914290"/>
                    </a:lnTo>
                    <a:lnTo>
                      <a:pt x="921256" y="914400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7" name="ph4857"/>
              <p:cNvSpPr/>
              <p:nvPr/>
            </p:nvSpPr>
            <p:spPr>
              <a:xfrm>
                <a:off x="3420301" y="1671156"/>
                <a:ext cx="923662" cy="93037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7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925"/>
                    </a:lnTo>
                    <a:lnTo>
                      <a:pt x="921676" y="926274"/>
                    </a:lnTo>
                    <a:lnTo>
                      <a:pt x="916438" y="929295"/>
                    </a:lnTo>
                    <a:lnTo>
                      <a:pt x="915023" y="930041"/>
                    </a:lnTo>
                    <a:lnTo>
                      <a:pt x="914400" y="930370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8" name="ph4858"/>
              <p:cNvSpPr/>
              <p:nvPr/>
            </p:nvSpPr>
            <p:spPr>
              <a:xfrm>
                <a:off x="3429563" y="1671156"/>
                <a:ext cx="923662" cy="92492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92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72"/>
                    </a:lnTo>
                    <a:lnTo>
                      <a:pt x="922617" y="918808"/>
                    </a:lnTo>
                    <a:lnTo>
                      <a:pt x="917565" y="922775"/>
                    </a:lnTo>
                    <a:lnTo>
                      <a:pt x="914400" y="924925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9" name="ph4859"/>
              <p:cNvSpPr/>
              <p:nvPr/>
            </p:nvSpPr>
            <p:spPr>
              <a:xfrm>
                <a:off x="3438825" y="1671156"/>
                <a:ext cx="918275" cy="917872"/>
              </a:xfrm>
              <a:custGeom>
                <a:avLst/>
                <a:gdLst/>
                <a:ahLst/>
                <a:cxnLst/>
                <a:rect l="0" t="0" r="0" b="0"/>
                <a:pathLst>
                  <a:path w="918275" h="917872">
                    <a:moveTo>
                      <a:pt x="914400" y="914400"/>
                    </a:moveTo>
                    <a:lnTo>
                      <a:pt x="918275" y="914400"/>
                    </a:lnTo>
                    <a:lnTo>
                      <a:pt x="914400" y="917872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0" name="ph4860"/>
              <p:cNvSpPr/>
              <p:nvPr/>
            </p:nvSpPr>
            <p:spPr>
              <a:xfrm>
                <a:off x="2160639" y="16539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172" y="931638"/>
                    </a:lnTo>
                    <a:lnTo>
                      <a:pt x="906836" y="928818"/>
                    </a:lnTo>
                    <a:lnTo>
                      <a:pt x="905877" y="918161"/>
                    </a:lnTo>
                    <a:lnTo>
                      <a:pt x="905646" y="91440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1" name="ph4861"/>
              <p:cNvSpPr/>
              <p:nvPr/>
            </p:nvSpPr>
            <p:spPr>
              <a:xfrm>
                <a:off x="21606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2" name="ph4862"/>
              <p:cNvSpPr/>
              <p:nvPr/>
            </p:nvSpPr>
            <p:spPr>
              <a:xfrm>
                <a:off x="21699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3" name="ph4863"/>
              <p:cNvSpPr/>
              <p:nvPr/>
            </p:nvSpPr>
            <p:spPr>
              <a:xfrm>
                <a:off x="21791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4" name="ph4864"/>
              <p:cNvSpPr/>
              <p:nvPr/>
            </p:nvSpPr>
            <p:spPr>
              <a:xfrm>
                <a:off x="218842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5" name="ph4865"/>
              <p:cNvSpPr/>
              <p:nvPr/>
            </p:nvSpPr>
            <p:spPr>
              <a:xfrm>
                <a:off x="219768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6" name="ph4866"/>
              <p:cNvSpPr/>
              <p:nvPr/>
            </p:nvSpPr>
            <p:spPr>
              <a:xfrm>
                <a:off x="220695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7" name="ph4867"/>
              <p:cNvSpPr/>
              <p:nvPr/>
            </p:nvSpPr>
            <p:spPr>
              <a:xfrm>
                <a:off x="221621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8" name="ph4868"/>
              <p:cNvSpPr/>
              <p:nvPr/>
            </p:nvSpPr>
            <p:spPr>
              <a:xfrm>
                <a:off x="222547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9" name="ph4869"/>
              <p:cNvSpPr/>
              <p:nvPr/>
            </p:nvSpPr>
            <p:spPr>
              <a:xfrm>
                <a:off x="223473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0" name="ph4870"/>
              <p:cNvSpPr/>
              <p:nvPr/>
            </p:nvSpPr>
            <p:spPr>
              <a:xfrm>
                <a:off x="224399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1" name="ph4871"/>
              <p:cNvSpPr/>
              <p:nvPr/>
            </p:nvSpPr>
            <p:spPr>
              <a:xfrm>
                <a:off x="225326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2" name="ph4872"/>
              <p:cNvSpPr/>
              <p:nvPr/>
            </p:nvSpPr>
            <p:spPr>
              <a:xfrm>
                <a:off x="22625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3" name="ph4873"/>
              <p:cNvSpPr/>
              <p:nvPr/>
            </p:nvSpPr>
            <p:spPr>
              <a:xfrm>
                <a:off x="22717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4" name="ph4874"/>
              <p:cNvSpPr/>
              <p:nvPr/>
            </p:nvSpPr>
            <p:spPr>
              <a:xfrm>
                <a:off x="22810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5" name="ph4875"/>
              <p:cNvSpPr/>
              <p:nvPr/>
            </p:nvSpPr>
            <p:spPr>
              <a:xfrm>
                <a:off x="22903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6" name="ph4876"/>
              <p:cNvSpPr/>
              <p:nvPr/>
            </p:nvSpPr>
            <p:spPr>
              <a:xfrm>
                <a:off x="22995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7" name="ph4877"/>
              <p:cNvSpPr/>
              <p:nvPr/>
            </p:nvSpPr>
            <p:spPr>
              <a:xfrm>
                <a:off x="230883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8" name="ph4878"/>
              <p:cNvSpPr/>
              <p:nvPr/>
            </p:nvSpPr>
            <p:spPr>
              <a:xfrm>
                <a:off x="23180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9" name="ph4879"/>
              <p:cNvSpPr/>
              <p:nvPr/>
            </p:nvSpPr>
            <p:spPr>
              <a:xfrm>
                <a:off x="23273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0" name="ph4880"/>
              <p:cNvSpPr/>
              <p:nvPr/>
            </p:nvSpPr>
            <p:spPr>
              <a:xfrm>
                <a:off x="23366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1" name="ph4881"/>
              <p:cNvSpPr/>
              <p:nvPr/>
            </p:nvSpPr>
            <p:spPr>
              <a:xfrm>
                <a:off x="23458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2" name="ph4882"/>
              <p:cNvSpPr/>
              <p:nvPr/>
            </p:nvSpPr>
            <p:spPr>
              <a:xfrm>
                <a:off x="235514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3" name="ph4883"/>
              <p:cNvSpPr/>
              <p:nvPr/>
            </p:nvSpPr>
            <p:spPr>
              <a:xfrm>
                <a:off x="23644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4" name="ph4884"/>
              <p:cNvSpPr/>
              <p:nvPr/>
            </p:nvSpPr>
            <p:spPr>
              <a:xfrm>
                <a:off x="23736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5" name="ph4885"/>
              <p:cNvSpPr/>
              <p:nvPr/>
            </p:nvSpPr>
            <p:spPr>
              <a:xfrm>
                <a:off x="23829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6" name="ph4886"/>
              <p:cNvSpPr/>
              <p:nvPr/>
            </p:nvSpPr>
            <p:spPr>
              <a:xfrm>
                <a:off x="239219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7" name="ph4887"/>
              <p:cNvSpPr/>
              <p:nvPr/>
            </p:nvSpPr>
            <p:spPr>
              <a:xfrm>
                <a:off x="24014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8" name="ph4888"/>
              <p:cNvSpPr/>
              <p:nvPr/>
            </p:nvSpPr>
            <p:spPr>
              <a:xfrm>
                <a:off x="24107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9" name="ph4889"/>
              <p:cNvSpPr/>
              <p:nvPr/>
            </p:nvSpPr>
            <p:spPr>
              <a:xfrm>
                <a:off x="24199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0" name="ph4890"/>
              <p:cNvSpPr/>
              <p:nvPr/>
            </p:nvSpPr>
            <p:spPr>
              <a:xfrm>
                <a:off x="24292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1" name="ph4891"/>
              <p:cNvSpPr/>
              <p:nvPr/>
            </p:nvSpPr>
            <p:spPr>
              <a:xfrm>
                <a:off x="2438506" y="1671156"/>
                <a:ext cx="9212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6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950" y="897161"/>
                    </a:lnTo>
                    <a:lnTo>
                      <a:pt x="917334" y="901158"/>
                    </a:lnTo>
                    <a:lnTo>
                      <a:pt x="920246" y="910629"/>
                    </a:lnTo>
                    <a:lnTo>
                      <a:pt x="921267" y="914400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2" name="ph4892"/>
              <p:cNvSpPr/>
              <p:nvPr/>
            </p:nvSpPr>
            <p:spPr>
              <a:xfrm>
                <a:off x="3096123" y="1653917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629" y="924048"/>
                    </a:lnTo>
                    <a:lnTo>
                      <a:pt x="909209" y="915407"/>
                    </a:lnTo>
                    <a:lnTo>
                      <a:pt x="908852" y="914400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3" name="ph4893"/>
              <p:cNvSpPr/>
              <p:nvPr/>
            </p:nvSpPr>
            <p:spPr>
              <a:xfrm>
                <a:off x="30961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972" y="931638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4" name="ph4894"/>
              <p:cNvSpPr/>
              <p:nvPr/>
            </p:nvSpPr>
            <p:spPr>
              <a:xfrm>
                <a:off x="31053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5" name="ph4895"/>
              <p:cNvSpPr/>
              <p:nvPr/>
            </p:nvSpPr>
            <p:spPr>
              <a:xfrm>
                <a:off x="31146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6" name="ph4896"/>
              <p:cNvSpPr/>
              <p:nvPr/>
            </p:nvSpPr>
            <p:spPr>
              <a:xfrm>
                <a:off x="31239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7" name="ph4897"/>
              <p:cNvSpPr/>
              <p:nvPr/>
            </p:nvSpPr>
            <p:spPr>
              <a:xfrm>
                <a:off x="31331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8" name="ph4898"/>
              <p:cNvSpPr/>
              <p:nvPr/>
            </p:nvSpPr>
            <p:spPr>
              <a:xfrm>
                <a:off x="314243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9" name="ph4899"/>
              <p:cNvSpPr/>
              <p:nvPr/>
            </p:nvSpPr>
            <p:spPr>
              <a:xfrm>
                <a:off x="31516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0" name="ph4900"/>
              <p:cNvSpPr/>
              <p:nvPr/>
            </p:nvSpPr>
            <p:spPr>
              <a:xfrm>
                <a:off x="31609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1" name="ph4901"/>
              <p:cNvSpPr/>
              <p:nvPr/>
            </p:nvSpPr>
            <p:spPr>
              <a:xfrm>
                <a:off x="31702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2" name="ph4902"/>
              <p:cNvSpPr/>
              <p:nvPr/>
            </p:nvSpPr>
            <p:spPr>
              <a:xfrm>
                <a:off x="31794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3" name="ph4903"/>
              <p:cNvSpPr/>
              <p:nvPr/>
            </p:nvSpPr>
            <p:spPr>
              <a:xfrm>
                <a:off x="318874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4" name="ph4904"/>
              <p:cNvSpPr/>
              <p:nvPr/>
            </p:nvSpPr>
            <p:spPr>
              <a:xfrm>
                <a:off x="31980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5" name="ph4905"/>
              <p:cNvSpPr/>
              <p:nvPr/>
            </p:nvSpPr>
            <p:spPr>
              <a:xfrm>
                <a:off x="32072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6" name="ph4906"/>
              <p:cNvSpPr/>
              <p:nvPr/>
            </p:nvSpPr>
            <p:spPr>
              <a:xfrm>
                <a:off x="32165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7" name="ph4907"/>
              <p:cNvSpPr/>
              <p:nvPr/>
            </p:nvSpPr>
            <p:spPr>
              <a:xfrm>
                <a:off x="322579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8" name="ph4908"/>
              <p:cNvSpPr/>
              <p:nvPr/>
            </p:nvSpPr>
            <p:spPr>
              <a:xfrm>
                <a:off x="32350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9" name="ph4909"/>
              <p:cNvSpPr/>
              <p:nvPr/>
            </p:nvSpPr>
            <p:spPr>
              <a:xfrm>
                <a:off x="32443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0" name="ph4910"/>
              <p:cNvSpPr/>
              <p:nvPr/>
            </p:nvSpPr>
            <p:spPr>
              <a:xfrm>
                <a:off x="32535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1" name="ph4911"/>
              <p:cNvSpPr/>
              <p:nvPr/>
            </p:nvSpPr>
            <p:spPr>
              <a:xfrm>
                <a:off x="32628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2" name="ph4912"/>
              <p:cNvSpPr/>
              <p:nvPr/>
            </p:nvSpPr>
            <p:spPr>
              <a:xfrm>
                <a:off x="327210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3" name="ph4913"/>
              <p:cNvSpPr/>
              <p:nvPr/>
            </p:nvSpPr>
            <p:spPr>
              <a:xfrm>
                <a:off x="328136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4" name="ph4914"/>
              <p:cNvSpPr/>
              <p:nvPr/>
            </p:nvSpPr>
            <p:spPr>
              <a:xfrm>
                <a:off x="329063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5" name="ph4915"/>
              <p:cNvSpPr/>
              <p:nvPr/>
            </p:nvSpPr>
            <p:spPr>
              <a:xfrm>
                <a:off x="329989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6" name="ph4916"/>
              <p:cNvSpPr/>
              <p:nvPr/>
            </p:nvSpPr>
            <p:spPr>
              <a:xfrm>
                <a:off x="330915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7" name="ph4917"/>
              <p:cNvSpPr/>
              <p:nvPr/>
            </p:nvSpPr>
            <p:spPr>
              <a:xfrm>
                <a:off x="331841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8" name="ph4918"/>
              <p:cNvSpPr/>
              <p:nvPr/>
            </p:nvSpPr>
            <p:spPr>
              <a:xfrm>
                <a:off x="332767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9" name="ph4919"/>
              <p:cNvSpPr/>
              <p:nvPr/>
            </p:nvSpPr>
            <p:spPr>
              <a:xfrm>
                <a:off x="333694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0" name="ph4920"/>
              <p:cNvSpPr/>
              <p:nvPr/>
            </p:nvSpPr>
            <p:spPr>
              <a:xfrm>
                <a:off x="334620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1" name="ph4921"/>
              <p:cNvSpPr/>
              <p:nvPr/>
            </p:nvSpPr>
            <p:spPr>
              <a:xfrm>
                <a:off x="335546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2" name="ph4922"/>
              <p:cNvSpPr/>
              <p:nvPr/>
            </p:nvSpPr>
            <p:spPr>
              <a:xfrm>
                <a:off x="336472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3" name="ph4923"/>
              <p:cNvSpPr/>
              <p:nvPr/>
            </p:nvSpPr>
            <p:spPr>
              <a:xfrm>
                <a:off x="337399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4" name="ph4924"/>
              <p:cNvSpPr/>
              <p:nvPr/>
            </p:nvSpPr>
            <p:spPr>
              <a:xfrm>
                <a:off x="338325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5" name="ph4925"/>
              <p:cNvSpPr/>
              <p:nvPr/>
            </p:nvSpPr>
            <p:spPr>
              <a:xfrm>
                <a:off x="339251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6" name="ph4926"/>
              <p:cNvSpPr/>
              <p:nvPr/>
            </p:nvSpPr>
            <p:spPr>
              <a:xfrm>
                <a:off x="340177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7" name="ph4927"/>
              <p:cNvSpPr/>
              <p:nvPr/>
            </p:nvSpPr>
            <p:spPr>
              <a:xfrm>
                <a:off x="34110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8" name="ph4928"/>
              <p:cNvSpPr/>
              <p:nvPr/>
            </p:nvSpPr>
            <p:spPr>
              <a:xfrm>
                <a:off x="34203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9" name="ph4929"/>
              <p:cNvSpPr/>
              <p:nvPr/>
            </p:nvSpPr>
            <p:spPr>
              <a:xfrm>
                <a:off x="34295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0" name="ph4930"/>
              <p:cNvSpPr/>
              <p:nvPr/>
            </p:nvSpPr>
            <p:spPr>
              <a:xfrm>
                <a:off x="3438825" y="16711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885"/>
                    </a:lnTo>
                    <a:lnTo>
                      <a:pt x="923113" y="909507"/>
                    </a:lnTo>
                    <a:lnTo>
                      <a:pt x="918275" y="914400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1" name="ph4931"/>
              <p:cNvSpPr/>
              <p:nvPr/>
            </p:nvSpPr>
            <p:spPr>
              <a:xfrm>
                <a:off x="3448088" y="1653917"/>
                <a:ext cx="923662" cy="9261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12"/>
                    </a:lnTo>
                    <a:lnTo>
                      <a:pt x="923069" y="915701"/>
                    </a:lnTo>
                    <a:lnTo>
                      <a:pt x="918533" y="921435"/>
                    </a:lnTo>
                    <a:lnTo>
                      <a:pt x="914400" y="926123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2" name="ph4932"/>
              <p:cNvSpPr/>
              <p:nvPr/>
            </p:nvSpPr>
            <p:spPr>
              <a:xfrm>
                <a:off x="3457350" y="1653917"/>
                <a:ext cx="914784" cy="914912"/>
              </a:xfrm>
              <a:custGeom>
                <a:avLst/>
                <a:gdLst/>
                <a:ahLst/>
                <a:cxnLst/>
                <a:rect l="0" t="0" r="0" b="0"/>
                <a:pathLst>
                  <a:path w="914784" h="914912">
                    <a:moveTo>
                      <a:pt x="914400" y="914400"/>
                    </a:moveTo>
                    <a:lnTo>
                      <a:pt x="914784" y="914400"/>
                    </a:lnTo>
                    <a:lnTo>
                      <a:pt x="914400" y="914912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3" name="ph4933"/>
              <p:cNvSpPr/>
              <p:nvPr/>
            </p:nvSpPr>
            <p:spPr>
              <a:xfrm>
                <a:off x="2151377" y="1636679"/>
                <a:ext cx="914400" cy="92222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220">
                    <a:moveTo>
                      <a:pt x="914400" y="914400"/>
                    </a:moveTo>
                    <a:lnTo>
                      <a:pt x="914400" y="922220"/>
                    </a:lnTo>
                    <a:lnTo>
                      <a:pt x="914141" y="9144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4" name="ph4934"/>
              <p:cNvSpPr/>
              <p:nvPr/>
            </p:nvSpPr>
            <p:spPr>
              <a:xfrm>
                <a:off x="21513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08" y="931638"/>
                    </a:lnTo>
                    <a:lnTo>
                      <a:pt x="914480" y="924664"/>
                    </a:lnTo>
                    <a:lnTo>
                      <a:pt x="914400" y="922220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5" name="ph4935"/>
              <p:cNvSpPr/>
              <p:nvPr/>
            </p:nvSpPr>
            <p:spPr>
              <a:xfrm>
                <a:off x="21606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6" name="ph4936"/>
              <p:cNvSpPr/>
              <p:nvPr/>
            </p:nvSpPr>
            <p:spPr>
              <a:xfrm>
                <a:off x="21699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7" name="ph4937"/>
              <p:cNvSpPr/>
              <p:nvPr/>
            </p:nvSpPr>
            <p:spPr>
              <a:xfrm>
                <a:off x="21791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8" name="ph4938"/>
              <p:cNvSpPr/>
              <p:nvPr/>
            </p:nvSpPr>
            <p:spPr>
              <a:xfrm>
                <a:off x="218842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9" name="ph4939"/>
              <p:cNvSpPr/>
              <p:nvPr/>
            </p:nvSpPr>
            <p:spPr>
              <a:xfrm>
                <a:off x="21976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0" name="ph4940"/>
              <p:cNvSpPr/>
              <p:nvPr/>
            </p:nvSpPr>
            <p:spPr>
              <a:xfrm>
                <a:off x="220695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1" name="ph4941"/>
              <p:cNvSpPr/>
              <p:nvPr/>
            </p:nvSpPr>
            <p:spPr>
              <a:xfrm>
                <a:off x="221621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2" name="ph4942"/>
              <p:cNvSpPr/>
              <p:nvPr/>
            </p:nvSpPr>
            <p:spPr>
              <a:xfrm>
                <a:off x="222547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3" name="ph4943"/>
              <p:cNvSpPr/>
              <p:nvPr/>
            </p:nvSpPr>
            <p:spPr>
              <a:xfrm>
                <a:off x="223473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4" name="ph4944"/>
              <p:cNvSpPr/>
              <p:nvPr/>
            </p:nvSpPr>
            <p:spPr>
              <a:xfrm>
                <a:off x="224399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5" name="ph4945"/>
              <p:cNvSpPr/>
              <p:nvPr/>
            </p:nvSpPr>
            <p:spPr>
              <a:xfrm>
                <a:off x="22532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6" name="ph4946"/>
              <p:cNvSpPr/>
              <p:nvPr/>
            </p:nvSpPr>
            <p:spPr>
              <a:xfrm>
                <a:off x="22625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7" name="ph4947"/>
              <p:cNvSpPr/>
              <p:nvPr/>
            </p:nvSpPr>
            <p:spPr>
              <a:xfrm>
                <a:off x="22717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8" name="ph4948"/>
              <p:cNvSpPr/>
              <p:nvPr/>
            </p:nvSpPr>
            <p:spPr>
              <a:xfrm>
                <a:off x="22810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9" name="ph4949"/>
              <p:cNvSpPr/>
              <p:nvPr/>
            </p:nvSpPr>
            <p:spPr>
              <a:xfrm>
                <a:off x="22903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0" name="ph4950"/>
              <p:cNvSpPr/>
              <p:nvPr/>
            </p:nvSpPr>
            <p:spPr>
              <a:xfrm>
                <a:off x="22995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1" name="ph4951"/>
              <p:cNvSpPr/>
              <p:nvPr/>
            </p:nvSpPr>
            <p:spPr>
              <a:xfrm>
                <a:off x="230883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2" name="ph4952"/>
              <p:cNvSpPr/>
              <p:nvPr/>
            </p:nvSpPr>
            <p:spPr>
              <a:xfrm>
                <a:off x="23180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3" name="ph4953"/>
              <p:cNvSpPr/>
              <p:nvPr/>
            </p:nvSpPr>
            <p:spPr>
              <a:xfrm>
                <a:off x="23273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4" name="ph4954"/>
              <p:cNvSpPr/>
              <p:nvPr/>
            </p:nvSpPr>
            <p:spPr>
              <a:xfrm>
                <a:off x="23366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5" name="ph4955"/>
              <p:cNvSpPr/>
              <p:nvPr/>
            </p:nvSpPr>
            <p:spPr>
              <a:xfrm>
                <a:off x="23458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6" name="ph4956"/>
              <p:cNvSpPr/>
              <p:nvPr/>
            </p:nvSpPr>
            <p:spPr>
              <a:xfrm>
                <a:off x="235514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7" name="ph4957"/>
              <p:cNvSpPr/>
              <p:nvPr/>
            </p:nvSpPr>
            <p:spPr>
              <a:xfrm>
                <a:off x="23644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8" name="ph4958"/>
              <p:cNvSpPr/>
              <p:nvPr/>
            </p:nvSpPr>
            <p:spPr>
              <a:xfrm>
                <a:off x="23736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9" name="ph4959"/>
              <p:cNvSpPr/>
              <p:nvPr/>
            </p:nvSpPr>
            <p:spPr>
              <a:xfrm>
                <a:off x="23829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0" name="ph4960"/>
              <p:cNvSpPr/>
              <p:nvPr/>
            </p:nvSpPr>
            <p:spPr>
              <a:xfrm>
                <a:off x="239219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1" name="ph4961"/>
              <p:cNvSpPr/>
              <p:nvPr/>
            </p:nvSpPr>
            <p:spPr>
              <a:xfrm>
                <a:off x="24014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2" name="ph4962"/>
              <p:cNvSpPr/>
              <p:nvPr/>
            </p:nvSpPr>
            <p:spPr>
              <a:xfrm>
                <a:off x="24107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3" name="ph4963"/>
              <p:cNvSpPr/>
              <p:nvPr/>
            </p:nvSpPr>
            <p:spPr>
              <a:xfrm>
                <a:off x="24199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4" name="ph4964"/>
              <p:cNvSpPr/>
              <p:nvPr/>
            </p:nvSpPr>
            <p:spPr>
              <a:xfrm>
                <a:off x="2438506" y="16539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34" y="897161"/>
                    </a:lnTo>
                    <a:lnTo>
                      <a:pt x="910725" y="900376"/>
                    </a:lnTo>
                    <a:lnTo>
                      <a:pt x="914157" y="909224"/>
                    </a:lnTo>
                    <a:lnTo>
                      <a:pt x="914400" y="909923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5" name="ph4965"/>
              <p:cNvSpPr/>
              <p:nvPr/>
            </p:nvSpPr>
            <p:spPr>
              <a:xfrm>
                <a:off x="2438506" y="1653917"/>
                <a:ext cx="9159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0" h="914400">
                    <a:moveTo>
                      <a:pt x="914400" y="914400"/>
                    </a:moveTo>
                    <a:lnTo>
                      <a:pt x="914400" y="909923"/>
                    </a:lnTo>
                    <a:lnTo>
                      <a:pt x="915950" y="914400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6" name="ph4966"/>
              <p:cNvSpPr/>
              <p:nvPr/>
            </p:nvSpPr>
            <p:spPr>
              <a:xfrm>
                <a:off x="3086861" y="1636679"/>
                <a:ext cx="914400" cy="9208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841">
                    <a:moveTo>
                      <a:pt x="914400" y="914400"/>
                    </a:moveTo>
                    <a:lnTo>
                      <a:pt x="914400" y="920841"/>
                    </a:lnTo>
                    <a:lnTo>
                      <a:pt x="912368" y="914400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7" name="ph4967"/>
              <p:cNvSpPr/>
              <p:nvPr/>
            </p:nvSpPr>
            <p:spPr>
              <a:xfrm>
                <a:off x="30868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15" y="931638"/>
                    </a:lnTo>
                    <a:lnTo>
                      <a:pt x="915297" y="923686"/>
                    </a:lnTo>
                    <a:lnTo>
                      <a:pt x="914400" y="920841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8" name="ph4968"/>
              <p:cNvSpPr/>
              <p:nvPr/>
            </p:nvSpPr>
            <p:spPr>
              <a:xfrm>
                <a:off x="30961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9" name="ph4969"/>
              <p:cNvSpPr/>
              <p:nvPr/>
            </p:nvSpPr>
            <p:spPr>
              <a:xfrm>
                <a:off x="31053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0" name="ph4970"/>
              <p:cNvSpPr/>
              <p:nvPr/>
            </p:nvSpPr>
            <p:spPr>
              <a:xfrm>
                <a:off x="31146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1" name="ph4971"/>
              <p:cNvSpPr/>
              <p:nvPr/>
            </p:nvSpPr>
            <p:spPr>
              <a:xfrm>
                <a:off x="31239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2" name="ph4972"/>
              <p:cNvSpPr/>
              <p:nvPr/>
            </p:nvSpPr>
            <p:spPr>
              <a:xfrm>
                <a:off x="31331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3" name="ph4973"/>
              <p:cNvSpPr/>
              <p:nvPr/>
            </p:nvSpPr>
            <p:spPr>
              <a:xfrm>
                <a:off x="314243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4" name="ph4974"/>
              <p:cNvSpPr/>
              <p:nvPr/>
            </p:nvSpPr>
            <p:spPr>
              <a:xfrm>
                <a:off x="31516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5" name="ph4975"/>
              <p:cNvSpPr/>
              <p:nvPr/>
            </p:nvSpPr>
            <p:spPr>
              <a:xfrm>
                <a:off x="31609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6" name="ph4976"/>
              <p:cNvSpPr/>
              <p:nvPr/>
            </p:nvSpPr>
            <p:spPr>
              <a:xfrm>
                <a:off x="31702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7" name="ph4977"/>
              <p:cNvSpPr/>
              <p:nvPr/>
            </p:nvSpPr>
            <p:spPr>
              <a:xfrm>
                <a:off x="31794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8" name="ph4978"/>
              <p:cNvSpPr/>
              <p:nvPr/>
            </p:nvSpPr>
            <p:spPr>
              <a:xfrm>
                <a:off x="318874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9" name="ph4979"/>
              <p:cNvSpPr/>
              <p:nvPr/>
            </p:nvSpPr>
            <p:spPr>
              <a:xfrm>
                <a:off x="31980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0" name="ph4980"/>
              <p:cNvSpPr/>
              <p:nvPr/>
            </p:nvSpPr>
            <p:spPr>
              <a:xfrm>
                <a:off x="32072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1" name="ph4981"/>
              <p:cNvSpPr/>
              <p:nvPr/>
            </p:nvSpPr>
            <p:spPr>
              <a:xfrm>
                <a:off x="32165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2" name="ph4982"/>
              <p:cNvSpPr/>
              <p:nvPr/>
            </p:nvSpPr>
            <p:spPr>
              <a:xfrm>
                <a:off x="322579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3" name="ph4983"/>
              <p:cNvSpPr/>
              <p:nvPr/>
            </p:nvSpPr>
            <p:spPr>
              <a:xfrm>
                <a:off x="32350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4" name="ph4984"/>
              <p:cNvSpPr/>
              <p:nvPr/>
            </p:nvSpPr>
            <p:spPr>
              <a:xfrm>
                <a:off x="32443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5" name="ph4985"/>
              <p:cNvSpPr/>
              <p:nvPr/>
            </p:nvSpPr>
            <p:spPr>
              <a:xfrm>
                <a:off x="32535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6" name="ph4986"/>
              <p:cNvSpPr/>
              <p:nvPr/>
            </p:nvSpPr>
            <p:spPr>
              <a:xfrm>
                <a:off x="326284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7" name="ph4987"/>
              <p:cNvSpPr/>
              <p:nvPr/>
            </p:nvSpPr>
            <p:spPr>
              <a:xfrm>
                <a:off x="327210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8" name="ph4988"/>
              <p:cNvSpPr/>
              <p:nvPr/>
            </p:nvSpPr>
            <p:spPr>
              <a:xfrm>
                <a:off x="328136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9" name="ph4989"/>
              <p:cNvSpPr/>
              <p:nvPr/>
            </p:nvSpPr>
            <p:spPr>
              <a:xfrm>
                <a:off x="329063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0" name="ph4990"/>
              <p:cNvSpPr/>
              <p:nvPr/>
            </p:nvSpPr>
            <p:spPr>
              <a:xfrm>
                <a:off x="329989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1" name="ph4991"/>
              <p:cNvSpPr/>
              <p:nvPr/>
            </p:nvSpPr>
            <p:spPr>
              <a:xfrm>
                <a:off x="330915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2" name="ph4992"/>
              <p:cNvSpPr/>
              <p:nvPr/>
            </p:nvSpPr>
            <p:spPr>
              <a:xfrm>
                <a:off x="331841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3" name="ph4993"/>
              <p:cNvSpPr/>
              <p:nvPr/>
            </p:nvSpPr>
            <p:spPr>
              <a:xfrm>
                <a:off x="332767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4" name="ph4994"/>
              <p:cNvSpPr/>
              <p:nvPr/>
            </p:nvSpPr>
            <p:spPr>
              <a:xfrm>
                <a:off x="333694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5" name="ph4995"/>
              <p:cNvSpPr/>
              <p:nvPr/>
            </p:nvSpPr>
            <p:spPr>
              <a:xfrm>
                <a:off x="334620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6" name="ph4996"/>
              <p:cNvSpPr/>
              <p:nvPr/>
            </p:nvSpPr>
            <p:spPr>
              <a:xfrm>
                <a:off x="335546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7" name="ph4997"/>
              <p:cNvSpPr/>
              <p:nvPr/>
            </p:nvSpPr>
            <p:spPr>
              <a:xfrm>
                <a:off x="336472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8" name="ph4998"/>
              <p:cNvSpPr/>
              <p:nvPr/>
            </p:nvSpPr>
            <p:spPr>
              <a:xfrm>
                <a:off x="337399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9" name="ph4999"/>
              <p:cNvSpPr/>
              <p:nvPr/>
            </p:nvSpPr>
            <p:spPr>
              <a:xfrm>
                <a:off x="338325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0" name="ph5000"/>
              <p:cNvSpPr/>
              <p:nvPr/>
            </p:nvSpPr>
            <p:spPr>
              <a:xfrm>
                <a:off x="339251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1" name="ph5001"/>
              <p:cNvSpPr/>
              <p:nvPr/>
            </p:nvSpPr>
            <p:spPr>
              <a:xfrm>
                <a:off x="34017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2" name="ph5002"/>
              <p:cNvSpPr/>
              <p:nvPr/>
            </p:nvSpPr>
            <p:spPr>
              <a:xfrm>
                <a:off x="34110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3" name="ph5003"/>
              <p:cNvSpPr/>
              <p:nvPr/>
            </p:nvSpPr>
            <p:spPr>
              <a:xfrm>
                <a:off x="34203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4" name="ph5004"/>
              <p:cNvSpPr/>
              <p:nvPr/>
            </p:nvSpPr>
            <p:spPr>
              <a:xfrm>
                <a:off x="34295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5" name="ph5005"/>
              <p:cNvSpPr/>
              <p:nvPr/>
            </p:nvSpPr>
            <p:spPr>
              <a:xfrm>
                <a:off x="343882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6" name="ph5006"/>
              <p:cNvSpPr/>
              <p:nvPr/>
            </p:nvSpPr>
            <p:spPr>
              <a:xfrm>
                <a:off x="34480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7" name="ph5007"/>
              <p:cNvSpPr/>
              <p:nvPr/>
            </p:nvSpPr>
            <p:spPr>
              <a:xfrm>
                <a:off x="3457350" y="16539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11"/>
                    </a:lnTo>
                    <a:lnTo>
                      <a:pt x="923046" y="907822"/>
                    </a:lnTo>
                    <a:lnTo>
                      <a:pt x="921821" y="908440"/>
                    </a:lnTo>
                    <a:lnTo>
                      <a:pt x="920596" y="909059"/>
                    </a:lnTo>
                    <a:lnTo>
                      <a:pt x="919371" y="909677"/>
                    </a:lnTo>
                    <a:lnTo>
                      <a:pt x="918147" y="910296"/>
                    </a:lnTo>
                    <a:lnTo>
                      <a:pt x="917693" y="910525"/>
                    </a:lnTo>
                    <a:lnTo>
                      <a:pt x="917551" y="910714"/>
                    </a:lnTo>
                    <a:lnTo>
                      <a:pt x="916305" y="912373"/>
                    </a:lnTo>
                    <a:lnTo>
                      <a:pt x="915060" y="914032"/>
                    </a:lnTo>
                    <a:lnTo>
                      <a:pt x="914784" y="914400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8" name="ph5008"/>
              <p:cNvSpPr/>
              <p:nvPr/>
            </p:nvSpPr>
            <p:spPr>
              <a:xfrm>
                <a:off x="3466612" y="1636679"/>
                <a:ext cx="923662" cy="92474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74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7" y="920117"/>
                    </a:lnTo>
                    <a:lnTo>
                      <a:pt x="922361" y="920734"/>
                    </a:lnTo>
                    <a:lnTo>
                      <a:pt x="921135" y="921352"/>
                    </a:lnTo>
                    <a:lnTo>
                      <a:pt x="919910" y="921970"/>
                    </a:lnTo>
                    <a:lnTo>
                      <a:pt x="918684" y="922587"/>
                    </a:lnTo>
                    <a:lnTo>
                      <a:pt x="917459" y="923205"/>
                    </a:lnTo>
                    <a:lnTo>
                      <a:pt x="916234" y="923823"/>
                    </a:lnTo>
                    <a:lnTo>
                      <a:pt x="915008" y="924442"/>
                    </a:lnTo>
                    <a:lnTo>
                      <a:pt x="914400" y="92474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9" name="ph5009"/>
              <p:cNvSpPr/>
              <p:nvPr/>
            </p:nvSpPr>
            <p:spPr>
              <a:xfrm>
                <a:off x="3475874" y="1636679"/>
                <a:ext cx="923662" cy="9200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186"/>
                    </a:lnTo>
                    <a:lnTo>
                      <a:pt x="919234" y="917646"/>
                    </a:lnTo>
                    <a:lnTo>
                      <a:pt x="918003" y="918265"/>
                    </a:lnTo>
                    <a:lnTo>
                      <a:pt x="916777" y="918882"/>
                    </a:lnTo>
                    <a:lnTo>
                      <a:pt x="915551" y="919499"/>
                    </a:lnTo>
                    <a:lnTo>
                      <a:pt x="914400" y="92007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0" name="ph5010"/>
              <p:cNvSpPr/>
              <p:nvPr/>
            </p:nvSpPr>
            <p:spPr>
              <a:xfrm>
                <a:off x="3485137" y="1636679"/>
                <a:ext cx="915767" cy="915186"/>
              </a:xfrm>
              <a:custGeom>
                <a:avLst/>
                <a:gdLst/>
                <a:ahLst/>
                <a:cxnLst/>
                <a:rect l="0" t="0" r="0" b="0"/>
                <a:pathLst>
                  <a:path w="915767" h="915186">
                    <a:moveTo>
                      <a:pt x="914400" y="914400"/>
                    </a:moveTo>
                    <a:lnTo>
                      <a:pt x="915767" y="914400"/>
                    </a:lnTo>
                    <a:lnTo>
                      <a:pt x="915514" y="914567"/>
                    </a:lnTo>
                    <a:lnTo>
                      <a:pt x="914400" y="915186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1" name="ph5011"/>
              <p:cNvSpPr/>
              <p:nvPr/>
            </p:nvSpPr>
            <p:spPr>
              <a:xfrm>
                <a:off x="2151377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41" y="931638"/>
                    </a:lnTo>
                    <a:lnTo>
                      <a:pt x="914124" y="931117"/>
                    </a:lnTo>
                    <a:lnTo>
                      <a:pt x="914070" y="920312"/>
                    </a:lnTo>
                    <a:lnTo>
                      <a:pt x="914207" y="91440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2" name="ph5012"/>
              <p:cNvSpPr/>
              <p:nvPr/>
            </p:nvSpPr>
            <p:spPr>
              <a:xfrm>
                <a:off x="21513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3" name="ph5013"/>
              <p:cNvSpPr/>
              <p:nvPr/>
            </p:nvSpPr>
            <p:spPr>
              <a:xfrm>
                <a:off x="21606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4" name="ph5014"/>
              <p:cNvSpPr/>
              <p:nvPr/>
            </p:nvSpPr>
            <p:spPr>
              <a:xfrm>
                <a:off x="21699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5" name="ph5015"/>
              <p:cNvSpPr/>
              <p:nvPr/>
            </p:nvSpPr>
            <p:spPr>
              <a:xfrm>
                <a:off x="21791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6" name="ph5016"/>
              <p:cNvSpPr/>
              <p:nvPr/>
            </p:nvSpPr>
            <p:spPr>
              <a:xfrm>
                <a:off x="218842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7" name="ph5017"/>
              <p:cNvSpPr/>
              <p:nvPr/>
            </p:nvSpPr>
            <p:spPr>
              <a:xfrm>
                <a:off x="21976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8" name="ph5018"/>
              <p:cNvSpPr/>
              <p:nvPr/>
            </p:nvSpPr>
            <p:spPr>
              <a:xfrm>
                <a:off x="22069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9" name="ph5019"/>
              <p:cNvSpPr/>
              <p:nvPr/>
            </p:nvSpPr>
            <p:spPr>
              <a:xfrm>
                <a:off x="22162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0" name="ph5020"/>
              <p:cNvSpPr/>
              <p:nvPr/>
            </p:nvSpPr>
            <p:spPr>
              <a:xfrm>
                <a:off x="222547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1" name="ph5021"/>
              <p:cNvSpPr/>
              <p:nvPr/>
            </p:nvSpPr>
            <p:spPr>
              <a:xfrm>
                <a:off x="223473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2" name="ph5022"/>
              <p:cNvSpPr/>
              <p:nvPr/>
            </p:nvSpPr>
            <p:spPr>
              <a:xfrm>
                <a:off x="224399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3" name="ph5023"/>
              <p:cNvSpPr/>
              <p:nvPr/>
            </p:nvSpPr>
            <p:spPr>
              <a:xfrm>
                <a:off x="22532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4" name="ph5024"/>
              <p:cNvSpPr/>
              <p:nvPr/>
            </p:nvSpPr>
            <p:spPr>
              <a:xfrm>
                <a:off x="22625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5" name="ph5025"/>
              <p:cNvSpPr/>
              <p:nvPr/>
            </p:nvSpPr>
            <p:spPr>
              <a:xfrm>
                <a:off x="22717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6" name="ph5026"/>
              <p:cNvSpPr/>
              <p:nvPr/>
            </p:nvSpPr>
            <p:spPr>
              <a:xfrm>
                <a:off x="22810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7" name="ph5027"/>
              <p:cNvSpPr/>
              <p:nvPr/>
            </p:nvSpPr>
            <p:spPr>
              <a:xfrm>
                <a:off x="22903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8" name="ph5028"/>
              <p:cNvSpPr/>
              <p:nvPr/>
            </p:nvSpPr>
            <p:spPr>
              <a:xfrm>
                <a:off x="22995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9" name="ph5029"/>
              <p:cNvSpPr/>
              <p:nvPr/>
            </p:nvSpPr>
            <p:spPr>
              <a:xfrm>
                <a:off x="230883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0" name="ph5030"/>
              <p:cNvSpPr/>
              <p:nvPr/>
            </p:nvSpPr>
            <p:spPr>
              <a:xfrm>
                <a:off x="23180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1" name="ph5031"/>
              <p:cNvSpPr/>
              <p:nvPr/>
            </p:nvSpPr>
            <p:spPr>
              <a:xfrm>
                <a:off x="23273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2" name="ph5032"/>
              <p:cNvSpPr/>
              <p:nvPr/>
            </p:nvSpPr>
            <p:spPr>
              <a:xfrm>
                <a:off x="23366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3" name="ph5033"/>
              <p:cNvSpPr/>
              <p:nvPr/>
            </p:nvSpPr>
            <p:spPr>
              <a:xfrm>
                <a:off x="23458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4" name="ph5034"/>
              <p:cNvSpPr/>
              <p:nvPr/>
            </p:nvSpPr>
            <p:spPr>
              <a:xfrm>
                <a:off x="235514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5" name="ph5035"/>
              <p:cNvSpPr/>
              <p:nvPr/>
            </p:nvSpPr>
            <p:spPr>
              <a:xfrm>
                <a:off x="23644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6" name="ph5036"/>
              <p:cNvSpPr/>
              <p:nvPr/>
            </p:nvSpPr>
            <p:spPr>
              <a:xfrm>
                <a:off x="23736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7" name="ph5037"/>
              <p:cNvSpPr/>
              <p:nvPr/>
            </p:nvSpPr>
            <p:spPr>
              <a:xfrm>
                <a:off x="23829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8" name="ph5038"/>
              <p:cNvSpPr/>
              <p:nvPr/>
            </p:nvSpPr>
            <p:spPr>
              <a:xfrm>
                <a:off x="239219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9" name="ph5039"/>
              <p:cNvSpPr/>
              <p:nvPr/>
            </p:nvSpPr>
            <p:spPr>
              <a:xfrm>
                <a:off x="24014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0" name="ph5040"/>
              <p:cNvSpPr/>
              <p:nvPr/>
            </p:nvSpPr>
            <p:spPr>
              <a:xfrm>
                <a:off x="24107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1" name="ph5041"/>
              <p:cNvSpPr/>
              <p:nvPr/>
            </p:nvSpPr>
            <p:spPr>
              <a:xfrm>
                <a:off x="2429243" y="16366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347" y="897161"/>
                    </a:lnTo>
                    <a:lnTo>
                      <a:pt x="912396" y="900989"/>
                    </a:lnTo>
                    <a:lnTo>
                      <a:pt x="914400" y="90514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2" name="ph5042"/>
              <p:cNvSpPr/>
              <p:nvPr/>
            </p:nvSpPr>
            <p:spPr>
              <a:xfrm>
                <a:off x="2429243" y="1636679"/>
                <a:ext cx="918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97" h="914400">
                    <a:moveTo>
                      <a:pt x="914400" y="914400"/>
                    </a:moveTo>
                    <a:lnTo>
                      <a:pt x="914400" y="905149"/>
                    </a:lnTo>
                    <a:lnTo>
                      <a:pt x="916310" y="909115"/>
                    </a:lnTo>
                    <a:lnTo>
                      <a:pt x="918597" y="914400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3" name="ph5043"/>
              <p:cNvSpPr/>
              <p:nvPr/>
            </p:nvSpPr>
            <p:spPr>
              <a:xfrm>
                <a:off x="3086861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68" y="931638"/>
                    </a:lnTo>
                    <a:lnTo>
                      <a:pt x="909718" y="922148"/>
                    </a:lnTo>
                    <a:lnTo>
                      <a:pt x="907823" y="914400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4" name="ph5044"/>
              <p:cNvSpPr/>
              <p:nvPr/>
            </p:nvSpPr>
            <p:spPr>
              <a:xfrm>
                <a:off x="30868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5" name="ph5045"/>
              <p:cNvSpPr/>
              <p:nvPr/>
            </p:nvSpPr>
            <p:spPr>
              <a:xfrm>
                <a:off x="30961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6" name="ph5046"/>
              <p:cNvSpPr/>
              <p:nvPr/>
            </p:nvSpPr>
            <p:spPr>
              <a:xfrm>
                <a:off x="31053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7" name="ph5047"/>
              <p:cNvSpPr/>
              <p:nvPr/>
            </p:nvSpPr>
            <p:spPr>
              <a:xfrm>
                <a:off x="31146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8" name="ph5048"/>
              <p:cNvSpPr/>
              <p:nvPr/>
            </p:nvSpPr>
            <p:spPr>
              <a:xfrm>
                <a:off x="31239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9" name="ph5049"/>
              <p:cNvSpPr/>
              <p:nvPr/>
            </p:nvSpPr>
            <p:spPr>
              <a:xfrm>
                <a:off x="31331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0" name="ph5050"/>
              <p:cNvSpPr/>
              <p:nvPr/>
            </p:nvSpPr>
            <p:spPr>
              <a:xfrm>
                <a:off x="314243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1" name="ph5051"/>
              <p:cNvSpPr/>
              <p:nvPr/>
            </p:nvSpPr>
            <p:spPr>
              <a:xfrm>
                <a:off x="31516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2" name="ph5052"/>
              <p:cNvSpPr/>
              <p:nvPr/>
            </p:nvSpPr>
            <p:spPr>
              <a:xfrm>
                <a:off x="31609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3" name="ph5053"/>
              <p:cNvSpPr/>
              <p:nvPr/>
            </p:nvSpPr>
            <p:spPr>
              <a:xfrm>
                <a:off x="31702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4" name="ph5054"/>
              <p:cNvSpPr/>
              <p:nvPr/>
            </p:nvSpPr>
            <p:spPr>
              <a:xfrm>
                <a:off x="31794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5" name="ph5055"/>
              <p:cNvSpPr/>
              <p:nvPr/>
            </p:nvSpPr>
            <p:spPr>
              <a:xfrm>
                <a:off x="318874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6" name="ph5056"/>
              <p:cNvSpPr/>
              <p:nvPr/>
            </p:nvSpPr>
            <p:spPr>
              <a:xfrm>
                <a:off x="31980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7" name="ph5057"/>
              <p:cNvSpPr/>
              <p:nvPr/>
            </p:nvSpPr>
            <p:spPr>
              <a:xfrm>
                <a:off x="32072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8" name="ph5058"/>
              <p:cNvSpPr/>
              <p:nvPr/>
            </p:nvSpPr>
            <p:spPr>
              <a:xfrm>
                <a:off x="32165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9" name="ph5059"/>
              <p:cNvSpPr/>
              <p:nvPr/>
            </p:nvSpPr>
            <p:spPr>
              <a:xfrm>
                <a:off x="322579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0" name="ph5060"/>
              <p:cNvSpPr/>
              <p:nvPr/>
            </p:nvSpPr>
            <p:spPr>
              <a:xfrm>
                <a:off x="32350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1" name="ph5061"/>
              <p:cNvSpPr/>
              <p:nvPr/>
            </p:nvSpPr>
            <p:spPr>
              <a:xfrm>
                <a:off x="32443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2" name="ph5062"/>
              <p:cNvSpPr/>
              <p:nvPr/>
            </p:nvSpPr>
            <p:spPr>
              <a:xfrm>
                <a:off x="325358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3" name="ph5063"/>
              <p:cNvSpPr/>
              <p:nvPr/>
            </p:nvSpPr>
            <p:spPr>
              <a:xfrm>
                <a:off x="326284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4" name="ph5064"/>
              <p:cNvSpPr/>
              <p:nvPr/>
            </p:nvSpPr>
            <p:spPr>
              <a:xfrm>
                <a:off x="327210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5" name="ph5065"/>
              <p:cNvSpPr/>
              <p:nvPr/>
            </p:nvSpPr>
            <p:spPr>
              <a:xfrm>
                <a:off x="328136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6" name="ph5066"/>
              <p:cNvSpPr/>
              <p:nvPr/>
            </p:nvSpPr>
            <p:spPr>
              <a:xfrm>
                <a:off x="329063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7" name="ph5067"/>
              <p:cNvSpPr/>
              <p:nvPr/>
            </p:nvSpPr>
            <p:spPr>
              <a:xfrm>
                <a:off x="329989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8" name="ph5068"/>
              <p:cNvSpPr/>
              <p:nvPr/>
            </p:nvSpPr>
            <p:spPr>
              <a:xfrm>
                <a:off x="330915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9" name="ph5069"/>
              <p:cNvSpPr/>
              <p:nvPr/>
            </p:nvSpPr>
            <p:spPr>
              <a:xfrm>
                <a:off x="331841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0" name="ph5070"/>
              <p:cNvSpPr/>
              <p:nvPr/>
            </p:nvSpPr>
            <p:spPr>
              <a:xfrm>
                <a:off x="332767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1" name="ph5071"/>
              <p:cNvSpPr/>
              <p:nvPr/>
            </p:nvSpPr>
            <p:spPr>
              <a:xfrm>
                <a:off x="333694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2" name="ph5072"/>
              <p:cNvSpPr/>
              <p:nvPr/>
            </p:nvSpPr>
            <p:spPr>
              <a:xfrm>
                <a:off x="334620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3" name="ph5073"/>
              <p:cNvSpPr/>
              <p:nvPr/>
            </p:nvSpPr>
            <p:spPr>
              <a:xfrm>
                <a:off x="335546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4" name="ph5074"/>
              <p:cNvSpPr/>
              <p:nvPr/>
            </p:nvSpPr>
            <p:spPr>
              <a:xfrm>
                <a:off x="336472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5" name="ph5075"/>
              <p:cNvSpPr/>
              <p:nvPr/>
            </p:nvSpPr>
            <p:spPr>
              <a:xfrm>
                <a:off x="337399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6" name="ph5076"/>
              <p:cNvSpPr/>
              <p:nvPr/>
            </p:nvSpPr>
            <p:spPr>
              <a:xfrm>
                <a:off x="338325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7" name="ph5077"/>
              <p:cNvSpPr/>
              <p:nvPr/>
            </p:nvSpPr>
            <p:spPr>
              <a:xfrm>
                <a:off x="339251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8" name="ph5078"/>
              <p:cNvSpPr/>
              <p:nvPr/>
            </p:nvSpPr>
            <p:spPr>
              <a:xfrm>
                <a:off x="34017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9" name="ph5079"/>
              <p:cNvSpPr/>
              <p:nvPr/>
            </p:nvSpPr>
            <p:spPr>
              <a:xfrm>
                <a:off x="34110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0" name="ph5080"/>
              <p:cNvSpPr/>
              <p:nvPr/>
            </p:nvSpPr>
            <p:spPr>
              <a:xfrm>
                <a:off x="34203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1" name="ph5081"/>
              <p:cNvSpPr/>
              <p:nvPr/>
            </p:nvSpPr>
            <p:spPr>
              <a:xfrm>
                <a:off x="34295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2" name="ph5082"/>
              <p:cNvSpPr/>
              <p:nvPr/>
            </p:nvSpPr>
            <p:spPr>
              <a:xfrm>
                <a:off x="343882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3" name="ph5083"/>
              <p:cNvSpPr/>
              <p:nvPr/>
            </p:nvSpPr>
            <p:spPr>
              <a:xfrm>
                <a:off x="34480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4" name="ph5084"/>
              <p:cNvSpPr/>
              <p:nvPr/>
            </p:nvSpPr>
            <p:spPr>
              <a:xfrm>
                <a:off x="34573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5" name="ph5085"/>
              <p:cNvSpPr/>
              <p:nvPr/>
            </p:nvSpPr>
            <p:spPr>
              <a:xfrm>
                <a:off x="34666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6" name="ph5086"/>
              <p:cNvSpPr/>
              <p:nvPr/>
            </p:nvSpPr>
            <p:spPr>
              <a:xfrm>
                <a:off x="347587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7" name="ph5087"/>
              <p:cNvSpPr/>
              <p:nvPr/>
            </p:nvSpPr>
            <p:spPr>
              <a:xfrm>
                <a:off x="3485137" y="16366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067"/>
                    </a:lnTo>
                    <a:lnTo>
                      <a:pt x="922143" y="910442"/>
                    </a:lnTo>
                    <a:lnTo>
                      <a:pt x="921508" y="910534"/>
                    </a:lnTo>
                    <a:lnTo>
                      <a:pt x="920962" y="910957"/>
                    </a:lnTo>
                    <a:lnTo>
                      <a:pt x="915767" y="914400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8" name="ph5088"/>
              <p:cNvSpPr/>
              <p:nvPr/>
            </p:nvSpPr>
            <p:spPr>
              <a:xfrm>
                <a:off x="3494399" y="1619441"/>
                <a:ext cx="923662" cy="9273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520"/>
                    </a:lnTo>
                    <a:lnTo>
                      <a:pt x="918791" y="926221"/>
                    </a:lnTo>
                    <a:lnTo>
                      <a:pt x="914400" y="927305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9" name="ph5089"/>
              <p:cNvSpPr/>
              <p:nvPr/>
            </p:nvSpPr>
            <p:spPr>
              <a:xfrm>
                <a:off x="3503661" y="1619441"/>
                <a:ext cx="923662" cy="9245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5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54"/>
                    </a:lnTo>
                    <a:lnTo>
                      <a:pt x="921179" y="921547"/>
                    </a:lnTo>
                    <a:lnTo>
                      <a:pt x="915387" y="924175"/>
                    </a:lnTo>
                    <a:lnTo>
                      <a:pt x="914400" y="924520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0" name="ph5090"/>
              <p:cNvSpPr/>
              <p:nvPr/>
            </p:nvSpPr>
            <p:spPr>
              <a:xfrm>
                <a:off x="3512923" y="1619441"/>
                <a:ext cx="923662" cy="92015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5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628"/>
                    </a:lnTo>
                    <a:lnTo>
                      <a:pt x="922645" y="915254"/>
                    </a:lnTo>
                    <a:lnTo>
                      <a:pt x="920973" y="916283"/>
                    </a:lnTo>
                    <a:lnTo>
                      <a:pt x="919301" y="917312"/>
                    </a:lnTo>
                    <a:lnTo>
                      <a:pt x="917624" y="918345"/>
                    </a:lnTo>
                    <a:lnTo>
                      <a:pt x="914400" y="920154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1" name="ph5091"/>
              <p:cNvSpPr/>
              <p:nvPr/>
            </p:nvSpPr>
            <p:spPr>
              <a:xfrm>
                <a:off x="3522185" y="1619441"/>
                <a:ext cx="914771" cy="914628"/>
              </a:xfrm>
              <a:custGeom>
                <a:avLst/>
                <a:gdLst/>
                <a:ahLst/>
                <a:cxnLst/>
                <a:rect l="0" t="0" r="0" b="0"/>
                <a:pathLst>
                  <a:path w="914771" h="914628">
                    <a:moveTo>
                      <a:pt x="914400" y="914400"/>
                    </a:moveTo>
                    <a:lnTo>
                      <a:pt x="914771" y="914400"/>
                    </a:lnTo>
                    <a:lnTo>
                      <a:pt x="914400" y="91462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2" name="ph5092"/>
              <p:cNvSpPr/>
              <p:nvPr/>
            </p:nvSpPr>
            <p:spPr>
              <a:xfrm>
                <a:off x="2151377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7" y="914400"/>
                    </a:lnTo>
                    <a:lnTo>
                      <a:pt x="914319" y="909517"/>
                    </a:lnTo>
                    <a:lnTo>
                      <a:pt x="914341" y="908925"/>
                    </a:lnTo>
                    <a:lnTo>
                      <a:pt x="914364" y="908332"/>
                    </a:lnTo>
                    <a:lnTo>
                      <a:pt x="914386" y="907739"/>
                    </a:lnTo>
                    <a:lnTo>
                      <a:pt x="914400" y="907366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3" name="ph5093"/>
              <p:cNvSpPr/>
              <p:nvPr/>
            </p:nvSpPr>
            <p:spPr>
              <a:xfrm>
                <a:off x="2160639" y="16022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04"/>
                    </a:lnTo>
                    <a:lnTo>
                      <a:pt x="905145" y="924384"/>
                    </a:lnTo>
                    <a:lnTo>
                      <a:pt x="905168" y="923791"/>
                    </a:lnTo>
                    <a:lnTo>
                      <a:pt x="905190" y="923197"/>
                    </a:lnTo>
                    <a:lnTo>
                      <a:pt x="905212" y="922604"/>
                    </a:lnTo>
                    <a:lnTo>
                      <a:pt x="905234" y="922011"/>
                    </a:lnTo>
                    <a:lnTo>
                      <a:pt x="905256" y="921418"/>
                    </a:lnTo>
                    <a:lnTo>
                      <a:pt x="905278" y="920825"/>
                    </a:lnTo>
                    <a:lnTo>
                      <a:pt x="905300" y="920231"/>
                    </a:lnTo>
                    <a:lnTo>
                      <a:pt x="905322" y="919638"/>
                    </a:lnTo>
                    <a:lnTo>
                      <a:pt x="905344" y="919045"/>
                    </a:lnTo>
                    <a:lnTo>
                      <a:pt x="905366" y="918452"/>
                    </a:lnTo>
                    <a:lnTo>
                      <a:pt x="905388" y="917858"/>
                    </a:lnTo>
                    <a:lnTo>
                      <a:pt x="905411" y="917265"/>
                    </a:lnTo>
                    <a:lnTo>
                      <a:pt x="905433" y="916672"/>
                    </a:lnTo>
                    <a:lnTo>
                      <a:pt x="905455" y="916079"/>
                    </a:lnTo>
                    <a:lnTo>
                      <a:pt x="905477" y="915486"/>
                    </a:lnTo>
                    <a:lnTo>
                      <a:pt x="905499" y="914892"/>
                    </a:lnTo>
                    <a:lnTo>
                      <a:pt x="905517" y="91439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4" name="ph5094"/>
              <p:cNvSpPr/>
              <p:nvPr/>
            </p:nvSpPr>
            <p:spPr>
              <a:xfrm>
                <a:off x="21606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5" name="ph5095"/>
              <p:cNvSpPr/>
              <p:nvPr/>
            </p:nvSpPr>
            <p:spPr>
              <a:xfrm>
                <a:off x="21699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6" name="ph5096"/>
              <p:cNvSpPr/>
              <p:nvPr/>
            </p:nvSpPr>
            <p:spPr>
              <a:xfrm>
                <a:off x="21791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7" name="ph5097"/>
              <p:cNvSpPr/>
              <p:nvPr/>
            </p:nvSpPr>
            <p:spPr>
              <a:xfrm>
                <a:off x="218842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8" name="ph5098"/>
              <p:cNvSpPr/>
              <p:nvPr/>
            </p:nvSpPr>
            <p:spPr>
              <a:xfrm>
                <a:off x="21976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9" name="ph5099"/>
              <p:cNvSpPr/>
              <p:nvPr/>
            </p:nvSpPr>
            <p:spPr>
              <a:xfrm>
                <a:off x="22069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0" name="ph5100"/>
              <p:cNvSpPr/>
              <p:nvPr/>
            </p:nvSpPr>
            <p:spPr>
              <a:xfrm>
                <a:off x="22162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1" name="ph5101"/>
              <p:cNvSpPr/>
              <p:nvPr/>
            </p:nvSpPr>
            <p:spPr>
              <a:xfrm>
                <a:off x="222547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2" name="ph5102"/>
              <p:cNvSpPr/>
              <p:nvPr/>
            </p:nvSpPr>
            <p:spPr>
              <a:xfrm>
                <a:off x="22347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3" name="ph5103"/>
              <p:cNvSpPr/>
              <p:nvPr/>
            </p:nvSpPr>
            <p:spPr>
              <a:xfrm>
                <a:off x="22439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4" name="ph5104"/>
              <p:cNvSpPr/>
              <p:nvPr/>
            </p:nvSpPr>
            <p:spPr>
              <a:xfrm>
                <a:off x="22532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5" name="ph5105"/>
              <p:cNvSpPr/>
              <p:nvPr/>
            </p:nvSpPr>
            <p:spPr>
              <a:xfrm>
                <a:off x="22625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6" name="ph5106"/>
              <p:cNvSpPr/>
              <p:nvPr/>
            </p:nvSpPr>
            <p:spPr>
              <a:xfrm>
                <a:off x="22717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7" name="ph5107"/>
              <p:cNvSpPr/>
              <p:nvPr/>
            </p:nvSpPr>
            <p:spPr>
              <a:xfrm>
                <a:off x="22810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8" name="ph5108"/>
              <p:cNvSpPr/>
              <p:nvPr/>
            </p:nvSpPr>
            <p:spPr>
              <a:xfrm>
                <a:off x="22903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9" name="ph5109"/>
              <p:cNvSpPr/>
              <p:nvPr/>
            </p:nvSpPr>
            <p:spPr>
              <a:xfrm>
                <a:off x="22995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0" name="ph5110"/>
              <p:cNvSpPr/>
              <p:nvPr/>
            </p:nvSpPr>
            <p:spPr>
              <a:xfrm>
                <a:off x="230883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1" name="ph5111"/>
              <p:cNvSpPr/>
              <p:nvPr/>
            </p:nvSpPr>
            <p:spPr>
              <a:xfrm>
                <a:off x="23180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2" name="ph5112"/>
              <p:cNvSpPr/>
              <p:nvPr/>
            </p:nvSpPr>
            <p:spPr>
              <a:xfrm>
                <a:off x="23273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3" name="ph5113"/>
              <p:cNvSpPr/>
              <p:nvPr/>
            </p:nvSpPr>
            <p:spPr>
              <a:xfrm>
                <a:off x="23366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4" name="ph5114"/>
              <p:cNvSpPr/>
              <p:nvPr/>
            </p:nvSpPr>
            <p:spPr>
              <a:xfrm>
                <a:off x="23458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5" name="ph5115"/>
              <p:cNvSpPr/>
              <p:nvPr/>
            </p:nvSpPr>
            <p:spPr>
              <a:xfrm>
                <a:off x="235514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6" name="ph5116"/>
              <p:cNvSpPr/>
              <p:nvPr/>
            </p:nvSpPr>
            <p:spPr>
              <a:xfrm>
                <a:off x="23644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7" name="ph5117"/>
              <p:cNvSpPr/>
              <p:nvPr/>
            </p:nvSpPr>
            <p:spPr>
              <a:xfrm>
                <a:off x="23736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8" name="ph5118"/>
              <p:cNvSpPr/>
              <p:nvPr/>
            </p:nvSpPr>
            <p:spPr>
              <a:xfrm>
                <a:off x="23829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9" name="ph5119"/>
              <p:cNvSpPr/>
              <p:nvPr/>
            </p:nvSpPr>
            <p:spPr>
              <a:xfrm>
                <a:off x="239219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0" name="ph5120"/>
              <p:cNvSpPr/>
              <p:nvPr/>
            </p:nvSpPr>
            <p:spPr>
              <a:xfrm>
                <a:off x="24014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1" name="ph5121"/>
              <p:cNvSpPr/>
              <p:nvPr/>
            </p:nvSpPr>
            <p:spPr>
              <a:xfrm>
                <a:off x="2419981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181" y="897161"/>
                    </a:lnTo>
                    <a:lnTo>
                      <a:pt x="913168" y="903183"/>
                    </a:lnTo>
                    <a:lnTo>
                      <a:pt x="914400" y="905252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2" name="ph5122"/>
              <p:cNvSpPr/>
              <p:nvPr/>
            </p:nvSpPr>
            <p:spPr>
              <a:xfrm>
                <a:off x="2419981" y="1619441"/>
                <a:ext cx="9196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09" h="914400">
                    <a:moveTo>
                      <a:pt x="914400" y="914400"/>
                    </a:moveTo>
                    <a:lnTo>
                      <a:pt x="914400" y="905252"/>
                    </a:lnTo>
                    <a:lnTo>
                      <a:pt x="917520" y="910497"/>
                    </a:lnTo>
                    <a:lnTo>
                      <a:pt x="919609" y="914400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3" name="ph5123"/>
              <p:cNvSpPr/>
              <p:nvPr/>
            </p:nvSpPr>
            <p:spPr>
              <a:xfrm>
                <a:off x="3077599" y="1602202"/>
                <a:ext cx="914400" cy="91920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05">
                    <a:moveTo>
                      <a:pt x="914400" y="914399"/>
                    </a:moveTo>
                    <a:lnTo>
                      <a:pt x="914400" y="919205"/>
                    </a:lnTo>
                    <a:lnTo>
                      <a:pt x="913534" y="91439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4" name="ph5124"/>
              <p:cNvSpPr/>
              <p:nvPr/>
            </p:nvSpPr>
            <p:spPr>
              <a:xfrm>
                <a:off x="30775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7085" y="931638"/>
                    </a:lnTo>
                    <a:lnTo>
                      <a:pt x="916591" y="929619"/>
                    </a:lnTo>
                    <a:lnTo>
                      <a:pt x="914477" y="919635"/>
                    </a:lnTo>
                    <a:lnTo>
                      <a:pt x="914400" y="919205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5" name="ph5125"/>
              <p:cNvSpPr/>
              <p:nvPr/>
            </p:nvSpPr>
            <p:spPr>
              <a:xfrm>
                <a:off x="30868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6" name="ph5126"/>
              <p:cNvSpPr/>
              <p:nvPr/>
            </p:nvSpPr>
            <p:spPr>
              <a:xfrm>
                <a:off x="30961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7" name="ph5127"/>
              <p:cNvSpPr/>
              <p:nvPr/>
            </p:nvSpPr>
            <p:spPr>
              <a:xfrm>
                <a:off x="31053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8" name="ph5128"/>
              <p:cNvSpPr/>
              <p:nvPr/>
            </p:nvSpPr>
            <p:spPr>
              <a:xfrm>
                <a:off x="31146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9" name="ph5129"/>
              <p:cNvSpPr/>
              <p:nvPr/>
            </p:nvSpPr>
            <p:spPr>
              <a:xfrm>
                <a:off x="31239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0" name="ph5130"/>
              <p:cNvSpPr/>
              <p:nvPr/>
            </p:nvSpPr>
            <p:spPr>
              <a:xfrm>
                <a:off x="31331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1" name="ph5131"/>
              <p:cNvSpPr/>
              <p:nvPr/>
            </p:nvSpPr>
            <p:spPr>
              <a:xfrm>
                <a:off x="314243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2" name="ph5132"/>
              <p:cNvSpPr/>
              <p:nvPr/>
            </p:nvSpPr>
            <p:spPr>
              <a:xfrm>
                <a:off x="31516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3" name="ph5133"/>
              <p:cNvSpPr/>
              <p:nvPr/>
            </p:nvSpPr>
            <p:spPr>
              <a:xfrm>
                <a:off x="31609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4" name="ph5134"/>
              <p:cNvSpPr/>
              <p:nvPr/>
            </p:nvSpPr>
            <p:spPr>
              <a:xfrm>
                <a:off x="31702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5" name="ph5135"/>
              <p:cNvSpPr/>
              <p:nvPr/>
            </p:nvSpPr>
            <p:spPr>
              <a:xfrm>
                <a:off x="31794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6" name="ph5136"/>
              <p:cNvSpPr/>
              <p:nvPr/>
            </p:nvSpPr>
            <p:spPr>
              <a:xfrm>
                <a:off x="318874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7" name="ph5137"/>
              <p:cNvSpPr/>
              <p:nvPr/>
            </p:nvSpPr>
            <p:spPr>
              <a:xfrm>
                <a:off x="31980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8" name="ph5138"/>
              <p:cNvSpPr/>
              <p:nvPr/>
            </p:nvSpPr>
            <p:spPr>
              <a:xfrm>
                <a:off x="32072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9" name="ph5139"/>
              <p:cNvSpPr/>
              <p:nvPr/>
            </p:nvSpPr>
            <p:spPr>
              <a:xfrm>
                <a:off x="32165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0" name="ph5140"/>
              <p:cNvSpPr/>
              <p:nvPr/>
            </p:nvSpPr>
            <p:spPr>
              <a:xfrm>
                <a:off x="322579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1" name="ph5141"/>
              <p:cNvSpPr/>
              <p:nvPr/>
            </p:nvSpPr>
            <p:spPr>
              <a:xfrm>
                <a:off x="32350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2" name="ph5142"/>
              <p:cNvSpPr/>
              <p:nvPr/>
            </p:nvSpPr>
            <p:spPr>
              <a:xfrm>
                <a:off x="324431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3" name="ph5143"/>
              <p:cNvSpPr/>
              <p:nvPr/>
            </p:nvSpPr>
            <p:spPr>
              <a:xfrm>
                <a:off x="325358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4" name="ph5144"/>
              <p:cNvSpPr/>
              <p:nvPr/>
            </p:nvSpPr>
            <p:spPr>
              <a:xfrm>
                <a:off x="326284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5" name="ph5145"/>
              <p:cNvSpPr/>
              <p:nvPr/>
            </p:nvSpPr>
            <p:spPr>
              <a:xfrm>
                <a:off x="327210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6" name="ph5146"/>
              <p:cNvSpPr/>
              <p:nvPr/>
            </p:nvSpPr>
            <p:spPr>
              <a:xfrm>
                <a:off x="328136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7" name="ph5147"/>
              <p:cNvSpPr/>
              <p:nvPr/>
            </p:nvSpPr>
            <p:spPr>
              <a:xfrm>
                <a:off x="329063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8" name="ph5148"/>
              <p:cNvSpPr/>
              <p:nvPr/>
            </p:nvSpPr>
            <p:spPr>
              <a:xfrm>
                <a:off x="329989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9" name="ph5149"/>
              <p:cNvSpPr/>
              <p:nvPr/>
            </p:nvSpPr>
            <p:spPr>
              <a:xfrm>
                <a:off x="330915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0" name="ph5150"/>
              <p:cNvSpPr/>
              <p:nvPr/>
            </p:nvSpPr>
            <p:spPr>
              <a:xfrm>
                <a:off x="331841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1" name="ph5151"/>
              <p:cNvSpPr/>
              <p:nvPr/>
            </p:nvSpPr>
            <p:spPr>
              <a:xfrm>
                <a:off x="332767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2" name="ph5152"/>
              <p:cNvSpPr/>
              <p:nvPr/>
            </p:nvSpPr>
            <p:spPr>
              <a:xfrm>
                <a:off x="333694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3" name="ph5153"/>
              <p:cNvSpPr/>
              <p:nvPr/>
            </p:nvSpPr>
            <p:spPr>
              <a:xfrm>
                <a:off x="334620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4" name="ph5154"/>
              <p:cNvSpPr/>
              <p:nvPr/>
            </p:nvSpPr>
            <p:spPr>
              <a:xfrm>
                <a:off x="335546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5" name="ph5155"/>
              <p:cNvSpPr/>
              <p:nvPr/>
            </p:nvSpPr>
            <p:spPr>
              <a:xfrm>
                <a:off x="336472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6" name="ph5156"/>
              <p:cNvSpPr/>
              <p:nvPr/>
            </p:nvSpPr>
            <p:spPr>
              <a:xfrm>
                <a:off x="337399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7" name="ph5157"/>
              <p:cNvSpPr/>
              <p:nvPr/>
            </p:nvSpPr>
            <p:spPr>
              <a:xfrm>
                <a:off x="338325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8" name="ph5158"/>
              <p:cNvSpPr/>
              <p:nvPr/>
            </p:nvSpPr>
            <p:spPr>
              <a:xfrm>
                <a:off x="339251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9" name="ph5159"/>
              <p:cNvSpPr/>
              <p:nvPr/>
            </p:nvSpPr>
            <p:spPr>
              <a:xfrm>
                <a:off x="340177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0" name="ph5160"/>
              <p:cNvSpPr/>
              <p:nvPr/>
            </p:nvSpPr>
            <p:spPr>
              <a:xfrm>
                <a:off x="34110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1" name="ph5161"/>
              <p:cNvSpPr/>
              <p:nvPr/>
            </p:nvSpPr>
            <p:spPr>
              <a:xfrm>
                <a:off x="34203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2" name="ph5162"/>
              <p:cNvSpPr/>
              <p:nvPr/>
            </p:nvSpPr>
            <p:spPr>
              <a:xfrm>
                <a:off x="34295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3" name="ph5163"/>
              <p:cNvSpPr/>
              <p:nvPr/>
            </p:nvSpPr>
            <p:spPr>
              <a:xfrm>
                <a:off x="343882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4" name="ph5164"/>
              <p:cNvSpPr/>
              <p:nvPr/>
            </p:nvSpPr>
            <p:spPr>
              <a:xfrm>
                <a:off x="34480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5" name="ph5165"/>
              <p:cNvSpPr/>
              <p:nvPr/>
            </p:nvSpPr>
            <p:spPr>
              <a:xfrm>
                <a:off x="34573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6" name="ph5166"/>
              <p:cNvSpPr/>
              <p:nvPr/>
            </p:nvSpPr>
            <p:spPr>
              <a:xfrm>
                <a:off x="34666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7" name="ph5167"/>
              <p:cNvSpPr/>
              <p:nvPr/>
            </p:nvSpPr>
            <p:spPr>
              <a:xfrm>
                <a:off x="347587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8" name="ph5168"/>
              <p:cNvSpPr/>
              <p:nvPr/>
            </p:nvSpPr>
            <p:spPr>
              <a:xfrm>
                <a:off x="34851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9" name="ph5169"/>
              <p:cNvSpPr/>
              <p:nvPr/>
            </p:nvSpPr>
            <p:spPr>
              <a:xfrm>
                <a:off x="34943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0" name="ph5170"/>
              <p:cNvSpPr/>
              <p:nvPr/>
            </p:nvSpPr>
            <p:spPr>
              <a:xfrm>
                <a:off x="35036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1" name="ph5171"/>
              <p:cNvSpPr/>
              <p:nvPr/>
            </p:nvSpPr>
            <p:spPr>
              <a:xfrm>
                <a:off x="35129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2" name="ph5172"/>
              <p:cNvSpPr/>
              <p:nvPr/>
            </p:nvSpPr>
            <p:spPr>
              <a:xfrm>
                <a:off x="3522185" y="16194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936"/>
                    </a:lnTo>
                    <a:lnTo>
                      <a:pt x="923421" y="909084"/>
                    </a:lnTo>
                    <a:lnTo>
                      <a:pt x="921747" y="910112"/>
                    </a:lnTo>
                    <a:lnTo>
                      <a:pt x="920074" y="911140"/>
                    </a:lnTo>
                    <a:lnTo>
                      <a:pt x="918401" y="912168"/>
                    </a:lnTo>
                    <a:lnTo>
                      <a:pt x="916728" y="913196"/>
                    </a:lnTo>
                    <a:lnTo>
                      <a:pt x="915055" y="914225"/>
                    </a:lnTo>
                    <a:lnTo>
                      <a:pt x="914771" y="914400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3" name="ph5173"/>
              <p:cNvSpPr/>
              <p:nvPr/>
            </p:nvSpPr>
            <p:spPr>
              <a:xfrm>
                <a:off x="3531448" y="1602202"/>
                <a:ext cx="923662" cy="9261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7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495"/>
                    </a:lnTo>
                    <a:lnTo>
                      <a:pt x="922532" y="921187"/>
                    </a:lnTo>
                    <a:lnTo>
                      <a:pt x="920857" y="922214"/>
                    </a:lnTo>
                    <a:lnTo>
                      <a:pt x="919182" y="923241"/>
                    </a:lnTo>
                    <a:lnTo>
                      <a:pt x="917507" y="924268"/>
                    </a:lnTo>
                    <a:lnTo>
                      <a:pt x="915833" y="925295"/>
                    </a:lnTo>
                    <a:lnTo>
                      <a:pt x="914400" y="926175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4" name="ph5174"/>
              <p:cNvSpPr/>
              <p:nvPr/>
            </p:nvSpPr>
            <p:spPr>
              <a:xfrm>
                <a:off x="3540710" y="1602202"/>
                <a:ext cx="923494" cy="920495"/>
              </a:xfrm>
              <a:custGeom>
                <a:avLst/>
                <a:gdLst/>
                <a:ahLst/>
                <a:cxnLst/>
                <a:rect l="0" t="0" r="0" b="0"/>
                <a:pathLst>
                  <a:path w="923494" h="920495">
                    <a:moveTo>
                      <a:pt x="914400" y="914399"/>
                    </a:moveTo>
                    <a:lnTo>
                      <a:pt x="923494" y="914399"/>
                    </a:lnTo>
                    <a:lnTo>
                      <a:pt x="921276" y="916070"/>
                    </a:lnTo>
                    <a:lnTo>
                      <a:pt x="916627" y="919131"/>
                    </a:lnTo>
                    <a:lnTo>
                      <a:pt x="914946" y="920161"/>
                    </a:lnTo>
                    <a:lnTo>
                      <a:pt x="914400" y="920495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5" name="ph5175"/>
              <p:cNvSpPr/>
              <p:nvPr/>
            </p:nvSpPr>
            <p:spPr>
              <a:xfrm>
                <a:off x="216063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21" y="931538"/>
                    </a:lnTo>
                    <a:lnTo>
                      <a:pt x="905543" y="930944"/>
                    </a:lnTo>
                    <a:lnTo>
                      <a:pt x="905565" y="930351"/>
                    </a:lnTo>
                    <a:lnTo>
                      <a:pt x="905587" y="929758"/>
                    </a:lnTo>
                    <a:lnTo>
                      <a:pt x="905610" y="929165"/>
                    </a:lnTo>
                    <a:lnTo>
                      <a:pt x="905632" y="928571"/>
                    </a:lnTo>
                    <a:lnTo>
                      <a:pt x="905654" y="927978"/>
                    </a:lnTo>
                    <a:lnTo>
                      <a:pt x="905676" y="927385"/>
                    </a:lnTo>
                    <a:lnTo>
                      <a:pt x="905698" y="926792"/>
                    </a:lnTo>
                    <a:lnTo>
                      <a:pt x="905720" y="926199"/>
                    </a:lnTo>
                    <a:lnTo>
                      <a:pt x="905742" y="925605"/>
                    </a:lnTo>
                    <a:lnTo>
                      <a:pt x="905764" y="925012"/>
                    </a:lnTo>
                    <a:lnTo>
                      <a:pt x="905994" y="920473"/>
                    </a:lnTo>
                    <a:lnTo>
                      <a:pt x="905975" y="920322"/>
                    </a:lnTo>
                    <a:lnTo>
                      <a:pt x="905700" y="918137"/>
                    </a:lnTo>
                    <a:lnTo>
                      <a:pt x="905424" y="915953"/>
                    </a:lnTo>
                    <a:lnTo>
                      <a:pt x="905229" y="91439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6" name="ph5176"/>
              <p:cNvSpPr/>
              <p:nvPr/>
            </p:nvSpPr>
            <p:spPr>
              <a:xfrm>
                <a:off x="21606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7" name="ph5177"/>
              <p:cNvSpPr/>
              <p:nvPr/>
            </p:nvSpPr>
            <p:spPr>
              <a:xfrm>
                <a:off x="21699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8" name="ph5178"/>
              <p:cNvSpPr/>
              <p:nvPr/>
            </p:nvSpPr>
            <p:spPr>
              <a:xfrm>
                <a:off x="21791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9" name="ph5179"/>
              <p:cNvSpPr/>
              <p:nvPr/>
            </p:nvSpPr>
            <p:spPr>
              <a:xfrm>
                <a:off x="218842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0" name="ph5180"/>
              <p:cNvSpPr/>
              <p:nvPr/>
            </p:nvSpPr>
            <p:spPr>
              <a:xfrm>
                <a:off x="21976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1" name="ph5181"/>
              <p:cNvSpPr/>
              <p:nvPr/>
            </p:nvSpPr>
            <p:spPr>
              <a:xfrm>
                <a:off x="22069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2" name="ph5182"/>
              <p:cNvSpPr/>
              <p:nvPr/>
            </p:nvSpPr>
            <p:spPr>
              <a:xfrm>
                <a:off x="22162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3" name="ph5183"/>
              <p:cNvSpPr/>
              <p:nvPr/>
            </p:nvSpPr>
            <p:spPr>
              <a:xfrm>
                <a:off x="222547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4" name="ph5184"/>
              <p:cNvSpPr/>
              <p:nvPr/>
            </p:nvSpPr>
            <p:spPr>
              <a:xfrm>
                <a:off x="22347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5" name="ph5185"/>
              <p:cNvSpPr/>
              <p:nvPr/>
            </p:nvSpPr>
            <p:spPr>
              <a:xfrm>
                <a:off x="22439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6" name="ph5186"/>
              <p:cNvSpPr/>
              <p:nvPr/>
            </p:nvSpPr>
            <p:spPr>
              <a:xfrm>
                <a:off x="22532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7" name="ph5187"/>
              <p:cNvSpPr/>
              <p:nvPr/>
            </p:nvSpPr>
            <p:spPr>
              <a:xfrm>
                <a:off x="22625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8" name="ph5188"/>
              <p:cNvSpPr/>
              <p:nvPr/>
            </p:nvSpPr>
            <p:spPr>
              <a:xfrm>
                <a:off x="22717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9" name="ph5189"/>
              <p:cNvSpPr/>
              <p:nvPr/>
            </p:nvSpPr>
            <p:spPr>
              <a:xfrm>
                <a:off x="22810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0" name="ph5190"/>
              <p:cNvSpPr/>
              <p:nvPr/>
            </p:nvSpPr>
            <p:spPr>
              <a:xfrm>
                <a:off x="22903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1" name="ph5191"/>
              <p:cNvSpPr/>
              <p:nvPr/>
            </p:nvSpPr>
            <p:spPr>
              <a:xfrm>
                <a:off x="22995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2" name="ph5192"/>
              <p:cNvSpPr/>
              <p:nvPr/>
            </p:nvSpPr>
            <p:spPr>
              <a:xfrm>
                <a:off x="230883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3" name="ph5193"/>
              <p:cNvSpPr/>
              <p:nvPr/>
            </p:nvSpPr>
            <p:spPr>
              <a:xfrm>
                <a:off x="23180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4" name="ph5194"/>
              <p:cNvSpPr/>
              <p:nvPr/>
            </p:nvSpPr>
            <p:spPr>
              <a:xfrm>
                <a:off x="23273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5" name="ph5195"/>
              <p:cNvSpPr/>
              <p:nvPr/>
            </p:nvSpPr>
            <p:spPr>
              <a:xfrm>
                <a:off x="23366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6" name="ph5196"/>
              <p:cNvSpPr/>
              <p:nvPr/>
            </p:nvSpPr>
            <p:spPr>
              <a:xfrm>
                <a:off x="23458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7" name="ph5197"/>
              <p:cNvSpPr/>
              <p:nvPr/>
            </p:nvSpPr>
            <p:spPr>
              <a:xfrm>
                <a:off x="235514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8" name="ph5198"/>
              <p:cNvSpPr/>
              <p:nvPr/>
            </p:nvSpPr>
            <p:spPr>
              <a:xfrm>
                <a:off x="23644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9" name="ph5199"/>
              <p:cNvSpPr/>
              <p:nvPr/>
            </p:nvSpPr>
            <p:spPr>
              <a:xfrm>
                <a:off x="23736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0" name="ph5200"/>
              <p:cNvSpPr/>
              <p:nvPr/>
            </p:nvSpPr>
            <p:spPr>
              <a:xfrm>
                <a:off x="23829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1" name="ph5201"/>
              <p:cNvSpPr/>
              <p:nvPr/>
            </p:nvSpPr>
            <p:spPr>
              <a:xfrm>
                <a:off x="239219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2" name="ph5202"/>
              <p:cNvSpPr/>
              <p:nvPr/>
            </p:nvSpPr>
            <p:spPr>
              <a:xfrm>
                <a:off x="2410719" y="160220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7078" y="897161"/>
                    </a:lnTo>
                    <a:lnTo>
                      <a:pt x="907567" y="900478"/>
                    </a:lnTo>
                    <a:lnTo>
                      <a:pt x="908220" y="901179"/>
                    </a:lnTo>
                    <a:lnTo>
                      <a:pt x="913136" y="907125"/>
                    </a:lnTo>
                    <a:lnTo>
                      <a:pt x="914400" y="908835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3" name="ph5203"/>
              <p:cNvSpPr/>
              <p:nvPr/>
            </p:nvSpPr>
            <p:spPr>
              <a:xfrm>
                <a:off x="2410719" y="1602202"/>
                <a:ext cx="91844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444" h="914399">
                    <a:moveTo>
                      <a:pt x="914400" y="914399"/>
                    </a:moveTo>
                    <a:lnTo>
                      <a:pt x="914400" y="908835"/>
                    </a:lnTo>
                    <a:lnTo>
                      <a:pt x="917878" y="913545"/>
                    </a:lnTo>
                    <a:lnTo>
                      <a:pt x="918444" y="91439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4" name="ph5204"/>
              <p:cNvSpPr/>
              <p:nvPr/>
            </p:nvSpPr>
            <p:spPr>
              <a:xfrm>
                <a:off x="307759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3534" y="931638"/>
                    </a:lnTo>
                    <a:lnTo>
                      <a:pt x="912644" y="926698"/>
                    </a:lnTo>
                    <a:lnTo>
                      <a:pt x="911097" y="916360"/>
                    </a:lnTo>
                    <a:lnTo>
                      <a:pt x="910861" y="91439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5" name="ph5205"/>
              <p:cNvSpPr/>
              <p:nvPr/>
            </p:nvSpPr>
            <p:spPr>
              <a:xfrm>
                <a:off x="30775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6" name="ph5206"/>
              <p:cNvSpPr/>
              <p:nvPr/>
            </p:nvSpPr>
            <p:spPr>
              <a:xfrm>
                <a:off x="30868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7" name="ph5207"/>
              <p:cNvSpPr/>
              <p:nvPr/>
            </p:nvSpPr>
            <p:spPr>
              <a:xfrm>
                <a:off x="30961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8" name="ph5208"/>
              <p:cNvSpPr/>
              <p:nvPr/>
            </p:nvSpPr>
            <p:spPr>
              <a:xfrm>
                <a:off x="31053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9" name="ph5209"/>
              <p:cNvSpPr/>
              <p:nvPr/>
            </p:nvSpPr>
            <p:spPr>
              <a:xfrm>
                <a:off x="31146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0" name="ph5210"/>
              <p:cNvSpPr/>
              <p:nvPr/>
            </p:nvSpPr>
            <p:spPr>
              <a:xfrm>
                <a:off x="31239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1" name="ph5211"/>
              <p:cNvSpPr/>
              <p:nvPr/>
            </p:nvSpPr>
            <p:spPr>
              <a:xfrm>
                <a:off x="31331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2" name="ph5212"/>
              <p:cNvSpPr/>
              <p:nvPr/>
            </p:nvSpPr>
            <p:spPr>
              <a:xfrm>
                <a:off x="314243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3" name="ph5213"/>
              <p:cNvSpPr/>
              <p:nvPr/>
            </p:nvSpPr>
            <p:spPr>
              <a:xfrm>
                <a:off x="31516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4" name="ph5214"/>
              <p:cNvSpPr/>
              <p:nvPr/>
            </p:nvSpPr>
            <p:spPr>
              <a:xfrm>
                <a:off x="31609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5" name="ph5215"/>
              <p:cNvSpPr/>
              <p:nvPr/>
            </p:nvSpPr>
            <p:spPr>
              <a:xfrm>
                <a:off x="31702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6" name="ph5216"/>
              <p:cNvSpPr/>
              <p:nvPr/>
            </p:nvSpPr>
            <p:spPr>
              <a:xfrm>
                <a:off x="31794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7" name="ph5217"/>
              <p:cNvSpPr/>
              <p:nvPr/>
            </p:nvSpPr>
            <p:spPr>
              <a:xfrm>
                <a:off x="318874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8" name="ph5218"/>
              <p:cNvSpPr/>
              <p:nvPr/>
            </p:nvSpPr>
            <p:spPr>
              <a:xfrm>
                <a:off x="31980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9" name="ph5219"/>
              <p:cNvSpPr/>
              <p:nvPr/>
            </p:nvSpPr>
            <p:spPr>
              <a:xfrm>
                <a:off x="32072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0" name="ph5220"/>
              <p:cNvSpPr/>
              <p:nvPr/>
            </p:nvSpPr>
            <p:spPr>
              <a:xfrm>
                <a:off x="32165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1" name="ph5221"/>
              <p:cNvSpPr/>
              <p:nvPr/>
            </p:nvSpPr>
            <p:spPr>
              <a:xfrm>
                <a:off x="322579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2" name="ph5222"/>
              <p:cNvSpPr/>
              <p:nvPr/>
            </p:nvSpPr>
            <p:spPr>
              <a:xfrm>
                <a:off x="323505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3" name="ph5223"/>
              <p:cNvSpPr/>
              <p:nvPr/>
            </p:nvSpPr>
            <p:spPr>
              <a:xfrm>
                <a:off x="324431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4" name="ph5224"/>
              <p:cNvSpPr/>
              <p:nvPr/>
            </p:nvSpPr>
            <p:spPr>
              <a:xfrm>
                <a:off x="325358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5" name="ph5225"/>
              <p:cNvSpPr/>
              <p:nvPr/>
            </p:nvSpPr>
            <p:spPr>
              <a:xfrm>
                <a:off x="326284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6" name="ph5226"/>
              <p:cNvSpPr/>
              <p:nvPr/>
            </p:nvSpPr>
            <p:spPr>
              <a:xfrm>
                <a:off x="327210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7" name="ph5227"/>
              <p:cNvSpPr/>
              <p:nvPr/>
            </p:nvSpPr>
            <p:spPr>
              <a:xfrm>
                <a:off x="328136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8" name="ph5228"/>
              <p:cNvSpPr/>
              <p:nvPr/>
            </p:nvSpPr>
            <p:spPr>
              <a:xfrm>
                <a:off x="329063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9" name="ph5229"/>
              <p:cNvSpPr/>
              <p:nvPr/>
            </p:nvSpPr>
            <p:spPr>
              <a:xfrm>
                <a:off x="329989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0" name="ph5230"/>
              <p:cNvSpPr/>
              <p:nvPr/>
            </p:nvSpPr>
            <p:spPr>
              <a:xfrm>
                <a:off x="330915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1" name="ph5231"/>
              <p:cNvSpPr/>
              <p:nvPr/>
            </p:nvSpPr>
            <p:spPr>
              <a:xfrm>
                <a:off x="331841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2" name="ph5232"/>
              <p:cNvSpPr/>
              <p:nvPr/>
            </p:nvSpPr>
            <p:spPr>
              <a:xfrm>
                <a:off x="332767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3" name="ph5233"/>
              <p:cNvSpPr/>
              <p:nvPr/>
            </p:nvSpPr>
            <p:spPr>
              <a:xfrm>
                <a:off x="333694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4" name="ph5234"/>
              <p:cNvSpPr/>
              <p:nvPr/>
            </p:nvSpPr>
            <p:spPr>
              <a:xfrm>
                <a:off x="334620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5" name="ph5235"/>
              <p:cNvSpPr/>
              <p:nvPr/>
            </p:nvSpPr>
            <p:spPr>
              <a:xfrm>
                <a:off x="335546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6" name="ph5236"/>
              <p:cNvSpPr/>
              <p:nvPr/>
            </p:nvSpPr>
            <p:spPr>
              <a:xfrm>
                <a:off x="336472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7" name="ph5237"/>
              <p:cNvSpPr/>
              <p:nvPr/>
            </p:nvSpPr>
            <p:spPr>
              <a:xfrm>
                <a:off x="337399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8" name="ph5238"/>
              <p:cNvSpPr/>
              <p:nvPr/>
            </p:nvSpPr>
            <p:spPr>
              <a:xfrm>
                <a:off x="338325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9" name="ph5239"/>
              <p:cNvSpPr/>
              <p:nvPr/>
            </p:nvSpPr>
            <p:spPr>
              <a:xfrm>
                <a:off x="339251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0" name="ph5240"/>
              <p:cNvSpPr/>
              <p:nvPr/>
            </p:nvSpPr>
            <p:spPr>
              <a:xfrm>
                <a:off x="340177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1" name="ph5241"/>
              <p:cNvSpPr/>
              <p:nvPr/>
            </p:nvSpPr>
            <p:spPr>
              <a:xfrm>
                <a:off x="34110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2" name="ph5242"/>
              <p:cNvSpPr/>
              <p:nvPr/>
            </p:nvSpPr>
            <p:spPr>
              <a:xfrm>
                <a:off x="34203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3" name="ph5243"/>
              <p:cNvSpPr/>
              <p:nvPr/>
            </p:nvSpPr>
            <p:spPr>
              <a:xfrm>
                <a:off x="34295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4" name="ph5244"/>
              <p:cNvSpPr/>
              <p:nvPr/>
            </p:nvSpPr>
            <p:spPr>
              <a:xfrm>
                <a:off x="343882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5" name="ph5245"/>
              <p:cNvSpPr/>
              <p:nvPr/>
            </p:nvSpPr>
            <p:spPr>
              <a:xfrm>
                <a:off x="34480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6" name="ph5246"/>
              <p:cNvSpPr/>
              <p:nvPr/>
            </p:nvSpPr>
            <p:spPr>
              <a:xfrm>
                <a:off x="34573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7" name="ph5247"/>
              <p:cNvSpPr/>
              <p:nvPr/>
            </p:nvSpPr>
            <p:spPr>
              <a:xfrm>
                <a:off x="34666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8" name="ph5248"/>
              <p:cNvSpPr/>
              <p:nvPr/>
            </p:nvSpPr>
            <p:spPr>
              <a:xfrm>
                <a:off x="347587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9" name="ph5249"/>
              <p:cNvSpPr/>
              <p:nvPr/>
            </p:nvSpPr>
            <p:spPr>
              <a:xfrm>
                <a:off x="34851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0" name="ph5250"/>
              <p:cNvSpPr/>
              <p:nvPr/>
            </p:nvSpPr>
            <p:spPr>
              <a:xfrm>
                <a:off x="34943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1" name="ph5251"/>
              <p:cNvSpPr/>
              <p:nvPr/>
            </p:nvSpPr>
            <p:spPr>
              <a:xfrm>
                <a:off x="35036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2" name="ph5252"/>
              <p:cNvSpPr/>
              <p:nvPr/>
            </p:nvSpPr>
            <p:spPr>
              <a:xfrm>
                <a:off x="35129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3" name="ph5253"/>
              <p:cNvSpPr/>
              <p:nvPr/>
            </p:nvSpPr>
            <p:spPr>
              <a:xfrm>
                <a:off x="352218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4" name="ph5254"/>
              <p:cNvSpPr/>
              <p:nvPr/>
            </p:nvSpPr>
            <p:spPr>
              <a:xfrm>
                <a:off x="35314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5" name="ph5255"/>
              <p:cNvSpPr/>
              <p:nvPr/>
            </p:nvSpPr>
            <p:spPr>
              <a:xfrm>
                <a:off x="3540710" y="160220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73"/>
                    </a:lnTo>
                    <a:lnTo>
                      <a:pt x="923494" y="91439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6" name="ph5256"/>
              <p:cNvSpPr/>
              <p:nvPr/>
            </p:nvSpPr>
            <p:spPr>
              <a:xfrm>
                <a:off x="3549972" y="1584964"/>
                <a:ext cx="923662" cy="93151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512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715"/>
                    </a:lnTo>
                    <a:lnTo>
                      <a:pt x="922489" y="924771"/>
                    </a:lnTo>
                    <a:lnTo>
                      <a:pt x="921068" y="926052"/>
                    </a:lnTo>
                    <a:lnTo>
                      <a:pt x="916584" y="929867"/>
                    </a:lnTo>
                    <a:lnTo>
                      <a:pt x="914400" y="931512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7" name="ph5257"/>
              <p:cNvSpPr/>
              <p:nvPr/>
            </p:nvSpPr>
            <p:spPr>
              <a:xfrm>
                <a:off x="3559234" y="1584964"/>
                <a:ext cx="923662" cy="9237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7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381"/>
                    </a:lnTo>
                    <a:lnTo>
                      <a:pt x="923138" y="915851"/>
                    </a:lnTo>
                    <a:lnTo>
                      <a:pt x="921721" y="917125"/>
                    </a:lnTo>
                    <a:lnTo>
                      <a:pt x="920305" y="918399"/>
                    </a:lnTo>
                    <a:lnTo>
                      <a:pt x="918889" y="919673"/>
                    </a:lnTo>
                    <a:lnTo>
                      <a:pt x="917473" y="920947"/>
                    </a:lnTo>
                    <a:lnTo>
                      <a:pt x="916057" y="922222"/>
                    </a:lnTo>
                    <a:lnTo>
                      <a:pt x="914642" y="923496"/>
                    </a:lnTo>
                    <a:lnTo>
                      <a:pt x="914400" y="923715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8" name="ph5258"/>
              <p:cNvSpPr/>
              <p:nvPr/>
            </p:nvSpPr>
            <p:spPr>
              <a:xfrm>
                <a:off x="3568497" y="1584964"/>
                <a:ext cx="915845" cy="915381"/>
              </a:xfrm>
              <a:custGeom>
                <a:avLst/>
                <a:gdLst/>
                <a:ahLst/>
                <a:cxnLst/>
                <a:rect l="0" t="0" r="0" b="0"/>
                <a:pathLst>
                  <a:path w="915845" h="915381">
                    <a:moveTo>
                      <a:pt x="914400" y="914399"/>
                    </a:moveTo>
                    <a:lnTo>
                      <a:pt x="915845" y="914399"/>
                    </a:lnTo>
                    <a:lnTo>
                      <a:pt x="915105" y="914746"/>
                    </a:lnTo>
                    <a:lnTo>
                      <a:pt x="914400" y="915381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9" name="ph5259"/>
              <p:cNvSpPr/>
              <p:nvPr/>
            </p:nvSpPr>
            <p:spPr>
              <a:xfrm>
                <a:off x="2151377" y="1567725"/>
                <a:ext cx="914400" cy="930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912">
                    <a:moveTo>
                      <a:pt x="914400" y="914400"/>
                    </a:moveTo>
                    <a:lnTo>
                      <a:pt x="914400" y="930912"/>
                    </a:lnTo>
                    <a:lnTo>
                      <a:pt x="914136" y="928822"/>
                    </a:lnTo>
                    <a:lnTo>
                      <a:pt x="913861" y="926638"/>
                    </a:lnTo>
                    <a:lnTo>
                      <a:pt x="913585" y="924453"/>
                    </a:lnTo>
                    <a:lnTo>
                      <a:pt x="913310" y="922269"/>
                    </a:lnTo>
                    <a:lnTo>
                      <a:pt x="913034" y="920084"/>
                    </a:lnTo>
                    <a:lnTo>
                      <a:pt x="912758" y="917900"/>
                    </a:lnTo>
                    <a:lnTo>
                      <a:pt x="912481" y="915707"/>
                    </a:lnTo>
                    <a:lnTo>
                      <a:pt x="912334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0" name="ph5260"/>
              <p:cNvSpPr/>
              <p:nvPr/>
            </p:nvSpPr>
            <p:spPr>
              <a:xfrm>
                <a:off x="21513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91" y="931638"/>
                    </a:lnTo>
                    <a:lnTo>
                      <a:pt x="914400" y="930912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1" name="ph5261"/>
              <p:cNvSpPr/>
              <p:nvPr/>
            </p:nvSpPr>
            <p:spPr>
              <a:xfrm>
                <a:off x="21606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2" name="ph5262"/>
              <p:cNvSpPr/>
              <p:nvPr/>
            </p:nvSpPr>
            <p:spPr>
              <a:xfrm>
                <a:off x="21699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3" name="ph5263"/>
              <p:cNvSpPr/>
              <p:nvPr/>
            </p:nvSpPr>
            <p:spPr>
              <a:xfrm>
                <a:off x="21791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4" name="ph5264"/>
              <p:cNvSpPr/>
              <p:nvPr/>
            </p:nvSpPr>
            <p:spPr>
              <a:xfrm>
                <a:off x="218842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5" name="ph5265"/>
              <p:cNvSpPr/>
              <p:nvPr/>
            </p:nvSpPr>
            <p:spPr>
              <a:xfrm>
                <a:off x="21976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6" name="ph5266"/>
              <p:cNvSpPr/>
              <p:nvPr/>
            </p:nvSpPr>
            <p:spPr>
              <a:xfrm>
                <a:off x="22069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7" name="ph5267"/>
              <p:cNvSpPr/>
              <p:nvPr/>
            </p:nvSpPr>
            <p:spPr>
              <a:xfrm>
                <a:off x="22162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8" name="ph5268"/>
              <p:cNvSpPr/>
              <p:nvPr/>
            </p:nvSpPr>
            <p:spPr>
              <a:xfrm>
                <a:off x="222547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9" name="ph5269"/>
              <p:cNvSpPr/>
              <p:nvPr/>
            </p:nvSpPr>
            <p:spPr>
              <a:xfrm>
                <a:off x="22347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0" name="ph5270"/>
              <p:cNvSpPr/>
              <p:nvPr/>
            </p:nvSpPr>
            <p:spPr>
              <a:xfrm>
                <a:off x="22439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1" name="ph5271"/>
              <p:cNvSpPr/>
              <p:nvPr/>
            </p:nvSpPr>
            <p:spPr>
              <a:xfrm>
                <a:off x="22532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2" name="ph5272"/>
              <p:cNvSpPr/>
              <p:nvPr/>
            </p:nvSpPr>
            <p:spPr>
              <a:xfrm>
                <a:off x="22625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3" name="ph5273"/>
              <p:cNvSpPr/>
              <p:nvPr/>
            </p:nvSpPr>
            <p:spPr>
              <a:xfrm>
                <a:off x="22717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B">
                  <a:alpha val="100000"/>
                </a:srgbClr>
              </a:solidFill>
              <a:ln w="5420" cap="flat">
                <a:solidFill>
                  <a:srgbClr val="FC92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4" name="ph5274"/>
              <p:cNvSpPr/>
              <p:nvPr/>
            </p:nvSpPr>
            <p:spPr>
              <a:xfrm>
                <a:off x="22810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5" name="ph5275"/>
              <p:cNvSpPr/>
              <p:nvPr/>
            </p:nvSpPr>
            <p:spPr>
              <a:xfrm>
                <a:off x="22903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6" name="ph5276"/>
              <p:cNvSpPr/>
              <p:nvPr/>
            </p:nvSpPr>
            <p:spPr>
              <a:xfrm>
                <a:off x="22995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7" name="ph5277"/>
              <p:cNvSpPr/>
              <p:nvPr/>
            </p:nvSpPr>
            <p:spPr>
              <a:xfrm>
                <a:off x="230883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8" name="ph5278"/>
              <p:cNvSpPr/>
              <p:nvPr/>
            </p:nvSpPr>
            <p:spPr>
              <a:xfrm>
                <a:off x="23180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9" name="ph5279"/>
              <p:cNvSpPr/>
              <p:nvPr/>
            </p:nvSpPr>
            <p:spPr>
              <a:xfrm>
                <a:off x="23273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0" name="ph5280"/>
              <p:cNvSpPr/>
              <p:nvPr/>
            </p:nvSpPr>
            <p:spPr>
              <a:xfrm>
                <a:off x="23366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1" name="ph5281"/>
              <p:cNvSpPr/>
              <p:nvPr/>
            </p:nvSpPr>
            <p:spPr>
              <a:xfrm>
                <a:off x="23458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2" name="ph5282"/>
              <p:cNvSpPr/>
              <p:nvPr/>
            </p:nvSpPr>
            <p:spPr>
              <a:xfrm>
                <a:off x="235514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3" name="ph5283"/>
              <p:cNvSpPr/>
              <p:nvPr/>
            </p:nvSpPr>
            <p:spPr>
              <a:xfrm>
                <a:off x="23644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4" name="ph5284"/>
              <p:cNvSpPr/>
              <p:nvPr/>
            </p:nvSpPr>
            <p:spPr>
              <a:xfrm>
                <a:off x="23736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5" name="ph5285"/>
              <p:cNvSpPr/>
              <p:nvPr/>
            </p:nvSpPr>
            <p:spPr>
              <a:xfrm>
                <a:off x="23829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6" name="ph5286"/>
              <p:cNvSpPr/>
              <p:nvPr/>
            </p:nvSpPr>
            <p:spPr>
              <a:xfrm>
                <a:off x="2401457" y="158496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426" y="897161"/>
                    </a:lnTo>
                    <a:lnTo>
                      <a:pt x="913591" y="897942"/>
                    </a:lnTo>
                    <a:lnTo>
                      <a:pt x="914400" y="902473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7" name="ph5287"/>
              <p:cNvSpPr/>
              <p:nvPr/>
            </p:nvSpPr>
            <p:spPr>
              <a:xfrm>
                <a:off x="2401457" y="1584964"/>
                <a:ext cx="9163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40" h="914399">
                    <a:moveTo>
                      <a:pt x="914400" y="914399"/>
                    </a:moveTo>
                    <a:lnTo>
                      <a:pt x="914400" y="902473"/>
                    </a:lnTo>
                    <a:lnTo>
                      <a:pt x="915441" y="908307"/>
                    </a:lnTo>
                    <a:lnTo>
                      <a:pt x="916340" y="91439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8" name="ph5288"/>
              <p:cNvSpPr/>
              <p:nvPr/>
            </p:nvSpPr>
            <p:spPr>
              <a:xfrm>
                <a:off x="3077599" y="15677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61" y="931638"/>
                    </a:lnTo>
                    <a:lnTo>
                      <a:pt x="909840" y="923125"/>
                    </a:lnTo>
                    <a:lnTo>
                      <a:pt x="909045" y="914400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9" name="ph5289"/>
              <p:cNvSpPr/>
              <p:nvPr/>
            </p:nvSpPr>
            <p:spPr>
              <a:xfrm>
                <a:off x="30775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0" name="ph5290"/>
              <p:cNvSpPr/>
              <p:nvPr/>
            </p:nvSpPr>
            <p:spPr>
              <a:xfrm>
                <a:off x="30868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1" name="ph5291"/>
              <p:cNvSpPr/>
              <p:nvPr/>
            </p:nvSpPr>
            <p:spPr>
              <a:xfrm>
                <a:off x="30961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2" name="ph5292"/>
              <p:cNvSpPr/>
              <p:nvPr/>
            </p:nvSpPr>
            <p:spPr>
              <a:xfrm>
                <a:off x="31053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3" name="ph5293"/>
              <p:cNvSpPr/>
              <p:nvPr/>
            </p:nvSpPr>
            <p:spPr>
              <a:xfrm>
                <a:off x="31146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4" name="ph5294"/>
              <p:cNvSpPr/>
              <p:nvPr/>
            </p:nvSpPr>
            <p:spPr>
              <a:xfrm>
                <a:off x="31239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5" name="ph5295"/>
              <p:cNvSpPr/>
              <p:nvPr/>
            </p:nvSpPr>
            <p:spPr>
              <a:xfrm>
                <a:off x="31331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6" name="ph5296"/>
              <p:cNvSpPr/>
              <p:nvPr/>
            </p:nvSpPr>
            <p:spPr>
              <a:xfrm>
                <a:off x="31424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7" name="ph5297"/>
              <p:cNvSpPr/>
              <p:nvPr/>
            </p:nvSpPr>
            <p:spPr>
              <a:xfrm>
                <a:off x="31516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8" name="ph5298"/>
              <p:cNvSpPr/>
              <p:nvPr/>
            </p:nvSpPr>
            <p:spPr>
              <a:xfrm>
                <a:off x="31609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9" name="ph5299"/>
              <p:cNvSpPr/>
              <p:nvPr/>
            </p:nvSpPr>
            <p:spPr>
              <a:xfrm>
                <a:off x="31702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0" name="ph5300"/>
              <p:cNvSpPr/>
              <p:nvPr/>
            </p:nvSpPr>
            <p:spPr>
              <a:xfrm>
                <a:off x="31794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1" name="ph5301"/>
              <p:cNvSpPr/>
              <p:nvPr/>
            </p:nvSpPr>
            <p:spPr>
              <a:xfrm>
                <a:off x="318874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2" name="ph5302"/>
              <p:cNvSpPr/>
              <p:nvPr/>
            </p:nvSpPr>
            <p:spPr>
              <a:xfrm>
                <a:off x="31980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3" name="ph5303"/>
              <p:cNvSpPr/>
              <p:nvPr/>
            </p:nvSpPr>
            <p:spPr>
              <a:xfrm>
                <a:off x="32072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4" name="ph5304"/>
              <p:cNvSpPr/>
              <p:nvPr/>
            </p:nvSpPr>
            <p:spPr>
              <a:xfrm>
                <a:off x="32165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5" name="ph5305"/>
              <p:cNvSpPr/>
              <p:nvPr/>
            </p:nvSpPr>
            <p:spPr>
              <a:xfrm>
                <a:off x="322579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6" name="ph5306"/>
              <p:cNvSpPr/>
              <p:nvPr/>
            </p:nvSpPr>
            <p:spPr>
              <a:xfrm>
                <a:off x="323505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7" name="ph5307"/>
              <p:cNvSpPr/>
              <p:nvPr/>
            </p:nvSpPr>
            <p:spPr>
              <a:xfrm>
                <a:off x="324431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8" name="ph5308"/>
              <p:cNvSpPr/>
              <p:nvPr/>
            </p:nvSpPr>
            <p:spPr>
              <a:xfrm>
                <a:off x="325358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9" name="ph5309"/>
              <p:cNvSpPr/>
              <p:nvPr/>
            </p:nvSpPr>
            <p:spPr>
              <a:xfrm>
                <a:off x="326284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0" name="ph5310"/>
              <p:cNvSpPr/>
              <p:nvPr/>
            </p:nvSpPr>
            <p:spPr>
              <a:xfrm>
                <a:off x="327210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1" name="ph5311"/>
              <p:cNvSpPr/>
              <p:nvPr/>
            </p:nvSpPr>
            <p:spPr>
              <a:xfrm>
                <a:off x="328136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2" name="ph5312"/>
              <p:cNvSpPr/>
              <p:nvPr/>
            </p:nvSpPr>
            <p:spPr>
              <a:xfrm>
                <a:off x="329063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3" name="ph5313"/>
              <p:cNvSpPr/>
              <p:nvPr/>
            </p:nvSpPr>
            <p:spPr>
              <a:xfrm>
                <a:off x="329989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4" name="ph5314"/>
              <p:cNvSpPr/>
              <p:nvPr/>
            </p:nvSpPr>
            <p:spPr>
              <a:xfrm>
                <a:off x="330915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5" name="ph5315"/>
              <p:cNvSpPr/>
              <p:nvPr/>
            </p:nvSpPr>
            <p:spPr>
              <a:xfrm>
                <a:off x="331841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6" name="ph5316"/>
              <p:cNvSpPr/>
              <p:nvPr/>
            </p:nvSpPr>
            <p:spPr>
              <a:xfrm>
                <a:off x="332767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7" name="ph5317"/>
              <p:cNvSpPr/>
              <p:nvPr/>
            </p:nvSpPr>
            <p:spPr>
              <a:xfrm>
                <a:off x="333694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8" name="ph5318"/>
              <p:cNvSpPr/>
              <p:nvPr/>
            </p:nvSpPr>
            <p:spPr>
              <a:xfrm>
                <a:off x="334620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9" name="ph5319"/>
              <p:cNvSpPr/>
              <p:nvPr/>
            </p:nvSpPr>
            <p:spPr>
              <a:xfrm>
                <a:off x="335546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0" name="ph5320"/>
              <p:cNvSpPr/>
              <p:nvPr/>
            </p:nvSpPr>
            <p:spPr>
              <a:xfrm>
                <a:off x="336472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1" name="ph5321"/>
              <p:cNvSpPr/>
              <p:nvPr/>
            </p:nvSpPr>
            <p:spPr>
              <a:xfrm>
                <a:off x="337399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2" name="ph5322"/>
              <p:cNvSpPr/>
              <p:nvPr/>
            </p:nvSpPr>
            <p:spPr>
              <a:xfrm>
                <a:off x="338325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3" name="ph5323"/>
              <p:cNvSpPr/>
              <p:nvPr/>
            </p:nvSpPr>
            <p:spPr>
              <a:xfrm>
                <a:off x="339251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4" name="ph5324"/>
              <p:cNvSpPr/>
              <p:nvPr/>
            </p:nvSpPr>
            <p:spPr>
              <a:xfrm>
                <a:off x="34017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5" name="ph5325"/>
              <p:cNvSpPr/>
              <p:nvPr/>
            </p:nvSpPr>
            <p:spPr>
              <a:xfrm>
                <a:off x="34110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6" name="ph5326"/>
              <p:cNvSpPr/>
              <p:nvPr/>
            </p:nvSpPr>
            <p:spPr>
              <a:xfrm>
                <a:off x="34203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7" name="ph5327"/>
              <p:cNvSpPr/>
              <p:nvPr/>
            </p:nvSpPr>
            <p:spPr>
              <a:xfrm>
                <a:off x="34295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8" name="ph5328"/>
              <p:cNvSpPr/>
              <p:nvPr/>
            </p:nvSpPr>
            <p:spPr>
              <a:xfrm>
                <a:off x="343882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9" name="ph5329"/>
              <p:cNvSpPr/>
              <p:nvPr/>
            </p:nvSpPr>
            <p:spPr>
              <a:xfrm>
                <a:off x="34480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0" name="ph5330"/>
              <p:cNvSpPr/>
              <p:nvPr/>
            </p:nvSpPr>
            <p:spPr>
              <a:xfrm>
                <a:off x="34573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1" name="ph5331"/>
              <p:cNvSpPr/>
              <p:nvPr/>
            </p:nvSpPr>
            <p:spPr>
              <a:xfrm>
                <a:off x="34666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2" name="ph5332"/>
              <p:cNvSpPr/>
              <p:nvPr/>
            </p:nvSpPr>
            <p:spPr>
              <a:xfrm>
                <a:off x="347587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3" name="ph5333"/>
              <p:cNvSpPr/>
              <p:nvPr/>
            </p:nvSpPr>
            <p:spPr>
              <a:xfrm>
                <a:off x="34851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4" name="ph5334"/>
              <p:cNvSpPr/>
              <p:nvPr/>
            </p:nvSpPr>
            <p:spPr>
              <a:xfrm>
                <a:off x="34943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5" name="ph5335"/>
              <p:cNvSpPr/>
              <p:nvPr/>
            </p:nvSpPr>
            <p:spPr>
              <a:xfrm>
                <a:off x="35036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6" name="ph5336"/>
              <p:cNvSpPr/>
              <p:nvPr/>
            </p:nvSpPr>
            <p:spPr>
              <a:xfrm>
                <a:off x="35129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7" name="ph5337"/>
              <p:cNvSpPr/>
              <p:nvPr/>
            </p:nvSpPr>
            <p:spPr>
              <a:xfrm>
                <a:off x="352218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8" name="ph5338"/>
              <p:cNvSpPr/>
              <p:nvPr/>
            </p:nvSpPr>
            <p:spPr>
              <a:xfrm>
                <a:off x="35314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9" name="ph5339"/>
              <p:cNvSpPr/>
              <p:nvPr/>
            </p:nvSpPr>
            <p:spPr>
              <a:xfrm>
                <a:off x="35407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0" name="ph5340"/>
              <p:cNvSpPr/>
              <p:nvPr/>
            </p:nvSpPr>
            <p:spPr>
              <a:xfrm>
                <a:off x="35499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1" name="ph5341"/>
              <p:cNvSpPr/>
              <p:nvPr/>
            </p:nvSpPr>
            <p:spPr>
              <a:xfrm>
                <a:off x="35592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2" name="ph5342"/>
              <p:cNvSpPr/>
              <p:nvPr/>
            </p:nvSpPr>
            <p:spPr>
              <a:xfrm>
                <a:off x="3568497" y="1584964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571" y="910782"/>
                    </a:lnTo>
                    <a:lnTo>
                      <a:pt x="922494" y="911286"/>
                    </a:lnTo>
                    <a:lnTo>
                      <a:pt x="921417" y="911790"/>
                    </a:lnTo>
                    <a:lnTo>
                      <a:pt x="920340" y="912294"/>
                    </a:lnTo>
                    <a:lnTo>
                      <a:pt x="919264" y="912798"/>
                    </a:lnTo>
                    <a:lnTo>
                      <a:pt x="918187" y="913303"/>
                    </a:lnTo>
                    <a:lnTo>
                      <a:pt x="917110" y="913807"/>
                    </a:lnTo>
                    <a:lnTo>
                      <a:pt x="916034" y="914311"/>
                    </a:lnTo>
                    <a:lnTo>
                      <a:pt x="915845" y="91439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3" name="ph5343"/>
              <p:cNvSpPr/>
              <p:nvPr/>
            </p:nvSpPr>
            <p:spPr>
              <a:xfrm>
                <a:off x="3577759" y="1567725"/>
                <a:ext cx="923662" cy="9279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9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652"/>
                    </a:lnTo>
                    <a:lnTo>
                      <a:pt x="922929" y="923993"/>
                    </a:lnTo>
                    <a:lnTo>
                      <a:pt x="921852" y="924496"/>
                    </a:lnTo>
                    <a:lnTo>
                      <a:pt x="920774" y="925000"/>
                    </a:lnTo>
                    <a:lnTo>
                      <a:pt x="919696" y="925503"/>
                    </a:lnTo>
                    <a:lnTo>
                      <a:pt x="918619" y="926006"/>
                    </a:lnTo>
                    <a:lnTo>
                      <a:pt x="917541" y="926510"/>
                    </a:lnTo>
                    <a:lnTo>
                      <a:pt x="916464" y="927013"/>
                    </a:lnTo>
                    <a:lnTo>
                      <a:pt x="915386" y="927517"/>
                    </a:lnTo>
                    <a:lnTo>
                      <a:pt x="914400" y="92797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4" name="ph5344"/>
              <p:cNvSpPr/>
              <p:nvPr/>
            </p:nvSpPr>
            <p:spPr>
              <a:xfrm>
                <a:off x="3587021" y="1567725"/>
                <a:ext cx="923662" cy="92365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65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151"/>
                    </a:lnTo>
                    <a:lnTo>
                      <a:pt x="920140" y="920975"/>
                    </a:lnTo>
                    <a:lnTo>
                      <a:pt x="919058" y="921479"/>
                    </a:lnTo>
                    <a:lnTo>
                      <a:pt x="917980" y="921982"/>
                    </a:lnTo>
                    <a:lnTo>
                      <a:pt x="916901" y="922484"/>
                    </a:lnTo>
                    <a:lnTo>
                      <a:pt x="915823" y="922987"/>
                    </a:lnTo>
                    <a:lnTo>
                      <a:pt x="914745" y="923490"/>
                    </a:lnTo>
                    <a:lnTo>
                      <a:pt x="914400" y="923652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5" name="ph5345"/>
              <p:cNvSpPr/>
              <p:nvPr/>
            </p:nvSpPr>
            <p:spPr>
              <a:xfrm>
                <a:off x="3596283" y="1567725"/>
                <a:ext cx="922301" cy="919151"/>
              </a:xfrm>
              <a:custGeom>
                <a:avLst/>
                <a:gdLst/>
                <a:ahLst/>
                <a:cxnLst/>
                <a:rect l="0" t="0" r="0" b="0"/>
                <a:pathLst>
                  <a:path w="922301" h="919151">
                    <a:moveTo>
                      <a:pt x="914400" y="914400"/>
                    </a:moveTo>
                    <a:lnTo>
                      <a:pt x="922301" y="914400"/>
                    </a:lnTo>
                    <a:lnTo>
                      <a:pt x="921953" y="914655"/>
                    </a:lnTo>
                    <a:lnTo>
                      <a:pt x="916460" y="918084"/>
                    </a:lnTo>
                    <a:lnTo>
                      <a:pt x="914400" y="919151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6" name="ph5346"/>
              <p:cNvSpPr/>
              <p:nvPr/>
            </p:nvSpPr>
            <p:spPr>
              <a:xfrm>
                <a:off x="2151377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4" y="931638"/>
                    </a:lnTo>
                    <a:lnTo>
                      <a:pt x="911371" y="923082"/>
                    </a:lnTo>
                    <a:lnTo>
                      <a:pt x="910628" y="91439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7" name="ph5347"/>
              <p:cNvSpPr/>
              <p:nvPr/>
            </p:nvSpPr>
            <p:spPr>
              <a:xfrm>
                <a:off x="21513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8" name="ph5348"/>
              <p:cNvSpPr/>
              <p:nvPr/>
            </p:nvSpPr>
            <p:spPr>
              <a:xfrm>
                <a:off x="21606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9" name="ph5349"/>
              <p:cNvSpPr/>
              <p:nvPr/>
            </p:nvSpPr>
            <p:spPr>
              <a:xfrm>
                <a:off x="21699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0" name="ph5350"/>
              <p:cNvSpPr/>
              <p:nvPr/>
            </p:nvSpPr>
            <p:spPr>
              <a:xfrm>
                <a:off x="21791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1" name="ph5351"/>
              <p:cNvSpPr/>
              <p:nvPr/>
            </p:nvSpPr>
            <p:spPr>
              <a:xfrm>
                <a:off x="218842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2" name="ph5352"/>
              <p:cNvSpPr/>
              <p:nvPr/>
            </p:nvSpPr>
            <p:spPr>
              <a:xfrm>
                <a:off x="21976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3" name="ph5353"/>
              <p:cNvSpPr/>
              <p:nvPr/>
            </p:nvSpPr>
            <p:spPr>
              <a:xfrm>
                <a:off x="22069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4" name="ph5354"/>
              <p:cNvSpPr/>
              <p:nvPr/>
            </p:nvSpPr>
            <p:spPr>
              <a:xfrm>
                <a:off x="22162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5" name="ph5355"/>
              <p:cNvSpPr/>
              <p:nvPr/>
            </p:nvSpPr>
            <p:spPr>
              <a:xfrm>
                <a:off x="222547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6" name="ph5356"/>
              <p:cNvSpPr/>
              <p:nvPr/>
            </p:nvSpPr>
            <p:spPr>
              <a:xfrm>
                <a:off x="22347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7" name="ph5357"/>
              <p:cNvSpPr/>
              <p:nvPr/>
            </p:nvSpPr>
            <p:spPr>
              <a:xfrm>
                <a:off x="22439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8" name="ph5358"/>
              <p:cNvSpPr/>
              <p:nvPr/>
            </p:nvSpPr>
            <p:spPr>
              <a:xfrm>
                <a:off x="22532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9" name="ph5359"/>
              <p:cNvSpPr/>
              <p:nvPr/>
            </p:nvSpPr>
            <p:spPr>
              <a:xfrm>
                <a:off x="22625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0" name="ph5360"/>
              <p:cNvSpPr/>
              <p:nvPr/>
            </p:nvSpPr>
            <p:spPr>
              <a:xfrm>
                <a:off x="22717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1" name="ph5361"/>
              <p:cNvSpPr/>
              <p:nvPr/>
            </p:nvSpPr>
            <p:spPr>
              <a:xfrm>
                <a:off x="22810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2" name="ph5362"/>
              <p:cNvSpPr/>
              <p:nvPr/>
            </p:nvSpPr>
            <p:spPr>
              <a:xfrm>
                <a:off x="22903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3" name="ph5363"/>
              <p:cNvSpPr/>
              <p:nvPr/>
            </p:nvSpPr>
            <p:spPr>
              <a:xfrm>
                <a:off x="22995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4" name="ph5364"/>
              <p:cNvSpPr/>
              <p:nvPr/>
            </p:nvSpPr>
            <p:spPr>
              <a:xfrm>
                <a:off x="230883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5" name="ph5365"/>
              <p:cNvSpPr/>
              <p:nvPr/>
            </p:nvSpPr>
            <p:spPr>
              <a:xfrm>
                <a:off x="23180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6" name="ph5366"/>
              <p:cNvSpPr/>
              <p:nvPr/>
            </p:nvSpPr>
            <p:spPr>
              <a:xfrm>
                <a:off x="23273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7" name="ph5367"/>
              <p:cNvSpPr/>
              <p:nvPr/>
            </p:nvSpPr>
            <p:spPr>
              <a:xfrm>
                <a:off x="23366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8" name="ph5368"/>
              <p:cNvSpPr/>
              <p:nvPr/>
            </p:nvSpPr>
            <p:spPr>
              <a:xfrm>
                <a:off x="23458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9" name="ph5369"/>
              <p:cNvSpPr/>
              <p:nvPr/>
            </p:nvSpPr>
            <p:spPr>
              <a:xfrm>
                <a:off x="235514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0" name="ph5370"/>
              <p:cNvSpPr/>
              <p:nvPr/>
            </p:nvSpPr>
            <p:spPr>
              <a:xfrm>
                <a:off x="23644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1" name="ph5371"/>
              <p:cNvSpPr/>
              <p:nvPr/>
            </p:nvSpPr>
            <p:spPr>
              <a:xfrm>
                <a:off x="23736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2" name="ph5372"/>
              <p:cNvSpPr/>
              <p:nvPr/>
            </p:nvSpPr>
            <p:spPr>
              <a:xfrm>
                <a:off x="23829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3" name="ph5373"/>
              <p:cNvSpPr/>
              <p:nvPr/>
            </p:nvSpPr>
            <p:spPr>
              <a:xfrm>
                <a:off x="2392195" y="1567725"/>
                <a:ext cx="9226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8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795" y="897161"/>
                    </a:lnTo>
                    <a:lnTo>
                      <a:pt x="920711" y="905012"/>
                    </a:lnTo>
                    <a:lnTo>
                      <a:pt x="922688" y="91440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4" name="ph5374"/>
              <p:cNvSpPr/>
              <p:nvPr/>
            </p:nvSpPr>
            <p:spPr>
              <a:xfrm>
                <a:off x="3077599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9045" y="931638"/>
                    </a:lnTo>
                    <a:lnTo>
                      <a:pt x="908876" y="929783"/>
                    </a:lnTo>
                    <a:lnTo>
                      <a:pt x="908209" y="919123"/>
                    </a:lnTo>
                    <a:lnTo>
                      <a:pt x="908046" y="91439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5" name="ph5375"/>
              <p:cNvSpPr/>
              <p:nvPr/>
            </p:nvSpPr>
            <p:spPr>
              <a:xfrm>
                <a:off x="30775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6" name="ph5376"/>
              <p:cNvSpPr/>
              <p:nvPr/>
            </p:nvSpPr>
            <p:spPr>
              <a:xfrm>
                <a:off x="30868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7" name="ph5377"/>
              <p:cNvSpPr/>
              <p:nvPr/>
            </p:nvSpPr>
            <p:spPr>
              <a:xfrm>
                <a:off x="30961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8" name="ph5378"/>
              <p:cNvSpPr/>
              <p:nvPr/>
            </p:nvSpPr>
            <p:spPr>
              <a:xfrm>
                <a:off x="31053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9" name="ph5379"/>
              <p:cNvSpPr/>
              <p:nvPr/>
            </p:nvSpPr>
            <p:spPr>
              <a:xfrm>
                <a:off x="31146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0" name="ph5380"/>
              <p:cNvSpPr/>
              <p:nvPr/>
            </p:nvSpPr>
            <p:spPr>
              <a:xfrm>
                <a:off x="31239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1" name="ph5381"/>
              <p:cNvSpPr/>
              <p:nvPr/>
            </p:nvSpPr>
            <p:spPr>
              <a:xfrm>
                <a:off x="31331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2" name="ph5382"/>
              <p:cNvSpPr/>
              <p:nvPr/>
            </p:nvSpPr>
            <p:spPr>
              <a:xfrm>
                <a:off x="31424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3" name="ph5383"/>
              <p:cNvSpPr/>
              <p:nvPr/>
            </p:nvSpPr>
            <p:spPr>
              <a:xfrm>
                <a:off x="31516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4" name="ph5384"/>
              <p:cNvSpPr/>
              <p:nvPr/>
            </p:nvSpPr>
            <p:spPr>
              <a:xfrm>
                <a:off x="31609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5" name="ph5385"/>
              <p:cNvSpPr/>
              <p:nvPr/>
            </p:nvSpPr>
            <p:spPr>
              <a:xfrm>
                <a:off x="31702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6" name="ph5386"/>
              <p:cNvSpPr/>
              <p:nvPr/>
            </p:nvSpPr>
            <p:spPr>
              <a:xfrm>
                <a:off x="31794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7" name="ph5387"/>
              <p:cNvSpPr/>
              <p:nvPr/>
            </p:nvSpPr>
            <p:spPr>
              <a:xfrm>
                <a:off x="318874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8" name="ph5388"/>
              <p:cNvSpPr/>
              <p:nvPr/>
            </p:nvSpPr>
            <p:spPr>
              <a:xfrm>
                <a:off x="31980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9" name="ph5389"/>
              <p:cNvSpPr/>
              <p:nvPr/>
            </p:nvSpPr>
            <p:spPr>
              <a:xfrm>
                <a:off x="32072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0" name="ph5390"/>
              <p:cNvSpPr/>
              <p:nvPr/>
            </p:nvSpPr>
            <p:spPr>
              <a:xfrm>
                <a:off x="32165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1" name="ph5391"/>
              <p:cNvSpPr/>
              <p:nvPr/>
            </p:nvSpPr>
            <p:spPr>
              <a:xfrm>
                <a:off x="322579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2" name="ph5392"/>
              <p:cNvSpPr/>
              <p:nvPr/>
            </p:nvSpPr>
            <p:spPr>
              <a:xfrm>
                <a:off x="323505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3" name="ph5393"/>
              <p:cNvSpPr/>
              <p:nvPr/>
            </p:nvSpPr>
            <p:spPr>
              <a:xfrm>
                <a:off x="324431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4" name="ph5394"/>
              <p:cNvSpPr/>
              <p:nvPr/>
            </p:nvSpPr>
            <p:spPr>
              <a:xfrm>
                <a:off x="325358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5" name="ph5395"/>
              <p:cNvSpPr/>
              <p:nvPr/>
            </p:nvSpPr>
            <p:spPr>
              <a:xfrm>
                <a:off x="326284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6" name="ph5396"/>
              <p:cNvSpPr/>
              <p:nvPr/>
            </p:nvSpPr>
            <p:spPr>
              <a:xfrm>
                <a:off x="327210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7" name="ph5397"/>
              <p:cNvSpPr/>
              <p:nvPr/>
            </p:nvSpPr>
            <p:spPr>
              <a:xfrm>
                <a:off x="328136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8" name="ph5398"/>
              <p:cNvSpPr/>
              <p:nvPr/>
            </p:nvSpPr>
            <p:spPr>
              <a:xfrm>
                <a:off x="329063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9" name="ph5399"/>
              <p:cNvSpPr/>
              <p:nvPr/>
            </p:nvSpPr>
            <p:spPr>
              <a:xfrm>
                <a:off x="329989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0" name="ph5400"/>
              <p:cNvSpPr/>
              <p:nvPr/>
            </p:nvSpPr>
            <p:spPr>
              <a:xfrm>
                <a:off x="330915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1" name="ph5401"/>
              <p:cNvSpPr/>
              <p:nvPr/>
            </p:nvSpPr>
            <p:spPr>
              <a:xfrm>
                <a:off x="331841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2" name="ph5402"/>
              <p:cNvSpPr/>
              <p:nvPr/>
            </p:nvSpPr>
            <p:spPr>
              <a:xfrm>
                <a:off x="332767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3" name="ph5403"/>
              <p:cNvSpPr/>
              <p:nvPr/>
            </p:nvSpPr>
            <p:spPr>
              <a:xfrm>
                <a:off x="333694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4" name="ph5404"/>
              <p:cNvSpPr/>
              <p:nvPr/>
            </p:nvSpPr>
            <p:spPr>
              <a:xfrm>
                <a:off x="334620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5" name="ph5405"/>
              <p:cNvSpPr/>
              <p:nvPr/>
            </p:nvSpPr>
            <p:spPr>
              <a:xfrm>
                <a:off x="335546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6" name="ph5406"/>
              <p:cNvSpPr/>
              <p:nvPr/>
            </p:nvSpPr>
            <p:spPr>
              <a:xfrm>
                <a:off x="336472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7" name="ph5407"/>
              <p:cNvSpPr/>
              <p:nvPr/>
            </p:nvSpPr>
            <p:spPr>
              <a:xfrm>
                <a:off x="337399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8" name="ph5408"/>
              <p:cNvSpPr/>
              <p:nvPr/>
            </p:nvSpPr>
            <p:spPr>
              <a:xfrm>
                <a:off x="338325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9" name="ph5409"/>
              <p:cNvSpPr/>
              <p:nvPr/>
            </p:nvSpPr>
            <p:spPr>
              <a:xfrm>
                <a:off x="339251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0" name="ph5410"/>
              <p:cNvSpPr/>
              <p:nvPr/>
            </p:nvSpPr>
            <p:spPr>
              <a:xfrm>
                <a:off x="34017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1" name="ph5411"/>
              <p:cNvSpPr/>
              <p:nvPr/>
            </p:nvSpPr>
            <p:spPr>
              <a:xfrm>
                <a:off x="34110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2" name="ph5412"/>
              <p:cNvSpPr/>
              <p:nvPr/>
            </p:nvSpPr>
            <p:spPr>
              <a:xfrm>
                <a:off x="34203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3" name="ph5413"/>
              <p:cNvSpPr/>
              <p:nvPr/>
            </p:nvSpPr>
            <p:spPr>
              <a:xfrm>
                <a:off x="34295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4" name="ph5414"/>
              <p:cNvSpPr/>
              <p:nvPr/>
            </p:nvSpPr>
            <p:spPr>
              <a:xfrm>
                <a:off x="343882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5" name="ph5415"/>
              <p:cNvSpPr/>
              <p:nvPr/>
            </p:nvSpPr>
            <p:spPr>
              <a:xfrm>
                <a:off x="34480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6" name="ph5416"/>
              <p:cNvSpPr/>
              <p:nvPr/>
            </p:nvSpPr>
            <p:spPr>
              <a:xfrm>
                <a:off x="34573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7" name="ph5417"/>
              <p:cNvSpPr/>
              <p:nvPr/>
            </p:nvSpPr>
            <p:spPr>
              <a:xfrm>
                <a:off x="34666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8" name="ph5418"/>
              <p:cNvSpPr/>
              <p:nvPr/>
            </p:nvSpPr>
            <p:spPr>
              <a:xfrm>
                <a:off x="347587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9" name="ph5419"/>
              <p:cNvSpPr/>
              <p:nvPr/>
            </p:nvSpPr>
            <p:spPr>
              <a:xfrm>
                <a:off x="34851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0" name="ph5420"/>
              <p:cNvSpPr/>
              <p:nvPr/>
            </p:nvSpPr>
            <p:spPr>
              <a:xfrm>
                <a:off x="34943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1" name="ph5421"/>
              <p:cNvSpPr/>
              <p:nvPr/>
            </p:nvSpPr>
            <p:spPr>
              <a:xfrm>
                <a:off x="35036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2" name="ph5422"/>
              <p:cNvSpPr/>
              <p:nvPr/>
            </p:nvSpPr>
            <p:spPr>
              <a:xfrm>
                <a:off x="35129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3" name="ph5423"/>
              <p:cNvSpPr/>
              <p:nvPr/>
            </p:nvSpPr>
            <p:spPr>
              <a:xfrm>
                <a:off x="352218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4" name="ph5424"/>
              <p:cNvSpPr/>
              <p:nvPr/>
            </p:nvSpPr>
            <p:spPr>
              <a:xfrm>
                <a:off x="35314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5" name="ph5425"/>
              <p:cNvSpPr/>
              <p:nvPr/>
            </p:nvSpPr>
            <p:spPr>
              <a:xfrm>
                <a:off x="35407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6" name="ph5426"/>
              <p:cNvSpPr/>
              <p:nvPr/>
            </p:nvSpPr>
            <p:spPr>
              <a:xfrm>
                <a:off x="35499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7" name="ph5427"/>
              <p:cNvSpPr/>
              <p:nvPr/>
            </p:nvSpPr>
            <p:spPr>
              <a:xfrm>
                <a:off x="35592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8" name="ph5428"/>
              <p:cNvSpPr/>
              <p:nvPr/>
            </p:nvSpPr>
            <p:spPr>
              <a:xfrm>
                <a:off x="35684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9" name="ph5429"/>
              <p:cNvSpPr/>
              <p:nvPr/>
            </p:nvSpPr>
            <p:spPr>
              <a:xfrm>
                <a:off x="35777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0" name="ph5430"/>
              <p:cNvSpPr/>
              <p:nvPr/>
            </p:nvSpPr>
            <p:spPr>
              <a:xfrm>
                <a:off x="35870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1" name="ph5431"/>
              <p:cNvSpPr/>
              <p:nvPr/>
            </p:nvSpPr>
            <p:spPr>
              <a:xfrm>
                <a:off x="3596283" y="15677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401"/>
                    </a:lnTo>
                    <a:lnTo>
                      <a:pt x="922301" y="914400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2" name="ph5432"/>
              <p:cNvSpPr/>
              <p:nvPr/>
            </p:nvSpPr>
            <p:spPr>
              <a:xfrm>
                <a:off x="3605545" y="1550487"/>
                <a:ext cx="923662" cy="9306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639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163"/>
                    </a:lnTo>
                    <a:lnTo>
                      <a:pt x="923353" y="923462"/>
                    </a:lnTo>
                    <a:lnTo>
                      <a:pt x="918081" y="927937"/>
                    </a:lnTo>
                    <a:lnTo>
                      <a:pt x="914400" y="930639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3" name="ph5433"/>
              <p:cNvSpPr/>
              <p:nvPr/>
            </p:nvSpPr>
            <p:spPr>
              <a:xfrm>
                <a:off x="3614808" y="1550487"/>
                <a:ext cx="922956" cy="923163"/>
              </a:xfrm>
              <a:custGeom>
                <a:avLst/>
                <a:gdLst/>
                <a:ahLst/>
                <a:cxnLst/>
                <a:rect l="0" t="0" r="0" b="0"/>
                <a:pathLst>
                  <a:path w="922956" h="923163">
                    <a:moveTo>
                      <a:pt x="914400" y="914399"/>
                    </a:moveTo>
                    <a:lnTo>
                      <a:pt x="922956" y="914399"/>
                    </a:lnTo>
                    <a:lnTo>
                      <a:pt x="919230" y="918483"/>
                    </a:lnTo>
                    <a:lnTo>
                      <a:pt x="914400" y="923163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4" name="ph5434"/>
              <p:cNvSpPr/>
              <p:nvPr/>
            </p:nvSpPr>
            <p:spPr>
              <a:xfrm>
                <a:off x="2142115" y="1533248"/>
                <a:ext cx="914400" cy="9194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34">
                    <a:moveTo>
                      <a:pt x="914400" y="914399"/>
                    </a:moveTo>
                    <a:lnTo>
                      <a:pt x="914400" y="919434"/>
                    </a:lnTo>
                    <a:lnTo>
                      <a:pt x="912019" y="917566"/>
                    </a:lnTo>
                    <a:lnTo>
                      <a:pt x="908500" y="91439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5" name="ph5435"/>
              <p:cNvSpPr/>
              <p:nvPr/>
            </p:nvSpPr>
            <p:spPr>
              <a:xfrm>
                <a:off x="214211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891" y="931638"/>
                    </a:lnTo>
                    <a:lnTo>
                      <a:pt x="919782" y="930369"/>
                    </a:lnTo>
                    <a:lnTo>
                      <a:pt x="919354" y="923093"/>
                    </a:lnTo>
                    <a:lnTo>
                      <a:pt x="917264" y="921682"/>
                    </a:lnTo>
                    <a:lnTo>
                      <a:pt x="914400" y="919434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6" name="ph5436"/>
              <p:cNvSpPr/>
              <p:nvPr/>
            </p:nvSpPr>
            <p:spPr>
              <a:xfrm>
                <a:off x="21513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7" name="ph5437"/>
              <p:cNvSpPr/>
              <p:nvPr/>
            </p:nvSpPr>
            <p:spPr>
              <a:xfrm>
                <a:off x="21606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8" name="ph5438"/>
              <p:cNvSpPr/>
              <p:nvPr/>
            </p:nvSpPr>
            <p:spPr>
              <a:xfrm>
                <a:off x="21699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9" name="ph5439"/>
              <p:cNvSpPr/>
              <p:nvPr/>
            </p:nvSpPr>
            <p:spPr>
              <a:xfrm>
                <a:off x="21791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0" name="ph5440"/>
              <p:cNvSpPr/>
              <p:nvPr/>
            </p:nvSpPr>
            <p:spPr>
              <a:xfrm>
                <a:off x="218842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1" name="ph5441"/>
              <p:cNvSpPr/>
              <p:nvPr/>
            </p:nvSpPr>
            <p:spPr>
              <a:xfrm>
                <a:off x="21976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2" name="ph5442"/>
              <p:cNvSpPr/>
              <p:nvPr/>
            </p:nvSpPr>
            <p:spPr>
              <a:xfrm>
                <a:off x="22069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3" name="ph5443"/>
              <p:cNvSpPr/>
              <p:nvPr/>
            </p:nvSpPr>
            <p:spPr>
              <a:xfrm>
                <a:off x="22162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4" name="ph5444"/>
              <p:cNvSpPr/>
              <p:nvPr/>
            </p:nvSpPr>
            <p:spPr>
              <a:xfrm>
                <a:off x="222547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5" name="ph5445"/>
              <p:cNvSpPr/>
              <p:nvPr/>
            </p:nvSpPr>
            <p:spPr>
              <a:xfrm>
                <a:off x="22347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6" name="ph5446"/>
              <p:cNvSpPr/>
              <p:nvPr/>
            </p:nvSpPr>
            <p:spPr>
              <a:xfrm>
                <a:off x="22439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7" name="ph5447"/>
              <p:cNvSpPr/>
              <p:nvPr/>
            </p:nvSpPr>
            <p:spPr>
              <a:xfrm>
                <a:off x="22532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8" name="ph5448"/>
              <p:cNvSpPr/>
              <p:nvPr/>
            </p:nvSpPr>
            <p:spPr>
              <a:xfrm>
                <a:off x="22625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9" name="ph5449"/>
              <p:cNvSpPr/>
              <p:nvPr/>
            </p:nvSpPr>
            <p:spPr>
              <a:xfrm>
                <a:off x="22717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0" name="ph5450"/>
              <p:cNvSpPr/>
              <p:nvPr/>
            </p:nvSpPr>
            <p:spPr>
              <a:xfrm>
                <a:off x="22810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1" name="ph5451"/>
              <p:cNvSpPr/>
              <p:nvPr/>
            </p:nvSpPr>
            <p:spPr>
              <a:xfrm>
                <a:off x="22903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2" name="ph5452"/>
              <p:cNvSpPr/>
              <p:nvPr/>
            </p:nvSpPr>
            <p:spPr>
              <a:xfrm>
                <a:off x="22995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3" name="ph5453"/>
              <p:cNvSpPr/>
              <p:nvPr/>
            </p:nvSpPr>
            <p:spPr>
              <a:xfrm>
                <a:off x="230883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4" name="ph5454"/>
              <p:cNvSpPr/>
              <p:nvPr/>
            </p:nvSpPr>
            <p:spPr>
              <a:xfrm>
                <a:off x="23180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5" name="ph5455"/>
              <p:cNvSpPr/>
              <p:nvPr/>
            </p:nvSpPr>
            <p:spPr>
              <a:xfrm>
                <a:off x="23273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6" name="ph5456"/>
              <p:cNvSpPr/>
              <p:nvPr/>
            </p:nvSpPr>
            <p:spPr>
              <a:xfrm>
                <a:off x="23366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7" name="ph5457"/>
              <p:cNvSpPr/>
              <p:nvPr/>
            </p:nvSpPr>
            <p:spPr>
              <a:xfrm>
                <a:off x="23458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8" name="ph5458"/>
              <p:cNvSpPr/>
              <p:nvPr/>
            </p:nvSpPr>
            <p:spPr>
              <a:xfrm>
                <a:off x="235514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9" name="ph5459"/>
              <p:cNvSpPr/>
              <p:nvPr/>
            </p:nvSpPr>
            <p:spPr>
              <a:xfrm>
                <a:off x="23644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0" name="ph5460"/>
              <p:cNvSpPr/>
              <p:nvPr/>
            </p:nvSpPr>
            <p:spPr>
              <a:xfrm>
                <a:off x="23736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1" name="ph5461"/>
              <p:cNvSpPr/>
              <p:nvPr/>
            </p:nvSpPr>
            <p:spPr>
              <a:xfrm>
                <a:off x="2392195" y="1550487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853" y="897161"/>
                    </a:lnTo>
                    <a:lnTo>
                      <a:pt x="914399" y="89888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2" name="ph5462"/>
              <p:cNvSpPr/>
              <p:nvPr/>
            </p:nvSpPr>
            <p:spPr>
              <a:xfrm>
                <a:off x="2392195" y="1550487"/>
                <a:ext cx="91879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795" h="914399">
                    <a:moveTo>
                      <a:pt x="914399" y="914399"/>
                    </a:moveTo>
                    <a:lnTo>
                      <a:pt x="914399" y="898889"/>
                    </a:lnTo>
                    <a:lnTo>
                      <a:pt x="915578" y="902616"/>
                    </a:lnTo>
                    <a:lnTo>
                      <a:pt x="918284" y="912307"/>
                    </a:lnTo>
                    <a:lnTo>
                      <a:pt x="918795" y="914399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3" name="ph5463"/>
              <p:cNvSpPr/>
              <p:nvPr/>
            </p:nvSpPr>
            <p:spPr>
              <a:xfrm>
                <a:off x="3077599" y="15332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046" y="931638"/>
                    </a:lnTo>
                    <a:lnTo>
                      <a:pt x="907840" y="925652"/>
                    </a:lnTo>
                    <a:lnTo>
                      <a:pt x="907769" y="914921"/>
                    </a:lnTo>
                    <a:lnTo>
                      <a:pt x="907780" y="91439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4" name="ph5464"/>
              <p:cNvSpPr/>
              <p:nvPr/>
            </p:nvSpPr>
            <p:spPr>
              <a:xfrm>
                <a:off x="30775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5" name="ph5465"/>
              <p:cNvSpPr/>
              <p:nvPr/>
            </p:nvSpPr>
            <p:spPr>
              <a:xfrm>
                <a:off x="30868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6" name="ph5466"/>
              <p:cNvSpPr/>
              <p:nvPr/>
            </p:nvSpPr>
            <p:spPr>
              <a:xfrm>
                <a:off x="30961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7" name="ph5467"/>
              <p:cNvSpPr/>
              <p:nvPr/>
            </p:nvSpPr>
            <p:spPr>
              <a:xfrm>
                <a:off x="31053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8" name="ph5468"/>
              <p:cNvSpPr/>
              <p:nvPr/>
            </p:nvSpPr>
            <p:spPr>
              <a:xfrm>
                <a:off x="31146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9" name="ph5469"/>
              <p:cNvSpPr/>
              <p:nvPr/>
            </p:nvSpPr>
            <p:spPr>
              <a:xfrm>
                <a:off x="31239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0" name="ph5470"/>
              <p:cNvSpPr/>
              <p:nvPr/>
            </p:nvSpPr>
            <p:spPr>
              <a:xfrm>
                <a:off x="31331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1" name="ph5471"/>
              <p:cNvSpPr/>
              <p:nvPr/>
            </p:nvSpPr>
            <p:spPr>
              <a:xfrm>
                <a:off x="31424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2" name="ph5472"/>
              <p:cNvSpPr/>
              <p:nvPr/>
            </p:nvSpPr>
            <p:spPr>
              <a:xfrm>
                <a:off x="31516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3" name="ph5473"/>
              <p:cNvSpPr/>
              <p:nvPr/>
            </p:nvSpPr>
            <p:spPr>
              <a:xfrm>
                <a:off x="31609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4" name="ph5474"/>
              <p:cNvSpPr/>
              <p:nvPr/>
            </p:nvSpPr>
            <p:spPr>
              <a:xfrm>
                <a:off x="31702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5" name="ph5475"/>
              <p:cNvSpPr/>
              <p:nvPr/>
            </p:nvSpPr>
            <p:spPr>
              <a:xfrm>
                <a:off x="31794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6" name="ph5476"/>
              <p:cNvSpPr/>
              <p:nvPr/>
            </p:nvSpPr>
            <p:spPr>
              <a:xfrm>
                <a:off x="31887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7" name="ph5477"/>
              <p:cNvSpPr/>
              <p:nvPr/>
            </p:nvSpPr>
            <p:spPr>
              <a:xfrm>
                <a:off x="31980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8" name="ph5478"/>
              <p:cNvSpPr/>
              <p:nvPr/>
            </p:nvSpPr>
            <p:spPr>
              <a:xfrm>
                <a:off x="32072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9" name="ph5479"/>
              <p:cNvSpPr/>
              <p:nvPr/>
            </p:nvSpPr>
            <p:spPr>
              <a:xfrm>
                <a:off x="321653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0" name="ph5480"/>
              <p:cNvSpPr/>
              <p:nvPr/>
            </p:nvSpPr>
            <p:spPr>
              <a:xfrm>
                <a:off x="322579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1" name="ph5481"/>
              <p:cNvSpPr/>
              <p:nvPr/>
            </p:nvSpPr>
            <p:spPr>
              <a:xfrm>
                <a:off x="323505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2" name="ph5482"/>
              <p:cNvSpPr/>
              <p:nvPr/>
            </p:nvSpPr>
            <p:spPr>
              <a:xfrm>
                <a:off x="324431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3" name="ph5483"/>
              <p:cNvSpPr/>
              <p:nvPr/>
            </p:nvSpPr>
            <p:spPr>
              <a:xfrm>
                <a:off x="325358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4" name="ph5484"/>
              <p:cNvSpPr/>
              <p:nvPr/>
            </p:nvSpPr>
            <p:spPr>
              <a:xfrm>
                <a:off x="326284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5" name="ph5485"/>
              <p:cNvSpPr/>
              <p:nvPr/>
            </p:nvSpPr>
            <p:spPr>
              <a:xfrm>
                <a:off x="327210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6" name="ph5486"/>
              <p:cNvSpPr/>
              <p:nvPr/>
            </p:nvSpPr>
            <p:spPr>
              <a:xfrm>
                <a:off x="328136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7" name="ph5487"/>
              <p:cNvSpPr/>
              <p:nvPr/>
            </p:nvSpPr>
            <p:spPr>
              <a:xfrm>
                <a:off x="329063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8" name="ph5488"/>
              <p:cNvSpPr/>
              <p:nvPr/>
            </p:nvSpPr>
            <p:spPr>
              <a:xfrm>
                <a:off x="329989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9" name="ph5489"/>
              <p:cNvSpPr/>
              <p:nvPr/>
            </p:nvSpPr>
            <p:spPr>
              <a:xfrm>
                <a:off x="330915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0" name="ph5490"/>
              <p:cNvSpPr/>
              <p:nvPr/>
            </p:nvSpPr>
            <p:spPr>
              <a:xfrm>
                <a:off x="331841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1" name="ph5491"/>
              <p:cNvSpPr/>
              <p:nvPr/>
            </p:nvSpPr>
            <p:spPr>
              <a:xfrm>
                <a:off x="332767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2" name="ph5492"/>
              <p:cNvSpPr/>
              <p:nvPr/>
            </p:nvSpPr>
            <p:spPr>
              <a:xfrm>
                <a:off x="333694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3" name="ph5493"/>
              <p:cNvSpPr/>
              <p:nvPr/>
            </p:nvSpPr>
            <p:spPr>
              <a:xfrm>
                <a:off x="334620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4" name="ph5494"/>
              <p:cNvSpPr/>
              <p:nvPr/>
            </p:nvSpPr>
            <p:spPr>
              <a:xfrm>
                <a:off x="335546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5" name="ph5495"/>
              <p:cNvSpPr/>
              <p:nvPr/>
            </p:nvSpPr>
            <p:spPr>
              <a:xfrm>
                <a:off x="336472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6" name="ph5496"/>
              <p:cNvSpPr/>
              <p:nvPr/>
            </p:nvSpPr>
            <p:spPr>
              <a:xfrm>
                <a:off x="337399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7" name="ph5497"/>
              <p:cNvSpPr/>
              <p:nvPr/>
            </p:nvSpPr>
            <p:spPr>
              <a:xfrm>
                <a:off x="338325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8" name="ph5498"/>
              <p:cNvSpPr/>
              <p:nvPr/>
            </p:nvSpPr>
            <p:spPr>
              <a:xfrm>
                <a:off x="339251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9" name="ph5499"/>
              <p:cNvSpPr/>
              <p:nvPr/>
            </p:nvSpPr>
            <p:spPr>
              <a:xfrm>
                <a:off x="34017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0" name="ph5500"/>
              <p:cNvSpPr/>
              <p:nvPr/>
            </p:nvSpPr>
            <p:spPr>
              <a:xfrm>
                <a:off x="34110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1" name="ph5501"/>
              <p:cNvSpPr/>
              <p:nvPr/>
            </p:nvSpPr>
            <p:spPr>
              <a:xfrm>
                <a:off x="34203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2" name="ph5502"/>
              <p:cNvSpPr/>
              <p:nvPr/>
            </p:nvSpPr>
            <p:spPr>
              <a:xfrm>
                <a:off x="34295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3" name="ph5503"/>
              <p:cNvSpPr/>
              <p:nvPr/>
            </p:nvSpPr>
            <p:spPr>
              <a:xfrm>
                <a:off x="343882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4" name="ph5504"/>
              <p:cNvSpPr/>
              <p:nvPr/>
            </p:nvSpPr>
            <p:spPr>
              <a:xfrm>
                <a:off x="34480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5" name="ph5505"/>
              <p:cNvSpPr/>
              <p:nvPr/>
            </p:nvSpPr>
            <p:spPr>
              <a:xfrm>
                <a:off x="34573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6" name="ph5506"/>
              <p:cNvSpPr/>
              <p:nvPr/>
            </p:nvSpPr>
            <p:spPr>
              <a:xfrm>
                <a:off x="34666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7" name="ph5507"/>
              <p:cNvSpPr/>
              <p:nvPr/>
            </p:nvSpPr>
            <p:spPr>
              <a:xfrm>
                <a:off x="347587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8" name="ph5508"/>
              <p:cNvSpPr/>
              <p:nvPr/>
            </p:nvSpPr>
            <p:spPr>
              <a:xfrm>
                <a:off x="34851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9" name="ph5509"/>
              <p:cNvSpPr/>
              <p:nvPr/>
            </p:nvSpPr>
            <p:spPr>
              <a:xfrm>
                <a:off x="34943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0" name="ph5510"/>
              <p:cNvSpPr/>
              <p:nvPr/>
            </p:nvSpPr>
            <p:spPr>
              <a:xfrm>
                <a:off x="35036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1" name="ph5511"/>
              <p:cNvSpPr/>
              <p:nvPr/>
            </p:nvSpPr>
            <p:spPr>
              <a:xfrm>
                <a:off x="35129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2" name="ph5512"/>
              <p:cNvSpPr/>
              <p:nvPr/>
            </p:nvSpPr>
            <p:spPr>
              <a:xfrm>
                <a:off x="352218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3" name="ph5513"/>
              <p:cNvSpPr/>
              <p:nvPr/>
            </p:nvSpPr>
            <p:spPr>
              <a:xfrm>
                <a:off x="35314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4" name="ph5514"/>
              <p:cNvSpPr/>
              <p:nvPr/>
            </p:nvSpPr>
            <p:spPr>
              <a:xfrm>
                <a:off x="35407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5" name="ph5515"/>
              <p:cNvSpPr/>
              <p:nvPr/>
            </p:nvSpPr>
            <p:spPr>
              <a:xfrm>
                <a:off x="35499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6" name="ph5516"/>
              <p:cNvSpPr/>
              <p:nvPr/>
            </p:nvSpPr>
            <p:spPr>
              <a:xfrm>
                <a:off x="35592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7" name="ph5517"/>
              <p:cNvSpPr/>
              <p:nvPr/>
            </p:nvSpPr>
            <p:spPr>
              <a:xfrm>
                <a:off x="35684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8" name="ph5518"/>
              <p:cNvSpPr/>
              <p:nvPr/>
            </p:nvSpPr>
            <p:spPr>
              <a:xfrm>
                <a:off x="35777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9" name="ph5519"/>
              <p:cNvSpPr/>
              <p:nvPr/>
            </p:nvSpPr>
            <p:spPr>
              <a:xfrm>
                <a:off x="35870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0" name="ph5520"/>
              <p:cNvSpPr/>
              <p:nvPr/>
            </p:nvSpPr>
            <p:spPr>
              <a:xfrm>
                <a:off x="35962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1" name="ph5521"/>
              <p:cNvSpPr/>
              <p:nvPr/>
            </p:nvSpPr>
            <p:spPr>
              <a:xfrm>
                <a:off x="36055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2" name="ph5522"/>
              <p:cNvSpPr/>
              <p:nvPr/>
            </p:nvSpPr>
            <p:spPr>
              <a:xfrm>
                <a:off x="3614808" y="1550487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627"/>
                    </a:lnTo>
                    <a:lnTo>
                      <a:pt x="922956" y="91439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3" name="ph5523"/>
              <p:cNvSpPr/>
              <p:nvPr/>
            </p:nvSpPr>
            <p:spPr>
              <a:xfrm>
                <a:off x="3624070" y="1533248"/>
                <a:ext cx="923662" cy="9308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8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022"/>
                    </a:lnTo>
                    <a:lnTo>
                      <a:pt x="921688" y="922437"/>
                    </a:lnTo>
                    <a:lnTo>
                      <a:pt x="920001" y="924396"/>
                    </a:lnTo>
                    <a:lnTo>
                      <a:pt x="918323" y="926343"/>
                    </a:lnTo>
                    <a:lnTo>
                      <a:pt x="916647" y="928291"/>
                    </a:lnTo>
                    <a:lnTo>
                      <a:pt x="914961" y="930250"/>
                    </a:lnTo>
                    <a:lnTo>
                      <a:pt x="914400" y="930865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4" name="ph5524"/>
              <p:cNvSpPr/>
              <p:nvPr/>
            </p:nvSpPr>
            <p:spPr>
              <a:xfrm>
                <a:off x="3633332" y="1533248"/>
                <a:ext cx="918789" cy="920022"/>
              </a:xfrm>
              <a:custGeom>
                <a:avLst/>
                <a:gdLst/>
                <a:ahLst/>
                <a:cxnLst/>
                <a:rect l="0" t="0" r="0" b="0"/>
                <a:pathLst>
                  <a:path w="918789" h="920022">
                    <a:moveTo>
                      <a:pt x="914400" y="914399"/>
                    </a:moveTo>
                    <a:lnTo>
                      <a:pt x="918789" y="914399"/>
                    </a:lnTo>
                    <a:lnTo>
                      <a:pt x="916892" y="916972"/>
                    </a:lnTo>
                    <a:lnTo>
                      <a:pt x="914400" y="920022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5" name="ph5525"/>
              <p:cNvSpPr/>
              <p:nvPr/>
            </p:nvSpPr>
            <p:spPr>
              <a:xfrm>
                <a:off x="2123590" y="1516010"/>
                <a:ext cx="914400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19">
                    <a:moveTo>
                      <a:pt x="914400" y="914400"/>
                    </a:moveTo>
                    <a:lnTo>
                      <a:pt x="914400" y="918019"/>
                    </a:lnTo>
                    <a:lnTo>
                      <a:pt x="911581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6" name="ph5526"/>
              <p:cNvSpPr/>
              <p:nvPr/>
            </p:nvSpPr>
            <p:spPr>
              <a:xfrm>
                <a:off x="2123590" y="1516010"/>
                <a:ext cx="923662" cy="92840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0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401"/>
                    </a:lnTo>
                    <a:lnTo>
                      <a:pt x="920429" y="925102"/>
                    </a:lnTo>
                    <a:lnTo>
                      <a:pt x="915585" y="919541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7" name="ph5527"/>
              <p:cNvSpPr/>
              <p:nvPr/>
            </p:nvSpPr>
            <p:spPr>
              <a:xfrm>
                <a:off x="21328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62" y="931638"/>
                    </a:lnTo>
                    <a:lnTo>
                      <a:pt x="916157" y="930194"/>
                    </a:lnTo>
                    <a:lnTo>
                      <a:pt x="914400" y="928401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8" name="ph5528"/>
              <p:cNvSpPr/>
              <p:nvPr/>
            </p:nvSpPr>
            <p:spPr>
              <a:xfrm>
                <a:off x="214211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9" name="ph5529"/>
              <p:cNvSpPr/>
              <p:nvPr/>
            </p:nvSpPr>
            <p:spPr>
              <a:xfrm>
                <a:off x="21513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0" name="ph5530"/>
              <p:cNvSpPr/>
              <p:nvPr/>
            </p:nvSpPr>
            <p:spPr>
              <a:xfrm>
                <a:off x="21606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1" name="ph5531"/>
              <p:cNvSpPr/>
              <p:nvPr/>
            </p:nvSpPr>
            <p:spPr>
              <a:xfrm>
                <a:off x="21699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2" name="ph5532"/>
              <p:cNvSpPr/>
              <p:nvPr/>
            </p:nvSpPr>
            <p:spPr>
              <a:xfrm>
                <a:off x="21791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3" name="ph5533"/>
              <p:cNvSpPr/>
              <p:nvPr/>
            </p:nvSpPr>
            <p:spPr>
              <a:xfrm>
                <a:off x="218842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4" name="ph5534"/>
              <p:cNvSpPr/>
              <p:nvPr/>
            </p:nvSpPr>
            <p:spPr>
              <a:xfrm>
                <a:off x="21976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5" name="ph5535"/>
              <p:cNvSpPr/>
              <p:nvPr/>
            </p:nvSpPr>
            <p:spPr>
              <a:xfrm>
                <a:off x="22069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6" name="ph5536"/>
              <p:cNvSpPr/>
              <p:nvPr/>
            </p:nvSpPr>
            <p:spPr>
              <a:xfrm>
                <a:off x="22162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7" name="ph5537"/>
              <p:cNvSpPr/>
              <p:nvPr/>
            </p:nvSpPr>
            <p:spPr>
              <a:xfrm>
                <a:off x="222547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8" name="ph5538"/>
              <p:cNvSpPr/>
              <p:nvPr/>
            </p:nvSpPr>
            <p:spPr>
              <a:xfrm>
                <a:off x="22347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9" name="ph5539"/>
              <p:cNvSpPr/>
              <p:nvPr/>
            </p:nvSpPr>
            <p:spPr>
              <a:xfrm>
                <a:off x="22439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0" name="ph5540"/>
              <p:cNvSpPr/>
              <p:nvPr/>
            </p:nvSpPr>
            <p:spPr>
              <a:xfrm>
                <a:off x="22532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1" name="ph5541"/>
              <p:cNvSpPr/>
              <p:nvPr/>
            </p:nvSpPr>
            <p:spPr>
              <a:xfrm>
                <a:off x="22625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2" name="ph5542"/>
              <p:cNvSpPr/>
              <p:nvPr/>
            </p:nvSpPr>
            <p:spPr>
              <a:xfrm>
                <a:off x="22717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3" name="ph5543"/>
              <p:cNvSpPr/>
              <p:nvPr/>
            </p:nvSpPr>
            <p:spPr>
              <a:xfrm>
                <a:off x="22810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4" name="ph5544"/>
              <p:cNvSpPr/>
              <p:nvPr/>
            </p:nvSpPr>
            <p:spPr>
              <a:xfrm>
                <a:off x="22903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5" name="ph5545"/>
              <p:cNvSpPr/>
              <p:nvPr/>
            </p:nvSpPr>
            <p:spPr>
              <a:xfrm>
                <a:off x="22995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6" name="ph5546"/>
              <p:cNvSpPr/>
              <p:nvPr/>
            </p:nvSpPr>
            <p:spPr>
              <a:xfrm>
                <a:off x="230883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7" name="ph5547"/>
              <p:cNvSpPr/>
              <p:nvPr/>
            </p:nvSpPr>
            <p:spPr>
              <a:xfrm>
                <a:off x="23180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8" name="ph5548"/>
              <p:cNvSpPr/>
              <p:nvPr/>
            </p:nvSpPr>
            <p:spPr>
              <a:xfrm>
                <a:off x="23273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9" name="ph5549"/>
              <p:cNvSpPr/>
              <p:nvPr/>
            </p:nvSpPr>
            <p:spPr>
              <a:xfrm>
                <a:off x="23366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0" name="ph5550"/>
              <p:cNvSpPr/>
              <p:nvPr/>
            </p:nvSpPr>
            <p:spPr>
              <a:xfrm>
                <a:off x="23458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1" name="ph5551"/>
              <p:cNvSpPr/>
              <p:nvPr/>
            </p:nvSpPr>
            <p:spPr>
              <a:xfrm>
                <a:off x="235514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2" name="ph5552"/>
              <p:cNvSpPr/>
              <p:nvPr/>
            </p:nvSpPr>
            <p:spPr>
              <a:xfrm>
                <a:off x="23644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3" name="ph5553"/>
              <p:cNvSpPr/>
              <p:nvPr/>
            </p:nvSpPr>
            <p:spPr>
              <a:xfrm>
                <a:off x="23736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4" name="ph5554"/>
              <p:cNvSpPr/>
              <p:nvPr/>
            </p:nvSpPr>
            <p:spPr>
              <a:xfrm>
                <a:off x="2382932" y="1533248"/>
                <a:ext cx="92311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11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963" y="897161"/>
                    </a:lnTo>
                    <a:lnTo>
                      <a:pt x="918624" y="901335"/>
                    </a:lnTo>
                    <a:lnTo>
                      <a:pt x="921864" y="910442"/>
                    </a:lnTo>
                    <a:lnTo>
                      <a:pt x="923115" y="91439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5" name="ph5555"/>
              <p:cNvSpPr/>
              <p:nvPr/>
            </p:nvSpPr>
            <p:spPr>
              <a:xfrm>
                <a:off x="3077599" y="15160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780" y="931638"/>
                    </a:lnTo>
                    <a:lnTo>
                      <a:pt x="907998" y="921436"/>
                    </a:lnTo>
                    <a:lnTo>
                      <a:pt x="908345" y="914400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6" name="ph5556"/>
              <p:cNvSpPr/>
              <p:nvPr/>
            </p:nvSpPr>
            <p:spPr>
              <a:xfrm>
                <a:off x="30775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7" name="ph5557"/>
              <p:cNvSpPr/>
              <p:nvPr/>
            </p:nvSpPr>
            <p:spPr>
              <a:xfrm>
                <a:off x="30868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8" name="ph5558"/>
              <p:cNvSpPr/>
              <p:nvPr/>
            </p:nvSpPr>
            <p:spPr>
              <a:xfrm>
                <a:off x="30961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9" name="ph5559"/>
              <p:cNvSpPr/>
              <p:nvPr/>
            </p:nvSpPr>
            <p:spPr>
              <a:xfrm>
                <a:off x="31053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0" name="ph5560"/>
              <p:cNvSpPr/>
              <p:nvPr/>
            </p:nvSpPr>
            <p:spPr>
              <a:xfrm>
                <a:off x="31146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1" name="ph5561"/>
              <p:cNvSpPr/>
              <p:nvPr/>
            </p:nvSpPr>
            <p:spPr>
              <a:xfrm>
                <a:off x="31239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2" name="ph5562"/>
              <p:cNvSpPr/>
              <p:nvPr/>
            </p:nvSpPr>
            <p:spPr>
              <a:xfrm>
                <a:off x="31331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3" name="ph5563"/>
              <p:cNvSpPr/>
              <p:nvPr/>
            </p:nvSpPr>
            <p:spPr>
              <a:xfrm>
                <a:off x="31424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4" name="ph5564"/>
              <p:cNvSpPr/>
              <p:nvPr/>
            </p:nvSpPr>
            <p:spPr>
              <a:xfrm>
                <a:off x="31516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5" name="ph5565"/>
              <p:cNvSpPr/>
              <p:nvPr/>
            </p:nvSpPr>
            <p:spPr>
              <a:xfrm>
                <a:off x="31609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6" name="ph5566"/>
              <p:cNvSpPr/>
              <p:nvPr/>
            </p:nvSpPr>
            <p:spPr>
              <a:xfrm>
                <a:off x="31702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7" name="ph5567"/>
              <p:cNvSpPr/>
              <p:nvPr/>
            </p:nvSpPr>
            <p:spPr>
              <a:xfrm>
                <a:off x="31794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8" name="ph5568"/>
              <p:cNvSpPr/>
              <p:nvPr/>
            </p:nvSpPr>
            <p:spPr>
              <a:xfrm>
                <a:off x="31887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9" name="ph5569"/>
              <p:cNvSpPr/>
              <p:nvPr/>
            </p:nvSpPr>
            <p:spPr>
              <a:xfrm>
                <a:off x="31980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0" name="ph5570"/>
              <p:cNvSpPr/>
              <p:nvPr/>
            </p:nvSpPr>
            <p:spPr>
              <a:xfrm>
                <a:off x="32072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1" name="ph5571"/>
              <p:cNvSpPr/>
              <p:nvPr/>
            </p:nvSpPr>
            <p:spPr>
              <a:xfrm>
                <a:off x="321653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2" name="ph5572"/>
              <p:cNvSpPr/>
              <p:nvPr/>
            </p:nvSpPr>
            <p:spPr>
              <a:xfrm>
                <a:off x="322579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3" name="ph5573"/>
              <p:cNvSpPr/>
              <p:nvPr/>
            </p:nvSpPr>
            <p:spPr>
              <a:xfrm>
                <a:off x="323505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4" name="ph5574"/>
              <p:cNvSpPr/>
              <p:nvPr/>
            </p:nvSpPr>
            <p:spPr>
              <a:xfrm>
                <a:off x="324431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5" name="ph5575"/>
              <p:cNvSpPr/>
              <p:nvPr/>
            </p:nvSpPr>
            <p:spPr>
              <a:xfrm>
                <a:off x="325358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6" name="ph5576"/>
              <p:cNvSpPr/>
              <p:nvPr/>
            </p:nvSpPr>
            <p:spPr>
              <a:xfrm>
                <a:off x="326284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7" name="ph5577"/>
              <p:cNvSpPr/>
              <p:nvPr/>
            </p:nvSpPr>
            <p:spPr>
              <a:xfrm>
                <a:off x="327210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8" name="ph5578"/>
              <p:cNvSpPr/>
              <p:nvPr/>
            </p:nvSpPr>
            <p:spPr>
              <a:xfrm>
                <a:off x="328136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9" name="ph5579"/>
              <p:cNvSpPr/>
              <p:nvPr/>
            </p:nvSpPr>
            <p:spPr>
              <a:xfrm>
                <a:off x="329063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0" name="ph5580"/>
              <p:cNvSpPr/>
              <p:nvPr/>
            </p:nvSpPr>
            <p:spPr>
              <a:xfrm>
                <a:off x="329989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1" name="ph5581"/>
              <p:cNvSpPr/>
              <p:nvPr/>
            </p:nvSpPr>
            <p:spPr>
              <a:xfrm>
                <a:off x="330915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2" name="ph5582"/>
              <p:cNvSpPr/>
              <p:nvPr/>
            </p:nvSpPr>
            <p:spPr>
              <a:xfrm>
                <a:off x="331841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3" name="ph5583"/>
              <p:cNvSpPr/>
              <p:nvPr/>
            </p:nvSpPr>
            <p:spPr>
              <a:xfrm>
                <a:off x="332767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4" name="ph5584"/>
              <p:cNvSpPr/>
              <p:nvPr/>
            </p:nvSpPr>
            <p:spPr>
              <a:xfrm>
                <a:off x="333694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5" name="ph5585"/>
              <p:cNvSpPr/>
              <p:nvPr/>
            </p:nvSpPr>
            <p:spPr>
              <a:xfrm>
                <a:off x="334620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6" name="ph5586"/>
              <p:cNvSpPr/>
              <p:nvPr/>
            </p:nvSpPr>
            <p:spPr>
              <a:xfrm>
                <a:off x="335546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7" name="ph5587"/>
              <p:cNvSpPr/>
              <p:nvPr/>
            </p:nvSpPr>
            <p:spPr>
              <a:xfrm>
                <a:off x="336472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8" name="ph5588"/>
              <p:cNvSpPr/>
              <p:nvPr/>
            </p:nvSpPr>
            <p:spPr>
              <a:xfrm>
                <a:off x="337399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9" name="ph5589"/>
              <p:cNvSpPr/>
              <p:nvPr/>
            </p:nvSpPr>
            <p:spPr>
              <a:xfrm>
                <a:off x="33832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0" name="ph5590"/>
              <p:cNvSpPr/>
              <p:nvPr/>
            </p:nvSpPr>
            <p:spPr>
              <a:xfrm>
                <a:off x="339251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1" name="ph5591"/>
              <p:cNvSpPr/>
              <p:nvPr/>
            </p:nvSpPr>
            <p:spPr>
              <a:xfrm>
                <a:off x="34017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2" name="ph5592"/>
              <p:cNvSpPr/>
              <p:nvPr/>
            </p:nvSpPr>
            <p:spPr>
              <a:xfrm>
                <a:off x="34110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3" name="ph5593"/>
              <p:cNvSpPr/>
              <p:nvPr/>
            </p:nvSpPr>
            <p:spPr>
              <a:xfrm>
                <a:off x="34203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4" name="ph5594"/>
              <p:cNvSpPr/>
              <p:nvPr/>
            </p:nvSpPr>
            <p:spPr>
              <a:xfrm>
                <a:off x="34295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5" name="ph5595"/>
              <p:cNvSpPr/>
              <p:nvPr/>
            </p:nvSpPr>
            <p:spPr>
              <a:xfrm>
                <a:off x="343882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6" name="ph5596"/>
              <p:cNvSpPr/>
              <p:nvPr/>
            </p:nvSpPr>
            <p:spPr>
              <a:xfrm>
                <a:off x="34480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7" name="ph5597"/>
              <p:cNvSpPr/>
              <p:nvPr/>
            </p:nvSpPr>
            <p:spPr>
              <a:xfrm>
                <a:off x="34573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8" name="ph5598"/>
              <p:cNvSpPr/>
              <p:nvPr/>
            </p:nvSpPr>
            <p:spPr>
              <a:xfrm>
                <a:off x="34666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9" name="ph5599"/>
              <p:cNvSpPr/>
              <p:nvPr/>
            </p:nvSpPr>
            <p:spPr>
              <a:xfrm>
                <a:off x="347587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0" name="ph5600"/>
              <p:cNvSpPr/>
              <p:nvPr/>
            </p:nvSpPr>
            <p:spPr>
              <a:xfrm>
                <a:off x="34851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1" name="ph5601"/>
              <p:cNvSpPr/>
              <p:nvPr/>
            </p:nvSpPr>
            <p:spPr>
              <a:xfrm>
                <a:off x="34943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2" name="ph5602"/>
              <p:cNvSpPr/>
              <p:nvPr/>
            </p:nvSpPr>
            <p:spPr>
              <a:xfrm>
                <a:off x="35036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3" name="ph5603"/>
              <p:cNvSpPr/>
              <p:nvPr/>
            </p:nvSpPr>
            <p:spPr>
              <a:xfrm>
                <a:off x="35129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4" name="ph5604"/>
              <p:cNvSpPr/>
              <p:nvPr/>
            </p:nvSpPr>
            <p:spPr>
              <a:xfrm>
                <a:off x="352218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5" name="ph5605"/>
              <p:cNvSpPr/>
              <p:nvPr/>
            </p:nvSpPr>
            <p:spPr>
              <a:xfrm>
                <a:off x="35314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6" name="ph5606"/>
              <p:cNvSpPr/>
              <p:nvPr/>
            </p:nvSpPr>
            <p:spPr>
              <a:xfrm>
                <a:off x="35407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7" name="ph5607"/>
              <p:cNvSpPr/>
              <p:nvPr/>
            </p:nvSpPr>
            <p:spPr>
              <a:xfrm>
                <a:off x="35499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8" name="ph5608"/>
              <p:cNvSpPr/>
              <p:nvPr/>
            </p:nvSpPr>
            <p:spPr>
              <a:xfrm>
                <a:off x="35592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9" name="ph5609"/>
              <p:cNvSpPr/>
              <p:nvPr/>
            </p:nvSpPr>
            <p:spPr>
              <a:xfrm>
                <a:off x="35684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0" name="ph5610"/>
              <p:cNvSpPr/>
              <p:nvPr/>
            </p:nvSpPr>
            <p:spPr>
              <a:xfrm>
                <a:off x="35777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1" name="ph5611"/>
              <p:cNvSpPr/>
              <p:nvPr/>
            </p:nvSpPr>
            <p:spPr>
              <a:xfrm>
                <a:off x="35870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2" name="ph5612"/>
              <p:cNvSpPr/>
              <p:nvPr/>
            </p:nvSpPr>
            <p:spPr>
              <a:xfrm>
                <a:off x="35962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3" name="ph5613"/>
              <p:cNvSpPr/>
              <p:nvPr/>
            </p:nvSpPr>
            <p:spPr>
              <a:xfrm>
                <a:off x="36055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4" name="ph5614"/>
              <p:cNvSpPr/>
              <p:nvPr/>
            </p:nvSpPr>
            <p:spPr>
              <a:xfrm>
                <a:off x="36148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5" name="ph5615"/>
              <p:cNvSpPr/>
              <p:nvPr/>
            </p:nvSpPr>
            <p:spPr>
              <a:xfrm>
                <a:off x="36240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6" name="ph5616"/>
              <p:cNvSpPr/>
              <p:nvPr/>
            </p:nvSpPr>
            <p:spPr>
              <a:xfrm>
                <a:off x="3633332" y="153324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443"/>
                    </a:lnTo>
                    <a:lnTo>
                      <a:pt x="921212" y="911114"/>
                    </a:lnTo>
                    <a:lnTo>
                      <a:pt x="918789" y="91439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7" name="ph5617"/>
              <p:cNvSpPr/>
              <p:nvPr/>
            </p:nvSpPr>
            <p:spPr>
              <a:xfrm>
                <a:off x="3642594" y="1516010"/>
                <a:ext cx="920751" cy="924681"/>
              </a:xfrm>
              <a:custGeom>
                <a:avLst/>
                <a:gdLst/>
                <a:ahLst/>
                <a:cxnLst/>
                <a:rect l="0" t="0" r="0" b="0"/>
                <a:pathLst>
                  <a:path w="920751" h="924681">
                    <a:moveTo>
                      <a:pt x="914400" y="914400"/>
                    </a:moveTo>
                    <a:lnTo>
                      <a:pt x="920751" y="914400"/>
                    </a:lnTo>
                    <a:lnTo>
                      <a:pt x="920110" y="915510"/>
                    </a:lnTo>
                    <a:lnTo>
                      <a:pt x="916113" y="922114"/>
                    </a:lnTo>
                    <a:lnTo>
                      <a:pt x="914400" y="924681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8" name="ph5618"/>
              <p:cNvSpPr/>
              <p:nvPr/>
            </p:nvSpPr>
            <p:spPr>
              <a:xfrm>
                <a:off x="2114328" y="1498771"/>
                <a:ext cx="914400" cy="9223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26">
                    <a:moveTo>
                      <a:pt x="914400" y="914400"/>
                    </a:moveTo>
                    <a:lnTo>
                      <a:pt x="914400" y="922326"/>
                    </a:lnTo>
                    <a:lnTo>
                      <a:pt x="911319" y="917434"/>
                    </a:lnTo>
                    <a:lnTo>
                      <a:pt x="909595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9" name="ph5619"/>
              <p:cNvSpPr/>
              <p:nvPr/>
            </p:nvSpPr>
            <p:spPr>
              <a:xfrm>
                <a:off x="21143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843" y="931638"/>
                    </a:lnTo>
                    <a:lnTo>
                      <a:pt x="920162" y="930764"/>
                    </a:lnTo>
                    <a:lnTo>
                      <a:pt x="915649" y="924310"/>
                    </a:lnTo>
                    <a:lnTo>
                      <a:pt x="914400" y="922326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0" name="ph5620"/>
              <p:cNvSpPr/>
              <p:nvPr/>
            </p:nvSpPr>
            <p:spPr>
              <a:xfrm>
                <a:off x="21235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1" name="ph5621"/>
              <p:cNvSpPr/>
              <p:nvPr/>
            </p:nvSpPr>
            <p:spPr>
              <a:xfrm>
                <a:off x="21328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2" name="ph5622"/>
              <p:cNvSpPr/>
              <p:nvPr/>
            </p:nvSpPr>
            <p:spPr>
              <a:xfrm>
                <a:off x="214211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3" name="ph5623"/>
              <p:cNvSpPr/>
              <p:nvPr/>
            </p:nvSpPr>
            <p:spPr>
              <a:xfrm>
                <a:off x="21513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4" name="ph5624"/>
              <p:cNvSpPr/>
              <p:nvPr/>
            </p:nvSpPr>
            <p:spPr>
              <a:xfrm>
                <a:off x="21606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5" name="ph5625"/>
              <p:cNvSpPr/>
              <p:nvPr/>
            </p:nvSpPr>
            <p:spPr>
              <a:xfrm>
                <a:off x="21699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6" name="ph5626"/>
              <p:cNvSpPr/>
              <p:nvPr/>
            </p:nvSpPr>
            <p:spPr>
              <a:xfrm>
                <a:off x="21791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7" name="ph5627"/>
              <p:cNvSpPr/>
              <p:nvPr/>
            </p:nvSpPr>
            <p:spPr>
              <a:xfrm>
                <a:off x="218842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8" name="ph5628"/>
              <p:cNvSpPr/>
              <p:nvPr/>
            </p:nvSpPr>
            <p:spPr>
              <a:xfrm>
                <a:off x="21976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9" name="ph5629"/>
              <p:cNvSpPr/>
              <p:nvPr/>
            </p:nvSpPr>
            <p:spPr>
              <a:xfrm>
                <a:off x="22069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0" name="ph5630"/>
              <p:cNvSpPr/>
              <p:nvPr/>
            </p:nvSpPr>
            <p:spPr>
              <a:xfrm>
                <a:off x="22162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1" name="ph5631"/>
              <p:cNvSpPr/>
              <p:nvPr/>
            </p:nvSpPr>
            <p:spPr>
              <a:xfrm>
                <a:off x="222547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2" name="ph5632"/>
              <p:cNvSpPr/>
              <p:nvPr/>
            </p:nvSpPr>
            <p:spPr>
              <a:xfrm>
                <a:off x="22347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3" name="ph5633"/>
              <p:cNvSpPr/>
              <p:nvPr/>
            </p:nvSpPr>
            <p:spPr>
              <a:xfrm>
                <a:off x="22439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4" name="ph5634"/>
              <p:cNvSpPr/>
              <p:nvPr/>
            </p:nvSpPr>
            <p:spPr>
              <a:xfrm>
                <a:off x="22532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5" name="ph5635"/>
              <p:cNvSpPr/>
              <p:nvPr/>
            </p:nvSpPr>
            <p:spPr>
              <a:xfrm>
                <a:off x="22625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6" name="ph5636"/>
              <p:cNvSpPr/>
              <p:nvPr/>
            </p:nvSpPr>
            <p:spPr>
              <a:xfrm>
                <a:off x="22717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7" name="ph5637"/>
              <p:cNvSpPr/>
              <p:nvPr/>
            </p:nvSpPr>
            <p:spPr>
              <a:xfrm>
                <a:off x="22810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8" name="ph5638"/>
              <p:cNvSpPr/>
              <p:nvPr/>
            </p:nvSpPr>
            <p:spPr>
              <a:xfrm>
                <a:off x="22903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9" name="ph5639"/>
              <p:cNvSpPr/>
              <p:nvPr/>
            </p:nvSpPr>
            <p:spPr>
              <a:xfrm>
                <a:off x="22995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0" name="ph5640"/>
              <p:cNvSpPr/>
              <p:nvPr/>
            </p:nvSpPr>
            <p:spPr>
              <a:xfrm>
                <a:off x="230883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1" name="ph5641"/>
              <p:cNvSpPr/>
              <p:nvPr/>
            </p:nvSpPr>
            <p:spPr>
              <a:xfrm>
                <a:off x="23180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2" name="ph5642"/>
              <p:cNvSpPr/>
              <p:nvPr/>
            </p:nvSpPr>
            <p:spPr>
              <a:xfrm>
                <a:off x="23273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3" name="ph5643"/>
              <p:cNvSpPr/>
              <p:nvPr/>
            </p:nvSpPr>
            <p:spPr>
              <a:xfrm>
                <a:off x="23366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4" name="ph5644"/>
              <p:cNvSpPr/>
              <p:nvPr/>
            </p:nvSpPr>
            <p:spPr>
              <a:xfrm>
                <a:off x="23458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5" name="ph5645"/>
              <p:cNvSpPr/>
              <p:nvPr/>
            </p:nvSpPr>
            <p:spPr>
              <a:xfrm>
                <a:off x="235514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6" name="ph5646"/>
              <p:cNvSpPr/>
              <p:nvPr/>
            </p:nvSpPr>
            <p:spPr>
              <a:xfrm>
                <a:off x="23644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7" name="ph5647"/>
              <p:cNvSpPr/>
              <p:nvPr/>
            </p:nvSpPr>
            <p:spPr>
              <a:xfrm>
                <a:off x="2382932" y="15160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400" y="897161"/>
                    </a:lnTo>
                    <a:lnTo>
                      <a:pt x="914400" y="904996"/>
                    </a:lnTo>
                    <a:lnTo>
                      <a:pt x="913815" y="906834"/>
                    </a:lnTo>
                    <a:lnTo>
                      <a:pt x="914400" y="90815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8" name="ph5648"/>
              <p:cNvSpPr/>
              <p:nvPr/>
            </p:nvSpPr>
            <p:spPr>
              <a:xfrm>
                <a:off x="2382932" y="1516010"/>
                <a:ext cx="9169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3" h="914400">
                    <a:moveTo>
                      <a:pt x="914400" y="914400"/>
                    </a:moveTo>
                    <a:lnTo>
                      <a:pt x="914400" y="908150"/>
                    </a:lnTo>
                    <a:lnTo>
                      <a:pt x="915131" y="909798"/>
                    </a:lnTo>
                    <a:lnTo>
                      <a:pt x="916963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9" name="ph5649"/>
              <p:cNvSpPr/>
              <p:nvPr/>
            </p:nvSpPr>
            <p:spPr>
              <a:xfrm>
                <a:off x="2382932" y="1498771"/>
                <a:ext cx="916866" cy="922235"/>
              </a:xfrm>
              <a:custGeom>
                <a:avLst/>
                <a:gdLst/>
                <a:ahLst/>
                <a:cxnLst/>
                <a:rect l="0" t="0" r="0" b="0"/>
                <a:pathLst>
                  <a:path w="916866" h="922235">
                    <a:moveTo>
                      <a:pt x="914400" y="914400"/>
                    </a:moveTo>
                    <a:lnTo>
                      <a:pt x="916866" y="914400"/>
                    </a:lnTo>
                    <a:lnTo>
                      <a:pt x="916675" y="915078"/>
                    </a:lnTo>
                    <a:lnTo>
                      <a:pt x="914400" y="922235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0" name="ph5650"/>
              <p:cNvSpPr/>
              <p:nvPr/>
            </p:nvSpPr>
            <p:spPr>
              <a:xfrm>
                <a:off x="3077599" y="14987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345" y="931638"/>
                    </a:lnTo>
                    <a:lnTo>
                      <a:pt x="908525" y="927988"/>
                    </a:lnTo>
                    <a:lnTo>
                      <a:pt x="909349" y="917366"/>
                    </a:lnTo>
                    <a:lnTo>
                      <a:pt x="909665" y="914400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1" name="ph5651"/>
              <p:cNvSpPr/>
              <p:nvPr/>
            </p:nvSpPr>
            <p:spPr>
              <a:xfrm>
                <a:off x="30775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2" name="ph5652"/>
              <p:cNvSpPr/>
              <p:nvPr/>
            </p:nvSpPr>
            <p:spPr>
              <a:xfrm>
                <a:off x="30868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3" name="ph5653"/>
              <p:cNvSpPr/>
              <p:nvPr/>
            </p:nvSpPr>
            <p:spPr>
              <a:xfrm>
                <a:off x="30961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4" name="ph5654"/>
              <p:cNvSpPr/>
              <p:nvPr/>
            </p:nvSpPr>
            <p:spPr>
              <a:xfrm>
                <a:off x="31053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5" name="ph5655"/>
              <p:cNvSpPr/>
              <p:nvPr/>
            </p:nvSpPr>
            <p:spPr>
              <a:xfrm>
                <a:off x="31146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6" name="ph5656"/>
              <p:cNvSpPr/>
              <p:nvPr/>
            </p:nvSpPr>
            <p:spPr>
              <a:xfrm>
                <a:off x="31239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7" name="ph5657"/>
              <p:cNvSpPr/>
              <p:nvPr/>
            </p:nvSpPr>
            <p:spPr>
              <a:xfrm>
                <a:off x="31331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8" name="ph5658"/>
              <p:cNvSpPr/>
              <p:nvPr/>
            </p:nvSpPr>
            <p:spPr>
              <a:xfrm>
                <a:off x="31424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9" name="ph5659"/>
              <p:cNvSpPr/>
              <p:nvPr/>
            </p:nvSpPr>
            <p:spPr>
              <a:xfrm>
                <a:off x="31516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0" name="ph5660"/>
              <p:cNvSpPr/>
              <p:nvPr/>
            </p:nvSpPr>
            <p:spPr>
              <a:xfrm>
                <a:off x="31609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1" name="ph5661"/>
              <p:cNvSpPr/>
              <p:nvPr/>
            </p:nvSpPr>
            <p:spPr>
              <a:xfrm>
                <a:off x="31702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2" name="ph5662"/>
              <p:cNvSpPr/>
              <p:nvPr/>
            </p:nvSpPr>
            <p:spPr>
              <a:xfrm>
                <a:off x="31794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3" name="ph5663"/>
              <p:cNvSpPr/>
              <p:nvPr/>
            </p:nvSpPr>
            <p:spPr>
              <a:xfrm>
                <a:off x="31887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4" name="ph5664"/>
              <p:cNvSpPr/>
              <p:nvPr/>
            </p:nvSpPr>
            <p:spPr>
              <a:xfrm>
                <a:off x="31980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5" name="ph5665"/>
              <p:cNvSpPr/>
              <p:nvPr/>
            </p:nvSpPr>
            <p:spPr>
              <a:xfrm>
                <a:off x="32072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6" name="ph5666"/>
              <p:cNvSpPr/>
              <p:nvPr/>
            </p:nvSpPr>
            <p:spPr>
              <a:xfrm>
                <a:off x="32165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7" name="ph5667"/>
              <p:cNvSpPr/>
              <p:nvPr/>
            </p:nvSpPr>
            <p:spPr>
              <a:xfrm>
                <a:off x="322579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8" name="ph5668"/>
              <p:cNvSpPr/>
              <p:nvPr/>
            </p:nvSpPr>
            <p:spPr>
              <a:xfrm>
                <a:off x="323505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9" name="ph5669"/>
              <p:cNvSpPr/>
              <p:nvPr/>
            </p:nvSpPr>
            <p:spPr>
              <a:xfrm>
                <a:off x="324431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0" name="ph5670"/>
              <p:cNvSpPr/>
              <p:nvPr/>
            </p:nvSpPr>
            <p:spPr>
              <a:xfrm>
                <a:off x="325358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1" name="ph5671"/>
              <p:cNvSpPr/>
              <p:nvPr/>
            </p:nvSpPr>
            <p:spPr>
              <a:xfrm>
                <a:off x="326284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2" name="ph5672"/>
              <p:cNvSpPr/>
              <p:nvPr/>
            </p:nvSpPr>
            <p:spPr>
              <a:xfrm>
                <a:off x="327210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3" name="ph5673"/>
              <p:cNvSpPr/>
              <p:nvPr/>
            </p:nvSpPr>
            <p:spPr>
              <a:xfrm>
                <a:off x="328136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4" name="ph5674"/>
              <p:cNvSpPr/>
              <p:nvPr/>
            </p:nvSpPr>
            <p:spPr>
              <a:xfrm>
                <a:off x="329063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5" name="ph5675"/>
              <p:cNvSpPr/>
              <p:nvPr/>
            </p:nvSpPr>
            <p:spPr>
              <a:xfrm>
                <a:off x="329989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6" name="ph5676"/>
              <p:cNvSpPr/>
              <p:nvPr/>
            </p:nvSpPr>
            <p:spPr>
              <a:xfrm>
                <a:off x="330915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7" name="ph5677"/>
              <p:cNvSpPr/>
              <p:nvPr/>
            </p:nvSpPr>
            <p:spPr>
              <a:xfrm>
                <a:off x="331841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8" name="ph5678"/>
              <p:cNvSpPr/>
              <p:nvPr/>
            </p:nvSpPr>
            <p:spPr>
              <a:xfrm>
                <a:off x="332767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9" name="ph5679"/>
              <p:cNvSpPr/>
              <p:nvPr/>
            </p:nvSpPr>
            <p:spPr>
              <a:xfrm>
                <a:off x="333694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0" name="ph5680"/>
              <p:cNvSpPr/>
              <p:nvPr/>
            </p:nvSpPr>
            <p:spPr>
              <a:xfrm>
                <a:off x="334620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1" name="ph5681"/>
              <p:cNvSpPr/>
              <p:nvPr/>
            </p:nvSpPr>
            <p:spPr>
              <a:xfrm>
                <a:off x="335546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2" name="ph5682"/>
              <p:cNvSpPr/>
              <p:nvPr/>
            </p:nvSpPr>
            <p:spPr>
              <a:xfrm>
                <a:off x="33647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3" name="ph5683"/>
              <p:cNvSpPr/>
              <p:nvPr/>
            </p:nvSpPr>
            <p:spPr>
              <a:xfrm>
                <a:off x="33739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4" name="ph5684"/>
              <p:cNvSpPr/>
              <p:nvPr/>
            </p:nvSpPr>
            <p:spPr>
              <a:xfrm>
                <a:off x="33832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5" name="ph5685"/>
              <p:cNvSpPr/>
              <p:nvPr/>
            </p:nvSpPr>
            <p:spPr>
              <a:xfrm>
                <a:off x="339251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6" name="ph5686"/>
              <p:cNvSpPr/>
              <p:nvPr/>
            </p:nvSpPr>
            <p:spPr>
              <a:xfrm>
                <a:off x="34017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7" name="ph5687"/>
              <p:cNvSpPr/>
              <p:nvPr/>
            </p:nvSpPr>
            <p:spPr>
              <a:xfrm>
                <a:off x="34110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8" name="ph5688"/>
              <p:cNvSpPr/>
              <p:nvPr/>
            </p:nvSpPr>
            <p:spPr>
              <a:xfrm>
                <a:off x="34203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9" name="ph5689"/>
              <p:cNvSpPr/>
              <p:nvPr/>
            </p:nvSpPr>
            <p:spPr>
              <a:xfrm>
                <a:off x="34295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4">
                  <a:alpha val="100000"/>
                </a:srgbClr>
              </a:solidFill>
              <a:ln w="5420" cap="flat">
                <a:solidFill>
                  <a:srgbClr val="FEA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0" name="ph5690"/>
              <p:cNvSpPr/>
              <p:nvPr/>
            </p:nvSpPr>
            <p:spPr>
              <a:xfrm>
                <a:off x="343882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1" name="ph5691"/>
              <p:cNvSpPr/>
              <p:nvPr/>
            </p:nvSpPr>
            <p:spPr>
              <a:xfrm>
                <a:off x="34480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2" name="ph5692"/>
              <p:cNvSpPr/>
              <p:nvPr/>
            </p:nvSpPr>
            <p:spPr>
              <a:xfrm>
                <a:off x="34573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3" name="ph5693"/>
              <p:cNvSpPr/>
              <p:nvPr/>
            </p:nvSpPr>
            <p:spPr>
              <a:xfrm>
                <a:off x="34666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4" name="ph5694"/>
              <p:cNvSpPr/>
              <p:nvPr/>
            </p:nvSpPr>
            <p:spPr>
              <a:xfrm>
                <a:off x="347587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5" name="ph5695"/>
              <p:cNvSpPr/>
              <p:nvPr/>
            </p:nvSpPr>
            <p:spPr>
              <a:xfrm>
                <a:off x="34851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6" name="ph5696"/>
              <p:cNvSpPr/>
              <p:nvPr/>
            </p:nvSpPr>
            <p:spPr>
              <a:xfrm>
                <a:off x="34943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7" name="ph5697"/>
              <p:cNvSpPr/>
              <p:nvPr/>
            </p:nvSpPr>
            <p:spPr>
              <a:xfrm>
                <a:off x="35036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8" name="ph5698"/>
              <p:cNvSpPr/>
              <p:nvPr/>
            </p:nvSpPr>
            <p:spPr>
              <a:xfrm>
                <a:off x="35129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9" name="ph5699"/>
              <p:cNvSpPr/>
              <p:nvPr/>
            </p:nvSpPr>
            <p:spPr>
              <a:xfrm>
                <a:off x="352218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0" name="ph5700"/>
              <p:cNvSpPr/>
              <p:nvPr/>
            </p:nvSpPr>
            <p:spPr>
              <a:xfrm>
                <a:off x="35314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1" name="ph5701"/>
              <p:cNvSpPr/>
              <p:nvPr/>
            </p:nvSpPr>
            <p:spPr>
              <a:xfrm>
                <a:off x="35407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B">
                  <a:alpha val="100000"/>
                </a:srgbClr>
              </a:solidFill>
              <a:ln w="5420" cap="flat">
                <a:solidFill>
                  <a:srgbClr val="FC92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2" name="ph5702"/>
              <p:cNvSpPr/>
              <p:nvPr/>
            </p:nvSpPr>
            <p:spPr>
              <a:xfrm>
                <a:off x="35499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3" name="ph5703"/>
              <p:cNvSpPr/>
              <p:nvPr/>
            </p:nvSpPr>
            <p:spPr>
              <a:xfrm>
                <a:off x="35592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4" name="ph5704"/>
              <p:cNvSpPr/>
              <p:nvPr/>
            </p:nvSpPr>
            <p:spPr>
              <a:xfrm>
                <a:off x="35684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5" name="ph5705"/>
              <p:cNvSpPr/>
              <p:nvPr/>
            </p:nvSpPr>
            <p:spPr>
              <a:xfrm>
                <a:off x="35777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6" name="ph5706"/>
              <p:cNvSpPr/>
              <p:nvPr/>
            </p:nvSpPr>
            <p:spPr>
              <a:xfrm>
                <a:off x="35870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7" name="ph5707"/>
              <p:cNvSpPr/>
              <p:nvPr/>
            </p:nvSpPr>
            <p:spPr>
              <a:xfrm>
                <a:off x="35962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8" name="ph5708"/>
              <p:cNvSpPr/>
              <p:nvPr/>
            </p:nvSpPr>
            <p:spPr>
              <a:xfrm>
                <a:off x="36055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9" name="ph5709"/>
              <p:cNvSpPr/>
              <p:nvPr/>
            </p:nvSpPr>
            <p:spPr>
              <a:xfrm>
                <a:off x="36148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0" name="ph5710"/>
              <p:cNvSpPr/>
              <p:nvPr/>
            </p:nvSpPr>
            <p:spPr>
              <a:xfrm>
                <a:off x="36240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1" name="ph5711"/>
              <p:cNvSpPr/>
              <p:nvPr/>
            </p:nvSpPr>
            <p:spPr>
              <a:xfrm>
                <a:off x="36333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2" name="ph5712"/>
              <p:cNvSpPr/>
              <p:nvPr/>
            </p:nvSpPr>
            <p:spPr>
              <a:xfrm>
                <a:off x="3642594" y="15160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9437"/>
                    </a:lnTo>
                    <a:lnTo>
                      <a:pt x="922449" y="911457"/>
                    </a:lnTo>
                    <a:lnTo>
                      <a:pt x="921284" y="913476"/>
                    </a:lnTo>
                    <a:lnTo>
                      <a:pt x="920751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3" name="ph5713"/>
              <p:cNvSpPr/>
              <p:nvPr/>
            </p:nvSpPr>
            <p:spPr>
              <a:xfrm>
                <a:off x="3651857" y="1498771"/>
                <a:ext cx="921385" cy="926595"/>
              </a:xfrm>
              <a:custGeom>
                <a:avLst/>
                <a:gdLst/>
                <a:ahLst/>
                <a:cxnLst/>
                <a:rect l="0" t="0" r="0" b="0"/>
                <a:pathLst>
                  <a:path w="921385" h="926595">
                    <a:moveTo>
                      <a:pt x="914400" y="914400"/>
                    </a:moveTo>
                    <a:lnTo>
                      <a:pt x="921385" y="914400"/>
                    </a:lnTo>
                    <a:lnTo>
                      <a:pt x="920196" y="916565"/>
                    </a:lnTo>
                    <a:lnTo>
                      <a:pt x="919020" y="918599"/>
                    </a:lnTo>
                    <a:lnTo>
                      <a:pt x="917852" y="920618"/>
                    </a:lnTo>
                    <a:lnTo>
                      <a:pt x="916685" y="922637"/>
                    </a:lnTo>
                    <a:lnTo>
                      <a:pt x="915519" y="924656"/>
                    </a:lnTo>
                    <a:lnTo>
                      <a:pt x="914400" y="926595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4" name="ph5714"/>
              <p:cNvSpPr/>
              <p:nvPr/>
            </p:nvSpPr>
            <p:spPr>
              <a:xfrm>
                <a:off x="2105066" y="1481533"/>
                <a:ext cx="914400" cy="923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2">
                    <a:moveTo>
                      <a:pt x="914400" y="914400"/>
                    </a:moveTo>
                    <a:lnTo>
                      <a:pt x="914400" y="923402"/>
                    </a:lnTo>
                    <a:lnTo>
                      <a:pt x="912517" y="919731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5" name="ph5715"/>
              <p:cNvSpPr/>
              <p:nvPr/>
            </p:nvSpPr>
            <p:spPr>
              <a:xfrm>
                <a:off x="210506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857" y="931638"/>
                    </a:lnTo>
                    <a:lnTo>
                      <a:pt x="916446" y="927394"/>
                    </a:lnTo>
                    <a:lnTo>
                      <a:pt x="914400" y="923402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6" name="ph5716"/>
              <p:cNvSpPr/>
              <p:nvPr/>
            </p:nvSpPr>
            <p:spPr>
              <a:xfrm>
                <a:off x="21143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7" name="ph5717"/>
              <p:cNvSpPr/>
              <p:nvPr/>
            </p:nvSpPr>
            <p:spPr>
              <a:xfrm>
                <a:off x="21235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8" name="ph5718"/>
              <p:cNvSpPr/>
              <p:nvPr/>
            </p:nvSpPr>
            <p:spPr>
              <a:xfrm>
                <a:off x="21328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9" name="ph5719"/>
              <p:cNvSpPr/>
              <p:nvPr/>
            </p:nvSpPr>
            <p:spPr>
              <a:xfrm>
                <a:off x="214211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0" name="ph5720"/>
              <p:cNvSpPr/>
              <p:nvPr/>
            </p:nvSpPr>
            <p:spPr>
              <a:xfrm>
                <a:off x="21513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1" name="ph5721"/>
              <p:cNvSpPr/>
              <p:nvPr/>
            </p:nvSpPr>
            <p:spPr>
              <a:xfrm>
                <a:off x="21606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2" name="ph5722"/>
              <p:cNvSpPr/>
              <p:nvPr/>
            </p:nvSpPr>
            <p:spPr>
              <a:xfrm>
                <a:off x="21699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3" name="ph5723"/>
              <p:cNvSpPr/>
              <p:nvPr/>
            </p:nvSpPr>
            <p:spPr>
              <a:xfrm>
                <a:off x="21791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4" name="ph5724"/>
              <p:cNvSpPr/>
              <p:nvPr/>
            </p:nvSpPr>
            <p:spPr>
              <a:xfrm>
                <a:off x="218842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5" name="ph5725"/>
              <p:cNvSpPr/>
              <p:nvPr/>
            </p:nvSpPr>
            <p:spPr>
              <a:xfrm>
                <a:off x="21976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6" name="ph5726"/>
              <p:cNvSpPr/>
              <p:nvPr/>
            </p:nvSpPr>
            <p:spPr>
              <a:xfrm>
                <a:off x="22069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7" name="ph5727"/>
              <p:cNvSpPr/>
              <p:nvPr/>
            </p:nvSpPr>
            <p:spPr>
              <a:xfrm>
                <a:off x="22162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8" name="ph5728"/>
              <p:cNvSpPr/>
              <p:nvPr/>
            </p:nvSpPr>
            <p:spPr>
              <a:xfrm>
                <a:off x="222547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9" name="ph5729"/>
              <p:cNvSpPr/>
              <p:nvPr/>
            </p:nvSpPr>
            <p:spPr>
              <a:xfrm>
                <a:off x="22347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0" name="ph5730"/>
              <p:cNvSpPr/>
              <p:nvPr/>
            </p:nvSpPr>
            <p:spPr>
              <a:xfrm>
                <a:off x="22439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1" name="ph5731"/>
              <p:cNvSpPr/>
              <p:nvPr/>
            </p:nvSpPr>
            <p:spPr>
              <a:xfrm>
                <a:off x="22532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2" name="ph5732"/>
              <p:cNvSpPr/>
              <p:nvPr/>
            </p:nvSpPr>
            <p:spPr>
              <a:xfrm>
                <a:off x="22625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3" name="ph5733"/>
              <p:cNvSpPr/>
              <p:nvPr/>
            </p:nvSpPr>
            <p:spPr>
              <a:xfrm>
                <a:off x="22717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4" name="ph5734"/>
              <p:cNvSpPr/>
              <p:nvPr/>
            </p:nvSpPr>
            <p:spPr>
              <a:xfrm>
                <a:off x="22810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5" name="ph5735"/>
              <p:cNvSpPr/>
              <p:nvPr/>
            </p:nvSpPr>
            <p:spPr>
              <a:xfrm>
                <a:off x="22903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6" name="ph5736"/>
              <p:cNvSpPr/>
              <p:nvPr/>
            </p:nvSpPr>
            <p:spPr>
              <a:xfrm>
                <a:off x="22995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7" name="ph5737"/>
              <p:cNvSpPr/>
              <p:nvPr/>
            </p:nvSpPr>
            <p:spPr>
              <a:xfrm>
                <a:off x="230883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8" name="ph5738"/>
              <p:cNvSpPr/>
              <p:nvPr/>
            </p:nvSpPr>
            <p:spPr>
              <a:xfrm>
                <a:off x="23180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9" name="ph5739"/>
              <p:cNvSpPr/>
              <p:nvPr/>
            </p:nvSpPr>
            <p:spPr>
              <a:xfrm>
                <a:off x="23273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0" name="ph5740"/>
              <p:cNvSpPr/>
              <p:nvPr/>
            </p:nvSpPr>
            <p:spPr>
              <a:xfrm>
                <a:off x="23366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1" name="ph5741"/>
              <p:cNvSpPr/>
              <p:nvPr/>
            </p:nvSpPr>
            <p:spPr>
              <a:xfrm>
                <a:off x="23458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2" name="ph5742"/>
              <p:cNvSpPr/>
              <p:nvPr/>
            </p:nvSpPr>
            <p:spPr>
              <a:xfrm>
                <a:off x="235514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3" name="ph5743"/>
              <p:cNvSpPr/>
              <p:nvPr/>
            </p:nvSpPr>
            <p:spPr>
              <a:xfrm>
                <a:off x="23644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4" name="ph5744"/>
              <p:cNvSpPr/>
              <p:nvPr/>
            </p:nvSpPr>
            <p:spPr>
              <a:xfrm>
                <a:off x="23736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5" name="ph5745"/>
              <p:cNvSpPr/>
              <p:nvPr/>
            </p:nvSpPr>
            <p:spPr>
              <a:xfrm>
                <a:off x="2382932" y="1498771"/>
                <a:ext cx="921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26" y="897161"/>
                    </a:lnTo>
                    <a:lnTo>
                      <a:pt x="919356" y="905553"/>
                    </a:lnTo>
                    <a:lnTo>
                      <a:pt x="916866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6" name="ph5746"/>
              <p:cNvSpPr/>
              <p:nvPr/>
            </p:nvSpPr>
            <p:spPr>
              <a:xfrm>
                <a:off x="3077599" y="14815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665" y="931638"/>
                    </a:lnTo>
                    <a:lnTo>
                      <a:pt x="910468" y="924077"/>
                    </a:lnTo>
                    <a:lnTo>
                      <a:pt x="911781" y="914400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7" name="ph5747"/>
              <p:cNvSpPr/>
              <p:nvPr/>
            </p:nvSpPr>
            <p:spPr>
              <a:xfrm>
                <a:off x="30775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8" name="ph5748"/>
              <p:cNvSpPr/>
              <p:nvPr/>
            </p:nvSpPr>
            <p:spPr>
              <a:xfrm>
                <a:off x="30868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9" name="ph5749"/>
              <p:cNvSpPr/>
              <p:nvPr/>
            </p:nvSpPr>
            <p:spPr>
              <a:xfrm>
                <a:off x="30961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0" name="ph5750"/>
              <p:cNvSpPr/>
              <p:nvPr/>
            </p:nvSpPr>
            <p:spPr>
              <a:xfrm>
                <a:off x="31053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1" name="ph5751"/>
              <p:cNvSpPr/>
              <p:nvPr/>
            </p:nvSpPr>
            <p:spPr>
              <a:xfrm>
                <a:off x="31146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2" name="ph5752"/>
              <p:cNvSpPr/>
              <p:nvPr/>
            </p:nvSpPr>
            <p:spPr>
              <a:xfrm>
                <a:off x="31239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3" name="ph5753"/>
              <p:cNvSpPr/>
              <p:nvPr/>
            </p:nvSpPr>
            <p:spPr>
              <a:xfrm>
                <a:off x="31331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4" name="ph5754"/>
              <p:cNvSpPr/>
              <p:nvPr/>
            </p:nvSpPr>
            <p:spPr>
              <a:xfrm>
                <a:off x="31424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5" name="ph5755"/>
              <p:cNvSpPr/>
              <p:nvPr/>
            </p:nvSpPr>
            <p:spPr>
              <a:xfrm>
                <a:off x="31516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6" name="ph5756"/>
              <p:cNvSpPr/>
              <p:nvPr/>
            </p:nvSpPr>
            <p:spPr>
              <a:xfrm>
                <a:off x="31609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7" name="ph5757"/>
              <p:cNvSpPr/>
              <p:nvPr/>
            </p:nvSpPr>
            <p:spPr>
              <a:xfrm>
                <a:off x="31702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8" name="ph5758"/>
              <p:cNvSpPr/>
              <p:nvPr/>
            </p:nvSpPr>
            <p:spPr>
              <a:xfrm>
                <a:off x="31794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9" name="ph5759"/>
              <p:cNvSpPr/>
              <p:nvPr/>
            </p:nvSpPr>
            <p:spPr>
              <a:xfrm>
                <a:off x="31887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0" name="ph5760"/>
              <p:cNvSpPr/>
              <p:nvPr/>
            </p:nvSpPr>
            <p:spPr>
              <a:xfrm>
                <a:off x="31980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1" name="ph5761"/>
              <p:cNvSpPr/>
              <p:nvPr/>
            </p:nvSpPr>
            <p:spPr>
              <a:xfrm>
                <a:off x="32072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2" name="ph5762"/>
              <p:cNvSpPr/>
              <p:nvPr/>
            </p:nvSpPr>
            <p:spPr>
              <a:xfrm>
                <a:off x="32165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3" name="ph5763"/>
              <p:cNvSpPr/>
              <p:nvPr/>
            </p:nvSpPr>
            <p:spPr>
              <a:xfrm>
                <a:off x="32257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4" name="ph5764"/>
              <p:cNvSpPr/>
              <p:nvPr/>
            </p:nvSpPr>
            <p:spPr>
              <a:xfrm>
                <a:off x="323505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5" name="ph5765"/>
              <p:cNvSpPr/>
              <p:nvPr/>
            </p:nvSpPr>
            <p:spPr>
              <a:xfrm>
                <a:off x="324431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6" name="ph5766"/>
              <p:cNvSpPr/>
              <p:nvPr/>
            </p:nvSpPr>
            <p:spPr>
              <a:xfrm>
                <a:off x="325358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7" name="ph5767"/>
              <p:cNvSpPr/>
              <p:nvPr/>
            </p:nvSpPr>
            <p:spPr>
              <a:xfrm>
                <a:off x="326284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8" name="ph5768"/>
              <p:cNvSpPr/>
              <p:nvPr/>
            </p:nvSpPr>
            <p:spPr>
              <a:xfrm>
                <a:off x="327210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9" name="ph5769"/>
              <p:cNvSpPr/>
              <p:nvPr/>
            </p:nvSpPr>
            <p:spPr>
              <a:xfrm>
                <a:off x="328136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0" name="ph5770"/>
              <p:cNvSpPr/>
              <p:nvPr/>
            </p:nvSpPr>
            <p:spPr>
              <a:xfrm>
                <a:off x="329063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1" name="ph5771"/>
              <p:cNvSpPr/>
              <p:nvPr/>
            </p:nvSpPr>
            <p:spPr>
              <a:xfrm>
                <a:off x="329989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2" name="ph5772"/>
              <p:cNvSpPr/>
              <p:nvPr/>
            </p:nvSpPr>
            <p:spPr>
              <a:xfrm>
                <a:off x="330915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3" name="ph5773"/>
              <p:cNvSpPr/>
              <p:nvPr/>
            </p:nvSpPr>
            <p:spPr>
              <a:xfrm>
                <a:off x="331841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4" name="ph5774"/>
              <p:cNvSpPr/>
              <p:nvPr/>
            </p:nvSpPr>
            <p:spPr>
              <a:xfrm>
                <a:off x="332767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5" name="ph5775"/>
              <p:cNvSpPr/>
              <p:nvPr/>
            </p:nvSpPr>
            <p:spPr>
              <a:xfrm>
                <a:off x="333694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6" name="ph5776"/>
              <p:cNvSpPr/>
              <p:nvPr/>
            </p:nvSpPr>
            <p:spPr>
              <a:xfrm>
                <a:off x="334620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7" name="ph5777"/>
              <p:cNvSpPr/>
              <p:nvPr/>
            </p:nvSpPr>
            <p:spPr>
              <a:xfrm>
                <a:off x="335546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8" name="ph5778"/>
              <p:cNvSpPr/>
              <p:nvPr/>
            </p:nvSpPr>
            <p:spPr>
              <a:xfrm>
                <a:off x="33647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9" name="ph5779"/>
              <p:cNvSpPr/>
              <p:nvPr/>
            </p:nvSpPr>
            <p:spPr>
              <a:xfrm>
                <a:off x="33739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0" name="ph5780"/>
              <p:cNvSpPr/>
              <p:nvPr/>
            </p:nvSpPr>
            <p:spPr>
              <a:xfrm>
                <a:off x="33832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1" name="ph5781"/>
              <p:cNvSpPr/>
              <p:nvPr/>
            </p:nvSpPr>
            <p:spPr>
              <a:xfrm>
                <a:off x="339251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2" name="ph5782"/>
              <p:cNvSpPr/>
              <p:nvPr/>
            </p:nvSpPr>
            <p:spPr>
              <a:xfrm>
                <a:off x="34017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3" name="ph5783"/>
              <p:cNvSpPr/>
              <p:nvPr/>
            </p:nvSpPr>
            <p:spPr>
              <a:xfrm>
                <a:off x="34110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4" name="ph5784"/>
              <p:cNvSpPr/>
              <p:nvPr/>
            </p:nvSpPr>
            <p:spPr>
              <a:xfrm>
                <a:off x="34203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5" name="ph5785"/>
              <p:cNvSpPr/>
              <p:nvPr/>
            </p:nvSpPr>
            <p:spPr>
              <a:xfrm>
                <a:off x="34295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6" name="ph5786"/>
              <p:cNvSpPr/>
              <p:nvPr/>
            </p:nvSpPr>
            <p:spPr>
              <a:xfrm>
                <a:off x="343882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7" name="ph5787"/>
              <p:cNvSpPr/>
              <p:nvPr/>
            </p:nvSpPr>
            <p:spPr>
              <a:xfrm>
                <a:off x="34480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8" name="ph5788"/>
              <p:cNvSpPr/>
              <p:nvPr/>
            </p:nvSpPr>
            <p:spPr>
              <a:xfrm>
                <a:off x="34573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9" name="ph5789"/>
              <p:cNvSpPr/>
              <p:nvPr/>
            </p:nvSpPr>
            <p:spPr>
              <a:xfrm>
                <a:off x="34666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0" name="ph5790"/>
              <p:cNvSpPr/>
              <p:nvPr/>
            </p:nvSpPr>
            <p:spPr>
              <a:xfrm>
                <a:off x="347587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1" name="ph5791"/>
              <p:cNvSpPr/>
              <p:nvPr/>
            </p:nvSpPr>
            <p:spPr>
              <a:xfrm>
                <a:off x="34851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2" name="ph5792"/>
              <p:cNvSpPr/>
              <p:nvPr/>
            </p:nvSpPr>
            <p:spPr>
              <a:xfrm>
                <a:off x="34943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3" name="ph5793"/>
              <p:cNvSpPr/>
              <p:nvPr/>
            </p:nvSpPr>
            <p:spPr>
              <a:xfrm>
                <a:off x="35036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4" name="ph5794"/>
              <p:cNvSpPr/>
              <p:nvPr/>
            </p:nvSpPr>
            <p:spPr>
              <a:xfrm>
                <a:off x="35129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5" name="ph5795"/>
              <p:cNvSpPr/>
              <p:nvPr/>
            </p:nvSpPr>
            <p:spPr>
              <a:xfrm>
                <a:off x="352218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6" name="ph5796"/>
              <p:cNvSpPr/>
              <p:nvPr/>
            </p:nvSpPr>
            <p:spPr>
              <a:xfrm>
                <a:off x="35314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7" name="ph5797"/>
              <p:cNvSpPr/>
              <p:nvPr/>
            </p:nvSpPr>
            <p:spPr>
              <a:xfrm>
                <a:off x="35407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8" name="ph5798"/>
              <p:cNvSpPr/>
              <p:nvPr/>
            </p:nvSpPr>
            <p:spPr>
              <a:xfrm>
                <a:off x="35499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9" name="ph5799"/>
              <p:cNvSpPr/>
              <p:nvPr/>
            </p:nvSpPr>
            <p:spPr>
              <a:xfrm>
                <a:off x="35592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0" name="ph5800"/>
              <p:cNvSpPr/>
              <p:nvPr/>
            </p:nvSpPr>
            <p:spPr>
              <a:xfrm>
                <a:off x="35684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1" name="ph5801"/>
              <p:cNvSpPr/>
              <p:nvPr/>
            </p:nvSpPr>
            <p:spPr>
              <a:xfrm>
                <a:off x="35777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2" name="ph5802"/>
              <p:cNvSpPr/>
              <p:nvPr/>
            </p:nvSpPr>
            <p:spPr>
              <a:xfrm>
                <a:off x="35870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3" name="ph5803"/>
              <p:cNvSpPr/>
              <p:nvPr/>
            </p:nvSpPr>
            <p:spPr>
              <a:xfrm>
                <a:off x="35962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4" name="ph5804"/>
              <p:cNvSpPr/>
              <p:nvPr/>
            </p:nvSpPr>
            <p:spPr>
              <a:xfrm>
                <a:off x="36055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5" name="ph5805"/>
              <p:cNvSpPr/>
              <p:nvPr/>
            </p:nvSpPr>
            <p:spPr>
              <a:xfrm>
                <a:off x="36148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6" name="ph5806"/>
              <p:cNvSpPr/>
              <p:nvPr/>
            </p:nvSpPr>
            <p:spPr>
              <a:xfrm>
                <a:off x="36240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7" name="ph5807"/>
              <p:cNvSpPr/>
              <p:nvPr/>
            </p:nvSpPr>
            <p:spPr>
              <a:xfrm>
                <a:off x="36333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8" name="ph5808"/>
              <p:cNvSpPr/>
              <p:nvPr/>
            </p:nvSpPr>
            <p:spPr>
              <a:xfrm>
                <a:off x="36425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9" name="ph5809"/>
              <p:cNvSpPr/>
              <p:nvPr/>
            </p:nvSpPr>
            <p:spPr>
              <a:xfrm>
                <a:off x="3651857" y="14987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199"/>
                    </a:lnTo>
                    <a:lnTo>
                      <a:pt x="922887" y="911664"/>
                    </a:lnTo>
                    <a:lnTo>
                      <a:pt x="921385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0" name="ph5810"/>
              <p:cNvSpPr/>
              <p:nvPr/>
            </p:nvSpPr>
            <p:spPr>
              <a:xfrm>
                <a:off x="3661119" y="1481533"/>
                <a:ext cx="923662" cy="9284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113"/>
                    </a:lnTo>
                    <a:lnTo>
                      <a:pt x="922945" y="922704"/>
                    </a:lnTo>
                    <a:lnTo>
                      <a:pt x="917513" y="926565"/>
                    </a:lnTo>
                    <a:lnTo>
                      <a:pt x="914400" y="928437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1" name="ph5811"/>
              <p:cNvSpPr/>
              <p:nvPr/>
            </p:nvSpPr>
            <p:spPr>
              <a:xfrm>
                <a:off x="3670381" y="1481533"/>
                <a:ext cx="923150" cy="922113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22113">
                    <a:moveTo>
                      <a:pt x="914400" y="914400"/>
                    </a:moveTo>
                    <a:lnTo>
                      <a:pt x="923150" y="914400"/>
                    </a:lnTo>
                    <a:lnTo>
                      <a:pt x="918998" y="918320"/>
                    </a:lnTo>
                    <a:lnTo>
                      <a:pt x="914400" y="922113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2" name="ph5812"/>
              <p:cNvSpPr/>
              <p:nvPr/>
            </p:nvSpPr>
            <p:spPr>
              <a:xfrm>
                <a:off x="2095803" y="1464294"/>
                <a:ext cx="914400" cy="9205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8">
                    <a:moveTo>
                      <a:pt x="914400" y="914400"/>
                    </a:moveTo>
                    <a:lnTo>
                      <a:pt x="914400" y="920598"/>
                    </a:lnTo>
                    <a:lnTo>
                      <a:pt x="913874" y="919403"/>
                    </a:lnTo>
                    <a:lnTo>
                      <a:pt x="912827" y="917023"/>
                    </a:lnTo>
                    <a:lnTo>
                      <a:pt x="911780" y="914643"/>
                    </a:lnTo>
                    <a:lnTo>
                      <a:pt x="911673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3" name="ph5813"/>
              <p:cNvSpPr/>
              <p:nvPr/>
            </p:nvSpPr>
            <p:spPr>
              <a:xfrm>
                <a:off x="20958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313" y="931638"/>
                    </a:lnTo>
                    <a:lnTo>
                      <a:pt x="918066" y="928941"/>
                    </a:lnTo>
                    <a:lnTo>
                      <a:pt x="917013" y="926543"/>
                    </a:lnTo>
                    <a:lnTo>
                      <a:pt x="915967" y="924163"/>
                    </a:lnTo>
                    <a:lnTo>
                      <a:pt x="914921" y="921783"/>
                    </a:lnTo>
                    <a:lnTo>
                      <a:pt x="914400" y="92059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4" name="ph5814"/>
              <p:cNvSpPr/>
              <p:nvPr/>
            </p:nvSpPr>
            <p:spPr>
              <a:xfrm>
                <a:off x="210506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5" name="ph5815"/>
              <p:cNvSpPr/>
              <p:nvPr/>
            </p:nvSpPr>
            <p:spPr>
              <a:xfrm>
                <a:off x="21143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6" name="ph5816"/>
              <p:cNvSpPr/>
              <p:nvPr/>
            </p:nvSpPr>
            <p:spPr>
              <a:xfrm>
                <a:off x="21235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7" name="ph5817"/>
              <p:cNvSpPr/>
              <p:nvPr/>
            </p:nvSpPr>
            <p:spPr>
              <a:xfrm>
                <a:off x="21328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8" name="ph5818"/>
              <p:cNvSpPr/>
              <p:nvPr/>
            </p:nvSpPr>
            <p:spPr>
              <a:xfrm>
                <a:off x="214211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9" name="ph5819"/>
              <p:cNvSpPr/>
              <p:nvPr/>
            </p:nvSpPr>
            <p:spPr>
              <a:xfrm>
                <a:off x="21513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0" name="ph5820"/>
              <p:cNvSpPr/>
              <p:nvPr/>
            </p:nvSpPr>
            <p:spPr>
              <a:xfrm>
                <a:off x="21606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1" name="ph5821"/>
              <p:cNvSpPr/>
              <p:nvPr/>
            </p:nvSpPr>
            <p:spPr>
              <a:xfrm>
                <a:off x="21699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2" name="ph5822"/>
              <p:cNvSpPr/>
              <p:nvPr/>
            </p:nvSpPr>
            <p:spPr>
              <a:xfrm>
                <a:off x="21791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3" name="ph5823"/>
              <p:cNvSpPr/>
              <p:nvPr/>
            </p:nvSpPr>
            <p:spPr>
              <a:xfrm>
                <a:off x="218842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4" name="ph5824"/>
              <p:cNvSpPr/>
              <p:nvPr/>
            </p:nvSpPr>
            <p:spPr>
              <a:xfrm>
                <a:off x="21976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5" name="ph5825"/>
              <p:cNvSpPr/>
              <p:nvPr/>
            </p:nvSpPr>
            <p:spPr>
              <a:xfrm>
                <a:off x="22069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6" name="ph5826"/>
              <p:cNvSpPr/>
              <p:nvPr/>
            </p:nvSpPr>
            <p:spPr>
              <a:xfrm>
                <a:off x="22162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7" name="ph5827"/>
              <p:cNvSpPr/>
              <p:nvPr/>
            </p:nvSpPr>
            <p:spPr>
              <a:xfrm>
                <a:off x="222547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8" name="ph5828"/>
              <p:cNvSpPr/>
              <p:nvPr/>
            </p:nvSpPr>
            <p:spPr>
              <a:xfrm>
                <a:off x="22347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9" name="ph5829"/>
              <p:cNvSpPr/>
              <p:nvPr/>
            </p:nvSpPr>
            <p:spPr>
              <a:xfrm>
                <a:off x="22439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148">
                  <a:alpha val="100000"/>
                </a:srgbClr>
              </a:solidFill>
              <a:ln w="5420" cap="flat">
                <a:solidFill>
                  <a:srgbClr val="F1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0" name="ph5830"/>
              <p:cNvSpPr/>
              <p:nvPr/>
            </p:nvSpPr>
            <p:spPr>
              <a:xfrm>
                <a:off x="22532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1" name="ph5831"/>
              <p:cNvSpPr/>
              <p:nvPr/>
            </p:nvSpPr>
            <p:spPr>
              <a:xfrm>
                <a:off x="22625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2" name="ph5832"/>
              <p:cNvSpPr/>
              <p:nvPr/>
            </p:nvSpPr>
            <p:spPr>
              <a:xfrm>
                <a:off x="22717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3" name="ph5833"/>
              <p:cNvSpPr/>
              <p:nvPr/>
            </p:nvSpPr>
            <p:spPr>
              <a:xfrm>
                <a:off x="22810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4" name="ph5834"/>
              <p:cNvSpPr/>
              <p:nvPr/>
            </p:nvSpPr>
            <p:spPr>
              <a:xfrm>
                <a:off x="22903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5" name="ph5835"/>
              <p:cNvSpPr/>
              <p:nvPr/>
            </p:nvSpPr>
            <p:spPr>
              <a:xfrm>
                <a:off x="22995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6" name="ph5836"/>
              <p:cNvSpPr/>
              <p:nvPr/>
            </p:nvSpPr>
            <p:spPr>
              <a:xfrm>
                <a:off x="230883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7" name="ph5837"/>
              <p:cNvSpPr/>
              <p:nvPr/>
            </p:nvSpPr>
            <p:spPr>
              <a:xfrm>
                <a:off x="23180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8" name="ph5838"/>
              <p:cNvSpPr/>
              <p:nvPr/>
            </p:nvSpPr>
            <p:spPr>
              <a:xfrm>
                <a:off x="23273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9" name="ph5839"/>
              <p:cNvSpPr/>
              <p:nvPr/>
            </p:nvSpPr>
            <p:spPr>
              <a:xfrm>
                <a:off x="23366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0" name="ph5840"/>
              <p:cNvSpPr/>
              <p:nvPr/>
            </p:nvSpPr>
            <p:spPr>
              <a:xfrm>
                <a:off x="23458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1" name="ph5841"/>
              <p:cNvSpPr/>
              <p:nvPr/>
            </p:nvSpPr>
            <p:spPr>
              <a:xfrm>
                <a:off x="235514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2" name="ph5842"/>
              <p:cNvSpPr/>
              <p:nvPr/>
            </p:nvSpPr>
            <p:spPr>
              <a:xfrm>
                <a:off x="23644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3" name="ph5843"/>
              <p:cNvSpPr/>
              <p:nvPr/>
            </p:nvSpPr>
            <p:spPr>
              <a:xfrm>
                <a:off x="23736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4" name="ph5844"/>
              <p:cNvSpPr/>
              <p:nvPr/>
            </p:nvSpPr>
            <p:spPr>
              <a:xfrm>
                <a:off x="2382932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147"/>
                    </a:lnTo>
                    <a:lnTo>
                      <a:pt x="921766" y="913020"/>
                    </a:lnTo>
                    <a:lnTo>
                      <a:pt x="921426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5" name="ph5845"/>
              <p:cNvSpPr/>
              <p:nvPr/>
            </p:nvSpPr>
            <p:spPr>
              <a:xfrm>
                <a:off x="2392195" y="1464294"/>
                <a:ext cx="915706" cy="921386"/>
              </a:xfrm>
              <a:custGeom>
                <a:avLst/>
                <a:gdLst/>
                <a:ahLst/>
                <a:cxnLst/>
                <a:rect l="0" t="0" r="0" b="0"/>
                <a:pathLst>
                  <a:path w="915706" h="921386">
                    <a:moveTo>
                      <a:pt x="914399" y="914400"/>
                    </a:moveTo>
                    <a:lnTo>
                      <a:pt x="915706" y="914400"/>
                    </a:lnTo>
                    <a:lnTo>
                      <a:pt x="914638" y="920267"/>
                    </a:lnTo>
                    <a:lnTo>
                      <a:pt x="914399" y="921386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6" name="ph5846"/>
              <p:cNvSpPr/>
              <p:nvPr/>
            </p:nvSpPr>
            <p:spPr>
              <a:xfrm>
                <a:off x="3077599" y="14815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81" y="914400"/>
                    </a:lnTo>
                    <a:lnTo>
                      <a:pt x="911879" y="913671"/>
                    </a:lnTo>
                    <a:lnTo>
                      <a:pt x="913578" y="903416"/>
                    </a:lnTo>
                    <a:lnTo>
                      <a:pt x="914400" y="899242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7" name="ph5847"/>
              <p:cNvSpPr/>
              <p:nvPr/>
            </p:nvSpPr>
            <p:spPr>
              <a:xfrm>
                <a:off x="3086861" y="14642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80"/>
                    </a:lnTo>
                    <a:lnTo>
                      <a:pt x="905547" y="914400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8" name="ph5848"/>
              <p:cNvSpPr/>
              <p:nvPr/>
            </p:nvSpPr>
            <p:spPr>
              <a:xfrm>
                <a:off x="30868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9" name="ph5849"/>
              <p:cNvSpPr/>
              <p:nvPr/>
            </p:nvSpPr>
            <p:spPr>
              <a:xfrm>
                <a:off x="30961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0" name="ph5850"/>
              <p:cNvSpPr/>
              <p:nvPr/>
            </p:nvSpPr>
            <p:spPr>
              <a:xfrm>
                <a:off x="31053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1" name="ph5851"/>
              <p:cNvSpPr/>
              <p:nvPr/>
            </p:nvSpPr>
            <p:spPr>
              <a:xfrm>
                <a:off x="31146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2" name="ph5852"/>
              <p:cNvSpPr/>
              <p:nvPr/>
            </p:nvSpPr>
            <p:spPr>
              <a:xfrm>
                <a:off x="31239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3" name="ph5853"/>
              <p:cNvSpPr/>
              <p:nvPr/>
            </p:nvSpPr>
            <p:spPr>
              <a:xfrm>
                <a:off x="31331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4" name="ph5854"/>
              <p:cNvSpPr/>
              <p:nvPr/>
            </p:nvSpPr>
            <p:spPr>
              <a:xfrm>
                <a:off x="31424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5" name="ph5855"/>
              <p:cNvSpPr/>
              <p:nvPr/>
            </p:nvSpPr>
            <p:spPr>
              <a:xfrm>
                <a:off x="31516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6" name="ph5856"/>
              <p:cNvSpPr/>
              <p:nvPr/>
            </p:nvSpPr>
            <p:spPr>
              <a:xfrm>
                <a:off x="31609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7" name="ph5857"/>
              <p:cNvSpPr/>
              <p:nvPr/>
            </p:nvSpPr>
            <p:spPr>
              <a:xfrm>
                <a:off x="31702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8" name="ph5858"/>
              <p:cNvSpPr/>
              <p:nvPr/>
            </p:nvSpPr>
            <p:spPr>
              <a:xfrm>
                <a:off x="31794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9" name="ph5859"/>
              <p:cNvSpPr/>
              <p:nvPr/>
            </p:nvSpPr>
            <p:spPr>
              <a:xfrm>
                <a:off x="31887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0" name="ph5860"/>
              <p:cNvSpPr/>
              <p:nvPr/>
            </p:nvSpPr>
            <p:spPr>
              <a:xfrm>
                <a:off x="31980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1" name="ph5861"/>
              <p:cNvSpPr/>
              <p:nvPr/>
            </p:nvSpPr>
            <p:spPr>
              <a:xfrm>
                <a:off x="32072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2" name="ph5862"/>
              <p:cNvSpPr/>
              <p:nvPr/>
            </p:nvSpPr>
            <p:spPr>
              <a:xfrm>
                <a:off x="32165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3" name="ph5863"/>
              <p:cNvSpPr/>
              <p:nvPr/>
            </p:nvSpPr>
            <p:spPr>
              <a:xfrm>
                <a:off x="32257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4" name="ph5864"/>
              <p:cNvSpPr/>
              <p:nvPr/>
            </p:nvSpPr>
            <p:spPr>
              <a:xfrm>
                <a:off x="32350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5" name="ph5865"/>
              <p:cNvSpPr/>
              <p:nvPr/>
            </p:nvSpPr>
            <p:spPr>
              <a:xfrm>
                <a:off x="32443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6" name="ph5866"/>
              <p:cNvSpPr/>
              <p:nvPr/>
            </p:nvSpPr>
            <p:spPr>
              <a:xfrm>
                <a:off x="325358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7" name="ph5867"/>
              <p:cNvSpPr/>
              <p:nvPr/>
            </p:nvSpPr>
            <p:spPr>
              <a:xfrm>
                <a:off x="326284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8" name="ph5868"/>
              <p:cNvSpPr/>
              <p:nvPr/>
            </p:nvSpPr>
            <p:spPr>
              <a:xfrm>
                <a:off x="327210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9" name="ph5869"/>
              <p:cNvSpPr/>
              <p:nvPr/>
            </p:nvSpPr>
            <p:spPr>
              <a:xfrm>
                <a:off x="328136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0" name="ph5870"/>
              <p:cNvSpPr/>
              <p:nvPr/>
            </p:nvSpPr>
            <p:spPr>
              <a:xfrm>
                <a:off x="329063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1" name="ph5871"/>
              <p:cNvSpPr/>
              <p:nvPr/>
            </p:nvSpPr>
            <p:spPr>
              <a:xfrm>
                <a:off x="329989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2" name="ph5872"/>
              <p:cNvSpPr/>
              <p:nvPr/>
            </p:nvSpPr>
            <p:spPr>
              <a:xfrm>
                <a:off x="330915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3" name="ph5873"/>
              <p:cNvSpPr/>
              <p:nvPr/>
            </p:nvSpPr>
            <p:spPr>
              <a:xfrm>
                <a:off x="331841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4" name="ph5874"/>
              <p:cNvSpPr/>
              <p:nvPr/>
            </p:nvSpPr>
            <p:spPr>
              <a:xfrm>
                <a:off x="332767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5" name="ph5875"/>
              <p:cNvSpPr/>
              <p:nvPr/>
            </p:nvSpPr>
            <p:spPr>
              <a:xfrm>
                <a:off x="333694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6" name="ph5876"/>
              <p:cNvSpPr/>
              <p:nvPr/>
            </p:nvSpPr>
            <p:spPr>
              <a:xfrm>
                <a:off x="33462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7" name="ph5877"/>
              <p:cNvSpPr/>
              <p:nvPr/>
            </p:nvSpPr>
            <p:spPr>
              <a:xfrm>
                <a:off x="335546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8" name="ph5878"/>
              <p:cNvSpPr/>
              <p:nvPr/>
            </p:nvSpPr>
            <p:spPr>
              <a:xfrm>
                <a:off x="33647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9" name="ph5879"/>
              <p:cNvSpPr/>
              <p:nvPr/>
            </p:nvSpPr>
            <p:spPr>
              <a:xfrm>
                <a:off x="33739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0" name="ph5880"/>
              <p:cNvSpPr/>
              <p:nvPr/>
            </p:nvSpPr>
            <p:spPr>
              <a:xfrm>
                <a:off x="33832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1" name="ph5881"/>
              <p:cNvSpPr/>
              <p:nvPr/>
            </p:nvSpPr>
            <p:spPr>
              <a:xfrm>
                <a:off x="339251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2" name="ph5882"/>
              <p:cNvSpPr/>
              <p:nvPr/>
            </p:nvSpPr>
            <p:spPr>
              <a:xfrm>
                <a:off x="34017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3" name="ph5883"/>
              <p:cNvSpPr/>
              <p:nvPr/>
            </p:nvSpPr>
            <p:spPr>
              <a:xfrm>
                <a:off x="34110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4" name="ph5884"/>
              <p:cNvSpPr/>
              <p:nvPr/>
            </p:nvSpPr>
            <p:spPr>
              <a:xfrm>
                <a:off x="34203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5" name="ph5885"/>
              <p:cNvSpPr/>
              <p:nvPr/>
            </p:nvSpPr>
            <p:spPr>
              <a:xfrm>
                <a:off x="34295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6" name="ph5886"/>
              <p:cNvSpPr/>
              <p:nvPr/>
            </p:nvSpPr>
            <p:spPr>
              <a:xfrm>
                <a:off x="343882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7" name="ph5887"/>
              <p:cNvSpPr/>
              <p:nvPr/>
            </p:nvSpPr>
            <p:spPr>
              <a:xfrm>
                <a:off x="34480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8" name="ph5888"/>
              <p:cNvSpPr/>
              <p:nvPr/>
            </p:nvSpPr>
            <p:spPr>
              <a:xfrm>
                <a:off x="34573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9" name="ph5889"/>
              <p:cNvSpPr/>
              <p:nvPr/>
            </p:nvSpPr>
            <p:spPr>
              <a:xfrm>
                <a:off x="34666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0" name="ph5890"/>
              <p:cNvSpPr/>
              <p:nvPr/>
            </p:nvSpPr>
            <p:spPr>
              <a:xfrm>
                <a:off x="347587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1" name="ph5891"/>
              <p:cNvSpPr/>
              <p:nvPr/>
            </p:nvSpPr>
            <p:spPr>
              <a:xfrm>
                <a:off x="34851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2" name="ph5892"/>
              <p:cNvSpPr/>
              <p:nvPr/>
            </p:nvSpPr>
            <p:spPr>
              <a:xfrm>
                <a:off x="34943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3" name="ph5893"/>
              <p:cNvSpPr/>
              <p:nvPr/>
            </p:nvSpPr>
            <p:spPr>
              <a:xfrm>
                <a:off x="35036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4" name="ph5894"/>
              <p:cNvSpPr/>
              <p:nvPr/>
            </p:nvSpPr>
            <p:spPr>
              <a:xfrm>
                <a:off x="35129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5" name="ph5895"/>
              <p:cNvSpPr/>
              <p:nvPr/>
            </p:nvSpPr>
            <p:spPr>
              <a:xfrm>
                <a:off x="352218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6" name="ph5896"/>
              <p:cNvSpPr/>
              <p:nvPr/>
            </p:nvSpPr>
            <p:spPr>
              <a:xfrm>
                <a:off x="35314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7" name="ph5897"/>
              <p:cNvSpPr/>
              <p:nvPr/>
            </p:nvSpPr>
            <p:spPr>
              <a:xfrm>
                <a:off x="35407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8" name="ph5898"/>
              <p:cNvSpPr/>
              <p:nvPr/>
            </p:nvSpPr>
            <p:spPr>
              <a:xfrm>
                <a:off x="35499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9" name="ph5899"/>
              <p:cNvSpPr/>
              <p:nvPr/>
            </p:nvSpPr>
            <p:spPr>
              <a:xfrm>
                <a:off x="35592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0" name="ph5900"/>
              <p:cNvSpPr/>
              <p:nvPr/>
            </p:nvSpPr>
            <p:spPr>
              <a:xfrm>
                <a:off x="35684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1" name="ph5901"/>
              <p:cNvSpPr/>
              <p:nvPr/>
            </p:nvSpPr>
            <p:spPr>
              <a:xfrm>
                <a:off x="35777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2" name="ph5902"/>
              <p:cNvSpPr/>
              <p:nvPr/>
            </p:nvSpPr>
            <p:spPr>
              <a:xfrm>
                <a:off x="35870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3" name="ph5903"/>
              <p:cNvSpPr/>
              <p:nvPr/>
            </p:nvSpPr>
            <p:spPr>
              <a:xfrm>
                <a:off x="35962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4" name="ph5904"/>
              <p:cNvSpPr/>
              <p:nvPr/>
            </p:nvSpPr>
            <p:spPr>
              <a:xfrm>
                <a:off x="36055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5" name="ph5905"/>
              <p:cNvSpPr/>
              <p:nvPr/>
            </p:nvSpPr>
            <p:spPr>
              <a:xfrm>
                <a:off x="36148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6" name="ph5906"/>
              <p:cNvSpPr/>
              <p:nvPr/>
            </p:nvSpPr>
            <p:spPr>
              <a:xfrm>
                <a:off x="36240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7" name="ph5907"/>
              <p:cNvSpPr/>
              <p:nvPr/>
            </p:nvSpPr>
            <p:spPr>
              <a:xfrm>
                <a:off x="36333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8" name="ph5908"/>
              <p:cNvSpPr/>
              <p:nvPr/>
            </p:nvSpPr>
            <p:spPr>
              <a:xfrm>
                <a:off x="36425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9" name="ph5909"/>
              <p:cNvSpPr/>
              <p:nvPr/>
            </p:nvSpPr>
            <p:spPr>
              <a:xfrm>
                <a:off x="36518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0" name="ph5910"/>
              <p:cNvSpPr/>
              <p:nvPr/>
            </p:nvSpPr>
            <p:spPr>
              <a:xfrm>
                <a:off x="36611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1" name="ph5911"/>
              <p:cNvSpPr/>
              <p:nvPr/>
            </p:nvSpPr>
            <p:spPr>
              <a:xfrm>
                <a:off x="3670381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917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2" name="ph5912"/>
              <p:cNvSpPr/>
              <p:nvPr/>
            </p:nvSpPr>
            <p:spPr>
              <a:xfrm>
                <a:off x="3679643" y="1464294"/>
                <a:ext cx="923662" cy="9311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15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815"/>
                    </a:lnTo>
                    <a:lnTo>
                      <a:pt x="919961" y="925270"/>
                    </a:lnTo>
                    <a:lnTo>
                      <a:pt x="914920" y="930663"/>
                    </a:lnTo>
                    <a:lnTo>
                      <a:pt x="914400" y="931155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3" name="ph5913"/>
              <p:cNvSpPr/>
              <p:nvPr/>
            </p:nvSpPr>
            <p:spPr>
              <a:xfrm>
                <a:off x="3688905" y="1464294"/>
                <a:ext cx="919289" cy="920815"/>
              </a:xfrm>
              <a:custGeom>
                <a:avLst/>
                <a:gdLst/>
                <a:ahLst/>
                <a:cxnLst/>
                <a:rect l="0" t="0" r="0" b="0"/>
                <a:pathLst>
                  <a:path w="919289" h="920815">
                    <a:moveTo>
                      <a:pt x="914400" y="914400"/>
                    </a:moveTo>
                    <a:lnTo>
                      <a:pt x="919289" y="914400"/>
                    </a:lnTo>
                    <a:lnTo>
                      <a:pt x="915580" y="919394"/>
                    </a:lnTo>
                    <a:lnTo>
                      <a:pt x="914400" y="920815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4" name="ph5914"/>
              <p:cNvSpPr/>
              <p:nvPr/>
            </p:nvSpPr>
            <p:spPr>
              <a:xfrm>
                <a:off x="2086541" y="1447056"/>
                <a:ext cx="914400" cy="9169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975">
                    <a:moveTo>
                      <a:pt x="914400" y="914400"/>
                    </a:moveTo>
                    <a:lnTo>
                      <a:pt x="914400" y="916975"/>
                    </a:lnTo>
                    <a:lnTo>
                      <a:pt x="913933" y="916145"/>
                    </a:lnTo>
                    <a:lnTo>
                      <a:pt x="912951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5" name="ph5915"/>
              <p:cNvSpPr/>
              <p:nvPr/>
            </p:nvSpPr>
            <p:spPr>
              <a:xfrm>
                <a:off x="20865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935" y="931638"/>
                    </a:lnTo>
                    <a:lnTo>
                      <a:pt x="919994" y="929502"/>
                    </a:lnTo>
                    <a:lnTo>
                      <a:pt x="918946" y="927122"/>
                    </a:lnTo>
                    <a:lnTo>
                      <a:pt x="917897" y="924743"/>
                    </a:lnTo>
                    <a:lnTo>
                      <a:pt x="916848" y="922363"/>
                    </a:lnTo>
                    <a:lnTo>
                      <a:pt x="915799" y="919984"/>
                    </a:lnTo>
                    <a:lnTo>
                      <a:pt x="914732" y="917566"/>
                    </a:lnTo>
                    <a:lnTo>
                      <a:pt x="914400" y="916975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6" name="ph5916"/>
              <p:cNvSpPr/>
              <p:nvPr/>
            </p:nvSpPr>
            <p:spPr>
              <a:xfrm>
                <a:off x="20958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7" name="ph5917"/>
              <p:cNvSpPr/>
              <p:nvPr/>
            </p:nvSpPr>
            <p:spPr>
              <a:xfrm>
                <a:off x="210506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8" name="ph5918"/>
              <p:cNvSpPr/>
              <p:nvPr/>
            </p:nvSpPr>
            <p:spPr>
              <a:xfrm>
                <a:off x="21143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9" name="ph5919"/>
              <p:cNvSpPr/>
              <p:nvPr/>
            </p:nvSpPr>
            <p:spPr>
              <a:xfrm>
                <a:off x="21235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0" name="ph5920"/>
              <p:cNvSpPr/>
              <p:nvPr/>
            </p:nvSpPr>
            <p:spPr>
              <a:xfrm>
                <a:off x="21328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1" name="ph5921"/>
              <p:cNvSpPr/>
              <p:nvPr/>
            </p:nvSpPr>
            <p:spPr>
              <a:xfrm>
                <a:off x="214211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2" name="ph5922"/>
              <p:cNvSpPr/>
              <p:nvPr/>
            </p:nvSpPr>
            <p:spPr>
              <a:xfrm>
                <a:off x="21513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3" name="ph5923"/>
              <p:cNvSpPr/>
              <p:nvPr/>
            </p:nvSpPr>
            <p:spPr>
              <a:xfrm>
                <a:off x="21606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4" name="ph5924"/>
              <p:cNvSpPr/>
              <p:nvPr/>
            </p:nvSpPr>
            <p:spPr>
              <a:xfrm>
                <a:off x="21699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5" name="ph5925"/>
              <p:cNvSpPr/>
              <p:nvPr/>
            </p:nvSpPr>
            <p:spPr>
              <a:xfrm>
                <a:off x="21791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6" name="ph5926"/>
              <p:cNvSpPr/>
              <p:nvPr/>
            </p:nvSpPr>
            <p:spPr>
              <a:xfrm>
                <a:off x="218842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7" name="ph5927"/>
              <p:cNvSpPr/>
              <p:nvPr/>
            </p:nvSpPr>
            <p:spPr>
              <a:xfrm>
                <a:off x="21976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8" name="ph5928"/>
              <p:cNvSpPr/>
              <p:nvPr/>
            </p:nvSpPr>
            <p:spPr>
              <a:xfrm>
                <a:off x="22069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9" name="ph5929"/>
              <p:cNvSpPr/>
              <p:nvPr/>
            </p:nvSpPr>
            <p:spPr>
              <a:xfrm>
                <a:off x="22162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0" name="ph5930"/>
              <p:cNvSpPr/>
              <p:nvPr/>
            </p:nvSpPr>
            <p:spPr>
              <a:xfrm>
                <a:off x="222547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1" name="ph5931"/>
              <p:cNvSpPr/>
              <p:nvPr/>
            </p:nvSpPr>
            <p:spPr>
              <a:xfrm>
                <a:off x="22347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2" name="ph5932"/>
              <p:cNvSpPr/>
              <p:nvPr/>
            </p:nvSpPr>
            <p:spPr>
              <a:xfrm>
                <a:off x="22439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3" name="ph5933"/>
              <p:cNvSpPr/>
              <p:nvPr/>
            </p:nvSpPr>
            <p:spPr>
              <a:xfrm>
                <a:off x="22532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4" name="ph5934"/>
              <p:cNvSpPr/>
              <p:nvPr/>
            </p:nvSpPr>
            <p:spPr>
              <a:xfrm>
                <a:off x="22625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5" name="ph5935"/>
              <p:cNvSpPr/>
              <p:nvPr/>
            </p:nvSpPr>
            <p:spPr>
              <a:xfrm>
                <a:off x="22717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6" name="ph5936"/>
              <p:cNvSpPr/>
              <p:nvPr/>
            </p:nvSpPr>
            <p:spPr>
              <a:xfrm>
                <a:off x="22810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7" name="ph5937"/>
              <p:cNvSpPr/>
              <p:nvPr/>
            </p:nvSpPr>
            <p:spPr>
              <a:xfrm>
                <a:off x="22903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8" name="ph5938"/>
              <p:cNvSpPr/>
              <p:nvPr/>
            </p:nvSpPr>
            <p:spPr>
              <a:xfrm>
                <a:off x="22995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9" name="ph5939"/>
              <p:cNvSpPr/>
              <p:nvPr/>
            </p:nvSpPr>
            <p:spPr>
              <a:xfrm>
                <a:off x="230883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0" name="ph5940"/>
              <p:cNvSpPr/>
              <p:nvPr/>
            </p:nvSpPr>
            <p:spPr>
              <a:xfrm>
                <a:off x="23180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1" name="ph5941"/>
              <p:cNvSpPr/>
              <p:nvPr/>
            </p:nvSpPr>
            <p:spPr>
              <a:xfrm>
                <a:off x="23273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2" name="ph5942"/>
              <p:cNvSpPr/>
              <p:nvPr/>
            </p:nvSpPr>
            <p:spPr>
              <a:xfrm>
                <a:off x="23366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3" name="ph5943"/>
              <p:cNvSpPr/>
              <p:nvPr/>
            </p:nvSpPr>
            <p:spPr>
              <a:xfrm>
                <a:off x="23458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4" name="ph5944"/>
              <p:cNvSpPr/>
              <p:nvPr/>
            </p:nvSpPr>
            <p:spPr>
              <a:xfrm>
                <a:off x="235514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5" name="ph5945"/>
              <p:cNvSpPr/>
              <p:nvPr/>
            </p:nvSpPr>
            <p:spPr>
              <a:xfrm>
                <a:off x="23644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6" name="ph5946"/>
              <p:cNvSpPr/>
              <p:nvPr/>
            </p:nvSpPr>
            <p:spPr>
              <a:xfrm>
                <a:off x="23736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7" name="ph5947"/>
              <p:cNvSpPr/>
              <p:nvPr/>
            </p:nvSpPr>
            <p:spPr>
              <a:xfrm>
                <a:off x="23829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8" name="ph5948"/>
              <p:cNvSpPr/>
              <p:nvPr/>
            </p:nvSpPr>
            <p:spPr>
              <a:xfrm>
                <a:off x="2392195" y="1464294"/>
                <a:ext cx="9183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7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370" y="897161"/>
                    </a:lnTo>
                    <a:lnTo>
                      <a:pt x="918057" y="899733"/>
                    </a:lnTo>
                    <a:lnTo>
                      <a:pt x="916491" y="910083"/>
                    </a:lnTo>
                    <a:lnTo>
                      <a:pt x="915706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9" name="ph5949"/>
              <p:cNvSpPr/>
              <p:nvPr/>
            </p:nvSpPr>
            <p:spPr>
              <a:xfrm>
                <a:off x="3086861" y="14470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47" y="931638"/>
                    </a:lnTo>
                    <a:lnTo>
                      <a:pt x="906299" y="927816"/>
                    </a:lnTo>
                    <a:lnTo>
                      <a:pt x="908559" y="917943"/>
                    </a:lnTo>
                    <a:lnTo>
                      <a:pt x="909490" y="914400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0" name="ph5950"/>
              <p:cNvSpPr/>
              <p:nvPr/>
            </p:nvSpPr>
            <p:spPr>
              <a:xfrm>
                <a:off x="30868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1" name="ph5951"/>
              <p:cNvSpPr/>
              <p:nvPr/>
            </p:nvSpPr>
            <p:spPr>
              <a:xfrm>
                <a:off x="30961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2" name="ph5952"/>
              <p:cNvSpPr/>
              <p:nvPr/>
            </p:nvSpPr>
            <p:spPr>
              <a:xfrm>
                <a:off x="31053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3" name="ph5953"/>
              <p:cNvSpPr/>
              <p:nvPr/>
            </p:nvSpPr>
            <p:spPr>
              <a:xfrm>
                <a:off x="31146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4" name="ph5954"/>
              <p:cNvSpPr/>
              <p:nvPr/>
            </p:nvSpPr>
            <p:spPr>
              <a:xfrm>
                <a:off x="31239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5" name="ph5955"/>
              <p:cNvSpPr/>
              <p:nvPr/>
            </p:nvSpPr>
            <p:spPr>
              <a:xfrm>
                <a:off x="31331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6" name="ph5956"/>
              <p:cNvSpPr/>
              <p:nvPr/>
            </p:nvSpPr>
            <p:spPr>
              <a:xfrm>
                <a:off x="31424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7" name="ph5957"/>
              <p:cNvSpPr/>
              <p:nvPr/>
            </p:nvSpPr>
            <p:spPr>
              <a:xfrm>
                <a:off x="31516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8" name="ph5958"/>
              <p:cNvSpPr/>
              <p:nvPr/>
            </p:nvSpPr>
            <p:spPr>
              <a:xfrm>
                <a:off x="31609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9" name="ph5959"/>
              <p:cNvSpPr/>
              <p:nvPr/>
            </p:nvSpPr>
            <p:spPr>
              <a:xfrm>
                <a:off x="31702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0" name="ph5960"/>
              <p:cNvSpPr/>
              <p:nvPr/>
            </p:nvSpPr>
            <p:spPr>
              <a:xfrm>
                <a:off x="31794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1" name="ph5961"/>
              <p:cNvSpPr/>
              <p:nvPr/>
            </p:nvSpPr>
            <p:spPr>
              <a:xfrm>
                <a:off x="31887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2" name="ph5962"/>
              <p:cNvSpPr/>
              <p:nvPr/>
            </p:nvSpPr>
            <p:spPr>
              <a:xfrm>
                <a:off x="31980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3" name="ph5963"/>
              <p:cNvSpPr/>
              <p:nvPr/>
            </p:nvSpPr>
            <p:spPr>
              <a:xfrm>
                <a:off x="32072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4" name="ph5964"/>
              <p:cNvSpPr/>
              <p:nvPr/>
            </p:nvSpPr>
            <p:spPr>
              <a:xfrm>
                <a:off x="32165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5" name="ph5965"/>
              <p:cNvSpPr/>
              <p:nvPr/>
            </p:nvSpPr>
            <p:spPr>
              <a:xfrm>
                <a:off x="32257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6" name="ph5966"/>
              <p:cNvSpPr/>
              <p:nvPr/>
            </p:nvSpPr>
            <p:spPr>
              <a:xfrm>
                <a:off x="32350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7" name="ph5967"/>
              <p:cNvSpPr/>
              <p:nvPr/>
            </p:nvSpPr>
            <p:spPr>
              <a:xfrm>
                <a:off x="32443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8" name="ph5968"/>
              <p:cNvSpPr/>
              <p:nvPr/>
            </p:nvSpPr>
            <p:spPr>
              <a:xfrm>
                <a:off x="32535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9" name="ph5969"/>
              <p:cNvSpPr/>
              <p:nvPr/>
            </p:nvSpPr>
            <p:spPr>
              <a:xfrm>
                <a:off x="32628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0" name="ph5970"/>
              <p:cNvSpPr/>
              <p:nvPr/>
            </p:nvSpPr>
            <p:spPr>
              <a:xfrm>
                <a:off x="327210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1" name="ph5971"/>
              <p:cNvSpPr/>
              <p:nvPr/>
            </p:nvSpPr>
            <p:spPr>
              <a:xfrm>
                <a:off x="328136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2" name="ph5972"/>
              <p:cNvSpPr/>
              <p:nvPr/>
            </p:nvSpPr>
            <p:spPr>
              <a:xfrm>
                <a:off x="329063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3" name="ph5973"/>
              <p:cNvSpPr/>
              <p:nvPr/>
            </p:nvSpPr>
            <p:spPr>
              <a:xfrm>
                <a:off x="329989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4" name="ph5974"/>
              <p:cNvSpPr/>
              <p:nvPr/>
            </p:nvSpPr>
            <p:spPr>
              <a:xfrm>
                <a:off x="330915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5" name="ph5975"/>
              <p:cNvSpPr/>
              <p:nvPr/>
            </p:nvSpPr>
            <p:spPr>
              <a:xfrm>
                <a:off x="331841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6" name="ph5976"/>
              <p:cNvSpPr/>
              <p:nvPr/>
            </p:nvSpPr>
            <p:spPr>
              <a:xfrm>
                <a:off x="332767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7" name="ph5977"/>
              <p:cNvSpPr/>
              <p:nvPr/>
            </p:nvSpPr>
            <p:spPr>
              <a:xfrm>
                <a:off x="33369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8" name="ph5978"/>
              <p:cNvSpPr/>
              <p:nvPr/>
            </p:nvSpPr>
            <p:spPr>
              <a:xfrm>
                <a:off x="33462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9" name="ph5979"/>
              <p:cNvSpPr/>
              <p:nvPr/>
            </p:nvSpPr>
            <p:spPr>
              <a:xfrm>
                <a:off x="335546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0" name="ph5980"/>
              <p:cNvSpPr/>
              <p:nvPr/>
            </p:nvSpPr>
            <p:spPr>
              <a:xfrm>
                <a:off x="33647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1" name="ph5981"/>
              <p:cNvSpPr/>
              <p:nvPr/>
            </p:nvSpPr>
            <p:spPr>
              <a:xfrm>
                <a:off x="33739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2" name="ph5982"/>
              <p:cNvSpPr/>
              <p:nvPr/>
            </p:nvSpPr>
            <p:spPr>
              <a:xfrm>
                <a:off x="33832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3" name="ph5983"/>
              <p:cNvSpPr/>
              <p:nvPr/>
            </p:nvSpPr>
            <p:spPr>
              <a:xfrm>
                <a:off x="339251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4" name="ph5984"/>
              <p:cNvSpPr/>
              <p:nvPr/>
            </p:nvSpPr>
            <p:spPr>
              <a:xfrm>
                <a:off x="34017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5" name="ph5985"/>
              <p:cNvSpPr/>
              <p:nvPr/>
            </p:nvSpPr>
            <p:spPr>
              <a:xfrm>
                <a:off x="34110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6" name="ph5986"/>
              <p:cNvSpPr/>
              <p:nvPr/>
            </p:nvSpPr>
            <p:spPr>
              <a:xfrm>
                <a:off x="34203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7" name="ph5987"/>
              <p:cNvSpPr/>
              <p:nvPr/>
            </p:nvSpPr>
            <p:spPr>
              <a:xfrm>
                <a:off x="34295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8" name="ph5988"/>
              <p:cNvSpPr/>
              <p:nvPr/>
            </p:nvSpPr>
            <p:spPr>
              <a:xfrm>
                <a:off x="343882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9" name="ph5989"/>
              <p:cNvSpPr/>
              <p:nvPr/>
            </p:nvSpPr>
            <p:spPr>
              <a:xfrm>
                <a:off x="34480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0" name="ph5990"/>
              <p:cNvSpPr/>
              <p:nvPr/>
            </p:nvSpPr>
            <p:spPr>
              <a:xfrm>
                <a:off x="34573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1" name="ph5991"/>
              <p:cNvSpPr/>
              <p:nvPr/>
            </p:nvSpPr>
            <p:spPr>
              <a:xfrm>
                <a:off x="34666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2" name="ph5992"/>
              <p:cNvSpPr/>
              <p:nvPr/>
            </p:nvSpPr>
            <p:spPr>
              <a:xfrm>
                <a:off x="347587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3" name="ph5993"/>
              <p:cNvSpPr/>
              <p:nvPr/>
            </p:nvSpPr>
            <p:spPr>
              <a:xfrm>
                <a:off x="34851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4" name="ph5994"/>
              <p:cNvSpPr/>
              <p:nvPr/>
            </p:nvSpPr>
            <p:spPr>
              <a:xfrm>
                <a:off x="34943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5" name="ph5995"/>
              <p:cNvSpPr/>
              <p:nvPr/>
            </p:nvSpPr>
            <p:spPr>
              <a:xfrm>
                <a:off x="35036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6" name="ph5996"/>
              <p:cNvSpPr/>
              <p:nvPr/>
            </p:nvSpPr>
            <p:spPr>
              <a:xfrm>
                <a:off x="35129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7" name="ph5997"/>
              <p:cNvSpPr/>
              <p:nvPr/>
            </p:nvSpPr>
            <p:spPr>
              <a:xfrm>
                <a:off x="352218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8" name="ph5998"/>
              <p:cNvSpPr/>
              <p:nvPr/>
            </p:nvSpPr>
            <p:spPr>
              <a:xfrm>
                <a:off x="35314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9" name="ph5999"/>
              <p:cNvSpPr/>
              <p:nvPr/>
            </p:nvSpPr>
            <p:spPr>
              <a:xfrm>
                <a:off x="35407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0" name="ph6000"/>
              <p:cNvSpPr/>
              <p:nvPr/>
            </p:nvSpPr>
            <p:spPr>
              <a:xfrm>
                <a:off x="35499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1" name="ph6001"/>
              <p:cNvSpPr/>
              <p:nvPr/>
            </p:nvSpPr>
            <p:spPr>
              <a:xfrm>
                <a:off x="35592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2" name="ph6002"/>
              <p:cNvSpPr/>
              <p:nvPr/>
            </p:nvSpPr>
            <p:spPr>
              <a:xfrm>
                <a:off x="35684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3" name="ph6003"/>
              <p:cNvSpPr/>
              <p:nvPr/>
            </p:nvSpPr>
            <p:spPr>
              <a:xfrm>
                <a:off x="35777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4" name="ph6004"/>
              <p:cNvSpPr/>
              <p:nvPr/>
            </p:nvSpPr>
            <p:spPr>
              <a:xfrm>
                <a:off x="35870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5" name="ph6005"/>
              <p:cNvSpPr/>
              <p:nvPr/>
            </p:nvSpPr>
            <p:spPr>
              <a:xfrm>
                <a:off x="35962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6" name="ph6006"/>
              <p:cNvSpPr/>
              <p:nvPr/>
            </p:nvSpPr>
            <p:spPr>
              <a:xfrm>
                <a:off x="36055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7" name="ph6007"/>
              <p:cNvSpPr/>
              <p:nvPr/>
            </p:nvSpPr>
            <p:spPr>
              <a:xfrm>
                <a:off x="36148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8" name="ph6008"/>
              <p:cNvSpPr/>
              <p:nvPr/>
            </p:nvSpPr>
            <p:spPr>
              <a:xfrm>
                <a:off x="36240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9" name="ph6009"/>
              <p:cNvSpPr/>
              <p:nvPr/>
            </p:nvSpPr>
            <p:spPr>
              <a:xfrm>
                <a:off x="36333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0" name="ph6010"/>
              <p:cNvSpPr/>
              <p:nvPr/>
            </p:nvSpPr>
            <p:spPr>
              <a:xfrm>
                <a:off x="36425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1" name="ph6011"/>
              <p:cNvSpPr/>
              <p:nvPr/>
            </p:nvSpPr>
            <p:spPr>
              <a:xfrm>
                <a:off x="36518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2" name="ph6012"/>
              <p:cNvSpPr/>
              <p:nvPr/>
            </p:nvSpPr>
            <p:spPr>
              <a:xfrm>
                <a:off x="36611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3" name="ph6013"/>
              <p:cNvSpPr/>
              <p:nvPr/>
            </p:nvSpPr>
            <p:spPr>
              <a:xfrm>
                <a:off x="36703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4" name="ph6014"/>
              <p:cNvSpPr/>
              <p:nvPr/>
            </p:nvSpPr>
            <p:spPr>
              <a:xfrm>
                <a:off x="36796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5" name="ph6015"/>
              <p:cNvSpPr/>
              <p:nvPr/>
            </p:nvSpPr>
            <p:spPr>
              <a:xfrm>
                <a:off x="3688905" y="14642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990"/>
                    </a:lnTo>
                    <a:lnTo>
                      <a:pt x="920290" y="913051"/>
                    </a:lnTo>
                    <a:lnTo>
                      <a:pt x="919289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6" name="ph6016"/>
              <p:cNvSpPr/>
              <p:nvPr/>
            </p:nvSpPr>
            <p:spPr>
              <a:xfrm>
                <a:off x="3698168" y="1447056"/>
                <a:ext cx="920892" cy="925229"/>
              </a:xfrm>
              <a:custGeom>
                <a:avLst/>
                <a:gdLst/>
                <a:ahLst/>
                <a:cxnLst/>
                <a:rect l="0" t="0" r="0" b="0"/>
                <a:pathLst>
                  <a:path w="920892" h="925229">
                    <a:moveTo>
                      <a:pt x="914400" y="914400"/>
                    </a:moveTo>
                    <a:lnTo>
                      <a:pt x="920892" y="914400"/>
                    </a:lnTo>
                    <a:lnTo>
                      <a:pt x="919882" y="916272"/>
                    </a:lnTo>
                    <a:lnTo>
                      <a:pt x="915554" y="923496"/>
                    </a:lnTo>
                    <a:lnTo>
                      <a:pt x="914400" y="92522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7" name="ph6017"/>
              <p:cNvSpPr/>
              <p:nvPr/>
            </p:nvSpPr>
            <p:spPr>
              <a:xfrm>
                <a:off x="2077279" y="1429817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4273" y="917540"/>
                    </a:lnTo>
                    <a:lnTo>
                      <a:pt x="913156" y="915560"/>
                    </a:lnTo>
                    <a:lnTo>
                      <a:pt x="912501" y="914400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8" name="ph6018"/>
              <p:cNvSpPr/>
              <p:nvPr/>
            </p:nvSpPr>
            <p:spPr>
              <a:xfrm>
                <a:off x="20772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213" y="931638"/>
                    </a:lnTo>
                    <a:lnTo>
                      <a:pt x="922081" y="931403"/>
                    </a:lnTo>
                    <a:lnTo>
                      <a:pt x="920967" y="929422"/>
                    </a:lnTo>
                    <a:lnTo>
                      <a:pt x="919852" y="927441"/>
                    </a:lnTo>
                    <a:lnTo>
                      <a:pt x="918737" y="925461"/>
                    </a:lnTo>
                    <a:lnTo>
                      <a:pt x="917622" y="923480"/>
                    </a:lnTo>
                    <a:lnTo>
                      <a:pt x="916506" y="921500"/>
                    </a:lnTo>
                    <a:lnTo>
                      <a:pt x="915389" y="919520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9" name="ph6019"/>
              <p:cNvSpPr/>
              <p:nvPr/>
            </p:nvSpPr>
            <p:spPr>
              <a:xfrm>
                <a:off x="20865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0" name="ph6020"/>
              <p:cNvSpPr/>
              <p:nvPr/>
            </p:nvSpPr>
            <p:spPr>
              <a:xfrm>
                <a:off x="20958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1" name="ph6021"/>
              <p:cNvSpPr/>
              <p:nvPr/>
            </p:nvSpPr>
            <p:spPr>
              <a:xfrm>
                <a:off x="210506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2" name="ph6022"/>
              <p:cNvSpPr/>
              <p:nvPr/>
            </p:nvSpPr>
            <p:spPr>
              <a:xfrm>
                <a:off x="21143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3" name="ph6023"/>
              <p:cNvSpPr/>
              <p:nvPr/>
            </p:nvSpPr>
            <p:spPr>
              <a:xfrm>
                <a:off x="21235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4" name="ph6024"/>
              <p:cNvSpPr/>
              <p:nvPr/>
            </p:nvSpPr>
            <p:spPr>
              <a:xfrm>
                <a:off x="21328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5" name="ph6025"/>
              <p:cNvSpPr/>
              <p:nvPr/>
            </p:nvSpPr>
            <p:spPr>
              <a:xfrm>
                <a:off x="214211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6" name="ph6026"/>
              <p:cNvSpPr/>
              <p:nvPr/>
            </p:nvSpPr>
            <p:spPr>
              <a:xfrm>
                <a:off x="21513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7" name="ph6027"/>
              <p:cNvSpPr/>
              <p:nvPr/>
            </p:nvSpPr>
            <p:spPr>
              <a:xfrm>
                <a:off x="21606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8" name="ph6028"/>
              <p:cNvSpPr/>
              <p:nvPr/>
            </p:nvSpPr>
            <p:spPr>
              <a:xfrm>
                <a:off x="21699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9" name="ph6029"/>
              <p:cNvSpPr/>
              <p:nvPr/>
            </p:nvSpPr>
            <p:spPr>
              <a:xfrm>
                <a:off x="21791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0" name="ph6030"/>
              <p:cNvSpPr/>
              <p:nvPr/>
            </p:nvSpPr>
            <p:spPr>
              <a:xfrm>
                <a:off x="218842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1" name="ph6031"/>
              <p:cNvSpPr/>
              <p:nvPr/>
            </p:nvSpPr>
            <p:spPr>
              <a:xfrm>
                <a:off x="21976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2" name="ph6032"/>
              <p:cNvSpPr/>
              <p:nvPr/>
            </p:nvSpPr>
            <p:spPr>
              <a:xfrm>
                <a:off x="22069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3" name="ph6033"/>
              <p:cNvSpPr/>
              <p:nvPr/>
            </p:nvSpPr>
            <p:spPr>
              <a:xfrm>
                <a:off x="22162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4" name="ph6034"/>
              <p:cNvSpPr/>
              <p:nvPr/>
            </p:nvSpPr>
            <p:spPr>
              <a:xfrm>
                <a:off x="222547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5" name="ph6035"/>
              <p:cNvSpPr/>
              <p:nvPr/>
            </p:nvSpPr>
            <p:spPr>
              <a:xfrm>
                <a:off x="22347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6" name="ph6036"/>
              <p:cNvSpPr/>
              <p:nvPr/>
            </p:nvSpPr>
            <p:spPr>
              <a:xfrm>
                <a:off x="22439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7" name="ph6037"/>
              <p:cNvSpPr/>
              <p:nvPr/>
            </p:nvSpPr>
            <p:spPr>
              <a:xfrm>
                <a:off x="22532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148">
                  <a:alpha val="100000"/>
                </a:srgbClr>
              </a:solidFill>
              <a:ln w="5420" cap="flat">
                <a:solidFill>
                  <a:srgbClr val="F1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8" name="ph6038"/>
              <p:cNvSpPr/>
              <p:nvPr/>
            </p:nvSpPr>
            <p:spPr>
              <a:xfrm>
                <a:off x="22625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9" name="ph6039"/>
              <p:cNvSpPr/>
              <p:nvPr/>
            </p:nvSpPr>
            <p:spPr>
              <a:xfrm>
                <a:off x="22717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0" name="ph6040"/>
              <p:cNvSpPr/>
              <p:nvPr/>
            </p:nvSpPr>
            <p:spPr>
              <a:xfrm>
                <a:off x="22810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1" name="ph6041"/>
              <p:cNvSpPr/>
              <p:nvPr/>
            </p:nvSpPr>
            <p:spPr>
              <a:xfrm>
                <a:off x="22903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2" name="ph6042"/>
              <p:cNvSpPr/>
              <p:nvPr/>
            </p:nvSpPr>
            <p:spPr>
              <a:xfrm>
                <a:off x="22995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3" name="ph6043"/>
              <p:cNvSpPr/>
              <p:nvPr/>
            </p:nvSpPr>
            <p:spPr>
              <a:xfrm>
                <a:off x="230883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4" name="ph6044"/>
              <p:cNvSpPr/>
              <p:nvPr/>
            </p:nvSpPr>
            <p:spPr>
              <a:xfrm>
                <a:off x="23180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5" name="ph6045"/>
              <p:cNvSpPr/>
              <p:nvPr/>
            </p:nvSpPr>
            <p:spPr>
              <a:xfrm>
                <a:off x="23273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6" name="ph6046"/>
              <p:cNvSpPr/>
              <p:nvPr/>
            </p:nvSpPr>
            <p:spPr>
              <a:xfrm>
                <a:off x="23366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7" name="ph6047"/>
              <p:cNvSpPr/>
              <p:nvPr/>
            </p:nvSpPr>
            <p:spPr>
              <a:xfrm>
                <a:off x="23458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8" name="ph6048"/>
              <p:cNvSpPr/>
              <p:nvPr/>
            </p:nvSpPr>
            <p:spPr>
              <a:xfrm>
                <a:off x="235514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9" name="ph6049"/>
              <p:cNvSpPr/>
              <p:nvPr/>
            </p:nvSpPr>
            <p:spPr>
              <a:xfrm>
                <a:off x="23644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0" name="ph6050"/>
              <p:cNvSpPr/>
              <p:nvPr/>
            </p:nvSpPr>
            <p:spPr>
              <a:xfrm>
                <a:off x="23736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1" name="ph6051"/>
              <p:cNvSpPr/>
              <p:nvPr/>
            </p:nvSpPr>
            <p:spPr>
              <a:xfrm>
                <a:off x="23829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2" name="ph6052"/>
              <p:cNvSpPr/>
              <p:nvPr/>
            </p:nvSpPr>
            <p:spPr>
              <a:xfrm>
                <a:off x="2392195" y="1447056"/>
                <a:ext cx="9201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9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195" y="897161"/>
                    </a:lnTo>
                    <a:lnTo>
                      <a:pt x="919332" y="906484"/>
                    </a:lnTo>
                    <a:lnTo>
                      <a:pt x="918370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3" name="ph6053"/>
              <p:cNvSpPr/>
              <p:nvPr/>
            </p:nvSpPr>
            <p:spPr>
              <a:xfrm>
                <a:off x="3086861" y="14470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490" y="914400"/>
                    </a:lnTo>
                    <a:lnTo>
                      <a:pt x="911092" y="908302"/>
                    </a:lnTo>
                    <a:lnTo>
                      <a:pt x="913890" y="898918"/>
                    </a:lnTo>
                    <a:lnTo>
                      <a:pt x="914400" y="897400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4" name="ph6054"/>
              <p:cNvSpPr/>
              <p:nvPr/>
            </p:nvSpPr>
            <p:spPr>
              <a:xfrm>
                <a:off x="3096123" y="14298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639"/>
                    </a:lnTo>
                    <a:lnTo>
                      <a:pt x="905218" y="914400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5" name="ph6055"/>
              <p:cNvSpPr/>
              <p:nvPr/>
            </p:nvSpPr>
            <p:spPr>
              <a:xfrm>
                <a:off x="30961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6" name="ph6056"/>
              <p:cNvSpPr/>
              <p:nvPr/>
            </p:nvSpPr>
            <p:spPr>
              <a:xfrm>
                <a:off x="31053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7" name="ph6057"/>
              <p:cNvSpPr/>
              <p:nvPr/>
            </p:nvSpPr>
            <p:spPr>
              <a:xfrm>
                <a:off x="31146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8" name="ph6058"/>
              <p:cNvSpPr/>
              <p:nvPr/>
            </p:nvSpPr>
            <p:spPr>
              <a:xfrm>
                <a:off x="31239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9" name="ph6059"/>
              <p:cNvSpPr/>
              <p:nvPr/>
            </p:nvSpPr>
            <p:spPr>
              <a:xfrm>
                <a:off x="31331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0" name="ph6060"/>
              <p:cNvSpPr/>
              <p:nvPr/>
            </p:nvSpPr>
            <p:spPr>
              <a:xfrm>
                <a:off x="31424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1" name="ph6061"/>
              <p:cNvSpPr/>
              <p:nvPr/>
            </p:nvSpPr>
            <p:spPr>
              <a:xfrm>
                <a:off x="31516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2" name="ph6062"/>
              <p:cNvSpPr/>
              <p:nvPr/>
            </p:nvSpPr>
            <p:spPr>
              <a:xfrm>
                <a:off x="31609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3" name="ph6063"/>
              <p:cNvSpPr/>
              <p:nvPr/>
            </p:nvSpPr>
            <p:spPr>
              <a:xfrm>
                <a:off x="31702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4" name="ph6064"/>
              <p:cNvSpPr/>
              <p:nvPr/>
            </p:nvSpPr>
            <p:spPr>
              <a:xfrm>
                <a:off x="31794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5" name="ph6065"/>
              <p:cNvSpPr/>
              <p:nvPr/>
            </p:nvSpPr>
            <p:spPr>
              <a:xfrm>
                <a:off x="31887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6" name="ph6066"/>
              <p:cNvSpPr/>
              <p:nvPr/>
            </p:nvSpPr>
            <p:spPr>
              <a:xfrm>
                <a:off x="31980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7" name="ph6067"/>
              <p:cNvSpPr/>
              <p:nvPr/>
            </p:nvSpPr>
            <p:spPr>
              <a:xfrm>
                <a:off x="32072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8" name="ph6068"/>
              <p:cNvSpPr/>
              <p:nvPr/>
            </p:nvSpPr>
            <p:spPr>
              <a:xfrm>
                <a:off x="32165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9" name="ph6069"/>
              <p:cNvSpPr/>
              <p:nvPr/>
            </p:nvSpPr>
            <p:spPr>
              <a:xfrm>
                <a:off x="32257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0" name="ph6070"/>
              <p:cNvSpPr/>
              <p:nvPr/>
            </p:nvSpPr>
            <p:spPr>
              <a:xfrm>
                <a:off x="32350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1" name="ph6071"/>
              <p:cNvSpPr/>
              <p:nvPr/>
            </p:nvSpPr>
            <p:spPr>
              <a:xfrm>
                <a:off x="32443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2" name="ph6072"/>
              <p:cNvSpPr/>
              <p:nvPr/>
            </p:nvSpPr>
            <p:spPr>
              <a:xfrm>
                <a:off x="32535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3" name="ph6073"/>
              <p:cNvSpPr/>
              <p:nvPr/>
            </p:nvSpPr>
            <p:spPr>
              <a:xfrm>
                <a:off x="32628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4" name="ph6074"/>
              <p:cNvSpPr/>
              <p:nvPr/>
            </p:nvSpPr>
            <p:spPr>
              <a:xfrm>
                <a:off x="32721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5" name="ph6075"/>
              <p:cNvSpPr/>
              <p:nvPr/>
            </p:nvSpPr>
            <p:spPr>
              <a:xfrm>
                <a:off x="328136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6" name="ph6076"/>
              <p:cNvSpPr/>
              <p:nvPr/>
            </p:nvSpPr>
            <p:spPr>
              <a:xfrm>
                <a:off x="329063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7" name="ph6077"/>
              <p:cNvSpPr/>
              <p:nvPr/>
            </p:nvSpPr>
            <p:spPr>
              <a:xfrm>
                <a:off x="329989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8" name="ph6078"/>
              <p:cNvSpPr/>
              <p:nvPr/>
            </p:nvSpPr>
            <p:spPr>
              <a:xfrm>
                <a:off x="330915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9" name="ph6079"/>
              <p:cNvSpPr/>
              <p:nvPr/>
            </p:nvSpPr>
            <p:spPr>
              <a:xfrm>
                <a:off x="331841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0" name="ph6080"/>
              <p:cNvSpPr/>
              <p:nvPr/>
            </p:nvSpPr>
            <p:spPr>
              <a:xfrm>
                <a:off x="33276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1" name="ph6081"/>
              <p:cNvSpPr/>
              <p:nvPr/>
            </p:nvSpPr>
            <p:spPr>
              <a:xfrm>
                <a:off x="33369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2" name="ph6082"/>
              <p:cNvSpPr/>
              <p:nvPr/>
            </p:nvSpPr>
            <p:spPr>
              <a:xfrm>
                <a:off x="33462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3" name="ph6083"/>
              <p:cNvSpPr/>
              <p:nvPr/>
            </p:nvSpPr>
            <p:spPr>
              <a:xfrm>
                <a:off x="335546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4" name="ph6084"/>
              <p:cNvSpPr/>
              <p:nvPr/>
            </p:nvSpPr>
            <p:spPr>
              <a:xfrm>
                <a:off x="33647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5" name="ph6085"/>
              <p:cNvSpPr/>
              <p:nvPr/>
            </p:nvSpPr>
            <p:spPr>
              <a:xfrm>
                <a:off x="33739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6" name="ph6086"/>
              <p:cNvSpPr/>
              <p:nvPr/>
            </p:nvSpPr>
            <p:spPr>
              <a:xfrm>
                <a:off x="33832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7" name="ph6087"/>
              <p:cNvSpPr/>
              <p:nvPr/>
            </p:nvSpPr>
            <p:spPr>
              <a:xfrm>
                <a:off x="339251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8" name="ph6088"/>
              <p:cNvSpPr/>
              <p:nvPr/>
            </p:nvSpPr>
            <p:spPr>
              <a:xfrm>
                <a:off x="34017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9" name="ph6089"/>
              <p:cNvSpPr/>
              <p:nvPr/>
            </p:nvSpPr>
            <p:spPr>
              <a:xfrm>
                <a:off x="34110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0" name="ph6090"/>
              <p:cNvSpPr/>
              <p:nvPr/>
            </p:nvSpPr>
            <p:spPr>
              <a:xfrm>
                <a:off x="34203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1" name="ph6091"/>
              <p:cNvSpPr/>
              <p:nvPr/>
            </p:nvSpPr>
            <p:spPr>
              <a:xfrm>
                <a:off x="34295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2" name="ph6092"/>
              <p:cNvSpPr/>
              <p:nvPr/>
            </p:nvSpPr>
            <p:spPr>
              <a:xfrm>
                <a:off x="343882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3" name="ph6093"/>
              <p:cNvSpPr/>
              <p:nvPr/>
            </p:nvSpPr>
            <p:spPr>
              <a:xfrm>
                <a:off x="34480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4" name="ph6094"/>
              <p:cNvSpPr/>
              <p:nvPr/>
            </p:nvSpPr>
            <p:spPr>
              <a:xfrm>
                <a:off x="34573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5" name="ph6095"/>
              <p:cNvSpPr/>
              <p:nvPr/>
            </p:nvSpPr>
            <p:spPr>
              <a:xfrm>
                <a:off x="34666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6" name="ph6096"/>
              <p:cNvSpPr/>
              <p:nvPr/>
            </p:nvSpPr>
            <p:spPr>
              <a:xfrm>
                <a:off x="347587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7" name="ph6097"/>
              <p:cNvSpPr/>
              <p:nvPr/>
            </p:nvSpPr>
            <p:spPr>
              <a:xfrm>
                <a:off x="34851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8" name="ph6098"/>
              <p:cNvSpPr/>
              <p:nvPr/>
            </p:nvSpPr>
            <p:spPr>
              <a:xfrm>
                <a:off x="34943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9" name="ph6099"/>
              <p:cNvSpPr/>
              <p:nvPr/>
            </p:nvSpPr>
            <p:spPr>
              <a:xfrm>
                <a:off x="35036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0" name="ph6100"/>
              <p:cNvSpPr/>
              <p:nvPr/>
            </p:nvSpPr>
            <p:spPr>
              <a:xfrm>
                <a:off x="35129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1" name="ph6101"/>
              <p:cNvSpPr/>
              <p:nvPr/>
            </p:nvSpPr>
            <p:spPr>
              <a:xfrm>
                <a:off x="352218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2" name="ph6102"/>
              <p:cNvSpPr/>
              <p:nvPr/>
            </p:nvSpPr>
            <p:spPr>
              <a:xfrm>
                <a:off x="35314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3" name="ph6103"/>
              <p:cNvSpPr/>
              <p:nvPr/>
            </p:nvSpPr>
            <p:spPr>
              <a:xfrm>
                <a:off x="35407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4" name="ph6104"/>
              <p:cNvSpPr/>
              <p:nvPr/>
            </p:nvSpPr>
            <p:spPr>
              <a:xfrm>
                <a:off x="35499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5" name="ph6105"/>
              <p:cNvSpPr/>
              <p:nvPr/>
            </p:nvSpPr>
            <p:spPr>
              <a:xfrm>
                <a:off x="35592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6" name="ph6106"/>
              <p:cNvSpPr/>
              <p:nvPr/>
            </p:nvSpPr>
            <p:spPr>
              <a:xfrm>
                <a:off x="35684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7" name="ph6107"/>
              <p:cNvSpPr/>
              <p:nvPr/>
            </p:nvSpPr>
            <p:spPr>
              <a:xfrm>
                <a:off x="35777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8" name="ph6108"/>
              <p:cNvSpPr/>
              <p:nvPr/>
            </p:nvSpPr>
            <p:spPr>
              <a:xfrm>
                <a:off x="35870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9" name="ph6109"/>
              <p:cNvSpPr/>
              <p:nvPr/>
            </p:nvSpPr>
            <p:spPr>
              <a:xfrm>
                <a:off x="35962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0" name="ph6110"/>
              <p:cNvSpPr/>
              <p:nvPr/>
            </p:nvSpPr>
            <p:spPr>
              <a:xfrm>
                <a:off x="36055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1" name="ph6111"/>
              <p:cNvSpPr/>
              <p:nvPr/>
            </p:nvSpPr>
            <p:spPr>
              <a:xfrm>
                <a:off x="36148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2" name="ph6112"/>
              <p:cNvSpPr/>
              <p:nvPr/>
            </p:nvSpPr>
            <p:spPr>
              <a:xfrm>
                <a:off x="36240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3" name="ph6113"/>
              <p:cNvSpPr/>
              <p:nvPr/>
            </p:nvSpPr>
            <p:spPr>
              <a:xfrm>
                <a:off x="36333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4" name="ph6114"/>
              <p:cNvSpPr/>
              <p:nvPr/>
            </p:nvSpPr>
            <p:spPr>
              <a:xfrm>
                <a:off x="36425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5" name="ph6115"/>
              <p:cNvSpPr/>
              <p:nvPr/>
            </p:nvSpPr>
            <p:spPr>
              <a:xfrm>
                <a:off x="36518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6" name="ph6116"/>
              <p:cNvSpPr/>
              <p:nvPr/>
            </p:nvSpPr>
            <p:spPr>
              <a:xfrm>
                <a:off x="36611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7" name="ph6117"/>
              <p:cNvSpPr/>
              <p:nvPr/>
            </p:nvSpPr>
            <p:spPr>
              <a:xfrm>
                <a:off x="36703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8" name="ph6118"/>
              <p:cNvSpPr/>
              <p:nvPr/>
            </p:nvSpPr>
            <p:spPr>
              <a:xfrm>
                <a:off x="36796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9" name="ph6119"/>
              <p:cNvSpPr/>
              <p:nvPr/>
            </p:nvSpPr>
            <p:spPr>
              <a:xfrm>
                <a:off x="36889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0" name="ph6120"/>
              <p:cNvSpPr/>
              <p:nvPr/>
            </p:nvSpPr>
            <p:spPr>
              <a:xfrm>
                <a:off x="3698168" y="14470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266"/>
                    </a:lnTo>
                    <a:lnTo>
                      <a:pt x="920892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1" name="ph6121"/>
              <p:cNvSpPr/>
              <p:nvPr/>
            </p:nvSpPr>
            <p:spPr>
              <a:xfrm>
                <a:off x="3707430" y="1429817"/>
                <a:ext cx="920146" cy="926505"/>
              </a:xfrm>
              <a:custGeom>
                <a:avLst/>
                <a:gdLst/>
                <a:ahLst/>
                <a:cxnLst/>
                <a:rect l="0" t="0" r="0" b="0"/>
                <a:pathLst>
                  <a:path w="920146" h="926505">
                    <a:moveTo>
                      <a:pt x="914400" y="914400"/>
                    </a:moveTo>
                    <a:lnTo>
                      <a:pt x="920146" y="914400"/>
                    </a:lnTo>
                    <a:lnTo>
                      <a:pt x="918639" y="917849"/>
                    </a:lnTo>
                    <a:lnTo>
                      <a:pt x="914739" y="925875"/>
                    </a:lnTo>
                    <a:lnTo>
                      <a:pt x="914400" y="926505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2" name="ph6122"/>
              <p:cNvSpPr/>
              <p:nvPr/>
            </p:nvSpPr>
            <p:spPr>
              <a:xfrm>
                <a:off x="2068017" y="1412579"/>
                <a:ext cx="914400" cy="9177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01">
                    <a:moveTo>
                      <a:pt x="914400" y="914400"/>
                    </a:moveTo>
                    <a:lnTo>
                      <a:pt x="914400" y="917701"/>
                    </a:lnTo>
                    <a:lnTo>
                      <a:pt x="912806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3" name="ph6123"/>
              <p:cNvSpPr/>
              <p:nvPr/>
            </p:nvSpPr>
            <p:spPr>
              <a:xfrm>
                <a:off x="20680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763" y="931638"/>
                    </a:lnTo>
                    <a:lnTo>
                      <a:pt x="921301" y="930818"/>
                    </a:lnTo>
                    <a:lnTo>
                      <a:pt x="920175" y="928824"/>
                    </a:lnTo>
                    <a:lnTo>
                      <a:pt x="916089" y="921201"/>
                    </a:lnTo>
                    <a:lnTo>
                      <a:pt x="914400" y="917701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4" name="ph6124"/>
              <p:cNvSpPr/>
              <p:nvPr/>
            </p:nvSpPr>
            <p:spPr>
              <a:xfrm>
                <a:off x="20772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5" name="ph6125"/>
              <p:cNvSpPr/>
              <p:nvPr/>
            </p:nvSpPr>
            <p:spPr>
              <a:xfrm>
                <a:off x="20865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6" name="ph6126"/>
              <p:cNvSpPr/>
              <p:nvPr/>
            </p:nvSpPr>
            <p:spPr>
              <a:xfrm>
                <a:off x="20958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7" name="ph6127"/>
              <p:cNvSpPr/>
              <p:nvPr/>
            </p:nvSpPr>
            <p:spPr>
              <a:xfrm>
                <a:off x="210506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8" name="ph6128"/>
              <p:cNvSpPr/>
              <p:nvPr/>
            </p:nvSpPr>
            <p:spPr>
              <a:xfrm>
                <a:off x="21143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9" name="ph6129"/>
              <p:cNvSpPr/>
              <p:nvPr/>
            </p:nvSpPr>
            <p:spPr>
              <a:xfrm>
                <a:off x="21235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0" name="ph6130"/>
              <p:cNvSpPr/>
              <p:nvPr/>
            </p:nvSpPr>
            <p:spPr>
              <a:xfrm>
                <a:off x="21328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1" name="ph6131"/>
              <p:cNvSpPr/>
              <p:nvPr/>
            </p:nvSpPr>
            <p:spPr>
              <a:xfrm>
                <a:off x="214211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2" name="ph6132"/>
              <p:cNvSpPr/>
              <p:nvPr/>
            </p:nvSpPr>
            <p:spPr>
              <a:xfrm>
                <a:off x="21513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3" name="ph6133"/>
              <p:cNvSpPr/>
              <p:nvPr/>
            </p:nvSpPr>
            <p:spPr>
              <a:xfrm>
                <a:off x="21606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4" name="ph6134"/>
              <p:cNvSpPr/>
              <p:nvPr/>
            </p:nvSpPr>
            <p:spPr>
              <a:xfrm>
                <a:off x="21699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5" name="ph6135"/>
              <p:cNvSpPr/>
              <p:nvPr/>
            </p:nvSpPr>
            <p:spPr>
              <a:xfrm>
                <a:off x="21791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6" name="ph6136"/>
              <p:cNvSpPr/>
              <p:nvPr/>
            </p:nvSpPr>
            <p:spPr>
              <a:xfrm>
                <a:off x="218842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7" name="ph6137"/>
              <p:cNvSpPr/>
              <p:nvPr/>
            </p:nvSpPr>
            <p:spPr>
              <a:xfrm>
                <a:off x="21976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8" name="ph6138"/>
              <p:cNvSpPr/>
              <p:nvPr/>
            </p:nvSpPr>
            <p:spPr>
              <a:xfrm>
                <a:off x="22069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9" name="ph6139"/>
              <p:cNvSpPr/>
              <p:nvPr/>
            </p:nvSpPr>
            <p:spPr>
              <a:xfrm>
                <a:off x="22162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0" name="ph6140"/>
              <p:cNvSpPr/>
              <p:nvPr/>
            </p:nvSpPr>
            <p:spPr>
              <a:xfrm>
                <a:off x="222547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1" name="ph6141"/>
              <p:cNvSpPr/>
              <p:nvPr/>
            </p:nvSpPr>
            <p:spPr>
              <a:xfrm>
                <a:off x="22347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2" name="ph6142"/>
              <p:cNvSpPr/>
              <p:nvPr/>
            </p:nvSpPr>
            <p:spPr>
              <a:xfrm>
                <a:off x="22439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3" name="ph6143"/>
              <p:cNvSpPr/>
              <p:nvPr/>
            </p:nvSpPr>
            <p:spPr>
              <a:xfrm>
                <a:off x="22532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4" name="ph6144"/>
              <p:cNvSpPr/>
              <p:nvPr/>
            </p:nvSpPr>
            <p:spPr>
              <a:xfrm>
                <a:off x="22625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5" name="ph6145"/>
              <p:cNvSpPr/>
              <p:nvPr/>
            </p:nvSpPr>
            <p:spPr>
              <a:xfrm>
                <a:off x="22717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6" name="ph6146"/>
              <p:cNvSpPr/>
              <p:nvPr/>
            </p:nvSpPr>
            <p:spPr>
              <a:xfrm>
                <a:off x="22810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7" name="ph6147"/>
              <p:cNvSpPr/>
              <p:nvPr/>
            </p:nvSpPr>
            <p:spPr>
              <a:xfrm>
                <a:off x="22903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8" name="ph6148"/>
              <p:cNvSpPr/>
              <p:nvPr/>
            </p:nvSpPr>
            <p:spPr>
              <a:xfrm>
                <a:off x="22995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9" name="ph6149"/>
              <p:cNvSpPr/>
              <p:nvPr/>
            </p:nvSpPr>
            <p:spPr>
              <a:xfrm>
                <a:off x="230883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0" name="ph6150"/>
              <p:cNvSpPr/>
              <p:nvPr/>
            </p:nvSpPr>
            <p:spPr>
              <a:xfrm>
                <a:off x="23180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1" name="ph6151"/>
              <p:cNvSpPr/>
              <p:nvPr/>
            </p:nvSpPr>
            <p:spPr>
              <a:xfrm>
                <a:off x="23273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2" name="ph6152"/>
              <p:cNvSpPr/>
              <p:nvPr/>
            </p:nvSpPr>
            <p:spPr>
              <a:xfrm>
                <a:off x="23366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3" name="ph6153"/>
              <p:cNvSpPr/>
              <p:nvPr/>
            </p:nvSpPr>
            <p:spPr>
              <a:xfrm>
                <a:off x="23458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4" name="ph6154"/>
              <p:cNvSpPr/>
              <p:nvPr/>
            </p:nvSpPr>
            <p:spPr>
              <a:xfrm>
                <a:off x="235514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5" name="ph6155"/>
              <p:cNvSpPr/>
              <p:nvPr/>
            </p:nvSpPr>
            <p:spPr>
              <a:xfrm>
                <a:off x="23644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6" name="ph6156"/>
              <p:cNvSpPr/>
              <p:nvPr/>
            </p:nvSpPr>
            <p:spPr>
              <a:xfrm>
                <a:off x="23736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7" name="ph6157"/>
              <p:cNvSpPr/>
              <p:nvPr/>
            </p:nvSpPr>
            <p:spPr>
              <a:xfrm>
                <a:off x="23829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8" name="ph6158"/>
              <p:cNvSpPr/>
              <p:nvPr/>
            </p:nvSpPr>
            <p:spPr>
              <a:xfrm>
                <a:off x="2392195" y="1429817"/>
                <a:ext cx="921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8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185" y="897161"/>
                    </a:lnTo>
                    <a:lnTo>
                      <a:pt x="920996" y="902450"/>
                    </a:lnTo>
                    <a:lnTo>
                      <a:pt x="920312" y="913126"/>
                    </a:lnTo>
                    <a:lnTo>
                      <a:pt x="920195" y="914400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9" name="ph6159"/>
              <p:cNvSpPr/>
              <p:nvPr/>
            </p:nvSpPr>
            <p:spPr>
              <a:xfrm>
                <a:off x="3096123" y="14125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218" y="931638"/>
                    </a:lnTo>
                    <a:lnTo>
                      <a:pt x="907683" y="924294"/>
                    </a:lnTo>
                    <a:lnTo>
                      <a:pt x="910988" y="915500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0" name="ph6160"/>
              <p:cNvSpPr/>
              <p:nvPr/>
            </p:nvSpPr>
            <p:spPr>
              <a:xfrm>
                <a:off x="30961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1" name="ph6161"/>
              <p:cNvSpPr/>
              <p:nvPr/>
            </p:nvSpPr>
            <p:spPr>
              <a:xfrm>
                <a:off x="31053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2" name="ph6162"/>
              <p:cNvSpPr/>
              <p:nvPr/>
            </p:nvSpPr>
            <p:spPr>
              <a:xfrm>
                <a:off x="31146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3" name="ph6163"/>
              <p:cNvSpPr/>
              <p:nvPr/>
            </p:nvSpPr>
            <p:spPr>
              <a:xfrm>
                <a:off x="31239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4" name="ph6164"/>
              <p:cNvSpPr/>
              <p:nvPr/>
            </p:nvSpPr>
            <p:spPr>
              <a:xfrm>
                <a:off x="31331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5" name="ph6165"/>
              <p:cNvSpPr/>
              <p:nvPr/>
            </p:nvSpPr>
            <p:spPr>
              <a:xfrm>
                <a:off x="31424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6" name="ph6166"/>
              <p:cNvSpPr/>
              <p:nvPr/>
            </p:nvSpPr>
            <p:spPr>
              <a:xfrm>
                <a:off x="31516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7" name="ph6167"/>
              <p:cNvSpPr/>
              <p:nvPr/>
            </p:nvSpPr>
            <p:spPr>
              <a:xfrm>
                <a:off x="31609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8" name="ph6168"/>
              <p:cNvSpPr/>
              <p:nvPr/>
            </p:nvSpPr>
            <p:spPr>
              <a:xfrm>
                <a:off x="31702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9" name="ph6169"/>
              <p:cNvSpPr/>
              <p:nvPr/>
            </p:nvSpPr>
            <p:spPr>
              <a:xfrm>
                <a:off x="31794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0" name="ph6170"/>
              <p:cNvSpPr/>
              <p:nvPr/>
            </p:nvSpPr>
            <p:spPr>
              <a:xfrm>
                <a:off x="31887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1" name="ph6171"/>
              <p:cNvSpPr/>
              <p:nvPr/>
            </p:nvSpPr>
            <p:spPr>
              <a:xfrm>
                <a:off x="31980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2" name="ph6172"/>
              <p:cNvSpPr/>
              <p:nvPr/>
            </p:nvSpPr>
            <p:spPr>
              <a:xfrm>
                <a:off x="32072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3" name="ph6173"/>
              <p:cNvSpPr/>
              <p:nvPr/>
            </p:nvSpPr>
            <p:spPr>
              <a:xfrm>
                <a:off x="32165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4" name="ph6174"/>
              <p:cNvSpPr/>
              <p:nvPr/>
            </p:nvSpPr>
            <p:spPr>
              <a:xfrm>
                <a:off x="32257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5" name="ph6175"/>
              <p:cNvSpPr/>
              <p:nvPr/>
            </p:nvSpPr>
            <p:spPr>
              <a:xfrm>
                <a:off x="32350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6" name="ph6176"/>
              <p:cNvSpPr/>
              <p:nvPr/>
            </p:nvSpPr>
            <p:spPr>
              <a:xfrm>
                <a:off x="32443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7" name="ph6177"/>
              <p:cNvSpPr/>
              <p:nvPr/>
            </p:nvSpPr>
            <p:spPr>
              <a:xfrm>
                <a:off x="32535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8" name="ph6178"/>
              <p:cNvSpPr/>
              <p:nvPr/>
            </p:nvSpPr>
            <p:spPr>
              <a:xfrm>
                <a:off x="32628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9" name="ph6179"/>
              <p:cNvSpPr/>
              <p:nvPr/>
            </p:nvSpPr>
            <p:spPr>
              <a:xfrm>
                <a:off x="32721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0" name="ph6180"/>
              <p:cNvSpPr/>
              <p:nvPr/>
            </p:nvSpPr>
            <p:spPr>
              <a:xfrm>
                <a:off x="32813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1" name="ph6181"/>
              <p:cNvSpPr/>
              <p:nvPr/>
            </p:nvSpPr>
            <p:spPr>
              <a:xfrm>
                <a:off x="329063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2" name="ph6182"/>
              <p:cNvSpPr/>
              <p:nvPr/>
            </p:nvSpPr>
            <p:spPr>
              <a:xfrm>
                <a:off x="329989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3" name="ph6183"/>
              <p:cNvSpPr/>
              <p:nvPr/>
            </p:nvSpPr>
            <p:spPr>
              <a:xfrm>
                <a:off x="330915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4" name="ph6184"/>
              <p:cNvSpPr/>
              <p:nvPr/>
            </p:nvSpPr>
            <p:spPr>
              <a:xfrm>
                <a:off x="33184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5" name="ph6185"/>
              <p:cNvSpPr/>
              <p:nvPr/>
            </p:nvSpPr>
            <p:spPr>
              <a:xfrm>
                <a:off x="33276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6" name="ph6186"/>
              <p:cNvSpPr/>
              <p:nvPr/>
            </p:nvSpPr>
            <p:spPr>
              <a:xfrm>
                <a:off x="33369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7" name="ph6187"/>
              <p:cNvSpPr/>
              <p:nvPr/>
            </p:nvSpPr>
            <p:spPr>
              <a:xfrm>
                <a:off x="33462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8" name="ph6188"/>
              <p:cNvSpPr/>
              <p:nvPr/>
            </p:nvSpPr>
            <p:spPr>
              <a:xfrm>
                <a:off x="335546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9" name="ph6189"/>
              <p:cNvSpPr/>
              <p:nvPr/>
            </p:nvSpPr>
            <p:spPr>
              <a:xfrm>
                <a:off x="33647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0" name="ph6190"/>
              <p:cNvSpPr/>
              <p:nvPr/>
            </p:nvSpPr>
            <p:spPr>
              <a:xfrm>
                <a:off x="33739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1" name="ph6191"/>
              <p:cNvSpPr/>
              <p:nvPr/>
            </p:nvSpPr>
            <p:spPr>
              <a:xfrm>
                <a:off x="33832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2" name="ph6192"/>
              <p:cNvSpPr/>
              <p:nvPr/>
            </p:nvSpPr>
            <p:spPr>
              <a:xfrm>
                <a:off x="339251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3" name="ph6193"/>
              <p:cNvSpPr/>
              <p:nvPr/>
            </p:nvSpPr>
            <p:spPr>
              <a:xfrm>
                <a:off x="34017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4" name="ph6194"/>
              <p:cNvSpPr/>
              <p:nvPr/>
            </p:nvSpPr>
            <p:spPr>
              <a:xfrm>
                <a:off x="34110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5" name="ph6195"/>
              <p:cNvSpPr/>
              <p:nvPr/>
            </p:nvSpPr>
            <p:spPr>
              <a:xfrm>
                <a:off x="34203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6" name="ph6196"/>
              <p:cNvSpPr/>
              <p:nvPr/>
            </p:nvSpPr>
            <p:spPr>
              <a:xfrm>
                <a:off x="34295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7" name="ph6197"/>
              <p:cNvSpPr/>
              <p:nvPr/>
            </p:nvSpPr>
            <p:spPr>
              <a:xfrm>
                <a:off x="343882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8" name="ph6198"/>
              <p:cNvSpPr/>
              <p:nvPr/>
            </p:nvSpPr>
            <p:spPr>
              <a:xfrm>
                <a:off x="34480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9" name="ph6199"/>
              <p:cNvSpPr/>
              <p:nvPr/>
            </p:nvSpPr>
            <p:spPr>
              <a:xfrm>
                <a:off x="34573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0" name="ph6200"/>
              <p:cNvSpPr/>
              <p:nvPr/>
            </p:nvSpPr>
            <p:spPr>
              <a:xfrm>
                <a:off x="34666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1" name="ph6201"/>
              <p:cNvSpPr/>
              <p:nvPr/>
            </p:nvSpPr>
            <p:spPr>
              <a:xfrm>
                <a:off x="347587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2" name="ph6202"/>
              <p:cNvSpPr/>
              <p:nvPr/>
            </p:nvSpPr>
            <p:spPr>
              <a:xfrm>
                <a:off x="34851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3" name="ph6203"/>
              <p:cNvSpPr/>
              <p:nvPr/>
            </p:nvSpPr>
            <p:spPr>
              <a:xfrm>
                <a:off x="34943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4" name="ph6204"/>
              <p:cNvSpPr/>
              <p:nvPr/>
            </p:nvSpPr>
            <p:spPr>
              <a:xfrm>
                <a:off x="35036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5" name="ph6205"/>
              <p:cNvSpPr/>
              <p:nvPr/>
            </p:nvSpPr>
            <p:spPr>
              <a:xfrm>
                <a:off x="35129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6" name="ph6206"/>
              <p:cNvSpPr/>
              <p:nvPr/>
            </p:nvSpPr>
            <p:spPr>
              <a:xfrm>
                <a:off x="352218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7" name="ph6207"/>
              <p:cNvSpPr/>
              <p:nvPr/>
            </p:nvSpPr>
            <p:spPr>
              <a:xfrm>
                <a:off x="35314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8" name="ph6208"/>
              <p:cNvSpPr/>
              <p:nvPr/>
            </p:nvSpPr>
            <p:spPr>
              <a:xfrm>
                <a:off x="35407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9" name="ph6209"/>
              <p:cNvSpPr/>
              <p:nvPr/>
            </p:nvSpPr>
            <p:spPr>
              <a:xfrm>
                <a:off x="35499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0" name="ph6210"/>
              <p:cNvSpPr/>
              <p:nvPr/>
            </p:nvSpPr>
            <p:spPr>
              <a:xfrm>
                <a:off x="35592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1" name="ph6211"/>
              <p:cNvSpPr/>
              <p:nvPr/>
            </p:nvSpPr>
            <p:spPr>
              <a:xfrm>
                <a:off x="35684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2" name="ph6212"/>
              <p:cNvSpPr/>
              <p:nvPr/>
            </p:nvSpPr>
            <p:spPr>
              <a:xfrm>
                <a:off x="35777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3" name="ph6213"/>
              <p:cNvSpPr/>
              <p:nvPr/>
            </p:nvSpPr>
            <p:spPr>
              <a:xfrm>
                <a:off x="35870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4" name="ph6214"/>
              <p:cNvSpPr/>
              <p:nvPr/>
            </p:nvSpPr>
            <p:spPr>
              <a:xfrm>
                <a:off x="35962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5" name="ph6215"/>
              <p:cNvSpPr/>
              <p:nvPr/>
            </p:nvSpPr>
            <p:spPr>
              <a:xfrm>
                <a:off x="36055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6" name="ph6216"/>
              <p:cNvSpPr/>
              <p:nvPr/>
            </p:nvSpPr>
            <p:spPr>
              <a:xfrm>
                <a:off x="36148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7" name="ph6217"/>
              <p:cNvSpPr/>
              <p:nvPr/>
            </p:nvSpPr>
            <p:spPr>
              <a:xfrm>
                <a:off x="36240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8" name="ph6218"/>
              <p:cNvSpPr/>
              <p:nvPr/>
            </p:nvSpPr>
            <p:spPr>
              <a:xfrm>
                <a:off x="36333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9" name="ph6219"/>
              <p:cNvSpPr/>
              <p:nvPr/>
            </p:nvSpPr>
            <p:spPr>
              <a:xfrm>
                <a:off x="36425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0" name="ph6220"/>
              <p:cNvSpPr/>
              <p:nvPr/>
            </p:nvSpPr>
            <p:spPr>
              <a:xfrm>
                <a:off x="36518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1" name="ph6221"/>
              <p:cNvSpPr/>
              <p:nvPr/>
            </p:nvSpPr>
            <p:spPr>
              <a:xfrm>
                <a:off x="36611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2" name="ph6222"/>
              <p:cNvSpPr/>
              <p:nvPr/>
            </p:nvSpPr>
            <p:spPr>
              <a:xfrm>
                <a:off x="36703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3" name="ph6223"/>
              <p:cNvSpPr/>
              <p:nvPr/>
            </p:nvSpPr>
            <p:spPr>
              <a:xfrm>
                <a:off x="36796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4" name="ph6224"/>
              <p:cNvSpPr/>
              <p:nvPr/>
            </p:nvSpPr>
            <p:spPr>
              <a:xfrm>
                <a:off x="36889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5" name="ph6225"/>
              <p:cNvSpPr/>
              <p:nvPr/>
            </p:nvSpPr>
            <p:spPr>
              <a:xfrm>
                <a:off x="36981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6" name="ph6226"/>
              <p:cNvSpPr/>
              <p:nvPr/>
            </p:nvSpPr>
            <p:spPr>
              <a:xfrm>
                <a:off x="3707430" y="14298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001"/>
                    </a:lnTo>
                    <a:lnTo>
                      <a:pt x="922307" y="909454"/>
                    </a:lnTo>
                    <a:lnTo>
                      <a:pt x="920146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7" name="ph6227"/>
              <p:cNvSpPr/>
              <p:nvPr/>
            </p:nvSpPr>
            <p:spPr>
              <a:xfrm>
                <a:off x="3716692" y="1412579"/>
                <a:ext cx="917719" cy="923239"/>
              </a:xfrm>
              <a:custGeom>
                <a:avLst/>
                <a:gdLst/>
                <a:ahLst/>
                <a:cxnLst/>
                <a:rect l="0" t="0" r="0" b="0"/>
                <a:pathLst>
                  <a:path w="917719" h="923239">
                    <a:moveTo>
                      <a:pt x="914400" y="914400"/>
                    </a:moveTo>
                    <a:lnTo>
                      <a:pt x="917719" y="914400"/>
                    </a:lnTo>
                    <a:lnTo>
                      <a:pt x="916473" y="917953"/>
                    </a:lnTo>
                    <a:lnTo>
                      <a:pt x="914400" y="92323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8" name="ph6228"/>
              <p:cNvSpPr/>
              <p:nvPr/>
            </p:nvSpPr>
            <p:spPr>
              <a:xfrm>
                <a:off x="2068017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806" y="931638"/>
                    </a:lnTo>
                    <a:lnTo>
                      <a:pt x="912223" y="930431"/>
                    </a:lnTo>
                    <a:lnTo>
                      <a:pt x="908585" y="922058"/>
                    </a:lnTo>
                    <a:lnTo>
                      <a:pt x="905597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9" name="ph6229"/>
              <p:cNvSpPr/>
              <p:nvPr/>
            </p:nvSpPr>
            <p:spPr>
              <a:xfrm>
                <a:off x="20680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0" name="ph6230"/>
              <p:cNvSpPr/>
              <p:nvPr/>
            </p:nvSpPr>
            <p:spPr>
              <a:xfrm>
                <a:off x="20772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1" name="ph6231"/>
              <p:cNvSpPr/>
              <p:nvPr/>
            </p:nvSpPr>
            <p:spPr>
              <a:xfrm>
                <a:off x="20865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2" name="ph6232"/>
              <p:cNvSpPr/>
              <p:nvPr/>
            </p:nvSpPr>
            <p:spPr>
              <a:xfrm>
                <a:off x="20958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3" name="ph6233"/>
              <p:cNvSpPr/>
              <p:nvPr/>
            </p:nvSpPr>
            <p:spPr>
              <a:xfrm>
                <a:off x="210506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4" name="ph6234"/>
              <p:cNvSpPr/>
              <p:nvPr/>
            </p:nvSpPr>
            <p:spPr>
              <a:xfrm>
                <a:off x="21143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5" name="ph6235"/>
              <p:cNvSpPr/>
              <p:nvPr/>
            </p:nvSpPr>
            <p:spPr>
              <a:xfrm>
                <a:off x="21235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6" name="ph6236"/>
              <p:cNvSpPr/>
              <p:nvPr/>
            </p:nvSpPr>
            <p:spPr>
              <a:xfrm>
                <a:off x="21328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7" name="ph6237"/>
              <p:cNvSpPr/>
              <p:nvPr/>
            </p:nvSpPr>
            <p:spPr>
              <a:xfrm>
                <a:off x="214211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8" name="ph6238"/>
              <p:cNvSpPr/>
              <p:nvPr/>
            </p:nvSpPr>
            <p:spPr>
              <a:xfrm>
                <a:off x="21513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9" name="ph6239"/>
              <p:cNvSpPr/>
              <p:nvPr/>
            </p:nvSpPr>
            <p:spPr>
              <a:xfrm>
                <a:off x="21606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0" name="ph6240"/>
              <p:cNvSpPr/>
              <p:nvPr/>
            </p:nvSpPr>
            <p:spPr>
              <a:xfrm>
                <a:off x="21699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1" name="ph6241"/>
              <p:cNvSpPr/>
              <p:nvPr/>
            </p:nvSpPr>
            <p:spPr>
              <a:xfrm>
                <a:off x="21791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2" name="ph6242"/>
              <p:cNvSpPr/>
              <p:nvPr/>
            </p:nvSpPr>
            <p:spPr>
              <a:xfrm>
                <a:off x="218842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3" name="ph6243"/>
              <p:cNvSpPr/>
              <p:nvPr/>
            </p:nvSpPr>
            <p:spPr>
              <a:xfrm>
                <a:off x="21976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4" name="ph6244"/>
              <p:cNvSpPr/>
              <p:nvPr/>
            </p:nvSpPr>
            <p:spPr>
              <a:xfrm>
                <a:off x="22069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5" name="ph6245"/>
              <p:cNvSpPr/>
              <p:nvPr/>
            </p:nvSpPr>
            <p:spPr>
              <a:xfrm>
                <a:off x="22162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6" name="ph6246"/>
              <p:cNvSpPr/>
              <p:nvPr/>
            </p:nvSpPr>
            <p:spPr>
              <a:xfrm>
                <a:off x="222547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7" name="ph6247"/>
              <p:cNvSpPr/>
              <p:nvPr/>
            </p:nvSpPr>
            <p:spPr>
              <a:xfrm>
                <a:off x="22347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8" name="ph6248"/>
              <p:cNvSpPr/>
              <p:nvPr/>
            </p:nvSpPr>
            <p:spPr>
              <a:xfrm>
                <a:off x="22439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9" name="ph6249"/>
              <p:cNvSpPr/>
              <p:nvPr/>
            </p:nvSpPr>
            <p:spPr>
              <a:xfrm>
                <a:off x="22532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0" name="ph6250"/>
              <p:cNvSpPr/>
              <p:nvPr/>
            </p:nvSpPr>
            <p:spPr>
              <a:xfrm>
                <a:off x="22625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1" name="ph6251"/>
              <p:cNvSpPr/>
              <p:nvPr/>
            </p:nvSpPr>
            <p:spPr>
              <a:xfrm>
                <a:off x="22717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2" name="ph6252"/>
              <p:cNvSpPr/>
              <p:nvPr/>
            </p:nvSpPr>
            <p:spPr>
              <a:xfrm>
                <a:off x="22810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3" name="ph6253"/>
              <p:cNvSpPr/>
              <p:nvPr/>
            </p:nvSpPr>
            <p:spPr>
              <a:xfrm>
                <a:off x="22903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4" name="ph6254"/>
              <p:cNvSpPr/>
              <p:nvPr/>
            </p:nvSpPr>
            <p:spPr>
              <a:xfrm>
                <a:off x="22995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5" name="ph6255"/>
              <p:cNvSpPr/>
              <p:nvPr/>
            </p:nvSpPr>
            <p:spPr>
              <a:xfrm>
                <a:off x="230883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6" name="ph6256"/>
              <p:cNvSpPr/>
              <p:nvPr/>
            </p:nvSpPr>
            <p:spPr>
              <a:xfrm>
                <a:off x="23180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7" name="ph6257"/>
              <p:cNvSpPr/>
              <p:nvPr/>
            </p:nvSpPr>
            <p:spPr>
              <a:xfrm>
                <a:off x="23273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8" name="ph6258"/>
              <p:cNvSpPr/>
              <p:nvPr/>
            </p:nvSpPr>
            <p:spPr>
              <a:xfrm>
                <a:off x="23366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9" name="ph6259"/>
              <p:cNvSpPr/>
              <p:nvPr/>
            </p:nvSpPr>
            <p:spPr>
              <a:xfrm>
                <a:off x="23458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0" name="ph6260"/>
              <p:cNvSpPr/>
              <p:nvPr/>
            </p:nvSpPr>
            <p:spPr>
              <a:xfrm>
                <a:off x="235514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1" name="ph6261"/>
              <p:cNvSpPr/>
              <p:nvPr/>
            </p:nvSpPr>
            <p:spPr>
              <a:xfrm>
                <a:off x="23644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2" name="ph6262"/>
              <p:cNvSpPr/>
              <p:nvPr/>
            </p:nvSpPr>
            <p:spPr>
              <a:xfrm>
                <a:off x="23736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3" name="ph6263"/>
              <p:cNvSpPr/>
              <p:nvPr/>
            </p:nvSpPr>
            <p:spPr>
              <a:xfrm>
                <a:off x="23829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4" name="ph6264"/>
              <p:cNvSpPr/>
              <p:nvPr/>
            </p:nvSpPr>
            <p:spPr>
              <a:xfrm>
                <a:off x="2392195" y="1412579"/>
                <a:ext cx="921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64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443" y="897161"/>
                    </a:lnTo>
                    <a:lnTo>
                      <a:pt x="921464" y="898209"/>
                    </a:lnTo>
                    <a:lnTo>
                      <a:pt x="921380" y="908960"/>
                    </a:lnTo>
                    <a:lnTo>
                      <a:pt x="921185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5" name="ph6265"/>
              <p:cNvSpPr/>
              <p:nvPr/>
            </p:nvSpPr>
            <p:spPr>
              <a:xfrm>
                <a:off x="3096123" y="14125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50" y="914400"/>
                    </a:lnTo>
                    <a:lnTo>
                      <a:pt x="914400" y="90735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6" name="ph6266"/>
              <p:cNvSpPr/>
              <p:nvPr/>
            </p:nvSpPr>
            <p:spPr>
              <a:xfrm>
                <a:off x="3105386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597"/>
                    </a:lnTo>
                    <a:lnTo>
                      <a:pt x="905272" y="924276"/>
                    </a:lnTo>
                    <a:lnTo>
                      <a:pt x="909049" y="916167"/>
                    </a:lnTo>
                    <a:lnTo>
                      <a:pt x="909962" y="914400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7" name="ph6267"/>
              <p:cNvSpPr/>
              <p:nvPr/>
            </p:nvSpPr>
            <p:spPr>
              <a:xfrm>
                <a:off x="31053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8" name="ph6268"/>
              <p:cNvSpPr/>
              <p:nvPr/>
            </p:nvSpPr>
            <p:spPr>
              <a:xfrm>
                <a:off x="31146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9" name="ph6269"/>
              <p:cNvSpPr/>
              <p:nvPr/>
            </p:nvSpPr>
            <p:spPr>
              <a:xfrm>
                <a:off x="31239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0" name="ph6270"/>
              <p:cNvSpPr/>
              <p:nvPr/>
            </p:nvSpPr>
            <p:spPr>
              <a:xfrm>
                <a:off x="31331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1" name="ph6271"/>
              <p:cNvSpPr/>
              <p:nvPr/>
            </p:nvSpPr>
            <p:spPr>
              <a:xfrm>
                <a:off x="31424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2" name="ph6272"/>
              <p:cNvSpPr/>
              <p:nvPr/>
            </p:nvSpPr>
            <p:spPr>
              <a:xfrm>
                <a:off x="31516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3" name="ph6273"/>
              <p:cNvSpPr/>
              <p:nvPr/>
            </p:nvSpPr>
            <p:spPr>
              <a:xfrm>
                <a:off x="31609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4" name="ph6274"/>
              <p:cNvSpPr/>
              <p:nvPr/>
            </p:nvSpPr>
            <p:spPr>
              <a:xfrm>
                <a:off x="31702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5" name="ph6275"/>
              <p:cNvSpPr/>
              <p:nvPr/>
            </p:nvSpPr>
            <p:spPr>
              <a:xfrm>
                <a:off x="31794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6" name="ph6276"/>
              <p:cNvSpPr/>
              <p:nvPr/>
            </p:nvSpPr>
            <p:spPr>
              <a:xfrm>
                <a:off x="31887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7" name="ph6277"/>
              <p:cNvSpPr/>
              <p:nvPr/>
            </p:nvSpPr>
            <p:spPr>
              <a:xfrm>
                <a:off x="31980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8" name="ph6278"/>
              <p:cNvSpPr/>
              <p:nvPr/>
            </p:nvSpPr>
            <p:spPr>
              <a:xfrm>
                <a:off x="32072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9" name="ph6279"/>
              <p:cNvSpPr/>
              <p:nvPr/>
            </p:nvSpPr>
            <p:spPr>
              <a:xfrm>
                <a:off x="32165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0" name="ph6280"/>
              <p:cNvSpPr/>
              <p:nvPr/>
            </p:nvSpPr>
            <p:spPr>
              <a:xfrm>
                <a:off x="32257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1" name="ph6281"/>
              <p:cNvSpPr/>
              <p:nvPr/>
            </p:nvSpPr>
            <p:spPr>
              <a:xfrm>
                <a:off x="32350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2" name="ph6282"/>
              <p:cNvSpPr/>
              <p:nvPr/>
            </p:nvSpPr>
            <p:spPr>
              <a:xfrm>
                <a:off x="32443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3" name="ph6283"/>
              <p:cNvSpPr/>
              <p:nvPr/>
            </p:nvSpPr>
            <p:spPr>
              <a:xfrm>
                <a:off x="32535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4" name="ph6284"/>
              <p:cNvSpPr/>
              <p:nvPr/>
            </p:nvSpPr>
            <p:spPr>
              <a:xfrm>
                <a:off x="32628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5" name="ph6285"/>
              <p:cNvSpPr/>
              <p:nvPr/>
            </p:nvSpPr>
            <p:spPr>
              <a:xfrm>
                <a:off x="32721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6" name="ph6286"/>
              <p:cNvSpPr/>
              <p:nvPr/>
            </p:nvSpPr>
            <p:spPr>
              <a:xfrm>
                <a:off x="32813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7" name="ph6287"/>
              <p:cNvSpPr/>
              <p:nvPr/>
            </p:nvSpPr>
            <p:spPr>
              <a:xfrm>
                <a:off x="32906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8" name="ph6288"/>
              <p:cNvSpPr/>
              <p:nvPr/>
            </p:nvSpPr>
            <p:spPr>
              <a:xfrm>
                <a:off x="329989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9" name="ph6289"/>
              <p:cNvSpPr/>
              <p:nvPr/>
            </p:nvSpPr>
            <p:spPr>
              <a:xfrm>
                <a:off x="330915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0" name="ph6290"/>
              <p:cNvSpPr/>
              <p:nvPr/>
            </p:nvSpPr>
            <p:spPr>
              <a:xfrm>
                <a:off x="33184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1" name="ph6291"/>
              <p:cNvSpPr/>
              <p:nvPr/>
            </p:nvSpPr>
            <p:spPr>
              <a:xfrm>
                <a:off x="33276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2" name="ph6292"/>
              <p:cNvSpPr/>
              <p:nvPr/>
            </p:nvSpPr>
            <p:spPr>
              <a:xfrm>
                <a:off x="33369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3" name="ph6293"/>
              <p:cNvSpPr/>
              <p:nvPr/>
            </p:nvSpPr>
            <p:spPr>
              <a:xfrm>
                <a:off x="33462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4" name="ph6294"/>
              <p:cNvSpPr/>
              <p:nvPr/>
            </p:nvSpPr>
            <p:spPr>
              <a:xfrm>
                <a:off x="335546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B">
                  <a:alpha val="100000"/>
                </a:srgbClr>
              </a:solidFill>
              <a:ln w="5420" cap="flat">
                <a:solidFill>
                  <a:srgbClr val="FC92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5" name="ph6295"/>
              <p:cNvSpPr/>
              <p:nvPr/>
            </p:nvSpPr>
            <p:spPr>
              <a:xfrm>
                <a:off x="33647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6" name="ph6296"/>
              <p:cNvSpPr/>
              <p:nvPr/>
            </p:nvSpPr>
            <p:spPr>
              <a:xfrm>
                <a:off x="33739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7" name="ph6297"/>
              <p:cNvSpPr/>
              <p:nvPr/>
            </p:nvSpPr>
            <p:spPr>
              <a:xfrm>
                <a:off x="33832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8" name="ph6298"/>
              <p:cNvSpPr/>
              <p:nvPr/>
            </p:nvSpPr>
            <p:spPr>
              <a:xfrm>
                <a:off x="339251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9" name="ph6299"/>
              <p:cNvSpPr/>
              <p:nvPr/>
            </p:nvSpPr>
            <p:spPr>
              <a:xfrm>
                <a:off x="34017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0" name="ph6300"/>
              <p:cNvSpPr/>
              <p:nvPr/>
            </p:nvSpPr>
            <p:spPr>
              <a:xfrm>
                <a:off x="34110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1" name="ph6301"/>
              <p:cNvSpPr/>
              <p:nvPr/>
            </p:nvSpPr>
            <p:spPr>
              <a:xfrm>
                <a:off x="34203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2" name="ph6302"/>
              <p:cNvSpPr/>
              <p:nvPr/>
            </p:nvSpPr>
            <p:spPr>
              <a:xfrm>
                <a:off x="34295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3" name="ph6303"/>
              <p:cNvSpPr/>
              <p:nvPr/>
            </p:nvSpPr>
            <p:spPr>
              <a:xfrm>
                <a:off x="343882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4" name="ph6304"/>
              <p:cNvSpPr/>
              <p:nvPr/>
            </p:nvSpPr>
            <p:spPr>
              <a:xfrm>
                <a:off x="34480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5" name="ph6305"/>
              <p:cNvSpPr/>
              <p:nvPr/>
            </p:nvSpPr>
            <p:spPr>
              <a:xfrm>
                <a:off x="34573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6" name="ph6306"/>
              <p:cNvSpPr/>
              <p:nvPr/>
            </p:nvSpPr>
            <p:spPr>
              <a:xfrm>
                <a:off x="34666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7" name="ph6307"/>
              <p:cNvSpPr/>
              <p:nvPr/>
            </p:nvSpPr>
            <p:spPr>
              <a:xfrm>
                <a:off x="347587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8" name="ph6308"/>
              <p:cNvSpPr/>
              <p:nvPr/>
            </p:nvSpPr>
            <p:spPr>
              <a:xfrm>
                <a:off x="34851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9" name="ph6309"/>
              <p:cNvSpPr/>
              <p:nvPr/>
            </p:nvSpPr>
            <p:spPr>
              <a:xfrm>
                <a:off x="34943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0" name="ph6310"/>
              <p:cNvSpPr/>
              <p:nvPr/>
            </p:nvSpPr>
            <p:spPr>
              <a:xfrm>
                <a:off x="35036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1" name="ph6311"/>
              <p:cNvSpPr/>
              <p:nvPr/>
            </p:nvSpPr>
            <p:spPr>
              <a:xfrm>
                <a:off x="35129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2" name="ph6312"/>
              <p:cNvSpPr/>
              <p:nvPr/>
            </p:nvSpPr>
            <p:spPr>
              <a:xfrm>
                <a:off x="352218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3" name="ph6313"/>
              <p:cNvSpPr/>
              <p:nvPr/>
            </p:nvSpPr>
            <p:spPr>
              <a:xfrm>
                <a:off x="35314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4" name="ph6314"/>
              <p:cNvSpPr/>
              <p:nvPr/>
            </p:nvSpPr>
            <p:spPr>
              <a:xfrm>
                <a:off x="35407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5" name="ph6315"/>
              <p:cNvSpPr/>
              <p:nvPr/>
            </p:nvSpPr>
            <p:spPr>
              <a:xfrm>
                <a:off x="35499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6" name="ph6316"/>
              <p:cNvSpPr/>
              <p:nvPr/>
            </p:nvSpPr>
            <p:spPr>
              <a:xfrm>
                <a:off x="35592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7" name="ph6317"/>
              <p:cNvSpPr/>
              <p:nvPr/>
            </p:nvSpPr>
            <p:spPr>
              <a:xfrm>
                <a:off x="35684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8" name="ph6318"/>
              <p:cNvSpPr/>
              <p:nvPr/>
            </p:nvSpPr>
            <p:spPr>
              <a:xfrm>
                <a:off x="35777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9" name="ph6319"/>
              <p:cNvSpPr/>
              <p:nvPr/>
            </p:nvSpPr>
            <p:spPr>
              <a:xfrm>
                <a:off x="35870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0" name="ph6320"/>
              <p:cNvSpPr/>
              <p:nvPr/>
            </p:nvSpPr>
            <p:spPr>
              <a:xfrm>
                <a:off x="35962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1" name="ph6321"/>
              <p:cNvSpPr/>
              <p:nvPr/>
            </p:nvSpPr>
            <p:spPr>
              <a:xfrm>
                <a:off x="36055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2" name="ph6322"/>
              <p:cNvSpPr/>
              <p:nvPr/>
            </p:nvSpPr>
            <p:spPr>
              <a:xfrm>
                <a:off x="36148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3" name="ph6323"/>
              <p:cNvSpPr/>
              <p:nvPr/>
            </p:nvSpPr>
            <p:spPr>
              <a:xfrm>
                <a:off x="36240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4" name="ph6324"/>
              <p:cNvSpPr/>
              <p:nvPr/>
            </p:nvSpPr>
            <p:spPr>
              <a:xfrm>
                <a:off x="36333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5" name="ph6325"/>
              <p:cNvSpPr/>
              <p:nvPr/>
            </p:nvSpPr>
            <p:spPr>
              <a:xfrm>
                <a:off x="36425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6" name="ph6326"/>
              <p:cNvSpPr/>
              <p:nvPr/>
            </p:nvSpPr>
            <p:spPr>
              <a:xfrm>
                <a:off x="36518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7" name="ph6327"/>
              <p:cNvSpPr/>
              <p:nvPr/>
            </p:nvSpPr>
            <p:spPr>
              <a:xfrm>
                <a:off x="36611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8" name="ph6328"/>
              <p:cNvSpPr/>
              <p:nvPr/>
            </p:nvSpPr>
            <p:spPr>
              <a:xfrm>
                <a:off x="36703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9" name="ph6329"/>
              <p:cNvSpPr/>
              <p:nvPr/>
            </p:nvSpPr>
            <p:spPr>
              <a:xfrm>
                <a:off x="36796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0" name="ph6330"/>
              <p:cNvSpPr/>
              <p:nvPr/>
            </p:nvSpPr>
            <p:spPr>
              <a:xfrm>
                <a:off x="36889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1" name="ph6331"/>
              <p:cNvSpPr/>
              <p:nvPr/>
            </p:nvSpPr>
            <p:spPr>
              <a:xfrm>
                <a:off x="36981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2" name="ph6332"/>
              <p:cNvSpPr/>
              <p:nvPr/>
            </p:nvSpPr>
            <p:spPr>
              <a:xfrm>
                <a:off x="37074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3" name="ph6333"/>
              <p:cNvSpPr/>
              <p:nvPr/>
            </p:nvSpPr>
            <p:spPr>
              <a:xfrm>
                <a:off x="3716692" y="1412579"/>
                <a:ext cx="9232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2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222" y="897161"/>
                    </a:lnTo>
                    <a:lnTo>
                      <a:pt x="922569" y="899533"/>
                    </a:lnTo>
                    <a:lnTo>
                      <a:pt x="919650" y="908891"/>
                    </a:lnTo>
                    <a:lnTo>
                      <a:pt x="917719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4" name="ph6334"/>
              <p:cNvSpPr/>
              <p:nvPr/>
            </p:nvSpPr>
            <p:spPr>
              <a:xfrm>
                <a:off x="2058755" y="1378102"/>
                <a:ext cx="914400" cy="9304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443">
                    <a:moveTo>
                      <a:pt x="914400" y="914400"/>
                    </a:moveTo>
                    <a:lnTo>
                      <a:pt x="914400" y="930443"/>
                    </a:lnTo>
                    <a:lnTo>
                      <a:pt x="912516" y="925043"/>
                    </a:lnTo>
                    <a:lnTo>
                      <a:pt x="910910" y="922839"/>
                    </a:lnTo>
                    <a:lnTo>
                      <a:pt x="906415" y="915962"/>
                    </a:lnTo>
                    <a:lnTo>
                      <a:pt x="905496" y="914400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5" name="ph6335"/>
              <p:cNvSpPr/>
              <p:nvPr/>
            </p:nvSpPr>
            <p:spPr>
              <a:xfrm>
                <a:off x="205875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860" y="931638"/>
                    </a:lnTo>
                    <a:lnTo>
                      <a:pt x="914448" y="930584"/>
                    </a:lnTo>
                    <a:lnTo>
                      <a:pt x="914400" y="930443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6" name="ph6336"/>
              <p:cNvSpPr/>
              <p:nvPr/>
            </p:nvSpPr>
            <p:spPr>
              <a:xfrm>
                <a:off x="20680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7" name="ph6337"/>
              <p:cNvSpPr/>
              <p:nvPr/>
            </p:nvSpPr>
            <p:spPr>
              <a:xfrm>
                <a:off x="20772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8" name="ph6338"/>
              <p:cNvSpPr/>
              <p:nvPr/>
            </p:nvSpPr>
            <p:spPr>
              <a:xfrm>
                <a:off x="20865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9" name="ph6339"/>
              <p:cNvSpPr/>
              <p:nvPr/>
            </p:nvSpPr>
            <p:spPr>
              <a:xfrm>
                <a:off x="20958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0" name="ph6340"/>
              <p:cNvSpPr/>
              <p:nvPr/>
            </p:nvSpPr>
            <p:spPr>
              <a:xfrm>
                <a:off x="210506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1" name="ph6341"/>
              <p:cNvSpPr/>
              <p:nvPr/>
            </p:nvSpPr>
            <p:spPr>
              <a:xfrm>
                <a:off x="21143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2" name="ph6342"/>
              <p:cNvSpPr/>
              <p:nvPr/>
            </p:nvSpPr>
            <p:spPr>
              <a:xfrm>
                <a:off x="21235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3" name="ph6343"/>
              <p:cNvSpPr/>
              <p:nvPr/>
            </p:nvSpPr>
            <p:spPr>
              <a:xfrm>
                <a:off x="21328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4" name="ph6344"/>
              <p:cNvSpPr/>
              <p:nvPr/>
            </p:nvSpPr>
            <p:spPr>
              <a:xfrm>
                <a:off x="214211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5" name="ph6345"/>
              <p:cNvSpPr/>
              <p:nvPr/>
            </p:nvSpPr>
            <p:spPr>
              <a:xfrm>
                <a:off x="21513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6" name="ph6346"/>
              <p:cNvSpPr/>
              <p:nvPr/>
            </p:nvSpPr>
            <p:spPr>
              <a:xfrm>
                <a:off x="21606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7" name="ph6347"/>
              <p:cNvSpPr/>
              <p:nvPr/>
            </p:nvSpPr>
            <p:spPr>
              <a:xfrm>
                <a:off x="21699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8" name="ph6348"/>
              <p:cNvSpPr/>
              <p:nvPr/>
            </p:nvSpPr>
            <p:spPr>
              <a:xfrm>
                <a:off x="21791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9" name="ph6349"/>
              <p:cNvSpPr/>
              <p:nvPr/>
            </p:nvSpPr>
            <p:spPr>
              <a:xfrm>
                <a:off x="218842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0" name="ph6350"/>
              <p:cNvSpPr/>
              <p:nvPr/>
            </p:nvSpPr>
            <p:spPr>
              <a:xfrm>
                <a:off x="21976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1" name="ph6351"/>
              <p:cNvSpPr/>
              <p:nvPr/>
            </p:nvSpPr>
            <p:spPr>
              <a:xfrm>
                <a:off x="22069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2" name="ph6352"/>
              <p:cNvSpPr/>
              <p:nvPr/>
            </p:nvSpPr>
            <p:spPr>
              <a:xfrm>
                <a:off x="22162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3" name="ph6353"/>
              <p:cNvSpPr/>
              <p:nvPr/>
            </p:nvSpPr>
            <p:spPr>
              <a:xfrm>
                <a:off x="222547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4" name="ph6354"/>
              <p:cNvSpPr/>
              <p:nvPr/>
            </p:nvSpPr>
            <p:spPr>
              <a:xfrm>
                <a:off x="22347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5" name="ph6355"/>
              <p:cNvSpPr/>
              <p:nvPr/>
            </p:nvSpPr>
            <p:spPr>
              <a:xfrm>
                <a:off x="22439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6" name="ph6356"/>
              <p:cNvSpPr/>
              <p:nvPr/>
            </p:nvSpPr>
            <p:spPr>
              <a:xfrm>
                <a:off x="22532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7" name="ph6357"/>
              <p:cNvSpPr/>
              <p:nvPr/>
            </p:nvSpPr>
            <p:spPr>
              <a:xfrm>
                <a:off x="22625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8" name="ph6358"/>
              <p:cNvSpPr/>
              <p:nvPr/>
            </p:nvSpPr>
            <p:spPr>
              <a:xfrm>
                <a:off x="227178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9" name="ph6359"/>
              <p:cNvSpPr/>
              <p:nvPr/>
            </p:nvSpPr>
            <p:spPr>
              <a:xfrm>
                <a:off x="22810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0" name="ph6360"/>
              <p:cNvSpPr/>
              <p:nvPr/>
            </p:nvSpPr>
            <p:spPr>
              <a:xfrm>
                <a:off x="22903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1" name="ph6361"/>
              <p:cNvSpPr/>
              <p:nvPr/>
            </p:nvSpPr>
            <p:spPr>
              <a:xfrm>
                <a:off x="22995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2" name="ph6362"/>
              <p:cNvSpPr/>
              <p:nvPr/>
            </p:nvSpPr>
            <p:spPr>
              <a:xfrm>
                <a:off x="230883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3" name="ph6363"/>
              <p:cNvSpPr/>
              <p:nvPr/>
            </p:nvSpPr>
            <p:spPr>
              <a:xfrm>
                <a:off x="23180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4" name="ph6364"/>
              <p:cNvSpPr/>
              <p:nvPr/>
            </p:nvSpPr>
            <p:spPr>
              <a:xfrm>
                <a:off x="23273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5" name="ph6365"/>
              <p:cNvSpPr/>
              <p:nvPr/>
            </p:nvSpPr>
            <p:spPr>
              <a:xfrm>
                <a:off x="23366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6" name="ph6366"/>
              <p:cNvSpPr/>
              <p:nvPr/>
            </p:nvSpPr>
            <p:spPr>
              <a:xfrm>
                <a:off x="23458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7" name="ph6367"/>
              <p:cNvSpPr/>
              <p:nvPr/>
            </p:nvSpPr>
            <p:spPr>
              <a:xfrm>
                <a:off x="235514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8" name="ph6368"/>
              <p:cNvSpPr/>
              <p:nvPr/>
            </p:nvSpPr>
            <p:spPr>
              <a:xfrm>
                <a:off x="23644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9" name="ph6369"/>
              <p:cNvSpPr/>
              <p:nvPr/>
            </p:nvSpPr>
            <p:spPr>
              <a:xfrm>
                <a:off x="23736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0" name="ph6370"/>
              <p:cNvSpPr/>
              <p:nvPr/>
            </p:nvSpPr>
            <p:spPr>
              <a:xfrm>
                <a:off x="23829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1" name="ph6371"/>
              <p:cNvSpPr/>
              <p:nvPr/>
            </p:nvSpPr>
            <p:spPr>
              <a:xfrm>
                <a:off x="2392195" y="1395340"/>
                <a:ext cx="9214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43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990" y="897161"/>
                    </a:lnTo>
                    <a:lnTo>
                      <a:pt x="921000" y="897451"/>
                    </a:lnTo>
                    <a:lnTo>
                      <a:pt x="921011" y="897766"/>
                    </a:lnTo>
                    <a:lnTo>
                      <a:pt x="921022" y="898082"/>
                    </a:lnTo>
                    <a:lnTo>
                      <a:pt x="921033" y="898397"/>
                    </a:lnTo>
                    <a:lnTo>
                      <a:pt x="921043" y="898712"/>
                    </a:lnTo>
                    <a:lnTo>
                      <a:pt x="921054" y="899027"/>
                    </a:lnTo>
                    <a:lnTo>
                      <a:pt x="921065" y="899343"/>
                    </a:lnTo>
                    <a:lnTo>
                      <a:pt x="921076" y="899658"/>
                    </a:lnTo>
                    <a:lnTo>
                      <a:pt x="921086" y="899973"/>
                    </a:lnTo>
                    <a:lnTo>
                      <a:pt x="921097" y="900289"/>
                    </a:lnTo>
                    <a:lnTo>
                      <a:pt x="921108" y="900604"/>
                    </a:lnTo>
                    <a:lnTo>
                      <a:pt x="921119" y="900919"/>
                    </a:lnTo>
                    <a:lnTo>
                      <a:pt x="921129" y="901234"/>
                    </a:lnTo>
                    <a:lnTo>
                      <a:pt x="921140" y="901550"/>
                    </a:lnTo>
                    <a:lnTo>
                      <a:pt x="921151" y="901865"/>
                    </a:lnTo>
                    <a:lnTo>
                      <a:pt x="921162" y="902180"/>
                    </a:lnTo>
                    <a:lnTo>
                      <a:pt x="921172" y="902496"/>
                    </a:lnTo>
                    <a:lnTo>
                      <a:pt x="921183" y="902811"/>
                    </a:lnTo>
                    <a:lnTo>
                      <a:pt x="921194" y="903126"/>
                    </a:lnTo>
                    <a:lnTo>
                      <a:pt x="921205" y="903441"/>
                    </a:lnTo>
                    <a:lnTo>
                      <a:pt x="921215" y="903757"/>
                    </a:lnTo>
                    <a:lnTo>
                      <a:pt x="921226" y="904072"/>
                    </a:lnTo>
                    <a:lnTo>
                      <a:pt x="921237" y="904387"/>
                    </a:lnTo>
                    <a:lnTo>
                      <a:pt x="921248" y="904703"/>
                    </a:lnTo>
                    <a:lnTo>
                      <a:pt x="921443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2" name="ph6372"/>
              <p:cNvSpPr/>
              <p:nvPr/>
            </p:nvSpPr>
            <p:spPr>
              <a:xfrm>
                <a:off x="3105386" y="13953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62" y="914400"/>
                    </a:lnTo>
                    <a:lnTo>
                      <a:pt x="913046" y="908433"/>
                    </a:lnTo>
                    <a:lnTo>
                      <a:pt x="914400" y="906073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3" name="ph6373"/>
              <p:cNvSpPr/>
              <p:nvPr/>
            </p:nvSpPr>
            <p:spPr>
              <a:xfrm>
                <a:off x="3114648" y="13781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11"/>
                    </a:lnTo>
                    <a:lnTo>
                      <a:pt x="907992" y="918334"/>
                    </a:lnTo>
                    <a:lnTo>
                      <a:pt x="910496" y="914400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4" name="ph6374"/>
              <p:cNvSpPr/>
              <p:nvPr/>
            </p:nvSpPr>
            <p:spPr>
              <a:xfrm>
                <a:off x="31146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5" name="ph6375"/>
              <p:cNvSpPr/>
              <p:nvPr/>
            </p:nvSpPr>
            <p:spPr>
              <a:xfrm>
                <a:off x="31239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6" name="ph6376"/>
              <p:cNvSpPr/>
              <p:nvPr/>
            </p:nvSpPr>
            <p:spPr>
              <a:xfrm>
                <a:off x="31331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7" name="ph6377"/>
              <p:cNvSpPr/>
              <p:nvPr/>
            </p:nvSpPr>
            <p:spPr>
              <a:xfrm>
                <a:off x="31424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8" name="ph6378"/>
              <p:cNvSpPr/>
              <p:nvPr/>
            </p:nvSpPr>
            <p:spPr>
              <a:xfrm>
                <a:off x="31516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9" name="ph6379"/>
              <p:cNvSpPr/>
              <p:nvPr/>
            </p:nvSpPr>
            <p:spPr>
              <a:xfrm>
                <a:off x="31609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0" name="ph6380"/>
              <p:cNvSpPr/>
              <p:nvPr/>
            </p:nvSpPr>
            <p:spPr>
              <a:xfrm>
                <a:off x="31702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1" name="ph6381"/>
              <p:cNvSpPr/>
              <p:nvPr/>
            </p:nvSpPr>
            <p:spPr>
              <a:xfrm>
                <a:off x="31794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2" name="ph6382"/>
              <p:cNvSpPr/>
              <p:nvPr/>
            </p:nvSpPr>
            <p:spPr>
              <a:xfrm>
                <a:off x="31887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3" name="ph6383"/>
              <p:cNvSpPr/>
              <p:nvPr/>
            </p:nvSpPr>
            <p:spPr>
              <a:xfrm>
                <a:off x="31980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4" name="ph6384"/>
              <p:cNvSpPr/>
              <p:nvPr/>
            </p:nvSpPr>
            <p:spPr>
              <a:xfrm>
                <a:off x="32072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5" name="ph6385"/>
              <p:cNvSpPr/>
              <p:nvPr/>
            </p:nvSpPr>
            <p:spPr>
              <a:xfrm>
                <a:off x="32165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6" name="ph6386"/>
              <p:cNvSpPr/>
              <p:nvPr/>
            </p:nvSpPr>
            <p:spPr>
              <a:xfrm>
                <a:off x="32257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7" name="ph6387"/>
              <p:cNvSpPr/>
              <p:nvPr/>
            </p:nvSpPr>
            <p:spPr>
              <a:xfrm>
                <a:off x="32350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8" name="ph6388"/>
              <p:cNvSpPr/>
              <p:nvPr/>
            </p:nvSpPr>
            <p:spPr>
              <a:xfrm>
                <a:off x="32443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9" name="ph6389"/>
              <p:cNvSpPr/>
              <p:nvPr/>
            </p:nvSpPr>
            <p:spPr>
              <a:xfrm>
                <a:off x="32535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0" name="ph6390"/>
              <p:cNvSpPr/>
              <p:nvPr/>
            </p:nvSpPr>
            <p:spPr>
              <a:xfrm>
                <a:off x="32628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1" name="ph6391"/>
              <p:cNvSpPr/>
              <p:nvPr/>
            </p:nvSpPr>
            <p:spPr>
              <a:xfrm>
                <a:off x="32721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2" name="ph6392"/>
              <p:cNvSpPr/>
              <p:nvPr/>
            </p:nvSpPr>
            <p:spPr>
              <a:xfrm>
                <a:off x="32813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3" name="ph6393"/>
              <p:cNvSpPr/>
              <p:nvPr/>
            </p:nvSpPr>
            <p:spPr>
              <a:xfrm>
                <a:off x="32906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4" name="ph6394"/>
              <p:cNvSpPr/>
              <p:nvPr/>
            </p:nvSpPr>
            <p:spPr>
              <a:xfrm>
                <a:off x="329989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5" name="ph6395"/>
              <p:cNvSpPr/>
              <p:nvPr/>
            </p:nvSpPr>
            <p:spPr>
              <a:xfrm>
                <a:off x="330915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6" name="ph6396"/>
              <p:cNvSpPr/>
              <p:nvPr/>
            </p:nvSpPr>
            <p:spPr>
              <a:xfrm>
                <a:off x="33184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7" name="ph6397"/>
              <p:cNvSpPr/>
              <p:nvPr/>
            </p:nvSpPr>
            <p:spPr>
              <a:xfrm>
                <a:off x="33276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8" name="ph6398"/>
              <p:cNvSpPr/>
              <p:nvPr/>
            </p:nvSpPr>
            <p:spPr>
              <a:xfrm>
                <a:off x="33369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9" name="ph6399"/>
              <p:cNvSpPr/>
              <p:nvPr/>
            </p:nvSpPr>
            <p:spPr>
              <a:xfrm>
                <a:off x="33462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0" name="ph6400"/>
              <p:cNvSpPr/>
              <p:nvPr/>
            </p:nvSpPr>
            <p:spPr>
              <a:xfrm>
                <a:off x="335546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1" name="ph6401"/>
              <p:cNvSpPr/>
              <p:nvPr/>
            </p:nvSpPr>
            <p:spPr>
              <a:xfrm>
                <a:off x="33647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2" name="ph6402"/>
              <p:cNvSpPr/>
              <p:nvPr/>
            </p:nvSpPr>
            <p:spPr>
              <a:xfrm>
                <a:off x="33739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3" name="ph6403"/>
              <p:cNvSpPr/>
              <p:nvPr/>
            </p:nvSpPr>
            <p:spPr>
              <a:xfrm>
                <a:off x="33832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4" name="ph6404"/>
              <p:cNvSpPr/>
              <p:nvPr/>
            </p:nvSpPr>
            <p:spPr>
              <a:xfrm>
                <a:off x="339251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5" name="ph6405"/>
              <p:cNvSpPr/>
              <p:nvPr/>
            </p:nvSpPr>
            <p:spPr>
              <a:xfrm>
                <a:off x="34017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6" name="ph6406"/>
              <p:cNvSpPr/>
              <p:nvPr/>
            </p:nvSpPr>
            <p:spPr>
              <a:xfrm>
                <a:off x="34110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7" name="ph6407"/>
              <p:cNvSpPr/>
              <p:nvPr/>
            </p:nvSpPr>
            <p:spPr>
              <a:xfrm>
                <a:off x="34203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8" name="ph6408"/>
              <p:cNvSpPr/>
              <p:nvPr/>
            </p:nvSpPr>
            <p:spPr>
              <a:xfrm>
                <a:off x="34295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9" name="ph6409"/>
              <p:cNvSpPr/>
              <p:nvPr/>
            </p:nvSpPr>
            <p:spPr>
              <a:xfrm>
                <a:off x="343882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0" name="ph6410"/>
              <p:cNvSpPr/>
              <p:nvPr/>
            </p:nvSpPr>
            <p:spPr>
              <a:xfrm>
                <a:off x="34480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1" name="ph6411"/>
              <p:cNvSpPr/>
              <p:nvPr/>
            </p:nvSpPr>
            <p:spPr>
              <a:xfrm>
                <a:off x="34573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2" name="ph6412"/>
              <p:cNvSpPr/>
              <p:nvPr/>
            </p:nvSpPr>
            <p:spPr>
              <a:xfrm>
                <a:off x="34666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3" name="ph6413"/>
              <p:cNvSpPr/>
              <p:nvPr/>
            </p:nvSpPr>
            <p:spPr>
              <a:xfrm>
                <a:off x="347587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4" name="ph6414"/>
              <p:cNvSpPr/>
              <p:nvPr/>
            </p:nvSpPr>
            <p:spPr>
              <a:xfrm>
                <a:off x="34851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5" name="ph6415"/>
              <p:cNvSpPr/>
              <p:nvPr/>
            </p:nvSpPr>
            <p:spPr>
              <a:xfrm>
                <a:off x="34943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6" name="ph6416"/>
              <p:cNvSpPr/>
              <p:nvPr/>
            </p:nvSpPr>
            <p:spPr>
              <a:xfrm>
                <a:off x="35036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7" name="ph6417"/>
              <p:cNvSpPr/>
              <p:nvPr/>
            </p:nvSpPr>
            <p:spPr>
              <a:xfrm>
                <a:off x="35129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8" name="ph6418"/>
              <p:cNvSpPr/>
              <p:nvPr/>
            </p:nvSpPr>
            <p:spPr>
              <a:xfrm>
                <a:off x="352218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9" name="ph6419"/>
              <p:cNvSpPr/>
              <p:nvPr/>
            </p:nvSpPr>
            <p:spPr>
              <a:xfrm>
                <a:off x="35314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0" name="ph6420"/>
              <p:cNvSpPr/>
              <p:nvPr/>
            </p:nvSpPr>
            <p:spPr>
              <a:xfrm>
                <a:off x="35407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1" name="ph6421"/>
              <p:cNvSpPr/>
              <p:nvPr/>
            </p:nvSpPr>
            <p:spPr>
              <a:xfrm>
                <a:off x="35499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2" name="ph6422"/>
              <p:cNvSpPr/>
              <p:nvPr/>
            </p:nvSpPr>
            <p:spPr>
              <a:xfrm>
                <a:off x="35592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3" name="ph6423"/>
              <p:cNvSpPr/>
              <p:nvPr/>
            </p:nvSpPr>
            <p:spPr>
              <a:xfrm>
                <a:off x="35684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4" name="ph6424"/>
              <p:cNvSpPr/>
              <p:nvPr/>
            </p:nvSpPr>
            <p:spPr>
              <a:xfrm>
                <a:off x="35777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5" name="ph6425"/>
              <p:cNvSpPr/>
              <p:nvPr/>
            </p:nvSpPr>
            <p:spPr>
              <a:xfrm>
                <a:off x="35870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6" name="ph6426"/>
              <p:cNvSpPr/>
              <p:nvPr/>
            </p:nvSpPr>
            <p:spPr>
              <a:xfrm>
                <a:off x="35962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7" name="ph6427"/>
              <p:cNvSpPr/>
              <p:nvPr/>
            </p:nvSpPr>
            <p:spPr>
              <a:xfrm>
                <a:off x="36055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8" name="ph6428"/>
              <p:cNvSpPr/>
              <p:nvPr/>
            </p:nvSpPr>
            <p:spPr>
              <a:xfrm>
                <a:off x="36148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9" name="ph6429"/>
              <p:cNvSpPr/>
              <p:nvPr/>
            </p:nvSpPr>
            <p:spPr>
              <a:xfrm>
                <a:off x="36240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0" name="ph6430"/>
              <p:cNvSpPr/>
              <p:nvPr/>
            </p:nvSpPr>
            <p:spPr>
              <a:xfrm>
                <a:off x="36333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1" name="ph6431"/>
              <p:cNvSpPr/>
              <p:nvPr/>
            </p:nvSpPr>
            <p:spPr>
              <a:xfrm>
                <a:off x="36425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2" name="ph6432"/>
              <p:cNvSpPr/>
              <p:nvPr/>
            </p:nvSpPr>
            <p:spPr>
              <a:xfrm>
                <a:off x="36518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3" name="ph6433"/>
              <p:cNvSpPr/>
              <p:nvPr/>
            </p:nvSpPr>
            <p:spPr>
              <a:xfrm>
                <a:off x="36611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4" name="ph6434"/>
              <p:cNvSpPr/>
              <p:nvPr/>
            </p:nvSpPr>
            <p:spPr>
              <a:xfrm>
                <a:off x="36703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5" name="ph6435"/>
              <p:cNvSpPr/>
              <p:nvPr/>
            </p:nvSpPr>
            <p:spPr>
              <a:xfrm>
                <a:off x="36796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6" name="ph6436"/>
              <p:cNvSpPr/>
              <p:nvPr/>
            </p:nvSpPr>
            <p:spPr>
              <a:xfrm>
                <a:off x="36889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7" name="ph6437"/>
              <p:cNvSpPr/>
              <p:nvPr/>
            </p:nvSpPr>
            <p:spPr>
              <a:xfrm>
                <a:off x="36981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8" name="ph6438"/>
              <p:cNvSpPr/>
              <p:nvPr/>
            </p:nvSpPr>
            <p:spPr>
              <a:xfrm>
                <a:off x="37074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9" name="ph6439"/>
              <p:cNvSpPr/>
              <p:nvPr/>
            </p:nvSpPr>
            <p:spPr>
              <a:xfrm>
                <a:off x="3716692" y="139534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01"/>
                    </a:lnTo>
                    <a:lnTo>
                      <a:pt x="923222" y="914400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0" name="ph6440"/>
              <p:cNvSpPr/>
              <p:nvPr/>
            </p:nvSpPr>
            <p:spPr>
              <a:xfrm>
                <a:off x="3725954" y="1378102"/>
                <a:ext cx="918335" cy="930039"/>
              </a:xfrm>
              <a:custGeom>
                <a:avLst/>
                <a:gdLst/>
                <a:ahLst/>
                <a:cxnLst/>
                <a:rect l="0" t="0" r="0" b="0"/>
                <a:pathLst>
                  <a:path w="918335" h="930039">
                    <a:moveTo>
                      <a:pt x="914400" y="914400"/>
                    </a:moveTo>
                    <a:lnTo>
                      <a:pt x="918335" y="914505"/>
                    </a:lnTo>
                    <a:lnTo>
                      <a:pt x="915958" y="924380"/>
                    </a:lnTo>
                    <a:lnTo>
                      <a:pt x="914400" y="93003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1" name="ph6441"/>
              <p:cNvSpPr/>
              <p:nvPr/>
            </p:nvSpPr>
            <p:spPr>
              <a:xfrm>
                <a:off x="2049492" y="1360864"/>
                <a:ext cx="914400" cy="9310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8">
                    <a:moveTo>
                      <a:pt x="914400" y="914400"/>
                    </a:moveTo>
                    <a:lnTo>
                      <a:pt x="914400" y="931028"/>
                    </a:lnTo>
                    <a:lnTo>
                      <a:pt x="911382" y="925896"/>
                    </a:lnTo>
                    <a:lnTo>
                      <a:pt x="907297" y="918182"/>
                    </a:lnTo>
                    <a:lnTo>
                      <a:pt x="905494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2" name="ph6442"/>
              <p:cNvSpPr/>
              <p:nvPr/>
            </p:nvSpPr>
            <p:spPr>
              <a:xfrm>
                <a:off x="20494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8" y="931638"/>
                    </a:lnTo>
                    <a:lnTo>
                      <a:pt x="914400" y="93102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3" name="ph6443"/>
              <p:cNvSpPr/>
              <p:nvPr/>
            </p:nvSpPr>
            <p:spPr>
              <a:xfrm>
                <a:off x="205875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4" name="ph6444"/>
              <p:cNvSpPr/>
              <p:nvPr/>
            </p:nvSpPr>
            <p:spPr>
              <a:xfrm>
                <a:off x="20680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5" name="ph6445"/>
              <p:cNvSpPr/>
              <p:nvPr/>
            </p:nvSpPr>
            <p:spPr>
              <a:xfrm>
                <a:off x="20772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6" name="ph6446"/>
              <p:cNvSpPr/>
              <p:nvPr/>
            </p:nvSpPr>
            <p:spPr>
              <a:xfrm>
                <a:off x="20865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7" name="ph6447"/>
              <p:cNvSpPr/>
              <p:nvPr/>
            </p:nvSpPr>
            <p:spPr>
              <a:xfrm>
                <a:off x="20958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8" name="ph6448"/>
              <p:cNvSpPr/>
              <p:nvPr/>
            </p:nvSpPr>
            <p:spPr>
              <a:xfrm>
                <a:off x="210506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9" name="ph6449"/>
              <p:cNvSpPr/>
              <p:nvPr/>
            </p:nvSpPr>
            <p:spPr>
              <a:xfrm>
                <a:off x="21143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0" name="ph6450"/>
              <p:cNvSpPr/>
              <p:nvPr/>
            </p:nvSpPr>
            <p:spPr>
              <a:xfrm>
                <a:off x="21235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1" name="ph6451"/>
              <p:cNvSpPr/>
              <p:nvPr/>
            </p:nvSpPr>
            <p:spPr>
              <a:xfrm>
                <a:off x="21328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2" name="ph6452"/>
              <p:cNvSpPr/>
              <p:nvPr/>
            </p:nvSpPr>
            <p:spPr>
              <a:xfrm>
                <a:off x="214211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3" name="ph6453"/>
              <p:cNvSpPr/>
              <p:nvPr/>
            </p:nvSpPr>
            <p:spPr>
              <a:xfrm>
                <a:off x="21513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4" name="ph6454"/>
              <p:cNvSpPr/>
              <p:nvPr/>
            </p:nvSpPr>
            <p:spPr>
              <a:xfrm>
                <a:off x="21606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5" name="ph6455"/>
              <p:cNvSpPr/>
              <p:nvPr/>
            </p:nvSpPr>
            <p:spPr>
              <a:xfrm>
                <a:off x="21699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6" name="ph6456"/>
              <p:cNvSpPr/>
              <p:nvPr/>
            </p:nvSpPr>
            <p:spPr>
              <a:xfrm>
                <a:off x="21791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7" name="ph6457"/>
              <p:cNvSpPr/>
              <p:nvPr/>
            </p:nvSpPr>
            <p:spPr>
              <a:xfrm>
                <a:off x="218842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8" name="ph6458"/>
              <p:cNvSpPr/>
              <p:nvPr/>
            </p:nvSpPr>
            <p:spPr>
              <a:xfrm>
                <a:off x="21976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9" name="ph6459"/>
              <p:cNvSpPr/>
              <p:nvPr/>
            </p:nvSpPr>
            <p:spPr>
              <a:xfrm>
                <a:off x="22069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0" name="ph6460"/>
              <p:cNvSpPr/>
              <p:nvPr/>
            </p:nvSpPr>
            <p:spPr>
              <a:xfrm>
                <a:off x="22162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1" name="ph6461"/>
              <p:cNvSpPr/>
              <p:nvPr/>
            </p:nvSpPr>
            <p:spPr>
              <a:xfrm>
                <a:off x="222547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2" name="ph6462"/>
              <p:cNvSpPr/>
              <p:nvPr/>
            </p:nvSpPr>
            <p:spPr>
              <a:xfrm>
                <a:off x="22347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3" name="ph6463"/>
              <p:cNvSpPr/>
              <p:nvPr/>
            </p:nvSpPr>
            <p:spPr>
              <a:xfrm>
                <a:off x="22439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4" name="ph6464"/>
              <p:cNvSpPr/>
              <p:nvPr/>
            </p:nvSpPr>
            <p:spPr>
              <a:xfrm>
                <a:off x="22532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5" name="ph6465"/>
              <p:cNvSpPr/>
              <p:nvPr/>
            </p:nvSpPr>
            <p:spPr>
              <a:xfrm>
                <a:off x="22625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6" name="ph6466"/>
              <p:cNvSpPr/>
              <p:nvPr/>
            </p:nvSpPr>
            <p:spPr>
              <a:xfrm>
                <a:off x="227178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7" name="ph6467"/>
              <p:cNvSpPr/>
              <p:nvPr/>
            </p:nvSpPr>
            <p:spPr>
              <a:xfrm>
                <a:off x="22810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8" name="ph6468"/>
              <p:cNvSpPr/>
              <p:nvPr/>
            </p:nvSpPr>
            <p:spPr>
              <a:xfrm>
                <a:off x="22903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9" name="ph6469"/>
              <p:cNvSpPr/>
              <p:nvPr/>
            </p:nvSpPr>
            <p:spPr>
              <a:xfrm>
                <a:off x="22995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0" name="ph6470"/>
              <p:cNvSpPr/>
              <p:nvPr/>
            </p:nvSpPr>
            <p:spPr>
              <a:xfrm>
                <a:off x="230883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1" name="ph6471"/>
              <p:cNvSpPr/>
              <p:nvPr/>
            </p:nvSpPr>
            <p:spPr>
              <a:xfrm>
                <a:off x="23180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2" name="ph6472"/>
              <p:cNvSpPr/>
              <p:nvPr/>
            </p:nvSpPr>
            <p:spPr>
              <a:xfrm>
                <a:off x="23273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3" name="ph6473"/>
              <p:cNvSpPr/>
              <p:nvPr/>
            </p:nvSpPr>
            <p:spPr>
              <a:xfrm>
                <a:off x="23366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4" name="ph6474"/>
              <p:cNvSpPr/>
              <p:nvPr/>
            </p:nvSpPr>
            <p:spPr>
              <a:xfrm>
                <a:off x="23458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5" name="ph6475"/>
              <p:cNvSpPr/>
              <p:nvPr/>
            </p:nvSpPr>
            <p:spPr>
              <a:xfrm>
                <a:off x="235514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6" name="ph6476"/>
              <p:cNvSpPr/>
              <p:nvPr/>
            </p:nvSpPr>
            <p:spPr>
              <a:xfrm>
                <a:off x="23644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7" name="ph6477"/>
              <p:cNvSpPr/>
              <p:nvPr/>
            </p:nvSpPr>
            <p:spPr>
              <a:xfrm>
                <a:off x="23736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8" name="ph6478"/>
              <p:cNvSpPr/>
              <p:nvPr/>
            </p:nvSpPr>
            <p:spPr>
              <a:xfrm>
                <a:off x="23829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9" name="ph6479"/>
              <p:cNvSpPr/>
              <p:nvPr/>
            </p:nvSpPr>
            <p:spPr>
              <a:xfrm>
                <a:off x="2392195" y="1378102"/>
                <a:ext cx="920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9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082" y="897161"/>
                    </a:lnTo>
                    <a:lnTo>
                      <a:pt x="920377" y="900985"/>
                    </a:lnTo>
                    <a:lnTo>
                      <a:pt x="920903" y="911853"/>
                    </a:lnTo>
                    <a:lnTo>
                      <a:pt x="920914" y="912167"/>
                    </a:lnTo>
                    <a:lnTo>
                      <a:pt x="920925" y="912482"/>
                    </a:lnTo>
                    <a:lnTo>
                      <a:pt x="920936" y="912798"/>
                    </a:lnTo>
                    <a:lnTo>
                      <a:pt x="920946" y="913113"/>
                    </a:lnTo>
                    <a:lnTo>
                      <a:pt x="920957" y="913428"/>
                    </a:lnTo>
                    <a:lnTo>
                      <a:pt x="920968" y="913744"/>
                    </a:lnTo>
                    <a:lnTo>
                      <a:pt x="920979" y="914059"/>
                    </a:lnTo>
                    <a:lnTo>
                      <a:pt x="920990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0" name="ph6480"/>
              <p:cNvSpPr/>
              <p:nvPr/>
            </p:nvSpPr>
            <p:spPr>
              <a:xfrm>
                <a:off x="3114648" y="13781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96" y="914400"/>
                    </a:lnTo>
                    <a:lnTo>
                      <a:pt x="912398" y="911412"/>
                    </a:lnTo>
                    <a:lnTo>
                      <a:pt x="914400" y="908586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1" name="ph6481"/>
              <p:cNvSpPr/>
              <p:nvPr/>
            </p:nvSpPr>
            <p:spPr>
              <a:xfrm>
                <a:off x="3123910" y="13608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825"/>
                    </a:lnTo>
                    <a:lnTo>
                      <a:pt x="907730" y="922164"/>
                    </a:lnTo>
                    <a:lnTo>
                      <a:pt x="912498" y="916129"/>
                    </a:lnTo>
                    <a:lnTo>
                      <a:pt x="914029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2" name="ph6482"/>
              <p:cNvSpPr/>
              <p:nvPr/>
            </p:nvSpPr>
            <p:spPr>
              <a:xfrm>
                <a:off x="31239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3" name="ph6483"/>
              <p:cNvSpPr/>
              <p:nvPr/>
            </p:nvSpPr>
            <p:spPr>
              <a:xfrm>
                <a:off x="31331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4" name="ph6484"/>
              <p:cNvSpPr/>
              <p:nvPr/>
            </p:nvSpPr>
            <p:spPr>
              <a:xfrm>
                <a:off x="31424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5" name="ph6485"/>
              <p:cNvSpPr/>
              <p:nvPr/>
            </p:nvSpPr>
            <p:spPr>
              <a:xfrm>
                <a:off x="31516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6" name="ph6486"/>
              <p:cNvSpPr/>
              <p:nvPr/>
            </p:nvSpPr>
            <p:spPr>
              <a:xfrm>
                <a:off x="31609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7" name="ph6487"/>
              <p:cNvSpPr/>
              <p:nvPr/>
            </p:nvSpPr>
            <p:spPr>
              <a:xfrm>
                <a:off x="31702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8" name="ph6488"/>
              <p:cNvSpPr/>
              <p:nvPr/>
            </p:nvSpPr>
            <p:spPr>
              <a:xfrm>
                <a:off x="31794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9" name="ph6489"/>
              <p:cNvSpPr/>
              <p:nvPr/>
            </p:nvSpPr>
            <p:spPr>
              <a:xfrm>
                <a:off x="31887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0" name="ph6490"/>
              <p:cNvSpPr/>
              <p:nvPr/>
            </p:nvSpPr>
            <p:spPr>
              <a:xfrm>
                <a:off x="31980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1" name="ph6491"/>
              <p:cNvSpPr/>
              <p:nvPr/>
            </p:nvSpPr>
            <p:spPr>
              <a:xfrm>
                <a:off x="32072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2" name="ph6492"/>
              <p:cNvSpPr/>
              <p:nvPr/>
            </p:nvSpPr>
            <p:spPr>
              <a:xfrm>
                <a:off x="32165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3" name="ph6493"/>
              <p:cNvSpPr/>
              <p:nvPr/>
            </p:nvSpPr>
            <p:spPr>
              <a:xfrm>
                <a:off x="32257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4" name="ph6494"/>
              <p:cNvSpPr/>
              <p:nvPr/>
            </p:nvSpPr>
            <p:spPr>
              <a:xfrm>
                <a:off x="32350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5" name="ph6495"/>
              <p:cNvSpPr/>
              <p:nvPr/>
            </p:nvSpPr>
            <p:spPr>
              <a:xfrm>
                <a:off x="32443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6" name="ph6496"/>
              <p:cNvSpPr/>
              <p:nvPr/>
            </p:nvSpPr>
            <p:spPr>
              <a:xfrm>
                <a:off x="32535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7" name="ph6497"/>
              <p:cNvSpPr/>
              <p:nvPr/>
            </p:nvSpPr>
            <p:spPr>
              <a:xfrm>
                <a:off x="32628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8" name="ph6498"/>
              <p:cNvSpPr/>
              <p:nvPr/>
            </p:nvSpPr>
            <p:spPr>
              <a:xfrm>
                <a:off x="32721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9" name="ph6499"/>
              <p:cNvSpPr/>
              <p:nvPr/>
            </p:nvSpPr>
            <p:spPr>
              <a:xfrm>
                <a:off x="32813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0" name="ph6500"/>
              <p:cNvSpPr/>
              <p:nvPr/>
            </p:nvSpPr>
            <p:spPr>
              <a:xfrm>
                <a:off x="32906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1" name="ph6501"/>
              <p:cNvSpPr/>
              <p:nvPr/>
            </p:nvSpPr>
            <p:spPr>
              <a:xfrm>
                <a:off x="32998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2" name="ph6502"/>
              <p:cNvSpPr/>
              <p:nvPr/>
            </p:nvSpPr>
            <p:spPr>
              <a:xfrm>
                <a:off x="330915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3" name="ph6503"/>
              <p:cNvSpPr/>
              <p:nvPr/>
            </p:nvSpPr>
            <p:spPr>
              <a:xfrm>
                <a:off x="33184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4" name="ph6504"/>
              <p:cNvSpPr/>
              <p:nvPr/>
            </p:nvSpPr>
            <p:spPr>
              <a:xfrm>
                <a:off x="33276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5" name="ph6505"/>
              <p:cNvSpPr/>
              <p:nvPr/>
            </p:nvSpPr>
            <p:spPr>
              <a:xfrm>
                <a:off x="33369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6" name="ph6506"/>
              <p:cNvSpPr/>
              <p:nvPr/>
            </p:nvSpPr>
            <p:spPr>
              <a:xfrm>
                <a:off x="33462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7" name="ph6507"/>
              <p:cNvSpPr/>
              <p:nvPr/>
            </p:nvSpPr>
            <p:spPr>
              <a:xfrm>
                <a:off x="335546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8" name="ph6508"/>
              <p:cNvSpPr/>
              <p:nvPr/>
            </p:nvSpPr>
            <p:spPr>
              <a:xfrm>
                <a:off x="33647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9" name="ph6509"/>
              <p:cNvSpPr/>
              <p:nvPr/>
            </p:nvSpPr>
            <p:spPr>
              <a:xfrm>
                <a:off x="33739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0" name="ph6510"/>
              <p:cNvSpPr/>
              <p:nvPr/>
            </p:nvSpPr>
            <p:spPr>
              <a:xfrm>
                <a:off x="33832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1" name="ph6511"/>
              <p:cNvSpPr/>
              <p:nvPr/>
            </p:nvSpPr>
            <p:spPr>
              <a:xfrm>
                <a:off x="339251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2" name="ph6512"/>
              <p:cNvSpPr/>
              <p:nvPr/>
            </p:nvSpPr>
            <p:spPr>
              <a:xfrm>
                <a:off x="34017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3" name="ph6513"/>
              <p:cNvSpPr/>
              <p:nvPr/>
            </p:nvSpPr>
            <p:spPr>
              <a:xfrm>
                <a:off x="34110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4" name="ph6514"/>
              <p:cNvSpPr/>
              <p:nvPr/>
            </p:nvSpPr>
            <p:spPr>
              <a:xfrm>
                <a:off x="34203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5" name="ph6515"/>
              <p:cNvSpPr/>
              <p:nvPr/>
            </p:nvSpPr>
            <p:spPr>
              <a:xfrm>
                <a:off x="34295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6" name="ph6516"/>
              <p:cNvSpPr/>
              <p:nvPr/>
            </p:nvSpPr>
            <p:spPr>
              <a:xfrm>
                <a:off x="343882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7" name="ph6517"/>
              <p:cNvSpPr/>
              <p:nvPr/>
            </p:nvSpPr>
            <p:spPr>
              <a:xfrm>
                <a:off x="34480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8" name="ph6518"/>
              <p:cNvSpPr/>
              <p:nvPr/>
            </p:nvSpPr>
            <p:spPr>
              <a:xfrm>
                <a:off x="34573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9" name="ph6519"/>
              <p:cNvSpPr/>
              <p:nvPr/>
            </p:nvSpPr>
            <p:spPr>
              <a:xfrm>
                <a:off x="34666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0" name="ph6520"/>
              <p:cNvSpPr/>
              <p:nvPr/>
            </p:nvSpPr>
            <p:spPr>
              <a:xfrm>
                <a:off x="347587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1" name="ph6521"/>
              <p:cNvSpPr/>
              <p:nvPr/>
            </p:nvSpPr>
            <p:spPr>
              <a:xfrm>
                <a:off x="34851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2" name="ph6522"/>
              <p:cNvSpPr/>
              <p:nvPr/>
            </p:nvSpPr>
            <p:spPr>
              <a:xfrm>
                <a:off x="34943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3" name="ph6523"/>
              <p:cNvSpPr/>
              <p:nvPr/>
            </p:nvSpPr>
            <p:spPr>
              <a:xfrm>
                <a:off x="35036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4" name="ph6524"/>
              <p:cNvSpPr/>
              <p:nvPr/>
            </p:nvSpPr>
            <p:spPr>
              <a:xfrm>
                <a:off x="35129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5" name="ph6525"/>
              <p:cNvSpPr/>
              <p:nvPr/>
            </p:nvSpPr>
            <p:spPr>
              <a:xfrm>
                <a:off x="352218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6" name="ph6526"/>
              <p:cNvSpPr/>
              <p:nvPr/>
            </p:nvSpPr>
            <p:spPr>
              <a:xfrm>
                <a:off x="35314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7" name="ph6527"/>
              <p:cNvSpPr/>
              <p:nvPr/>
            </p:nvSpPr>
            <p:spPr>
              <a:xfrm>
                <a:off x="35407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8" name="ph6528"/>
              <p:cNvSpPr/>
              <p:nvPr/>
            </p:nvSpPr>
            <p:spPr>
              <a:xfrm>
                <a:off x="35499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9" name="ph6529"/>
              <p:cNvSpPr/>
              <p:nvPr/>
            </p:nvSpPr>
            <p:spPr>
              <a:xfrm>
                <a:off x="35592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0" name="ph6530"/>
              <p:cNvSpPr/>
              <p:nvPr/>
            </p:nvSpPr>
            <p:spPr>
              <a:xfrm>
                <a:off x="35684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1" name="ph6531"/>
              <p:cNvSpPr/>
              <p:nvPr/>
            </p:nvSpPr>
            <p:spPr>
              <a:xfrm>
                <a:off x="35777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2" name="ph6532"/>
              <p:cNvSpPr/>
              <p:nvPr/>
            </p:nvSpPr>
            <p:spPr>
              <a:xfrm>
                <a:off x="35870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3" name="ph6533"/>
              <p:cNvSpPr/>
              <p:nvPr/>
            </p:nvSpPr>
            <p:spPr>
              <a:xfrm>
                <a:off x="35962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4" name="ph6534"/>
              <p:cNvSpPr/>
              <p:nvPr/>
            </p:nvSpPr>
            <p:spPr>
              <a:xfrm>
                <a:off x="36055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5" name="ph6535"/>
              <p:cNvSpPr/>
              <p:nvPr/>
            </p:nvSpPr>
            <p:spPr>
              <a:xfrm>
                <a:off x="36148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6" name="ph6536"/>
              <p:cNvSpPr/>
              <p:nvPr/>
            </p:nvSpPr>
            <p:spPr>
              <a:xfrm>
                <a:off x="36240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7" name="ph6537"/>
              <p:cNvSpPr/>
              <p:nvPr/>
            </p:nvSpPr>
            <p:spPr>
              <a:xfrm>
                <a:off x="36333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8" name="ph6538"/>
              <p:cNvSpPr/>
              <p:nvPr/>
            </p:nvSpPr>
            <p:spPr>
              <a:xfrm>
                <a:off x="36425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9" name="ph6539"/>
              <p:cNvSpPr/>
              <p:nvPr/>
            </p:nvSpPr>
            <p:spPr>
              <a:xfrm>
                <a:off x="36518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0" name="ph6540"/>
              <p:cNvSpPr/>
              <p:nvPr/>
            </p:nvSpPr>
            <p:spPr>
              <a:xfrm>
                <a:off x="36611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1" name="ph6541"/>
              <p:cNvSpPr/>
              <p:nvPr/>
            </p:nvSpPr>
            <p:spPr>
              <a:xfrm>
                <a:off x="36703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2" name="ph6542"/>
              <p:cNvSpPr/>
              <p:nvPr/>
            </p:nvSpPr>
            <p:spPr>
              <a:xfrm>
                <a:off x="36796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3" name="ph6543"/>
              <p:cNvSpPr/>
              <p:nvPr/>
            </p:nvSpPr>
            <p:spPr>
              <a:xfrm>
                <a:off x="36889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4" name="ph6544"/>
              <p:cNvSpPr/>
              <p:nvPr/>
            </p:nvSpPr>
            <p:spPr>
              <a:xfrm>
                <a:off x="36981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5" name="ph6545"/>
              <p:cNvSpPr/>
              <p:nvPr/>
            </p:nvSpPr>
            <p:spPr>
              <a:xfrm>
                <a:off x="37074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6" name="ph6546"/>
              <p:cNvSpPr/>
              <p:nvPr/>
            </p:nvSpPr>
            <p:spPr>
              <a:xfrm>
                <a:off x="37166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7" name="ph6547"/>
              <p:cNvSpPr/>
              <p:nvPr/>
            </p:nvSpPr>
            <p:spPr>
              <a:xfrm>
                <a:off x="3725954" y="1378102"/>
                <a:ext cx="921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0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09" y="897161"/>
                    </a:lnTo>
                    <a:lnTo>
                      <a:pt x="920432" y="904413"/>
                    </a:lnTo>
                    <a:lnTo>
                      <a:pt x="918357" y="914400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8" name="ph6548"/>
              <p:cNvSpPr/>
              <p:nvPr/>
            </p:nvSpPr>
            <p:spPr>
              <a:xfrm>
                <a:off x="2040230" y="1343625"/>
                <a:ext cx="914400" cy="9308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889">
                    <a:moveTo>
                      <a:pt x="914400" y="914400"/>
                    </a:moveTo>
                    <a:lnTo>
                      <a:pt x="914400" y="930889"/>
                    </a:lnTo>
                    <a:lnTo>
                      <a:pt x="912698" y="927319"/>
                    </a:lnTo>
                    <a:lnTo>
                      <a:pt x="909069" y="918853"/>
                    </a:lnTo>
                    <a:lnTo>
                      <a:pt x="907357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9" name="ph6549"/>
              <p:cNvSpPr/>
              <p:nvPr/>
            </p:nvSpPr>
            <p:spPr>
              <a:xfrm>
                <a:off x="20402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6" y="931638"/>
                    </a:lnTo>
                    <a:lnTo>
                      <a:pt x="914400" y="93088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0" name="ph6550"/>
              <p:cNvSpPr/>
              <p:nvPr/>
            </p:nvSpPr>
            <p:spPr>
              <a:xfrm>
                <a:off x="20494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1" name="ph6551"/>
              <p:cNvSpPr/>
              <p:nvPr/>
            </p:nvSpPr>
            <p:spPr>
              <a:xfrm>
                <a:off x="205875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2" name="ph6552"/>
              <p:cNvSpPr/>
              <p:nvPr/>
            </p:nvSpPr>
            <p:spPr>
              <a:xfrm>
                <a:off x="20680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3" name="ph6553"/>
              <p:cNvSpPr/>
              <p:nvPr/>
            </p:nvSpPr>
            <p:spPr>
              <a:xfrm>
                <a:off x="20772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4" name="ph6554"/>
              <p:cNvSpPr/>
              <p:nvPr/>
            </p:nvSpPr>
            <p:spPr>
              <a:xfrm>
                <a:off x="20865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5" name="ph6555"/>
              <p:cNvSpPr/>
              <p:nvPr/>
            </p:nvSpPr>
            <p:spPr>
              <a:xfrm>
                <a:off x="20958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6" name="ph6556"/>
              <p:cNvSpPr/>
              <p:nvPr/>
            </p:nvSpPr>
            <p:spPr>
              <a:xfrm>
                <a:off x="210506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7" name="ph6557"/>
              <p:cNvSpPr/>
              <p:nvPr/>
            </p:nvSpPr>
            <p:spPr>
              <a:xfrm>
                <a:off x="21143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8" name="ph6558"/>
              <p:cNvSpPr/>
              <p:nvPr/>
            </p:nvSpPr>
            <p:spPr>
              <a:xfrm>
                <a:off x="21235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9" name="ph6559"/>
              <p:cNvSpPr/>
              <p:nvPr/>
            </p:nvSpPr>
            <p:spPr>
              <a:xfrm>
                <a:off x="21328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0" name="ph6560"/>
              <p:cNvSpPr/>
              <p:nvPr/>
            </p:nvSpPr>
            <p:spPr>
              <a:xfrm>
                <a:off x="214211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1" name="ph6561"/>
              <p:cNvSpPr/>
              <p:nvPr/>
            </p:nvSpPr>
            <p:spPr>
              <a:xfrm>
                <a:off x="21513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2" name="ph6562"/>
              <p:cNvSpPr/>
              <p:nvPr/>
            </p:nvSpPr>
            <p:spPr>
              <a:xfrm>
                <a:off x="21606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3" name="ph6563"/>
              <p:cNvSpPr/>
              <p:nvPr/>
            </p:nvSpPr>
            <p:spPr>
              <a:xfrm>
                <a:off x="21699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4" name="ph6564"/>
              <p:cNvSpPr/>
              <p:nvPr/>
            </p:nvSpPr>
            <p:spPr>
              <a:xfrm>
                <a:off x="21791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5" name="ph6565"/>
              <p:cNvSpPr/>
              <p:nvPr/>
            </p:nvSpPr>
            <p:spPr>
              <a:xfrm>
                <a:off x="218842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6" name="ph6566"/>
              <p:cNvSpPr/>
              <p:nvPr/>
            </p:nvSpPr>
            <p:spPr>
              <a:xfrm>
                <a:off x="21976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7" name="ph6567"/>
              <p:cNvSpPr/>
              <p:nvPr/>
            </p:nvSpPr>
            <p:spPr>
              <a:xfrm>
                <a:off x="22069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8" name="ph6568"/>
              <p:cNvSpPr/>
              <p:nvPr/>
            </p:nvSpPr>
            <p:spPr>
              <a:xfrm>
                <a:off x="22162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9" name="ph6569"/>
              <p:cNvSpPr/>
              <p:nvPr/>
            </p:nvSpPr>
            <p:spPr>
              <a:xfrm>
                <a:off x="222547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0" name="ph6570"/>
              <p:cNvSpPr/>
              <p:nvPr/>
            </p:nvSpPr>
            <p:spPr>
              <a:xfrm>
                <a:off x="22347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1" name="ph6571"/>
              <p:cNvSpPr/>
              <p:nvPr/>
            </p:nvSpPr>
            <p:spPr>
              <a:xfrm>
                <a:off x="22439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2" name="ph6572"/>
              <p:cNvSpPr/>
              <p:nvPr/>
            </p:nvSpPr>
            <p:spPr>
              <a:xfrm>
                <a:off x="22532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3" name="ph6573"/>
              <p:cNvSpPr/>
              <p:nvPr/>
            </p:nvSpPr>
            <p:spPr>
              <a:xfrm>
                <a:off x="22625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4" name="ph6574"/>
              <p:cNvSpPr/>
              <p:nvPr/>
            </p:nvSpPr>
            <p:spPr>
              <a:xfrm>
                <a:off x="227178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5" name="ph6575"/>
              <p:cNvSpPr/>
              <p:nvPr/>
            </p:nvSpPr>
            <p:spPr>
              <a:xfrm>
                <a:off x="22810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6" name="ph6576"/>
              <p:cNvSpPr/>
              <p:nvPr/>
            </p:nvSpPr>
            <p:spPr>
              <a:xfrm>
                <a:off x="22903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7" name="ph6577"/>
              <p:cNvSpPr/>
              <p:nvPr/>
            </p:nvSpPr>
            <p:spPr>
              <a:xfrm>
                <a:off x="22995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8" name="ph6578"/>
              <p:cNvSpPr/>
              <p:nvPr/>
            </p:nvSpPr>
            <p:spPr>
              <a:xfrm>
                <a:off x="230883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9" name="ph6579"/>
              <p:cNvSpPr/>
              <p:nvPr/>
            </p:nvSpPr>
            <p:spPr>
              <a:xfrm>
                <a:off x="23180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0" name="ph6580"/>
              <p:cNvSpPr/>
              <p:nvPr/>
            </p:nvSpPr>
            <p:spPr>
              <a:xfrm>
                <a:off x="23273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1" name="ph6581"/>
              <p:cNvSpPr/>
              <p:nvPr/>
            </p:nvSpPr>
            <p:spPr>
              <a:xfrm>
                <a:off x="23366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2" name="ph6582"/>
              <p:cNvSpPr/>
              <p:nvPr/>
            </p:nvSpPr>
            <p:spPr>
              <a:xfrm>
                <a:off x="23458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3" name="ph6583"/>
              <p:cNvSpPr/>
              <p:nvPr/>
            </p:nvSpPr>
            <p:spPr>
              <a:xfrm>
                <a:off x="235514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4" name="ph6584"/>
              <p:cNvSpPr/>
              <p:nvPr/>
            </p:nvSpPr>
            <p:spPr>
              <a:xfrm>
                <a:off x="23644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5" name="ph6585"/>
              <p:cNvSpPr/>
              <p:nvPr/>
            </p:nvSpPr>
            <p:spPr>
              <a:xfrm>
                <a:off x="23736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6" name="ph6586"/>
              <p:cNvSpPr/>
              <p:nvPr/>
            </p:nvSpPr>
            <p:spPr>
              <a:xfrm>
                <a:off x="23829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7" name="ph6587"/>
              <p:cNvSpPr/>
              <p:nvPr/>
            </p:nvSpPr>
            <p:spPr>
              <a:xfrm>
                <a:off x="2392195" y="1360864"/>
                <a:ext cx="92008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8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452" y="897161"/>
                    </a:lnTo>
                    <a:lnTo>
                      <a:pt x="919543" y="907422"/>
                    </a:lnTo>
                    <a:lnTo>
                      <a:pt x="920082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8" name="ph6588"/>
              <p:cNvSpPr/>
              <p:nvPr/>
            </p:nvSpPr>
            <p:spPr>
              <a:xfrm>
                <a:off x="3123910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29" y="914400"/>
                    </a:lnTo>
                    <a:lnTo>
                      <a:pt x="914400" y="913981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9" name="ph6589"/>
              <p:cNvSpPr/>
              <p:nvPr/>
            </p:nvSpPr>
            <p:spPr>
              <a:xfrm>
                <a:off x="3133172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981"/>
                    </a:lnTo>
                    <a:lnTo>
                      <a:pt x="908165" y="910562"/>
                    </a:lnTo>
                    <a:lnTo>
                      <a:pt x="913244" y="905479"/>
                    </a:lnTo>
                    <a:lnTo>
                      <a:pt x="914400" y="904462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0" name="ph6590"/>
              <p:cNvSpPr/>
              <p:nvPr/>
            </p:nvSpPr>
            <p:spPr>
              <a:xfrm>
                <a:off x="3142434" y="13436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1701"/>
                    </a:lnTo>
                    <a:lnTo>
                      <a:pt x="909195" y="918131"/>
                    </a:lnTo>
                    <a:lnTo>
                      <a:pt x="914077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1" name="ph6591"/>
              <p:cNvSpPr/>
              <p:nvPr/>
            </p:nvSpPr>
            <p:spPr>
              <a:xfrm>
                <a:off x="31424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2" name="ph6592"/>
              <p:cNvSpPr/>
              <p:nvPr/>
            </p:nvSpPr>
            <p:spPr>
              <a:xfrm>
                <a:off x="31516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3" name="ph6593"/>
              <p:cNvSpPr/>
              <p:nvPr/>
            </p:nvSpPr>
            <p:spPr>
              <a:xfrm>
                <a:off x="31609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4" name="ph6594"/>
              <p:cNvSpPr/>
              <p:nvPr/>
            </p:nvSpPr>
            <p:spPr>
              <a:xfrm>
                <a:off x="31702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5" name="ph6595"/>
              <p:cNvSpPr/>
              <p:nvPr/>
            </p:nvSpPr>
            <p:spPr>
              <a:xfrm>
                <a:off x="31794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6" name="ph6596"/>
              <p:cNvSpPr/>
              <p:nvPr/>
            </p:nvSpPr>
            <p:spPr>
              <a:xfrm>
                <a:off x="31887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7" name="ph6597"/>
              <p:cNvSpPr/>
              <p:nvPr/>
            </p:nvSpPr>
            <p:spPr>
              <a:xfrm>
                <a:off x="31980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8" name="ph6598"/>
              <p:cNvSpPr/>
              <p:nvPr/>
            </p:nvSpPr>
            <p:spPr>
              <a:xfrm>
                <a:off x="32072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9" name="ph6599"/>
              <p:cNvSpPr/>
              <p:nvPr/>
            </p:nvSpPr>
            <p:spPr>
              <a:xfrm>
                <a:off x="32165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0" name="ph6600"/>
              <p:cNvSpPr/>
              <p:nvPr/>
            </p:nvSpPr>
            <p:spPr>
              <a:xfrm>
                <a:off x="32257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1" name="ph6601"/>
              <p:cNvSpPr/>
              <p:nvPr/>
            </p:nvSpPr>
            <p:spPr>
              <a:xfrm>
                <a:off x="32350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2" name="ph6602"/>
              <p:cNvSpPr/>
              <p:nvPr/>
            </p:nvSpPr>
            <p:spPr>
              <a:xfrm>
                <a:off x="32443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3" name="ph6603"/>
              <p:cNvSpPr/>
              <p:nvPr/>
            </p:nvSpPr>
            <p:spPr>
              <a:xfrm>
                <a:off x="32535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4" name="ph6604"/>
              <p:cNvSpPr/>
              <p:nvPr/>
            </p:nvSpPr>
            <p:spPr>
              <a:xfrm>
                <a:off x="32628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5" name="ph6605"/>
              <p:cNvSpPr/>
              <p:nvPr/>
            </p:nvSpPr>
            <p:spPr>
              <a:xfrm>
                <a:off x="32721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6" name="ph6606"/>
              <p:cNvSpPr/>
              <p:nvPr/>
            </p:nvSpPr>
            <p:spPr>
              <a:xfrm>
                <a:off x="32813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7" name="ph6607"/>
              <p:cNvSpPr/>
              <p:nvPr/>
            </p:nvSpPr>
            <p:spPr>
              <a:xfrm>
                <a:off x="32906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8" name="ph6608"/>
              <p:cNvSpPr/>
              <p:nvPr/>
            </p:nvSpPr>
            <p:spPr>
              <a:xfrm>
                <a:off x="32998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9" name="ph6609"/>
              <p:cNvSpPr/>
              <p:nvPr/>
            </p:nvSpPr>
            <p:spPr>
              <a:xfrm>
                <a:off x="330915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0" name="ph6610"/>
              <p:cNvSpPr/>
              <p:nvPr/>
            </p:nvSpPr>
            <p:spPr>
              <a:xfrm>
                <a:off x="33184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1" name="ph6611"/>
              <p:cNvSpPr/>
              <p:nvPr/>
            </p:nvSpPr>
            <p:spPr>
              <a:xfrm>
                <a:off x="33276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2" name="ph6612"/>
              <p:cNvSpPr/>
              <p:nvPr/>
            </p:nvSpPr>
            <p:spPr>
              <a:xfrm>
                <a:off x="33369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3" name="ph6613"/>
              <p:cNvSpPr/>
              <p:nvPr/>
            </p:nvSpPr>
            <p:spPr>
              <a:xfrm>
                <a:off x="33462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4" name="ph6614"/>
              <p:cNvSpPr/>
              <p:nvPr/>
            </p:nvSpPr>
            <p:spPr>
              <a:xfrm>
                <a:off x="335546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5" name="ph6615"/>
              <p:cNvSpPr/>
              <p:nvPr/>
            </p:nvSpPr>
            <p:spPr>
              <a:xfrm>
                <a:off x="33647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6" name="ph6616"/>
              <p:cNvSpPr/>
              <p:nvPr/>
            </p:nvSpPr>
            <p:spPr>
              <a:xfrm>
                <a:off x="33739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7" name="ph6617"/>
              <p:cNvSpPr/>
              <p:nvPr/>
            </p:nvSpPr>
            <p:spPr>
              <a:xfrm>
                <a:off x="33832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8" name="ph6618"/>
              <p:cNvSpPr/>
              <p:nvPr/>
            </p:nvSpPr>
            <p:spPr>
              <a:xfrm>
                <a:off x="339251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9" name="ph6619"/>
              <p:cNvSpPr/>
              <p:nvPr/>
            </p:nvSpPr>
            <p:spPr>
              <a:xfrm>
                <a:off x="34017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0" name="ph6620"/>
              <p:cNvSpPr/>
              <p:nvPr/>
            </p:nvSpPr>
            <p:spPr>
              <a:xfrm>
                <a:off x="34110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1" name="ph6621"/>
              <p:cNvSpPr/>
              <p:nvPr/>
            </p:nvSpPr>
            <p:spPr>
              <a:xfrm>
                <a:off x="34203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2" name="ph6622"/>
              <p:cNvSpPr/>
              <p:nvPr/>
            </p:nvSpPr>
            <p:spPr>
              <a:xfrm>
                <a:off x="34295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3" name="ph6623"/>
              <p:cNvSpPr/>
              <p:nvPr/>
            </p:nvSpPr>
            <p:spPr>
              <a:xfrm>
                <a:off x="343882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4" name="ph6624"/>
              <p:cNvSpPr/>
              <p:nvPr/>
            </p:nvSpPr>
            <p:spPr>
              <a:xfrm>
                <a:off x="34480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5" name="ph6625"/>
              <p:cNvSpPr/>
              <p:nvPr/>
            </p:nvSpPr>
            <p:spPr>
              <a:xfrm>
                <a:off x="34573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6" name="ph6626"/>
              <p:cNvSpPr/>
              <p:nvPr/>
            </p:nvSpPr>
            <p:spPr>
              <a:xfrm>
                <a:off x="34666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7" name="ph6627"/>
              <p:cNvSpPr/>
              <p:nvPr/>
            </p:nvSpPr>
            <p:spPr>
              <a:xfrm>
                <a:off x="347587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8" name="ph6628"/>
              <p:cNvSpPr/>
              <p:nvPr/>
            </p:nvSpPr>
            <p:spPr>
              <a:xfrm>
                <a:off x="34851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9" name="ph6629"/>
              <p:cNvSpPr/>
              <p:nvPr/>
            </p:nvSpPr>
            <p:spPr>
              <a:xfrm>
                <a:off x="34943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0" name="ph6630"/>
              <p:cNvSpPr/>
              <p:nvPr/>
            </p:nvSpPr>
            <p:spPr>
              <a:xfrm>
                <a:off x="35036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1" name="ph6631"/>
              <p:cNvSpPr/>
              <p:nvPr/>
            </p:nvSpPr>
            <p:spPr>
              <a:xfrm>
                <a:off x="35129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2" name="ph6632"/>
              <p:cNvSpPr/>
              <p:nvPr/>
            </p:nvSpPr>
            <p:spPr>
              <a:xfrm>
                <a:off x="352218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3" name="ph6633"/>
              <p:cNvSpPr/>
              <p:nvPr/>
            </p:nvSpPr>
            <p:spPr>
              <a:xfrm>
                <a:off x="35314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4" name="ph6634"/>
              <p:cNvSpPr/>
              <p:nvPr/>
            </p:nvSpPr>
            <p:spPr>
              <a:xfrm>
                <a:off x="35407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5" name="ph6635"/>
              <p:cNvSpPr/>
              <p:nvPr/>
            </p:nvSpPr>
            <p:spPr>
              <a:xfrm>
                <a:off x="35499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6" name="ph6636"/>
              <p:cNvSpPr/>
              <p:nvPr/>
            </p:nvSpPr>
            <p:spPr>
              <a:xfrm>
                <a:off x="35592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7" name="ph6637"/>
              <p:cNvSpPr/>
              <p:nvPr/>
            </p:nvSpPr>
            <p:spPr>
              <a:xfrm>
                <a:off x="35684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8" name="ph6638"/>
              <p:cNvSpPr/>
              <p:nvPr/>
            </p:nvSpPr>
            <p:spPr>
              <a:xfrm>
                <a:off x="35777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9" name="ph6639"/>
              <p:cNvSpPr/>
              <p:nvPr/>
            </p:nvSpPr>
            <p:spPr>
              <a:xfrm>
                <a:off x="35870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0" name="ph6640"/>
              <p:cNvSpPr/>
              <p:nvPr/>
            </p:nvSpPr>
            <p:spPr>
              <a:xfrm>
                <a:off x="35962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1" name="ph6641"/>
              <p:cNvSpPr/>
              <p:nvPr/>
            </p:nvSpPr>
            <p:spPr>
              <a:xfrm>
                <a:off x="36055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2" name="ph6642"/>
              <p:cNvSpPr/>
              <p:nvPr/>
            </p:nvSpPr>
            <p:spPr>
              <a:xfrm>
                <a:off x="36148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3" name="ph6643"/>
              <p:cNvSpPr/>
              <p:nvPr/>
            </p:nvSpPr>
            <p:spPr>
              <a:xfrm>
                <a:off x="36240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4" name="ph6644"/>
              <p:cNvSpPr/>
              <p:nvPr/>
            </p:nvSpPr>
            <p:spPr>
              <a:xfrm>
                <a:off x="36333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5" name="ph6645"/>
              <p:cNvSpPr/>
              <p:nvPr/>
            </p:nvSpPr>
            <p:spPr>
              <a:xfrm>
                <a:off x="36425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6" name="ph6646"/>
              <p:cNvSpPr/>
              <p:nvPr/>
            </p:nvSpPr>
            <p:spPr>
              <a:xfrm>
                <a:off x="36518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7" name="ph6647"/>
              <p:cNvSpPr/>
              <p:nvPr/>
            </p:nvSpPr>
            <p:spPr>
              <a:xfrm>
                <a:off x="36611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8" name="ph6648"/>
              <p:cNvSpPr/>
              <p:nvPr/>
            </p:nvSpPr>
            <p:spPr>
              <a:xfrm>
                <a:off x="36703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9" name="ph6649"/>
              <p:cNvSpPr/>
              <p:nvPr/>
            </p:nvSpPr>
            <p:spPr>
              <a:xfrm>
                <a:off x="36796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0" name="ph6650"/>
              <p:cNvSpPr/>
              <p:nvPr/>
            </p:nvSpPr>
            <p:spPr>
              <a:xfrm>
                <a:off x="36889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1" name="ph6651"/>
              <p:cNvSpPr/>
              <p:nvPr/>
            </p:nvSpPr>
            <p:spPr>
              <a:xfrm>
                <a:off x="36981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2" name="ph6652"/>
              <p:cNvSpPr/>
              <p:nvPr/>
            </p:nvSpPr>
            <p:spPr>
              <a:xfrm>
                <a:off x="37074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3" name="ph6653"/>
              <p:cNvSpPr/>
              <p:nvPr/>
            </p:nvSpPr>
            <p:spPr>
              <a:xfrm>
                <a:off x="37166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4" name="ph6654"/>
              <p:cNvSpPr/>
              <p:nvPr/>
            </p:nvSpPr>
            <p:spPr>
              <a:xfrm>
                <a:off x="3725954" y="13608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606"/>
                    </a:lnTo>
                    <a:lnTo>
                      <a:pt x="922242" y="911368"/>
                    </a:lnTo>
                    <a:lnTo>
                      <a:pt x="921709" y="914400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5" name="ph6655"/>
              <p:cNvSpPr/>
              <p:nvPr/>
            </p:nvSpPr>
            <p:spPr>
              <a:xfrm>
                <a:off x="3735217" y="1343625"/>
                <a:ext cx="914934" cy="918845"/>
              </a:xfrm>
              <a:custGeom>
                <a:avLst/>
                <a:gdLst/>
                <a:ahLst/>
                <a:cxnLst/>
                <a:rect l="0" t="0" r="0" b="0"/>
                <a:pathLst>
                  <a:path w="914934" h="918845">
                    <a:moveTo>
                      <a:pt x="914400" y="914400"/>
                    </a:moveTo>
                    <a:lnTo>
                      <a:pt x="914934" y="914400"/>
                    </a:lnTo>
                    <a:lnTo>
                      <a:pt x="914499" y="918162"/>
                    </a:lnTo>
                    <a:lnTo>
                      <a:pt x="914400" y="918845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6" name="ph6656"/>
              <p:cNvSpPr/>
              <p:nvPr/>
            </p:nvSpPr>
            <p:spPr>
              <a:xfrm>
                <a:off x="2030968" y="1326387"/>
                <a:ext cx="914400" cy="92569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95">
                    <a:moveTo>
                      <a:pt x="914400" y="914400"/>
                    </a:moveTo>
                    <a:lnTo>
                      <a:pt x="914400" y="925695"/>
                    </a:lnTo>
                    <a:lnTo>
                      <a:pt x="911812" y="918158"/>
                    </a:lnTo>
                    <a:lnTo>
                      <a:pt x="910665" y="914400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7" name="ph6657"/>
              <p:cNvSpPr/>
              <p:nvPr/>
            </p:nvSpPr>
            <p:spPr>
              <a:xfrm>
                <a:off x="20309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619" y="931638"/>
                    </a:lnTo>
                    <a:lnTo>
                      <a:pt x="914945" y="927284"/>
                    </a:lnTo>
                    <a:lnTo>
                      <a:pt x="914400" y="925695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8" name="ph6658"/>
              <p:cNvSpPr/>
              <p:nvPr/>
            </p:nvSpPr>
            <p:spPr>
              <a:xfrm>
                <a:off x="20402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9" name="ph6659"/>
              <p:cNvSpPr/>
              <p:nvPr/>
            </p:nvSpPr>
            <p:spPr>
              <a:xfrm>
                <a:off x="20494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0" name="ph6660"/>
              <p:cNvSpPr/>
              <p:nvPr/>
            </p:nvSpPr>
            <p:spPr>
              <a:xfrm>
                <a:off x="205875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1" name="ph6661"/>
              <p:cNvSpPr/>
              <p:nvPr/>
            </p:nvSpPr>
            <p:spPr>
              <a:xfrm>
                <a:off x="20680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2" name="ph6662"/>
              <p:cNvSpPr/>
              <p:nvPr/>
            </p:nvSpPr>
            <p:spPr>
              <a:xfrm>
                <a:off x="20772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3" name="ph6663"/>
              <p:cNvSpPr/>
              <p:nvPr/>
            </p:nvSpPr>
            <p:spPr>
              <a:xfrm>
                <a:off x="20865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4" name="ph6664"/>
              <p:cNvSpPr/>
              <p:nvPr/>
            </p:nvSpPr>
            <p:spPr>
              <a:xfrm>
                <a:off x="20958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5" name="ph6665"/>
              <p:cNvSpPr/>
              <p:nvPr/>
            </p:nvSpPr>
            <p:spPr>
              <a:xfrm>
                <a:off x="210506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6" name="ph6666"/>
              <p:cNvSpPr/>
              <p:nvPr/>
            </p:nvSpPr>
            <p:spPr>
              <a:xfrm>
                <a:off x="21143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7" name="ph6667"/>
              <p:cNvSpPr/>
              <p:nvPr/>
            </p:nvSpPr>
            <p:spPr>
              <a:xfrm>
                <a:off x="21235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8" name="ph6668"/>
              <p:cNvSpPr/>
              <p:nvPr/>
            </p:nvSpPr>
            <p:spPr>
              <a:xfrm>
                <a:off x="21328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9" name="ph6669"/>
              <p:cNvSpPr/>
              <p:nvPr/>
            </p:nvSpPr>
            <p:spPr>
              <a:xfrm>
                <a:off x="214211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0" name="ph6670"/>
              <p:cNvSpPr/>
              <p:nvPr/>
            </p:nvSpPr>
            <p:spPr>
              <a:xfrm>
                <a:off x="21513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1" name="ph6671"/>
              <p:cNvSpPr/>
              <p:nvPr/>
            </p:nvSpPr>
            <p:spPr>
              <a:xfrm>
                <a:off x="21606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2" name="ph6672"/>
              <p:cNvSpPr/>
              <p:nvPr/>
            </p:nvSpPr>
            <p:spPr>
              <a:xfrm>
                <a:off x="21699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3" name="ph6673"/>
              <p:cNvSpPr/>
              <p:nvPr/>
            </p:nvSpPr>
            <p:spPr>
              <a:xfrm>
                <a:off x="21791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4" name="ph6674"/>
              <p:cNvSpPr/>
              <p:nvPr/>
            </p:nvSpPr>
            <p:spPr>
              <a:xfrm>
                <a:off x="218842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5" name="ph6675"/>
              <p:cNvSpPr/>
              <p:nvPr/>
            </p:nvSpPr>
            <p:spPr>
              <a:xfrm>
                <a:off x="21976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6" name="ph6676"/>
              <p:cNvSpPr/>
              <p:nvPr/>
            </p:nvSpPr>
            <p:spPr>
              <a:xfrm>
                <a:off x="22069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7" name="ph6677"/>
              <p:cNvSpPr/>
              <p:nvPr/>
            </p:nvSpPr>
            <p:spPr>
              <a:xfrm>
                <a:off x="22162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8" name="ph6678"/>
              <p:cNvSpPr/>
              <p:nvPr/>
            </p:nvSpPr>
            <p:spPr>
              <a:xfrm>
                <a:off x="222547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9" name="ph6679"/>
              <p:cNvSpPr/>
              <p:nvPr/>
            </p:nvSpPr>
            <p:spPr>
              <a:xfrm>
                <a:off x="22347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0" name="ph6680"/>
              <p:cNvSpPr/>
              <p:nvPr/>
            </p:nvSpPr>
            <p:spPr>
              <a:xfrm>
                <a:off x="22439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1" name="ph6681"/>
              <p:cNvSpPr/>
              <p:nvPr/>
            </p:nvSpPr>
            <p:spPr>
              <a:xfrm>
                <a:off x="22532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2" name="ph6682"/>
              <p:cNvSpPr/>
              <p:nvPr/>
            </p:nvSpPr>
            <p:spPr>
              <a:xfrm>
                <a:off x="22625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3" name="ph6683"/>
              <p:cNvSpPr/>
              <p:nvPr/>
            </p:nvSpPr>
            <p:spPr>
              <a:xfrm>
                <a:off x="227178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4" name="ph6684"/>
              <p:cNvSpPr/>
              <p:nvPr/>
            </p:nvSpPr>
            <p:spPr>
              <a:xfrm>
                <a:off x="22810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5" name="ph6685"/>
              <p:cNvSpPr/>
              <p:nvPr/>
            </p:nvSpPr>
            <p:spPr>
              <a:xfrm>
                <a:off x="22903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6" name="ph6686"/>
              <p:cNvSpPr/>
              <p:nvPr/>
            </p:nvSpPr>
            <p:spPr>
              <a:xfrm>
                <a:off x="22995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7" name="ph6687"/>
              <p:cNvSpPr/>
              <p:nvPr/>
            </p:nvSpPr>
            <p:spPr>
              <a:xfrm>
                <a:off x="230883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8" name="ph6688"/>
              <p:cNvSpPr/>
              <p:nvPr/>
            </p:nvSpPr>
            <p:spPr>
              <a:xfrm>
                <a:off x="23180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9" name="ph6689"/>
              <p:cNvSpPr/>
              <p:nvPr/>
            </p:nvSpPr>
            <p:spPr>
              <a:xfrm>
                <a:off x="23273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0" name="ph6690"/>
              <p:cNvSpPr/>
              <p:nvPr/>
            </p:nvSpPr>
            <p:spPr>
              <a:xfrm>
                <a:off x="23366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1" name="ph6691"/>
              <p:cNvSpPr/>
              <p:nvPr/>
            </p:nvSpPr>
            <p:spPr>
              <a:xfrm>
                <a:off x="23458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2" name="ph6692"/>
              <p:cNvSpPr/>
              <p:nvPr/>
            </p:nvSpPr>
            <p:spPr>
              <a:xfrm>
                <a:off x="235514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3" name="ph6693"/>
              <p:cNvSpPr/>
              <p:nvPr/>
            </p:nvSpPr>
            <p:spPr>
              <a:xfrm>
                <a:off x="23644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4" name="ph6694"/>
              <p:cNvSpPr/>
              <p:nvPr/>
            </p:nvSpPr>
            <p:spPr>
              <a:xfrm>
                <a:off x="23736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5" name="ph6695"/>
              <p:cNvSpPr/>
              <p:nvPr/>
            </p:nvSpPr>
            <p:spPr>
              <a:xfrm>
                <a:off x="23829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6" name="ph6696"/>
              <p:cNvSpPr/>
              <p:nvPr/>
            </p:nvSpPr>
            <p:spPr>
              <a:xfrm>
                <a:off x="2392195" y="1343625"/>
                <a:ext cx="9184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5928" y="897161"/>
                    </a:lnTo>
                    <a:lnTo>
                      <a:pt x="916965" y="903378"/>
                    </a:lnTo>
                    <a:lnTo>
                      <a:pt x="918405" y="913956"/>
                    </a:lnTo>
                    <a:lnTo>
                      <a:pt x="918452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7" name="ph6697"/>
              <p:cNvSpPr/>
              <p:nvPr/>
            </p:nvSpPr>
            <p:spPr>
              <a:xfrm>
                <a:off x="3142434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7" y="914400"/>
                    </a:lnTo>
                    <a:lnTo>
                      <a:pt x="914400" y="914153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8" name="ph6698"/>
              <p:cNvSpPr/>
              <p:nvPr/>
            </p:nvSpPr>
            <p:spPr>
              <a:xfrm>
                <a:off x="3151697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53"/>
                    </a:lnTo>
                    <a:lnTo>
                      <a:pt x="905266" y="914055"/>
                    </a:lnTo>
                    <a:lnTo>
                      <a:pt x="910707" y="910498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9" name="ph6699"/>
              <p:cNvSpPr/>
              <p:nvPr/>
            </p:nvSpPr>
            <p:spPr>
              <a:xfrm>
                <a:off x="3160959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478"/>
                    </a:lnTo>
                    <a:lnTo>
                      <a:pt x="906976" y="907472"/>
                    </a:lnTo>
                    <a:lnTo>
                      <a:pt x="907270" y="907326"/>
                    </a:lnTo>
                    <a:lnTo>
                      <a:pt x="907566" y="907180"/>
                    </a:lnTo>
                    <a:lnTo>
                      <a:pt x="907861" y="907034"/>
                    </a:lnTo>
                    <a:lnTo>
                      <a:pt x="908157" y="906887"/>
                    </a:lnTo>
                    <a:lnTo>
                      <a:pt x="908453" y="906741"/>
                    </a:lnTo>
                    <a:lnTo>
                      <a:pt x="908748" y="906595"/>
                    </a:lnTo>
                    <a:lnTo>
                      <a:pt x="909044" y="906448"/>
                    </a:lnTo>
                    <a:lnTo>
                      <a:pt x="909340" y="906302"/>
                    </a:lnTo>
                    <a:lnTo>
                      <a:pt x="909635" y="906156"/>
                    </a:lnTo>
                    <a:lnTo>
                      <a:pt x="909931" y="906010"/>
                    </a:lnTo>
                    <a:lnTo>
                      <a:pt x="910227" y="905863"/>
                    </a:lnTo>
                    <a:lnTo>
                      <a:pt x="910522" y="905717"/>
                    </a:lnTo>
                    <a:lnTo>
                      <a:pt x="910818" y="905571"/>
                    </a:lnTo>
                    <a:lnTo>
                      <a:pt x="911114" y="905425"/>
                    </a:lnTo>
                    <a:lnTo>
                      <a:pt x="911410" y="905278"/>
                    </a:lnTo>
                    <a:lnTo>
                      <a:pt x="911705" y="905132"/>
                    </a:lnTo>
                    <a:lnTo>
                      <a:pt x="912001" y="904986"/>
                    </a:lnTo>
                    <a:lnTo>
                      <a:pt x="912297" y="904840"/>
                    </a:lnTo>
                    <a:lnTo>
                      <a:pt x="912593" y="904693"/>
                    </a:lnTo>
                    <a:lnTo>
                      <a:pt x="912888" y="904547"/>
                    </a:lnTo>
                    <a:lnTo>
                      <a:pt x="913184" y="904401"/>
                    </a:lnTo>
                    <a:lnTo>
                      <a:pt x="913480" y="904255"/>
                    </a:lnTo>
                    <a:lnTo>
                      <a:pt x="913776" y="904109"/>
                    </a:lnTo>
                    <a:lnTo>
                      <a:pt x="914071" y="903962"/>
                    </a:lnTo>
                    <a:lnTo>
                      <a:pt x="914400" y="9038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0" name="ph6700"/>
              <p:cNvSpPr/>
              <p:nvPr/>
            </p:nvSpPr>
            <p:spPr>
              <a:xfrm>
                <a:off x="3170221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00"/>
                    </a:lnTo>
                    <a:lnTo>
                      <a:pt x="905401" y="903670"/>
                    </a:lnTo>
                    <a:lnTo>
                      <a:pt x="905697" y="903524"/>
                    </a:lnTo>
                    <a:lnTo>
                      <a:pt x="905992" y="903378"/>
                    </a:lnTo>
                    <a:lnTo>
                      <a:pt x="906288" y="903232"/>
                    </a:lnTo>
                    <a:lnTo>
                      <a:pt x="906584" y="903085"/>
                    </a:lnTo>
                    <a:lnTo>
                      <a:pt x="906880" y="902939"/>
                    </a:lnTo>
                    <a:lnTo>
                      <a:pt x="907176" y="902793"/>
                    </a:lnTo>
                    <a:lnTo>
                      <a:pt x="907472" y="902647"/>
                    </a:lnTo>
                    <a:lnTo>
                      <a:pt x="907767" y="902501"/>
                    </a:lnTo>
                    <a:lnTo>
                      <a:pt x="908063" y="902355"/>
                    </a:lnTo>
                    <a:lnTo>
                      <a:pt x="908359" y="902209"/>
                    </a:lnTo>
                    <a:lnTo>
                      <a:pt x="908655" y="902063"/>
                    </a:lnTo>
                    <a:lnTo>
                      <a:pt x="908951" y="901917"/>
                    </a:lnTo>
                    <a:lnTo>
                      <a:pt x="909247" y="901770"/>
                    </a:lnTo>
                    <a:lnTo>
                      <a:pt x="909543" y="901624"/>
                    </a:lnTo>
                    <a:lnTo>
                      <a:pt x="909839" y="901478"/>
                    </a:lnTo>
                    <a:lnTo>
                      <a:pt x="910135" y="901332"/>
                    </a:lnTo>
                    <a:lnTo>
                      <a:pt x="910430" y="901186"/>
                    </a:lnTo>
                    <a:lnTo>
                      <a:pt x="910726" y="901040"/>
                    </a:lnTo>
                    <a:lnTo>
                      <a:pt x="911022" y="900894"/>
                    </a:lnTo>
                    <a:lnTo>
                      <a:pt x="911318" y="900748"/>
                    </a:lnTo>
                    <a:lnTo>
                      <a:pt x="911614" y="900602"/>
                    </a:lnTo>
                    <a:lnTo>
                      <a:pt x="911910" y="900456"/>
                    </a:lnTo>
                    <a:lnTo>
                      <a:pt x="912206" y="900310"/>
                    </a:lnTo>
                    <a:lnTo>
                      <a:pt x="912502" y="900164"/>
                    </a:lnTo>
                    <a:lnTo>
                      <a:pt x="912798" y="900018"/>
                    </a:lnTo>
                    <a:lnTo>
                      <a:pt x="913094" y="899872"/>
                    </a:lnTo>
                    <a:lnTo>
                      <a:pt x="913390" y="899726"/>
                    </a:lnTo>
                    <a:lnTo>
                      <a:pt x="913686" y="899580"/>
                    </a:lnTo>
                    <a:lnTo>
                      <a:pt x="913982" y="899434"/>
                    </a:lnTo>
                    <a:lnTo>
                      <a:pt x="914400" y="89922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1" name="ph6701"/>
              <p:cNvSpPr/>
              <p:nvPr/>
            </p:nvSpPr>
            <p:spPr>
              <a:xfrm>
                <a:off x="3179483" y="13263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67"/>
                    </a:lnTo>
                    <a:lnTo>
                      <a:pt x="905312" y="916381"/>
                    </a:lnTo>
                    <a:lnTo>
                      <a:pt x="905608" y="916235"/>
                    </a:lnTo>
                    <a:lnTo>
                      <a:pt x="905904" y="916089"/>
                    </a:lnTo>
                    <a:lnTo>
                      <a:pt x="906200" y="915943"/>
                    </a:lnTo>
                    <a:lnTo>
                      <a:pt x="906496" y="915797"/>
                    </a:lnTo>
                    <a:lnTo>
                      <a:pt x="906792" y="915651"/>
                    </a:lnTo>
                    <a:lnTo>
                      <a:pt x="907088" y="915505"/>
                    </a:lnTo>
                    <a:lnTo>
                      <a:pt x="907384" y="915359"/>
                    </a:lnTo>
                    <a:lnTo>
                      <a:pt x="909546" y="914400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2" name="ph6702"/>
              <p:cNvSpPr/>
              <p:nvPr/>
            </p:nvSpPr>
            <p:spPr>
              <a:xfrm>
                <a:off x="31794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3" name="ph6703"/>
              <p:cNvSpPr/>
              <p:nvPr/>
            </p:nvSpPr>
            <p:spPr>
              <a:xfrm>
                <a:off x="31887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4" name="ph6704"/>
              <p:cNvSpPr/>
              <p:nvPr/>
            </p:nvSpPr>
            <p:spPr>
              <a:xfrm>
                <a:off x="31980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5" name="ph6705"/>
              <p:cNvSpPr/>
              <p:nvPr/>
            </p:nvSpPr>
            <p:spPr>
              <a:xfrm>
                <a:off x="32072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6" name="ph6706"/>
              <p:cNvSpPr/>
              <p:nvPr/>
            </p:nvSpPr>
            <p:spPr>
              <a:xfrm>
                <a:off x="32165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7" name="ph6707"/>
              <p:cNvSpPr/>
              <p:nvPr/>
            </p:nvSpPr>
            <p:spPr>
              <a:xfrm>
                <a:off x="32257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8" name="ph6708"/>
              <p:cNvSpPr/>
              <p:nvPr/>
            </p:nvSpPr>
            <p:spPr>
              <a:xfrm>
                <a:off x="32350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9" name="ph6709"/>
              <p:cNvSpPr/>
              <p:nvPr/>
            </p:nvSpPr>
            <p:spPr>
              <a:xfrm>
                <a:off x="32443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0" name="ph6710"/>
              <p:cNvSpPr/>
              <p:nvPr/>
            </p:nvSpPr>
            <p:spPr>
              <a:xfrm>
                <a:off x="32535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1" name="ph6711"/>
              <p:cNvSpPr/>
              <p:nvPr/>
            </p:nvSpPr>
            <p:spPr>
              <a:xfrm>
                <a:off x="32628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2" name="ph6712"/>
              <p:cNvSpPr/>
              <p:nvPr/>
            </p:nvSpPr>
            <p:spPr>
              <a:xfrm>
                <a:off x="32721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3" name="ph6713"/>
              <p:cNvSpPr/>
              <p:nvPr/>
            </p:nvSpPr>
            <p:spPr>
              <a:xfrm>
                <a:off x="32813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4" name="ph6714"/>
              <p:cNvSpPr/>
              <p:nvPr/>
            </p:nvSpPr>
            <p:spPr>
              <a:xfrm>
                <a:off x="32906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5" name="ph6715"/>
              <p:cNvSpPr/>
              <p:nvPr/>
            </p:nvSpPr>
            <p:spPr>
              <a:xfrm>
                <a:off x="32998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6" name="ph6716"/>
              <p:cNvSpPr/>
              <p:nvPr/>
            </p:nvSpPr>
            <p:spPr>
              <a:xfrm>
                <a:off x="33091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7" name="ph6717"/>
              <p:cNvSpPr/>
              <p:nvPr/>
            </p:nvSpPr>
            <p:spPr>
              <a:xfrm>
                <a:off x="33184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8" name="ph6718"/>
              <p:cNvSpPr/>
              <p:nvPr/>
            </p:nvSpPr>
            <p:spPr>
              <a:xfrm>
                <a:off x="33276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9" name="ph6719"/>
              <p:cNvSpPr/>
              <p:nvPr/>
            </p:nvSpPr>
            <p:spPr>
              <a:xfrm>
                <a:off x="33369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0" name="ph6720"/>
              <p:cNvSpPr/>
              <p:nvPr/>
            </p:nvSpPr>
            <p:spPr>
              <a:xfrm>
                <a:off x="33462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1" name="ph6721"/>
              <p:cNvSpPr/>
              <p:nvPr/>
            </p:nvSpPr>
            <p:spPr>
              <a:xfrm>
                <a:off x="335546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2" name="ph6722"/>
              <p:cNvSpPr/>
              <p:nvPr/>
            </p:nvSpPr>
            <p:spPr>
              <a:xfrm>
                <a:off x="33647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3" name="ph6723"/>
              <p:cNvSpPr/>
              <p:nvPr/>
            </p:nvSpPr>
            <p:spPr>
              <a:xfrm>
                <a:off x="33739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4" name="ph6724"/>
              <p:cNvSpPr/>
              <p:nvPr/>
            </p:nvSpPr>
            <p:spPr>
              <a:xfrm>
                <a:off x="33832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5" name="ph6725"/>
              <p:cNvSpPr/>
              <p:nvPr/>
            </p:nvSpPr>
            <p:spPr>
              <a:xfrm>
                <a:off x="339251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6" name="ph6726"/>
              <p:cNvSpPr/>
              <p:nvPr/>
            </p:nvSpPr>
            <p:spPr>
              <a:xfrm>
                <a:off x="34017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7" name="ph6727"/>
              <p:cNvSpPr/>
              <p:nvPr/>
            </p:nvSpPr>
            <p:spPr>
              <a:xfrm>
                <a:off x="34110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8" name="ph6728"/>
              <p:cNvSpPr/>
              <p:nvPr/>
            </p:nvSpPr>
            <p:spPr>
              <a:xfrm>
                <a:off x="34203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9" name="ph6729"/>
              <p:cNvSpPr/>
              <p:nvPr/>
            </p:nvSpPr>
            <p:spPr>
              <a:xfrm>
                <a:off x="34295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0" name="ph6730"/>
              <p:cNvSpPr/>
              <p:nvPr/>
            </p:nvSpPr>
            <p:spPr>
              <a:xfrm>
                <a:off x="343882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1" name="ph6731"/>
              <p:cNvSpPr/>
              <p:nvPr/>
            </p:nvSpPr>
            <p:spPr>
              <a:xfrm>
                <a:off x="34480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2" name="ph6732"/>
              <p:cNvSpPr/>
              <p:nvPr/>
            </p:nvSpPr>
            <p:spPr>
              <a:xfrm>
                <a:off x="34573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3" name="ph6733"/>
              <p:cNvSpPr/>
              <p:nvPr/>
            </p:nvSpPr>
            <p:spPr>
              <a:xfrm>
                <a:off x="34666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4" name="ph6734"/>
              <p:cNvSpPr/>
              <p:nvPr/>
            </p:nvSpPr>
            <p:spPr>
              <a:xfrm>
                <a:off x="347587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5" name="ph6735"/>
              <p:cNvSpPr/>
              <p:nvPr/>
            </p:nvSpPr>
            <p:spPr>
              <a:xfrm>
                <a:off x="34851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6" name="ph6736"/>
              <p:cNvSpPr/>
              <p:nvPr/>
            </p:nvSpPr>
            <p:spPr>
              <a:xfrm>
                <a:off x="34943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7" name="ph6737"/>
              <p:cNvSpPr/>
              <p:nvPr/>
            </p:nvSpPr>
            <p:spPr>
              <a:xfrm>
                <a:off x="35036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8" name="ph6738"/>
              <p:cNvSpPr/>
              <p:nvPr/>
            </p:nvSpPr>
            <p:spPr>
              <a:xfrm>
                <a:off x="35129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9" name="ph6739"/>
              <p:cNvSpPr/>
              <p:nvPr/>
            </p:nvSpPr>
            <p:spPr>
              <a:xfrm>
                <a:off x="352218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0" name="ph6740"/>
              <p:cNvSpPr/>
              <p:nvPr/>
            </p:nvSpPr>
            <p:spPr>
              <a:xfrm>
                <a:off x="35314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1" name="ph6741"/>
              <p:cNvSpPr/>
              <p:nvPr/>
            </p:nvSpPr>
            <p:spPr>
              <a:xfrm>
                <a:off x="35407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2" name="ph6742"/>
              <p:cNvSpPr/>
              <p:nvPr/>
            </p:nvSpPr>
            <p:spPr>
              <a:xfrm>
                <a:off x="35499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3" name="ph6743"/>
              <p:cNvSpPr/>
              <p:nvPr/>
            </p:nvSpPr>
            <p:spPr>
              <a:xfrm>
                <a:off x="355923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4" name="ph6744"/>
              <p:cNvSpPr/>
              <p:nvPr/>
            </p:nvSpPr>
            <p:spPr>
              <a:xfrm>
                <a:off x="35684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5" name="ph6745"/>
              <p:cNvSpPr/>
              <p:nvPr/>
            </p:nvSpPr>
            <p:spPr>
              <a:xfrm>
                <a:off x="35777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6" name="ph6746"/>
              <p:cNvSpPr/>
              <p:nvPr/>
            </p:nvSpPr>
            <p:spPr>
              <a:xfrm>
                <a:off x="35870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7" name="ph6747"/>
              <p:cNvSpPr/>
              <p:nvPr/>
            </p:nvSpPr>
            <p:spPr>
              <a:xfrm>
                <a:off x="35962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8" name="ph6748"/>
              <p:cNvSpPr/>
              <p:nvPr/>
            </p:nvSpPr>
            <p:spPr>
              <a:xfrm>
                <a:off x="36055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9" name="ph6749"/>
              <p:cNvSpPr/>
              <p:nvPr/>
            </p:nvSpPr>
            <p:spPr>
              <a:xfrm>
                <a:off x="36148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0" name="ph6750"/>
              <p:cNvSpPr/>
              <p:nvPr/>
            </p:nvSpPr>
            <p:spPr>
              <a:xfrm>
                <a:off x="36240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1" name="ph6751"/>
              <p:cNvSpPr/>
              <p:nvPr/>
            </p:nvSpPr>
            <p:spPr>
              <a:xfrm>
                <a:off x="36333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2" name="ph6752"/>
              <p:cNvSpPr/>
              <p:nvPr/>
            </p:nvSpPr>
            <p:spPr>
              <a:xfrm>
                <a:off x="36425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3" name="ph6753"/>
              <p:cNvSpPr/>
              <p:nvPr/>
            </p:nvSpPr>
            <p:spPr>
              <a:xfrm>
                <a:off x="36518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4" name="ph6754"/>
              <p:cNvSpPr/>
              <p:nvPr/>
            </p:nvSpPr>
            <p:spPr>
              <a:xfrm>
                <a:off x="36611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5" name="ph6755"/>
              <p:cNvSpPr/>
              <p:nvPr/>
            </p:nvSpPr>
            <p:spPr>
              <a:xfrm>
                <a:off x="36703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6" name="ph6756"/>
              <p:cNvSpPr/>
              <p:nvPr/>
            </p:nvSpPr>
            <p:spPr>
              <a:xfrm>
                <a:off x="36796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7" name="ph6757"/>
              <p:cNvSpPr/>
              <p:nvPr/>
            </p:nvSpPr>
            <p:spPr>
              <a:xfrm>
                <a:off x="36889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8" name="ph6758"/>
              <p:cNvSpPr/>
              <p:nvPr/>
            </p:nvSpPr>
            <p:spPr>
              <a:xfrm>
                <a:off x="36981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9" name="ph6759"/>
              <p:cNvSpPr/>
              <p:nvPr/>
            </p:nvSpPr>
            <p:spPr>
              <a:xfrm>
                <a:off x="37074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0" name="ph6760"/>
              <p:cNvSpPr/>
              <p:nvPr/>
            </p:nvSpPr>
            <p:spPr>
              <a:xfrm>
                <a:off x="37166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1" name="ph6761"/>
              <p:cNvSpPr/>
              <p:nvPr/>
            </p:nvSpPr>
            <p:spPr>
              <a:xfrm>
                <a:off x="37259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2" name="ph6762"/>
              <p:cNvSpPr/>
              <p:nvPr/>
            </p:nvSpPr>
            <p:spPr>
              <a:xfrm>
                <a:off x="3735217" y="13436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009"/>
                    </a:lnTo>
                    <a:lnTo>
                      <a:pt x="922021" y="905654"/>
                    </a:lnTo>
                    <a:lnTo>
                      <a:pt x="916823" y="910235"/>
                    </a:lnTo>
                    <a:lnTo>
                      <a:pt x="915279" y="911418"/>
                    </a:lnTo>
                    <a:lnTo>
                      <a:pt x="914934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3" name="ph6763"/>
              <p:cNvSpPr/>
              <p:nvPr/>
            </p:nvSpPr>
            <p:spPr>
              <a:xfrm>
                <a:off x="3744479" y="1326387"/>
                <a:ext cx="920846" cy="921248"/>
              </a:xfrm>
              <a:custGeom>
                <a:avLst/>
                <a:gdLst/>
                <a:ahLst/>
                <a:cxnLst/>
                <a:rect l="0" t="0" r="0" b="0"/>
                <a:pathLst>
                  <a:path w="920846" h="921248">
                    <a:moveTo>
                      <a:pt x="914400" y="914400"/>
                    </a:moveTo>
                    <a:lnTo>
                      <a:pt x="920846" y="914400"/>
                    </a:lnTo>
                    <a:lnTo>
                      <a:pt x="917822" y="917817"/>
                    </a:lnTo>
                    <a:lnTo>
                      <a:pt x="914400" y="92124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4" name="ph6764"/>
              <p:cNvSpPr/>
              <p:nvPr/>
            </p:nvSpPr>
            <p:spPr>
              <a:xfrm>
                <a:off x="2030968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665" y="931638"/>
                    </a:lnTo>
                    <a:lnTo>
                      <a:pt x="908939" y="925978"/>
                    </a:lnTo>
                    <a:lnTo>
                      <a:pt x="906335" y="916293"/>
                    </a:lnTo>
                    <a:lnTo>
                      <a:pt x="905891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5" name="ph6765"/>
              <p:cNvSpPr/>
              <p:nvPr/>
            </p:nvSpPr>
            <p:spPr>
              <a:xfrm>
                <a:off x="20309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6" name="ph6766"/>
              <p:cNvSpPr/>
              <p:nvPr/>
            </p:nvSpPr>
            <p:spPr>
              <a:xfrm>
                <a:off x="20402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7" name="ph6767"/>
              <p:cNvSpPr/>
              <p:nvPr/>
            </p:nvSpPr>
            <p:spPr>
              <a:xfrm>
                <a:off x="20494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8" name="ph6768"/>
              <p:cNvSpPr/>
              <p:nvPr/>
            </p:nvSpPr>
            <p:spPr>
              <a:xfrm>
                <a:off x="205875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9" name="ph6769"/>
              <p:cNvSpPr/>
              <p:nvPr/>
            </p:nvSpPr>
            <p:spPr>
              <a:xfrm>
                <a:off x="20680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0" name="ph6770"/>
              <p:cNvSpPr/>
              <p:nvPr/>
            </p:nvSpPr>
            <p:spPr>
              <a:xfrm>
                <a:off x="20772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1" name="ph6771"/>
              <p:cNvSpPr/>
              <p:nvPr/>
            </p:nvSpPr>
            <p:spPr>
              <a:xfrm>
                <a:off x="20865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2" name="ph6772"/>
              <p:cNvSpPr/>
              <p:nvPr/>
            </p:nvSpPr>
            <p:spPr>
              <a:xfrm>
                <a:off x="20958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3" name="ph6773"/>
              <p:cNvSpPr/>
              <p:nvPr/>
            </p:nvSpPr>
            <p:spPr>
              <a:xfrm>
                <a:off x="210506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4" name="ph6774"/>
              <p:cNvSpPr/>
              <p:nvPr/>
            </p:nvSpPr>
            <p:spPr>
              <a:xfrm>
                <a:off x="21143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5" name="ph6775"/>
              <p:cNvSpPr/>
              <p:nvPr/>
            </p:nvSpPr>
            <p:spPr>
              <a:xfrm>
                <a:off x="21235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6" name="ph6776"/>
              <p:cNvSpPr/>
              <p:nvPr/>
            </p:nvSpPr>
            <p:spPr>
              <a:xfrm>
                <a:off x="21328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7" name="ph6777"/>
              <p:cNvSpPr/>
              <p:nvPr/>
            </p:nvSpPr>
            <p:spPr>
              <a:xfrm>
                <a:off x="214211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8" name="ph6778"/>
              <p:cNvSpPr/>
              <p:nvPr/>
            </p:nvSpPr>
            <p:spPr>
              <a:xfrm>
                <a:off x="21513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9" name="ph6779"/>
              <p:cNvSpPr/>
              <p:nvPr/>
            </p:nvSpPr>
            <p:spPr>
              <a:xfrm>
                <a:off x="21606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0" name="ph6780"/>
              <p:cNvSpPr/>
              <p:nvPr/>
            </p:nvSpPr>
            <p:spPr>
              <a:xfrm>
                <a:off x="21699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1" name="ph6781"/>
              <p:cNvSpPr/>
              <p:nvPr/>
            </p:nvSpPr>
            <p:spPr>
              <a:xfrm>
                <a:off x="21791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2" name="ph6782"/>
              <p:cNvSpPr/>
              <p:nvPr/>
            </p:nvSpPr>
            <p:spPr>
              <a:xfrm>
                <a:off x="218842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3" name="ph6783"/>
              <p:cNvSpPr/>
              <p:nvPr/>
            </p:nvSpPr>
            <p:spPr>
              <a:xfrm>
                <a:off x="21976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4" name="ph6784"/>
              <p:cNvSpPr/>
              <p:nvPr/>
            </p:nvSpPr>
            <p:spPr>
              <a:xfrm>
                <a:off x="22069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5" name="ph6785"/>
              <p:cNvSpPr/>
              <p:nvPr/>
            </p:nvSpPr>
            <p:spPr>
              <a:xfrm>
                <a:off x="22162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6" name="ph6786"/>
              <p:cNvSpPr/>
              <p:nvPr/>
            </p:nvSpPr>
            <p:spPr>
              <a:xfrm>
                <a:off x="222547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7" name="ph6787"/>
              <p:cNvSpPr/>
              <p:nvPr/>
            </p:nvSpPr>
            <p:spPr>
              <a:xfrm>
                <a:off x="22347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8" name="ph6788"/>
              <p:cNvSpPr/>
              <p:nvPr/>
            </p:nvSpPr>
            <p:spPr>
              <a:xfrm>
                <a:off x="22439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9" name="ph6789"/>
              <p:cNvSpPr/>
              <p:nvPr/>
            </p:nvSpPr>
            <p:spPr>
              <a:xfrm>
                <a:off x="22532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0" name="ph6790"/>
              <p:cNvSpPr/>
              <p:nvPr/>
            </p:nvSpPr>
            <p:spPr>
              <a:xfrm>
                <a:off x="22625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1" name="ph6791"/>
              <p:cNvSpPr/>
              <p:nvPr/>
            </p:nvSpPr>
            <p:spPr>
              <a:xfrm>
                <a:off x="227178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2" name="ph6792"/>
              <p:cNvSpPr/>
              <p:nvPr/>
            </p:nvSpPr>
            <p:spPr>
              <a:xfrm>
                <a:off x="22810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3" name="ph6793"/>
              <p:cNvSpPr/>
              <p:nvPr/>
            </p:nvSpPr>
            <p:spPr>
              <a:xfrm>
                <a:off x="22903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4" name="ph6794"/>
              <p:cNvSpPr/>
              <p:nvPr/>
            </p:nvSpPr>
            <p:spPr>
              <a:xfrm>
                <a:off x="22995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5" name="ph6795"/>
              <p:cNvSpPr/>
              <p:nvPr/>
            </p:nvSpPr>
            <p:spPr>
              <a:xfrm>
                <a:off x="230883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6" name="ph6796"/>
              <p:cNvSpPr/>
              <p:nvPr/>
            </p:nvSpPr>
            <p:spPr>
              <a:xfrm>
                <a:off x="23180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7" name="ph6797"/>
              <p:cNvSpPr/>
              <p:nvPr/>
            </p:nvSpPr>
            <p:spPr>
              <a:xfrm>
                <a:off x="23273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8" name="ph6798"/>
              <p:cNvSpPr/>
              <p:nvPr/>
            </p:nvSpPr>
            <p:spPr>
              <a:xfrm>
                <a:off x="23366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9" name="ph6799"/>
              <p:cNvSpPr/>
              <p:nvPr/>
            </p:nvSpPr>
            <p:spPr>
              <a:xfrm>
                <a:off x="23458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0" name="ph6800"/>
              <p:cNvSpPr/>
              <p:nvPr/>
            </p:nvSpPr>
            <p:spPr>
              <a:xfrm>
                <a:off x="235514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1" name="ph6801"/>
              <p:cNvSpPr/>
              <p:nvPr/>
            </p:nvSpPr>
            <p:spPr>
              <a:xfrm>
                <a:off x="23644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2" name="ph6802"/>
              <p:cNvSpPr/>
              <p:nvPr/>
            </p:nvSpPr>
            <p:spPr>
              <a:xfrm>
                <a:off x="23736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3" name="ph6803"/>
              <p:cNvSpPr/>
              <p:nvPr/>
            </p:nvSpPr>
            <p:spPr>
              <a:xfrm>
                <a:off x="2392195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550" y="897161"/>
                    </a:lnTo>
                    <a:lnTo>
                      <a:pt x="913197" y="899958"/>
                    </a:lnTo>
                    <a:lnTo>
                      <a:pt x="914399" y="906022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4" name="ph6804"/>
              <p:cNvSpPr/>
              <p:nvPr/>
            </p:nvSpPr>
            <p:spPr>
              <a:xfrm>
                <a:off x="2392195" y="1326387"/>
                <a:ext cx="91592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28" h="914400">
                    <a:moveTo>
                      <a:pt x="914399" y="914400"/>
                    </a:moveTo>
                    <a:lnTo>
                      <a:pt x="914399" y="906022"/>
                    </a:lnTo>
                    <a:lnTo>
                      <a:pt x="915227" y="910195"/>
                    </a:lnTo>
                    <a:lnTo>
                      <a:pt x="915928" y="914400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5" name="ph6805"/>
              <p:cNvSpPr/>
              <p:nvPr/>
            </p:nvSpPr>
            <p:spPr>
              <a:xfrm>
                <a:off x="317948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546" y="914400"/>
                    </a:lnTo>
                    <a:lnTo>
                      <a:pt x="912718" y="912991"/>
                    </a:lnTo>
                    <a:lnTo>
                      <a:pt x="914400" y="912406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6" name="ph6806"/>
              <p:cNvSpPr/>
              <p:nvPr/>
            </p:nvSpPr>
            <p:spPr>
              <a:xfrm>
                <a:off x="318874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406"/>
                    </a:lnTo>
                    <a:lnTo>
                      <a:pt x="908847" y="911115"/>
                    </a:lnTo>
                    <a:lnTo>
                      <a:pt x="914400" y="909717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7" name="ph6807"/>
              <p:cNvSpPr/>
              <p:nvPr/>
            </p:nvSpPr>
            <p:spPr>
              <a:xfrm>
                <a:off x="319800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717"/>
                    </a:lnTo>
                    <a:lnTo>
                      <a:pt x="910482" y="908858"/>
                    </a:lnTo>
                    <a:lnTo>
                      <a:pt x="914400" y="908590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8" name="ph6808"/>
              <p:cNvSpPr/>
              <p:nvPr/>
            </p:nvSpPr>
            <p:spPr>
              <a:xfrm>
                <a:off x="320727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590"/>
                    </a:lnTo>
                    <a:lnTo>
                      <a:pt x="906699" y="908483"/>
                    </a:lnTo>
                    <a:lnTo>
                      <a:pt x="912183" y="908610"/>
                    </a:lnTo>
                    <a:lnTo>
                      <a:pt x="912651" y="908643"/>
                    </a:lnTo>
                    <a:lnTo>
                      <a:pt x="913122" y="908676"/>
                    </a:lnTo>
                    <a:lnTo>
                      <a:pt x="913592" y="908708"/>
                    </a:lnTo>
                    <a:lnTo>
                      <a:pt x="914063" y="908741"/>
                    </a:lnTo>
                    <a:lnTo>
                      <a:pt x="914400" y="908764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9" name="ph6809"/>
              <p:cNvSpPr/>
              <p:nvPr/>
            </p:nvSpPr>
            <p:spPr>
              <a:xfrm>
                <a:off x="3216532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764"/>
                    </a:lnTo>
                    <a:lnTo>
                      <a:pt x="905271" y="908774"/>
                    </a:lnTo>
                    <a:lnTo>
                      <a:pt x="905742" y="908806"/>
                    </a:lnTo>
                    <a:lnTo>
                      <a:pt x="906213" y="908839"/>
                    </a:lnTo>
                    <a:lnTo>
                      <a:pt x="906683" y="908872"/>
                    </a:lnTo>
                    <a:lnTo>
                      <a:pt x="907154" y="908904"/>
                    </a:lnTo>
                    <a:lnTo>
                      <a:pt x="907624" y="908937"/>
                    </a:lnTo>
                    <a:lnTo>
                      <a:pt x="908095" y="908970"/>
                    </a:lnTo>
                    <a:lnTo>
                      <a:pt x="908565" y="909003"/>
                    </a:lnTo>
                    <a:lnTo>
                      <a:pt x="909036" y="909036"/>
                    </a:lnTo>
                    <a:lnTo>
                      <a:pt x="909506" y="909068"/>
                    </a:lnTo>
                    <a:lnTo>
                      <a:pt x="909977" y="909101"/>
                    </a:lnTo>
                    <a:lnTo>
                      <a:pt x="910448" y="909134"/>
                    </a:lnTo>
                    <a:lnTo>
                      <a:pt x="910918" y="909167"/>
                    </a:lnTo>
                    <a:lnTo>
                      <a:pt x="911389" y="909200"/>
                    </a:lnTo>
                    <a:lnTo>
                      <a:pt x="911859" y="909233"/>
                    </a:lnTo>
                    <a:lnTo>
                      <a:pt x="912330" y="909266"/>
                    </a:lnTo>
                    <a:lnTo>
                      <a:pt x="912800" y="909299"/>
                    </a:lnTo>
                    <a:lnTo>
                      <a:pt x="913271" y="909332"/>
                    </a:lnTo>
                    <a:lnTo>
                      <a:pt x="913741" y="909365"/>
                    </a:lnTo>
                    <a:lnTo>
                      <a:pt x="914212" y="909398"/>
                    </a:lnTo>
                    <a:lnTo>
                      <a:pt x="914399" y="909411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0" name="ph6810"/>
              <p:cNvSpPr/>
              <p:nvPr/>
            </p:nvSpPr>
            <p:spPr>
              <a:xfrm>
                <a:off x="322579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11"/>
                    </a:lnTo>
                    <a:lnTo>
                      <a:pt x="905420" y="909431"/>
                    </a:lnTo>
                    <a:lnTo>
                      <a:pt x="905891" y="909464"/>
                    </a:lnTo>
                    <a:lnTo>
                      <a:pt x="906361" y="909497"/>
                    </a:lnTo>
                    <a:lnTo>
                      <a:pt x="906832" y="909530"/>
                    </a:lnTo>
                    <a:lnTo>
                      <a:pt x="907302" y="909563"/>
                    </a:lnTo>
                    <a:lnTo>
                      <a:pt x="907773" y="909596"/>
                    </a:lnTo>
                    <a:lnTo>
                      <a:pt x="908243" y="909629"/>
                    </a:lnTo>
                    <a:lnTo>
                      <a:pt x="908714" y="909662"/>
                    </a:lnTo>
                    <a:lnTo>
                      <a:pt x="909184" y="909695"/>
                    </a:lnTo>
                    <a:lnTo>
                      <a:pt x="909655" y="909729"/>
                    </a:lnTo>
                    <a:lnTo>
                      <a:pt x="910125" y="909762"/>
                    </a:lnTo>
                    <a:lnTo>
                      <a:pt x="910596" y="909795"/>
                    </a:lnTo>
                    <a:lnTo>
                      <a:pt x="911066" y="909828"/>
                    </a:lnTo>
                    <a:lnTo>
                      <a:pt x="911537" y="909861"/>
                    </a:lnTo>
                    <a:lnTo>
                      <a:pt x="912007" y="909895"/>
                    </a:lnTo>
                    <a:lnTo>
                      <a:pt x="912478" y="909928"/>
                    </a:lnTo>
                    <a:lnTo>
                      <a:pt x="912948" y="909961"/>
                    </a:lnTo>
                    <a:lnTo>
                      <a:pt x="913419" y="909995"/>
                    </a:lnTo>
                    <a:lnTo>
                      <a:pt x="913889" y="910028"/>
                    </a:lnTo>
                    <a:lnTo>
                      <a:pt x="914400" y="910064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1" name="ph6811"/>
              <p:cNvSpPr/>
              <p:nvPr/>
            </p:nvSpPr>
            <p:spPr>
              <a:xfrm>
                <a:off x="323505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64"/>
                    </a:lnTo>
                    <a:lnTo>
                      <a:pt x="905568" y="910095"/>
                    </a:lnTo>
                    <a:lnTo>
                      <a:pt x="906038" y="910128"/>
                    </a:lnTo>
                    <a:lnTo>
                      <a:pt x="906509" y="910161"/>
                    </a:lnTo>
                    <a:lnTo>
                      <a:pt x="906979" y="910195"/>
                    </a:lnTo>
                    <a:lnTo>
                      <a:pt x="907450" y="910228"/>
                    </a:lnTo>
                    <a:lnTo>
                      <a:pt x="907920" y="910262"/>
                    </a:lnTo>
                    <a:lnTo>
                      <a:pt x="908391" y="910295"/>
                    </a:lnTo>
                    <a:lnTo>
                      <a:pt x="908861" y="910329"/>
                    </a:lnTo>
                    <a:lnTo>
                      <a:pt x="909332" y="910362"/>
                    </a:lnTo>
                    <a:lnTo>
                      <a:pt x="909802" y="910396"/>
                    </a:lnTo>
                    <a:lnTo>
                      <a:pt x="910273" y="910429"/>
                    </a:lnTo>
                    <a:lnTo>
                      <a:pt x="910743" y="910463"/>
                    </a:lnTo>
                    <a:lnTo>
                      <a:pt x="914400" y="910724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2" name="ph6812"/>
              <p:cNvSpPr/>
              <p:nvPr/>
            </p:nvSpPr>
            <p:spPr>
              <a:xfrm>
                <a:off x="3244319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724"/>
                    </a:lnTo>
                    <a:lnTo>
                      <a:pt x="914400" y="911384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3" name="ph6813"/>
              <p:cNvSpPr/>
              <p:nvPr/>
            </p:nvSpPr>
            <p:spPr>
              <a:xfrm>
                <a:off x="3253581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384"/>
                    </a:lnTo>
                    <a:lnTo>
                      <a:pt x="914400" y="912045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4" name="ph6814"/>
              <p:cNvSpPr/>
              <p:nvPr/>
            </p:nvSpPr>
            <p:spPr>
              <a:xfrm>
                <a:off x="326284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045"/>
                    </a:lnTo>
                    <a:lnTo>
                      <a:pt x="914400" y="912706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5" name="ph6815"/>
              <p:cNvSpPr/>
              <p:nvPr/>
            </p:nvSpPr>
            <p:spPr>
              <a:xfrm>
                <a:off x="327210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706"/>
                    </a:lnTo>
                    <a:lnTo>
                      <a:pt x="914400" y="912510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6" name="ph6816"/>
              <p:cNvSpPr/>
              <p:nvPr/>
            </p:nvSpPr>
            <p:spPr>
              <a:xfrm>
                <a:off x="328136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510"/>
                    </a:lnTo>
                    <a:lnTo>
                      <a:pt x="914400" y="912314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7" name="ph6817"/>
              <p:cNvSpPr/>
              <p:nvPr/>
            </p:nvSpPr>
            <p:spPr>
              <a:xfrm>
                <a:off x="329063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314"/>
                    </a:lnTo>
                    <a:lnTo>
                      <a:pt x="914400" y="91211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8" name="ph6818"/>
              <p:cNvSpPr/>
              <p:nvPr/>
            </p:nvSpPr>
            <p:spPr>
              <a:xfrm>
                <a:off x="3299892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119"/>
                    </a:lnTo>
                    <a:lnTo>
                      <a:pt x="913862" y="911879"/>
                    </a:lnTo>
                    <a:lnTo>
                      <a:pt x="914226" y="911571"/>
                    </a:lnTo>
                    <a:lnTo>
                      <a:pt x="914400" y="911425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9" name="ph6819"/>
              <p:cNvSpPr/>
              <p:nvPr/>
            </p:nvSpPr>
            <p:spPr>
              <a:xfrm>
                <a:off x="330915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425"/>
                    </a:lnTo>
                    <a:lnTo>
                      <a:pt x="905329" y="911263"/>
                    </a:lnTo>
                    <a:lnTo>
                      <a:pt x="905694" y="910955"/>
                    </a:lnTo>
                    <a:lnTo>
                      <a:pt x="906058" y="910647"/>
                    </a:lnTo>
                    <a:lnTo>
                      <a:pt x="911025" y="906724"/>
                    </a:lnTo>
                    <a:lnTo>
                      <a:pt x="914400" y="904411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0" name="ph6820"/>
              <p:cNvSpPr/>
              <p:nvPr/>
            </p:nvSpPr>
            <p:spPr>
              <a:xfrm>
                <a:off x="331841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411"/>
                    </a:lnTo>
                    <a:lnTo>
                      <a:pt x="906825" y="903254"/>
                    </a:lnTo>
                    <a:lnTo>
                      <a:pt x="911973" y="900246"/>
                    </a:lnTo>
                    <a:lnTo>
                      <a:pt x="914400" y="898947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1" name="ph6821"/>
              <p:cNvSpPr/>
              <p:nvPr/>
            </p:nvSpPr>
            <p:spPr>
              <a:xfrm>
                <a:off x="3327679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185"/>
                    </a:lnTo>
                    <a:lnTo>
                      <a:pt x="908474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2" name="ph6822"/>
              <p:cNvSpPr/>
              <p:nvPr/>
            </p:nvSpPr>
            <p:spPr>
              <a:xfrm>
                <a:off x="33276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3" name="ph6823"/>
              <p:cNvSpPr/>
              <p:nvPr/>
            </p:nvSpPr>
            <p:spPr>
              <a:xfrm>
                <a:off x="33369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4" name="ph6824"/>
              <p:cNvSpPr/>
              <p:nvPr/>
            </p:nvSpPr>
            <p:spPr>
              <a:xfrm>
                <a:off x="33462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5" name="ph6825"/>
              <p:cNvSpPr/>
              <p:nvPr/>
            </p:nvSpPr>
            <p:spPr>
              <a:xfrm>
                <a:off x="335546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6" name="ph6826"/>
              <p:cNvSpPr/>
              <p:nvPr/>
            </p:nvSpPr>
            <p:spPr>
              <a:xfrm>
                <a:off x="33647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7" name="ph6827"/>
              <p:cNvSpPr/>
              <p:nvPr/>
            </p:nvSpPr>
            <p:spPr>
              <a:xfrm>
                <a:off x="33739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8" name="ph6828"/>
              <p:cNvSpPr/>
              <p:nvPr/>
            </p:nvSpPr>
            <p:spPr>
              <a:xfrm>
                <a:off x="33832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9" name="ph6829"/>
              <p:cNvSpPr/>
              <p:nvPr/>
            </p:nvSpPr>
            <p:spPr>
              <a:xfrm>
                <a:off x="339251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0" name="ph6830"/>
              <p:cNvSpPr/>
              <p:nvPr/>
            </p:nvSpPr>
            <p:spPr>
              <a:xfrm>
                <a:off x="34017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1" name="ph6831"/>
              <p:cNvSpPr/>
              <p:nvPr/>
            </p:nvSpPr>
            <p:spPr>
              <a:xfrm>
                <a:off x="34110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2" name="ph6832"/>
              <p:cNvSpPr/>
              <p:nvPr/>
            </p:nvSpPr>
            <p:spPr>
              <a:xfrm>
                <a:off x="34203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3" name="ph6833"/>
              <p:cNvSpPr/>
              <p:nvPr/>
            </p:nvSpPr>
            <p:spPr>
              <a:xfrm>
                <a:off x="34295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4" name="ph6834"/>
              <p:cNvSpPr/>
              <p:nvPr/>
            </p:nvSpPr>
            <p:spPr>
              <a:xfrm>
                <a:off x="343882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5" name="ph6835"/>
              <p:cNvSpPr/>
              <p:nvPr/>
            </p:nvSpPr>
            <p:spPr>
              <a:xfrm>
                <a:off x="34480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6" name="ph6836"/>
              <p:cNvSpPr/>
              <p:nvPr/>
            </p:nvSpPr>
            <p:spPr>
              <a:xfrm>
                <a:off x="34573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7" name="ph6837"/>
              <p:cNvSpPr/>
              <p:nvPr/>
            </p:nvSpPr>
            <p:spPr>
              <a:xfrm>
                <a:off x="34666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8" name="ph6838"/>
              <p:cNvSpPr/>
              <p:nvPr/>
            </p:nvSpPr>
            <p:spPr>
              <a:xfrm>
                <a:off x="347587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9" name="ph6839"/>
              <p:cNvSpPr/>
              <p:nvPr/>
            </p:nvSpPr>
            <p:spPr>
              <a:xfrm>
                <a:off x="34851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0" name="ph6840"/>
              <p:cNvSpPr/>
              <p:nvPr/>
            </p:nvSpPr>
            <p:spPr>
              <a:xfrm>
                <a:off x="34943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1" name="ph6841"/>
              <p:cNvSpPr/>
              <p:nvPr/>
            </p:nvSpPr>
            <p:spPr>
              <a:xfrm>
                <a:off x="35036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2" name="ph6842"/>
              <p:cNvSpPr/>
              <p:nvPr/>
            </p:nvSpPr>
            <p:spPr>
              <a:xfrm>
                <a:off x="35129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3" name="ph6843"/>
              <p:cNvSpPr/>
              <p:nvPr/>
            </p:nvSpPr>
            <p:spPr>
              <a:xfrm>
                <a:off x="352218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4" name="ph6844"/>
              <p:cNvSpPr/>
              <p:nvPr/>
            </p:nvSpPr>
            <p:spPr>
              <a:xfrm>
                <a:off x="35314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5" name="ph6845"/>
              <p:cNvSpPr/>
              <p:nvPr/>
            </p:nvSpPr>
            <p:spPr>
              <a:xfrm>
                <a:off x="35407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6" name="ph6846"/>
              <p:cNvSpPr/>
              <p:nvPr/>
            </p:nvSpPr>
            <p:spPr>
              <a:xfrm>
                <a:off x="35499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7" name="ph6847"/>
              <p:cNvSpPr/>
              <p:nvPr/>
            </p:nvSpPr>
            <p:spPr>
              <a:xfrm>
                <a:off x="355923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8" name="ph6848"/>
              <p:cNvSpPr/>
              <p:nvPr/>
            </p:nvSpPr>
            <p:spPr>
              <a:xfrm>
                <a:off x="35684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9" name="ph6849"/>
              <p:cNvSpPr/>
              <p:nvPr/>
            </p:nvSpPr>
            <p:spPr>
              <a:xfrm>
                <a:off x="35777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0" name="ph6850"/>
              <p:cNvSpPr/>
              <p:nvPr/>
            </p:nvSpPr>
            <p:spPr>
              <a:xfrm>
                <a:off x="35870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1" name="ph6851"/>
              <p:cNvSpPr/>
              <p:nvPr/>
            </p:nvSpPr>
            <p:spPr>
              <a:xfrm>
                <a:off x="35962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2" name="ph6852"/>
              <p:cNvSpPr/>
              <p:nvPr/>
            </p:nvSpPr>
            <p:spPr>
              <a:xfrm>
                <a:off x="360554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3" name="ph6853"/>
              <p:cNvSpPr/>
              <p:nvPr/>
            </p:nvSpPr>
            <p:spPr>
              <a:xfrm>
                <a:off x="36148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4" name="ph6854"/>
              <p:cNvSpPr/>
              <p:nvPr/>
            </p:nvSpPr>
            <p:spPr>
              <a:xfrm>
                <a:off x="36240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5" name="ph6855"/>
              <p:cNvSpPr/>
              <p:nvPr/>
            </p:nvSpPr>
            <p:spPr>
              <a:xfrm>
                <a:off x="363333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6" name="ph6856"/>
              <p:cNvSpPr/>
              <p:nvPr/>
            </p:nvSpPr>
            <p:spPr>
              <a:xfrm>
                <a:off x="364259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7" name="ph6857"/>
              <p:cNvSpPr/>
              <p:nvPr/>
            </p:nvSpPr>
            <p:spPr>
              <a:xfrm>
                <a:off x="365185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8" name="ph6858"/>
              <p:cNvSpPr/>
              <p:nvPr/>
            </p:nvSpPr>
            <p:spPr>
              <a:xfrm>
                <a:off x="366111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9" name="ph6859"/>
              <p:cNvSpPr/>
              <p:nvPr/>
            </p:nvSpPr>
            <p:spPr>
              <a:xfrm>
                <a:off x="367038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0" name="ph6860"/>
              <p:cNvSpPr/>
              <p:nvPr/>
            </p:nvSpPr>
            <p:spPr>
              <a:xfrm>
                <a:off x="367964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1" name="ph6861"/>
              <p:cNvSpPr/>
              <p:nvPr/>
            </p:nvSpPr>
            <p:spPr>
              <a:xfrm>
                <a:off x="368890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2" name="ph6862"/>
              <p:cNvSpPr/>
              <p:nvPr/>
            </p:nvSpPr>
            <p:spPr>
              <a:xfrm>
                <a:off x="36981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3" name="ph6863"/>
              <p:cNvSpPr/>
              <p:nvPr/>
            </p:nvSpPr>
            <p:spPr>
              <a:xfrm>
                <a:off x="37074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4" name="ph6864"/>
              <p:cNvSpPr/>
              <p:nvPr/>
            </p:nvSpPr>
            <p:spPr>
              <a:xfrm>
                <a:off x="37166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5" name="ph6865"/>
              <p:cNvSpPr/>
              <p:nvPr/>
            </p:nvSpPr>
            <p:spPr>
              <a:xfrm>
                <a:off x="372595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6" name="ph6866"/>
              <p:cNvSpPr/>
              <p:nvPr/>
            </p:nvSpPr>
            <p:spPr>
              <a:xfrm>
                <a:off x="37352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7" name="ph6867"/>
              <p:cNvSpPr/>
              <p:nvPr/>
            </p:nvSpPr>
            <p:spPr>
              <a:xfrm>
                <a:off x="3744479" y="13263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090"/>
                    </a:lnTo>
                    <a:lnTo>
                      <a:pt x="922737" y="912262"/>
                    </a:lnTo>
                    <a:lnTo>
                      <a:pt x="920846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8" name="ph6868"/>
              <p:cNvSpPr/>
              <p:nvPr/>
            </p:nvSpPr>
            <p:spPr>
              <a:xfrm>
                <a:off x="3753741" y="1309148"/>
                <a:ext cx="923662" cy="9283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3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69"/>
                    </a:lnTo>
                    <a:lnTo>
                      <a:pt x="922810" y="917007"/>
                    </a:lnTo>
                    <a:lnTo>
                      <a:pt x="918229" y="923479"/>
                    </a:lnTo>
                    <a:lnTo>
                      <a:pt x="914400" y="92832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9" name="ph6869"/>
              <p:cNvSpPr/>
              <p:nvPr/>
            </p:nvSpPr>
            <p:spPr>
              <a:xfrm>
                <a:off x="3763003" y="1309148"/>
                <a:ext cx="915208" cy="915669"/>
              </a:xfrm>
              <a:custGeom>
                <a:avLst/>
                <a:gdLst/>
                <a:ahLst/>
                <a:cxnLst/>
                <a:rect l="0" t="0" r="0" b="0"/>
                <a:pathLst>
                  <a:path w="915208" h="915669">
                    <a:moveTo>
                      <a:pt x="914400" y="914400"/>
                    </a:moveTo>
                    <a:lnTo>
                      <a:pt x="915208" y="914400"/>
                    </a:lnTo>
                    <a:lnTo>
                      <a:pt x="914400" y="9156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0" name="ph6870"/>
              <p:cNvSpPr/>
              <p:nvPr/>
            </p:nvSpPr>
            <p:spPr>
              <a:xfrm>
                <a:off x="2021706" y="1291910"/>
                <a:ext cx="914400" cy="9284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423">
                    <a:moveTo>
                      <a:pt x="914400" y="914399"/>
                    </a:moveTo>
                    <a:lnTo>
                      <a:pt x="914400" y="928423"/>
                    </a:lnTo>
                    <a:lnTo>
                      <a:pt x="913270" y="923605"/>
                    </a:lnTo>
                    <a:lnTo>
                      <a:pt x="911412" y="91439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1" name="ph6871"/>
              <p:cNvSpPr/>
              <p:nvPr/>
            </p:nvSpPr>
            <p:spPr>
              <a:xfrm>
                <a:off x="202170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154" y="931638"/>
                    </a:lnTo>
                    <a:lnTo>
                      <a:pt x="914400" y="928423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2" name="ph6872"/>
              <p:cNvSpPr/>
              <p:nvPr/>
            </p:nvSpPr>
            <p:spPr>
              <a:xfrm>
                <a:off x="20309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3" name="ph6873"/>
              <p:cNvSpPr/>
              <p:nvPr/>
            </p:nvSpPr>
            <p:spPr>
              <a:xfrm>
                <a:off x="20402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4" name="ph6874"/>
              <p:cNvSpPr/>
              <p:nvPr/>
            </p:nvSpPr>
            <p:spPr>
              <a:xfrm>
                <a:off x="20494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5" name="ph6875"/>
              <p:cNvSpPr/>
              <p:nvPr/>
            </p:nvSpPr>
            <p:spPr>
              <a:xfrm>
                <a:off x="205875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6" name="ph6876"/>
              <p:cNvSpPr/>
              <p:nvPr/>
            </p:nvSpPr>
            <p:spPr>
              <a:xfrm>
                <a:off x="20680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7" name="ph6877"/>
              <p:cNvSpPr/>
              <p:nvPr/>
            </p:nvSpPr>
            <p:spPr>
              <a:xfrm>
                <a:off x="20772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8" name="ph6878"/>
              <p:cNvSpPr/>
              <p:nvPr/>
            </p:nvSpPr>
            <p:spPr>
              <a:xfrm>
                <a:off x="20865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9" name="ph6879"/>
              <p:cNvSpPr/>
              <p:nvPr/>
            </p:nvSpPr>
            <p:spPr>
              <a:xfrm>
                <a:off x="209580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0" name="ph6880"/>
              <p:cNvSpPr/>
              <p:nvPr/>
            </p:nvSpPr>
            <p:spPr>
              <a:xfrm>
                <a:off x="210506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1" name="ph6881"/>
              <p:cNvSpPr/>
              <p:nvPr/>
            </p:nvSpPr>
            <p:spPr>
              <a:xfrm>
                <a:off x="21143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2" name="ph6882"/>
              <p:cNvSpPr/>
              <p:nvPr/>
            </p:nvSpPr>
            <p:spPr>
              <a:xfrm>
                <a:off x="21235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3" name="ph6883"/>
              <p:cNvSpPr/>
              <p:nvPr/>
            </p:nvSpPr>
            <p:spPr>
              <a:xfrm>
                <a:off x="21328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4" name="ph6884"/>
              <p:cNvSpPr/>
              <p:nvPr/>
            </p:nvSpPr>
            <p:spPr>
              <a:xfrm>
                <a:off x="214211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5" name="ph6885"/>
              <p:cNvSpPr/>
              <p:nvPr/>
            </p:nvSpPr>
            <p:spPr>
              <a:xfrm>
                <a:off x="21513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6" name="ph6886"/>
              <p:cNvSpPr/>
              <p:nvPr/>
            </p:nvSpPr>
            <p:spPr>
              <a:xfrm>
                <a:off x="21606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7" name="ph6887"/>
              <p:cNvSpPr/>
              <p:nvPr/>
            </p:nvSpPr>
            <p:spPr>
              <a:xfrm>
                <a:off x="21699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8" name="ph6888"/>
              <p:cNvSpPr/>
              <p:nvPr/>
            </p:nvSpPr>
            <p:spPr>
              <a:xfrm>
                <a:off x="21791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9" name="ph6889"/>
              <p:cNvSpPr/>
              <p:nvPr/>
            </p:nvSpPr>
            <p:spPr>
              <a:xfrm>
                <a:off x="218842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0" name="ph6890"/>
              <p:cNvSpPr/>
              <p:nvPr/>
            </p:nvSpPr>
            <p:spPr>
              <a:xfrm>
                <a:off x="21976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1" name="ph6891"/>
              <p:cNvSpPr/>
              <p:nvPr/>
            </p:nvSpPr>
            <p:spPr>
              <a:xfrm>
                <a:off x="22069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2" name="ph6892"/>
              <p:cNvSpPr/>
              <p:nvPr/>
            </p:nvSpPr>
            <p:spPr>
              <a:xfrm>
                <a:off x="22162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3" name="ph6893"/>
              <p:cNvSpPr/>
              <p:nvPr/>
            </p:nvSpPr>
            <p:spPr>
              <a:xfrm>
                <a:off x="222547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4" name="ph6894"/>
              <p:cNvSpPr/>
              <p:nvPr/>
            </p:nvSpPr>
            <p:spPr>
              <a:xfrm>
                <a:off x="22347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5" name="ph6895"/>
              <p:cNvSpPr/>
              <p:nvPr/>
            </p:nvSpPr>
            <p:spPr>
              <a:xfrm>
                <a:off x="22439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6" name="ph6896"/>
              <p:cNvSpPr/>
              <p:nvPr/>
            </p:nvSpPr>
            <p:spPr>
              <a:xfrm>
                <a:off x="22532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7" name="ph6897"/>
              <p:cNvSpPr/>
              <p:nvPr/>
            </p:nvSpPr>
            <p:spPr>
              <a:xfrm>
                <a:off x="22625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8" name="ph6898"/>
              <p:cNvSpPr/>
              <p:nvPr/>
            </p:nvSpPr>
            <p:spPr>
              <a:xfrm>
                <a:off x="227178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9" name="ph6899"/>
              <p:cNvSpPr/>
              <p:nvPr/>
            </p:nvSpPr>
            <p:spPr>
              <a:xfrm>
                <a:off x="22810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0" name="ph6900"/>
              <p:cNvSpPr/>
              <p:nvPr/>
            </p:nvSpPr>
            <p:spPr>
              <a:xfrm>
                <a:off x="22903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1" name="ph6901"/>
              <p:cNvSpPr/>
              <p:nvPr/>
            </p:nvSpPr>
            <p:spPr>
              <a:xfrm>
                <a:off x="22995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2" name="ph6902"/>
              <p:cNvSpPr/>
              <p:nvPr/>
            </p:nvSpPr>
            <p:spPr>
              <a:xfrm>
                <a:off x="230883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3" name="ph6903"/>
              <p:cNvSpPr/>
              <p:nvPr/>
            </p:nvSpPr>
            <p:spPr>
              <a:xfrm>
                <a:off x="23180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4" name="ph6904"/>
              <p:cNvSpPr/>
              <p:nvPr/>
            </p:nvSpPr>
            <p:spPr>
              <a:xfrm>
                <a:off x="23273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5" name="ph6905"/>
              <p:cNvSpPr/>
              <p:nvPr/>
            </p:nvSpPr>
            <p:spPr>
              <a:xfrm>
                <a:off x="23366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6" name="ph6906"/>
              <p:cNvSpPr/>
              <p:nvPr/>
            </p:nvSpPr>
            <p:spPr>
              <a:xfrm>
                <a:off x="23458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7" name="ph6907"/>
              <p:cNvSpPr/>
              <p:nvPr/>
            </p:nvSpPr>
            <p:spPr>
              <a:xfrm>
                <a:off x="235514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8" name="ph6908"/>
              <p:cNvSpPr/>
              <p:nvPr/>
            </p:nvSpPr>
            <p:spPr>
              <a:xfrm>
                <a:off x="23644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9" name="ph6909"/>
              <p:cNvSpPr/>
              <p:nvPr/>
            </p:nvSpPr>
            <p:spPr>
              <a:xfrm>
                <a:off x="23736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0" name="ph6910"/>
              <p:cNvSpPr/>
              <p:nvPr/>
            </p:nvSpPr>
            <p:spPr>
              <a:xfrm>
                <a:off x="2382932" y="1309148"/>
                <a:ext cx="9218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1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477" y="897161"/>
                    </a:lnTo>
                    <a:lnTo>
                      <a:pt x="917542" y="897392"/>
                    </a:lnTo>
                    <a:lnTo>
                      <a:pt x="920141" y="907174"/>
                    </a:lnTo>
                    <a:lnTo>
                      <a:pt x="921812" y="914400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1" name="ph6911"/>
              <p:cNvSpPr/>
              <p:nvPr/>
            </p:nvSpPr>
            <p:spPr>
              <a:xfrm>
                <a:off x="3327679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74" y="914400"/>
                    </a:lnTo>
                    <a:lnTo>
                      <a:pt x="914400" y="91122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2" name="ph6912"/>
              <p:cNvSpPr/>
              <p:nvPr/>
            </p:nvSpPr>
            <p:spPr>
              <a:xfrm>
                <a:off x="3336941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28"/>
                    </a:lnTo>
                    <a:lnTo>
                      <a:pt x="914400" y="906270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3" name="ph6913"/>
              <p:cNvSpPr/>
              <p:nvPr/>
            </p:nvSpPr>
            <p:spPr>
              <a:xfrm>
                <a:off x="3346203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270"/>
                    </a:lnTo>
                    <a:lnTo>
                      <a:pt x="911518" y="902842"/>
                    </a:lnTo>
                    <a:lnTo>
                      <a:pt x="911838" y="902418"/>
                    </a:lnTo>
                    <a:lnTo>
                      <a:pt x="912158" y="901993"/>
                    </a:lnTo>
                    <a:lnTo>
                      <a:pt x="912478" y="901569"/>
                    </a:lnTo>
                    <a:lnTo>
                      <a:pt x="912798" y="901144"/>
                    </a:lnTo>
                    <a:lnTo>
                      <a:pt x="913118" y="900720"/>
                    </a:lnTo>
                    <a:lnTo>
                      <a:pt x="913438" y="900295"/>
                    </a:lnTo>
                    <a:lnTo>
                      <a:pt x="913758" y="899871"/>
                    </a:lnTo>
                    <a:lnTo>
                      <a:pt x="914078" y="899447"/>
                    </a:lnTo>
                    <a:lnTo>
                      <a:pt x="914400" y="899021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4" name="ph6914"/>
              <p:cNvSpPr/>
              <p:nvPr/>
            </p:nvSpPr>
            <p:spPr>
              <a:xfrm>
                <a:off x="3355465" y="12919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259"/>
                    </a:lnTo>
                    <a:lnTo>
                      <a:pt x="905456" y="915836"/>
                    </a:lnTo>
                    <a:lnTo>
                      <a:pt x="905777" y="915412"/>
                    </a:lnTo>
                    <a:lnTo>
                      <a:pt x="906097" y="914988"/>
                    </a:lnTo>
                    <a:lnTo>
                      <a:pt x="906417" y="914563"/>
                    </a:lnTo>
                    <a:lnTo>
                      <a:pt x="906541" y="91439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5" name="ph6915"/>
              <p:cNvSpPr/>
              <p:nvPr/>
            </p:nvSpPr>
            <p:spPr>
              <a:xfrm>
                <a:off x="335546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6" name="ph6916"/>
              <p:cNvSpPr/>
              <p:nvPr/>
            </p:nvSpPr>
            <p:spPr>
              <a:xfrm>
                <a:off x="33647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7" name="ph6917"/>
              <p:cNvSpPr/>
              <p:nvPr/>
            </p:nvSpPr>
            <p:spPr>
              <a:xfrm>
                <a:off x="33739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8" name="ph6918"/>
              <p:cNvSpPr/>
              <p:nvPr/>
            </p:nvSpPr>
            <p:spPr>
              <a:xfrm>
                <a:off x="33832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9" name="ph6919"/>
              <p:cNvSpPr/>
              <p:nvPr/>
            </p:nvSpPr>
            <p:spPr>
              <a:xfrm>
                <a:off x="339251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0" name="ph6920"/>
              <p:cNvSpPr/>
              <p:nvPr/>
            </p:nvSpPr>
            <p:spPr>
              <a:xfrm>
                <a:off x="34017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1" name="ph6921"/>
              <p:cNvSpPr/>
              <p:nvPr/>
            </p:nvSpPr>
            <p:spPr>
              <a:xfrm>
                <a:off x="34110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2" name="ph6922"/>
              <p:cNvSpPr/>
              <p:nvPr/>
            </p:nvSpPr>
            <p:spPr>
              <a:xfrm>
                <a:off x="34203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3" name="ph6923"/>
              <p:cNvSpPr/>
              <p:nvPr/>
            </p:nvSpPr>
            <p:spPr>
              <a:xfrm>
                <a:off x="34295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4" name="ph6924"/>
              <p:cNvSpPr/>
              <p:nvPr/>
            </p:nvSpPr>
            <p:spPr>
              <a:xfrm>
                <a:off x="343882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5" name="ph6925"/>
              <p:cNvSpPr/>
              <p:nvPr/>
            </p:nvSpPr>
            <p:spPr>
              <a:xfrm>
                <a:off x="34480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6" name="ph6926"/>
              <p:cNvSpPr/>
              <p:nvPr/>
            </p:nvSpPr>
            <p:spPr>
              <a:xfrm>
                <a:off x="34573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7" name="ph6927"/>
              <p:cNvSpPr/>
              <p:nvPr/>
            </p:nvSpPr>
            <p:spPr>
              <a:xfrm>
                <a:off x="34666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8" name="ph6928"/>
              <p:cNvSpPr/>
              <p:nvPr/>
            </p:nvSpPr>
            <p:spPr>
              <a:xfrm>
                <a:off x="347587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9" name="ph6929"/>
              <p:cNvSpPr/>
              <p:nvPr/>
            </p:nvSpPr>
            <p:spPr>
              <a:xfrm>
                <a:off x="34851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0" name="ph6930"/>
              <p:cNvSpPr/>
              <p:nvPr/>
            </p:nvSpPr>
            <p:spPr>
              <a:xfrm>
                <a:off x="34943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1" name="ph6931"/>
              <p:cNvSpPr/>
              <p:nvPr/>
            </p:nvSpPr>
            <p:spPr>
              <a:xfrm>
                <a:off x="35036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2" name="ph6932"/>
              <p:cNvSpPr/>
              <p:nvPr/>
            </p:nvSpPr>
            <p:spPr>
              <a:xfrm>
                <a:off x="35129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3" name="ph6933"/>
              <p:cNvSpPr/>
              <p:nvPr/>
            </p:nvSpPr>
            <p:spPr>
              <a:xfrm>
                <a:off x="352218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4" name="ph6934"/>
              <p:cNvSpPr/>
              <p:nvPr/>
            </p:nvSpPr>
            <p:spPr>
              <a:xfrm>
                <a:off x="35314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5" name="ph6935"/>
              <p:cNvSpPr/>
              <p:nvPr/>
            </p:nvSpPr>
            <p:spPr>
              <a:xfrm>
                <a:off x="35407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6" name="ph6936"/>
              <p:cNvSpPr/>
              <p:nvPr/>
            </p:nvSpPr>
            <p:spPr>
              <a:xfrm>
                <a:off x="35499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7" name="ph6937"/>
              <p:cNvSpPr/>
              <p:nvPr/>
            </p:nvSpPr>
            <p:spPr>
              <a:xfrm>
                <a:off x="355923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8" name="ph6938"/>
              <p:cNvSpPr/>
              <p:nvPr/>
            </p:nvSpPr>
            <p:spPr>
              <a:xfrm>
                <a:off x="35684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9" name="ph6939"/>
              <p:cNvSpPr/>
              <p:nvPr/>
            </p:nvSpPr>
            <p:spPr>
              <a:xfrm>
                <a:off x="35777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0" name="ph6940"/>
              <p:cNvSpPr/>
              <p:nvPr/>
            </p:nvSpPr>
            <p:spPr>
              <a:xfrm>
                <a:off x="35870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1" name="ph6941"/>
              <p:cNvSpPr/>
              <p:nvPr/>
            </p:nvSpPr>
            <p:spPr>
              <a:xfrm>
                <a:off x="35962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2" name="ph6942"/>
              <p:cNvSpPr/>
              <p:nvPr/>
            </p:nvSpPr>
            <p:spPr>
              <a:xfrm>
                <a:off x="360554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3" name="ph6943"/>
              <p:cNvSpPr/>
              <p:nvPr/>
            </p:nvSpPr>
            <p:spPr>
              <a:xfrm>
                <a:off x="36148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4" name="ph6944"/>
              <p:cNvSpPr/>
              <p:nvPr/>
            </p:nvSpPr>
            <p:spPr>
              <a:xfrm>
                <a:off x="36240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5" name="ph6945"/>
              <p:cNvSpPr/>
              <p:nvPr/>
            </p:nvSpPr>
            <p:spPr>
              <a:xfrm>
                <a:off x="363333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6" name="ph6946"/>
              <p:cNvSpPr/>
              <p:nvPr/>
            </p:nvSpPr>
            <p:spPr>
              <a:xfrm>
                <a:off x="364259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7" name="ph6947"/>
              <p:cNvSpPr/>
              <p:nvPr/>
            </p:nvSpPr>
            <p:spPr>
              <a:xfrm>
                <a:off x="365185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8" name="ph6948"/>
              <p:cNvSpPr/>
              <p:nvPr/>
            </p:nvSpPr>
            <p:spPr>
              <a:xfrm>
                <a:off x="366111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9" name="ph6949"/>
              <p:cNvSpPr/>
              <p:nvPr/>
            </p:nvSpPr>
            <p:spPr>
              <a:xfrm>
                <a:off x="367038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0" name="ph6950"/>
              <p:cNvSpPr/>
              <p:nvPr/>
            </p:nvSpPr>
            <p:spPr>
              <a:xfrm>
                <a:off x="367964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1" name="ph6951"/>
              <p:cNvSpPr/>
              <p:nvPr/>
            </p:nvSpPr>
            <p:spPr>
              <a:xfrm>
                <a:off x="368890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2" name="ph6952"/>
              <p:cNvSpPr/>
              <p:nvPr/>
            </p:nvSpPr>
            <p:spPr>
              <a:xfrm>
                <a:off x="36981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3" name="ph6953"/>
              <p:cNvSpPr/>
              <p:nvPr/>
            </p:nvSpPr>
            <p:spPr>
              <a:xfrm>
                <a:off x="37074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4" name="ph6954"/>
              <p:cNvSpPr/>
              <p:nvPr/>
            </p:nvSpPr>
            <p:spPr>
              <a:xfrm>
                <a:off x="37166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5" name="ph6955"/>
              <p:cNvSpPr/>
              <p:nvPr/>
            </p:nvSpPr>
            <p:spPr>
              <a:xfrm>
                <a:off x="372595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6" name="ph6956"/>
              <p:cNvSpPr/>
              <p:nvPr/>
            </p:nvSpPr>
            <p:spPr>
              <a:xfrm>
                <a:off x="37352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7" name="ph6957"/>
              <p:cNvSpPr/>
              <p:nvPr/>
            </p:nvSpPr>
            <p:spPr>
              <a:xfrm>
                <a:off x="37444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8" name="ph6958"/>
              <p:cNvSpPr/>
              <p:nvPr/>
            </p:nvSpPr>
            <p:spPr>
              <a:xfrm>
                <a:off x="37537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9" name="ph6959"/>
              <p:cNvSpPr/>
              <p:nvPr/>
            </p:nvSpPr>
            <p:spPr>
              <a:xfrm>
                <a:off x="3763003" y="13091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843"/>
                    </a:lnTo>
                    <a:lnTo>
                      <a:pt x="922140" y="902787"/>
                    </a:lnTo>
                    <a:lnTo>
                      <a:pt x="917943" y="910104"/>
                    </a:lnTo>
                    <a:lnTo>
                      <a:pt x="915208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0" name="ph6960"/>
              <p:cNvSpPr/>
              <p:nvPr/>
            </p:nvSpPr>
            <p:spPr>
              <a:xfrm>
                <a:off x="3772265" y="1291910"/>
                <a:ext cx="915787" cy="917082"/>
              </a:xfrm>
              <a:custGeom>
                <a:avLst/>
                <a:gdLst/>
                <a:ahLst/>
                <a:cxnLst/>
                <a:rect l="0" t="0" r="0" b="0"/>
                <a:pathLst>
                  <a:path w="915787" h="917082">
                    <a:moveTo>
                      <a:pt x="914400" y="914399"/>
                    </a:moveTo>
                    <a:lnTo>
                      <a:pt x="915787" y="914399"/>
                    </a:lnTo>
                    <a:lnTo>
                      <a:pt x="914400" y="917082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1" name="ph6961"/>
              <p:cNvSpPr/>
              <p:nvPr/>
            </p:nvSpPr>
            <p:spPr>
              <a:xfrm>
                <a:off x="2021706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12" y="931638"/>
                    </a:lnTo>
                    <a:lnTo>
                      <a:pt x="911224" y="930705"/>
                    </a:lnTo>
                    <a:lnTo>
                      <a:pt x="909467" y="920381"/>
                    </a:lnTo>
                    <a:lnTo>
                      <a:pt x="908631" y="91439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2" name="ph6962"/>
              <p:cNvSpPr/>
              <p:nvPr/>
            </p:nvSpPr>
            <p:spPr>
              <a:xfrm>
                <a:off x="202170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3" name="ph6963"/>
              <p:cNvSpPr/>
              <p:nvPr/>
            </p:nvSpPr>
            <p:spPr>
              <a:xfrm>
                <a:off x="20309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4" name="ph6964"/>
              <p:cNvSpPr/>
              <p:nvPr/>
            </p:nvSpPr>
            <p:spPr>
              <a:xfrm>
                <a:off x="20402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5" name="ph6965"/>
              <p:cNvSpPr/>
              <p:nvPr/>
            </p:nvSpPr>
            <p:spPr>
              <a:xfrm>
                <a:off x="20494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6" name="ph6966"/>
              <p:cNvSpPr/>
              <p:nvPr/>
            </p:nvSpPr>
            <p:spPr>
              <a:xfrm>
                <a:off x="205875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7" name="ph6967"/>
              <p:cNvSpPr/>
              <p:nvPr/>
            </p:nvSpPr>
            <p:spPr>
              <a:xfrm>
                <a:off x="20680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8" name="ph6968"/>
              <p:cNvSpPr/>
              <p:nvPr/>
            </p:nvSpPr>
            <p:spPr>
              <a:xfrm>
                <a:off x="20772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9" name="ph6969"/>
              <p:cNvSpPr/>
              <p:nvPr/>
            </p:nvSpPr>
            <p:spPr>
              <a:xfrm>
                <a:off x="20865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0" name="ph6970"/>
              <p:cNvSpPr/>
              <p:nvPr/>
            </p:nvSpPr>
            <p:spPr>
              <a:xfrm>
                <a:off x="20958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1" name="ph6971"/>
              <p:cNvSpPr/>
              <p:nvPr/>
            </p:nvSpPr>
            <p:spPr>
              <a:xfrm>
                <a:off x="210506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2" name="ph6972"/>
              <p:cNvSpPr/>
              <p:nvPr/>
            </p:nvSpPr>
            <p:spPr>
              <a:xfrm>
                <a:off x="21143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3" name="ph6973"/>
              <p:cNvSpPr/>
              <p:nvPr/>
            </p:nvSpPr>
            <p:spPr>
              <a:xfrm>
                <a:off x="21235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4" name="ph6974"/>
              <p:cNvSpPr/>
              <p:nvPr/>
            </p:nvSpPr>
            <p:spPr>
              <a:xfrm>
                <a:off x="21328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5" name="ph6975"/>
              <p:cNvSpPr/>
              <p:nvPr/>
            </p:nvSpPr>
            <p:spPr>
              <a:xfrm>
                <a:off x="214211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6" name="ph6976"/>
              <p:cNvSpPr/>
              <p:nvPr/>
            </p:nvSpPr>
            <p:spPr>
              <a:xfrm>
                <a:off x="21513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7" name="ph6977"/>
              <p:cNvSpPr/>
              <p:nvPr/>
            </p:nvSpPr>
            <p:spPr>
              <a:xfrm>
                <a:off x="21606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8" name="ph6978"/>
              <p:cNvSpPr/>
              <p:nvPr/>
            </p:nvSpPr>
            <p:spPr>
              <a:xfrm>
                <a:off x="21699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9" name="ph6979"/>
              <p:cNvSpPr/>
              <p:nvPr/>
            </p:nvSpPr>
            <p:spPr>
              <a:xfrm>
                <a:off x="21791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0" name="ph6980"/>
              <p:cNvSpPr/>
              <p:nvPr/>
            </p:nvSpPr>
            <p:spPr>
              <a:xfrm>
                <a:off x="218842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1" name="ph6981"/>
              <p:cNvSpPr/>
              <p:nvPr/>
            </p:nvSpPr>
            <p:spPr>
              <a:xfrm>
                <a:off x="21976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2" name="ph6982"/>
              <p:cNvSpPr/>
              <p:nvPr/>
            </p:nvSpPr>
            <p:spPr>
              <a:xfrm>
                <a:off x="22069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3" name="ph6983"/>
              <p:cNvSpPr/>
              <p:nvPr/>
            </p:nvSpPr>
            <p:spPr>
              <a:xfrm>
                <a:off x="22162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4" name="ph6984"/>
              <p:cNvSpPr/>
              <p:nvPr/>
            </p:nvSpPr>
            <p:spPr>
              <a:xfrm>
                <a:off x="222547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5" name="ph6985"/>
              <p:cNvSpPr/>
              <p:nvPr/>
            </p:nvSpPr>
            <p:spPr>
              <a:xfrm>
                <a:off x="22347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6" name="ph6986"/>
              <p:cNvSpPr/>
              <p:nvPr/>
            </p:nvSpPr>
            <p:spPr>
              <a:xfrm>
                <a:off x="22439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7" name="ph6987"/>
              <p:cNvSpPr/>
              <p:nvPr/>
            </p:nvSpPr>
            <p:spPr>
              <a:xfrm>
                <a:off x="22532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8" name="ph6988"/>
              <p:cNvSpPr/>
              <p:nvPr/>
            </p:nvSpPr>
            <p:spPr>
              <a:xfrm>
                <a:off x="22625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9" name="ph6989"/>
              <p:cNvSpPr/>
              <p:nvPr/>
            </p:nvSpPr>
            <p:spPr>
              <a:xfrm>
                <a:off x="227178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0" name="ph6990"/>
              <p:cNvSpPr/>
              <p:nvPr/>
            </p:nvSpPr>
            <p:spPr>
              <a:xfrm>
                <a:off x="22810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1" name="ph6991"/>
              <p:cNvSpPr/>
              <p:nvPr/>
            </p:nvSpPr>
            <p:spPr>
              <a:xfrm>
                <a:off x="22903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2" name="ph6992"/>
              <p:cNvSpPr/>
              <p:nvPr/>
            </p:nvSpPr>
            <p:spPr>
              <a:xfrm>
                <a:off x="22995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3" name="ph6993"/>
              <p:cNvSpPr/>
              <p:nvPr/>
            </p:nvSpPr>
            <p:spPr>
              <a:xfrm>
                <a:off x="230883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4" name="ph6994"/>
              <p:cNvSpPr/>
              <p:nvPr/>
            </p:nvSpPr>
            <p:spPr>
              <a:xfrm>
                <a:off x="23180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5" name="ph6995"/>
              <p:cNvSpPr/>
              <p:nvPr/>
            </p:nvSpPr>
            <p:spPr>
              <a:xfrm>
                <a:off x="23273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6" name="ph6996"/>
              <p:cNvSpPr/>
              <p:nvPr/>
            </p:nvSpPr>
            <p:spPr>
              <a:xfrm>
                <a:off x="23366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7" name="ph6997"/>
              <p:cNvSpPr/>
              <p:nvPr/>
            </p:nvSpPr>
            <p:spPr>
              <a:xfrm>
                <a:off x="23458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8" name="ph6998"/>
              <p:cNvSpPr/>
              <p:nvPr/>
            </p:nvSpPr>
            <p:spPr>
              <a:xfrm>
                <a:off x="235514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9" name="ph6999"/>
              <p:cNvSpPr/>
              <p:nvPr/>
            </p:nvSpPr>
            <p:spPr>
              <a:xfrm>
                <a:off x="23644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0" name="ph7000"/>
              <p:cNvSpPr/>
              <p:nvPr/>
            </p:nvSpPr>
            <p:spPr>
              <a:xfrm>
                <a:off x="2382932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513" y="897161"/>
                    </a:lnTo>
                    <a:lnTo>
                      <a:pt x="913695" y="901076"/>
                    </a:lnTo>
                    <a:lnTo>
                      <a:pt x="913814" y="901494"/>
                    </a:lnTo>
                    <a:lnTo>
                      <a:pt x="913934" y="901918"/>
                    </a:lnTo>
                    <a:lnTo>
                      <a:pt x="914054" y="902341"/>
                    </a:lnTo>
                    <a:lnTo>
                      <a:pt x="914175" y="902765"/>
                    </a:lnTo>
                    <a:lnTo>
                      <a:pt x="914295" y="903189"/>
                    </a:lnTo>
                    <a:lnTo>
                      <a:pt x="914400" y="903556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1" name="ph7001"/>
              <p:cNvSpPr/>
              <p:nvPr/>
            </p:nvSpPr>
            <p:spPr>
              <a:xfrm>
                <a:off x="2382932" y="1291910"/>
                <a:ext cx="9174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77" h="914399">
                    <a:moveTo>
                      <a:pt x="914400" y="914399"/>
                    </a:moveTo>
                    <a:lnTo>
                      <a:pt x="914416" y="903613"/>
                    </a:lnTo>
                    <a:lnTo>
                      <a:pt x="914536" y="904036"/>
                    </a:lnTo>
                    <a:lnTo>
                      <a:pt x="914656" y="904460"/>
                    </a:lnTo>
                    <a:lnTo>
                      <a:pt x="914777" y="904884"/>
                    </a:lnTo>
                    <a:lnTo>
                      <a:pt x="914897" y="905308"/>
                    </a:lnTo>
                    <a:lnTo>
                      <a:pt x="915017" y="905731"/>
                    </a:lnTo>
                    <a:lnTo>
                      <a:pt x="915138" y="906155"/>
                    </a:lnTo>
                    <a:lnTo>
                      <a:pt x="915258" y="906579"/>
                    </a:lnTo>
                    <a:lnTo>
                      <a:pt x="915378" y="907003"/>
                    </a:lnTo>
                    <a:lnTo>
                      <a:pt x="915499" y="907426"/>
                    </a:lnTo>
                    <a:lnTo>
                      <a:pt x="915619" y="907850"/>
                    </a:lnTo>
                    <a:lnTo>
                      <a:pt x="915739" y="908274"/>
                    </a:lnTo>
                    <a:lnTo>
                      <a:pt x="915859" y="908698"/>
                    </a:lnTo>
                    <a:lnTo>
                      <a:pt x="915980" y="909122"/>
                    </a:lnTo>
                    <a:lnTo>
                      <a:pt x="916100" y="909545"/>
                    </a:lnTo>
                    <a:lnTo>
                      <a:pt x="916220" y="909969"/>
                    </a:lnTo>
                    <a:lnTo>
                      <a:pt x="916340" y="910393"/>
                    </a:lnTo>
                    <a:lnTo>
                      <a:pt x="916461" y="910817"/>
                    </a:lnTo>
                    <a:lnTo>
                      <a:pt x="916581" y="911240"/>
                    </a:lnTo>
                    <a:lnTo>
                      <a:pt x="916701" y="911664"/>
                    </a:lnTo>
                    <a:lnTo>
                      <a:pt x="916821" y="912088"/>
                    </a:lnTo>
                    <a:lnTo>
                      <a:pt x="916942" y="912512"/>
                    </a:lnTo>
                    <a:lnTo>
                      <a:pt x="917062" y="912936"/>
                    </a:lnTo>
                    <a:lnTo>
                      <a:pt x="917182" y="913359"/>
                    </a:lnTo>
                    <a:lnTo>
                      <a:pt x="917302" y="913783"/>
                    </a:lnTo>
                    <a:lnTo>
                      <a:pt x="917422" y="914207"/>
                    </a:lnTo>
                    <a:lnTo>
                      <a:pt x="917477" y="91439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2" name="ph7002"/>
              <p:cNvSpPr/>
              <p:nvPr/>
            </p:nvSpPr>
            <p:spPr>
              <a:xfrm>
                <a:off x="3355465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541" y="914399"/>
                    </a:lnTo>
                    <a:lnTo>
                      <a:pt x="906737" y="914139"/>
                    </a:lnTo>
                    <a:lnTo>
                      <a:pt x="911370" y="908321"/>
                    </a:lnTo>
                    <a:lnTo>
                      <a:pt x="914400" y="904916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3" name="ph7003"/>
              <p:cNvSpPr/>
              <p:nvPr/>
            </p:nvSpPr>
            <p:spPr>
              <a:xfrm>
                <a:off x="3364728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155"/>
                    </a:lnTo>
                    <a:lnTo>
                      <a:pt x="906891" y="920183"/>
                    </a:lnTo>
                    <a:lnTo>
                      <a:pt x="911814" y="915260"/>
                    </a:lnTo>
                    <a:lnTo>
                      <a:pt x="912790" y="91439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4" name="ph7004"/>
              <p:cNvSpPr/>
              <p:nvPr/>
            </p:nvSpPr>
            <p:spPr>
              <a:xfrm>
                <a:off x="33647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5" name="ph7005"/>
              <p:cNvSpPr/>
              <p:nvPr/>
            </p:nvSpPr>
            <p:spPr>
              <a:xfrm>
                <a:off x="33739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6" name="ph7006"/>
              <p:cNvSpPr/>
              <p:nvPr/>
            </p:nvSpPr>
            <p:spPr>
              <a:xfrm>
                <a:off x="33832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7" name="ph7007"/>
              <p:cNvSpPr/>
              <p:nvPr/>
            </p:nvSpPr>
            <p:spPr>
              <a:xfrm>
                <a:off x="339251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8" name="ph7008"/>
              <p:cNvSpPr/>
              <p:nvPr/>
            </p:nvSpPr>
            <p:spPr>
              <a:xfrm>
                <a:off x="34017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9" name="ph7009"/>
              <p:cNvSpPr/>
              <p:nvPr/>
            </p:nvSpPr>
            <p:spPr>
              <a:xfrm>
                <a:off x="34110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0" name="ph7010"/>
              <p:cNvSpPr/>
              <p:nvPr/>
            </p:nvSpPr>
            <p:spPr>
              <a:xfrm>
                <a:off x="34203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1" name="ph7011"/>
              <p:cNvSpPr/>
              <p:nvPr/>
            </p:nvSpPr>
            <p:spPr>
              <a:xfrm>
                <a:off x="34295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2" name="ph7012"/>
              <p:cNvSpPr/>
              <p:nvPr/>
            </p:nvSpPr>
            <p:spPr>
              <a:xfrm>
                <a:off x="343882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3" name="ph7013"/>
              <p:cNvSpPr/>
              <p:nvPr/>
            </p:nvSpPr>
            <p:spPr>
              <a:xfrm>
                <a:off x="34480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4" name="ph7014"/>
              <p:cNvSpPr/>
              <p:nvPr/>
            </p:nvSpPr>
            <p:spPr>
              <a:xfrm>
                <a:off x="34573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5" name="ph7015"/>
              <p:cNvSpPr/>
              <p:nvPr/>
            </p:nvSpPr>
            <p:spPr>
              <a:xfrm>
                <a:off x="34666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6" name="ph7016"/>
              <p:cNvSpPr/>
              <p:nvPr/>
            </p:nvSpPr>
            <p:spPr>
              <a:xfrm>
                <a:off x="347587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7" name="ph7017"/>
              <p:cNvSpPr/>
              <p:nvPr/>
            </p:nvSpPr>
            <p:spPr>
              <a:xfrm>
                <a:off x="34851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8" name="ph7018"/>
              <p:cNvSpPr/>
              <p:nvPr/>
            </p:nvSpPr>
            <p:spPr>
              <a:xfrm>
                <a:off x="34943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9" name="ph7019"/>
              <p:cNvSpPr/>
              <p:nvPr/>
            </p:nvSpPr>
            <p:spPr>
              <a:xfrm>
                <a:off x="35036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0" name="ph7020"/>
              <p:cNvSpPr/>
              <p:nvPr/>
            </p:nvSpPr>
            <p:spPr>
              <a:xfrm>
                <a:off x="35129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1" name="ph7021"/>
              <p:cNvSpPr/>
              <p:nvPr/>
            </p:nvSpPr>
            <p:spPr>
              <a:xfrm>
                <a:off x="352218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2" name="ph7022"/>
              <p:cNvSpPr/>
              <p:nvPr/>
            </p:nvSpPr>
            <p:spPr>
              <a:xfrm>
                <a:off x="35314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3" name="ph7023"/>
              <p:cNvSpPr/>
              <p:nvPr/>
            </p:nvSpPr>
            <p:spPr>
              <a:xfrm>
                <a:off x="35407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4" name="ph7024"/>
              <p:cNvSpPr/>
              <p:nvPr/>
            </p:nvSpPr>
            <p:spPr>
              <a:xfrm>
                <a:off x="35499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5" name="ph7025"/>
              <p:cNvSpPr/>
              <p:nvPr/>
            </p:nvSpPr>
            <p:spPr>
              <a:xfrm>
                <a:off x="355923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6" name="ph7026"/>
              <p:cNvSpPr/>
              <p:nvPr/>
            </p:nvSpPr>
            <p:spPr>
              <a:xfrm>
                <a:off x="35684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7" name="ph7027"/>
              <p:cNvSpPr/>
              <p:nvPr/>
            </p:nvSpPr>
            <p:spPr>
              <a:xfrm>
                <a:off x="35777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8" name="ph7028"/>
              <p:cNvSpPr/>
              <p:nvPr/>
            </p:nvSpPr>
            <p:spPr>
              <a:xfrm>
                <a:off x="35870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9" name="ph7029"/>
              <p:cNvSpPr/>
              <p:nvPr/>
            </p:nvSpPr>
            <p:spPr>
              <a:xfrm>
                <a:off x="35962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0" name="ph7030"/>
              <p:cNvSpPr/>
              <p:nvPr/>
            </p:nvSpPr>
            <p:spPr>
              <a:xfrm>
                <a:off x="360554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1" name="ph7031"/>
              <p:cNvSpPr/>
              <p:nvPr/>
            </p:nvSpPr>
            <p:spPr>
              <a:xfrm>
                <a:off x="36148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2" name="ph7032"/>
              <p:cNvSpPr/>
              <p:nvPr/>
            </p:nvSpPr>
            <p:spPr>
              <a:xfrm>
                <a:off x="362407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3" name="ph7033"/>
              <p:cNvSpPr/>
              <p:nvPr/>
            </p:nvSpPr>
            <p:spPr>
              <a:xfrm>
                <a:off x="363333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4" name="ph7034"/>
              <p:cNvSpPr/>
              <p:nvPr/>
            </p:nvSpPr>
            <p:spPr>
              <a:xfrm>
                <a:off x="364259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5" name="ph7035"/>
              <p:cNvSpPr/>
              <p:nvPr/>
            </p:nvSpPr>
            <p:spPr>
              <a:xfrm>
                <a:off x="365185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6" name="ph7036"/>
              <p:cNvSpPr/>
              <p:nvPr/>
            </p:nvSpPr>
            <p:spPr>
              <a:xfrm>
                <a:off x="366111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7" name="ph7037"/>
              <p:cNvSpPr/>
              <p:nvPr/>
            </p:nvSpPr>
            <p:spPr>
              <a:xfrm>
                <a:off x="367038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8" name="ph7038"/>
              <p:cNvSpPr/>
              <p:nvPr/>
            </p:nvSpPr>
            <p:spPr>
              <a:xfrm>
                <a:off x="367964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9" name="ph7039"/>
              <p:cNvSpPr/>
              <p:nvPr/>
            </p:nvSpPr>
            <p:spPr>
              <a:xfrm>
                <a:off x="368890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0" name="ph7040"/>
              <p:cNvSpPr/>
              <p:nvPr/>
            </p:nvSpPr>
            <p:spPr>
              <a:xfrm>
                <a:off x="36981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1" name="ph7041"/>
              <p:cNvSpPr/>
              <p:nvPr/>
            </p:nvSpPr>
            <p:spPr>
              <a:xfrm>
                <a:off x="37074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2" name="ph7042"/>
              <p:cNvSpPr/>
              <p:nvPr/>
            </p:nvSpPr>
            <p:spPr>
              <a:xfrm>
                <a:off x="37166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3" name="ph7043"/>
              <p:cNvSpPr/>
              <p:nvPr/>
            </p:nvSpPr>
            <p:spPr>
              <a:xfrm>
                <a:off x="372595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4" name="ph7044"/>
              <p:cNvSpPr/>
              <p:nvPr/>
            </p:nvSpPr>
            <p:spPr>
              <a:xfrm>
                <a:off x="37352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5" name="ph7045"/>
              <p:cNvSpPr/>
              <p:nvPr/>
            </p:nvSpPr>
            <p:spPr>
              <a:xfrm>
                <a:off x="37444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6" name="ph7046"/>
              <p:cNvSpPr/>
              <p:nvPr/>
            </p:nvSpPr>
            <p:spPr>
              <a:xfrm>
                <a:off x="37537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7" name="ph7047"/>
              <p:cNvSpPr/>
              <p:nvPr/>
            </p:nvSpPr>
            <p:spPr>
              <a:xfrm>
                <a:off x="37630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8" name="ph7048"/>
              <p:cNvSpPr/>
              <p:nvPr/>
            </p:nvSpPr>
            <p:spPr>
              <a:xfrm>
                <a:off x="3772265" y="1291910"/>
                <a:ext cx="92359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9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598" y="897161"/>
                    </a:lnTo>
                    <a:lnTo>
                      <a:pt x="920634" y="904228"/>
                    </a:lnTo>
                    <a:lnTo>
                      <a:pt x="916865" y="912314"/>
                    </a:lnTo>
                    <a:lnTo>
                      <a:pt x="915787" y="91439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9" name="ph7049"/>
              <p:cNvSpPr/>
              <p:nvPr/>
            </p:nvSpPr>
            <p:spPr>
              <a:xfrm>
                <a:off x="2021706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631" y="931638"/>
                    </a:lnTo>
                    <a:lnTo>
                      <a:pt x="908002" y="927138"/>
                    </a:lnTo>
                    <a:lnTo>
                      <a:pt x="906833" y="916529"/>
                    </a:lnTo>
                    <a:lnTo>
                      <a:pt x="906661" y="91439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0" name="ph7050"/>
              <p:cNvSpPr/>
              <p:nvPr/>
            </p:nvSpPr>
            <p:spPr>
              <a:xfrm>
                <a:off x="202170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1" name="ph7051"/>
              <p:cNvSpPr/>
              <p:nvPr/>
            </p:nvSpPr>
            <p:spPr>
              <a:xfrm>
                <a:off x="20309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2" name="ph7052"/>
              <p:cNvSpPr/>
              <p:nvPr/>
            </p:nvSpPr>
            <p:spPr>
              <a:xfrm>
                <a:off x="20402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3" name="ph7053"/>
              <p:cNvSpPr/>
              <p:nvPr/>
            </p:nvSpPr>
            <p:spPr>
              <a:xfrm>
                <a:off x="20494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4" name="ph7054"/>
              <p:cNvSpPr/>
              <p:nvPr/>
            </p:nvSpPr>
            <p:spPr>
              <a:xfrm>
                <a:off x="205875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5" name="ph7055"/>
              <p:cNvSpPr/>
              <p:nvPr/>
            </p:nvSpPr>
            <p:spPr>
              <a:xfrm>
                <a:off x="20680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6" name="ph7056"/>
              <p:cNvSpPr/>
              <p:nvPr/>
            </p:nvSpPr>
            <p:spPr>
              <a:xfrm>
                <a:off x="20772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7" name="ph7057"/>
              <p:cNvSpPr/>
              <p:nvPr/>
            </p:nvSpPr>
            <p:spPr>
              <a:xfrm>
                <a:off x="20865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8" name="ph7058"/>
              <p:cNvSpPr/>
              <p:nvPr/>
            </p:nvSpPr>
            <p:spPr>
              <a:xfrm>
                <a:off x="20958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9" name="ph7059"/>
              <p:cNvSpPr/>
              <p:nvPr/>
            </p:nvSpPr>
            <p:spPr>
              <a:xfrm>
                <a:off x="210506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0" name="ph7060"/>
              <p:cNvSpPr/>
              <p:nvPr/>
            </p:nvSpPr>
            <p:spPr>
              <a:xfrm>
                <a:off x="211432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1" name="ph7061"/>
              <p:cNvSpPr/>
              <p:nvPr/>
            </p:nvSpPr>
            <p:spPr>
              <a:xfrm>
                <a:off x="212359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2" name="ph7062"/>
              <p:cNvSpPr/>
              <p:nvPr/>
            </p:nvSpPr>
            <p:spPr>
              <a:xfrm>
                <a:off x="213285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3" name="ph7063"/>
              <p:cNvSpPr/>
              <p:nvPr/>
            </p:nvSpPr>
            <p:spPr>
              <a:xfrm>
                <a:off x="214211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4" name="ph7064"/>
              <p:cNvSpPr/>
              <p:nvPr/>
            </p:nvSpPr>
            <p:spPr>
              <a:xfrm>
                <a:off x="21513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5" name="ph7065"/>
              <p:cNvSpPr/>
              <p:nvPr/>
            </p:nvSpPr>
            <p:spPr>
              <a:xfrm>
                <a:off x="21606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6" name="ph7066"/>
              <p:cNvSpPr/>
              <p:nvPr/>
            </p:nvSpPr>
            <p:spPr>
              <a:xfrm>
                <a:off x="21699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7" name="ph7067"/>
              <p:cNvSpPr/>
              <p:nvPr/>
            </p:nvSpPr>
            <p:spPr>
              <a:xfrm>
                <a:off x="21791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8" name="ph7068"/>
              <p:cNvSpPr/>
              <p:nvPr/>
            </p:nvSpPr>
            <p:spPr>
              <a:xfrm>
                <a:off x="218842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9" name="ph7069"/>
              <p:cNvSpPr/>
              <p:nvPr/>
            </p:nvSpPr>
            <p:spPr>
              <a:xfrm>
                <a:off x="21976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0" name="ph7070"/>
              <p:cNvSpPr/>
              <p:nvPr/>
            </p:nvSpPr>
            <p:spPr>
              <a:xfrm>
                <a:off x="22069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1" name="ph7071"/>
              <p:cNvSpPr/>
              <p:nvPr/>
            </p:nvSpPr>
            <p:spPr>
              <a:xfrm>
                <a:off x="22162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2" name="ph7072"/>
              <p:cNvSpPr/>
              <p:nvPr/>
            </p:nvSpPr>
            <p:spPr>
              <a:xfrm>
                <a:off x="222547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3" name="ph7073"/>
              <p:cNvSpPr/>
              <p:nvPr/>
            </p:nvSpPr>
            <p:spPr>
              <a:xfrm>
                <a:off x="22347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4" name="ph7074"/>
              <p:cNvSpPr/>
              <p:nvPr/>
            </p:nvSpPr>
            <p:spPr>
              <a:xfrm>
                <a:off x="22439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5" name="ph7075"/>
              <p:cNvSpPr/>
              <p:nvPr/>
            </p:nvSpPr>
            <p:spPr>
              <a:xfrm>
                <a:off x="22532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6" name="ph7076"/>
              <p:cNvSpPr/>
              <p:nvPr/>
            </p:nvSpPr>
            <p:spPr>
              <a:xfrm>
                <a:off x="22625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7" name="ph7077"/>
              <p:cNvSpPr/>
              <p:nvPr/>
            </p:nvSpPr>
            <p:spPr>
              <a:xfrm>
                <a:off x="227178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8" name="ph7078"/>
              <p:cNvSpPr/>
              <p:nvPr/>
            </p:nvSpPr>
            <p:spPr>
              <a:xfrm>
                <a:off x="22810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9" name="ph7079"/>
              <p:cNvSpPr/>
              <p:nvPr/>
            </p:nvSpPr>
            <p:spPr>
              <a:xfrm>
                <a:off x="22903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0" name="ph7080"/>
              <p:cNvSpPr/>
              <p:nvPr/>
            </p:nvSpPr>
            <p:spPr>
              <a:xfrm>
                <a:off x="22995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1" name="ph7081"/>
              <p:cNvSpPr/>
              <p:nvPr/>
            </p:nvSpPr>
            <p:spPr>
              <a:xfrm>
                <a:off x="230883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2" name="ph7082"/>
              <p:cNvSpPr/>
              <p:nvPr/>
            </p:nvSpPr>
            <p:spPr>
              <a:xfrm>
                <a:off x="23180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3" name="ph7083"/>
              <p:cNvSpPr/>
              <p:nvPr/>
            </p:nvSpPr>
            <p:spPr>
              <a:xfrm>
                <a:off x="23273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4" name="ph7084"/>
              <p:cNvSpPr/>
              <p:nvPr/>
            </p:nvSpPr>
            <p:spPr>
              <a:xfrm>
                <a:off x="23366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5" name="ph7085"/>
              <p:cNvSpPr/>
              <p:nvPr/>
            </p:nvSpPr>
            <p:spPr>
              <a:xfrm>
                <a:off x="23458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6" name="ph7086"/>
              <p:cNvSpPr/>
              <p:nvPr/>
            </p:nvSpPr>
            <p:spPr>
              <a:xfrm>
                <a:off x="235514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7" name="ph7087"/>
              <p:cNvSpPr/>
              <p:nvPr/>
            </p:nvSpPr>
            <p:spPr>
              <a:xfrm>
                <a:off x="23644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8" name="ph7088"/>
              <p:cNvSpPr/>
              <p:nvPr/>
            </p:nvSpPr>
            <p:spPr>
              <a:xfrm>
                <a:off x="2373670" y="1274671"/>
                <a:ext cx="921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005" y="897161"/>
                    </a:lnTo>
                    <a:lnTo>
                      <a:pt x="917146" y="900172"/>
                    </a:lnTo>
                    <a:lnTo>
                      <a:pt x="920176" y="909105"/>
                    </a:lnTo>
                    <a:lnTo>
                      <a:pt x="921775" y="91439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9" name="ph7089"/>
              <p:cNvSpPr/>
              <p:nvPr/>
            </p:nvSpPr>
            <p:spPr>
              <a:xfrm>
                <a:off x="3364728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790" y="914399"/>
                    </a:lnTo>
                    <a:lnTo>
                      <a:pt x="914400" y="91297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0" name="ph7090"/>
              <p:cNvSpPr/>
              <p:nvPr/>
            </p:nvSpPr>
            <p:spPr>
              <a:xfrm>
                <a:off x="3373990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2979"/>
                    </a:lnTo>
                    <a:lnTo>
                      <a:pt x="907602" y="910805"/>
                    </a:lnTo>
                    <a:lnTo>
                      <a:pt x="912766" y="906827"/>
                    </a:lnTo>
                    <a:lnTo>
                      <a:pt x="914400" y="905744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1" name="ph7091"/>
              <p:cNvSpPr/>
              <p:nvPr/>
            </p:nvSpPr>
            <p:spPr>
              <a:xfrm>
                <a:off x="3383252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5744"/>
                    </a:lnTo>
                    <a:lnTo>
                      <a:pt x="908768" y="903337"/>
                    </a:lnTo>
                    <a:lnTo>
                      <a:pt x="914120" y="900344"/>
                    </a:lnTo>
                    <a:lnTo>
                      <a:pt x="914400" y="900202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2" name="ph7092"/>
              <p:cNvSpPr/>
              <p:nvPr/>
            </p:nvSpPr>
            <p:spPr>
              <a:xfrm>
                <a:off x="3392514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441"/>
                    </a:lnTo>
                    <a:lnTo>
                      <a:pt x="911118" y="91439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3" name="ph7093"/>
              <p:cNvSpPr/>
              <p:nvPr/>
            </p:nvSpPr>
            <p:spPr>
              <a:xfrm>
                <a:off x="339251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4" name="ph7094"/>
              <p:cNvSpPr/>
              <p:nvPr/>
            </p:nvSpPr>
            <p:spPr>
              <a:xfrm>
                <a:off x="34017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5" name="ph7095"/>
              <p:cNvSpPr/>
              <p:nvPr/>
            </p:nvSpPr>
            <p:spPr>
              <a:xfrm>
                <a:off x="34110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6" name="ph7096"/>
              <p:cNvSpPr/>
              <p:nvPr/>
            </p:nvSpPr>
            <p:spPr>
              <a:xfrm>
                <a:off x="34203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7" name="ph7097"/>
              <p:cNvSpPr/>
              <p:nvPr/>
            </p:nvSpPr>
            <p:spPr>
              <a:xfrm>
                <a:off x="34295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8" name="ph7098"/>
              <p:cNvSpPr/>
              <p:nvPr/>
            </p:nvSpPr>
            <p:spPr>
              <a:xfrm>
                <a:off x="343882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9" name="ph7099"/>
              <p:cNvSpPr/>
              <p:nvPr/>
            </p:nvSpPr>
            <p:spPr>
              <a:xfrm>
                <a:off x="34480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0" name="ph7100"/>
              <p:cNvSpPr/>
              <p:nvPr/>
            </p:nvSpPr>
            <p:spPr>
              <a:xfrm>
                <a:off x="34573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1" name="ph7101"/>
              <p:cNvSpPr/>
              <p:nvPr/>
            </p:nvSpPr>
            <p:spPr>
              <a:xfrm>
                <a:off x="34666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2" name="ph7102"/>
              <p:cNvSpPr/>
              <p:nvPr/>
            </p:nvSpPr>
            <p:spPr>
              <a:xfrm>
                <a:off x="347587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3" name="ph7103"/>
              <p:cNvSpPr/>
              <p:nvPr/>
            </p:nvSpPr>
            <p:spPr>
              <a:xfrm>
                <a:off x="34851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4" name="ph7104"/>
              <p:cNvSpPr/>
              <p:nvPr/>
            </p:nvSpPr>
            <p:spPr>
              <a:xfrm>
                <a:off x="34943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5" name="ph7105"/>
              <p:cNvSpPr/>
              <p:nvPr/>
            </p:nvSpPr>
            <p:spPr>
              <a:xfrm>
                <a:off x="35036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6" name="ph7106"/>
              <p:cNvSpPr/>
              <p:nvPr/>
            </p:nvSpPr>
            <p:spPr>
              <a:xfrm>
                <a:off x="35129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7" name="ph7107"/>
              <p:cNvSpPr/>
              <p:nvPr/>
            </p:nvSpPr>
            <p:spPr>
              <a:xfrm>
                <a:off x="352218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8" name="ph7108"/>
              <p:cNvSpPr/>
              <p:nvPr/>
            </p:nvSpPr>
            <p:spPr>
              <a:xfrm>
                <a:off x="35314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9" name="ph7109"/>
              <p:cNvSpPr/>
              <p:nvPr/>
            </p:nvSpPr>
            <p:spPr>
              <a:xfrm>
                <a:off x="35407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0" name="ph7110"/>
              <p:cNvSpPr/>
              <p:nvPr/>
            </p:nvSpPr>
            <p:spPr>
              <a:xfrm>
                <a:off x="35499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1" name="ph7111"/>
              <p:cNvSpPr/>
              <p:nvPr/>
            </p:nvSpPr>
            <p:spPr>
              <a:xfrm>
                <a:off x="355923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2" name="ph7112"/>
              <p:cNvSpPr/>
              <p:nvPr/>
            </p:nvSpPr>
            <p:spPr>
              <a:xfrm>
                <a:off x="35684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3" name="ph7113"/>
              <p:cNvSpPr/>
              <p:nvPr/>
            </p:nvSpPr>
            <p:spPr>
              <a:xfrm>
                <a:off x="35777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4" name="ph7114"/>
              <p:cNvSpPr/>
              <p:nvPr/>
            </p:nvSpPr>
            <p:spPr>
              <a:xfrm>
                <a:off x="35870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5" name="ph7115"/>
              <p:cNvSpPr/>
              <p:nvPr/>
            </p:nvSpPr>
            <p:spPr>
              <a:xfrm>
                <a:off x="35962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6" name="ph7116"/>
              <p:cNvSpPr/>
              <p:nvPr/>
            </p:nvSpPr>
            <p:spPr>
              <a:xfrm>
                <a:off x="360554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7" name="ph7117"/>
              <p:cNvSpPr/>
              <p:nvPr/>
            </p:nvSpPr>
            <p:spPr>
              <a:xfrm>
                <a:off x="36148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8" name="ph7118"/>
              <p:cNvSpPr/>
              <p:nvPr/>
            </p:nvSpPr>
            <p:spPr>
              <a:xfrm>
                <a:off x="362407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9" name="ph7119"/>
              <p:cNvSpPr/>
              <p:nvPr/>
            </p:nvSpPr>
            <p:spPr>
              <a:xfrm>
                <a:off x="363333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0" name="ph7120"/>
              <p:cNvSpPr/>
              <p:nvPr/>
            </p:nvSpPr>
            <p:spPr>
              <a:xfrm>
                <a:off x="364259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1" name="ph7121"/>
              <p:cNvSpPr/>
              <p:nvPr/>
            </p:nvSpPr>
            <p:spPr>
              <a:xfrm>
                <a:off x="365185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2" name="ph7122"/>
              <p:cNvSpPr/>
              <p:nvPr/>
            </p:nvSpPr>
            <p:spPr>
              <a:xfrm>
                <a:off x="366111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3" name="ph7123"/>
              <p:cNvSpPr/>
              <p:nvPr/>
            </p:nvSpPr>
            <p:spPr>
              <a:xfrm>
                <a:off x="367038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4" name="ph7124"/>
              <p:cNvSpPr/>
              <p:nvPr/>
            </p:nvSpPr>
            <p:spPr>
              <a:xfrm>
                <a:off x="367964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5" name="ph7125"/>
              <p:cNvSpPr/>
              <p:nvPr/>
            </p:nvSpPr>
            <p:spPr>
              <a:xfrm>
                <a:off x="368890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6" name="ph7126"/>
              <p:cNvSpPr/>
              <p:nvPr/>
            </p:nvSpPr>
            <p:spPr>
              <a:xfrm>
                <a:off x="36981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7" name="ph7127"/>
              <p:cNvSpPr/>
              <p:nvPr/>
            </p:nvSpPr>
            <p:spPr>
              <a:xfrm>
                <a:off x="37074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8" name="ph7128"/>
              <p:cNvSpPr/>
              <p:nvPr/>
            </p:nvSpPr>
            <p:spPr>
              <a:xfrm>
                <a:off x="37166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9" name="ph7129"/>
              <p:cNvSpPr/>
              <p:nvPr/>
            </p:nvSpPr>
            <p:spPr>
              <a:xfrm>
                <a:off x="372595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0" name="ph7130"/>
              <p:cNvSpPr/>
              <p:nvPr/>
            </p:nvSpPr>
            <p:spPr>
              <a:xfrm>
                <a:off x="37352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1" name="ph7131"/>
              <p:cNvSpPr/>
              <p:nvPr/>
            </p:nvSpPr>
            <p:spPr>
              <a:xfrm>
                <a:off x="37444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2" name="ph7132"/>
              <p:cNvSpPr/>
              <p:nvPr/>
            </p:nvSpPr>
            <p:spPr>
              <a:xfrm>
                <a:off x="37537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3" name="ph7133"/>
              <p:cNvSpPr/>
              <p:nvPr/>
            </p:nvSpPr>
            <p:spPr>
              <a:xfrm>
                <a:off x="37630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4" name="ph7134"/>
              <p:cNvSpPr/>
              <p:nvPr/>
            </p:nvSpPr>
            <p:spPr>
              <a:xfrm>
                <a:off x="3772265" y="1274671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48"/>
                    </a:lnTo>
                    <a:lnTo>
                      <a:pt x="923598" y="91439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5" name="ph7135"/>
              <p:cNvSpPr/>
              <p:nvPr/>
            </p:nvSpPr>
            <p:spPr>
              <a:xfrm>
                <a:off x="3781528" y="1257433"/>
                <a:ext cx="920598" cy="931486"/>
              </a:xfrm>
              <a:custGeom>
                <a:avLst/>
                <a:gdLst/>
                <a:ahLst/>
                <a:cxnLst/>
                <a:rect l="0" t="0" r="0" b="0"/>
                <a:pathLst>
                  <a:path w="920598" h="931486">
                    <a:moveTo>
                      <a:pt x="914400" y="914399"/>
                    </a:moveTo>
                    <a:lnTo>
                      <a:pt x="920598" y="914399"/>
                    </a:lnTo>
                    <a:lnTo>
                      <a:pt x="918210" y="921502"/>
                    </a:lnTo>
                    <a:lnTo>
                      <a:pt x="914910" y="930268"/>
                    </a:lnTo>
                    <a:lnTo>
                      <a:pt x="914400" y="931486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6" name="ph7136"/>
              <p:cNvSpPr/>
              <p:nvPr/>
            </p:nvSpPr>
            <p:spPr>
              <a:xfrm>
                <a:off x="2021706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6661" y="931638"/>
                    </a:lnTo>
                    <a:lnTo>
                      <a:pt x="905965" y="923058"/>
                    </a:lnTo>
                    <a:lnTo>
                      <a:pt x="905511" y="91439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7" name="ph7137"/>
              <p:cNvSpPr/>
              <p:nvPr/>
            </p:nvSpPr>
            <p:spPr>
              <a:xfrm>
                <a:off x="202170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8" name="ph7138"/>
              <p:cNvSpPr/>
              <p:nvPr/>
            </p:nvSpPr>
            <p:spPr>
              <a:xfrm>
                <a:off x="20309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9" name="ph7139"/>
              <p:cNvSpPr/>
              <p:nvPr/>
            </p:nvSpPr>
            <p:spPr>
              <a:xfrm>
                <a:off x="20402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0" name="ph7140"/>
              <p:cNvSpPr/>
              <p:nvPr/>
            </p:nvSpPr>
            <p:spPr>
              <a:xfrm>
                <a:off x="20494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1" name="ph7141"/>
              <p:cNvSpPr/>
              <p:nvPr/>
            </p:nvSpPr>
            <p:spPr>
              <a:xfrm>
                <a:off x="205875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2" name="ph7142"/>
              <p:cNvSpPr/>
              <p:nvPr/>
            </p:nvSpPr>
            <p:spPr>
              <a:xfrm>
                <a:off x="20680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3" name="ph7143"/>
              <p:cNvSpPr/>
              <p:nvPr/>
            </p:nvSpPr>
            <p:spPr>
              <a:xfrm>
                <a:off x="20772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4" name="ph7144"/>
              <p:cNvSpPr/>
              <p:nvPr/>
            </p:nvSpPr>
            <p:spPr>
              <a:xfrm>
                <a:off x="20865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5" name="ph7145"/>
              <p:cNvSpPr/>
              <p:nvPr/>
            </p:nvSpPr>
            <p:spPr>
              <a:xfrm>
                <a:off x="20958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6" name="ph7146"/>
              <p:cNvSpPr/>
              <p:nvPr/>
            </p:nvSpPr>
            <p:spPr>
              <a:xfrm>
                <a:off x="210506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7" name="ph7147"/>
              <p:cNvSpPr/>
              <p:nvPr/>
            </p:nvSpPr>
            <p:spPr>
              <a:xfrm>
                <a:off x="211432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8" name="ph7148"/>
              <p:cNvSpPr/>
              <p:nvPr/>
            </p:nvSpPr>
            <p:spPr>
              <a:xfrm>
                <a:off x="212359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9" name="ph7149"/>
              <p:cNvSpPr/>
              <p:nvPr/>
            </p:nvSpPr>
            <p:spPr>
              <a:xfrm>
                <a:off x="213285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0" name="ph7150"/>
              <p:cNvSpPr/>
              <p:nvPr/>
            </p:nvSpPr>
            <p:spPr>
              <a:xfrm>
                <a:off x="214211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1" name="ph7151"/>
              <p:cNvSpPr/>
              <p:nvPr/>
            </p:nvSpPr>
            <p:spPr>
              <a:xfrm>
                <a:off x="21513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2" name="ph7152"/>
              <p:cNvSpPr/>
              <p:nvPr/>
            </p:nvSpPr>
            <p:spPr>
              <a:xfrm>
                <a:off x="21606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3" name="ph7153"/>
              <p:cNvSpPr/>
              <p:nvPr/>
            </p:nvSpPr>
            <p:spPr>
              <a:xfrm>
                <a:off x="21699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4" name="ph7154"/>
              <p:cNvSpPr/>
              <p:nvPr/>
            </p:nvSpPr>
            <p:spPr>
              <a:xfrm>
                <a:off x="21791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5" name="ph7155"/>
              <p:cNvSpPr/>
              <p:nvPr/>
            </p:nvSpPr>
            <p:spPr>
              <a:xfrm>
                <a:off x="218842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6" name="ph7156"/>
              <p:cNvSpPr/>
              <p:nvPr/>
            </p:nvSpPr>
            <p:spPr>
              <a:xfrm>
                <a:off x="21976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7" name="ph7157"/>
              <p:cNvSpPr/>
              <p:nvPr/>
            </p:nvSpPr>
            <p:spPr>
              <a:xfrm>
                <a:off x="22069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8" name="ph7158"/>
              <p:cNvSpPr/>
              <p:nvPr/>
            </p:nvSpPr>
            <p:spPr>
              <a:xfrm>
                <a:off x="22162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9" name="ph7159"/>
              <p:cNvSpPr/>
              <p:nvPr/>
            </p:nvSpPr>
            <p:spPr>
              <a:xfrm>
                <a:off x="222547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0" name="ph7160"/>
              <p:cNvSpPr/>
              <p:nvPr/>
            </p:nvSpPr>
            <p:spPr>
              <a:xfrm>
                <a:off x="22347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1" name="ph7161"/>
              <p:cNvSpPr/>
              <p:nvPr/>
            </p:nvSpPr>
            <p:spPr>
              <a:xfrm>
                <a:off x="22439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2" name="ph7162"/>
              <p:cNvSpPr/>
              <p:nvPr/>
            </p:nvSpPr>
            <p:spPr>
              <a:xfrm>
                <a:off x="22532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3" name="ph7163"/>
              <p:cNvSpPr/>
              <p:nvPr/>
            </p:nvSpPr>
            <p:spPr>
              <a:xfrm>
                <a:off x="22625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4" name="ph7164"/>
              <p:cNvSpPr/>
              <p:nvPr/>
            </p:nvSpPr>
            <p:spPr>
              <a:xfrm>
                <a:off x="227178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5" name="ph7165"/>
              <p:cNvSpPr/>
              <p:nvPr/>
            </p:nvSpPr>
            <p:spPr>
              <a:xfrm>
                <a:off x="22810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6" name="ph7166"/>
              <p:cNvSpPr/>
              <p:nvPr/>
            </p:nvSpPr>
            <p:spPr>
              <a:xfrm>
                <a:off x="22903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7" name="ph7167"/>
              <p:cNvSpPr/>
              <p:nvPr/>
            </p:nvSpPr>
            <p:spPr>
              <a:xfrm>
                <a:off x="22995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8" name="ph7168"/>
              <p:cNvSpPr/>
              <p:nvPr/>
            </p:nvSpPr>
            <p:spPr>
              <a:xfrm>
                <a:off x="230883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9" name="ph7169"/>
              <p:cNvSpPr/>
              <p:nvPr/>
            </p:nvSpPr>
            <p:spPr>
              <a:xfrm>
                <a:off x="23180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0" name="ph7170"/>
              <p:cNvSpPr/>
              <p:nvPr/>
            </p:nvSpPr>
            <p:spPr>
              <a:xfrm>
                <a:off x="23273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1" name="ph7171"/>
              <p:cNvSpPr/>
              <p:nvPr/>
            </p:nvSpPr>
            <p:spPr>
              <a:xfrm>
                <a:off x="23366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2" name="ph7172"/>
              <p:cNvSpPr/>
              <p:nvPr/>
            </p:nvSpPr>
            <p:spPr>
              <a:xfrm>
                <a:off x="23458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3" name="ph7173"/>
              <p:cNvSpPr/>
              <p:nvPr/>
            </p:nvSpPr>
            <p:spPr>
              <a:xfrm>
                <a:off x="235514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4" name="ph7174"/>
              <p:cNvSpPr/>
              <p:nvPr/>
            </p:nvSpPr>
            <p:spPr>
              <a:xfrm>
                <a:off x="2373670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825" y="897161"/>
                    </a:lnTo>
                    <a:lnTo>
                      <a:pt x="910371" y="900466"/>
                    </a:lnTo>
                    <a:lnTo>
                      <a:pt x="913875" y="908777"/>
                    </a:lnTo>
                    <a:lnTo>
                      <a:pt x="914400" y="910162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5" name="ph7175"/>
              <p:cNvSpPr/>
              <p:nvPr/>
            </p:nvSpPr>
            <p:spPr>
              <a:xfrm>
                <a:off x="2373670" y="1257433"/>
                <a:ext cx="9160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005" h="914399">
                    <a:moveTo>
                      <a:pt x="914400" y="914399"/>
                    </a:moveTo>
                    <a:lnTo>
                      <a:pt x="914400" y="910162"/>
                    </a:lnTo>
                    <a:lnTo>
                      <a:pt x="916005" y="91439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6" name="ph7176"/>
              <p:cNvSpPr/>
              <p:nvPr/>
            </p:nvSpPr>
            <p:spPr>
              <a:xfrm>
                <a:off x="3392514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1118" y="914399"/>
                    </a:lnTo>
                    <a:lnTo>
                      <a:pt x="914400" y="912731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7" name="ph7177"/>
              <p:cNvSpPr/>
              <p:nvPr/>
            </p:nvSpPr>
            <p:spPr>
              <a:xfrm>
                <a:off x="3401777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969"/>
                    </a:lnTo>
                    <a:lnTo>
                      <a:pt x="909255" y="927820"/>
                    </a:lnTo>
                    <a:lnTo>
                      <a:pt x="910375" y="917026"/>
                    </a:lnTo>
                    <a:lnTo>
                      <a:pt x="910727" y="91439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8" name="ph7178"/>
              <p:cNvSpPr/>
              <p:nvPr/>
            </p:nvSpPr>
            <p:spPr>
              <a:xfrm>
                <a:off x="34017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9" name="ph7179"/>
              <p:cNvSpPr/>
              <p:nvPr/>
            </p:nvSpPr>
            <p:spPr>
              <a:xfrm>
                <a:off x="34110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0" name="ph7180"/>
              <p:cNvSpPr/>
              <p:nvPr/>
            </p:nvSpPr>
            <p:spPr>
              <a:xfrm>
                <a:off x="34203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1" name="ph7181"/>
              <p:cNvSpPr/>
              <p:nvPr/>
            </p:nvSpPr>
            <p:spPr>
              <a:xfrm>
                <a:off x="34295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2" name="ph7182"/>
              <p:cNvSpPr/>
              <p:nvPr/>
            </p:nvSpPr>
            <p:spPr>
              <a:xfrm>
                <a:off x="343882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3" name="ph7183"/>
              <p:cNvSpPr/>
              <p:nvPr/>
            </p:nvSpPr>
            <p:spPr>
              <a:xfrm>
                <a:off x="34480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4" name="ph7184"/>
              <p:cNvSpPr/>
              <p:nvPr/>
            </p:nvSpPr>
            <p:spPr>
              <a:xfrm>
                <a:off x="34573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5" name="ph7185"/>
              <p:cNvSpPr/>
              <p:nvPr/>
            </p:nvSpPr>
            <p:spPr>
              <a:xfrm>
                <a:off x="34666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6" name="ph7186"/>
              <p:cNvSpPr/>
              <p:nvPr/>
            </p:nvSpPr>
            <p:spPr>
              <a:xfrm>
                <a:off x="347587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7" name="ph7187"/>
              <p:cNvSpPr/>
              <p:nvPr/>
            </p:nvSpPr>
            <p:spPr>
              <a:xfrm>
                <a:off x="34851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8" name="ph7188"/>
              <p:cNvSpPr/>
              <p:nvPr/>
            </p:nvSpPr>
            <p:spPr>
              <a:xfrm>
                <a:off x="34943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9" name="ph7189"/>
              <p:cNvSpPr/>
              <p:nvPr/>
            </p:nvSpPr>
            <p:spPr>
              <a:xfrm>
                <a:off x="35036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0" name="ph7190"/>
              <p:cNvSpPr/>
              <p:nvPr/>
            </p:nvSpPr>
            <p:spPr>
              <a:xfrm>
                <a:off x="35129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1" name="ph7191"/>
              <p:cNvSpPr/>
              <p:nvPr/>
            </p:nvSpPr>
            <p:spPr>
              <a:xfrm>
                <a:off x="352218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2" name="ph7192"/>
              <p:cNvSpPr/>
              <p:nvPr/>
            </p:nvSpPr>
            <p:spPr>
              <a:xfrm>
                <a:off x="35314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3" name="ph7193"/>
              <p:cNvSpPr/>
              <p:nvPr/>
            </p:nvSpPr>
            <p:spPr>
              <a:xfrm>
                <a:off x="35407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4" name="ph7194"/>
              <p:cNvSpPr/>
              <p:nvPr/>
            </p:nvSpPr>
            <p:spPr>
              <a:xfrm>
                <a:off x="35499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5" name="ph7195"/>
              <p:cNvSpPr/>
              <p:nvPr/>
            </p:nvSpPr>
            <p:spPr>
              <a:xfrm>
                <a:off x="355923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6" name="ph7196"/>
              <p:cNvSpPr/>
              <p:nvPr/>
            </p:nvSpPr>
            <p:spPr>
              <a:xfrm>
                <a:off x="35684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7" name="ph7197"/>
              <p:cNvSpPr/>
              <p:nvPr/>
            </p:nvSpPr>
            <p:spPr>
              <a:xfrm>
                <a:off x="35777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8" name="ph7198"/>
              <p:cNvSpPr/>
              <p:nvPr/>
            </p:nvSpPr>
            <p:spPr>
              <a:xfrm>
                <a:off x="35870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9" name="ph7199"/>
              <p:cNvSpPr/>
              <p:nvPr/>
            </p:nvSpPr>
            <p:spPr>
              <a:xfrm>
                <a:off x="35962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0" name="ph7200"/>
              <p:cNvSpPr/>
              <p:nvPr/>
            </p:nvSpPr>
            <p:spPr>
              <a:xfrm>
                <a:off x="360554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1" name="ph7201"/>
              <p:cNvSpPr/>
              <p:nvPr/>
            </p:nvSpPr>
            <p:spPr>
              <a:xfrm>
                <a:off x="361480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2" name="ph7202"/>
              <p:cNvSpPr/>
              <p:nvPr/>
            </p:nvSpPr>
            <p:spPr>
              <a:xfrm>
                <a:off x="362407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3" name="ph7203"/>
              <p:cNvSpPr/>
              <p:nvPr/>
            </p:nvSpPr>
            <p:spPr>
              <a:xfrm>
                <a:off x="363333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4" name="ph7204"/>
              <p:cNvSpPr/>
              <p:nvPr/>
            </p:nvSpPr>
            <p:spPr>
              <a:xfrm>
                <a:off x="364259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5" name="ph7205"/>
              <p:cNvSpPr/>
              <p:nvPr/>
            </p:nvSpPr>
            <p:spPr>
              <a:xfrm>
                <a:off x="365185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6" name="ph7206"/>
              <p:cNvSpPr/>
              <p:nvPr/>
            </p:nvSpPr>
            <p:spPr>
              <a:xfrm>
                <a:off x="366111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7" name="ph7207"/>
              <p:cNvSpPr/>
              <p:nvPr/>
            </p:nvSpPr>
            <p:spPr>
              <a:xfrm>
                <a:off x="367038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8" name="ph7208"/>
              <p:cNvSpPr/>
              <p:nvPr/>
            </p:nvSpPr>
            <p:spPr>
              <a:xfrm>
                <a:off x="367964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9" name="ph7209"/>
              <p:cNvSpPr/>
              <p:nvPr/>
            </p:nvSpPr>
            <p:spPr>
              <a:xfrm>
                <a:off x="368890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0" name="ph7210"/>
              <p:cNvSpPr/>
              <p:nvPr/>
            </p:nvSpPr>
            <p:spPr>
              <a:xfrm>
                <a:off x="36981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1" name="ph7211"/>
              <p:cNvSpPr/>
              <p:nvPr/>
            </p:nvSpPr>
            <p:spPr>
              <a:xfrm>
                <a:off x="37074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2" name="ph7212"/>
              <p:cNvSpPr/>
              <p:nvPr/>
            </p:nvSpPr>
            <p:spPr>
              <a:xfrm>
                <a:off x="37166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3" name="ph7213"/>
              <p:cNvSpPr/>
              <p:nvPr/>
            </p:nvSpPr>
            <p:spPr>
              <a:xfrm>
                <a:off x="372595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4" name="ph7214"/>
              <p:cNvSpPr/>
              <p:nvPr/>
            </p:nvSpPr>
            <p:spPr>
              <a:xfrm>
                <a:off x="37352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5" name="ph7215"/>
              <p:cNvSpPr/>
              <p:nvPr/>
            </p:nvSpPr>
            <p:spPr>
              <a:xfrm>
                <a:off x="37444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6" name="ph7216"/>
              <p:cNvSpPr/>
              <p:nvPr/>
            </p:nvSpPr>
            <p:spPr>
              <a:xfrm>
                <a:off x="37537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7" name="ph7217"/>
              <p:cNvSpPr/>
              <p:nvPr/>
            </p:nvSpPr>
            <p:spPr>
              <a:xfrm>
                <a:off x="37630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8" name="ph7218"/>
              <p:cNvSpPr/>
              <p:nvPr/>
            </p:nvSpPr>
            <p:spPr>
              <a:xfrm>
                <a:off x="377226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9" name="ph7219"/>
              <p:cNvSpPr/>
              <p:nvPr/>
            </p:nvSpPr>
            <p:spPr>
              <a:xfrm>
                <a:off x="3781528" y="12574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396"/>
                    </a:lnTo>
                    <a:lnTo>
                      <a:pt x="921261" y="912430"/>
                    </a:lnTo>
                    <a:lnTo>
                      <a:pt x="920598" y="91439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0" name="ph7220"/>
              <p:cNvSpPr/>
              <p:nvPr/>
            </p:nvSpPr>
            <p:spPr>
              <a:xfrm>
                <a:off x="3790790" y="1240194"/>
                <a:ext cx="916352" cy="921634"/>
              </a:xfrm>
              <a:custGeom>
                <a:avLst/>
                <a:gdLst/>
                <a:ahLst/>
                <a:cxnLst/>
                <a:rect l="0" t="0" r="0" b="0"/>
                <a:pathLst>
                  <a:path w="916352" h="921634">
                    <a:moveTo>
                      <a:pt x="914400" y="914399"/>
                    </a:moveTo>
                    <a:lnTo>
                      <a:pt x="916352" y="914399"/>
                    </a:lnTo>
                    <a:lnTo>
                      <a:pt x="914794" y="920314"/>
                    </a:lnTo>
                    <a:lnTo>
                      <a:pt x="914400" y="921634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1" name="ph7221"/>
              <p:cNvSpPr/>
              <p:nvPr/>
            </p:nvSpPr>
            <p:spPr>
              <a:xfrm>
                <a:off x="2021706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11" y="931638"/>
                    </a:lnTo>
                    <a:lnTo>
                      <a:pt x="905399" y="929518"/>
                    </a:lnTo>
                    <a:lnTo>
                      <a:pt x="905137" y="918699"/>
                    </a:lnTo>
                    <a:lnTo>
                      <a:pt x="905154" y="91439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2" name="ph7222"/>
              <p:cNvSpPr/>
              <p:nvPr/>
            </p:nvSpPr>
            <p:spPr>
              <a:xfrm>
                <a:off x="202170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3" name="ph7223"/>
              <p:cNvSpPr/>
              <p:nvPr/>
            </p:nvSpPr>
            <p:spPr>
              <a:xfrm>
                <a:off x="20309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4" name="ph7224"/>
              <p:cNvSpPr/>
              <p:nvPr/>
            </p:nvSpPr>
            <p:spPr>
              <a:xfrm>
                <a:off x="20402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5" name="ph7225"/>
              <p:cNvSpPr/>
              <p:nvPr/>
            </p:nvSpPr>
            <p:spPr>
              <a:xfrm>
                <a:off x="20494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6" name="ph7226"/>
              <p:cNvSpPr/>
              <p:nvPr/>
            </p:nvSpPr>
            <p:spPr>
              <a:xfrm>
                <a:off x="205875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7" name="ph7227"/>
              <p:cNvSpPr/>
              <p:nvPr/>
            </p:nvSpPr>
            <p:spPr>
              <a:xfrm>
                <a:off x="20680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8" name="ph7228"/>
              <p:cNvSpPr/>
              <p:nvPr/>
            </p:nvSpPr>
            <p:spPr>
              <a:xfrm>
                <a:off x="20772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9" name="ph7229"/>
              <p:cNvSpPr/>
              <p:nvPr/>
            </p:nvSpPr>
            <p:spPr>
              <a:xfrm>
                <a:off x="20865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0" name="ph7230"/>
              <p:cNvSpPr/>
              <p:nvPr/>
            </p:nvSpPr>
            <p:spPr>
              <a:xfrm>
                <a:off x="20958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1" name="ph7231"/>
              <p:cNvSpPr/>
              <p:nvPr/>
            </p:nvSpPr>
            <p:spPr>
              <a:xfrm>
                <a:off x="210506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2" name="ph7232"/>
              <p:cNvSpPr/>
              <p:nvPr/>
            </p:nvSpPr>
            <p:spPr>
              <a:xfrm>
                <a:off x="21143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3" name="ph7233"/>
              <p:cNvSpPr/>
              <p:nvPr/>
            </p:nvSpPr>
            <p:spPr>
              <a:xfrm>
                <a:off x="212359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4" name="ph7234"/>
              <p:cNvSpPr/>
              <p:nvPr/>
            </p:nvSpPr>
            <p:spPr>
              <a:xfrm>
                <a:off x="213285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5" name="ph7235"/>
              <p:cNvSpPr/>
              <p:nvPr/>
            </p:nvSpPr>
            <p:spPr>
              <a:xfrm>
                <a:off x="214211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6" name="ph7236"/>
              <p:cNvSpPr/>
              <p:nvPr/>
            </p:nvSpPr>
            <p:spPr>
              <a:xfrm>
                <a:off x="21513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7" name="ph7237"/>
              <p:cNvSpPr/>
              <p:nvPr/>
            </p:nvSpPr>
            <p:spPr>
              <a:xfrm>
                <a:off x="21606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8" name="ph7238"/>
              <p:cNvSpPr/>
              <p:nvPr/>
            </p:nvSpPr>
            <p:spPr>
              <a:xfrm>
                <a:off x="21699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9" name="ph7239"/>
              <p:cNvSpPr/>
              <p:nvPr/>
            </p:nvSpPr>
            <p:spPr>
              <a:xfrm>
                <a:off x="21791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0" name="ph7240"/>
              <p:cNvSpPr/>
              <p:nvPr/>
            </p:nvSpPr>
            <p:spPr>
              <a:xfrm>
                <a:off x="218842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1" name="ph7241"/>
              <p:cNvSpPr/>
              <p:nvPr/>
            </p:nvSpPr>
            <p:spPr>
              <a:xfrm>
                <a:off x="21976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2" name="ph7242"/>
              <p:cNvSpPr/>
              <p:nvPr/>
            </p:nvSpPr>
            <p:spPr>
              <a:xfrm>
                <a:off x="22069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3" name="ph7243"/>
              <p:cNvSpPr/>
              <p:nvPr/>
            </p:nvSpPr>
            <p:spPr>
              <a:xfrm>
                <a:off x="22162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4" name="ph7244"/>
              <p:cNvSpPr/>
              <p:nvPr/>
            </p:nvSpPr>
            <p:spPr>
              <a:xfrm>
                <a:off x="222547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5" name="ph7245"/>
              <p:cNvSpPr/>
              <p:nvPr/>
            </p:nvSpPr>
            <p:spPr>
              <a:xfrm>
                <a:off x="22347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6" name="ph7246"/>
              <p:cNvSpPr/>
              <p:nvPr/>
            </p:nvSpPr>
            <p:spPr>
              <a:xfrm>
                <a:off x="22439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7" name="ph7247"/>
              <p:cNvSpPr/>
              <p:nvPr/>
            </p:nvSpPr>
            <p:spPr>
              <a:xfrm>
                <a:off x="22532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8" name="ph7248"/>
              <p:cNvSpPr/>
              <p:nvPr/>
            </p:nvSpPr>
            <p:spPr>
              <a:xfrm>
                <a:off x="22625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9" name="ph7249"/>
              <p:cNvSpPr/>
              <p:nvPr/>
            </p:nvSpPr>
            <p:spPr>
              <a:xfrm>
                <a:off x="227178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0" name="ph7250"/>
              <p:cNvSpPr/>
              <p:nvPr/>
            </p:nvSpPr>
            <p:spPr>
              <a:xfrm>
                <a:off x="22810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1" name="ph7251"/>
              <p:cNvSpPr/>
              <p:nvPr/>
            </p:nvSpPr>
            <p:spPr>
              <a:xfrm>
                <a:off x="22903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2" name="ph7252"/>
              <p:cNvSpPr/>
              <p:nvPr/>
            </p:nvSpPr>
            <p:spPr>
              <a:xfrm>
                <a:off x="22995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3" name="ph7253"/>
              <p:cNvSpPr/>
              <p:nvPr/>
            </p:nvSpPr>
            <p:spPr>
              <a:xfrm>
                <a:off x="230883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4" name="ph7254"/>
              <p:cNvSpPr/>
              <p:nvPr/>
            </p:nvSpPr>
            <p:spPr>
              <a:xfrm>
                <a:off x="23180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5" name="ph7255"/>
              <p:cNvSpPr/>
              <p:nvPr/>
            </p:nvSpPr>
            <p:spPr>
              <a:xfrm>
                <a:off x="23273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6" name="ph7256"/>
              <p:cNvSpPr/>
              <p:nvPr/>
            </p:nvSpPr>
            <p:spPr>
              <a:xfrm>
                <a:off x="23366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7" name="ph7257"/>
              <p:cNvSpPr/>
              <p:nvPr/>
            </p:nvSpPr>
            <p:spPr>
              <a:xfrm>
                <a:off x="23458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8" name="ph7258"/>
              <p:cNvSpPr/>
              <p:nvPr/>
            </p:nvSpPr>
            <p:spPr>
              <a:xfrm>
                <a:off x="2364408" y="1240194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111" y="897161"/>
                    </a:lnTo>
                    <a:lnTo>
                      <a:pt x="911966" y="902134"/>
                    </a:lnTo>
                    <a:lnTo>
                      <a:pt x="914399" y="90682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9" name="ph7259"/>
              <p:cNvSpPr/>
              <p:nvPr/>
            </p:nvSpPr>
            <p:spPr>
              <a:xfrm>
                <a:off x="2364408" y="1240194"/>
                <a:ext cx="91808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088" h="914399">
                    <a:moveTo>
                      <a:pt x="914399" y="914399"/>
                    </a:moveTo>
                    <a:lnTo>
                      <a:pt x="914399" y="906829"/>
                    </a:lnTo>
                    <a:lnTo>
                      <a:pt x="915907" y="909737"/>
                    </a:lnTo>
                    <a:lnTo>
                      <a:pt x="918088" y="91439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0" name="ph7260"/>
              <p:cNvSpPr/>
              <p:nvPr/>
            </p:nvSpPr>
            <p:spPr>
              <a:xfrm>
                <a:off x="3401777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0727" y="931638"/>
                    </a:lnTo>
                    <a:lnTo>
                      <a:pt x="911802" y="923596"/>
                    </a:lnTo>
                    <a:lnTo>
                      <a:pt x="913315" y="91439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1" name="ph7261"/>
              <p:cNvSpPr/>
              <p:nvPr/>
            </p:nvSpPr>
            <p:spPr>
              <a:xfrm>
                <a:off x="34017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2" name="ph7262"/>
              <p:cNvSpPr/>
              <p:nvPr/>
            </p:nvSpPr>
            <p:spPr>
              <a:xfrm>
                <a:off x="34110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3" name="ph7263"/>
              <p:cNvSpPr/>
              <p:nvPr/>
            </p:nvSpPr>
            <p:spPr>
              <a:xfrm>
                <a:off x="34203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4" name="ph7264"/>
              <p:cNvSpPr/>
              <p:nvPr/>
            </p:nvSpPr>
            <p:spPr>
              <a:xfrm>
                <a:off x="34295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5" name="ph7265"/>
              <p:cNvSpPr/>
              <p:nvPr/>
            </p:nvSpPr>
            <p:spPr>
              <a:xfrm>
                <a:off x="343882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6" name="ph7266"/>
              <p:cNvSpPr/>
              <p:nvPr/>
            </p:nvSpPr>
            <p:spPr>
              <a:xfrm>
                <a:off x="34480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7" name="ph7267"/>
              <p:cNvSpPr/>
              <p:nvPr/>
            </p:nvSpPr>
            <p:spPr>
              <a:xfrm>
                <a:off x="34573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8" name="ph7268"/>
              <p:cNvSpPr/>
              <p:nvPr/>
            </p:nvSpPr>
            <p:spPr>
              <a:xfrm>
                <a:off x="34666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9" name="ph7269"/>
              <p:cNvSpPr/>
              <p:nvPr/>
            </p:nvSpPr>
            <p:spPr>
              <a:xfrm>
                <a:off x="347587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0" name="ph7270"/>
              <p:cNvSpPr/>
              <p:nvPr/>
            </p:nvSpPr>
            <p:spPr>
              <a:xfrm>
                <a:off x="34851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1" name="ph7271"/>
              <p:cNvSpPr/>
              <p:nvPr/>
            </p:nvSpPr>
            <p:spPr>
              <a:xfrm>
                <a:off x="34943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2" name="ph7272"/>
              <p:cNvSpPr/>
              <p:nvPr/>
            </p:nvSpPr>
            <p:spPr>
              <a:xfrm>
                <a:off x="35036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3" name="ph7273"/>
              <p:cNvSpPr/>
              <p:nvPr/>
            </p:nvSpPr>
            <p:spPr>
              <a:xfrm>
                <a:off x="35129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4" name="ph7274"/>
              <p:cNvSpPr/>
              <p:nvPr/>
            </p:nvSpPr>
            <p:spPr>
              <a:xfrm>
                <a:off x="352218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5" name="ph7275"/>
              <p:cNvSpPr/>
              <p:nvPr/>
            </p:nvSpPr>
            <p:spPr>
              <a:xfrm>
                <a:off x="35314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6" name="ph7276"/>
              <p:cNvSpPr/>
              <p:nvPr/>
            </p:nvSpPr>
            <p:spPr>
              <a:xfrm>
                <a:off x="35407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7" name="ph7277"/>
              <p:cNvSpPr/>
              <p:nvPr/>
            </p:nvSpPr>
            <p:spPr>
              <a:xfrm>
                <a:off x="35499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8" name="ph7278"/>
              <p:cNvSpPr/>
              <p:nvPr/>
            </p:nvSpPr>
            <p:spPr>
              <a:xfrm>
                <a:off x="355923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9" name="ph7279"/>
              <p:cNvSpPr/>
              <p:nvPr/>
            </p:nvSpPr>
            <p:spPr>
              <a:xfrm>
                <a:off x="35684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0" name="ph7280"/>
              <p:cNvSpPr/>
              <p:nvPr/>
            </p:nvSpPr>
            <p:spPr>
              <a:xfrm>
                <a:off x="35777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1" name="ph7281"/>
              <p:cNvSpPr/>
              <p:nvPr/>
            </p:nvSpPr>
            <p:spPr>
              <a:xfrm>
                <a:off x="35870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2" name="ph7282"/>
              <p:cNvSpPr/>
              <p:nvPr/>
            </p:nvSpPr>
            <p:spPr>
              <a:xfrm>
                <a:off x="35962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3" name="ph7283"/>
              <p:cNvSpPr/>
              <p:nvPr/>
            </p:nvSpPr>
            <p:spPr>
              <a:xfrm>
                <a:off x="360554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4" name="ph7284"/>
              <p:cNvSpPr/>
              <p:nvPr/>
            </p:nvSpPr>
            <p:spPr>
              <a:xfrm>
                <a:off x="361480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5" name="ph7285"/>
              <p:cNvSpPr/>
              <p:nvPr/>
            </p:nvSpPr>
            <p:spPr>
              <a:xfrm>
                <a:off x="362407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6" name="ph7286"/>
              <p:cNvSpPr/>
              <p:nvPr/>
            </p:nvSpPr>
            <p:spPr>
              <a:xfrm>
                <a:off x="363333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7" name="ph7287"/>
              <p:cNvSpPr/>
              <p:nvPr/>
            </p:nvSpPr>
            <p:spPr>
              <a:xfrm>
                <a:off x="364259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8" name="ph7288"/>
              <p:cNvSpPr/>
              <p:nvPr/>
            </p:nvSpPr>
            <p:spPr>
              <a:xfrm>
                <a:off x="365185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9" name="ph7289"/>
              <p:cNvSpPr/>
              <p:nvPr/>
            </p:nvSpPr>
            <p:spPr>
              <a:xfrm>
                <a:off x="366111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0" name="ph7290"/>
              <p:cNvSpPr/>
              <p:nvPr/>
            </p:nvSpPr>
            <p:spPr>
              <a:xfrm>
                <a:off x="367038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1" name="ph7291"/>
              <p:cNvSpPr/>
              <p:nvPr/>
            </p:nvSpPr>
            <p:spPr>
              <a:xfrm>
                <a:off x="367964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2" name="ph7292"/>
              <p:cNvSpPr/>
              <p:nvPr/>
            </p:nvSpPr>
            <p:spPr>
              <a:xfrm>
                <a:off x="368890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3" name="ph7293"/>
              <p:cNvSpPr/>
              <p:nvPr/>
            </p:nvSpPr>
            <p:spPr>
              <a:xfrm>
                <a:off x="36981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4" name="ph7294"/>
              <p:cNvSpPr/>
              <p:nvPr/>
            </p:nvSpPr>
            <p:spPr>
              <a:xfrm>
                <a:off x="37074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5" name="ph7295"/>
              <p:cNvSpPr/>
              <p:nvPr/>
            </p:nvSpPr>
            <p:spPr>
              <a:xfrm>
                <a:off x="37166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6" name="ph7296"/>
              <p:cNvSpPr/>
              <p:nvPr/>
            </p:nvSpPr>
            <p:spPr>
              <a:xfrm>
                <a:off x="372595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7" name="ph7297"/>
              <p:cNvSpPr/>
              <p:nvPr/>
            </p:nvSpPr>
            <p:spPr>
              <a:xfrm>
                <a:off x="37352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8" name="ph7298"/>
              <p:cNvSpPr/>
              <p:nvPr/>
            </p:nvSpPr>
            <p:spPr>
              <a:xfrm>
                <a:off x="37444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9" name="ph7299"/>
              <p:cNvSpPr/>
              <p:nvPr/>
            </p:nvSpPr>
            <p:spPr>
              <a:xfrm>
                <a:off x="37537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0" name="ph7300"/>
              <p:cNvSpPr/>
              <p:nvPr/>
            </p:nvSpPr>
            <p:spPr>
              <a:xfrm>
                <a:off x="37630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1" name="ph7301"/>
              <p:cNvSpPr/>
              <p:nvPr/>
            </p:nvSpPr>
            <p:spPr>
              <a:xfrm>
                <a:off x="377226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2" name="ph7302"/>
              <p:cNvSpPr/>
              <p:nvPr/>
            </p:nvSpPr>
            <p:spPr>
              <a:xfrm>
                <a:off x="37815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3" name="ph7303"/>
              <p:cNvSpPr/>
              <p:nvPr/>
            </p:nvSpPr>
            <p:spPr>
              <a:xfrm>
                <a:off x="3790790" y="1240194"/>
                <a:ext cx="92031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1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0318" y="897161"/>
                    </a:lnTo>
                    <a:lnTo>
                      <a:pt x="919586" y="900862"/>
                    </a:lnTo>
                    <a:lnTo>
                      <a:pt x="917325" y="910704"/>
                    </a:lnTo>
                    <a:lnTo>
                      <a:pt x="916352" y="91439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4" name="ph7304"/>
              <p:cNvSpPr/>
              <p:nvPr/>
            </p:nvSpPr>
            <p:spPr>
              <a:xfrm>
                <a:off x="2021706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54" y="931638"/>
                    </a:lnTo>
                    <a:lnTo>
                      <a:pt x="905180" y="925108"/>
                    </a:lnTo>
                    <a:lnTo>
                      <a:pt x="905524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5" name="ph7305"/>
              <p:cNvSpPr/>
              <p:nvPr/>
            </p:nvSpPr>
            <p:spPr>
              <a:xfrm>
                <a:off x="202170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6" name="ph7306"/>
              <p:cNvSpPr/>
              <p:nvPr/>
            </p:nvSpPr>
            <p:spPr>
              <a:xfrm>
                <a:off x="20309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7" name="ph7307"/>
              <p:cNvSpPr/>
              <p:nvPr/>
            </p:nvSpPr>
            <p:spPr>
              <a:xfrm>
                <a:off x="20402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8" name="ph7308"/>
              <p:cNvSpPr/>
              <p:nvPr/>
            </p:nvSpPr>
            <p:spPr>
              <a:xfrm>
                <a:off x="20494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9" name="ph7309"/>
              <p:cNvSpPr/>
              <p:nvPr/>
            </p:nvSpPr>
            <p:spPr>
              <a:xfrm>
                <a:off x="205875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0" name="ph7310"/>
              <p:cNvSpPr/>
              <p:nvPr/>
            </p:nvSpPr>
            <p:spPr>
              <a:xfrm>
                <a:off x="20680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1" name="ph7311"/>
              <p:cNvSpPr/>
              <p:nvPr/>
            </p:nvSpPr>
            <p:spPr>
              <a:xfrm>
                <a:off x="20772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2" name="ph7312"/>
              <p:cNvSpPr/>
              <p:nvPr/>
            </p:nvSpPr>
            <p:spPr>
              <a:xfrm>
                <a:off x="20865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3" name="ph7313"/>
              <p:cNvSpPr/>
              <p:nvPr/>
            </p:nvSpPr>
            <p:spPr>
              <a:xfrm>
                <a:off x="20958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4" name="ph7314"/>
              <p:cNvSpPr/>
              <p:nvPr/>
            </p:nvSpPr>
            <p:spPr>
              <a:xfrm>
                <a:off x="210506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5" name="ph7315"/>
              <p:cNvSpPr/>
              <p:nvPr/>
            </p:nvSpPr>
            <p:spPr>
              <a:xfrm>
                <a:off x="21143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6" name="ph7316"/>
              <p:cNvSpPr/>
              <p:nvPr/>
            </p:nvSpPr>
            <p:spPr>
              <a:xfrm>
                <a:off x="212359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7" name="ph7317"/>
              <p:cNvSpPr/>
              <p:nvPr/>
            </p:nvSpPr>
            <p:spPr>
              <a:xfrm>
                <a:off x="213285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8" name="ph7318"/>
              <p:cNvSpPr/>
              <p:nvPr/>
            </p:nvSpPr>
            <p:spPr>
              <a:xfrm>
                <a:off x="214211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9" name="ph7319"/>
              <p:cNvSpPr/>
              <p:nvPr/>
            </p:nvSpPr>
            <p:spPr>
              <a:xfrm>
                <a:off x="215137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0" name="ph7320"/>
              <p:cNvSpPr/>
              <p:nvPr/>
            </p:nvSpPr>
            <p:spPr>
              <a:xfrm>
                <a:off x="21606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1" name="ph7321"/>
              <p:cNvSpPr/>
              <p:nvPr/>
            </p:nvSpPr>
            <p:spPr>
              <a:xfrm>
                <a:off x="21699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2" name="ph7322"/>
              <p:cNvSpPr/>
              <p:nvPr/>
            </p:nvSpPr>
            <p:spPr>
              <a:xfrm>
                <a:off x="21791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3" name="ph7323"/>
              <p:cNvSpPr/>
              <p:nvPr/>
            </p:nvSpPr>
            <p:spPr>
              <a:xfrm>
                <a:off x="218842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4" name="ph7324"/>
              <p:cNvSpPr/>
              <p:nvPr/>
            </p:nvSpPr>
            <p:spPr>
              <a:xfrm>
                <a:off x="21976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5" name="ph7325"/>
              <p:cNvSpPr/>
              <p:nvPr/>
            </p:nvSpPr>
            <p:spPr>
              <a:xfrm>
                <a:off x="22069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6" name="ph7326"/>
              <p:cNvSpPr/>
              <p:nvPr/>
            </p:nvSpPr>
            <p:spPr>
              <a:xfrm>
                <a:off x="22162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7" name="ph7327"/>
              <p:cNvSpPr/>
              <p:nvPr/>
            </p:nvSpPr>
            <p:spPr>
              <a:xfrm>
                <a:off x="222547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8" name="ph7328"/>
              <p:cNvSpPr/>
              <p:nvPr/>
            </p:nvSpPr>
            <p:spPr>
              <a:xfrm>
                <a:off x="22347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9" name="ph7329"/>
              <p:cNvSpPr/>
              <p:nvPr/>
            </p:nvSpPr>
            <p:spPr>
              <a:xfrm>
                <a:off x="22439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0" name="ph7330"/>
              <p:cNvSpPr/>
              <p:nvPr/>
            </p:nvSpPr>
            <p:spPr>
              <a:xfrm>
                <a:off x="22532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1" name="ph7331"/>
              <p:cNvSpPr/>
              <p:nvPr/>
            </p:nvSpPr>
            <p:spPr>
              <a:xfrm>
                <a:off x="22625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2" name="ph7332"/>
              <p:cNvSpPr/>
              <p:nvPr/>
            </p:nvSpPr>
            <p:spPr>
              <a:xfrm>
                <a:off x="227178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3" name="ph7333"/>
              <p:cNvSpPr/>
              <p:nvPr/>
            </p:nvSpPr>
            <p:spPr>
              <a:xfrm>
                <a:off x="22810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4" name="ph7334"/>
              <p:cNvSpPr/>
              <p:nvPr/>
            </p:nvSpPr>
            <p:spPr>
              <a:xfrm>
                <a:off x="22903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5" name="ph7335"/>
              <p:cNvSpPr/>
              <p:nvPr/>
            </p:nvSpPr>
            <p:spPr>
              <a:xfrm>
                <a:off x="22995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6" name="ph7336"/>
              <p:cNvSpPr/>
              <p:nvPr/>
            </p:nvSpPr>
            <p:spPr>
              <a:xfrm>
                <a:off x="230883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7" name="ph7337"/>
              <p:cNvSpPr/>
              <p:nvPr/>
            </p:nvSpPr>
            <p:spPr>
              <a:xfrm>
                <a:off x="23180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8" name="ph7338"/>
              <p:cNvSpPr/>
              <p:nvPr/>
            </p:nvSpPr>
            <p:spPr>
              <a:xfrm>
                <a:off x="23273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9" name="ph7339"/>
              <p:cNvSpPr/>
              <p:nvPr/>
            </p:nvSpPr>
            <p:spPr>
              <a:xfrm>
                <a:off x="23366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0" name="ph7340"/>
              <p:cNvSpPr/>
              <p:nvPr/>
            </p:nvSpPr>
            <p:spPr>
              <a:xfrm>
                <a:off x="2355146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6827" y="897161"/>
                    </a:lnTo>
                    <a:lnTo>
                      <a:pt x="908229" y="898944"/>
                    </a:lnTo>
                    <a:lnTo>
                      <a:pt x="912747" y="905338"/>
                    </a:lnTo>
                    <a:lnTo>
                      <a:pt x="914400" y="907935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1" name="ph7341"/>
              <p:cNvSpPr/>
              <p:nvPr/>
            </p:nvSpPr>
            <p:spPr>
              <a:xfrm>
                <a:off x="2355146" y="1222956"/>
                <a:ext cx="9183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373" h="914399">
                    <a:moveTo>
                      <a:pt x="914400" y="914399"/>
                    </a:moveTo>
                    <a:lnTo>
                      <a:pt x="914400" y="907935"/>
                    </a:lnTo>
                    <a:lnTo>
                      <a:pt x="917084" y="912154"/>
                    </a:lnTo>
                    <a:lnTo>
                      <a:pt x="918373" y="91439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2" name="ph7342"/>
              <p:cNvSpPr/>
              <p:nvPr/>
            </p:nvSpPr>
            <p:spPr>
              <a:xfrm>
                <a:off x="3401777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315" y="914399"/>
                    </a:lnTo>
                    <a:lnTo>
                      <a:pt x="913532" y="913084"/>
                    </a:lnTo>
                    <a:lnTo>
                      <a:pt x="914400" y="908664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3" name="ph7343"/>
              <p:cNvSpPr/>
              <p:nvPr/>
            </p:nvSpPr>
            <p:spPr>
              <a:xfrm>
                <a:off x="3411039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902"/>
                    </a:lnTo>
                    <a:lnTo>
                      <a:pt x="906297" y="919997"/>
                    </a:lnTo>
                    <a:lnTo>
                      <a:pt x="907580" y="914400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4" name="ph7344"/>
              <p:cNvSpPr/>
              <p:nvPr/>
            </p:nvSpPr>
            <p:spPr>
              <a:xfrm>
                <a:off x="34110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5" name="ph7345"/>
              <p:cNvSpPr/>
              <p:nvPr/>
            </p:nvSpPr>
            <p:spPr>
              <a:xfrm>
                <a:off x="34203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6" name="ph7346"/>
              <p:cNvSpPr/>
              <p:nvPr/>
            </p:nvSpPr>
            <p:spPr>
              <a:xfrm>
                <a:off x="34295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7" name="ph7347"/>
              <p:cNvSpPr/>
              <p:nvPr/>
            </p:nvSpPr>
            <p:spPr>
              <a:xfrm>
                <a:off x="343882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8" name="ph7348"/>
              <p:cNvSpPr/>
              <p:nvPr/>
            </p:nvSpPr>
            <p:spPr>
              <a:xfrm>
                <a:off x="34480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9" name="ph7349"/>
              <p:cNvSpPr/>
              <p:nvPr/>
            </p:nvSpPr>
            <p:spPr>
              <a:xfrm>
                <a:off x="34573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0" name="ph7350"/>
              <p:cNvSpPr/>
              <p:nvPr/>
            </p:nvSpPr>
            <p:spPr>
              <a:xfrm>
                <a:off x="34666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1" name="ph7351"/>
              <p:cNvSpPr/>
              <p:nvPr/>
            </p:nvSpPr>
            <p:spPr>
              <a:xfrm>
                <a:off x="347587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2" name="ph7352"/>
              <p:cNvSpPr/>
              <p:nvPr/>
            </p:nvSpPr>
            <p:spPr>
              <a:xfrm>
                <a:off x="34851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3" name="ph7353"/>
              <p:cNvSpPr/>
              <p:nvPr/>
            </p:nvSpPr>
            <p:spPr>
              <a:xfrm>
                <a:off x="34943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4" name="ph7354"/>
              <p:cNvSpPr/>
              <p:nvPr/>
            </p:nvSpPr>
            <p:spPr>
              <a:xfrm>
                <a:off x="35036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5" name="ph7355"/>
              <p:cNvSpPr/>
              <p:nvPr/>
            </p:nvSpPr>
            <p:spPr>
              <a:xfrm>
                <a:off x="35129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6" name="ph7356"/>
              <p:cNvSpPr/>
              <p:nvPr/>
            </p:nvSpPr>
            <p:spPr>
              <a:xfrm>
                <a:off x="352218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7" name="ph7357"/>
              <p:cNvSpPr/>
              <p:nvPr/>
            </p:nvSpPr>
            <p:spPr>
              <a:xfrm>
                <a:off x="35314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8" name="ph7358"/>
              <p:cNvSpPr/>
              <p:nvPr/>
            </p:nvSpPr>
            <p:spPr>
              <a:xfrm>
                <a:off x="35407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9" name="ph7359"/>
              <p:cNvSpPr/>
              <p:nvPr/>
            </p:nvSpPr>
            <p:spPr>
              <a:xfrm>
                <a:off x="35499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0" name="ph7360"/>
              <p:cNvSpPr/>
              <p:nvPr/>
            </p:nvSpPr>
            <p:spPr>
              <a:xfrm>
                <a:off x="355923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1" name="ph7361"/>
              <p:cNvSpPr/>
              <p:nvPr/>
            </p:nvSpPr>
            <p:spPr>
              <a:xfrm>
                <a:off x="35684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2" name="ph7362"/>
              <p:cNvSpPr/>
              <p:nvPr/>
            </p:nvSpPr>
            <p:spPr>
              <a:xfrm>
                <a:off x="35777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3" name="ph7363"/>
              <p:cNvSpPr/>
              <p:nvPr/>
            </p:nvSpPr>
            <p:spPr>
              <a:xfrm>
                <a:off x="35870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4" name="ph7364"/>
              <p:cNvSpPr/>
              <p:nvPr/>
            </p:nvSpPr>
            <p:spPr>
              <a:xfrm>
                <a:off x="359628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5" name="ph7365"/>
              <p:cNvSpPr/>
              <p:nvPr/>
            </p:nvSpPr>
            <p:spPr>
              <a:xfrm>
                <a:off x="360554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6" name="ph7366"/>
              <p:cNvSpPr/>
              <p:nvPr/>
            </p:nvSpPr>
            <p:spPr>
              <a:xfrm>
                <a:off x="361480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7" name="ph7367"/>
              <p:cNvSpPr/>
              <p:nvPr/>
            </p:nvSpPr>
            <p:spPr>
              <a:xfrm>
                <a:off x="362407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8" name="ph7368"/>
              <p:cNvSpPr/>
              <p:nvPr/>
            </p:nvSpPr>
            <p:spPr>
              <a:xfrm>
                <a:off x="363333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9" name="ph7369"/>
              <p:cNvSpPr/>
              <p:nvPr/>
            </p:nvSpPr>
            <p:spPr>
              <a:xfrm>
                <a:off x="364259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0" name="ph7370"/>
              <p:cNvSpPr/>
              <p:nvPr/>
            </p:nvSpPr>
            <p:spPr>
              <a:xfrm>
                <a:off x="365185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1" name="ph7371"/>
              <p:cNvSpPr/>
              <p:nvPr/>
            </p:nvSpPr>
            <p:spPr>
              <a:xfrm>
                <a:off x="366111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2" name="ph7372"/>
              <p:cNvSpPr/>
              <p:nvPr/>
            </p:nvSpPr>
            <p:spPr>
              <a:xfrm>
                <a:off x="367038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3" name="ph7373"/>
              <p:cNvSpPr/>
              <p:nvPr/>
            </p:nvSpPr>
            <p:spPr>
              <a:xfrm>
                <a:off x="367964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4" name="ph7374"/>
              <p:cNvSpPr/>
              <p:nvPr/>
            </p:nvSpPr>
            <p:spPr>
              <a:xfrm>
                <a:off x="368890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5" name="ph7375"/>
              <p:cNvSpPr/>
              <p:nvPr/>
            </p:nvSpPr>
            <p:spPr>
              <a:xfrm>
                <a:off x="36981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6" name="ph7376"/>
              <p:cNvSpPr/>
              <p:nvPr/>
            </p:nvSpPr>
            <p:spPr>
              <a:xfrm>
                <a:off x="37074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7" name="ph7377"/>
              <p:cNvSpPr/>
              <p:nvPr/>
            </p:nvSpPr>
            <p:spPr>
              <a:xfrm>
                <a:off x="37166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8" name="ph7378"/>
              <p:cNvSpPr/>
              <p:nvPr/>
            </p:nvSpPr>
            <p:spPr>
              <a:xfrm>
                <a:off x="372595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9" name="ph7379"/>
              <p:cNvSpPr/>
              <p:nvPr/>
            </p:nvSpPr>
            <p:spPr>
              <a:xfrm>
                <a:off x="37352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0" name="ph7380"/>
              <p:cNvSpPr/>
              <p:nvPr/>
            </p:nvSpPr>
            <p:spPr>
              <a:xfrm>
                <a:off x="37444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1" name="ph7381"/>
              <p:cNvSpPr/>
              <p:nvPr/>
            </p:nvSpPr>
            <p:spPr>
              <a:xfrm>
                <a:off x="37537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2" name="ph7382"/>
              <p:cNvSpPr/>
              <p:nvPr/>
            </p:nvSpPr>
            <p:spPr>
              <a:xfrm>
                <a:off x="37630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3" name="ph7383"/>
              <p:cNvSpPr/>
              <p:nvPr/>
            </p:nvSpPr>
            <p:spPr>
              <a:xfrm>
                <a:off x="377226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4" name="ph7384"/>
              <p:cNvSpPr/>
              <p:nvPr/>
            </p:nvSpPr>
            <p:spPr>
              <a:xfrm>
                <a:off x="37815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5" name="ph7385"/>
              <p:cNvSpPr/>
              <p:nvPr/>
            </p:nvSpPr>
            <p:spPr>
              <a:xfrm>
                <a:off x="3790790" y="1222956"/>
                <a:ext cx="9233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3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375" y="897161"/>
                    </a:lnTo>
                    <a:lnTo>
                      <a:pt x="923274" y="897832"/>
                    </a:lnTo>
                    <a:lnTo>
                      <a:pt x="921571" y="908055"/>
                    </a:lnTo>
                    <a:lnTo>
                      <a:pt x="920318" y="91439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6" name="ph7386"/>
              <p:cNvSpPr/>
              <p:nvPr/>
            </p:nvSpPr>
            <p:spPr>
              <a:xfrm>
                <a:off x="2021706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27" y="931536"/>
                    </a:lnTo>
                    <a:lnTo>
                      <a:pt x="906177" y="920773"/>
                    </a:lnTo>
                    <a:lnTo>
                      <a:pt x="906746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7" name="ph7387"/>
              <p:cNvSpPr/>
              <p:nvPr/>
            </p:nvSpPr>
            <p:spPr>
              <a:xfrm>
                <a:off x="202170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8" name="ph7388"/>
              <p:cNvSpPr/>
              <p:nvPr/>
            </p:nvSpPr>
            <p:spPr>
              <a:xfrm>
                <a:off x="20309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9" name="ph7389"/>
              <p:cNvSpPr/>
              <p:nvPr/>
            </p:nvSpPr>
            <p:spPr>
              <a:xfrm>
                <a:off x="20402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0" name="ph7390"/>
              <p:cNvSpPr/>
              <p:nvPr/>
            </p:nvSpPr>
            <p:spPr>
              <a:xfrm>
                <a:off x="20494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1" name="ph7391"/>
              <p:cNvSpPr/>
              <p:nvPr/>
            </p:nvSpPr>
            <p:spPr>
              <a:xfrm>
                <a:off x="205875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2" name="ph7392"/>
              <p:cNvSpPr/>
              <p:nvPr/>
            </p:nvSpPr>
            <p:spPr>
              <a:xfrm>
                <a:off x="20680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3" name="ph7393"/>
              <p:cNvSpPr/>
              <p:nvPr/>
            </p:nvSpPr>
            <p:spPr>
              <a:xfrm>
                <a:off x="20772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4" name="ph7394"/>
              <p:cNvSpPr/>
              <p:nvPr/>
            </p:nvSpPr>
            <p:spPr>
              <a:xfrm>
                <a:off x="20865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5" name="ph7395"/>
              <p:cNvSpPr/>
              <p:nvPr/>
            </p:nvSpPr>
            <p:spPr>
              <a:xfrm>
                <a:off x="20958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6" name="ph7396"/>
              <p:cNvSpPr/>
              <p:nvPr/>
            </p:nvSpPr>
            <p:spPr>
              <a:xfrm>
                <a:off x="210506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7" name="ph7397"/>
              <p:cNvSpPr/>
              <p:nvPr/>
            </p:nvSpPr>
            <p:spPr>
              <a:xfrm>
                <a:off x="21143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8" name="ph7398"/>
              <p:cNvSpPr/>
              <p:nvPr/>
            </p:nvSpPr>
            <p:spPr>
              <a:xfrm>
                <a:off x="212359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9" name="ph7399"/>
              <p:cNvSpPr/>
              <p:nvPr/>
            </p:nvSpPr>
            <p:spPr>
              <a:xfrm>
                <a:off x="213285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0" name="ph7400"/>
              <p:cNvSpPr/>
              <p:nvPr/>
            </p:nvSpPr>
            <p:spPr>
              <a:xfrm>
                <a:off x="214211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1" name="ph7401"/>
              <p:cNvSpPr/>
              <p:nvPr/>
            </p:nvSpPr>
            <p:spPr>
              <a:xfrm>
                <a:off x="215137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2" name="ph7402"/>
              <p:cNvSpPr/>
              <p:nvPr/>
            </p:nvSpPr>
            <p:spPr>
              <a:xfrm>
                <a:off x="21606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3" name="ph7403"/>
              <p:cNvSpPr/>
              <p:nvPr/>
            </p:nvSpPr>
            <p:spPr>
              <a:xfrm>
                <a:off x="21699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4" name="ph7404"/>
              <p:cNvSpPr/>
              <p:nvPr/>
            </p:nvSpPr>
            <p:spPr>
              <a:xfrm>
                <a:off x="21791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5" name="ph7405"/>
              <p:cNvSpPr/>
              <p:nvPr/>
            </p:nvSpPr>
            <p:spPr>
              <a:xfrm>
                <a:off x="218842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6" name="ph7406"/>
              <p:cNvSpPr/>
              <p:nvPr/>
            </p:nvSpPr>
            <p:spPr>
              <a:xfrm>
                <a:off x="21976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7" name="ph7407"/>
              <p:cNvSpPr/>
              <p:nvPr/>
            </p:nvSpPr>
            <p:spPr>
              <a:xfrm>
                <a:off x="22069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8" name="ph7408"/>
              <p:cNvSpPr/>
              <p:nvPr/>
            </p:nvSpPr>
            <p:spPr>
              <a:xfrm>
                <a:off x="22162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9" name="ph7409"/>
              <p:cNvSpPr/>
              <p:nvPr/>
            </p:nvSpPr>
            <p:spPr>
              <a:xfrm>
                <a:off x="222547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0" name="ph7410"/>
              <p:cNvSpPr/>
              <p:nvPr/>
            </p:nvSpPr>
            <p:spPr>
              <a:xfrm>
                <a:off x="22347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1" name="ph7411"/>
              <p:cNvSpPr/>
              <p:nvPr/>
            </p:nvSpPr>
            <p:spPr>
              <a:xfrm>
                <a:off x="22439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2" name="ph7412"/>
              <p:cNvSpPr/>
              <p:nvPr/>
            </p:nvSpPr>
            <p:spPr>
              <a:xfrm>
                <a:off x="22532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3" name="ph7413"/>
              <p:cNvSpPr/>
              <p:nvPr/>
            </p:nvSpPr>
            <p:spPr>
              <a:xfrm>
                <a:off x="22625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4" name="ph7414"/>
              <p:cNvSpPr/>
              <p:nvPr/>
            </p:nvSpPr>
            <p:spPr>
              <a:xfrm>
                <a:off x="227178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5" name="ph7415"/>
              <p:cNvSpPr/>
              <p:nvPr/>
            </p:nvSpPr>
            <p:spPr>
              <a:xfrm>
                <a:off x="22810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6" name="ph7416"/>
              <p:cNvSpPr/>
              <p:nvPr/>
            </p:nvSpPr>
            <p:spPr>
              <a:xfrm>
                <a:off x="22903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7" name="ph7417"/>
              <p:cNvSpPr/>
              <p:nvPr/>
            </p:nvSpPr>
            <p:spPr>
              <a:xfrm>
                <a:off x="22995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8" name="ph7418"/>
              <p:cNvSpPr/>
              <p:nvPr/>
            </p:nvSpPr>
            <p:spPr>
              <a:xfrm>
                <a:off x="230883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9" name="ph7419"/>
              <p:cNvSpPr/>
              <p:nvPr/>
            </p:nvSpPr>
            <p:spPr>
              <a:xfrm>
                <a:off x="23180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0" name="ph7420"/>
              <p:cNvSpPr/>
              <p:nvPr/>
            </p:nvSpPr>
            <p:spPr>
              <a:xfrm>
                <a:off x="2336621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95" y="897161"/>
                    </a:lnTo>
                    <a:lnTo>
                      <a:pt x="912232" y="899685"/>
                    </a:lnTo>
                    <a:lnTo>
                      <a:pt x="914400" y="901872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1" name="ph7421"/>
              <p:cNvSpPr/>
              <p:nvPr/>
            </p:nvSpPr>
            <p:spPr>
              <a:xfrm>
                <a:off x="2345883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72"/>
                    </a:lnTo>
                    <a:lnTo>
                      <a:pt x="907959" y="904721"/>
                    </a:lnTo>
                    <a:lnTo>
                      <a:pt x="912804" y="910225"/>
                    </a:lnTo>
                    <a:lnTo>
                      <a:pt x="914400" y="912252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2" name="ph7422"/>
              <p:cNvSpPr/>
              <p:nvPr/>
            </p:nvSpPr>
            <p:spPr>
              <a:xfrm>
                <a:off x="2345883" y="1205717"/>
                <a:ext cx="9160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89" h="914400">
                    <a:moveTo>
                      <a:pt x="914400" y="914400"/>
                    </a:moveTo>
                    <a:lnTo>
                      <a:pt x="914400" y="912252"/>
                    </a:lnTo>
                    <a:lnTo>
                      <a:pt x="916089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3" name="ph7423"/>
              <p:cNvSpPr/>
              <p:nvPr/>
            </p:nvSpPr>
            <p:spPr>
              <a:xfrm>
                <a:off x="3411039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580" y="931638"/>
                    </a:lnTo>
                    <a:lnTo>
                      <a:pt x="908616" y="927124"/>
                    </a:lnTo>
                    <a:lnTo>
                      <a:pt x="911220" y="917257"/>
                    </a:lnTo>
                    <a:lnTo>
                      <a:pt x="912078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4" name="ph7424"/>
              <p:cNvSpPr/>
              <p:nvPr/>
            </p:nvSpPr>
            <p:spPr>
              <a:xfrm>
                <a:off x="34110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5" name="ph7425"/>
              <p:cNvSpPr/>
              <p:nvPr/>
            </p:nvSpPr>
            <p:spPr>
              <a:xfrm>
                <a:off x="34203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6" name="ph7426"/>
              <p:cNvSpPr/>
              <p:nvPr/>
            </p:nvSpPr>
            <p:spPr>
              <a:xfrm>
                <a:off x="34295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7" name="ph7427"/>
              <p:cNvSpPr/>
              <p:nvPr/>
            </p:nvSpPr>
            <p:spPr>
              <a:xfrm>
                <a:off x="343882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8" name="ph7428"/>
              <p:cNvSpPr/>
              <p:nvPr/>
            </p:nvSpPr>
            <p:spPr>
              <a:xfrm>
                <a:off x="34480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9" name="ph7429"/>
              <p:cNvSpPr/>
              <p:nvPr/>
            </p:nvSpPr>
            <p:spPr>
              <a:xfrm>
                <a:off x="34573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0" name="ph7430"/>
              <p:cNvSpPr/>
              <p:nvPr/>
            </p:nvSpPr>
            <p:spPr>
              <a:xfrm>
                <a:off x="34666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1" name="ph7431"/>
              <p:cNvSpPr/>
              <p:nvPr/>
            </p:nvSpPr>
            <p:spPr>
              <a:xfrm>
                <a:off x="347587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2" name="ph7432"/>
              <p:cNvSpPr/>
              <p:nvPr/>
            </p:nvSpPr>
            <p:spPr>
              <a:xfrm>
                <a:off x="34851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3" name="ph7433"/>
              <p:cNvSpPr/>
              <p:nvPr/>
            </p:nvSpPr>
            <p:spPr>
              <a:xfrm>
                <a:off x="34943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4" name="ph7434"/>
              <p:cNvSpPr/>
              <p:nvPr/>
            </p:nvSpPr>
            <p:spPr>
              <a:xfrm>
                <a:off x="35036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5" name="ph7435"/>
              <p:cNvSpPr/>
              <p:nvPr/>
            </p:nvSpPr>
            <p:spPr>
              <a:xfrm>
                <a:off x="35129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6" name="ph7436"/>
              <p:cNvSpPr/>
              <p:nvPr/>
            </p:nvSpPr>
            <p:spPr>
              <a:xfrm>
                <a:off x="352218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7" name="ph7437"/>
              <p:cNvSpPr/>
              <p:nvPr/>
            </p:nvSpPr>
            <p:spPr>
              <a:xfrm>
                <a:off x="35314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8" name="ph7438"/>
              <p:cNvSpPr/>
              <p:nvPr/>
            </p:nvSpPr>
            <p:spPr>
              <a:xfrm>
                <a:off x="35407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9" name="ph7439"/>
              <p:cNvSpPr/>
              <p:nvPr/>
            </p:nvSpPr>
            <p:spPr>
              <a:xfrm>
                <a:off x="35499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0" name="ph7440"/>
              <p:cNvSpPr/>
              <p:nvPr/>
            </p:nvSpPr>
            <p:spPr>
              <a:xfrm>
                <a:off x="355923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1" name="ph7441"/>
              <p:cNvSpPr/>
              <p:nvPr/>
            </p:nvSpPr>
            <p:spPr>
              <a:xfrm>
                <a:off x="35684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2" name="ph7442"/>
              <p:cNvSpPr/>
              <p:nvPr/>
            </p:nvSpPr>
            <p:spPr>
              <a:xfrm>
                <a:off x="357775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3" name="ph7443"/>
              <p:cNvSpPr/>
              <p:nvPr/>
            </p:nvSpPr>
            <p:spPr>
              <a:xfrm>
                <a:off x="358702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4" name="ph7444"/>
              <p:cNvSpPr/>
              <p:nvPr/>
            </p:nvSpPr>
            <p:spPr>
              <a:xfrm>
                <a:off x="359628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5" name="ph7445"/>
              <p:cNvSpPr/>
              <p:nvPr/>
            </p:nvSpPr>
            <p:spPr>
              <a:xfrm>
                <a:off x="360554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6" name="ph7446"/>
              <p:cNvSpPr/>
              <p:nvPr/>
            </p:nvSpPr>
            <p:spPr>
              <a:xfrm>
                <a:off x="361480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7" name="ph7447"/>
              <p:cNvSpPr/>
              <p:nvPr/>
            </p:nvSpPr>
            <p:spPr>
              <a:xfrm>
                <a:off x="362407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8" name="ph7448"/>
              <p:cNvSpPr/>
              <p:nvPr/>
            </p:nvSpPr>
            <p:spPr>
              <a:xfrm>
                <a:off x="363333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9" name="ph7449"/>
              <p:cNvSpPr/>
              <p:nvPr/>
            </p:nvSpPr>
            <p:spPr>
              <a:xfrm>
                <a:off x="364259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0" name="ph7450"/>
              <p:cNvSpPr/>
              <p:nvPr/>
            </p:nvSpPr>
            <p:spPr>
              <a:xfrm>
                <a:off x="365185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1" name="ph7451"/>
              <p:cNvSpPr/>
              <p:nvPr/>
            </p:nvSpPr>
            <p:spPr>
              <a:xfrm>
                <a:off x="366111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2" name="ph7452"/>
              <p:cNvSpPr/>
              <p:nvPr/>
            </p:nvSpPr>
            <p:spPr>
              <a:xfrm>
                <a:off x="367038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3" name="ph7453"/>
              <p:cNvSpPr/>
              <p:nvPr/>
            </p:nvSpPr>
            <p:spPr>
              <a:xfrm>
                <a:off x="367964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4" name="ph7454"/>
              <p:cNvSpPr/>
              <p:nvPr/>
            </p:nvSpPr>
            <p:spPr>
              <a:xfrm>
                <a:off x="368890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5" name="ph7455"/>
              <p:cNvSpPr/>
              <p:nvPr/>
            </p:nvSpPr>
            <p:spPr>
              <a:xfrm>
                <a:off x="36981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6" name="ph7456"/>
              <p:cNvSpPr/>
              <p:nvPr/>
            </p:nvSpPr>
            <p:spPr>
              <a:xfrm>
                <a:off x="37074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7" name="ph7457"/>
              <p:cNvSpPr/>
              <p:nvPr/>
            </p:nvSpPr>
            <p:spPr>
              <a:xfrm>
                <a:off x="37166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8" name="ph7458"/>
              <p:cNvSpPr/>
              <p:nvPr/>
            </p:nvSpPr>
            <p:spPr>
              <a:xfrm>
                <a:off x="372595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9" name="ph7459"/>
              <p:cNvSpPr/>
              <p:nvPr/>
            </p:nvSpPr>
            <p:spPr>
              <a:xfrm>
                <a:off x="37352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0" name="ph7460"/>
              <p:cNvSpPr/>
              <p:nvPr/>
            </p:nvSpPr>
            <p:spPr>
              <a:xfrm>
                <a:off x="37444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1" name="ph7461"/>
              <p:cNvSpPr/>
              <p:nvPr/>
            </p:nvSpPr>
            <p:spPr>
              <a:xfrm>
                <a:off x="37537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2" name="ph7462"/>
              <p:cNvSpPr/>
              <p:nvPr/>
            </p:nvSpPr>
            <p:spPr>
              <a:xfrm>
                <a:off x="37630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3" name="ph7463"/>
              <p:cNvSpPr/>
              <p:nvPr/>
            </p:nvSpPr>
            <p:spPr>
              <a:xfrm>
                <a:off x="377226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4" name="ph7464"/>
              <p:cNvSpPr/>
              <p:nvPr/>
            </p:nvSpPr>
            <p:spPr>
              <a:xfrm>
                <a:off x="37815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5" name="ph7465"/>
              <p:cNvSpPr/>
              <p:nvPr/>
            </p:nvSpPr>
            <p:spPr>
              <a:xfrm>
                <a:off x="3790790" y="12057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507"/>
                    </a:lnTo>
                    <a:lnTo>
                      <a:pt x="923375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6" name="ph7466"/>
              <p:cNvSpPr/>
              <p:nvPr/>
            </p:nvSpPr>
            <p:spPr>
              <a:xfrm>
                <a:off x="3800052" y="1188479"/>
                <a:ext cx="916727" cy="929746"/>
              </a:xfrm>
              <a:custGeom>
                <a:avLst/>
                <a:gdLst/>
                <a:ahLst/>
                <a:cxnLst/>
                <a:rect l="0" t="0" r="0" b="0"/>
                <a:pathLst>
                  <a:path w="916727" h="929746">
                    <a:moveTo>
                      <a:pt x="914400" y="914400"/>
                    </a:moveTo>
                    <a:lnTo>
                      <a:pt x="916727" y="914400"/>
                    </a:lnTo>
                    <a:lnTo>
                      <a:pt x="916297" y="917230"/>
                    </a:lnTo>
                    <a:lnTo>
                      <a:pt x="915840" y="920243"/>
                    </a:lnTo>
                    <a:lnTo>
                      <a:pt x="915383" y="923256"/>
                    </a:lnTo>
                    <a:lnTo>
                      <a:pt x="914926" y="926269"/>
                    </a:lnTo>
                    <a:lnTo>
                      <a:pt x="914470" y="929282"/>
                    </a:lnTo>
                    <a:lnTo>
                      <a:pt x="914400" y="929746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7" name="ph7467"/>
              <p:cNvSpPr/>
              <p:nvPr/>
            </p:nvSpPr>
            <p:spPr>
              <a:xfrm>
                <a:off x="2021706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746" y="931638"/>
                    </a:lnTo>
                    <a:lnTo>
                      <a:pt x="907130" y="927328"/>
                    </a:lnTo>
                    <a:lnTo>
                      <a:pt x="908381" y="916751"/>
                    </a:lnTo>
                    <a:lnTo>
                      <a:pt x="908730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8" name="ph7468"/>
              <p:cNvSpPr/>
              <p:nvPr/>
            </p:nvSpPr>
            <p:spPr>
              <a:xfrm>
                <a:off x="202170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9" name="ph7469"/>
              <p:cNvSpPr/>
              <p:nvPr/>
            </p:nvSpPr>
            <p:spPr>
              <a:xfrm>
                <a:off x="20309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0" name="ph7470"/>
              <p:cNvSpPr/>
              <p:nvPr/>
            </p:nvSpPr>
            <p:spPr>
              <a:xfrm>
                <a:off x="20402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1" name="ph7471"/>
              <p:cNvSpPr/>
              <p:nvPr/>
            </p:nvSpPr>
            <p:spPr>
              <a:xfrm>
                <a:off x="20494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2" name="ph7472"/>
              <p:cNvSpPr/>
              <p:nvPr/>
            </p:nvSpPr>
            <p:spPr>
              <a:xfrm>
                <a:off x="205875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3" name="ph7473"/>
              <p:cNvSpPr/>
              <p:nvPr/>
            </p:nvSpPr>
            <p:spPr>
              <a:xfrm>
                <a:off x="20680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4" name="ph7474"/>
              <p:cNvSpPr/>
              <p:nvPr/>
            </p:nvSpPr>
            <p:spPr>
              <a:xfrm>
                <a:off x="20772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5" name="ph7475"/>
              <p:cNvSpPr/>
              <p:nvPr/>
            </p:nvSpPr>
            <p:spPr>
              <a:xfrm>
                <a:off x="20865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6" name="ph7476"/>
              <p:cNvSpPr/>
              <p:nvPr/>
            </p:nvSpPr>
            <p:spPr>
              <a:xfrm>
                <a:off x="20958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7" name="ph7477"/>
              <p:cNvSpPr/>
              <p:nvPr/>
            </p:nvSpPr>
            <p:spPr>
              <a:xfrm>
                <a:off x="210506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8" name="ph7478"/>
              <p:cNvSpPr/>
              <p:nvPr/>
            </p:nvSpPr>
            <p:spPr>
              <a:xfrm>
                <a:off x="21143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9" name="ph7479"/>
              <p:cNvSpPr/>
              <p:nvPr/>
            </p:nvSpPr>
            <p:spPr>
              <a:xfrm>
                <a:off x="21235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0" name="ph7480"/>
              <p:cNvSpPr/>
              <p:nvPr/>
            </p:nvSpPr>
            <p:spPr>
              <a:xfrm>
                <a:off x="213285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1" name="ph7481"/>
              <p:cNvSpPr/>
              <p:nvPr/>
            </p:nvSpPr>
            <p:spPr>
              <a:xfrm>
                <a:off x="214211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2" name="ph7482"/>
              <p:cNvSpPr/>
              <p:nvPr/>
            </p:nvSpPr>
            <p:spPr>
              <a:xfrm>
                <a:off x="215137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3" name="ph7483"/>
              <p:cNvSpPr/>
              <p:nvPr/>
            </p:nvSpPr>
            <p:spPr>
              <a:xfrm>
                <a:off x="216063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4" name="ph7484"/>
              <p:cNvSpPr/>
              <p:nvPr/>
            </p:nvSpPr>
            <p:spPr>
              <a:xfrm>
                <a:off x="21699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5" name="ph7485"/>
              <p:cNvSpPr/>
              <p:nvPr/>
            </p:nvSpPr>
            <p:spPr>
              <a:xfrm>
                <a:off x="21791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6" name="ph7486"/>
              <p:cNvSpPr/>
              <p:nvPr/>
            </p:nvSpPr>
            <p:spPr>
              <a:xfrm>
                <a:off x="218842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7" name="ph7487"/>
              <p:cNvSpPr/>
              <p:nvPr/>
            </p:nvSpPr>
            <p:spPr>
              <a:xfrm>
                <a:off x="21976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8" name="ph7488"/>
              <p:cNvSpPr/>
              <p:nvPr/>
            </p:nvSpPr>
            <p:spPr>
              <a:xfrm>
                <a:off x="22069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9" name="ph7489"/>
              <p:cNvSpPr/>
              <p:nvPr/>
            </p:nvSpPr>
            <p:spPr>
              <a:xfrm>
                <a:off x="22162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0" name="ph7490"/>
              <p:cNvSpPr/>
              <p:nvPr/>
            </p:nvSpPr>
            <p:spPr>
              <a:xfrm>
                <a:off x="222547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1" name="ph7491"/>
              <p:cNvSpPr/>
              <p:nvPr/>
            </p:nvSpPr>
            <p:spPr>
              <a:xfrm>
                <a:off x="22347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2" name="ph7492"/>
              <p:cNvSpPr/>
              <p:nvPr/>
            </p:nvSpPr>
            <p:spPr>
              <a:xfrm>
                <a:off x="22439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3" name="ph7493"/>
              <p:cNvSpPr/>
              <p:nvPr/>
            </p:nvSpPr>
            <p:spPr>
              <a:xfrm>
                <a:off x="22532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4" name="ph7494"/>
              <p:cNvSpPr/>
              <p:nvPr/>
            </p:nvSpPr>
            <p:spPr>
              <a:xfrm>
                <a:off x="22625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5" name="ph7495"/>
              <p:cNvSpPr/>
              <p:nvPr/>
            </p:nvSpPr>
            <p:spPr>
              <a:xfrm>
                <a:off x="227178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6" name="ph7496"/>
              <p:cNvSpPr/>
              <p:nvPr/>
            </p:nvSpPr>
            <p:spPr>
              <a:xfrm>
                <a:off x="22810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7" name="ph7497"/>
              <p:cNvSpPr/>
              <p:nvPr/>
            </p:nvSpPr>
            <p:spPr>
              <a:xfrm>
                <a:off x="22903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8" name="ph7498"/>
              <p:cNvSpPr/>
              <p:nvPr/>
            </p:nvSpPr>
            <p:spPr>
              <a:xfrm>
                <a:off x="2308835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795" y="897169"/>
                    </a:lnTo>
                    <a:lnTo>
                      <a:pt x="913369" y="899169"/>
                    </a:lnTo>
                    <a:lnTo>
                      <a:pt x="914400" y="899642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9" name="ph7499"/>
              <p:cNvSpPr/>
              <p:nvPr/>
            </p:nvSpPr>
            <p:spPr>
              <a:xfrm>
                <a:off x="2318097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42"/>
                    </a:lnTo>
                    <a:lnTo>
                      <a:pt x="909618" y="901697"/>
                    </a:lnTo>
                    <a:lnTo>
                      <a:pt x="914400" y="90437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0" name="ph7500"/>
              <p:cNvSpPr/>
              <p:nvPr/>
            </p:nvSpPr>
            <p:spPr>
              <a:xfrm>
                <a:off x="232735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378"/>
                    </a:lnTo>
                    <a:lnTo>
                      <a:pt x="905790" y="904744"/>
                    </a:lnTo>
                    <a:lnTo>
                      <a:pt x="911134" y="908304"/>
                    </a:lnTo>
                    <a:lnTo>
                      <a:pt x="914400" y="910837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1" name="ph7501"/>
              <p:cNvSpPr/>
              <p:nvPr/>
            </p:nvSpPr>
            <p:spPr>
              <a:xfrm>
                <a:off x="2327359" y="1188479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837"/>
                    </a:lnTo>
                    <a:lnTo>
                      <a:pt x="916373" y="91236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2" name="ph7502"/>
              <p:cNvSpPr/>
              <p:nvPr/>
            </p:nvSpPr>
            <p:spPr>
              <a:xfrm>
                <a:off x="341103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78" y="914400"/>
                    </a:lnTo>
                    <a:lnTo>
                      <a:pt x="914102" y="907661"/>
                    </a:lnTo>
                    <a:lnTo>
                      <a:pt x="914400" y="906784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3" name="ph7503"/>
              <p:cNvSpPr/>
              <p:nvPr/>
            </p:nvSpPr>
            <p:spPr>
              <a:xfrm>
                <a:off x="3420301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022"/>
                    </a:lnTo>
                    <a:lnTo>
                      <a:pt x="907992" y="915602"/>
                    </a:lnTo>
                    <a:lnTo>
                      <a:pt x="908449" y="914400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4" name="ph7504"/>
              <p:cNvSpPr/>
              <p:nvPr/>
            </p:nvSpPr>
            <p:spPr>
              <a:xfrm>
                <a:off x="34203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5" name="ph7505"/>
              <p:cNvSpPr/>
              <p:nvPr/>
            </p:nvSpPr>
            <p:spPr>
              <a:xfrm>
                <a:off x="34295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6" name="ph7506"/>
              <p:cNvSpPr/>
              <p:nvPr/>
            </p:nvSpPr>
            <p:spPr>
              <a:xfrm>
                <a:off x="343882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7" name="ph7507"/>
              <p:cNvSpPr/>
              <p:nvPr/>
            </p:nvSpPr>
            <p:spPr>
              <a:xfrm>
                <a:off x="34480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8" name="ph7508"/>
              <p:cNvSpPr/>
              <p:nvPr/>
            </p:nvSpPr>
            <p:spPr>
              <a:xfrm>
                <a:off x="34573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9" name="ph7509"/>
              <p:cNvSpPr/>
              <p:nvPr/>
            </p:nvSpPr>
            <p:spPr>
              <a:xfrm>
                <a:off x="34666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0" name="ph7510"/>
              <p:cNvSpPr/>
              <p:nvPr/>
            </p:nvSpPr>
            <p:spPr>
              <a:xfrm>
                <a:off x="347587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1" name="ph7511"/>
              <p:cNvSpPr/>
              <p:nvPr/>
            </p:nvSpPr>
            <p:spPr>
              <a:xfrm>
                <a:off x="34851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2" name="ph7512"/>
              <p:cNvSpPr/>
              <p:nvPr/>
            </p:nvSpPr>
            <p:spPr>
              <a:xfrm>
                <a:off x="34943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3" name="ph7513"/>
              <p:cNvSpPr/>
              <p:nvPr/>
            </p:nvSpPr>
            <p:spPr>
              <a:xfrm>
                <a:off x="35036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4" name="ph7514"/>
              <p:cNvSpPr/>
              <p:nvPr/>
            </p:nvSpPr>
            <p:spPr>
              <a:xfrm>
                <a:off x="35129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5" name="ph7515"/>
              <p:cNvSpPr/>
              <p:nvPr/>
            </p:nvSpPr>
            <p:spPr>
              <a:xfrm>
                <a:off x="352218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6" name="ph7516"/>
              <p:cNvSpPr/>
              <p:nvPr/>
            </p:nvSpPr>
            <p:spPr>
              <a:xfrm>
                <a:off x="35314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7" name="ph7517"/>
              <p:cNvSpPr/>
              <p:nvPr/>
            </p:nvSpPr>
            <p:spPr>
              <a:xfrm>
                <a:off x="35407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8" name="ph7518"/>
              <p:cNvSpPr/>
              <p:nvPr/>
            </p:nvSpPr>
            <p:spPr>
              <a:xfrm>
                <a:off x="354997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9" name="ph7519"/>
              <p:cNvSpPr/>
              <p:nvPr/>
            </p:nvSpPr>
            <p:spPr>
              <a:xfrm>
                <a:off x="355923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0" name="ph7520"/>
              <p:cNvSpPr/>
              <p:nvPr/>
            </p:nvSpPr>
            <p:spPr>
              <a:xfrm>
                <a:off x="356849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1" name="ph7521"/>
              <p:cNvSpPr/>
              <p:nvPr/>
            </p:nvSpPr>
            <p:spPr>
              <a:xfrm>
                <a:off x="357775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2" name="ph7522"/>
              <p:cNvSpPr/>
              <p:nvPr/>
            </p:nvSpPr>
            <p:spPr>
              <a:xfrm>
                <a:off x="358702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3" name="ph7523"/>
              <p:cNvSpPr/>
              <p:nvPr/>
            </p:nvSpPr>
            <p:spPr>
              <a:xfrm>
                <a:off x="359628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4" name="ph7524"/>
              <p:cNvSpPr/>
              <p:nvPr/>
            </p:nvSpPr>
            <p:spPr>
              <a:xfrm>
                <a:off x="360554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5" name="ph7525"/>
              <p:cNvSpPr/>
              <p:nvPr/>
            </p:nvSpPr>
            <p:spPr>
              <a:xfrm>
                <a:off x="361480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6" name="ph7526"/>
              <p:cNvSpPr/>
              <p:nvPr/>
            </p:nvSpPr>
            <p:spPr>
              <a:xfrm>
                <a:off x="362407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7" name="ph7527"/>
              <p:cNvSpPr/>
              <p:nvPr/>
            </p:nvSpPr>
            <p:spPr>
              <a:xfrm>
                <a:off x="363333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8" name="ph7528"/>
              <p:cNvSpPr/>
              <p:nvPr/>
            </p:nvSpPr>
            <p:spPr>
              <a:xfrm>
                <a:off x="364259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9" name="ph7529"/>
              <p:cNvSpPr/>
              <p:nvPr/>
            </p:nvSpPr>
            <p:spPr>
              <a:xfrm>
                <a:off x="365185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0" name="ph7530"/>
              <p:cNvSpPr/>
              <p:nvPr/>
            </p:nvSpPr>
            <p:spPr>
              <a:xfrm>
                <a:off x="366111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1" name="ph7531"/>
              <p:cNvSpPr/>
              <p:nvPr/>
            </p:nvSpPr>
            <p:spPr>
              <a:xfrm>
                <a:off x="367038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2" name="ph7532"/>
              <p:cNvSpPr/>
              <p:nvPr/>
            </p:nvSpPr>
            <p:spPr>
              <a:xfrm>
                <a:off x="367964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3" name="ph7533"/>
              <p:cNvSpPr/>
              <p:nvPr/>
            </p:nvSpPr>
            <p:spPr>
              <a:xfrm>
                <a:off x="368890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4" name="ph7534"/>
              <p:cNvSpPr/>
              <p:nvPr/>
            </p:nvSpPr>
            <p:spPr>
              <a:xfrm>
                <a:off x="36981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5" name="ph7535"/>
              <p:cNvSpPr/>
              <p:nvPr/>
            </p:nvSpPr>
            <p:spPr>
              <a:xfrm>
                <a:off x="37074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6" name="ph7536"/>
              <p:cNvSpPr/>
              <p:nvPr/>
            </p:nvSpPr>
            <p:spPr>
              <a:xfrm>
                <a:off x="37166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7" name="ph7537"/>
              <p:cNvSpPr/>
              <p:nvPr/>
            </p:nvSpPr>
            <p:spPr>
              <a:xfrm>
                <a:off x="372595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8" name="ph7538"/>
              <p:cNvSpPr/>
              <p:nvPr/>
            </p:nvSpPr>
            <p:spPr>
              <a:xfrm>
                <a:off x="37352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9" name="ph7539"/>
              <p:cNvSpPr/>
              <p:nvPr/>
            </p:nvSpPr>
            <p:spPr>
              <a:xfrm>
                <a:off x="37444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0" name="ph7540"/>
              <p:cNvSpPr/>
              <p:nvPr/>
            </p:nvSpPr>
            <p:spPr>
              <a:xfrm>
                <a:off x="37537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1" name="ph7541"/>
              <p:cNvSpPr/>
              <p:nvPr/>
            </p:nvSpPr>
            <p:spPr>
              <a:xfrm>
                <a:off x="37630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2" name="ph7542"/>
              <p:cNvSpPr/>
              <p:nvPr/>
            </p:nvSpPr>
            <p:spPr>
              <a:xfrm>
                <a:off x="377226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3" name="ph7543"/>
              <p:cNvSpPr/>
              <p:nvPr/>
            </p:nvSpPr>
            <p:spPr>
              <a:xfrm>
                <a:off x="37815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4" name="ph7544"/>
              <p:cNvSpPr/>
              <p:nvPr/>
            </p:nvSpPr>
            <p:spPr>
              <a:xfrm>
                <a:off x="37907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5" name="ph7545"/>
              <p:cNvSpPr/>
              <p:nvPr/>
            </p:nvSpPr>
            <p:spPr>
              <a:xfrm>
                <a:off x="3800052" y="1188479"/>
                <a:ext cx="9191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166" y="897161"/>
                    </a:lnTo>
                    <a:lnTo>
                      <a:pt x="919117" y="897615"/>
                    </a:lnTo>
                    <a:lnTo>
                      <a:pt x="917672" y="908178"/>
                    </a:lnTo>
                    <a:lnTo>
                      <a:pt x="917212" y="911204"/>
                    </a:lnTo>
                    <a:lnTo>
                      <a:pt x="916755" y="914217"/>
                    </a:lnTo>
                    <a:lnTo>
                      <a:pt x="916727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6" name="ph7546"/>
              <p:cNvSpPr/>
              <p:nvPr/>
            </p:nvSpPr>
            <p:spPr>
              <a:xfrm>
                <a:off x="2021706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730" y="931638"/>
                    </a:lnTo>
                    <a:lnTo>
                      <a:pt x="909928" y="923550"/>
                    </a:lnTo>
                    <a:lnTo>
                      <a:pt x="911566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7" name="ph7547"/>
              <p:cNvSpPr/>
              <p:nvPr/>
            </p:nvSpPr>
            <p:spPr>
              <a:xfrm>
                <a:off x="202170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8" name="ph7548"/>
              <p:cNvSpPr/>
              <p:nvPr/>
            </p:nvSpPr>
            <p:spPr>
              <a:xfrm>
                <a:off x="20309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9" name="ph7549"/>
              <p:cNvSpPr/>
              <p:nvPr/>
            </p:nvSpPr>
            <p:spPr>
              <a:xfrm>
                <a:off x="20402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0" name="ph7550"/>
              <p:cNvSpPr/>
              <p:nvPr/>
            </p:nvSpPr>
            <p:spPr>
              <a:xfrm>
                <a:off x="20494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1" name="ph7551"/>
              <p:cNvSpPr/>
              <p:nvPr/>
            </p:nvSpPr>
            <p:spPr>
              <a:xfrm>
                <a:off x="205875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2" name="ph7552"/>
              <p:cNvSpPr/>
              <p:nvPr/>
            </p:nvSpPr>
            <p:spPr>
              <a:xfrm>
                <a:off x="20680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3" name="ph7553"/>
              <p:cNvSpPr/>
              <p:nvPr/>
            </p:nvSpPr>
            <p:spPr>
              <a:xfrm>
                <a:off x="20772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4" name="ph7554"/>
              <p:cNvSpPr/>
              <p:nvPr/>
            </p:nvSpPr>
            <p:spPr>
              <a:xfrm>
                <a:off x="20865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5" name="ph7555"/>
              <p:cNvSpPr/>
              <p:nvPr/>
            </p:nvSpPr>
            <p:spPr>
              <a:xfrm>
                <a:off x="20958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6" name="ph7556"/>
              <p:cNvSpPr/>
              <p:nvPr/>
            </p:nvSpPr>
            <p:spPr>
              <a:xfrm>
                <a:off x="210506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7" name="ph7557"/>
              <p:cNvSpPr/>
              <p:nvPr/>
            </p:nvSpPr>
            <p:spPr>
              <a:xfrm>
                <a:off x="21143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8" name="ph7558"/>
              <p:cNvSpPr/>
              <p:nvPr/>
            </p:nvSpPr>
            <p:spPr>
              <a:xfrm>
                <a:off x="21235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9" name="ph7559"/>
              <p:cNvSpPr/>
              <p:nvPr/>
            </p:nvSpPr>
            <p:spPr>
              <a:xfrm>
                <a:off x="213285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0" name="ph7560"/>
              <p:cNvSpPr/>
              <p:nvPr/>
            </p:nvSpPr>
            <p:spPr>
              <a:xfrm>
                <a:off x="214211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1" name="ph7561"/>
              <p:cNvSpPr/>
              <p:nvPr/>
            </p:nvSpPr>
            <p:spPr>
              <a:xfrm>
                <a:off x="215137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2" name="ph7562"/>
              <p:cNvSpPr/>
              <p:nvPr/>
            </p:nvSpPr>
            <p:spPr>
              <a:xfrm>
                <a:off x="216063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3" name="ph7563"/>
              <p:cNvSpPr/>
              <p:nvPr/>
            </p:nvSpPr>
            <p:spPr>
              <a:xfrm>
                <a:off x="216990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4" name="ph7564"/>
              <p:cNvSpPr/>
              <p:nvPr/>
            </p:nvSpPr>
            <p:spPr>
              <a:xfrm>
                <a:off x="21791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5" name="ph7565"/>
              <p:cNvSpPr/>
              <p:nvPr/>
            </p:nvSpPr>
            <p:spPr>
              <a:xfrm>
                <a:off x="218842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6" name="ph7566"/>
              <p:cNvSpPr/>
              <p:nvPr/>
            </p:nvSpPr>
            <p:spPr>
              <a:xfrm>
                <a:off x="21976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7" name="ph7567"/>
              <p:cNvSpPr/>
              <p:nvPr/>
            </p:nvSpPr>
            <p:spPr>
              <a:xfrm>
                <a:off x="22069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8" name="ph7568"/>
              <p:cNvSpPr/>
              <p:nvPr/>
            </p:nvSpPr>
            <p:spPr>
              <a:xfrm>
                <a:off x="22162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9" name="ph7569"/>
              <p:cNvSpPr/>
              <p:nvPr/>
            </p:nvSpPr>
            <p:spPr>
              <a:xfrm>
                <a:off x="222547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0" name="ph7570"/>
              <p:cNvSpPr/>
              <p:nvPr/>
            </p:nvSpPr>
            <p:spPr>
              <a:xfrm>
                <a:off x="22347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1" name="ph7571"/>
              <p:cNvSpPr/>
              <p:nvPr/>
            </p:nvSpPr>
            <p:spPr>
              <a:xfrm>
                <a:off x="22439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2" name="ph7572"/>
              <p:cNvSpPr/>
              <p:nvPr/>
            </p:nvSpPr>
            <p:spPr>
              <a:xfrm>
                <a:off x="2262523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07" y="897161"/>
                    </a:lnTo>
                    <a:lnTo>
                      <a:pt x="908625" y="900500"/>
                    </a:lnTo>
                    <a:lnTo>
                      <a:pt x="910569" y="901004"/>
                    </a:lnTo>
                    <a:lnTo>
                      <a:pt x="910907" y="901107"/>
                    </a:lnTo>
                    <a:lnTo>
                      <a:pt x="911248" y="901211"/>
                    </a:lnTo>
                    <a:lnTo>
                      <a:pt x="911588" y="901316"/>
                    </a:lnTo>
                    <a:lnTo>
                      <a:pt x="911929" y="901420"/>
                    </a:lnTo>
                    <a:lnTo>
                      <a:pt x="912269" y="901524"/>
                    </a:lnTo>
                    <a:lnTo>
                      <a:pt x="912610" y="901628"/>
                    </a:lnTo>
                    <a:lnTo>
                      <a:pt x="912950" y="901732"/>
                    </a:lnTo>
                    <a:lnTo>
                      <a:pt x="913291" y="901837"/>
                    </a:lnTo>
                    <a:lnTo>
                      <a:pt x="913631" y="901941"/>
                    </a:lnTo>
                    <a:lnTo>
                      <a:pt x="913972" y="902045"/>
                    </a:lnTo>
                    <a:lnTo>
                      <a:pt x="914400" y="902176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3" name="ph7573"/>
              <p:cNvSpPr/>
              <p:nvPr/>
            </p:nvSpPr>
            <p:spPr>
              <a:xfrm>
                <a:off x="2271786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176"/>
                    </a:lnTo>
                    <a:lnTo>
                      <a:pt x="905391" y="902254"/>
                    </a:lnTo>
                    <a:lnTo>
                      <a:pt x="905731" y="902358"/>
                    </a:lnTo>
                    <a:lnTo>
                      <a:pt x="906071" y="902462"/>
                    </a:lnTo>
                    <a:lnTo>
                      <a:pt x="906412" y="902566"/>
                    </a:lnTo>
                    <a:lnTo>
                      <a:pt x="906752" y="902671"/>
                    </a:lnTo>
                    <a:lnTo>
                      <a:pt x="907093" y="902775"/>
                    </a:lnTo>
                    <a:lnTo>
                      <a:pt x="907433" y="902879"/>
                    </a:lnTo>
                    <a:lnTo>
                      <a:pt x="907774" y="902984"/>
                    </a:lnTo>
                    <a:lnTo>
                      <a:pt x="908114" y="903088"/>
                    </a:lnTo>
                    <a:lnTo>
                      <a:pt x="908454" y="903192"/>
                    </a:lnTo>
                    <a:lnTo>
                      <a:pt x="908795" y="903297"/>
                    </a:lnTo>
                    <a:lnTo>
                      <a:pt x="909135" y="903401"/>
                    </a:lnTo>
                    <a:lnTo>
                      <a:pt x="909476" y="903505"/>
                    </a:lnTo>
                    <a:lnTo>
                      <a:pt x="909816" y="903610"/>
                    </a:lnTo>
                    <a:lnTo>
                      <a:pt x="910156" y="903714"/>
                    </a:lnTo>
                    <a:lnTo>
                      <a:pt x="910497" y="903818"/>
                    </a:lnTo>
                    <a:lnTo>
                      <a:pt x="910837" y="903923"/>
                    </a:lnTo>
                    <a:lnTo>
                      <a:pt x="911178" y="904027"/>
                    </a:lnTo>
                    <a:lnTo>
                      <a:pt x="911518" y="904132"/>
                    </a:lnTo>
                    <a:lnTo>
                      <a:pt x="911858" y="904236"/>
                    </a:lnTo>
                    <a:lnTo>
                      <a:pt x="912199" y="904340"/>
                    </a:lnTo>
                    <a:lnTo>
                      <a:pt x="912539" y="904445"/>
                    </a:lnTo>
                    <a:lnTo>
                      <a:pt x="912879" y="904549"/>
                    </a:lnTo>
                    <a:lnTo>
                      <a:pt x="913220" y="904654"/>
                    </a:lnTo>
                    <a:lnTo>
                      <a:pt x="913560" y="904758"/>
                    </a:lnTo>
                    <a:lnTo>
                      <a:pt x="913900" y="904863"/>
                    </a:lnTo>
                    <a:lnTo>
                      <a:pt x="914241" y="904967"/>
                    </a:lnTo>
                    <a:lnTo>
                      <a:pt x="914400" y="905016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4" name="ph7574"/>
              <p:cNvSpPr/>
              <p:nvPr/>
            </p:nvSpPr>
            <p:spPr>
              <a:xfrm>
                <a:off x="2281048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016"/>
                    </a:lnTo>
                    <a:lnTo>
                      <a:pt x="905319" y="905072"/>
                    </a:lnTo>
                    <a:lnTo>
                      <a:pt x="905659" y="905176"/>
                    </a:lnTo>
                    <a:lnTo>
                      <a:pt x="905999" y="905281"/>
                    </a:lnTo>
                    <a:lnTo>
                      <a:pt x="906340" y="905385"/>
                    </a:lnTo>
                    <a:lnTo>
                      <a:pt x="906680" y="905490"/>
                    </a:lnTo>
                    <a:lnTo>
                      <a:pt x="907020" y="905594"/>
                    </a:lnTo>
                    <a:lnTo>
                      <a:pt x="907360" y="905699"/>
                    </a:lnTo>
                    <a:lnTo>
                      <a:pt x="907701" y="905803"/>
                    </a:lnTo>
                    <a:lnTo>
                      <a:pt x="908041" y="905908"/>
                    </a:lnTo>
                    <a:lnTo>
                      <a:pt x="908381" y="906013"/>
                    </a:lnTo>
                    <a:lnTo>
                      <a:pt x="908721" y="906117"/>
                    </a:lnTo>
                    <a:lnTo>
                      <a:pt x="909062" y="906222"/>
                    </a:lnTo>
                    <a:lnTo>
                      <a:pt x="909402" y="906326"/>
                    </a:lnTo>
                    <a:lnTo>
                      <a:pt x="909742" y="906431"/>
                    </a:lnTo>
                    <a:lnTo>
                      <a:pt x="910082" y="906536"/>
                    </a:lnTo>
                    <a:lnTo>
                      <a:pt x="910423" y="906640"/>
                    </a:lnTo>
                    <a:lnTo>
                      <a:pt x="910763" y="906745"/>
                    </a:lnTo>
                    <a:lnTo>
                      <a:pt x="911103" y="906849"/>
                    </a:lnTo>
                    <a:lnTo>
                      <a:pt x="911443" y="906954"/>
                    </a:lnTo>
                    <a:lnTo>
                      <a:pt x="911783" y="907059"/>
                    </a:lnTo>
                    <a:lnTo>
                      <a:pt x="912124" y="907163"/>
                    </a:lnTo>
                    <a:lnTo>
                      <a:pt x="912464" y="907268"/>
                    </a:lnTo>
                    <a:lnTo>
                      <a:pt x="912804" y="907373"/>
                    </a:lnTo>
                    <a:lnTo>
                      <a:pt x="913144" y="907477"/>
                    </a:lnTo>
                    <a:lnTo>
                      <a:pt x="913484" y="907582"/>
                    </a:lnTo>
                    <a:lnTo>
                      <a:pt x="913824" y="907687"/>
                    </a:lnTo>
                    <a:lnTo>
                      <a:pt x="914165" y="907792"/>
                    </a:lnTo>
                    <a:lnTo>
                      <a:pt x="914400" y="907864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5" name="ph7575"/>
              <p:cNvSpPr/>
              <p:nvPr/>
            </p:nvSpPr>
            <p:spPr>
              <a:xfrm>
                <a:off x="2290310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2" y="907896"/>
                    </a:lnTo>
                    <a:lnTo>
                      <a:pt x="905583" y="908001"/>
                    </a:lnTo>
                    <a:lnTo>
                      <a:pt x="905923" y="908106"/>
                    </a:lnTo>
                    <a:lnTo>
                      <a:pt x="906263" y="908211"/>
                    </a:lnTo>
                    <a:lnTo>
                      <a:pt x="906603" y="908315"/>
                    </a:lnTo>
                    <a:lnTo>
                      <a:pt x="906943" y="908420"/>
                    </a:lnTo>
                    <a:lnTo>
                      <a:pt x="907283" y="908525"/>
                    </a:lnTo>
                    <a:lnTo>
                      <a:pt x="907623" y="908630"/>
                    </a:lnTo>
                    <a:lnTo>
                      <a:pt x="907963" y="908735"/>
                    </a:lnTo>
                    <a:lnTo>
                      <a:pt x="908304" y="908839"/>
                    </a:lnTo>
                    <a:lnTo>
                      <a:pt x="908644" y="908944"/>
                    </a:lnTo>
                    <a:lnTo>
                      <a:pt x="908984" y="909049"/>
                    </a:lnTo>
                    <a:lnTo>
                      <a:pt x="909324" y="909154"/>
                    </a:lnTo>
                    <a:lnTo>
                      <a:pt x="909664" y="909259"/>
                    </a:lnTo>
                    <a:lnTo>
                      <a:pt x="910004" y="909364"/>
                    </a:lnTo>
                    <a:lnTo>
                      <a:pt x="910344" y="909468"/>
                    </a:lnTo>
                    <a:lnTo>
                      <a:pt x="910684" y="909573"/>
                    </a:lnTo>
                    <a:lnTo>
                      <a:pt x="911024" y="909678"/>
                    </a:lnTo>
                    <a:lnTo>
                      <a:pt x="911364" y="909783"/>
                    </a:lnTo>
                    <a:lnTo>
                      <a:pt x="911704" y="909888"/>
                    </a:lnTo>
                    <a:lnTo>
                      <a:pt x="912044" y="909993"/>
                    </a:lnTo>
                    <a:lnTo>
                      <a:pt x="912384" y="910098"/>
                    </a:lnTo>
                    <a:lnTo>
                      <a:pt x="912724" y="910203"/>
                    </a:lnTo>
                    <a:lnTo>
                      <a:pt x="913064" y="910308"/>
                    </a:lnTo>
                    <a:lnTo>
                      <a:pt x="913404" y="910413"/>
                    </a:lnTo>
                    <a:lnTo>
                      <a:pt x="913744" y="910518"/>
                    </a:lnTo>
                    <a:lnTo>
                      <a:pt x="914084" y="910623"/>
                    </a:lnTo>
                    <a:lnTo>
                      <a:pt x="914400" y="91072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6" name="ph7576"/>
              <p:cNvSpPr/>
              <p:nvPr/>
            </p:nvSpPr>
            <p:spPr>
              <a:xfrm>
                <a:off x="2299572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62" y="910728"/>
                    </a:lnTo>
                    <a:lnTo>
                      <a:pt x="905502" y="910833"/>
                    </a:lnTo>
                    <a:lnTo>
                      <a:pt x="905842" y="910938"/>
                    </a:lnTo>
                    <a:lnTo>
                      <a:pt x="906182" y="911043"/>
                    </a:lnTo>
                    <a:lnTo>
                      <a:pt x="906522" y="911148"/>
                    </a:lnTo>
                    <a:lnTo>
                      <a:pt x="906862" y="911253"/>
                    </a:lnTo>
                    <a:lnTo>
                      <a:pt x="907202" y="911358"/>
                    </a:lnTo>
                    <a:lnTo>
                      <a:pt x="907542" y="911463"/>
                    </a:lnTo>
                    <a:lnTo>
                      <a:pt x="907882" y="911568"/>
                    </a:lnTo>
                    <a:lnTo>
                      <a:pt x="908222" y="911673"/>
                    </a:lnTo>
                    <a:lnTo>
                      <a:pt x="908561" y="911778"/>
                    </a:lnTo>
                    <a:lnTo>
                      <a:pt x="908901" y="911883"/>
                    </a:lnTo>
                    <a:lnTo>
                      <a:pt x="909241" y="911988"/>
                    </a:lnTo>
                    <a:lnTo>
                      <a:pt x="909581" y="912093"/>
                    </a:lnTo>
                    <a:lnTo>
                      <a:pt x="909921" y="912198"/>
                    </a:lnTo>
                    <a:lnTo>
                      <a:pt x="910261" y="912303"/>
                    </a:lnTo>
                    <a:lnTo>
                      <a:pt x="910601" y="912408"/>
                    </a:lnTo>
                    <a:lnTo>
                      <a:pt x="910941" y="912513"/>
                    </a:lnTo>
                    <a:lnTo>
                      <a:pt x="911281" y="912619"/>
                    </a:lnTo>
                    <a:lnTo>
                      <a:pt x="911621" y="912724"/>
                    </a:lnTo>
                    <a:lnTo>
                      <a:pt x="911960" y="912829"/>
                    </a:lnTo>
                    <a:lnTo>
                      <a:pt x="912300" y="912934"/>
                    </a:lnTo>
                    <a:lnTo>
                      <a:pt x="912640" y="913039"/>
                    </a:lnTo>
                    <a:lnTo>
                      <a:pt x="912980" y="913144"/>
                    </a:lnTo>
                    <a:lnTo>
                      <a:pt x="913320" y="913250"/>
                    </a:lnTo>
                    <a:lnTo>
                      <a:pt x="913660" y="913355"/>
                    </a:lnTo>
                    <a:lnTo>
                      <a:pt x="913999" y="913460"/>
                    </a:lnTo>
                    <a:lnTo>
                      <a:pt x="914400" y="913584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7" name="ph7577"/>
              <p:cNvSpPr/>
              <p:nvPr/>
            </p:nvSpPr>
            <p:spPr>
              <a:xfrm>
                <a:off x="2299572" y="1171240"/>
                <a:ext cx="9170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33" h="914400">
                    <a:moveTo>
                      <a:pt x="914400" y="914400"/>
                    </a:moveTo>
                    <a:lnTo>
                      <a:pt x="914400" y="913584"/>
                    </a:lnTo>
                    <a:lnTo>
                      <a:pt x="914679" y="913670"/>
                    </a:lnTo>
                    <a:lnTo>
                      <a:pt x="915019" y="913776"/>
                    </a:lnTo>
                    <a:lnTo>
                      <a:pt x="915359" y="913881"/>
                    </a:lnTo>
                    <a:lnTo>
                      <a:pt x="915699" y="913986"/>
                    </a:lnTo>
                    <a:lnTo>
                      <a:pt x="916038" y="914091"/>
                    </a:lnTo>
                    <a:lnTo>
                      <a:pt x="916378" y="914197"/>
                    </a:lnTo>
                    <a:lnTo>
                      <a:pt x="916718" y="914302"/>
                    </a:lnTo>
                    <a:lnTo>
                      <a:pt x="917033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8" name="ph7578"/>
              <p:cNvSpPr/>
              <p:nvPr/>
            </p:nvSpPr>
            <p:spPr>
              <a:xfrm>
                <a:off x="3420301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49" y="914400"/>
                    </a:lnTo>
                    <a:lnTo>
                      <a:pt x="911405" y="906630"/>
                    </a:lnTo>
                    <a:lnTo>
                      <a:pt x="914400" y="899583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9" name="ph7579"/>
              <p:cNvSpPr/>
              <p:nvPr/>
            </p:nvSpPr>
            <p:spPr>
              <a:xfrm>
                <a:off x="3429563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822"/>
                    </a:lnTo>
                    <a:lnTo>
                      <a:pt x="905807" y="915246"/>
                    </a:lnTo>
                    <a:lnTo>
                      <a:pt x="906208" y="914400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0" name="ph7580"/>
              <p:cNvSpPr/>
              <p:nvPr/>
            </p:nvSpPr>
            <p:spPr>
              <a:xfrm>
                <a:off x="34295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1" name="ph7581"/>
              <p:cNvSpPr/>
              <p:nvPr/>
            </p:nvSpPr>
            <p:spPr>
              <a:xfrm>
                <a:off x="343882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2" name="ph7582"/>
              <p:cNvSpPr/>
              <p:nvPr/>
            </p:nvSpPr>
            <p:spPr>
              <a:xfrm>
                <a:off x="34480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3" name="ph7583"/>
              <p:cNvSpPr/>
              <p:nvPr/>
            </p:nvSpPr>
            <p:spPr>
              <a:xfrm>
                <a:off x="34573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4" name="ph7584"/>
              <p:cNvSpPr/>
              <p:nvPr/>
            </p:nvSpPr>
            <p:spPr>
              <a:xfrm>
                <a:off x="34666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5" name="ph7585"/>
              <p:cNvSpPr/>
              <p:nvPr/>
            </p:nvSpPr>
            <p:spPr>
              <a:xfrm>
                <a:off x="347587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6" name="ph7586"/>
              <p:cNvSpPr/>
              <p:nvPr/>
            </p:nvSpPr>
            <p:spPr>
              <a:xfrm>
                <a:off x="34851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7" name="ph7587"/>
              <p:cNvSpPr/>
              <p:nvPr/>
            </p:nvSpPr>
            <p:spPr>
              <a:xfrm>
                <a:off x="34943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8" name="ph7588"/>
              <p:cNvSpPr/>
              <p:nvPr/>
            </p:nvSpPr>
            <p:spPr>
              <a:xfrm>
                <a:off x="350366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9" name="ph7589"/>
              <p:cNvSpPr/>
              <p:nvPr/>
            </p:nvSpPr>
            <p:spPr>
              <a:xfrm>
                <a:off x="351292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0" name="ph7590"/>
              <p:cNvSpPr/>
              <p:nvPr/>
            </p:nvSpPr>
            <p:spPr>
              <a:xfrm>
                <a:off x="352218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1" name="ph7591"/>
              <p:cNvSpPr/>
              <p:nvPr/>
            </p:nvSpPr>
            <p:spPr>
              <a:xfrm>
                <a:off x="353144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2" name="ph7592"/>
              <p:cNvSpPr/>
              <p:nvPr/>
            </p:nvSpPr>
            <p:spPr>
              <a:xfrm>
                <a:off x="354071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3" name="ph7593"/>
              <p:cNvSpPr/>
              <p:nvPr/>
            </p:nvSpPr>
            <p:spPr>
              <a:xfrm>
                <a:off x="354997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4" name="ph7594"/>
              <p:cNvSpPr/>
              <p:nvPr/>
            </p:nvSpPr>
            <p:spPr>
              <a:xfrm>
                <a:off x="355923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5" name="ph7595"/>
              <p:cNvSpPr/>
              <p:nvPr/>
            </p:nvSpPr>
            <p:spPr>
              <a:xfrm>
                <a:off x="356849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6" name="ph7596"/>
              <p:cNvSpPr/>
              <p:nvPr/>
            </p:nvSpPr>
            <p:spPr>
              <a:xfrm>
                <a:off x="357775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7" name="ph7597"/>
              <p:cNvSpPr/>
              <p:nvPr/>
            </p:nvSpPr>
            <p:spPr>
              <a:xfrm>
                <a:off x="358702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8" name="ph7598"/>
              <p:cNvSpPr/>
              <p:nvPr/>
            </p:nvSpPr>
            <p:spPr>
              <a:xfrm>
                <a:off x="359628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9" name="ph7599"/>
              <p:cNvSpPr/>
              <p:nvPr/>
            </p:nvSpPr>
            <p:spPr>
              <a:xfrm>
                <a:off x="360554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0" name="ph7600"/>
              <p:cNvSpPr/>
              <p:nvPr/>
            </p:nvSpPr>
            <p:spPr>
              <a:xfrm>
                <a:off x="361480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1" name="ph7601"/>
              <p:cNvSpPr/>
              <p:nvPr/>
            </p:nvSpPr>
            <p:spPr>
              <a:xfrm>
                <a:off x="362407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2" name="ph7602"/>
              <p:cNvSpPr/>
              <p:nvPr/>
            </p:nvSpPr>
            <p:spPr>
              <a:xfrm>
                <a:off x="363333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3" name="ph7603"/>
              <p:cNvSpPr/>
              <p:nvPr/>
            </p:nvSpPr>
            <p:spPr>
              <a:xfrm>
                <a:off x="364259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4" name="ph7604"/>
              <p:cNvSpPr/>
              <p:nvPr/>
            </p:nvSpPr>
            <p:spPr>
              <a:xfrm>
                <a:off x="365185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5" name="ph7605"/>
              <p:cNvSpPr/>
              <p:nvPr/>
            </p:nvSpPr>
            <p:spPr>
              <a:xfrm>
                <a:off x="366111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6" name="ph7606"/>
              <p:cNvSpPr/>
              <p:nvPr/>
            </p:nvSpPr>
            <p:spPr>
              <a:xfrm>
                <a:off x="367038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7" name="ph7607"/>
              <p:cNvSpPr/>
              <p:nvPr/>
            </p:nvSpPr>
            <p:spPr>
              <a:xfrm>
                <a:off x="367964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8" name="ph7608"/>
              <p:cNvSpPr/>
              <p:nvPr/>
            </p:nvSpPr>
            <p:spPr>
              <a:xfrm>
                <a:off x="368890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9" name="ph7609"/>
              <p:cNvSpPr/>
              <p:nvPr/>
            </p:nvSpPr>
            <p:spPr>
              <a:xfrm>
                <a:off x="36981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0" name="ph7610"/>
              <p:cNvSpPr/>
              <p:nvPr/>
            </p:nvSpPr>
            <p:spPr>
              <a:xfrm>
                <a:off x="37074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1" name="ph7611"/>
              <p:cNvSpPr/>
              <p:nvPr/>
            </p:nvSpPr>
            <p:spPr>
              <a:xfrm>
                <a:off x="37166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2" name="ph7612"/>
              <p:cNvSpPr/>
              <p:nvPr/>
            </p:nvSpPr>
            <p:spPr>
              <a:xfrm>
                <a:off x="372595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3" name="ph7613"/>
              <p:cNvSpPr/>
              <p:nvPr/>
            </p:nvSpPr>
            <p:spPr>
              <a:xfrm>
                <a:off x="37352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4" name="ph7614"/>
              <p:cNvSpPr/>
              <p:nvPr/>
            </p:nvSpPr>
            <p:spPr>
              <a:xfrm>
                <a:off x="37444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5" name="ph7615"/>
              <p:cNvSpPr/>
              <p:nvPr/>
            </p:nvSpPr>
            <p:spPr>
              <a:xfrm>
                <a:off x="37537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6" name="ph7616"/>
              <p:cNvSpPr/>
              <p:nvPr/>
            </p:nvSpPr>
            <p:spPr>
              <a:xfrm>
                <a:off x="37630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7" name="ph7617"/>
              <p:cNvSpPr/>
              <p:nvPr/>
            </p:nvSpPr>
            <p:spPr>
              <a:xfrm>
                <a:off x="377226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8" name="ph7618"/>
              <p:cNvSpPr/>
              <p:nvPr/>
            </p:nvSpPr>
            <p:spPr>
              <a:xfrm>
                <a:off x="37815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9" name="ph7619"/>
              <p:cNvSpPr/>
              <p:nvPr/>
            </p:nvSpPr>
            <p:spPr>
              <a:xfrm>
                <a:off x="37907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0" name="ph7620"/>
              <p:cNvSpPr/>
              <p:nvPr/>
            </p:nvSpPr>
            <p:spPr>
              <a:xfrm>
                <a:off x="3800052" y="1171240"/>
                <a:ext cx="9208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8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807" y="897161"/>
                    </a:lnTo>
                    <a:lnTo>
                      <a:pt x="920262" y="904164"/>
                    </a:lnTo>
                    <a:lnTo>
                      <a:pt x="919166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1" name="ph7621"/>
              <p:cNvSpPr/>
              <p:nvPr/>
            </p:nvSpPr>
            <p:spPr>
              <a:xfrm>
                <a:off x="2021706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566" y="931638"/>
                    </a:lnTo>
                    <a:lnTo>
                      <a:pt x="911767" y="930513"/>
                    </a:lnTo>
                    <a:lnTo>
                      <a:pt x="911892" y="929917"/>
                    </a:lnTo>
                    <a:lnTo>
                      <a:pt x="911956" y="928325"/>
                    </a:lnTo>
                    <a:lnTo>
                      <a:pt x="912690" y="917595"/>
                    </a:lnTo>
                    <a:lnTo>
                      <a:pt x="913001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2" name="ph7622"/>
              <p:cNvSpPr/>
              <p:nvPr/>
            </p:nvSpPr>
            <p:spPr>
              <a:xfrm>
                <a:off x="202170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3" name="ph7623"/>
              <p:cNvSpPr/>
              <p:nvPr/>
            </p:nvSpPr>
            <p:spPr>
              <a:xfrm>
                <a:off x="20309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4" name="ph7624"/>
              <p:cNvSpPr/>
              <p:nvPr/>
            </p:nvSpPr>
            <p:spPr>
              <a:xfrm>
                <a:off x="20402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5" name="ph7625"/>
              <p:cNvSpPr/>
              <p:nvPr/>
            </p:nvSpPr>
            <p:spPr>
              <a:xfrm>
                <a:off x="20494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6" name="ph7626"/>
              <p:cNvSpPr/>
              <p:nvPr/>
            </p:nvSpPr>
            <p:spPr>
              <a:xfrm>
                <a:off x="205875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7" name="ph7627"/>
              <p:cNvSpPr/>
              <p:nvPr/>
            </p:nvSpPr>
            <p:spPr>
              <a:xfrm>
                <a:off x="20680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8" name="ph7628"/>
              <p:cNvSpPr/>
              <p:nvPr/>
            </p:nvSpPr>
            <p:spPr>
              <a:xfrm>
                <a:off x="20772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9" name="ph7629"/>
              <p:cNvSpPr/>
              <p:nvPr/>
            </p:nvSpPr>
            <p:spPr>
              <a:xfrm>
                <a:off x="20865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0" name="ph7630"/>
              <p:cNvSpPr/>
              <p:nvPr/>
            </p:nvSpPr>
            <p:spPr>
              <a:xfrm>
                <a:off x="20958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1" name="ph7631"/>
              <p:cNvSpPr/>
              <p:nvPr/>
            </p:nvSpPr>
            <p:spPr>
              <a:xfrm>
                <a:off x="210506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2" name="ph7632"/>
              <p:cNvSpPr/>
              <p:nvPr/>
            </p:nvSpPr>
            <p:spPr>
              <a:xfrm>
                <a:off x="21143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3" name="ph7633"/>
              <p:cNvSpPr/>
              <p:nvPr/>
            </p:nvSpPr>
            <p:spPr>
              <a:xfrm>
                <a:off x="21235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4" name="ph7634"/>
              <p:cNvSpPr/>
              <p:nvPr/>
            </p:nvSpPr>
            <p:spPr>
              <a:xfrm>
                <a:off x="213285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5" name="ph7635"/>
              <p:cNvSpPr/>
              <p:nvPr/>
            </p:nvSpPr>
            <p:spPr>
              <a:xfrm>
                <a:off x="214211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6" name="ph7636"/>
              <p:cNvSpPr/>
              <p:nvPr/>
            </p:nvSpPr>
            <p:spPr>
              <a:xfrm>
                <a:off x="215137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7" name="ph7637"/>
              <p:cNvSpPr/>
              <p:nvPr/>
            </p:nvSpPr>
            <p:spPr>
              <a:xfrm>
                <a:off x="216063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8" name="ph7638"/>
              <p:cNvSpPr/>
              <p:nvPr/>
            </p:nvSpPr>
            <p:spPr>
              <a:xfrm>
                <a:off x="216990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9" name="ph7639"/>
              <p:cNvSpPr/>
              <p:nvPr/>
            </p:nvSpPr>
            <p:spPr>
              <a:xfrm>
                <a:off x="217916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0" name="ph7640"/>
              <p:cNvSpPr/>
              <p:nvPr/>
            </p:nvSpPr>
            <p:spPr>
              <a:xfrm>
                <a:off x="218842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1" name="ph7641"/>
              <p:cNvSpPr/>
              <p:nvPr/>
            </p:nvSpPr>
            <p:spPr>
              <a:xfrm>
                <a:off x="21976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2" name="ph7642"/>
              <p:cNvSpPr/>
              <p:nvPr/>
            </p:nvSpPr>
            <p:spPr>
              <a:xfrm>
                <a:off x="22069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3" name="ph7643"/>
              <p:cNvSpPr/>
              <p:nvPr/>
            </p:nvSpPr>
            <p:spPr>
              <a:xfrm>
                <a:off x="22162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4" name="ph7644"/>
              <p:cNvSpPr/>
              <p:nvPr/>
            </p:nvSpPr>
            <p:spPr>
              <a:xfrm>
                <a:off x="222547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5" name="ph7645"/>
              <p:cNvSpPr/>
              <p:nvPr/>
            </p:nvSpPr>
            <p:spPr>
              <a:xfrm>
                <a:off x="22347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6" name="ph7646"/>
              <p:cNvSpPr/>
              <p:nvPr/>
            </p:nvSpPr>
            <p:spPr>
              <a:xfrm>
                <a:off x="22439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7" name="ph7647"/>
              <p:cNvSpPr/>
              <p:nvPr/>
            </p:nvSpPr>
            <p:spPr>
              <a:xfrm>
                <a:off x="2253261" y="1154002"/>
                <a:ext cx="9174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3" y="897161"/>
                    </a:lnTo>
                    <a:lnTo>
                      <a:pt x="915385" y="900542"/>
                    </a:lnTo>
                    <a:lnTo>
                      <a:pt x="917105" y="911496"/>
                    </a:lnTo>
                    <a:lnTo>
                      <a:pt x="917469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8" name="ph7648"/>
              <p:cNvSpPr/>
              <p:nvPr/>
            </p:nvSpPr>
            <p:spPr>
              <a:xfrm>
                <a:off x="3429563" y="11540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208" y="914400"/>
                    </a:lnTo>
                    <a:lnTo>
                      <a:pt x="909712" y="906998"/>
                    </a:lnTo>
                    <a:lnTo>
                      <a:pt x="913848" y="899147"/>
                    </a:lnTo>
                    <a:lnTo>
                      <a:pt x="914400" y="898206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9" name="ph7649"/>
              <p:cNvSpPr/>
              <p:nvPr/>
            </p:nvSpPr>
            <p:spPr>
              <a:xfrm>
                <a:off x="3438825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444"/>
                    </a:lnTo>
                    <a:lnTo>
                      <a:pt x="905749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0" name="ph7650"/>
              <p:cNvSpPr/>
              <p:nvPr/>
            </p:nvSpPr>
            <p:spPr>
              <a:xfrm>
                <a:off x="343882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1" name="ph7651"/>
              <p:cNvSpPr/>
              <p:nvPr/>
            </p:nvSpPr>
            <p:spPr>
              <a:xfrm>
                <a:off x="34480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2" name="ph7652"/>
              <p:cNvSpPr/>
              <p:nvPr/>
            </p:nvSpPr>
            <p:spPr>
              <a:xfrm>
                <a:off x="34573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3" name="ph7653"/>
              <p:cNvSpPr/>
              <p:nvPr/>
            </p:nvSpPr>
            <p:spPr>
              <a:xfrm>
                <a:off x="34666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4" name="ph7654"/>
              <p:cNvSpPr/>
              <p:nvPr/>
            </p:nvSpPr>
            <p:spPr>
              <a:xfrm>
                <a:off x="347587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5" name="ph7655"/>
              <p:cNvSpPr/>
              <p:nvPr/>
            </p:nvSpPr>
            <p:spPr>
              <a:xfrm>
                <a:off x="34851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6" name="ph7656"/>
              <p:cNvSpPr/>
              <p:nvPr/>
            </p:nvSpPr>
            <p:spPr>
              <a:xfrm>
                <a:off x="34943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7" name="ph7657"/>
              <p:cNvSpPr/>
              <p:nvPr/>
            </p:nvSpPr>
            <p:spPr>
              <a:xfrm>
                <a:off x="350366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8" name="ph7658"/>
              <p:cNvSpPr/>
              <p:nvPr/>
            </p:nvSpPr>
            <p:spPr>
              <a:xfrm>
                <a:off x="351292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9" name="ph7659"/>
              <p:cNvSpPr/>
              <p:nvPr/>
            </p:nvSpPr>
            <p:spPr>
              <a:xfrm>
                <a:off x="352218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0" name="ph7660"/>
              <p:cNvSpPr/>
              <p:nvPr/>
            </p:nvSpPr>
            <p:spPr>
              <a:xfrm>
                <a:off x="353144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1" name="ph7661"/>
              <p:cNvSpPr/>
              <p:nvPr/>
            </p:nvSpPr>
            <p:spPr>
              <a:xfrm>
                <a:off x="354071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2" name="ph7662"/>
              <p:cNvSpPr/>
              <p:nvPr/>
            </p:nvSpPr>
            <p:spPr>
              <a:xfrm>
                <a:off x="354997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3" name="ph7663"/>
              <p:cNvSpPr/>
              <p:nvPr/>
            </p:nvSpPr>
            <p:spPr>
              <a:xfrm>
                <a:off x="355923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4" name="ph7664"/>
              <p:cNvSpPr/>
              <p:nvPr/>
            </p:nvSpPr>
            <p:spPr>
              <a:xfrm>
                <a:off x="356849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5" name="ph7665"/>
              <p:cNvSpPr/>
              <p:nvPr/>
            </p:nvSpPr>
            <p:spPr>
              <a:xfrm>
                <a:off x="357775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6" name="ph7666"/>
              <p:cNvSpPr/>
              <p:nvPr/>
            </p:nvSpPr>
            <p:spPr>
              <a:xfrm>
                <a:off x="358702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7" name="ph7667"/>
              <p:cNvSpPr/>
              <p:nvPr/>
            </p:nvSpPr>
            <p:spPr>
              <a:xfrm>
                <a:off x="359628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8" name="ph7668"/>
              <p:cNvSpPr/>
              <p:nvPr/>
            </p:nvSpPr>
            <p:spPr>
              <a:xfrm>
                <a:off x="360554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9" name="ph7669"/>
              <p:cNvSpPr/>
              <p:nvPr/>
            </p:nvSpPr>
            <p:spPr>
              <a:xfrm>
                <a:off x="361480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0" name="ph7670"/>
              <p:cNvSpPr/>
              <p:nvPr/>
            </p:nvSpPr>
            <p:spPr>
              <a:xfrm>
                <a:off x="362407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1" name="ph7671"/>
              <p:cNvSpPr/>
              <p:nvPr/>
            </p:nvSpPr>
            <p:spPr>
              <a:xfrm>
                <a:off x="363333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2" name="ph7672"/>
              <p:cNvSpPr/>
              <p:nvPr/>
            </p:nvSpPr>
            <p:spPr>
              <a:xfrm>
                <a:off x="364259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3" name="ph7673"/>
              <p:cNvSpPr/>
              <p:nvPr/>
            </p:nvSpPr>
            <p:spPr>
              <a:xfrm>
                <a:off x="365185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4" name="ph7674"/>
              <p:cNvSpPr/>
              <p:nvPr/>
            </p:nvSpPr>
            <p:spPr>
              <a:xfrm>
                <a:off x="366111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5" name="ph7675"/>
              <p:cNvSpPr/>
              <p:nvPr/>
            </p:nvSpPr>
            <p:spPr>
              <a:xfrm>
                <a:off x="367038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6" name="ph7676"/>
              <p:cNvSpPr/>
              <p:nvPr/>
            </p:nvSpPr>
            <p:spPr>
              <a:xfrm>
                <a:off x="367964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7" name="ph7677"/>
              <p:cNvSpPr/>
              <p:nvPr/>
            </p:nvSpPr>
            <p:spPr>
              <a:xfrm>
                <a:off x="368890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8" name="ph7678"/>
              <p:cNvSpPr/>
              <p:nvPr/>
            </p:nvSpPr>
            <p:spPr>
              <a:xfrm>
                <a:off x="36981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9" name="ph7679"/>
              <p:cNvSpPr/>
              <p:nvPr/>
            </p:nvSpPr>
            <p:spPr>
              <a:xfrm>
                <a:off x="37074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0" name="ph7680"/>
              <p:cNvSpPr/>
              <p:nvPr/>
            </p:nvSpPr>
            <p:spPr>
              <a:xfrm>
                <a:off x="37166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1" name="ph7681"/>
              <p:cNvSpPr/>
              <p:nvPr/>
            </p:nvSpPr>
            <p:spPr>
              <a:xfrm>
                <a:off x="372595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2" name="ph7682"/>
              <p:cNvSpPr/>
              <p:nvPr/>
            </p:nvSpPr>
            <p:spPr>
              <a:xfrm>
                <a:off x="37352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3" name="ph7683"/>
              <p:cNvSpPr/>
              <p:nvPr/>
            </p:nvSpPr>
            <p:spPr>
              <a:xfrm>
                <a:off x="37444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4" name="ph7684"/>
              <p:cNvSpPr/>
              <p:nvPr/>
            </p:nvSpPr>
            <p:spPr>
              <a:xfrm>
                <a:off x="37537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5" name="ph7685"/>
              <p:cNvSpPr/>
              <p:nvPr/>
            </p:nvSpPr>
            <p:spPr>
              <a:xfrm>
                <a:off x="37630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6" name="ph7686"/>
              <p:cNvSpPr/>
              <p:nvPr/>
            </p:nvSpPr>
            <p:spPr>
              <a:xfrm>
                <a:off x="377226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7" name="ph7687"/>
              <p:cNvSpPr/>
              <p:nvPr/>
            </p:nvSpPr>
            <p:spPr>
              <a:xfrm>
                <a:off x="37815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8" name="ph7688"/>
              <p:cNvSpPr/>
              <p:nvPr/>
            </p:nvSpPr>
            <p:spPr>
              <a:xfrm>
                <a:off x="37907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9" name="ph7689"/>
              <p:cNvSpPr/>
              <p:nvPr/>
            </p:nvSpPr>
            <p:spPr>
              <a:xfrm>
                <a:off x="3800052" y="1154002"/>
                <a:ext cx="9216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8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689" y="897161"/>
                    </a:lnTo>
                    <a:lnTo>
                      <a:pt x="921635" y="899761"/>
                    </a:lnTo>
                    <a:lnTo>
                      <a:pt x="921102" y="910616"/>
                    </a:lnTo>
                    <a:lnTo>
                      <a:pt x="920807" y="914400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0" name="ph7690"/>
              <p:cNvSpPr/>
              <p:nvPr/>
            </p:nvSpPr>
            <p:spPr>
              <a:xfrm>
                <a:off x="2021706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001" y="914400"/>
                    </a:lnTo>
                    <a:lnTo>
                      <a:pt x="913725" y="906951"/>
                    </a:lnTo>
                    <a:lnTo>
                      <a:pt x="914400" y="901622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1" name="ph7691"/>
              <p:cNvSpPr/>
              <p:nvPr/>
            </p:nvSpPr>
            <p:spPr>
              <a:xfrm>
                <a:off x="203096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60"/>
                    </a:lnTo>
                    <a:lnTo>
                      <a:pt x="905702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2" name="ph7692"/>
              <p:cNvSpPr/>
              <p:nvPr/>
            </p:nvSpPr>
            <p:spPr>
              <a:xfrm>
                <a:off x="20309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3" name="ph7693"/>
              <p:cNvSpPr/>
              <p:nvPr/>
            </p:nvSpPr>
            <p:spPr>
              <a:xfrm>
                <a:off x="20402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4" name="ph7694"/>
              <p:cNvSpPr/>
              <p:nvPr/>
            </p:nvSpPr>
            <p:spPr>
              <a:xfrm>
                <a:off x="20494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5" name="ph7695"/>
              <p:cNvSpPr/>
              <p:nvPr/>
            </p:nvSpPr>
            <p:spPr>
              <a:xfrm>
                <a:off x="205875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6" name="ph7696"/>
              <p:cNvSpPr/>
              <p:nvPr/>
            </p:nvSpPr>
            <p:spPr>
              <a:xfrm>
                <a:off x="20680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7" name="ph7697"/>
              <p:cNvSpPr/>
              <p:nvPr/>
            </p:nvSpPr>
            <p:spPr>
              <a:xfrm>
                <a:off x="20772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8" name="ph7698"/>
              <p:cNvSpPr/>
              <p:nvPr/>
            </p:nvSpPr>
            <p:spPr>
              <a:xfrm>
                <a:off x="20865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9" name="ph7699"/>
              <p:cNvSpPr/>
              <p:nvPr/>
            </p:nvSpPr>
            <p:spPr>
              <a:xfrm>
                <a:off x="20958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0" name="ph7700"/>
              <p:cNvSpPr/>
              <p:nvPr/>
            </p:nvSpPr>
            <p:spPr>
              <a:xfrm>
                <a:off x="210506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1" name="ph7701"/>
              <p:cNvSpPr/>
              <p:nvPr/>
            </p:nvSpPr>
            <p:spPr>
              <a:xfrm>
                <a:off x="21143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2" name="ph7702"/>
              <p:cNvSpPr/>
              <p:nvPr/>
            </p:nvSpPr>
            <p:spPr>
              <a:xfrm>
                <a:off x="21235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3" name="ph7703"/>
              <p:cNvSpPr/>
              <p:nvPr/>
            </p:nvSpPr>
            <p:spPr>
              <a:xfrm>
                <a:off x="213285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4" name="ph7704"/>
              <p:cNvSpPr/>
              <p:nvPr/>
            </p:nvSpPr>
            <p:spPr>
              <a:xfrm>
                <a:off x="214211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5" name="ph7705"/>
              <p:cNvSpPr/>
              <p:nvPr/>
            </p:nvSpPr>
            <p:spPr>
              <a:xfrm>
                <a:off x="215137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6" name="ph7706"/>
              <p:cNvSpPr/>
              <p:nvPr/>
            </p:nvSpPr>
            <p:spPr>
              <a:xfrm>
                <a:off x="216063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7" name="ph7707"/>
              <p:cNvSpPr/>
              <p:nvPr/>
            </p:nvSpPr>
            <p:spPr>
              <a:xfrm>
                <a:off x="216990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8" name="ph7708"/>
              <p:cNvSpPr/>
              <p:nvPr/>
            </p:nvSpPr>
            <p:spPr>
              <a:xfrm>
                <a:off x="217916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9" name="ph7709"/>
              <p:cNvSpPr/>
              <p:nvPr/>
            </p:nvSpPr>
            <p:spPr>
              <a:xfrm>
                <a:off x="218842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0" name="ph7710"/>
              <p:cNvSpPr/>
              <p:nvPr/>
            </p:nvSpPr>
            <p:spPr>
              <a:xfrm>
                <a:off x="21976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1" name="ph7711"/>
              <p:cNvSpPr/>
              <p:nvPr/>
            </p:nvSpPr>
            <p:spPr>
              <a:xfrm>
                <a:off x="22069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2" name="ph7712"/>
              <p:cNvSpPr/>
              <p:nvPr/>
            </p:nvSpPr>
            <p:spPr>
              <a:xfrm>
                <a:off x="22162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3" name="ph7713"/>
              <p:cNvSpPr/>
              <p:nvPr/>
            </p:nvSpPr>
            <p:spPr>
              <a:xfrm>
                <a:off x="222547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4" name="ph7714"/>
              <p:cNvSpPr/>
              <p:nvPr/>
            </p:nvSpPr>
            <p:spPr>
              <a:xfrm>
                <a:off x="22347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5" name="ph7715"/>
              <p:cNvSpPr/>
              <p:nvPr/>
            </p:nvSpPr>
            <p:spPr>
              <a:xfrm>
                <a:off x="2253261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434" y="897161"/>
                    </a:lnTo>
                    <a:lnTo>
                      <a:pt x="912814" y="902253"/>
                    </a:lnTo>
                    <a:lnTo>
                      <a:pt x="913003" y="905373"/>
                    </a:lnTo>
                    <a:lnTo>
                      <a:pt x="913081" y="905753"/>
                    </a:lnTo>
                    <a:lnTo>
                      <a:pt x="913169" y="906175"/>
                    </a:lnTo>
                    <a:lnTo>
                      <a:pt x="913256" y="906598"/>
                    </a:lnTo>
                    <a:lnTo>
                      <a:pt x="913343" y="907020"/>
                    </a:lnTo>
                    <a:lnTo>
                      <a:pt x="914400" y="912587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6" name="ph7716"/>
              <p:cNvSpPr/>
              <p:nvPr/>
            </p:nvSpPr>
            <p:spPr>
              <a:xfrm>
                <a:off x="2253261" y="1136763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2587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7" name="ph7717"/>
              <p:cNvSpPr/>
              <p:nvPr/>
            </p:nvSpPr>
            <p:spPr>
              <a:xfrm>
                <a:off x="3438825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749" y="914400"/>
                    </a:lnTo>
                    <a:lnTo>
                      <a:pt x="908939" y="908956"/>
                    </a:lnTo>
                    <a:lnTo>
                      <a:pt x="913498" y="901966"/>
                    </a:lnTo>
                    <a:lnTo>
                      <a:pt x="914400" y="90072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8" name="ph7718"/>
              <p:cNvSpPr/>
              <p:nvPr/>
            </p:nvSpPr>
            <p:spPr>
              <a:xfrm>
                <a:off x="344808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967"/>
                    </a:lnTo>
                    <a:lnTo>
                      <a:pt x="907734" y="914400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9" name="ph7719"/>
              <p:cNvSpPr/>
              <p:nvPr/>
            </p:nvSpPr>
            <p:spPr>
              <a:xfrm>
                <a:off x="34480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0" name="ph7720"/>
              <p:cNvSpPr/>
              <p:nvPr/>
            </p:nvSpPr>
            <p:spPr>
              <a:xfrm>
                <a:off x="34573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1" name="ph7721"/>
              <p:cNvSpPr/>
              <p:nvPr/>
            </p:nvSpPr>
            <p:spPr>
              <a:xfrm>
                <a:off x="34666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2" name="ph7722"/>
              <p:cNvSpPr/>
              <p:nvPr/>
            </p:nvSpPr>
            <p:spPr>
              <a:xfrm>
                <a:off x="347587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3" name="ph7723"/>
              <p:cNvSpPr/>
              <p:nvPr/>
            </p:nvSpPr>
            <p:spPr>
              <a:xfrm>
                <a:off x="34851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4" name="ph7724"/>
              <p:cNvSpPr/>
              <p:nvPr/>
            </p:nvSpPr>
            <p:spPr>
              <a:xfrm>
                <a:off x="349439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5" name="ph7725"/>
              <p:cNvSpPr/>
              <p:nvPr/>
            </p:nvSpPr>
            <p:spPr>
              <a:xfrm>
                <a:off x="350366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6" name="ph7726"/>
              <p:cNvSpPr/>
              <p:nvPr/>
            </p:nvSpPr>
            <p:spPr>
              <a:xfrm>
                <a:off x="351292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7" name="ph7727"/>
              <p:cNvSpPr/>
              <p:nvPr/>
            </p:nvSpPr>
            <p:spPr>
              <a:xfrm>
                <a:off x="352218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8" name="ph7728"/>
              <p:cNvSpPr/>
              <p:nvPr/>
            </p:nvSpPr>
            <p:spPr>
              <a:xfrm>
                <a:off x="353144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9" name="ph7729"/>
              <p:cNvSpPr/>
              <p:nvPr/>
            </p:nvSpPr>
            <p:spPr>
              <a:xfrm>
                <a:off x="354071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0" name="ph7730"/>
              <p:cNvSpPr/>
              <p:nvPr/>
            </p:nvSpPr>
            <p:spPr>
              <a:xfrm>
                <a:off x="354997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1" name="ph7731"/>
              <p:cNvSpPr/>
              <p:nvPr/>
            </p:nvSpPr>
            <p:spPr>
              <a:xfrm>
                <a:off x="355923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2" name="ph7732"/>
              <p:cNvSpPr/>
              <p:nvPr/>
            </p:nvSpPr>
            <p:spPr>
              <a:xfrm>
                <a:off x="356849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3" name="ph7733"/>
              <p:cNvSpPr/>
              <p:nvPr/>
            </p:nvSpPr>
            <p:spPr>
              <a:xfrm>
                <a:off x="357775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4" name="ph7734"/>
              <p:cNvSpPr/>
              <p:nvPr/>
            </p:nvSpPr>
            <p:spPr>
              <a:xfrm>
                <a:off x="358702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5" name="ph7735"/>
              <p:cNvSpPr/>
              <p:nvPr/>
            </p:nvSpPr>
            <p:spPr>
              <a:xfrm>
                <a:off x="359628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6" name="ph7736"/>
              <p:cNvSpPr/>
              <p:nvPr/>
            </p:nvSpPr>
            <p:spPr>
              <a:xfrm>
                <a:off x="360554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7" name="ph7737"/>
              <p:cNvSpPr/>
              <p:nvPr/>
            </p:nvSpPr>
            <p:spPr>
              <a:xfrm>
                <a:off x="361480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8" name="ph7738"/>
              <p:cNvSpPr/>
              <p:nvPr/>
            </p:nvSpPr>
            <p:spPr>
              <a:xfrm>
                <a:off x="362407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9" name="ph7739"/>
              <p:cNvSpPr/>
              <p:nvPr/>
            </p:nvSpPr>
            <p:spPr>
              <a:xfrm>
                <a:off x="363333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0" name="ph7740"/>
              <p:cNvSpPr/>
              <p:nvPr/>
            </p:nvSpPr>
            <p:spPr>
              <a:xfrm>
                <a:off x="364259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1" name="ph7741"/>
              <p:cNvSpPr/>
              <p:nvPr/>
            </p:nvSpPr>
            <p:spPr>
              <a:xfrm>
                <a:off x="365185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2" name="ph7742"/>
              <p:cNvSpPr/>
              <p:nvPr/>
            </p:nvSpPr>
            <p:spPr>
              <a:xfrm>
                <a:off x="366111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3" name="ph7743"/>
              <p:cNvSpPr/>
              <p:nvPr/>
            </p:nvSpPr>
            <p:spPr>
              <a:xfrm>
                <a:off x="367038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4" name="ph7744"/>
              <p:cNvSpPr/>
              <p:nvPr/>
            </p:nvSpPr>
            <p:spPr>
              <a:xfrm>
                <a:off x="367964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5" name="ph7745"/>
              <p:cNvSpPr/>
              <p:nvPr/>
            </p:nvSpPr>
            <p:spPr>
              <a:xfrm>
                <a:off x="368890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6" name="ph7746"/>
              <p:cNvSpPr/>
              <p:nvPr/>
            </p:nvSpPr>
            <p:spPr>
              <a:xfrm>
                <a:off x="36981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7" name="ph7747"/>
              <p:cNvSpPr/>
              <p:nvPr/>
            </p:nvSpPr>
            <p:spPr>
              <a:xfrm>
                <a:off x="37074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8" name="ph7748"/>
              <p:cNvSpPr/>
              <p:nvPr/>
            </p:nvSpPr>
            <p:spPr>
              <a:xfrm>
                <a:off x="37166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9" name="ph7749"/>
              <p:cNvSpPr/>
              <p:nvPr/>
            </p:nvSpPr>
            <p:spPr>
              <a:xfrm>
                <a:off x="372595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0" name="ph7750"/>
              <p:cNvSpPr/>
              <p:nvPr/>
            </p:nvSpPr>
            <p:spPr>
              <a:xfrm>
                <a:off x="37352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1" name="ph7751"/>
              <p:cNvSpPr/>
              <p:nvPr/>
            </p:nvSpPr>
            <p:spPr>
              <a:xfrm>
                <a:off x="37444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2" name="ph7752"/>
              <p:cNvSpPr/>
              <p:nvPr/>
            </p:nvSpPr>
            <p:spPr>
              <a:xfrm>
                <a:off x="37537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3" name="ph7753"/>
              <p:cNvSpPr/>
              <p:nvPr/>
            </p:nvSpPr>
            <p:spPr>
              <a:xfrm>
                <a:off x="37630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4" name="ph7754"/>
              <p:cNvSpPr/>
              <p:nvPr/>
            </p:nvSpPr>
            <p:spPr>
              <a:xfrm>
                <a:off x="377226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5" name="ph7755"/>
              <p:cNvSpPr/>
              <p:nvPr/>
            </p:nvSpPr>
            <p:spPr>
              <a:xfrm>
                <a:off x="37815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6" name="ph7756"/>
              <p:cNvSpPr/>
              <p:nvPr/>
            </p:nvSpPr>
            <p:spPr>
              <a:xfrm>
                <a:off x="37907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7" name="ph7757"/>
              <p:cNvSpPr/>
              <p:nvPr/>
            </p:nvSpPr>
            <p:spPr>
              <a:xfrm>
                <a:off x="3800052" y="1136763"/>
                <a:ext cx="921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6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93" y="897161"/>
                    </a:lnTo>
                    <a:lnTo>
                      <a:pt x="921861" y="906108"/>
                    </a:lnTo>
                    <a:lnTo>
                      <a:pt x="921689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8" name="ph7758"/>
              <p:cNvSpPr/>
              <p:nvPr/>
            </p:nvSpPr>
            <p:spPr>
              <a:xfrm>
                <a:off x="2030968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02" y="931638"/>
                    </a:lnTo>
                    <a:lnTo>
                      <a:pt x="905795" y="930900"/>
                    </a:lnTo>
                    <a:lnTo>
                      <a:pt x="907421" y="920515"/>
                    </a:lnTo>
                    <a:lnTo>
                      <a:pt x="908568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9" name="ph7759"/>
              <p:cNvSpPr/>
              <p:nvPr/>
            </p:nvSpPr>
            <p:spPr>
              <a:xfrm>
                <a:off x="20309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0" name="ph7760"/>
              <p:cNvSpPr/>
              <p:nvPr/>
            </p:nvSpPr>
            <p:spPr>
              <a:xfrm>
                <a:off x="20402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1" name="ph7761"/>
              <p:cNvSpPr/>
              <p:nvPr/>
            </p:nvSpPr>
            <p:spPr>
              <a:xfrm>
                <a:off x="20494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2" name="ph7762"/>
              <p:cNvSpPr/>
              <p:nvPr/>
            </p:nvSpPr>
            <p:spPr>
              <a:xfrm>
                <a:off x="205875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3" name="ph7763"/>
              <p:cNvSpPr/>
              <p:nvPr/>
            </p:nvSpPr>
            <p:spPr>
              <a:xfrm>
                <a:off x="20680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4" name="ph7764"/>
              <p:cNvSpPr/>
              <p:nvPr/>
            </p:nvSpPr>
            <p:spPr>
              <a:xfrm>
                <a:off x="20772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5" name="ph7765"/>
              <p:cNvSpPr/>
              <p:nvPr/>
            </p:nvSpPr>
            <p:spPr>
              <a:xfrm>
                <a:off x="20865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6" name="ph7766"/>
              <p:cNvSpPr/>
              <p:nvPr/>
            </p:nvSpPr>
            <p:spPr>
              <a:xfrm>
                <a:off x="20958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7" name="ph7767"/>
              <p:cNvSpPr/>
              <p:nvPr/>
            </p:nvSpPr>
            <p:spPr>
              <a:xfrm>
                <a:off x="210506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8" name="ph7768"/>
              <p:cNvSpPr/>
              <p:nvPr/>
            </p:nvSpPr>
            <p:spPr>
              <a:xfrm>
                <a:off x="21143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9" name="ph7769"/>
              <p:cNvSpPr/>
              <p:nvPr/>
            </p:nvSpPr>
            <p:spPr>
              <a:xfrm>
                <a:off x="21235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0" name="ph7770"/>
              <p:cNvSpPr/>
              <p:nvPr/>
            </p:nvSpPr>
            <p:spPr>
              <a:xfrm>
                <a:off x="213285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1" name="ph7771"/>
              <p:cNvSpPr/>
              <p:nvPr/>
            </p:nvSpPr>
            <p:spPr>
              <a:xfrm>
                <a:off x="214211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2" name="ph7772"/>
              <p:cNvSpPr/>
              <p:nvPr/>
            </p:nvSpPr>
            <p:spPr>
              <a:xfrm>
                <a:off x="215137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3" name="ph7773"/>
              <p:cNvSpPr/>
              <p:nvPr/>
            </p:nvSpPr>
            <p:spPr>
              <a:xfrm>
                <a:off x="216063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4" name="ph7774"/>
              <p:cNvSpPr/>
              <p:nvPr/>
            </p:nvSpPr>
            <p:spPr>
              <a:xfrm>
                <a:off x="216990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5" name="ph7775"/>
              <p:cNvSpPr/>
              <p:nvPr/>
            </p:nvSpPr>
            <p:spPr>
              <a:xfrm>
                <a:off x="217916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6" name="ph7776"/>
              <p:cNvSpPr/>
              <p:nvPr/>
            </p:nvSpPr>
            <p:spPr>
              <a:xfrm>
                <a:off x="218842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7" name="ph7777"/>
              <p:cNvSpPr/>
              <p:nvPr/>
            </p:nvSpPr>
            <p:spPr>
              <a:xfrm>
                <a:off x="219768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8" name="ph7778"/>
              <p:cNvSpPr/>
              <p:nvPr/>
            </p:nvSpPr>
            <p:spPr>
              <a:xfrm>
                <a:off x="22069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9" name="ph7779"/>
              <p:cNvSpPr/>
              <p:nvPr/>
            </p:nvSpPr>
            <p:spPr>
              <a:xfrm>
                <a:off x="22162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0" name="ph7780"/>
              <p:cNvSpPr/>
              <p:nvPr/>
            </p:nvSpPr>
            <p:spPr>
              <a:xfrm>
                <a:off x="222547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1" name="ph7781"/>
              <p:cNvSpPr/>
              <p:nvPr/>
            </p:nvSpPr>
            <p:spPr>
              <a:xfrm>
                <a:off x="22347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2" name="ph7782"/>
              <p:cNvSpPr/>
              <p:nvPr/>
            </p:nvSpPr>
            <p:spPr>
              <a:xfrm>
                <a:off x="2243999" y="1119525"/>
                <a:ext cx="9216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9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043" y="897161"/>
                    </a:lnTo>
                    <a:lnTo>
                      <a:pt x="920177" y="898174"/>
                    </a:lnTo>
                    <a:lnTo>
                      <a:pt x="921277" y="908787"/>
                    </a:lnTo>
                    <a:lnTo>
                      <a:pt x="921696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3" name="ph7783"/>
              <p:cNvSpPr/>
              <p:nvPr/>
            </p:nvSpPr>
            <p:spPr>
              <a:xfrm>
                <a:off x="3448088" y="11195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34" y="914400"/>
                    </a:lnTo>
                    <a:lnTo>
                      <a:pt x="908989" y="912676"/>
                    </a:lnTo>
                    <a:lnTo>
                      <a:pt x="913921" y="906627"/>
                    </a:lnTo>
                    <a:lnTo>
                      <a:pt x="914400" y="906105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4" name="ph7784"/>
              <p:cNvSpPr/>
              <p:nvPr/>
            </p:nvSpPr>
            <p:spPr>
              <a:xfrm>
                <a:off x="3457350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44"/>
                    </a:lnTo>
                    <a:lnTo>
                      <a:pt x="909756" y="918312"/>
                    </a:lnTo>
                    <a:lnTo>
                      <a:pt x="913830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5" name="ph7785"/>
              <p:cNvSpPr/>
              <p:nvPr/>
            </p:nvSpPr>
            <p:spPr>
              <a:xfrm>
                <a:off x="34573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6" name="ph7786"/>
              <p:cNvSpPr/>
              <p:nvPr/>
            </p:nvSpPr>
            <p:spPr>
              <a:xfrm>
                <a:off x="34666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7" name="ph7787"/>
              <p:cNvSpPr/>
              <p:nvPr/>
            </p:nvSpPr>
            <p:spPr>
              <a:xfrm>
                <a:off x="347587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8" name="ph7788"/>
              <p:cNvSpPr/>
              <p:nvPr/>
            </p:nvSpPr>
            <p:spPr>
              <a:xfrm>
                <a:off x="34851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9" name="ph7789"/>
              <p:cNvSpPr/>
              <p:nvPr/>
            </p:nvSpPr>
            <p:spPr>
              <a:xfrm>
                <a:off x="349439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0" name="ph7790"/>
              <p:cNvSpPr/>
              <p:nvPr/>
            </p:nvSpPr>
            <p:spPr>
              <a:xfrm>
                <a:off x="350366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1" name="ph7791"/>
              <p:cNvSpPr/>
              <p:nvPr/>
            </p:nvSpPr>
            <p:spPr>
              <a:xfrm>
                <a:off x="351292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2" name="ph7792"/>
              <p:cNvSpPr/>
              <p:nvPr/>
            </p:nvSpPr>
            <p:spPr>
              <a:xfrm>
                <a:off x="352218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3" name="ph7793"/>
              <p:cNvSpPr/>
              <p:nvPr/>
            </p:nvSpPr>
            <p:spPr>
              <a:xfrm>
                <a:off x="353144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4" name="ph7794"/>
              <p:cNvSpPr/>
              <p:nvPr/>
            </p:nvSpPr>
            <p:spPr>
              <a:xfrm>
                <a:off x="354071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5" name="ph7795"/>
              <p:cNvSpPr/>
              <p:nvPr/>
            </p:nvSpPr>
            <p:spPr>
              <a:xfrm>
                <a:off x="354997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6" name="ph7796"/>
              <p:cNvSpPr/>
              <p:nvPr/>
            </p:nvSpPr>
            <p:spPr>
              <a:xfrm>
                <a:off x="355923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7" name="ph7797"/>
              <p:cNvSpPr/>
              <p:nvPr/>
            </p:nvSpPr>
            <p:spPr>
              <a:xfrm>
                <a:off x="356849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8" name="ph7798"/>
              <p:cNvSpPr/>
              <p:nvPr/>
            </p:nvSpPr>
            <p:spPr>
              <a:xfrm>
                <a:off x="357775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9" name="ph7799"/>
              <p:cNvSpPr/>
              <p:nvPr/>
            </p:nvSpPr>
            <p:spPr>
              <a:xfrm>
                <a:off x="358702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0" name="ph7800"/>
              <p:cNvSpPr/>
              <p:nvPr/>
            </p:nvSpPr>
            <p:spPr>
              <a:xfrm>
                <a:off x="359628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1" name="ph7801"/>
              <p:cNvSpPr/>
              <p:nvPr/>
            </p:nvSpPr>
            <p:spPr>
              <a:xfrm>
                <a:off x="360554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2" name="ph7802"/>
              <p:cNvSpPr/>
              <p:nvPr/>
            </p:nvSpPr>
            <p:spPr>
              <a:xfrm>
                <a:off x="361480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3" name="ph7803"/>
              <p:cNvSpPr/>
              <p:nvPr/>
            </p:nvSpPr>
            <p:spPr>
              <a:xfrm>
                <a:off x="362407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4" name="ph7804"/>
              <p:cNvSpPr/>
              <p:nvPr/>
            </p:nvSpPr>
            <p:spPr>
              <a:xfrm>
                <a:off x="363333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5" name="ph7805"/>
              <p:cNvSpPr/>
              <p:nvPr/>
            </p:nvSpPr>
            <p:spPr>
              <a:xfrm>
                <a:off x="364259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6" name="ph7806"/>
              <p:cNvSpPr/>
              <p:nvPr/>
            </p:nvSpPr>
            <p:spPr>
              <a:xfrm>
                <a:off x="365185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7" name="ph7807"/>
              <p:cNvSpPr/>
              <p:nvPr/>
            </p:nvSpPr>
            <p:spPr>
              <a:xfrm>
                <a:off x="366111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8" name="ph7808"/>
              <p:cNvSpPr/>
              <p:nvPr/>
            </p:nvSpPr>
            <p:spPr>
              <a:xfrm>
                <a:off x="367038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9" name="ph7809"/>
              <p:cNvSpPr/>
              <p:nvPr/>
            </p:nvSpPr>
            <p:spPr>
              <a:xfrm>
                <a:off x="367964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0" name="ph7810"/>
              <p:cNvSpPr/>
              <p:nvPr/>
            </p:nvSpPr>
            <p:spPr>
              <a:xfrm>
                <a:off x="368890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1" name="ph7811"/>
              <p:cNvSpPr/>
              <p:nvPr/>
            </p:nvSpPr>
            <p:spPr>
              <a:xfrm>
                <a:off x="36981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2" name="ph7812"/>
              <p:cNvSpPr/>
              <p:nvPr/>
            </p:nvSpPr>
            <p:spPr>
              <a:xfrm>
                <a:off x="37074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3" name="ph7813"/>
              <p:cNvSpPr/>
              <p:nvPr/>
            </p:nvSpPr>
            <p:spPr>
              <a:xfrm>
                <a:off x="37166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4" name="ph7814"/>
              <p:cNvSpPr/>
              <p:nvPr/>
            </p:nvSpPr>
            <p:spPr>
              <a:xfrm>
                <a:off x="372595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5" name="ph7815"/>
              <p:cNvSpPr/>
              <p:nvPr/>
            </p:nvSpPr>
            <p:spPr>
              <a:xfrm>
                <a:off x="37352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6" name="ph7816"/>
              <p:cNvSpPr/>
              <p:nvPr/>
            </p:nvSpPr>
            <p:spPr>
              <a:xfrm>
                <a:off x="37444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7" name="ph7817"/>
              <p:cNvSpPr/>
              <p:nvPr/>
            </p:nvSpPr>
            <p:spPr>
              <a:xfrm>
                <a:off x="37537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8" name="ph7818"/>
              <p:cNvSpPr/>
              <p:nvPr/>
            </p:nvSpPr>
            <p:spPr>
              <a:xfrm>
                <a:off x="37630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9" name="ph7819"/>
              <p:cNvSpPr/>
              <p:nvPr/>
            </p:nvSpPr>
            <p:spPr>
              <a:xfrm>
                <a:off x="377226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0" name="ph7820"/>
              <p:cNvSpPr/>
              <p:nvPr/>
            </p:nvSpPr>
            <p:spPr>
              <a:xfrm>
                <a:off x="37815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1" name="ph7821"/>
              <p:cNvSpPr/>
              <p:nvPr/>
            </p:nvSpPr>
            <p:spPr>
              <a:xfrm>
                <a:off x="37907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2" name="ph7822"/>
              <p:cNvSpPr/>
              <p:nvPr/>
            </p:nvSpPr>
            <p:spPr>
              <a:xfrm>
                <a:off x="3800052" y="1119525"/>
                <a:ext cx="9217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102" y="897161"/>
                    </a:lnTo>
                    <a:lnTo>
                      <a:pt x="921387" y="901573"/>
                    </a:lnTo>
                    <a:lnTo>
                      <a:pt x="921778" y="912448"/>
                    </a:lnTo>
                    <a:lnTo>
                      <a:pt x="921793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3" name="ph7823"/>
              <p:cNvSpPr/>
              <p:nvPr/>
            </p:nvSpPr>
            <p:spPr>
              <a:xfrm>
                <a:off x="2030968" y="10850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568" y="931638"/>
                    </a:lnTo>
                    <a:lnTo>
                      <a:pt x="909337" y="927541"/>
                    </a:lnTo>
                    <a:lnTo>
                      <a:pt x="911536" y="917529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4" name="ph7824"/>
              <p:cNvSpPr/>
              <p:nvPr/>
            </p:nvSpPr>
            <p:spPr>
              <a:xfrm>
                <a:off x="20309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5" name="ph7825"/>
              <p:cNvSpPr/>
              <p:nvPr/>
            </p:nvSpPr>
            <p:spPr>
              <a:xfrm>
                <a:off x="20402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6" name="ph7826"/>
              <p:cNvSpPr/>
              <p:nvPr/>
            </p:nvSpPr>
            <p:spPr>
              <a:xfrm>
                <a:off x="20494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7" name="ph7827"/>
              <p:cNvSpPr/>
              <p:nvPr/>
            </p:nvSpPr>
            <p:spPr>
              <a:xfrm>
                <a:off x="205875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8" name="ph7828"/>
              <p:cNvSpPr/>
              <p:nvPr/>
            </p:nvSpPr>
            <p:spPr>
              <a:xfrm>
                <a:off x="20680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9" name="ph7829"/>
              <p:cNvSpPr/>
              <p:nvPr/>
            </p:nvSpPr>
            <p:spPr>
              <a:xfrm>
                <a:off x="20772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0" name="ph7830"/>
              <p:cNvSpPr/>
              <p:nvPr/>
            </p:nvSpPr>
            <p:spPr>
              <a:xfrm>
                <a:off x="20865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1" name="ph7831"/>
              <p:cNvSpPr/>
              <p:nvPr/>
            </p:nvSpPr>
            <p:spPr>
              <a:xfrm>
                <a:off x="20958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2" name="ph7832"/>
              <p:cNvSpPr/>
              <p:nvPr/>
            </p:nvSpPr>
            <p:spPr>
              <a:xfrm>
                <a:off x="210506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3" name="ph7833"/>
              <p:cNvSpPr/>
              <p:nvPr/>
            </p:nvSpPr>
            <p:spPr>
              <a:xfrm>
                <a:off x="21143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4" name="ph7834"/>
              <p:cNvSpPr/>
              <p:nvPr/>
            </p:nvSpPr>
            <p:spPr>
              <a:xfrm>
                <a:off x="21235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5" name="ph7835"/>
              <p:cNvSpPr/>
              <p:nvPr/>
            </p:nvSpPr>
            <p:spPr>
              <a:xfrm>
                <a:off x="213285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6" name="ph7836"/>
              <p:cNvSpPr/>
              <p:nvPr/>
            </p:nvSpPr>
            <p:spPr>
              <a:xfrm>
                <a:off x="214211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7" name="ph7837"/>
              <p:cNvSpPr/>
              <p:nvPr/>
            </p:nvSpPr>
            <p:spPr>
              <a:xfrm>
                <a:off x="215137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8" name="ph7838"/>
              <p:cNvSpPr/>
              <p:nvPr/>
            </p:nvSpPr>
            <p:spPr>
              <a:xfrm>
                <a:off x="216063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9" name="ph7839"/>
              <p:cNvSpPr/>
              <p:nvPr/>
            </p:nvSpPr>
            <p:spPr>
              <a:xfrm>
                <a:off x="216990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0" name="ph7840"/>
              <p:cNvSpPr/>
              <p:nvPr/>
            </p:nvSpPr>
            <p:spPr>
              <a:xfrm>
                <a:off x="217916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1" name="ph7841"/>
              <p:cNvSpPr/>
              <p:nvPr/>
            </p:nvSpPr>
            <p:spPr>
              <a:xfrm>
                <a:off x="218842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2" name="ph7842"/>
              <p:cNvSpPr/>
              <p:nvPr/>
            </p:nvSpPr>
            <p:spPr>
              <a:xfrm>
                <a:off x="219768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3" name="ph7843"/>
              <p:cNvSpPr/>
              <p:nvPr/>
            </p:nvSpPr>
            <p:spPr>
              <a:xfrm>
                <a:off x="220695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4" name="ph7844"/>
              <p:cNvSpPr/>
              <p:nvPr/>
            </p:nvSpPr>
            <p:spPr>
              <a:xfrm>
                <a:off x="22162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5" name="ph7845"/>
              <p:cNvSpPr/>
              <p:nvPr/>
            </p:nvSpPr>
            <p:spPr>
              <a:xfrm>
                <a:off x="222547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6" name="ph7846"/>
              <p:cNvSpPr/>
              <p:nvPr/>
            </p:nvSpPr>
            <p:spPr>
              <a:xfrm>
                <a:off x="22347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7" name="ph7847"/>
              <p:cNvSpPr/>
              <p:nvPr/>
            </p:nvSpPr>
            <p:spPr>
              <a:xfrm>
                <a:off x="2243999" y="1102287"/>
                <a:ext cx="9200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4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15" y="897161"/>
                    </a:lnTo>
                    <a:lnTo>
                      <a:pt x="918782" y="904920"/>
                    </a:lnTo>
                    <a:lnTo>
                      <a:pt x="920043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8" name="ph7848"/>
              <p:cNvSpPr/>
              <p:nvPr/>
            </p:nvSpPr>
            <p:spPr>
              <a:xfrm>
                <a:off x="3429563" y="1085048"/>
                <a:ext cx="914400" cy="91464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5">
                    <a:moveTo>
                      <a:pt x="914400" y="914400"/>
                    </a:moveTo>
                    <a:lnTo>
                      <a:pt x="914400" y="914645"/>
                    </a:lnTo>
                    <a:lnTo>
                      <a:pt x="913674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9" name="ph7849"/>
              <p:cNvSpPr/>
              <p:nvPr/>
            </p:nvSpPr>
            <p:spPr>
              <a:xfrm>
                <a:off x="3429563" y="1085048"/>
                <a:ext cx="923662" cy="9171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19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8" y="917195"/>
                    </a:lnTo>
                    <a:lnTo>
                      <a:pt x="917931" y="915838"/>
                    </a:lnTo>
                    <a:lnTo>
                      <a:pt x="914400" y="914645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0" name="ph7850"/>
              <p:cNvSpPr/>
              <p:nvPr/>
            </p:nvSpPr>
            <p:spPr>
              <a:xfrm>
                <a:off x="3438825" y="1085048"/>
                <a:ext cx="923662" cy="91818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18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184"/>
                    </a:lnTo>
                    <a:lnTo>
                      <a:pt x="920013" y="918010"/>
                    </a:lnTo>
                    <a:lnTo>
                      <a:pt x="914400" y="917206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1" name="ph7851"/>
              <p:cNvSpPr/>
              <p:nvPr/>
            </p:nvSpPr>
            <p:spPr>
              <a:xfrm>
                <a:off x="3457350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30" y="914400"/>
                    </a:lnTo>
                    <a:lnTo>
                      <a:pt x="914400" y="913853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2" name="ph7852"/>
              <p:cNvSpPr/>
              <p:nvPr/>
            </p:nvSpPr>
            <p:spPr>
              <a:xfrm>
                <a:off x="3448088" y="1085048"/>
                <a:ext cx="923662" cy="9182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64"/>
                    </a:lnTo>
                    <a:lnTo>
                      <a:pt x="922156" y="918008"/>
                    </a:lnTo>
                    <a:lnTo>
                      <a:pt x="916454" y="918282"/>
                    </a:lnTo>
                    <a:lnTo>
                      <a:pt x="914400" y="918184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3" name="ph7853"/>
              <p:cNvSpPr/>
              <p:nvPr/>
            </p:nvSpPr>
            <p:spPr>
              <a:xfrm>
                <a:off x="3466612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853"/>
                    </a:lnTo>
                    <a:lnTo>
                      <a:pt x="905743" y="913271"/>
                    </a:lnTo>
                    <a:lnTo>
                      <a:pt x="911129" y="908755"/>
                    </a:lnTo>
                    <a:lnTo>
                      <a:pt x="914400" y="906394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4" name="ph7854"/>
              <p:cNvSpPr/>
              <p:nvPr/>
            </p:nvSpPr>
            <p:spPr>
              <a:xfrm>
                <a:off x="3457350" y="1085048"/>
                <a:ext cx="923662" cy="91786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86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980"/>
                    </a:lnTo>
                    <a:lnTo>
                      <a:pt x="922239" y="917116"/>
                    </a:lnTo>
                    <a:lnTo>
                      <a:pt x="920371" y="917294"/>
                    </a:lnTo>
                    <a:lnTo>
                      <a:pt x="918502" y="917472"/>
                    </a:lnTo>
                    <a:lnTo>
                      <a:pt x="916634" y="917650"/>
                    </a:lnTo>
                    <a:lnTo>
                      <a:pt x="914766" y="917829"/>
                    </a:lnTo>
                    <a:lnTo>
                      <a:pt x="914400" y="917864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5" name="ph7855"/>
              <p:cNvSpPr/>
              <p:nvPr/>
            </p:nvSpPr>
            <p:spPr>
              <a:xfrm>
                <a:off x="34666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lnTo>
                      <a:pt x="914400" y="923632"/>
                    </a:lnTo>
                    <a:lnTo>
                      <a:pt x="916636" y="922017"/>
                    </a:lnTo>
                    <a:lnTo>
                      <a:pt x="916924" y="921826"/>
                    </a:lnTo>
                    <a:lnTo>
                      <a:pt x="917214" y="921633"/>
                    </a:lnTo>
                    <a:lnTo>
                      <a:pt x="917504" y="921440"/>
                    </a:lnTo>
                    <a:lnTo>
                      <a:pt x="917794" y="921247"/>
                    </a:lnTo>
                    <a:lnTo>
                      <a:pt x="918084" y="921053"/>
                    </a:lnTo>
                    <a:lnTo>
                      <a:pt x="918374" y="920860"/>
                    </a:lnTo>
                    <a:lnTo>
                      <a:pt x="918664" y="920667"/>
                    </a:lnTo>
                    <a:lnTo>
                      <a:pt x="918954" y="920474"/>
                    </a:lnTo>
                    <a:lnTo>
                      <a:pt x="919244" y="920281"/>
                    </a:lnTo>
                    <a:lnTo>
                      <a:pt x="919534" y="920088"/>
                    </a:lnTo>
                    <a:lnTo>
                      <a:pt x="919825" y="919895"/>
                    </a:lnTo>
                    <a:lnTo>
                      <a:pt x="920115" y="919702"/>
                    </a:lnTo>
                    <a:lnTo>
                      <a:pt x="920405" y="919509"/>
                    </a:lnTo>
                    <a:lnTo>
                      <a:pt x="920695" y="919316"/>
                    </a:lnTo>
                    <a:lnTo>
                      <a:pt x="920985" y="919123"/>
                    </a:lnTo>
                    <a:lnTo>
                      <a:pt x="921275" y="918930"/>
                    </a:lnTo>
                    <a:lnTo>
                      <a:pt x="921566" y="918737"/>
                    </a:lnTo>
                    <a:lnTo>
                      <a:pt x="921856" y="918544"/>
                    </a:lnTo>
                    <a:lnTo>
                      <a:pt x="922073" y="918400"/>
                    </a:lnTo>
                    <a:lnTo>
                      <a:pt x="920926" y="916934"/>
                    </a:lnTo>
                    <a:lnTo>
                      <a:pt x="920444" y="916318"/>
                    </a:lnTo>
                    <a:lnTo>
                      <a:pt x="918586" y="916583"/>
                    </a:lnTo>
                    <a:lnTo>
                      <a:pt x="916714" y="916761"/>
                    </a:lnTo>
                    <a:lnTo>
                      <a:pt x="914845" y="916938"/>
                    </a:lnTo>
                    <a:lnTo>
                      <a:pt x="914400" y="916980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6" name="ph7856"/>
              <p:cNvSpPr/>
              <p:nvPr/>
            </p:nvSpPr>
            <p:spPr>
              <a:xfrm>
                <a:off x="347587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7" name="ph7857"/>
              <p:cNvSpPr/>
              <p:nvPr/>
            </p:nvSpPr>
            <p:spPr>
              <a:xfrm>
                <a:off x="34851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8" name="ph7858"/>
              <p:cNvSpPr/>
              <p:nvPr/>
            </p:nvSpPr>
            <p:spPr>
              <a:xfrm>
                <a:off x="349439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9" name="ph7859"/>
              <p:cNvSpPr/>
              <p:nvPr/>
            </p:nvSpPr>
            <p:spPr>
              <a:xfrm>
                <a:off x="350366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0" name="ph7860"/>
              <p:cNvSpPr/>
              <p:nvPr/>
            </p:nvSpPr>
            <p:spPr>
              <a:xfrm>
                <a:off x="351292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1" name="ph7861"/>
              <p:cNvSpPr/>
              <p:nvPr/>
            </p:nvSpPr>
            <p:spPr>
              <a:xfrm>
                <a:off x="352218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2" name="ph7862"/>
              <p:cNvSpPr/>
              <p:nvPr/>
            </p:nvSpPr>
            <p:spPr>
              <a:xfrm>
                <a:off x="353144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3" name="ph7863"/>
              <p:cNvSpPr/>
              <p:nvPr/>
            </p:nvSpPr>
            <p:spPr>
              <a:xfrm>
                <a:off x="354071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4" name="ph7864"/>
              <p:cNvSpPr/>
              <p:nvPr/>
            </p:nvSpPr>
            <p:spPr>
              <a:xfrm>
                <a:off x="354997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5" name="ph7865"/>
              <p:cNvSpPr/>
              <p:nvPr/>
            </p:nvSpPr>
            <p:spPr>
              <a:xfrm>
                <a:off x="355923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6" name="ph7866"/>
              <p:cNvSpPr/>
              <p:nvPr/>
            </p:nvSpPr>
            <p:spPr>
              <a:xfrm>
                <a:off x="356849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7" name="ph7867"/>
              <p:cNvSpPr/>
              <p:nvPr/>
            </p:nvSpPr>
            <p:spPr>
              <a:xfrm>
                <a:off x="357775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8" name="ph7868"/>
              <p:cNvSpPr/>
              <p:nvPr/>
            </p:nvSpPr>
            <p:spPr>
              <a:xfrm>
                <a:off x="358702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9" name="ph7869"/>
              <p:cNvSpPr/>
              <p:nvPr/>
            </p:nvSpPr>
            <p:spPr>
              <a:xfrm>
                <a:off x="359628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0" name="ph7870"/>
              <p:cNvSpPr/>
              <p:nvPr/>
            </p:nvSpPr>
            <p:spPr>
              <a:xfrm>
                <a:off x="360554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1" name="ph7871"/>
              <p:cNvSpPr/>
              <p:nvPr/>
            </p:nvSpPr>
            <p:spPr>
              <a:xfrm>
                <a:off x="361480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2" name="ph7872"/>
              <p:cNvSpPr/>
              <p:nvPr/>
            </p:nvSpPr>
            <p:spPr>
              <a:xfrm>
                <a:off x="362407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3" name="ph7873"/>
              <p:cNvSpPr/>
              <p:nvPr/>
            </p:nvSpPr>
            <p:spPr>
              <a:xfrm>
                <a:off x="363333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4" name="ph7874"/>
              <p:cNvSpPr/>
              <p:nvPr/>
            </p:nvSpPr>
            <p:spPr>
              <a:xfrm>
                <a:off x="364259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5" name="ph7875"/>
              <p:cNvSpPr/>
              <p:nvPr/>
            </p:nvSpPr>
            <p:spPr>
              <a:xfrm>
                <a:off x="365185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6" name="ph7876"/>
              <p:cNvSpPr/>
              <p:nvPr/>
            </p:nvSpPr>
            <p:spPr>
              <a:xfrm>
                <a:off x="366111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7" name="ph7877"/>
              <p:cNvSpPr/>
              <p:nvPr/>
            </p:nvSpPr>
            <p:spPr>
              <a:xfrm>
                <a:off x="367038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8" name="ph7878"/>
              <p:cNvSpPr/>
              <p:nvPr/>
            </p:nvSpPr>
            <p:spPr>
              <a:xfrm>
                <a:off x="367964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9" name="ph7879"/>
              <p:cNvSpPr/>
              <p:nvPr/>
            </p:nvSpPr>
            <p:spPr>
              <a:xfrm>
                <a:off x="368890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0" name="ph7880"/>
              <p:cNvSpPr/>
              <p:nvPr/>
            </p:nvSpPr>
            <p:spPr>
              <a:xfrm>
                <a:off x="36981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1" name="ph7881"/>
              <p:cNvSpPr/>
              <p:nvPr/>
            </p:nvSpPr>
            <p:spPr>
              <a:xfrm>
                <a:off x="37074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2" name="ph7882"/>
              <p:cNvSpPr/>
              <p:nvPr/>
            </p:nvSpPr>
            <p:spPr>
              <a:xfrm>
                <a:off x="37166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3" name="ph7883"/>
              <p:cNvSpPr/>
              <p:nvPr/>
            </p:nvSpPr>
            <p:spPr>
              <a:xfrm>
                <a:off x="372595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4" name="ph7884"/>
              <p:cNvSpPr/>
              <p:nvPr/>
            </p:nvSpPr>
            <p:spPr>
              <a:xfrm>
                <a:off x="37352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5" name="ph7885"/>
              <p:cNvSpPr/>
              <p:nvPr/>
            </p:nvSpPr>
            <p:spPr>
              <a:xfrm>
                <a:off x="37444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6" name="ph7886"/>
              <p:cNvSpPr/>
              <p:nvPr/>
            </p:nvSpPr>
            <p:spPr>
              <a:xfrm>
                <a:off x="37537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7" name="ph7887"/>
              <p:cNvSpPr/>
              <p:nvPr/>
            </p:nvSpPr>
            <p:spPr>
              <a:xfrm>
                <a:off x="37630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8" name="ph7888"/>
              <p:cNvSpPr/>
              <p:nvPr/>
            </p:nvSpPr>
            <p:spPr>
              <a:xfrm>
                <a:off x="377226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9" name="ph7889"/>
              <p:cNvSpPr/>
              <p:nvPr/>
            </p:nvSpPr>
            <p:spPr>
              <a:xfrm>
                <a:off x="37815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0" name="ph7890"/>
              <p:cNvSpPr/>
              <p:nvPr/>
            </p:nvSpPr>
            <p:spPr>
              <a:xfrm>
                <a:off x="37907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1" name="ph7891"/>
              <p:cNvSpPr/>
              <p:nvPr/>
            </p:nvSpPr>
            <p:spPr>
              <a:xfrm>
                <a:off x="3800052" y="1102287"/>
                <a:ext cx="9211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0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685" y="897252"/>
                    </a:lnTo>
                    <a:lnTo>
                      <a:pt x="920688" y="907990"/>
                    </a:lnTo>
                    <a:lnTo>
                      <a:pt x="921102" y="914400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2" name="ph7892"/>
              <p:cNvSpPr/>
              <p:nvPr/>
            </p:nvSpPr>
            <p:spPr>
              <a:xfrm>
                <a:off x="2030968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329" y="914400"/>
                    </a:lnTo>
                    <a:lnTo>
                      <a:pt x="914014" y="907745"/>
                    </a:lnTo>
                    <a:lnTo>
                      <a:pt x="914400" y="90641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3" name="ph7893"/>
              <p:cNvSpPr/>
              <p:nvPr/>
            </p:nvSpPr>
            <p:spPr>
              <a:xfrm>
                <a:off x="2040230" y="10678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649"/>
                    </a:lnTo>
                    <a:lnTo>
                      <a:pt x="907501" y="915454"/>
                    </a:lnTo>
                    <a:lnTo>
                      <a:pt x="907845" y="914400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4" name="ph7894"/>
              <p:cNvSpPr/>
              <p:nvPr/>
            </p:nvSpPr>
            <p:spPr>
              <a:xfrm>
                <a:off x="20402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5" name="ph7895"/>
              <p:cNvSpPr/>
              <p:nvPr/>
            </p:nvSpPr>
            <p:spPr>
              <a:xfrm>
                <a:off x="20494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6" name="ph7896"/>
              <p:cNvSpPr/>
              <p:nvPr/>
            </p:nvSpPr>
            <p:spPr>
              <a:xfrm>
                <a:off x="205875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7" name="ph7897"/>
              <p:cNvSpPr/>
              <p:nvPr/>
            </p:nvSpPr>
            <p:spPr>
              <a:xfrm>
                <a:off x="20680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8" name="ph7898"/>
              <p:cNvSpPr/>
              <p:nvPr/>
            </p:nvSpPr>
            <p:spPr>
              <a:xfrm>
                <a:off x="20772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9" name="ph7899"/>
              <p:cNvSpPr/>
              <p:nvPr/>
            </p:nvSpPr>
            <p:spPr>
              <a:xfrm>
                <a:off x="20865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0" name="ph7900"/>
              <p:cNvSpPr/>
              <p:nvPr/>
            </p:nvSpPr>
            <p:spPr>
              <a:xfrm>
                <a:off x="20958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1" name="ph7901"/>
              <p:cNvSpPr/>
              <p:nvPr/>
            </p:nvSpPr>
            <p:spPr>
              <a:xfrm>
                <a:off x="210506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2" name="ph7902"/>
              <p:cNvSpPr/>
              <p:nvPr/>
            </p:nvSpPr>
            <p:spPr>
              <a:xfrm>
                <a:off x="21143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3" name="ph7903"/>
              <p:cNvSpPr/>
              <p:nvPr/>
            </p:nvSpPr>
            <p:spPr>
              <a:xfrm>
                <a:off x="21235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4" name="ph7904"/>
              <p:cNvSpPr/>
              <p:nvPr/>
            </p:nvSpPr>
            <p:spPr>
              <a:xfrm>
                <a:off x="213285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5" name="ph7905"/>
              <p:cNvSpPr/>
              <p:nvPr/>
            </p:nvSpPr>
            <p:spPr>
              <a:xfrm>
                <a:off x="214211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6" name="ph7906"/>
              <p:cNvSpPr/>
              <p:nvPr/>
            </p:nvSpPr>
            <p:spPr>
              <a:xfrm>
                <a:off x="215137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7" name="ph7907"/>
              <p:cNvSpPr/>
              <p:nvPr/>
            </p:nvSpPr>
            <p:spPr>
              <a:xfrm>
                <a:off x="216063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8" name="ph7908"/>
              <p:cNvSpPr/>
              <p:nvPr/>
            </p:nvSpPr>
            <p:spPr>
              <a:xfrm>
                <a:off x="21699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9" name="ph7909"/>
              <p:cNvSpPr/>
              <p:nvPr/>
            </p:nvSpPr>
            <p:spPr>
              <a:xfrm>
                <a:off x="21791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0" name="ph7910"/>
              <p:cNvSpPr/>
              <p:nvPr/>
            </p:nvSpPr>
            <p:spPr>
              <a:xfrm>
                <a:off x="218842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1" name="ph7911"/>
              <p:cNvSpPr/>
              <p:nvPr/>
            </p:nvSpPr>
            <p:spPr>
              <a:xfrm>
                <a:off x="21976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2" name="ph7912"/>
              <p:cNvSpPr/>
              <p:nvPr/>
            </p:nvSpPr>
            <p:spPr>
              <a:xfrm>
                <a:off x="22069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3" name="ph7913"/>
              <p:cNvSpPr/>
              <p:nvPr/>
            </p:nvSpPr>
            <p:spPr>
              <a:xfrm>
                <a:off x="22162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4" name="ph7914"/>
              <p:cNvSpPr/>
              <p:nvPr/>
            </p:nvSpPr>
            <p:spPr>
              <a:xfrm>
                <a:off x="222547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5" name="ph7915"/>
              <p:cNvSpPr/>
              <p:nvPr/>
            </p:nvSpPr>
            <p:spPr>
              <a:xfrm>
                <a:off x="2243999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098" y="897161"/>
                    </a:lnTo>
                    <a:lnTo>
                      <a:pt x="914400" y="89848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6" name="ph7916"/>
              <p:cNvSpPr/>
              <p:nvPr/>
            </p:nvSpPr>
            <p:spPr>
              <a:xfrm>
                <a:off x="2243999" y="1085048"/>
                <a:ext cx="9175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15" h="914400">
                    <a:moveTo>
                      <a:pt x="914400" y="914400"/>
                    </a:moveTo>
                    <a:lnTo>
                      <a:pt x="914400" y="898489"/>
                    </a:lnTo>
                    <a:lnTo>
                      <a:pt x="915117" y="901654"/>
                    </a:lnTo>
                    <a:lnTo>
                      <a:pt x="917093" y="911817"/>
                    </a:lnTo>
                    <a:lnTo>
                      <a:pt x="917515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7" name="ph7917"/>
              <p:cNvSpPr/>
              <p:nvPr/>
            </p:nvSpPr>
            <p:spPr>
              <a:xfrm>
                <a:off x="3401777" y="1067810"/>
                <a:ext cx="914400" cy="91486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66">
                    <a:moveTo>
                      <a:pt x="914400" y="914400"/>
                    </a:moveTo>
                    <a:lnTo>
                      <a:pt x="914400" y="914866"/>
                    </a:lnTo>
                    <a:lnTo>
                      <a:pt x="913862" y="914400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8" name="ph7918"/>
              <p:cNvSpPr/>
              <p:nvPr/>
            </p:nvSpPr>
            <p:spPr>
              <a:xfrm>
                <a:off x="3401777" y="1067810"/>
                <a:ext cx="923662" cy="92230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0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302"/>
                    </a:lnTo>
                    <a:lnTo>
                      <a:pt x="918397" y="918334"/>
                    </a:lnTo>
                    <a:lnTo>
                      <a:pt x="914400" y="914866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9" name="ph7919"/>
              <p:cNvSpPr/>
              <p:nvPr/>
            </p:nvSpPr>
            <p:spPr>
              <a:xfrm>
                <a:off x="3411039" y="1067810"/>
                <a:ext cx="923662" cy="92787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7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872"/>
                    </a:lnTo>
                    <a:lnTo>
                      <a:pt x="919812" y="925795"/>
                    </a:lnTo>
                    <a:lnTo>
                      <a:pt x="914400" y="922302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0" name="ph7920"/>
              <p:cNvSpPr/>
              <p:nvPr/>
            </p:nvSpPr>
            <p:spPr>
              <a:xfrm>
                <a:off x="34203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936" y="931638"/>
                    </a:lnTo>
                    <a:lnTo>
                      <a:pt x="921581" y="931180"/>
                    </a:lnTo>
                    <a:lnTo>
                      <a:pt x="916028" y="928751"/>
                    </a:lnTo>
                    <a:lnTo>
                      <a:pt x="914400" y="927872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1" name="ph7921"/>
              <p:cNvSpPr/>
              <p:nvPr/>
            </p:nvSpPr>
            <p:spPr>
              <a:xfrm>
                <a:off x="34295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2" name="ph7922"/>
              <p:cNvSpPr/>
              <p:nvPr/>
            </p:nvSpPr>
            <p:spPr>
              <a:xfrm>
                <a:off x="343882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3" name="ph7923"/>
              <p:cNvSpPr/>
              <p:nvPr/>
            </p:nvSpPr>
            <p:spPr>
              <a:xfrm>
                <a:off x="34480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4" name="ph7924"/>
              <p:cNvSpPr/>
              <p:nvPr/>
            </p:nvSpPr>
            <p:spPr>
              <a:xfrm>
                <a:off x="34573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5" name="ph7925"/>
              <p:cNvSpPr/>
              <p:nvPr/>
            </p:nvSpPr>
            <p:spPr>
              <a:xfrm>
                <a:off x="34666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6" name="ph7926"/>
              <p:cNvSpPr/>
              <p:nvPr/>
            </p:nvSpPr>
            <p:spPr>
              <a:xfrm>
                <a:off x="347587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7" name="ph7927"/>
              <p:cNvSpPr/>
              <p:nvPr/>
            </p:nvSpPr>
            <p:spPr>
              <a:xfrm>
                <a:off x="348513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8" name="ph7928"/>
              <p:cNvSpPr/>
              <p:nvPr/>
            </p:nvSpPr>
            <p:spPr>
              <a:xfrm>
                <a:off x="349439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9" name="ph7929"/>
              <p:cNvSpPr/>
              <p:nvPr/>
            </p:nvSpPr>
            <p:spPr>
              <a:xfrm>
                <a:off x="350366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0" name="ph7930"/>
              <p:cNvSpPr/>
              <p:nvPr/>
            </p:nvSpPr>
            <p:spPr>
              <a:xfrm>
                <a:off x="351292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1" name="ph7931"/>
              <p:cNvSpPr/>
              <p:nvPr/>
            </p:nvSpPr>
            <p:spPr>
              <a:xfrm>
                <a:off x="352218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2" name="ph7932"/>
              <p:cNvSpPr/>
              <p:nvPr/>
            </p:nvSpPr>
            <p:spPr>
              <a:xfrm>
                <a:off x="353144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3" name="ph7933"/>
              <p:cNvSpPr/>
              <p:nvPr/>
            </p:nvSpPr>
            <p:spPr>
              <a:xfrm>
                <a:off x="354071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4" name="ph7934"/>
              <p:cNvSpPr/>
              <p:nvPr/>
            </p:nvSpPr>
            <p:spPr>
              <a:xfrm>
                <a:off x="354997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5" name="ph7935"/>
              <p:cNvSpPr/>
              <p:nvPr/>
            </p:nvSpPr>
            <p:spPr>
              <a:xfrm>
                <a:off x="355923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6" name="ph7936"/>
              <p:cNvSpPr/>
              <p:nvPr/>
            </p:nvSpPr>
            <p:spPr>
              <a:xfrm>
                <a:off x="356849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7" name="ph7937"/>
              <p:cNvSpPr/>
              <p:nvPr/>
            </p:nvSpPr>
            <p:spPr>
              <a:xfrm>
                <a:off x="357775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8" name="ph7938"/>
              <p:cNvSpPr/>
              <p:nvPr/>
            </p:nvSpPr>
            <p:spPr>
              <a:xfrm>
                <a:off x="358702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9" name="ph7939"/>
              <p:cNvSpPr/>
              <p:nvPr/>
            </p:nvSpPr>
            <p:spPr>
              <a:xfrm>
                <a:off x="359628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0" name="ph7940"/>
              <p:cNvSpPr/>
              <p:nvPr/>
            </p:nvSpPr>
            <p:spPr>
              <a:xfrm>
                <a:off x="360554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1" name="ph7941"/>
              <p:cNvSpPr/>
              <p:nvPr/>
            </p:nvSpPr>
            <p:spPr>
              <a:xfrm>
                <a:off x="361480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2" name="ph7942"/>
              <p:cNvSpPr/>
              <p:nvPr/>
            </p:nvSpPr>
            <p:spPr>
              <a:xfrm>
                <a:off x="362407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3" name="ph7943"/>
              <p:cNvSpPr/>
              <p:nvPr/>
            </p:nvSpPr>
            <p:spPr>
              <a:xfrm>
                <a:off x="363333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4" name="ph7944"/>
              <p:cNvSpPr/>
              <p:nvPr/>
            </p:nvSpPr>
            <p:spPr>
              <a:xfrm>
                <a:off x="364259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5" name="ph7945"/>
              <p:cNvSpPr/>
              <p:nvPr/>
            </p:nvSpPr>
            <p:spPr>
              <a:xfrm>
                <a:off x="365185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6" name="ph7946"/>
              <p:cNvSpPr/>
              <p:nvPr/>
            </p:nvSpPr>
            <p:spPr>
              <a:xfrm>
                <a:off x="366111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7" name="ph7947"/>
              <p:cNvSpPr/>
              <p:nvPr/>
            </p:nvSpPr>
            <p:spPr>
              <a:xfrm>
                <a:off x="367038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8" name="ph7948"/>
              <p:cNvSpPr/>
              <p:nvPr/>
            </p:nvSpPr>
            <p:spPr>
              <a:xfrm>
                <a:off x="367964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9" name="ph7949"/>
              <p:cNvSpPr/>
              <p:nvPr/>
            </p:nvSpPr>
            <p:spPr>
              <a:xfrm>
                <a:off x="368890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0" name="ph7950"/>
              <p:cNvSpPr/>
              <p:nvPr/>
            </p:nvSpPr>
            <p:spPr>
              <a:xfrm>
                <a:off x="369816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1" name="ph7951"/>
              <p:cNvSpPr/>
              <p:nvPr/>
            </p:nvSpPr>
            <p:spPr>
              <a:xfrm>
                <a:off x="37074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2" name="ph7952"/>
              <p:cNvSpPr/>
              <p:nvPr/>
            </p:nvSpPr>
            <p:spPr>
              <a:xfrm>
                <a:off x="37166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3" name="ph7953"/>
              <p:cNvSpPr/>
              <p:nvPr/>
            </p:nvSpPr>
            <p:spPr>
              <a:xfrm>
                <a:off x="372595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4" name="ph7954"/>
              <p:cNvSpPr/>
              <p:nvPr/>
            </p:nvSpPr>
            <p:spPr>
              <a:xfrm>
                <a:off x="37352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5" name="ph7955"/>
              <p:cNvSpPr/>
              <p:nvPr/>
            </p:nvSpPr>
            <p:spPr>
              <a:xfrm>
                <a:off x="37444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6" name="ph7956"/>
              <p:cNvSpPr/>
              <p:nvPr/>
            </p:nvSpPr>
            <p:spPr>
              <a:xfrm>
                <a:off x="37537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7" name="ph7957"/>
              <p:cNvSpPr/>
              <p:nvPr/>
            </p:nvSpPr>
            <p:spPr>
              <a:xfrm>
                <a:off x="37630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8" name="ph7958"/>
              <p:cNvSpPr/>
              <p:nvPr/>
            </p:nvSpPr>
            <p:spPr>
              <a:xfrm>
                <a:off x="377226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9" name="ph7959"/>
              <p:cNvSpPr/>
              <p:nvPr/>
            </p:nvSpPr>
            <p:spPr>
              <a:xfrm>
                <a:off x="37815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0" name="ph7960"/>
              <p:cNvSpPr/>
              <p:nvPr/>
            </p:nvSpPr>
            <p:spPr>
              <a:xfrm>
                <a:off x="37907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1" name="ph7961"/>
              <p:cNvSpPr/>
              <p:nvPr/>
            </p:nvSpPr>
            <p:spPr>
              <a:xfrm>
                <a:off x="3800052" y="1085048"/>
                <a:ext cx="9196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7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352" y="897161"/>
                    </a:lnTo>
                    <a:lnTo>
                      <a:pt x="918378" y="903865"/>
                    </a:lnTo>
                    <a:lnTo>
                      <a:pt x="919674" y="914400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2" name="ph7962"/>
              <p:cNvSpPr/>
              <p:nvPr/>
            </p:nvSpPr>
            <p:spPr>
              <a:xfrm>
                <a:off x="2040230" y="10505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845" y="931638"/>
                    </a:lnTo>
                    <a:lnTo>
                      <a:pt x="910515" y="923443"/>
                    </a:lnTo>
                    <a:lnTo>
                      <a:pt x="913824" y="914400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3" name="ph7963"/>
              <p:cNvSpPr/>
              <p:nvPr/>
            </p:nvSpPr>
            <p:spPr>
              <a:xfrm>
                <a:off x="20402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4" name="ph7964"/>
              <p:cNvSpPr/>
              <p:nvPr/>
            </p:nvSpPr>
            <p:spPr>
              <a:xfrm>
                <a:off x="20494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5" name="ph7965"/>
              <p:cNvSpPr/>
              <p:nvPr/>
            </p:nvSpPr>
            <p:spPr>
              <a:xfrm>
                <a:off x="205875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6" name="ph7966"/>
              <p:cNvSpPr/>
              <p:nvPr/>
            </p:nvSpPr>
            <p:spPr>
              <a:xfrm>
                <a:off x="20680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7" name="ph7967"/>
              <p:cNvSpPr/>
              <p:nvPr/>
            </p:nvSpPr>
            <p:spPr>
              <a:xfrm>
                <a:off x="20772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8" name="ph7968"/>
              <p:cNvSpPr/>
              <p:nvPr/>
            </p:nvSpPr>
            <p:spPr>
              <a:xfrm>
                <a:off x="20865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9" name="ph7969"/>
              <p:cNvSpPr/>
              <p:nvPr/>
            </p:nvSpPr>
            <p:spPr>
              <a:xfrm>
                <a:off x="20958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0" name="ph7970"/>
              <p:cNvSpPr/>
              <p:nvPr/>
            </p:nvSpPr>
            <p:spPr>
              <a:xfrm>
                <a:off x="210506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1" name="ph7971"/>
              <p:cNvSpPr/>
              <p:nvPr/>
            </p:nvSpPr>
            <p:spPr>
              <a:xfrm>
                <a:off x="21143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2" name="ph7972"/>
              <p:cNvSpPr/>
              <p:nvPr/>
            </p:nvSpPr>
            <p:spPr>
              <a:xfrm>
                <a:off x="212359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3" name="ph7973"/>
              <p:cNvSpPr/>
              <p:nvPr/>
            </p:nvSpPr>
            <p:spPr>
              <a:xfrm>
                <a:off x="213285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4" name="ph7974"/>
              <p:cNvSpPr/>
              <p:nvPr/>
            </p:nvSpPr>
            <p:spPr>
              <a:xfrm>
                <a:off x="214211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5" name="ph7975"/>
              <p:cNvSpPr/>
              <p:nvPr/>
            </p:nvSpPr>
            <p:spPr>
              <a:xfrm>
                <a:off x="21513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6" name="ph7976"/>
              <p:cNvSpPr/>
              <p:nvPr/>
            </p:nvSpPr>
            <p:spPr>
              <a:xfrm>
                <a:off x="21606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7" name="ph7977"/>
              <p:cNvSpPr/>
              <p:nvPr/>
            </p:nvSpPr>
            <p:spPr>
              <a:xfrm>
                <a:off x="21699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8" name="ph7978"/>
              <p:cNvSpPr/>
              <p:nvPr/>
            </p:nvSpPr>
            <p:spPr>
              <a:xfrm>
                <a:off x="21791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9" name="ph7979"/>
              <p:cNvSpPr/>
              <p:nvPr/>
            </p:nvSpPr>
            <p:spPr>
              <a:xfrm>
                <a:off x="218842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0" name="ph7980"/>
              <p:cNvSpPr/>
              <p:nvPr/>
            </p:nvSpPr>
            <p:spPr>
              <a:xfrm>
                <a:off x="21976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1" name="ph7981"/>
              <p:cNvSpPr/>
              <p:nvPr/>
            </p:nvSpPr>
            <p:spPr>
              <a:xfrm>
                <a:off x="22069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2" name="ph7982"/>
              <p:cNvSpPr/>
              <p:nvPr/>
            </p:nvSpPr>
            <p:spPr>
              <a:xfrm>
                <a:off x="22162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3" name="ph7983"/>
              <p:cNvSpPr/>
              <p:nvPr/>
            </p:nvSpPr>
            <p:spPr>
              <a:xfrm>
                <a:off x="222547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4" name="ph7984"/>
              <p:cNvSpPr/>
              <p:nvPr/>
            </p:nvSpPr>
            <p:spPr>
              <a:xfrm>
                <a:off x="2234737" y="1067810"/>
                <a:ext cx="9233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6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79" y="897161"/>
                    </a:lnTo>
                    <a:lnTo>
                      <a:pt x="919586" y="899211"/>
                    </a:lnTo>
                    <a:lnTo>
                      <a:pt x="922121" y="908935"/>
                    </a:lnTo>
                    <a:lnTo>
                      <a:pt x="923360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5" name="ph7985"/>
              <p:cNvSpPr/>
              <p:nvPr/>
            </p:nvSpPr>
            <p:spPr>
              <a:xfrm>
                <a:off x="3383252" y="1050571"/>
                <a:ext cx="914400" cy="915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67">
                    <a:moveTo>
                      <a:pt x="914400" y="914400"/>
                    </a:moveTo>
                    <a:lnTo>
                      <a:pt x="914400" y="915267"/>
                    </a:lnTo>
                    <a:lnTo>
                      <a:pt x="910477" y="914400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6" name="ph7986"/>
              <p:cNvSpPr/>
              <p:nvPr/>
            </p:nvSpPr>
            <p:spPr>
              <a:xfrm>
                <a:off x="3383252" y="1050571"/>
                <a:ext cx="923662" cy="9227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20"/>
                    </a:lnTo>
                    <a:lnTo>
                      <a:pt x="921816" y="920667"/>
                    </a:lnTo>
                    <a:lnTo>
                      <a:pt x="917896" y="915780"/>
                    </a:lnTo>
                    <a:lnTo>
                      <a:pt x="915195" y="915443"/>
                    </a:lnTo>
                    <a:lnTo>
                      <a:pt x="914400" y="915267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7" name="ph7987"/>
              <p:cNvSpPr/>
              <p:nvPr/>
            </p:nvSpPr>
            <p:spPr>
              <a:xfrm>
                <a:off x="339251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3124" y="931638"/>
                    </a:lnTo>
                    <a:lnTo>
                      <a:pt x="922489" y="931087"/>
                    </a:lnTo>
                    <a:lnTo>
                      <a:pt x="917449" y="926114"/>
                    </a:lnTo>
                    <a:lnTo>
                      <a:pt x="914400" y="922720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8" name="ph7988"/>
              <p:cNvSpPr/>
              <p:nvPr/>
            </p:nvSpPr>
            <p:spPr>
              <a:xfrm>
                <a:off x="34017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9" name="ph7989"/>
              <p:cNvSpPr/>
              <p:nvPr/>
            </p:nvSpPr>
            <p:spPr>
              <a:xfrm>
                <a:off x="34110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0" name="ph7990"/>
              <p:cNvSpPr/>
              <p:nvPr/>
            </p:nvSpPr>
            <p:spPr>
              <a:xfrm>
                <a:off x="34203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1" name="ph7991"/>
              <p:cNvSpPr/>
              <p:nvPr/>
            </p:nvSpPr>
            <p:spPr>
              <a:xfrm>
                <a:off x="34295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2" name="ph7992"/>
              <p:cNvSpPr/>
              <p:nvPr/>
            </p:nvSpPr>
            <p:spPr>
              <a:xfrm>
                <a:off x="343882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3" name="ph7993"/>
              <p:cNvSpPr/>
              <p:nvPr/>
            </p:nvSpPr>
            <p:spPr>
              <a:xfrm>
                <a:off x="34480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4" name="ph7994"/>
              <p:cNvSpPr/>
              <p:nvPr/>
            </p:nvSpPr>
            <p:spPr>
              <a:xfrm>
                <a:off x="34573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5" name="ph7995"/>
              <p:cNvSpPr/>
              <p:nvPr/>
            </p:nvSpPr>
            <p:spPr>
              <a:xfrm>
                <a:off x="34666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6" name="ph7996"/>
              <p:cNvSpPr/>
              <p:nvPr/>
            </p:nvSpPr>
            <p:spPr>
              <a:xfrm>
                <a:off x="347587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7" name="ph7997"/>
              <p:cNvSpPr/>
              <p:nvPr/>
            </p:nvSpPr>
            <p:spPr>
              <a:xfrm>
                <a:off x="348513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8" name="ph7998"/>
              <p:cNvSpPr/>
              <p:nvPr/>
            </p:nvSpPr>
            <p:spPr>
              <a:xfrm>
                <a:off x="349439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9" name="ph7999"/>
              <p:cNvSpPr/>
              <p:nvPr/>
            </p:nvSpPr>
            <p:spPr>
              <a:xfrm>
                <a:off x="350366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0" name="ph8000"/>
              <p:cNvSpPr/>
              <p:nvPr/>
            </p:nvSpPr>
            <p:spPr>
              <a:xfrm>
                <a:off x="351292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1" name="ph8001"/>
              <p:cNvSpPr/>
              <p:nvPr/>
            </p:nvSpPr>
            <p:spPr>
              <a:xfrm>
                <a:off x="352218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2" name="ph8002"/>
              <p:cNvSpPr/>
              <p:nvPr/>
            </p:nvSpPr>
            <p:spPr>
              <a:xfrm>
                <a:off x="353144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3" name="ph8003"/>
              <p:cNvSpPr/>
              <p:nvPr/>
            </p:nvSpPr>
            <p:spPr>
              <a:xfrm>
                <a:off x="354071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4" name="ph8004"/>
              <p:cNvSpPr/>
              <p:nvPr/>
            </p:nvSpPr>
            <p:spPr>
              <a:xfrm>
                <a:off x="354997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5" name="ph8005"/>
              <p:cNvSpPr/>
              <p:nvPr/>
            </p:nvSpPr>
            <p:spPr>
              <a:xfrm>
                <a:off x="355923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6" name="ph8006"/>
              <p:cNvSpPr/>
              <p:nvPr/>
            </p:nvSpPr>
            <p:spPr>
              <a:xfrm>
                <a:off x="356849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7" name="ph8007"/>
              <p:cNvSpPr/>
              <p:nvPr/>
            </p:nvSpPr>
            <p:spPr>
              <a:xfrm>
                <a:off x="357775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8" name="ph8008"/>
              <p:cNvSpPr/>
              <p:nvPr/>
            </p:nvSpPr>
            <p:spPr>
              <a:xfrm>
                <a:off x="358702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9" name="ph8009"/>
              <p:cNvSpPr/>
              <p:nvPr/>
            </p:nvSpPr>
            <p:spPr>
              <a:xfrm>
                <a:off x="359628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0" name="ph8010"/>
              <p:cNvSpPr/>
              <p:nvPr/>
            </p:nvSpPr>
            <p:spPr>
              <a:xfrm>
                <a:off x="360554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1" name="ph8011"/>
              <p:cNvSpPr/>
              <p:nvPr/>
            </p:nvSpPr>
            <p:spPr>
              <a:xfrm>
                <a:off x="361480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2" name="ph8012"/>
              <p:cNvSpPr/>
              <p:nvPr/>
            </p:nvSpPr>
            <p:spPr>
              <a:xfrm>
                <a:off x="362407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3" name="ph8013"/>
              <p:cNvSpPr/>
              <p:nvPr/>
            </p:nvSpPr>
            <p:spPr>
              <a:xfrm>
                <a:off x="363333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4" name="ph8014"/>
              <p:cNvSpPr/>
              <p:nvPr/>
            </p:nvSpPr>
            <p:spPr>
              <a:xfrm>
                <a:off x="364259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5" name="ph8015"/>
              <p:cNvSpPr/>
              <p:nvPr/>
            </p:nvSpPr>
            <p:spPr>
              <a:xfrm>
                <a:off x="365185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6" name="ph8016"/>
              <p:cNvSpPr/>
              <p:nvPr/>
            </p:nvSpPr>
            <p:spPr>
              <a:xfrm>
                <a:off x="366111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7" name="ph8017"/>
              <p:cNvSpPr/>
              <p:nvPr/>
            </p:nvSpPr>
            <p:spPr>
              <a:xfrm>
                <a:off x="367038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8" name="ph8018"/>
              <p:cNvSpPr/>
              <p:nvPr/>
            </p:nvSpPr>
            <p:spPr>
              <a:xfrm>
                <a:off x="367964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9" name="ph8019"/>
              <p:cNvSpPr/>
              <p:nvPr/>
            </p:nvSpPr>
            <p:spPr>
              <a:xfrm>
                <a:off x="368890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0" name="ph8020"/>
              <p:cNvSpPr/>
              <p:nvPr/>
            </p:nvSpPr>
            <p:spPr>
              <a:xfrm>
                <a:off x="369816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1" name="ph8021"/>
              <p:cNvSpPr/>
              <p:nvPr/>
            </p:nvSpPr>
            <p:spPr>
              <a:xfrm>
                <a:off x="37074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2" name="ph8022"/>
              <p:cNvSpPr/>
              <p:nvPr/>
            </p:nvSpPr>
            <p:spPr>
              <a:xfrm>
                <a:off x="37166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3" name="ph8023"/>
              <p:cNvSpPr/>
              <p:nvPr/>
            </p:nvSpPr>
            <p:spPr>
              <a:xfrm>
                <a:off x="372595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4" name="ph8024"/>
              <p:cNvSpPr/>
              <p:nvPr/>
            </p:nvSpPr>
            <p:spPr>
              <a:xfrm>
                <a:off x="37352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5" name="ph8025"/>
              <p:cNvSpPr/>
              <p:nvPr/>
            </p:nvSpPr>
            <p:spPr>
              <a:xfrm>
                <a:off x="37444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6" name="ph8026"/>
              <p:cNvSpPr/>
              <p:nvPr/>
            </p:nvSpPr>
            <p:spPr>
              <a:xfrm>
                <a:off x="37537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7" name="ph8027"/>
              <p:cNvSpPr/>
              <p:nvPr/>
            </p:nvSpPr>
            <p:spPr>
              <a:xfrm>
                <a:off x="37630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8" name="ph8028"/>
              <p:cNvSpPr/>
              <p:nvPr/>
            </p:nvSpPr>
            <p:spPr>
              <a:xfrm>
                <a:off x="377226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9" name="ph8029"/>
              <p:cNvSpPr/>
              <p:nvPr/>
            </p:nvSpPr>
            <p:spPr>
              <a:xfrm>
                <a:off x="37815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0" name="ph8030"/>
              <p:cNvSpPr/>
              <p:nvPr/>
            </p:nvSpPr>
            <p:spPr>
              <a:xfrm>
                <a:off x="3800052" y="10678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92" y="897161"/>
                    </a:lnTo>
                    <a:lnTo>
                      <a:pt x="914400" y="89812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1" name="ph8031"/>
              <p:cNvSpPr/>
              <p:nvPr/>
            </p:nvSpPr>
            <p:spPr>
              <a:xfrm>
                <a:off x="3800052" y="1067810"/>
                <a:ext cx="9173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52" h="914400">
                    <a:moveTo>
                      <a:pt x="914400" y="914400"/>
                    </a:moveTo>
                    <a:lnTo>
                      <a:pt x="914400" y="898120"/>
                    </a:lnTo>
                    <a:lnTo>
                      <a:pt x="914874" y="900311"/>
                    </a:lnTo>
                    <a:lnTo>
                      <a:pt x="916773" y="910621"/>
                    </a:lnTo>
                    <a:lnTo>
                      <a:pt x="917352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2" name="ph8032"/>
              <p:cNvSpPr/>
              <p:nvPr/>
            </p:nvSpPr>
            <p:spPr>
              <a:xfrm>
                <a:off x="2040230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24" y="914400"/>
                    </a:lnTo>
                    <a:lnTo>
                      <a:pt x="914400" y="912990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3" name="ph8033"/>
              <p:cNvSpPr/>
              <p:nvPr/>
            </p:nvSpPr>
            <p:spPr>
              <a:xfrm>
                <a:off x="2049492" y="10333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229"/>
                    </a:lnTo>
                    <a:lnTo>
                      <a:pt x="908037" y="923125"/>
                    </a:lnTo>
                    <a:lnTo>
                      <a:pt x="911789" y="914865"/>
                    </a:lnTo>
                    <a:lnTo>
                      <a:pt x="912013" y="914400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4" name="ph8034"/>
              <p:cNvSpPr/>
              <p:nvPr/>
            </p:nvSpPr>
            <p:spPr>
              <a:xfrm>
                <a:off x="20494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5" name="ph8035"/>
              <p:cNvSpPr/>
              <p:nvPr/>
            </p:nvSpPr>
            <p:spPr>
              <a:xfrm>
                <a:off x="205875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6" name="ph8036"/>
              <p:cNvSpPr/>
              <p:nvPr/>
            </p:nvSpPr>
            <p:spPr>
              <a:xfrm>
                <a:off x="20680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7" name="ph8037"/>
              <p:cNvSpPr/>
              <p:nvPr/>
            </p:nvSpPr>
            <p:spPr>
              <a:xfrm>
                <a:off x="20772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8" name="ph8038"/>
              <p:cNvSpPr/>
              <p:nvPr/>
            </p:nvSpPr>
            <p:spPr>
              <a:xfrm>
                <a:off x="20865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9" name="ph8039"/>
              <p:cNvSpPr/>
              <p:nvPr/>
            </p:nvSpPr>
            <p:spPr>
              <a:xfrm>
                <a:off x="20958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0" name="ph8040"/>
              <p:cNvSpPr/>
              <p:nvPr/>
            </p:nvSpPr>
            <p:spPr>
              <a:xfrm>
                <a:off x="210506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1" name="ph8041"/>
              <p:cNvSpPr/>
              <p:nvPr/>
            </p:nvSpPr>
            <p:spPr>
              <a:xfrm>
                <a:off x="21143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2" name="ph8042"/>
              <p:cNvSpPr/>
              <p:nvPr/>
            </p:nvSpPr>
            <p:spPr>
              <a:xfrm>
                <a:off x="21235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3" name="ph8043"/>
              <p:cNvSpPr/>
              <p:nvPr/>
            </p:nvSpPr>
            <p:spPr>
              <a:xfrm>
                <a:off x="21328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4" name="ph8044"/>
              <p:cNvSpPr/>
              <p:nvPr/>
            </p:nvSpPr>
            <p:spPr>
              <a:xfrm>
                <a:off x="214211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5" name="ph8045"/>
              <p:cNvSpPr/>
              <p:nvPr/>
            </p:nvSpPr>
            <p:spPr>
              <a:xfrm>
                <a:off x="21513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6" name="ph8046"/>
              <p:cNvSpPr/>
              <p:nvPr/>
            </p:nvSpPr>
            <p:spPr>
              <a:xfrm>
                <a:off x="21606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7" name="ph8047"/>
              <p:cNvSpPr/>
              <p:nvPr/>
            </p:nvSpPr>
            <p:spPr>
              <a:xfrm>
                <a:off x="21699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8" name="ph8048"/>
              <p:cNvSpPr/>
              <p:nvPr/>
            </p:nvSpPr>
            <p:spPr>
              <a:xfrm>
                <a:off x="21791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9" name="ph8049"/>
              <p:cNvSpPr/>
              <p:nvPr/>
            </p:nvSpPr>
            <p:spPr>
              <a:xfrm>
                <a:off x="218842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0" name="ph8050"/>
              <p:cNvSpPr/>
              <p:nvPr/>
            </p:nvSpPr>
            <p:spPr>
              <a:xfrm>
                <a:off x="21976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1" name="ph8051"/>
              <p:cNvSpPr/>
              <p:nvPr/>
            </p:nvSpPr>
            <p:spPr>
              <a:xfrm>
                <a:off x="22069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2" name="ph8052"/>
              <p:cNvSpPr/>
              <p:nvPr/>
            </p:nvSpPr>
            <p:spPr>
              <a:xfrm>
                <a:off x="22162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3" name="ph8053"/>
              <p:cNvSpPr/>
              <p:nvPr/>
            </p:nvSpPr>
            <p:spPr>
              <a:xfrm>
                <a:off x="2234737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474" y="897161"/>
                    </a:lnTo>
                    <a:lnTo>
                      <a:pt x="913715" y="897806"/>
                    </a:lnTo>
                    <a:lnTo>
                      <a:pt x="914400" y="899854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4" name="ph8054"/>
              <p:cNvSpPr/>
              <p:nvPr/>
            </p:nvSpPr>
            <p:spPr>
              <a:xfrm>
                <a:off x="2234737" y="1050571"/>
                <a:ext cx="918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79" h="914400">
                    <a:moveTo>
                      <a:pt x="914400" y="914400"/>
                    </a:moveTo>
                    <a:lnTo>
                      <a:pt x="914400" y="899854"/>
                    </a:lnTo>
                    <a:lnTo>
                      <a:pt x="916782" y="906985"/>
                    </a:lnTo>
                    <a:lnTo>
                      <a:pt x="918979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5" name="ph8055"/>
              <p:cNvSpPr/>
              <p:nvPr/>
            </p:nvSpPr>
            <p:spPr>
              <a:xfrm>
                <a:off x="3355465" y="1033333"/>
                <a:ext cx="914400" cy="92047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479">
                    <a:moveTo>
                      <a:pt x="914400" y="914400"/>
                    </a:moveTo>
                    <a:lnTo>
                      <a:pt x="914400" y="920479"/>
                    </a:lnTo>
                    <a:lnTo>
                      <a:pt x="909826" y="917122"/>
                    </a:lnTo>
                    <a:lnTo>
                      <a:pt x="906613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6" name="ph8056"/>
              <p:cNvSpPr/>
              <p:nvPr/>
            </p:nvSpPr>
            <p:spPr>
              <a:xfrm>
                <a:off x="3355465" y="1033333"/>
                <a:ext cx="923662" cy="9260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0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6030"/>
                    </a:lnTo>
                    <a:lnTo>
                      <a:pt x="920571" y="924421"/>
                    </a:lnTo>
                    <a:lnTo>
                      <a:pt x="915148" y="921029"/>
                    </a:lnTo>
                    <a:lnTo>
                      <a:pt x="914400" y="92047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7" name="ph8057"/>
              <p:cNvSpPr/>
              <p:nvPr/>
            </p:nvSpPr>
            <p:spPr>
              <a:xfrm>
                <a:off x="3364728" y="1033333"/>
                <a:ext cx="923662" cy="9300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029"/>
                    </a:lnTo>
                    <a:lnTo>
                      <a:pt x="922400" y="929626"/>
                    </a:lnTo>
                    <a:lnTo>
                      <a:pt x="916819" y="927289"/>
                    </a:lnTo>
                    <a:lnTo>
                      <a:pt x="914400" y="926030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8" name="ph8058"/>
              <p:cNvSpPr/>
              <p:nvPr/>
            </p:nvSpPr>
            <p:spPr>
              <a:xfrm>
                <a:off x="33739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39" y="931638"/>
                    </a:lnTo>
                    <a:lnTo>
                      <a:pt x="918777" y="931425"/>
                    </a:lnTo>
                    <a:lnTo>
                      <a:pt x="914400" y="93002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9" name="ph8059"/>
              <p:cNvSpPr/>
              <p:nvPr/>
            </p:nvSpPr>
            <p:spPr>
              <a:xfrm>
                <a:off x="33832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0" name="ph8060"/>
              <p:cNvSpPr/>
              <p:nvPr/>
            </p:nvSpPr>
            <p:spPr>
              <a:xfrm>
                <a:off x="339251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1" name="ph8061"/>
              <p:cNvSpPr/>
              <p:nvPr/>
            </p:nvSpPr>
            <p:spPr>
              <a:xfrm>
                <a:off x="34017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2" name="ph8062"/>
              <p:cNvSpPr/>
              <p:nvPr/>
            </p:nvSpPr>
            <p:spPr>
              <a:xfrm>
                <a:off x="34110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3" name="ph8063"/>
              <p:cNvSpPr/>
              <p:nvPr/>
            </p:nvSpPr>
            <p:spPr>
              <a:xfrm>
                <a:off x="34203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4" name="ph8064"/>
              <p:cNvSpPr/>
              <p:nvPr/>
            </p:nvSpPr>
            <p:spPr>
              <a:xfrm>
                <a:off x="34295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5" name="ph8065"/>
              <p:cNvSpPr/>
              <p:nvPr/>
            </p:nvSpPr>
            <p:spPr>
              <a:xfrm>
                <a:off x="343882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6" name="ph8066"/>
              <p:cNvSpPr/>
              <p:nvPr/>
            </p:nvSpPr>
            <p:spPr>
              <a:xfrm>
                <a:off x="34480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7" name="ph8067"/>
              <p:cNvSpPr/>
              <p:nvPr/>
            </p:nvSpPr>
            <p:spPr>
              <a:xfrm>
                <a:off x="34573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8" name="ph8068"/>
              <p:cNvSpPr/>
              <p:nvPr/>
            </p:nvSpPr>
            <p:spPr>
              <a:xfrm>
                <a:off x="34666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9" name="ph8069"/>
              <p:cNvSpPr/>
              <p:nvPr/>
            </p:nvSpPr>
            <p:spPr>
              <a:xfrm>
                <a:off x="347587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0" name="ph8070"/>
              <p:cNvSpPr/>
              <p:nvPr/>
            </p:nvSpPr>
            <p:spPr>
              <a:xfrm>
                <a:off x="348513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1" name="ph8071"/>
              <p:cNvSpPr/>
              <p:nvPr/>
            </p:nvSpPr>
            <p:spPr>
              <a:xfrm>
                <a:off x="349439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2" name="ph8072"/>
              <p:cNvSpPr/>
              <p:nvPr/>
            </p:nvSpPr>
            <p:spPr>
              <a:xfrm>
                <a:off x="350366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3" name="ph8073"/>
              <p:cNvSpPr/>
              <p:nvPr/>
            </p:nvSpPr>
            <p:spPr>
              <a:xfrm>
                <a:off x="351292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4" name="ph8074"/>
              <p:cNvSpPr/>
              <p:nvPr/>
            </p:nvSpPr>
            <p:spPr>
              <a:xfrm>
                <a:off x="352218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5" name="ph8075"/>
              <p:cNvSpPr/>
              <p:nvPr/>
            </p:nvSpPr>
            <p:spPr>
              <a:xfrm>
                <a:off x="353144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6" name="ph8076"/>
              <p:cNvSpPr/>
              <p:nvPr/>
            </p:nvSpPr>
            <p:spPr>
              <a:xfrm>
                <a:off x="354071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7" name="ph8077"/>
              <p:cNvSpPr/>
              <p:nvPr/>
            </p:nvSpPr>
            <p:spPr>
              <a:xfrm>
                <a:off x="354997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8" name="ph8078"/>
              <p:cNvSpPr/>
              <p:nvPr/>
            </p:nvSpPr>
            <p:spPr>
              <a:xfrm>
                <a:off x="355923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9" name="ph8079"/>
              <p:cNvSpPr/>
              <p:nvPr/>
            </p:nvSpPr>
            <p:spPr>
              <a:xfrm>
                <a:off x="356849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0" name="ph8080"/>
              <p:cNvSpPr/>
              <p:nvPr/>
            </p:nvSpPr>
            <p:spPr>
              <a:xfrm>
                <a:off x="357775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1" name="ph8081"/>
              <p:cNvSpPr/>
              <p:nvPr/>
            </p:nvSpPr>
            <p:spPr>
              <a:xfrm>
                <a:off x="358702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2" name="ph8082"/>
              <p:cNvSpPr/>
              <p:nvPr/>
            </p:nvSpPr>
            <p:spPr>
              <a:xfrm>
                <a:off x="359628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3" name="ph8083"/>
              <p:cNvSpPr/>
              <p:nvPr/>
            </p:nvSpPr>
            <p:spPr>
              <a:xfrm>
                <a:off x="360554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4" name="ph8084"/>
              <p:cNvSpPr/>
              <p:nvPr/>
            </p:nvSpPr>
            <p:spPr>
              <a:xfrm>
                <a:off x="361480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5" name="ph8085"/>
              <p:cNvSpPr/>
              <p:nvPr/>
            </p:nvSpPr>
            <p:spPr>
              <a:xfrm>
                <a:off x="362407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6" name="ph8086"/>
              <p:cNvSpPr/>
              <p:nvPr/>
            </p:nvSpPr>
            <p:spPr>
              <a:xfrm>
                <a:off x="363333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7" name="ph8087"/>
              <p:cNvSpPr/>
              <p:nvPr/>
            </p:nvSpPr>
            <p:spPr>
              <a:xfrm>
                <a:off x="364259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8" name="ph8088"/>
              <p:cNvSpPr/>
              <p:nvPr/>
            </p:nvSpPr>
            <p:spPr>
              <a:xfrm>
                <a:off x="365185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9" name="ph8089"/>
              <p:cNvSpPr/>
              <p:nvPr/>
            </p:nvSpPr>
            <p:spPr>
              <a:xfrm>
                <a:off x="366111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0" name="ph8090"/>
              <p:cNvSpPr/>
              <p:nvPr/>
            </p:nvSpPr>
            <p:spPr>
              <a:xfrm>
                <a:off x="367038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1" name="ph8091"/>
              <p:cNvSpPr/>
              <p:nvPr/>
            </p:nvSpPr>
            <p:spPr>
              <a:xfrm>
                <a:off x="367964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2" name="ph8092"/>
              <p:cNvSpPr/>
              <p:nvPr/>
            </p:nvSpPr>
            <p:spPr>
              <a:xfrm>
                <a:off x="368890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3" name="ph8093"/>
              <p:cNvSpPr/>
              <p:nvPr/>
            </p:nvSpPr>
            <p:spPr>
              <a:xfrm>
                <a:off x="369816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4" name="ph8094"/>
              <p:cNvSpPr/>
              <p:nvPr/>
            </p:nvSpPr>
            <p:spPr>
              <a:xfrm>
                <a:off x="370743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5" name="ph8095"/>
              <p:cNvSpPr/>
              <p:nvPr/>
            </p:nvSpPr>
            <p:spPr>
              <a:xfrm>
                <a:off x="37166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6" name="ph8096"/>
              <p:cNvSpPr/>
              <p:nvPr/>
            </p:nvSpPr>
            <p:spPr>
              <a:xfrm>
                <a:off x="372595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7" name="ph8097"/>
              <p:cNvSpPr/>
              <p:nvPr/>
            </p:nvSpPr>
            <p:spPr>
              <a:xfrm>
                <a:off x="37352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8" name="ph8098"/>
              <p:cNvSpPr/>
              <p:nvPr/>
            </p:nvSpPr>
            <p:spPr>
              <a:xfrm>
                <a:off x="37444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9" name="ph8099"/>
              <p:cNvSpPr/>
              <p:nvPr/>
            </p:nvSpPr>
            <p:spPr>
              <a:xfrm>
                <a:off x="37537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0" name="ph8100"/>
              <p:cNvSpPr/>
              <p:nvPr/>
            </p:nvSpPr>
            <p:spPr>
              <a:xfrm>
                <a:off x="37630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1" name="ph8101"/>
              <p:cNvSpPr/>
              <p:nvPr/>
            </p:nvSpPr>
            <p:spPr>
              <a:xfrm>
                <a:off x="377226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2" name="ph8102"/>
              <p:cNvSpPr/>
              <p:nvPr/>
            </p:nvSpPr>
            <p:spPr>
              <a:xfrm>
                <a:off x="37815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3" name="ph8103"/>
              <p:cNvSpPr/>
              <p:nvPr/>
            </p:nvSpPr>
            <p:spPr>
              <a:xfrm>
                <a:off x="3790790" y="1050571"/>
                <a:ext cx="9234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5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92" y="897246"/>
                    </a:lnTo>
                    <a:lnTo>
                      <a:pt x="919476" y="897559"/>
                    </a:lnTo>
                    <a:lnTo>
                      <a:pt x="921947" y="907440"/>
                    </a:lnTo>
                    <a:lnTo>
                      <a:pt x="923454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4" name="ph8104"/>
              <p:cNvSpPr/>
              <p:nvPr/>
            </p:nvSpPr>
            <p:spPr>
              <a:xfrm>
                <a:off x="2049492" y="10333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13" y="914400"/>
                    </a:lnTo>
                    <a:lnTo>
                      <a:pt x="912147" y="914119"/>
                    </a:lnTo>
                    <a:lnTo>
                      <a:pt x="912327" y="913743"/>
                    </a:lnTo>
                    <a:lnTo>
                      <a:pt x="912507" y="913367"/>
                    </a:lnTo>
                    <a:lnTo>
                      <a:pt x="912687" y="912991"/>
                    </a:lnTo>
                    <a:lnTo>
                      <a:pt x="912867" y="912615"/>
                    </a:lnTo>
                    <a:lnTo>
                      <a:pt x="913047" y="912240"/>
                    </a:lnTo>
                    <a:lnTo>
                      <a:pt x="913227" y="911864"/>
                    </a:lnTo>
                    <a:lnTo>
                      <a:pt x="913408" y="911488"/>
                    </a:lnTo>
                    <a:lnTo>
                      <a:pt x="913588" y="911112"/>
                    </a:lnTo>
                    <a:lnTo>
                      <a:pt x="913768" y="910736"/>
                    </a:lnTo>
                    <a:lnTo>
                      <a:pt x="913948" y="910360"/>
                    </a:lnTo>
                    <a:lnTo>
                      <a:pt x="914128" y="909985"/>
                    </a:lnTo>
                    <a:lnTo>
                      <a:pt x="914308" y="909609"/>
                    </a:lnTo>
                    <a:lnTo>
                      <a:pt x="914400" y="90941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5" name="ph8105"/>
              <p:cNvSpPr/>
              <p:nvPr/>
            </p:nvSpPr>
            <p:spPr>
              <a:xfrm>
                <a:off x="2058755" y="10160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657"/>
                    </a:lnTo>
                    <a:lnTo>
                      <a:pt x="905226" y="926471"/>
                    </a:lnTo>
                    <a:lnTo>
                      <a:pt x="905407" y="926096"/>
                    </a:lnTo>
                    <a:lnTo>
                      <a:pt x="905587" y="925720"/>
                    </a:lnTo>
                    <a:lnTo>
                      <a:pt x="905767" y="925344"/>
                    </a:lnTo>
                    <a:lnTo>
                      <a:pt x="905947" y="924968"/>
                    </a:lnTo>
                    <a:lnTo>
                      <a:pt x="906127" y="924592"/>
                    </a:lnTo>
                    <a:lnTo>
                      <a:pt x="906308" y="924217"/>
                    </a:lnTo>
                    <a:lnTo>
                      <a:pt x="906488" y="923841"/>
                    </a:lnTo>
                    <a:lnTo>
                      <a:pt x="906668" y="923465"/>
                    </a:lnTo>
                    <a:lnTo>
                      <a:pt x="906849" y="923089"/>
                    </a:lnTo>
                    <a:lnTo>
                      <a:pt x="907029" y="922713"/>
                    </a:lnTo>
                    <a:lnTo>
                      <a:pt x="907209" y="922338"/>
                    </a:lnTo>
                    <a:lnTo>
                      <a:pt x="907390" y="921962"/>
                    </a:lnTo>
                    <a:lnTo>
                      <a:pt x="907570" y="921586"/>
                    </a:lnTo>
                    <a:lnTo>
                      <a:pt x="907750" y="921210"/>
                    </a:lnTo>
                    <a:lnTo>
                      <a:pt x="907931" y="920834"/>
                    </a:lnTo>
                    <a:lnTo>
                      <a:pt x="908111" y="920459"/>
                    </a:lnTo>
                    <a:lnTo>
                      <a:pt x="908291" y="920083"/>
                    </a:lnTo>
                    <a:lnTo>
                      <a:pt x="908472" y="919707"/>
                    </a:lnTo>
                    <a:lnTo>
                      <a:pt x="908652" y="919331"/>
                    </a:lnTo>
                    <a:lnTo>
                      <a:pt x="908833" y="918956"/>
                    </a:lnTo>
                    <a:lnTo>
                      <a:pt x="909013" y="918580"/>
                    </a:lnTo>
                    <a:lnTo>
                      <a:pt x="909194" y="918204"/>
                    </a:lnTo>
                    <a:lnTo>
                      <a:pt x="909374" y="917828"/>
                    </a:lnTo>
                    <a:lnTo>
                      <a:pt x="909554" y="917452"/>
                    </a:lnTo>
                    <a:lnTo>
                      <a:pt x="909735" y="917077"/>
                    </a:lnTo>
                    <a:lnTo>
                      <a:pt x="909915" y="916701"/>
                    </a:lnTo>
                    <a:lnTo>
                      <a:pt x="910096" y="916325"/>
                    </a:lnTo>
                    <a:lnTo>
                      <a:pt x="910276" y="915949"/>
                    </a:lnTo>
                    <a:lnTo>
                      <a:pt x="910457" y="915574"/>
                    </a:lnTo>
                    <a:lnTo>
                      <a:pt x="910638" y="915198"/>
                    </a:lnTo>
                    <a:lnTo>
                      <a:pt x="910818" y="914822"/>
                    </a:lnTo>
                    <a:lnTo>
                      <a:pt x="911021" y="914400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6" name="ph8106"/>
              <p:cNvSpPr/>
              <p:nvPr/>
            </p:nvSpPr>
            <p:spPr>
              <a:xfrm>
                <a:off x="205875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7" name="ph8107"/>
              <p:cNvSpPr/>
              <p:nvPr/>
            </p:nvSpPr>
            <p:spPr>
              <a:xfrm>
                <a:off x="20680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8" name="ph8108"/>
              <p:cNvSpPr/>
              <p:nvPr/>
            </p:nvSpPr>
            <p:spPr>
              <a:xfrm>
                <a:off x="20772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9" name="ph8109"/>
              <p:cNvSpPr/>
              <p:nvPr/>
            </p:nvSpPr>
            <p:spPr>
              <a:xfrm>
                <a:off x="20865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0" name="ph8110"/>
              <p:cNvSpPr/>
              <p:nvPr/>
            </p:nvSpPr>
            <p:spPr>
              <a:xfrm>
                <a:off x="20958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1" name="ph8111"/>
              <p:cNvSpPr/>
              <p:nvPr/>
            </p:nvSpPr>
            <p:spPr>
              <a:xfrm>
                <a:off x="210506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2" name="ph8112"/>
              <p:cNvSpPr/>
              <p:nvPr/>
            </p:nvSpPr>
            <p:spPr>
              <a:xfrm>
                <a:off x="21143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3" name="ph8113"/>
              <p:cNvSpPr/>
              <p:nvPr/>
            </p:nvSpPr>
            <p:spPr>
              <a:xfrm>
                <a:off x="21235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4" name="ph8114"/>
              <p:cNvSpPr/>
              <p:nvPr/>
            </p:nvSpPr>
            <p:spPr>
              <a:xfrm>
                <a:off x="21328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5" name="ph8115"/>
              <p:cNvSpPr/>
              <p:nvPr/>
            </p:nvSpPr>
            <p:spPr>
              <a:xfrm>
                <a:off x="214211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6" name="ph8116"/>
              <p:cNvSpPr/>
              <p:nvPr/>
            </p:nvSpPr>
            <p:spPr>
              <a:xfrm>
                <a:off x="21513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7" name="ph8117"/>
              <p:cNvSpPr/>
              <p:nvPr/>
            </p:nvSpPr>
            <p:spPr>
              <a:xfrm>
                <a:off x="21606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8" name="ph8118"/>
              <p:cNvSpPr/>
              <p:nvPr/>
            </p:nvSpPr>
            <p:spPr>
              <a:xfrm>
                <a:off x="21699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9" name="ph8119"/>
              <p:cNvSpPr/>
              <p:nvPr/>
            </p:nvSpPr>
            <p:spPr>
              <a:xfrm>
                <a:off x="21791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0" name="ph8120"/>
              <p:cNvSpPr/>
              <p:nvPr/>
            </p:nvSpPr>
            <p:spPr>
              <a:xfrm>
                <a:off x="218842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1" name="ph8121"/>
              <p:cNvSpPr/>
              <p:nvPr/>
            </p:nvSpPr>
            <p:spPr>
              <a:xfrm>
                <a:off x="21976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2" name="ph8122"/>
              <p:cNvSpPr/>
              <p:nvPr/>
            </p:nvSpPr>
            <p:spPr>
              <a:xfrm>
                <a:off x="22069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3" name="ph8123"/>
              <p:cNvSpPr/>
              <p:nvPr/>
            </p:nvSpPr>
            <p:spPr>
              <a:xfrm>
                <a:off x="22162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4" name="ph8124"/>
              <p:cNvSpPr/>
              <p:nvPr/>
            </p:nvSpPr>
            <p:spPr>
              <a:xfrm>
                <a:off x="2225475" y="1033333"/>
                <a:ext cx="9227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3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871" y="897161"/>
                    </a:lnTo>
                    <a:lnTo>
                      <a:pt x="916094" y="897642"/>
                    </a:lnTo>
                    <a:lnTo>
                      <a:pt x="919658" y="906176"/>
                    </a:lnTo>
                    <a:lnTo>
                      <a:pt x="922736" y="914400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5" name="ph8125"/>
              <p:cNvSpPr/>
              <p:nvPr/>
            </p:nvSpPr>
            <p:spPr>
              <a:xfrm>
                <a:off x="3336941" y="1016094"/>
                <a:ext cx="914400" cy="9212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01">
                    <a:moveTo>
                      <a:pt x="914400" y="914400"/>
                    </a:moveTo>
                    <a:lnTo>
                      <a:pt x="914323" y="921201"/>
                    </a:lnTo>
                    <a:lnTo>
                      <a:pt x="913077" y="919922"/>
                    </a:lnTo>
                    <a:lnTo>
                      <a:pt x="911831" y="918644"/>
                    </a:lnTo>
                    <a:lnTo>
                      <a:pt x="910584" y="917365"/>
                    </a:lnTo>
                    <a:lnTo>
                      <a:pt x="909337" y="916086"/>
                    </a:lnTo>
                    <a:lnTo>
                      <a:pt x="908090" y="914808"/>
                    </a:lnTo>
                    <a:lnTo>
                      <a:pt x="907692" y="914400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6" name="ph8126"/>
              <p:cNvSpPr/>
              <p:nvPr/>
            </p:nvSpPr>
            <p:spPr>
              <a:xfrm>
                <a:off x="3336941" y="1016094"/>
                <a:ext cx="923662" cy="93038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8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388"/>
                    </a:lnTo>
                    <a:lnTo>
                      <a:pt x="923144" y="929949"/>
                    </a:lnTo>
                    <a:lnTo>
                      <a:pt x="918066" y="925045"/>
                    </a:lnTo>
                    <a:lnTo>
                      <a:pt x="916814" y="923759"/>
                    </a:lnTo>
                    <a:lnTo>
                      <a:pt x="915569" y="922480"/>
                    </a:lnTo>
                    <a:lnTo>
                      <a:pt x="914400" y="921280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7" name="ph8127"/>
              <p:cNvSpPr/>
              <p:nvPr/>
            </p:nvSpPr>
            <p:spPr>
              <a:xfrm>
                <a:off x="33462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75" y="931638"/>
                    </a:lnTo>
                    <a:lnTo>
                      <a:pt x="914400" y="93038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8" name="ph8128"/>
              <p:cNvSpPr/>
              <p:nvPr/>
            </p:nvSpPr>
            <p:spPr>
              <a:xfrm>
                <a:off x="33554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9" name="ph8129"/>
              <p:cNvSpPr/>
              <p:nvPr/>
            </p:nvSpPr>
            <p:spPr>
              <a:xfrm>
                <a:off x="33647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0" name="ph8130"/>
              <p:cNvSpPr/>
              <p:nvPr/>
            </p:nvSpPr>
            <p:spPr>
              <a:xfrm>
                <a:off x="33739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1" name="ph8131"/>
              <p:cNvSpPr/>
              <p:nvPr/>
            </p:nvSpPr>
            <p:spPr>
              <a:xfrm>
                <a:off x="33832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2" name="ph8132"/>
              <p:cNvSpPr/>
              <p:nvPr/>
            </p:nvSpPr>
            <p:spPr>
              <a:xfrm>
                <a:off x="339251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3" name="ph8133"/>
              <p:cNvSpPr/>
              <p:nvPr/>
            </p:nvSpPr>
            <p:spPr>
              <a:xfrm>
                <a:off x="34017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4" name="ph8134"/>
              <p:cNvSpPr/>
              <p:nvPr/>
            </p:nvSpPr>
            <p:spPr>
              <a:xfrm>
                <a:off x="34110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5" name="ph8135"/>
              <p:cNvSpPr/>
              <p:nvPr/>
            </p:nvSpPr>
            <p:spPr>
              <a:xfrm>
                <a:off x="34203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6" name="ph8136"/>
              <p:cNvSpPr/>
              <p:nvPr/>
            </p:nvSpPr>
            <p:spPr>
              <a:xfrm>
                <a:off x="34295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7" name="ph8137"/>
              <p:cNvSpPr/>
              <p:nvPr/>
            </p:nvSpPr>
            <p:spPr>
              <a:xfrm>
                <a:off x="343882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8" name="ph8138"/>
              <p:cNvSpPr/>
              <p:nvPr/>
            </p:nvSpPr>
            <p:spPr>
              <a:xfrm>
                <a:off x="34480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9" name="ph8139"/>
              <p:cNvSpPr/>
              <p:nvPr/>
            </p:nvSpPr>
            <p:spPr>
              <a:xfrm>
                <a:off x="34573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0" name="ph8140"/>
              <p:cNvSpPr/>
              <p:nvPr/>
            </p:nvSpPr>
            <p:spPr>
              <a:xfrm>
                <a:off x="34666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1" name="ph8141"/>
              <p:cNvSpPr/>
              <p:nvPr/>
            </p:nvSpPr>
            <p:spPr>
              <a:xfrm>
                <a:off x="347587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2" name="ph8142"/>
              <p:cNvSpPr/>
              <p:nvPr/>
            </p:nvSpPr>
            <p:spPr>
              <a:xfrm>
                <a:off x="348513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3" name="ph8143"/>
              <p:cNvSpPr/>
              <p:nvPr/>
            </p:nvSpPr>
            <p:spPr>
              <a:xfrm>
                <a:off x="349439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4" name="ph8144"/>
              <p:cNvSpPr/>
              <p:nvPr/>
            </p:nvSpPr>
            <p:spPr>
              <a:xfrm>
                <a:off x="350366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5" name="ph8145"/>
              <p:cNvSpPr/>
              <p:nvPr/>
            </p:nvSpPr>
            <p:spPr>
              <a:xfrm>
                <a:off x="351292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6" name="ph8146"/>
              <p:cNvSpPr/>
              <p:nvPr/>
            </p:nvSpPr>
            <p:spPr>
              <a:xfrm>
                <a:off x="352218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7" name="ph8147"/>
              <p:cNvSpPr/>
              <p:nvPr/>
            </p:nvSpPr>
            <p:spPr>
              <a:xfrm>
                <a:off x="353144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8" name="ph8148"/>
              <p:cNvSpPr/>
              <p:nvPr/>
            </p:nvSpPr>
            <p:spPr>
              <a:xfrm>
                <a:off x="354071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9" name="ph8149"/>
              <p:cNvSpPr/>
              <p:nvPr/>
            </p:nvSpPr>
            <p:spPr>
              <a:xfrm>
                <a:off x="354997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0" name="ph8150"/>
              <p:cNvSpPr/>
              <p:nvPr/>
            </p:nvSpPr>
            <p:spPr>
              <a:xfrm>
                <a:off x="355923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1" name="ph8151"/>
              <p:cNvSpPr/>
              <p:nvPr/>
            </p:nvSpPr>
            <p:spPr>
              <a:xfrm>
                <a:off x="356849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2" name="ph8152"/>
              <p:cNvSpPr/>
              <p:nvPr/>
            </p:nvSpPr>
            <p:spPr>
              <a:xfrm>
                <a:off x="357775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3" name="ph8153"/>
              <p:cNvSpPr/>
              <p:nvPr/>
            </p:nvSpPr>
            <p:spPr>
              <a:xfrm>
                <a:off x="358702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4" name="ph8154"/>
              <p:cNvSpPr/>
              <p:nvPr/>
            </p:nvSpPr>
            <p:spPr>
              <a:xfrm>
                <a:off x="359628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5" name="ph8155"/>
              <p:cNvSpPr/>
              <p:nvPr/>
            </p:nvSpPr>
            <p:spPr>
              <a:xfrm>
                <a:off x="360554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6" name="ph8156"/>
              <p:cNvSpPr/>
              <p:nvPr/>
            </p:nvSpPr>
            <p:spPr>
              <a:xfrm>
                <a:off x="361480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7" name="ph8157"/>
              <p:cNvSpPr/>
              <p:nvPr/>
            </p:nvSpPr>
            <p:spPr>
              <a:xfrm>
                <a:off x="362407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8" name="ph8158"/>
              <p:cNvSpPr/>
              <p:nvPr/>
            </p:nvSpPr>
            <p:spPr>
              <a:xfrm>
                <a:off x="363333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9" name="ph8159"/>
              <p:cNvSpPr/>
              <p:nvPr/>
            </p:nvSpPr>
            <p:spPr>
              <a:xfrm>
                <a:off x="364259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0" name="ph8160"/>
              <p:cNvSpPr/>
              <p:nvPr/>
            </p:nvSpPr>
            <p:spPr>
              <a:xfrm>
                <a:off x="365185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1" name="ph8161"/>
              <p:cNvSpPr/>
              <p:nvPr/>
            </p:nvSpPr>
            <p:spPr>
              <a:xfrm>
                <a:off x="366111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2" name="ph8162"/>
              <p:cNvSpPr/>
              <p:nvPr/>
            </p:nvSpPr>
            <p:spPr>
              <a:xfrm>
                <a:off x="367038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3" name="ph8163"/>
              <p:cNvSpPr/>
              <p:nvPr/>
            </p:nvSpPr>
            <p:spPr>
              <a:xfrm>
                <a:off x="367964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4" name="ph8164"/>
              <p:cNvSpPr/>
              <p:nvPr/>
            </p:nvSpPr>
            <p:spPr>
              <a:xfrm>
                <a:off x="368890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5" name="ph8165"/>
              <p:cNvSpPr/>
              <p:nvPr/>
            </p:nvSpPr>
            <p:spPr>
              <a:xfrm>
                <a:off x="369816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6" name="ph8166"/>
              <p:cNvSpPr/>
              <p:nvPr/>
            </p:nvSpPr>
            <p:spPr>
              <a:xfrm>
                <a:off x="370743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7" name="ph8167"/>
              <p:cNvSpPr/>
              <p:nvPr/>
            </p:nvSpPr>
            <p:spPr>
              <a:xfrm>
                <a:off x="371669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8" name="ph8168"/>
              <p:cNvSpPr/>
              <p:nvPr/>
            </p:nvSpPr>
            <p:spPr>
              <a:xfrm>
                <a:off x="372595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9" name="ph8169"/>
              <p:cNvSpPr/>
              <p:nvPr/>
            </p:nvSpPr>
            <p:spPr>
              <a:xfrm>
                <a:off x="37352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0" name="ph8170"/>
              <p:cNvSpPr/>
              <p:nvPr/>
            </p:nvSpPr>
            <p:spPr>
              <a:xfrm>
                <a:off x="37444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1" name="ph8171"/>
              <p:cNvSpPr/>
              <p:nvPr/>
            </p:nvSpPr>
            <p:spPr>
              <a:xfrm>
                <a:off x="37537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2" name="ph8172"/>
              <p:cNvSpPr/>
              <p:nvPr/>
            </p:nvSpPr>
            <p:spPr>
              <a:xfrm>
                <a:off x="37630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3" name="ph8173"/>
              <p:cNvSpPr/>
              <p:nvPr/>
            </p:nvSpPr>
            <p:spPr>
              <a:xfrm>
                <a:off x="37722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4" name="ph8174"/>
              <p:cNvSpPr/>
              <p:nvPr/>
            </p:nvSpPr>
            <p:spPr>
              <a:xfrm>
                <a:off x="37815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5" name="ph8175"/>
              <p:cNvSpPr/>
              <p:nvPr/>
            </p:nvSpPr>
            <p:spPr>
              <a:xfrm>
                <a:off x="3790790" y="1033333"/>
                <a:ext cx="9193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9" y="897161"/>
                    </a:lnTo>
                    <a:lnTo>
                      <a:pt x="914785" y="897295"/>
                    </a:lnTo>
                    <a:lnTo>
                      <a:pt x="914869" y="897608"/>
                    </a:lnTo>
                    <a:lnTo>
                      <a:pt x="914953" y="897920"/>
                    </a:lnTo>
                    <a:lnTo>
                      <a:pt x="915037" y="898233"/>
                    </a:lnTo>
                    <a:lnTo>
                      <a:pt x="915121" y="898545"/>
                    </a:lnTo>
                    <a:lnTo>
                      <a:pt x="915205" y="898858"/>
                    </a:lnTo>
                    <a:lnTo>
                      <a:pt x="915288" y="899170"/>
                    </a:lnTo>
                    <a:lnTo>
                      <a:pt x="915372" y="899483"/>
                    </a:lnTo>
                    <a:lnTo>
                      <a:pt x="915456" y="899795"/>
                    </a:lnTo>
                    <a:lnTo>
                      <a:pt x="915540" y="900108"/>
                    </a:lnTo>
                    <a:lnTo>
                      <a:pt x="915624" y="900421"/>
                    </a:lnTo>
                    <a:lnTo>
                      <a:pt x="915708" y="900733"/>
                    </a:lnTo>
                    <a:lnTo>
                      <a:pt x="915791" y="901046"/>
                    </a:lnTo>
                    <a:lnTo>
                      <a:pt x="915875" y="901358"/>
                    </a:lnTo>
                    <a:lnTo>
                      <a:pt x="915959" y="901671"/>
                    </a:lnTo>
                    <a:lnTo>
                      <a:pt x="916043" y="901983"/>
                    </a:lnTo>
                    <a:lnTo>
                      <a:pt x="916127" y="902296"/>
                    </a:lnTo>
                    <a:lnTo>
                      <a:pt x="916211" y="902608"/>
                    </a:lnTo>
                    <a:lnTo>
                      <a:pt x="916294" y="902921"/>
                    </a:lnTo>
                    <a:lnTo>
                      <a:pt x="916378" y="903233"/>
                    </a:lnTo>
                    <a:lnTo>
                      <a:pt x="916462" y="903546"/>
                    </a:lnTo>
                    <a:lnTo>
                      <a:pt x="916546" y="903858"/>
                    </a:lnTo>
                    <a:lnTo>
                      <a:pt x="916630" y="904171"/>
                    </a:lnTo>
                    <a:lnTo>
                      <a:pt x="916713" y="904483"/>
                    </a:lnTo>
                    <a:lnTo>
                      <a:pt x="916797" y="904796"/>
                    </a:lnTo>
                    <a:lnTo>
                      <a:pt x="916881" y="905108"/>
                    </a:lnTo>
                    <a:lnTo>
                      <a:pt x="916965" y="905421"/>
                    </a:lnTo>
                    <a:lnTo>
                      <a:pt x="917048" y="905733"/>
                    </a:lnTo>
                    <a:lnTo>
                      <a:pt x="917132" y="906046"/>
                    </a:lnTo>
                    <a:lnTo>
                      <a:pt x="917216" y="906359"/>
                    </a:lnTo>
                    <a:lnTo>
                      <a:pt x="917300" y="906671"/>
                    </a:lnTo>
                    <a:lnTo>
                      <a:pt x="917383" y="906984"/>
                    </a:lnTo>
                    <a:lnTo>
                      <a:pt x="917467" y="907296"/>
                    </a:lnTo>
                    <a:lnTo>
                      <a:pt x="917551" y="907609"/>
                    </a:lnTo>
                    <a:lnTo>
                      <a:pt x="917635" y="907921"/>
                    </a:lnTo>
                    <a:lnTo>
                      <a:pt x="917718" y="908234"/>
                    </a:lnTo>
                    <a:lnTo>
                      <a:pt x="917802" y="908546"/>
                    </a:lnTo>
                    <a:lnTo>
                      <a:pt x="917886" y="908859"/>
                    </a:lnTo>
                    <a:lnTo>
                      <a:pt x="917970" y="909171"/>
                    </a:lnTo>
                    <a:lnTo>
                      <a:pt x="918053" y="909484"/>
                    </a:lnTo>
                    <a:lnTo>
                      <a:pt x="918137" y="909796"/>
                    </a:lnTo>
                    <a:lnTo>
                      <a:pt x="918221" y="910109"/>
                    </a:lnTo>
                    <a:lnTo>
                      <a:pt x="918304" y="910421"/>
                    </a:lnTo>
                    <a:lnTo>
                      <a:pt x="918388" y="910734"/>
                    </a:lnTo>
                    <a:lnTo>
                      <a:pt x="918472" y="911047"/>
                    </a:lnTo>
                    <a:lnTo>
                      <a:pt x="918555" y="911359"/>
                    </a:lnTo>
                    <a:lnTo>
                      <a:pt x="918639" y="911672"/>
                    </a:lnTo>
                    <a:lnTo>
                      <a:pt x="918723" y="911984"/>
                    </a:lnTo>
                    <a:lnTo>
                      <a:pt x="918806" y="912297"/>
                    </a:lnTo>
                    <a:lnTo>
                      <a:pt x="918890" y="912609"/>
                    </a:lnTo>
                    <a:lnTo>
                      <a:pt x="918974" y="912922"/>
                    </a:lnTo>
                    <a:lnTo>
                      <a:pt x="919057" y="913234"/>
                    </a:lnTo>
                    <a:lnTo>
                      <a:pt x="919141" y="913547"/>
                    </a:lnTo>
                    <a:lnTo>
                      <a:pt x="919225" y="913859"/>
                    </a:lnTo>
                    <a:lnTo>
                      <a:pt x="919308" y="914172"/>
                    </a:lnTo>
                    <a:lnTo>
                      <a:pt x="919369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6" name="ph8176"/>
              <p:cNvSpPr/>
              <p:nvPr/>
            </p:nvSpPr>
            <p:spPr>
              <a:xfrm>
                <a:off x="205875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21" y="914400"/>
                    </a:lnTo>
                    <a:lnTo>
                      <a:pt x="911179" y="914071"/>
                    </a:lnTo>
                    <a:lnTo>
                      <a:pt x="911360" y="913695"/>
                    </a:lnTo>
                    <a:lnTo>
                      <a:pt x="911540" y="913319"/>
                    </a:lnTo>
                    <a:lnTo>
                      <a:pt x="911721" y="912943"/>
                    </a:lnTo>
                    <a:lnTo>
                      <a:pt x="911902" y="912568"/>
                    </a:lnTo>
                    <a:lnTo>
                      <a:pt x="912082" y="912192"/>
                    </a:lnTo>
                    <a:lnTo>
                      <a:pt x="912263" y="911816"/>
                    </a:lnTo>
                    <a:lnTo>
                      <a:pt x="912444" y="911440"/>
                    </a:lnTo>
                    <a:lnTo>
                      <a:pt x="912624" y="911065"/>
                    </a:lnTo>
                    <a:lnTo>
                      <a:pt x="912805" y="910689"/>
                    </a:lnTo>
                    <a:lnTo>
                      <a:pt x="912986" y="910313"/>
                    </a:lnTo>
                    <a:lnTo>
                      <a:pt x="913166" y="909938"/>
                    </a:lnTo>
                    <a:lnTo>
                      <a:pt x="913347" y="909562"/>
                    </a:lnTo>
                    <a:lnTo>
                      <a:pt x="913528" y="909186"/>
                    </a:lnTo>
                    <a:lnTo>
                      <a:pt x="913709" y="908810"/>
                    </a:lnTo>
                    <a:lnTo>
                      <a:pt x="913889" y="908435"/>
                    </a:lnTo>
                    <a:lnTo>
                      <a:pt x="914070" y="908059"/>
                    </a:lnTo>
                    <a:lnTo>
                      <a:pt x="914400" y="90740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7" name="ph8177"/>
              <p:cNvSpPr/>
              <p:nvPr/>
            </p:nvSpPr>
            <p:spPr>
              <a:xfrm>
                <a:off x="2068017" y="9988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48"/>
                    </a:lnTo>
                    <a:lnTo>
                      <a:pt x="908794" y="917437"/>
                    </a:lnTo>
                    <a:lnTo>
                      <a:pt x="910503" y="91439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8" name="ph8178"/>
              <p:cNvSpPr/>
              <p:nvPr/>
            </p:nvSpPr>
            <p:spPr>
              <a:xfrm>
                <a:off x="20680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9" name="ph8179"/>
              <p:cNvSpPr/>
              <p:nvPr/>
            </p:nvSpPr>
            <p:spPr>
              <a:xfrm>
                <a:off x="20772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0" name="ph8180"/>
              <p:cNvSpPr/>
              <p:nvPr/>
            </p:nvSpPr>
            <p:spPr>
              <a:xfrm>
                <a:off x="20865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1" name="ph8181"/>
              <p:cNvSpPr/>
              <p:nvPr/>
            </p:nvSpPr>
            <p:spPr>
              <a:xfrm>
                <a:off x="20958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2" name="ph8182"/>
              <p:cNvSpPr/>
              <p:nvPr/>
            </p:nvSpPr>
            <p:spPr>
              <a:xfrm>
                <a:off x="210506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3" name="ph8183"/>
              <p:cNvSpPr/>
              <p:nvPr/>
            </p:nvSpPr>
            <p:spPr>
              <a:xfrm>
                <a:off x="21143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4" name="ph8184"/>
              <p:cNvSpPr/>
              <p:nvPr/>
            </p:nvSpPr>
            <p:spPr>
              <a:xfrm>
                <a:off x="21235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5" name="ph8185"/>
              <p:cNvSpPr/>
              <p:nvPr/>
            </p:nvSpPr>
            <p:spPr>
              <a:xfrm>
                <a:off x="21328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6" name="ph8186"/>
              <p:cNvSpPr/>
              <p:nvPr/>
            </p:nvSpPr>
            <p:spPr>
              <a:xfrm>
                <a:off x="214211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7" name="ph8187"/>
              <p:cNvSpPr/>
              <p:nvPr/>
            </p:nvSpPr>
            <p:spPr>
              <a:xfrm>
                <a:off x="21513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8" name="ph8188"/>
              <p:cNvSpPr/>
              <p:nvPr/>
            </p:nvSpPr>
            <p:spPr>
              <a:xfrm>
                <a:off x="21606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9" name="ph8189"/>
              <p:cNvSpPr/>
              <p:nvPr/>
            </p:nvSpPr>
            <p:spPr>
              <a:xfrm>
                <a:off x="21699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0" name="ph8190"/>
              <p:cNvSpPr/>
              <p:nvPr/>
            </p:nvSpPr>
            <p:spPr>
              <a:xfrm>
                <a:off x="21791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1" name="ph8191"/>
              <p:cNvSpPr/>
              <p:nvPr/>
            </p:nvSpPr>
            <p:spPr>
              <a:xfrm>
                <a:off x="218842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2" name="ph8192"/>
              <p:cNvSpPr/>
              <p:nvPr/>
            </p:nvSpPr>
            <p:spPr>
              <a:xfrm>
                <a:off x="21976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3" name="ph8193"/>
              <p:cNvSpPr/>
              <p:nvPr/>
            </p:nvSpPr>
            <p:spPr>
              <a:xfrm>
                <a:off x="22069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4" name="ph8194"/>
              <p:cNvSpPr/>
              <p:nvPr/>
            </p:nvSpPr>
            <p:spPr>
              <a:xfrm>
                <a:off x="222547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271" y="897161"/>
                    </a:lnTo>
                    <a:lnTo>
                      <a:pt x="908273" y="898910"/>
                    </a:lnTo>
                    <a:lnTo>
                      <a:pt x="912295" y="906705"/>
                    </a:lnTo>
                    <a:lnTo>
                      <a:pt x="914400" y="911233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5" name="ph8195"/>
              <p:cNvSpPr/>
              <p:nvPr/>
            </p:nvSpPr>
            <p:spPr>
              <a:xfrm>
                <a:off x="2225475" y="1016094"/>
                <a:ext cx="91587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71" h="914400">
                    <a:moveTo>
                      <a:pt x="914400" y="914400"/>
                    </a:moveTo>
                    <a:lnTo>
                      <a:pt x="914400" y="911233"/>
                    </a:lnTo>
                    <a:lnTo>
                      <a:pt x="915871" y="914400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6" name="ph8196"/>
              <p:cNvSpPr/>
              <p:nvPr/>
            </p:nvSpPr>
            <p:spPr>
              <a:xfrm>
                <a:off x="3318417" y="998856"/>
                <a:ext cx="914400" cy="9194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06">
                    <a:moveTo>
                      <a:pt x="914400" y="914399"/>
                    </a:moveTo>
                    <a:lnTo>
                      <a:pt x="914400" y="919406"/>
                    </a:lnTo>
                    <a:lnTo>
                      <a:pt x="911696" y="916472"/>
                    </a:lnTo>
                    <a:lnTo>
                      <a:pt x="909994" y="91439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7" name="ph8197"/>
              <p:cNvSpPr/>
              <p:nvPr/>
            </p:nvSpPr>
            <p:spPr>
              <a:xfrm>
                <a:off x="3318417" y="998856"/>
                <a:ext cx="923662" cy="92902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02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021"/>
                    </a:lnTo>
                    <a:lnTo>
                      <a:pt x="922871" y="928212"/>
                    </a:lnTo>
                    <a:lnTo>
                      <a:pt x="921623" y="926934"/>
                    </a:lnTo>
                    <a:lnTo>
                      <a:pt x="920375" y="925656"/>
                    </a:lnTo>
                    <a:lnTo>
                      <a:pt x="919126" y="924379"/>
                    </a:lnTo>
                    <a:lnTo>
                      <a:pt x="917876" y="923101"/>
                    </a:lnTo>
                    <a:lnTo>
                      <a:pt x="916620" y="921817"/>
                    </a:lnTo>
                    <a:lnTo>
                      <a:pt x="914400" y="919406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8" name="ph8198"/>
              <p:cNvSpPr/>
              <p:nvPr/>
            </p:nvSpPr>
            <p:spPr>
              <a:xfrm>
                <a:off x="33276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954" y="931638"/>
                    </a:lnTo>
                    <a:lnTo>
                      <a:pt x="916105" y="930768"/>
                    </a:lnTo>
                    <a:lnTo>
                      <a:pt x="914857" y="929490"/>
                    </a:lnTo>
                    <a:lnTo>
                      <a:pt x="914400" y="929021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9" name="ph8199"/>
              <p:cNvSpPr/>
              <p:nvPr/>
            </p:nvSpPr>
            <p:spPr>
              <a:xfrm>
                <a:off x="33369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0" name="ph8200"/>
              <p:cNvSpPr/>
              <p:nvPr/>
            </p:nvSpPr>
            <p:spPr>
              <a:xfrm>
                <a:off x="33462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1" name="ph8201"/>
              <p:cNvSpPr/>
              <p:nvPr/>
            </p:nvSpPr>
            <p:spPr>
              <a:xfrm>
                <a:off x="33554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2" name="ph8202"/>
              <p:cNvSpPr/>
              <p:nvPr/>
            </p:nvSpPr>
            <p:spPr>
              <a:xfrm>
                <a:off x="33647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3" name="ph8203"/>
              <p:cNvSpPr/>
              <p:nvPr/>
            </p:nvSpPr>
            <p:spPr>
              <a:xfrm>
                <a:off x="33739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4" name="ph8204"/>
              <p:cNvSpPr/>
              <p:nvPr/>
            </p:nvSpPr>
            <p:spPr>
              <a:xfrm>
                <a:off x="33832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5" name="ph8205"/>
              <p:cNvSpPr/>
              <p:nvPr/>
            </p:nvSpPr>
            <p:spPr>
              <a:xfrm>
                <a:off x="339251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6" name="ph8206"/>
              <p:cNvSpPr/>
              <p:nvPr/>
            </p:nvSpPr>
            <p:spPr>
              <a:xfrm>
                <a:off x="34017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7" name="ph8207"/>
              <p:cNvSpPr/>
              <p:nvPr/>
            </p:nvSpPr>
            <p:spPr>
              <a:xfrm>
                <a:off x="34110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8" name="ph8208"/>
              <p:cNvSpPr/>
              <p:nvPr/>
            </p:nvSpPr>
            <p:spPr>
              <a:xfrm>
                <a:off x="34203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9" name="ph8209"/>
              <p:cNvSpPr/>
              <p:nvPr/>
            </p:nvSpPr>
            <p:spPr>
              <a:xfrm>
                <a:off x="34295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0" name="ph8210"/>
              <p:cNvSpPr/>
              <p:nvPr/>
            </p:nvSpPr>
            <p:spPr>
              <a:xfrm>
                <a:off x="343882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1" name="ph8211"/>
              <p:cNvSpPr/>
              <p:nvPr/>
            </p:nvSpPr>
            <p:spPr>
              <a:xfrm>
                <a:off x="34480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2" name="ph8212"/>
              <p:cNvSpPr/>
              <p:nvPr/>
            </p:nvSpPr>
            <p:spPr>
              <a:xfrm>
                <a:off x="34573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3" name="ph8213"/>
              <p:cNvSpPr/>
              <p:nvPr/>
            </p:nvSpPr>
            <p:spPr>
              <a:xfrm>
                <a:off x="346661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4" name="ph8214"/>
              <p:cNvSpPr/>
              <p:nvPr/>
            </p:nvSpPr>
            <p:spPr>
              <a:xfrm>
                <a:off x="347587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5" name="ph8215"/>
              <p:cNvSpPr/>
              <p:nvPr/>
            </p:nvSpPr>
            <p:spPr>
              <a:xfrm>
                <a:off x="348513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6" name="ph8216"/>
              <p:cNvSpPr/>
              <p:nvPr/>
            </p:nvSpPr>
            <p:spPr>
              <a:xfrm>
                <a:off x="349439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7" name="ph8217"/>
              <p:cNvSpPr/>
              <p:nvPr/>
            </p:nvSpPr>
            <p:spPr>
              <a:xfrm>
                <a:off x="350366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8" name="ph8218"/>
              <p:cNvSpPr/>
              <p:nvPr/>
            </p:nvSpPr>
            <p:spPr>
              <a:xfrm>
                <a:off x="351292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9" name="ph8219"/>
              <p:cNvSpPr/>
              <p:nvPr/>
            </p:nvSpPr>
            <p:spPr>
              <a:xfrm>
                <a:off x="352218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0" name="ph8220"/>
              <p:cNvSpPr/>
              <p:nvPr/>
            </p:nvSpPr>
            <p:spPr>
              <a:xfrm>
                <a:off x="353144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1" name="ph8221"/>
              <p:cNvSpPr/>
              <p:nvPr/>
            </p:nvSpPr>
            <p:spPr>
              <a:xfrm>
                <a:off x="354071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2" name="ph8222"/>
              <p:cNvSpPr/>
              <p:nvPr/>
            </p:nvSpPr>
            <p:spPr>
              <a:xfrm>
                <a:off x="354997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3" name="ph8223"/>
              <p:cNvSpPr/>
              <p:nvPr/>
            </p:nvSpPr>
            <p:spPr>
              <a:xfrm>
                <a:off x="355923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4" name="ph8224"/>
              <p:cNvSpPr/>
              <p:nvPr/>
            </p:nvSpPr>
            <p:spPr>
              <a:xfrm>
                <a:off x="356849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5" name="ph8225"/>
              <p:cNvSpPr/>
              <p:nvPr/>
            </p:nvSpPr>
            <p:spPr>
              <a:xfrm>
                <a:off x="357775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6" name="ph8226"/>
              <p:cNvSpPr/>
              <p:nvPr/>
            </p:nvSpPr>
            <p:spPr>
              <a:xfrm>
                <a:off x="358702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7" name="ph8227"/>
              <p:cNvSpPr/>
              <p:nvPr/>
            </p:nvSpPr>
            <p:spPr>
              <a:xfrm>
                <a:off x="359628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8" name="ph8228"/>
              <p:cNvSpPr/>
              <p:nvPr/>
            </p:nvSpPr>
            <p:spPr>
              <a:xfrm>
                <a:off x="360554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9" name="ph8229"/>
              <p:cNvSpPr/>
              <p:nvPr/>
            </p:nvSpPr>
            <p:spPr>
              <a:xfrm>
                <a:off x="361480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0" name="ph8230"/>
              <p:cNvSpPr/>
              <p:nvPr/>
            </p:nvSpPr>
            <p:spPr>
              <a:xfrm>
                <a:off x="362407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1" name="ph8231"/>
              <p:cNvSpPr/>
              <p:nvPr/>
            </p:nvSpPr>
            <p:spPr>
              <a:xfrm>
                <a:off x="363333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2" name="ph8232"/>
              <p:cNvSpPr/>
              <p:nvPr/>
            </p:nvSpPr>
            <p:spPr>
              <a:xfrm>
                <a:off x="364259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3" name="ph8233"/>
              <p:cNvSpPr/>
              <p:nvPr/>
            </p:nvSpPr>
            <p:spPr>
              <a:xfrm>
                <a:off x="365185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4" name="ph8234"/>
              <p:cNvSpPr/>
              <p:nvPr/>
            </p:nvSpPr>
            <p:spPr>
              <a:xfrm>
                <a:off x="366111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5" name="ph8235"/>
              <p:cNvSpPr/>
              <p:nvPr/>
            </p:nvSpPr>
            <p:spPr>
              <a:xfrm>
                <a:off x="367038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6" name="ph8236"/>
              <p:cNvSpPr/>
              <p:nvPr/>
            </p:nvSpPr>
            <p:spPr>
              <a:xfrm>
                <a:off x="367964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7" name="ph8237"/>
              <p:cNvSpPr/>
              <p:nvPr/>
            </p:nvSpPr>
            <p:spPr>
              <a:xfrm>
                <a:off x="368890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8" name="ph8238"/>
              <p:cNvSpPr/>
              <p:nvPr/>
            </p:nvSpPr>
            <p:spPr>
              <a:xfrm>
                <a:off x="369816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9" name="ph8239"/>
              <p:cNvSpPr/>
              <p:nvPr/>
            </p:nvSpPr>
            <p:spPr>
              <a:xfrm>
                <a:off x="370743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0" name="ph8240"/>
              <p:cNvSpPr/>
              <p:nvPr/>
            </p:nvSpPr>
            <p:spPr>
              <a:xfrm>
                <a:off x="371669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1" name="ph8241"/>
              <p:cNvSpPr/>
              <p:nvPr/>
            </p:nvSpPr>
            <p:spPr>
              <a:xfrm>
                <a:off x="372595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2" name="ph8242"/>
              <p:cNvSpPr/>
              <p:nvPr/>
            </p:nvSpPr>
            <p:spPr>
              <a:xfrm>
                <a:off x="37352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3" name="ph8243"/>
              <p:cNvSpPr/>
              <p:nvPr/>
            </p:nvSpPr>
            <p:spPr>
              <a:xfrm>
                <a:off x="37444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4" name="ph8244"/>
              <p:cNvSpPr/>
              <p:nvPr/>
            </p:nvSpPr>
            <p:spPr>
              <a:xfrm>
                <a:off x="37537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5" name="ph8245"/>
              <p:cNvSpPr/>
              <p:nvPr/>
            </p:nvSpPr>
            <p:spPr>
              <a:xfrm>
                <a:off x="37630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6" name="ph8246"/>
              <p:cNvSpPr/>
              <p:nvPr/>
            </p:nvSpPr>
            <p:spPr>
              <a:xfrm>
                <a:off x="37722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7" name="ph8247"/>
              <p:cNvSpPr/>
              <p:nvPr/>
            </p:nvSpPr>
            <p:spPr>
              <a:xfrm>
                <a:off x="3790790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115" y="897161"/>
                    </a:lnTo>
                    <a:lnTo>
                      <a:pt x="910164" y="897345"/>
                    </a:lnTo>
                    <a:lnTo>
                      <a:pt x="910249" y="897658"/>
                    </a:lnTo>
                    <a:lnTo>
                      <a:pt x="910333" y="897970"/>
                    </a:lnTo>
                    <a:lnTo>
                      <a:pt x="910417" y="898283"/>
                    </a:lnTo>
                    <a:lnTo>
                      <a:pt x="910501" y="898595"/>
                    </a:lnTo>
                    <a:lnTo>
                      <a:pt x="910585" y="898908"/>
                    </a:lnTo>
                    <a:lnTo>
                      <a:pt x="910669" y="899220"/>
                    </a:lnTo>
                    <a:lnTo>
                      <a:pt x="910753" y="899533"/>
                    </a:lnTo>
                    <a:lnTo>
                      <a:pt x="910837" y="899845"/>
                    </a:lnTo>
                    <a:lnTo>
                      <a:pt x="910922" y="900158"/>
                    </a:lnTo>
                    <a:lnTo>
                      <a:pt x="911006" y="900470"/>
                    </a:lnTo>
                    <a:lnTo>
                      <a:pt x="911090" y="900783"/>
                    </a:lnTo>
                    <a:lnTo>
                      <a:pt x="911174" y="901095"/>
                    </a:lnTo>
                    <a:lnTo>
                      <a:pt x="911258" y="901408"/>
                    </a:lnTo>
                    <a:lnTo>
                      <a:pt x="911342" y="901721"/>
                    </a:lnTo>
                    <a:lnTo>
                      <a:pt x="911426" y="902033"/>
                    </a:lnTo>
                    <a:lnTo>
                      <a:pt x="911510" y="902346"/>
                    </a:lnTo>
                    <a:lnTo>
                      <a:pt x="911594" y="902658"/>
                    </a:lnTo>
                    <a:lnTo>
                      <a:pt x="911678" y="902971"/>
                    </a:lnTo>
                    <a:lnTo>
                      <a:pt x="911762" y="903283"/>
                    </a:lnTo>
                    <a:lnTo>
                      <a:pt x="911846" y="903596"/>
                    </a:lnTo>
                    <a:lnTo>
                      <a:pt x="911930" y="903908"/>
                    </a:lnTo>
                    <a:lnTo>
                      <a:pt x="912014" y="904221"/>
                    </a:lnTo>
                    <a:lnTo>
                      <a:pt x="912098" y="904533"/>
                    </a:lnTo>
                    <a:lnTo>
                      <a:pt x="912182" y="904846"/>
                    </a:lnTo>
                    <a:lnTo>
                      <a:pt x="912267" y="905158"/>
                    </a:lnTo>
                    <a:lnTo>
                      <a:pt x="912351" y="905471"/>
                    </a:lnTo>
                    <a:lnTo>
                      <a:pt x="912435" y="905783"/>
                    </a:lnTo>
                    <a:lnTo>
                      <a:pt x="912519" y="906096"/>
                    </a:lnTo>
                    <a:lnTo>
                      <a:pt x="912603" y="906408"/>
                    </a:lnTo>
                    <a:lnTo>
                      <a:pt x="912687" y="906721"/>
                    </a:lnTo>
                    <a:lnTo>
                      <a:pt x="912771" y="907033"/>
                    </a:lnTo>
                    <a:lnTo>
                      <a:pt x="912855" y="907346"/>
                    </a:lnTo>
                    <a:lnTo>
                      <a:pt x="912939" y="907658"/>
                    </a:lnTo>
                    <a:lnTo>
                      <a:pt x="913023" y="907971"/>
                    </a:lnTo>
                    <a:lnTo>
                      <a:pt x="913107" y="908283"/>
                    </a:lnTo>
                    <a:lnTo>
                      <a:pt x="913190" y="908596"/>
                    </a:lnTo>
                    <a:lnTo>
                      <a:pt x="913274" y="908908"/>
                    </a:lnTo>
                    <a:lnTo>
                      <a:pt x="913358" y="909221"/>
                    </a:lnTo>
                    <a:lnTo>
                      <a:pt x="913442" y="909533"/>
                    </a:lnTo>
                    <a:lnTo>
                      <a:pt x="913526" y="909846"/>
                    </a:lnTo>
                    <a:lnTo>
                      <a:pt x="913610" y="910158"/>
                    </a:lnTo>
                    <a:lnTo>
                      <a:pt x="913694" y="910471"/>
                    </a:lnTo>
                    <a:lnTo>
                      <a:pt x="913778" y="910783"/>
                    </a:lnTo>
                    <a:lnTo>
                      <a:pt x="913862" y="911096"/>
                    </a:lnTo>
                    <a:lnTo>
                      <a:pt x="913946" y="911409"/>
                    </a:lnTo>
                    <a:lnTo>
                      <a:pt x="914030" y="911721"/>
                    </a:lnTo>
                    <a:lnTo>
                      <a:pt x="914114" y="912034"/>
                    </a:lnTo>
                    <a:lnTo>
                      <a:pt x="914198" y="912346"/>
                    </a:lnTo>
                    <a:lnTo>
                      <a:pt x="914282" y="912659"/>
                    </a:lnTo>
                    <a:lnTo>
                      <a:pt x="914400" y="913097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8" name="ph8248"/>
              <p:cNvSpPr/>
              <p:nvPr/>
            </p:nvSpPr>
            <p:spPr>
              <a:xfrm>
                <a:off x="3790790" y="1016094"/>
                <a:ext cx="9147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9" h="914400">
                    <a:moveTo>
                      <a:pt x="914400" y="914400"/>
                    </a:moveTo>
                    <a:lnTo>
                      <a:pt x="914400" y="913097"/>
                    </a:lnTo>
                    <a:lnTo>
                      <a:pt x="914450" y="913284"/>
                    </a:lnTo>
                    <a:lnTo>
                      <a:pt x="914533" y="913596"/>
                    </a:lnTo>
                    <a:lnTo>
                      <a:pt x="914617" y="913909"/>
                    </a:lnTo>
                    <a:lnTo>
                      <a:pt x="914701" y="914221"/>
                    </a:lnTo>
                    <a:lnTo>
                      <a:pt x="914749" y="914400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9" name="ph8249"/>
              <p:cNvSpPr/>
              <p:nvPr/>
            </p:nvSpPr>
            <p:spPr>
              <a:xfrm>
                <a:off x="2068017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503" y="914399"/>
                    </a:lnTo>
                    <a:lnTo>
                      <a:pt x="912994" y="909974"/>
                    </a:lnTo>
                    <a:lnTo>
                      <a:pt x="914400" y="907727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0" name="ph8250"/>
              <p:cNvSpPr/>
              <p:nvPr/>
            </p:nvSpPr>
            <p:spPr>
              <a:xfrm>
                <a:off x="2077279" y="9816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965"/>
                    </a:lnTo>
                    <a:lnTo>
                      <a:pt x="908137" y="920168"/>
                    </a:lnTo>
                    <a:lnTo>
                      <a:pt x="912151" y="91439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1" name="ph8251"/>
              <p:cNvSpPr/>
              <p:nvPr/>
            </p:nvSpPr>
            <p:spPr>
              <a:xfrm>
                <a:off x="20772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2" name="ph8252"/>
              <p:cNvSpPr/>
              <p:nvPr/>
            </p:nvSpPr>
            <p:spPr>
              <a:xfrm>
                <a:off x="20865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3" name="ph8253"/>
              <p:cNvSpPr/>
              <p:nvPr/>
            </p:nvSpPr>
            <p:spPr>
              <a:xfrm>
                <a:off x="20958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4" name="ph8254"/>
              <p:cNvSpPr/>
              <p:nvPr/>
            </p:nvSpPr>
            <p:spPr>
              <a:xfrm>
                <a:off x="210506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5" name="ph8255"/>
              <p:cNvSpPr/>
              <p:nvPr/>
            </p:nvSpPr>
            <p:spPr>
              <a:xfrm>
                <a:off x="21143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6" name="ph8256"/>
              <p:cNvSpPr/>
              <p:nvPr/>
            </p:nvSpPr>
            <p:spPr>
              <a:xfrm>
                <a:off x="21235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7" name="ph8257"/>
              <p:cNvSpPr/>
              <p:nvPr/>
            </p:nvSpPr>
            <p:spPr>
              <a:xfrm>
                <a:off x="21328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8" name="ph8258"/>
              <p:cNvSpPr/>
              <p:nvPr/>
            </p:nvSpPr>
            <p:spPr>
              <a:xfrm>
                <a:off x="214211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9" name="ph8259"/>
              <p:cNvSpPr/>
              <p:nvPr/>
            </p:nvSpPr>
            <p:spPr>
              <a:xfrm>
                <a:off x="21513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0" name="ph8260"/>
              <p:cNvSpPr/>
              <p:nvPr/>
            </p:nvSpPr>
            <p:spPr>
              <a:xfrm>
                <a:off x="21606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1" name="ph8261"/>
              <p:cNvSpPr/>
              <p:nvPr/>
            </p:nvSpPr>
            <p:spPr>
              <a:xfrm>
                <a:off x="21699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2" name="ph8262"/>
              <p:cNvSpPr/>
              <p:nvPr/>
            </p:nvSpPr>
            <p:spPr>
              <a:xfrm>
                <a:off x="21791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3" name="ph8263"/>
              <p:cNvSpPr/>
              <p:nvPr/>
            </p:nvSpPr>
            <p:spPr>
              <a:xfrm>
                <a:off x="218842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4" name="ph8264"/>
              <p:cNvSpPr/>
              <p:nvPr/>
            </p:nvSpPr>
            <p:spPr>
              <a:xfrm>
                <a:off x="21976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5" name="ph8265"/>
              <p:cNvSpPr/>
              <p:nvPr/>
            </p:nvSpPr>
            <p:spPr>
              <a:xfrm>
                <a:off x="2216212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5586" y="897161"/>
                    </a:lnTo>
                    <a:lnTo>
                      <a:pt x="908861" y="901783"/>
                    </a:lnTo>
                    <a:lnTo>
                      <a:pt x="913299" y="908755"/>
                    </a:lnTo>
                    <a:lnTo>
                      <a:pt x="914400" y="910676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6" name="ph8266"/>
              <p:cNvSpPr/>
              <p:nvPr/>
            </p:nvSpPr>
            <p:spPr>
              <a:xfrm>
                <a:off x="2216212" y="998856"/>
                <a:ext cx="916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33" h="914399">
                    <a:moveTo>
                      <a:pt x="914400" y="914399"/>
                    </a:moveTo>
                    <a:lnTo>
                      <a:pt x="914400" y="910676"/>
                    </a:lnTo>
                    <a:lnTo>
                      <a:pt x="916533" y="91439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7" name="ph8267"/>
              <p:cNvSpPr/>
              <p:nvPr/>
            </p:nvSpPr>
            <p:spPr>
              <a:xfrm>
                <a:off x="3309154" y="981617"/>
                <a:ext cx="914400" cy="9254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73">
                    <a:moveTo>
                      <a:pt x="914400" y="914399"/>
                    </a:moveTo>
                    <a:lnTo>
                      <a:pt x="914400" y="925473"/>
                    </a:lnTo>
                    <a:lnTo>
                      <a:pt x="911584" y="921647"/>
                    </a:lnTo>
                    <a:lnTo>
                      <a:pt x="907158" y="914961"/>
                    </a:lnTo>
                    <a:lnTo>
                      <a:pt x="906823" y="91439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8" name="ph8268"/>
              <p:cNvSpPr/>
              <p:nvPr/>
            </p:nvSpPr>
            <p:spPr>
              <a:xfrm>
                <a:off x="33091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256" y="931638"/>
                    </a:lnTo>
                    <a:lnTo>
                      <a:pt x="916188" y="927903"/>
                    </a:lnTo>
                    <a:lnTo>
                      <a:pt x="914400" y="925473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9" name="ph8269"/>
              <p:cNvSpPr/>
              <p:nvPr/>
            </p:nvSpPr>
            <p:spPr>
              <a:xfrm>
                <a:off x="33184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0" name="ph8270"/>
              <p:cNvSpPr/>
              <p:nvPr/>
            </p:nvSpPr>
            <p:spPr>
              <a:xfrm>
                <a:off x="33276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1" name="ph8271"/>
              <p:cNvSpPr/>
              <p:nvPr/>
            </p:nvSpPr>
            <p:spPr>
              <a:xfrm>
                <a:off x="33369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2" name="ph8272"/>
              <p:cNvSpPr/>
              <p:nvPr/>
            </p:nvSpPr>
            <p:spPr>
              <a:xfrm>
                <a:off x="33462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3" name="ph8273"/>
              <p:cNvSpPr/>
              <p:nvPr/>
            </p:nvSpPr>
            <p:spPr>
              <a:xfrm>
                <a:off x="33554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4" name="ph8274"/>
              <p:cNvSpPr/>
              <p:nvPr/>
            </p:nvSpPr>
            <p:spPr>
              <a:xfrm>
                <a:off x="33647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5" name="ph8275"/>
              <p:cNvSpPr/>
              <p:nvPr/>
            </p:nvSpPr>
            <p:spPr>
              <a:xfrm>
                <a:off x="33739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6" name="ph8276"/>
              <p:cNvSpPr/>
              <p:nvPr/>
            </p:nvSpPr>
            <p:spPr>
              <a:xfrm>
                <a:off x="33832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7" name="ph8277"/>
              <p:cNvSpPr/>
              <p:nvPr/>
            </p:nvSpPr>
            <p:spPr>
              <a:xfrm>
                <a:off x="339251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8" name="ph8278"/>
              <p:cNvSpPr/>
              <p:nvPr/>
            </p:nvSpPr>
            <p:spPr>
              <a:xfrm>
                <a:off x="34017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9" name="ph8279"/>
              <p:cNvSpPr/>
              <p:nvPr/>
            </p:nvSpPr>
            <p:spPr>
              <a:xfrm>
                <a:off x="34110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0" name="ph8280"/>
              <p:cNvSpPr/>
              <p:nvPr/>
            </p:nvSpPr>
            <p:spPr>
              <a:xfrm>
                <a:off x="34203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1" name="ph8281"/>
              <p:cNvSpPr/>
              <p:nvPr/>
            </p:nvSpPr>
            <p:spPr>
              <a:xfrm>
                <a:off x="34295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2" name="ph8282"/>
              <p:cNvSpPr/>
              <p:nvPr/>
            </p:nvSpPr>
            <p:spPr>
              <a:xfrm>
                <a:off x="343882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3" name="ph8283"/>
              <p:cNvSpPr/>
              <p:nvPr/>
            </p:nvSpPr>
            <p:spPr>
              <a:xfrm>
                <a:off x="34480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4" name="ph8284"/>
              <p:cNvSpPr/>
              <p:nvPr/>
            </p:nvSpPr>
            <p:spPr>
              <a:xfrm>
                <a:off x="345735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5" name="ph8285"/>
              <p:cNvSpPr/>
              <p:nvPr/>
            </p:nvSpPr>
            <p:spPr>
              <a:xfrm>
                <a:off x="346661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6" name="ph8286"/>
              <p:cNvSpPr/>
              <p:nvPr/>
            </p:nvSpPr>
            <p:spPr>
              <a:xfrm>
                <a:off x="347587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7" name="ph8287"/>
              <p:cNvSpPr/>
              <p:nvPr/>
            </p:nvSpPr>
            <p:spPr>
              <a:xfrm>
                <a:off x="348513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8" name="ph8288"/>
              <p:cNvSpPr/>
              <p:nvPr/>
            </p:nvSpPr>
            <p:spPr>
              <a:xfrm>
                <a:off x="349439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9" name="ph8289"/>
              <p:cNvSpPr/>
              <p:nvPr/>
            </p:nvSpPr>
            <p:spPr>
              <a:xfrm>
                <a:off x="350366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0" name="ph8290"/>
              <p:cNvSpPr/>
              <p:nvPr/>
            </p:nvSpPr>
            <p:spPr>
              <a:xfrm>
                <a:off x="351292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1" name="ph8291"/>
              <p:cNvSpPr/>
              <p:nvPr/>
            </p:nvSpPr>
            <p:spPr>
              <a:xfrm>
                <a:off x="352218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2" name="ph8292"/>
              <p:cNvSpPr/>
              <p:nvPr/>
            </p:nvSpPr>
            <p:spPr>
              <a:xfrm>
                <a:off x="353144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3" name="ph8293"/>
              <p:cNvSpPr/>
              <p:nvPr/>
            </p:nvSpPr>
            <p:spPr>
              <a:xfrm>
                <a:off x="354071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4" name="ph8294"/>
              <p:cNvSpPr/>
              <p:nvPr/>
            </p:nvSpPr>
            <p:spPr>
              <a:xfrm>
                <a:off x="354997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5" name="ph8295"/>
              <p:cNvSpPr/>
              <p:nvPr/>
            </p:nvSpPr>
            <p:spPr>
              <a:xfrm>
                <a:off x="355923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6" name="ph8296"/>
              <p:cNvSpPr/>
              <p:nvPr/>
            </p:nvSpPr>
            <p:spPr>
              <a:xfrm>
                <a:off x="356849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7" name="ph8297"/>
              <p:cNvSpPr/>
              <p:nvPr/>
            </p:nvSpPr>
            <p:spPr>
              <a:xfrm>
                <a:off x="357775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8" name="ph8298"/>
              <p:cNvSpPr/>
              <p:nvPr/>
            </p:nvSpPr>
            <p:spPr>
              <a:xfrm>
                <a:off x="358702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9" name="ph8299"/>
              <p:cNvSpPr/>
              <p:nvPr/>
            </p:nvSpPr>
            <p:spPr>
              <a:xfrm>
                <a:off x="359628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0" name="ph8300"/>
              <p:cNvSpPr/>
              <p:nvPr/>
            </p:nvSpPr>
            <p:spPr>
              <a:xfrm>
                <a:off x="360554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1" name="ph8301"/>
              <p:cNvSpPr/>
              <p:nvPr/>
            </p:nvSpPr>
            <p:spPr>
              <a:xfrm>
                <a:off x="361480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2" name="ph8302"/>
              <p:cNvSpPr/>
              <p:nvPr/>
            </p:nvSpPr>
            <p:spPr>
              <a:xfrm>
                <a:off x="362407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3" name="ph8303"/>
              <p:cNvSpPr/>
              <p:nvPr/>
            </p:nvSpPr>
            <p:spPr>
              <a:xfrm>
                <a:off x="363333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4" name="ph8304"/>
              <p:cNvSpPr/>
              <p:nvPr/>
            </p:nvSpPr>
            <p:spPr>
              <a:xfrm>
                <a:off x="364259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5" name="ph8305"/>
              <p:cNvSpPr/>
              <p:nvPr/>
            </p:nvSpPr>
            <p:spPr>
              <a:xfrm>
                <a:off x="365185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6" name="ph8306"/>
              <p:cNvSpPr/>
              <p:nvPr/>
            </p:nvSpPr>
            <p:spPr>
              <a:xfrm>
                <a:off x="366111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7" name="ph8307"/>
              <p:cNvSpPr/>
              <p:nvPr/>
            </p:nvSpPr>
            <p:spPr>
              <a:xfrm>
                <a:off x="367038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8" name="ph8308"/>
              <p:cNvSpPr/>
              <p:nvPr/>
            </p:nvSpPr>
            <p:spPr>
              <a:xfrm>
                <a:off x="367964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9" name="ph8309"/>
              <p:cNvSpPr/>
              <p:nvPr/>
            </p:nvSpPr>
            <p:spPr>
              <a:xfrm>
                <a:off x="368890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0" name="ph8310"/>
              <p:cNvSpPr/>
              <p:nvPr/>
            </p:nvSpPr>
            <p:spPr>
              <a:xfrm>
                <a:off x="369816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1" name="ph8311"/>
              <p:cNvSpPr/>
              <p:nvPr/>
            </p:nvSpPr>
            <p:spPr>
              <a:xfrm>
                <a:off x="370743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2" name="ph8312"/>
              <p:cNvSpPr/>
              <p:nvPr/>
            </p:nvSpPr>
            <p:spPr>
              <a:xfrm>
                <a:off x="371669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3" name="ph8313"/>
              <p:cNvSpPr/>
              <p:nvPr/>
            </p:nvSpPr>
            <p:spPr>
              <a:xfrm>
                <a:off x="37259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4" name="ph8314"/>
              <p:cNvSpPr/>
              <p:nvPr/>
            </p:nvSpPr>
            <p:spPr>
              <a:xfrm>
                <a:off x="37352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5" name="ph8315"/>
              <p:cNvSpPr/>
              <p:nvPr/>
            </p:nvSpPr>
            <p:spPr>
              <a:xfrm>
                <a:off x="37444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6" name="ph8316"/>
              <p:cNvSpPr/>
              <p:nvPr/>
            </p:nvSpPr>
            <p:spPr>
              <a:xfrm>
                <a:off x="37537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7" name="ph8317"/>
              <p:cNvSpPr/>
              <p:nvPr/>
            </p:nvSpPr>
            <p:spPr>
              <a:xfrm>
                <a:off x="37630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8" name="ph8318"/>
              <p:cNvSpPr/>
              <p:nvPr/>
            </p:nvSpPr>
            <p:spPr>
              <a:xfrm>
                <a:off x="37722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9" name="ph8319"/>
              <p:cNvSpPr/>
              <p:nvPr/>
            </p:nvSpPr>
            <p:spPr>
              <a:xfrm>
                <a:off x="3781528" y="998856"/>
                <a:ext cx="919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399">
                    <a:moveTo>
                      <a:pt x="914400" y="914399"/>
                    </a:moveTo>
                    <a:lnTo>
                      <a:pt x="914423" y="897161"/>
                    </a:lnTo>
                    <a:lnTo>
                      <a:pt x="915117" y="899281"/>
                    </a:lnTo>
                    <a:lnTo>
                      <a:pt x="917997" y="909275"/>
                    </a:lnTo>
                    <a:lnTo>
                      <a:pt x="918080" y="909584"/>
                    </a:lnTo>
                    <a:lnTo>
                      <a:pt x="918164" y="909896"/>
                    </a:lnTo>
                    <a:lnTo>
                      <a:pt x="918248" y="910209"/>
                    </a:lnTo>
                    <a:lnTo>
                      <a:pt x="918333" y="910521"/>
                    </a:lnTo>
                    <a:lnTo>
                      <a:pt x="918417" y="910834"/>
                    </a:lnTo>
                    <a:lnTo>
                      <a:pt x="918501" y="911146"/>
                    </a:lnTo>
                    <a:lnTo>
                      <a:pt x="918585" y="911459"/>
                    </a:lnTo>
                    <a:lnTo>
                      <a:pt x="918669" y="911771"/>
                    </a:lnTo>
                    <a:lnTo>
                      <a:pt x="918753" y="912084"/>
                    </a:lnTo>
                    <a:lnTo>
                      <a:pt x="918838" y="912396"/>
                    </a:lnTo>
                    <a:lnTo>
                      <a:pt x="918922" y="912709"/>
                    </a:lnTo>
                    <a:lnTo>
                      <a:pt x="919006" y="913021"/>
                    </a:lnTo>
                    <a:lnTo>
                      <a:pt x="919090" y="913334"/>
                    </a:lnTo>
                    <a:lnTo>
                      <a:pt x="919174" y="913646"/>
                    </a:lnTo>
                    <a:lnTo>
                      <a:pt x="919258" y="913959"/>
                    </a:lnTo>
                    <a:lnTo>
                      <a:pt x="919343" y="914271"/>
                    </a:lnTo>
                    <a:lnTo>
                      <a:pt x="919377" y="91439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0" name="ph8320"/>
              <p:cNvSpPr/>
              <p:nvPr/>
            </p:nvSpPr>
            <p:spPr>
              <a:xfrm>
                <a:off x="2077279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51" y="914399"/>
                    </a:lnTo>
                    <a:lnTo>
                      <a:pt x="912733" y="913562"/>
                    </a:lnTo>
                    <a:lnTo>
                      <a:pt x="914400" y="911416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1" name="ph8321"/>
              <p:cNvSpPr/>
              <p:nvPr/>
            </p:nvSpPr>
            <p:spPr>
              <a:xfrm>
                <a:off x="2086541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1416"/>
                    </a:lnTo>
                    <a:lnTo>
                      <a:pt x="908246" y="907412"/>
                    </a:lnTo>
                    <a:lnTo>
                      <a:pt x="913188" y="901734"/>
                    </a:lnTo>
                    <a:lnTo>
                      <a:pt x="914400" y="90049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2" name="ph8322"/>
              <p:cNvSpPr/>
              <p:nvPr/>
            </p:nvSpPr>
            <p:spPr>
              <a:xfrm>
                <a:off x="2095803" y="9643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738"/>
                    </a:lnTo>
                    <a:lnTo>
                      <a:pt x="908414" y="91439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3" name="ph8323"/>
              <p:cNvSpPr/>
              <p:nvPr/>
            </p:nvSpPr>
            <p:spPr>
              <a:xfrm>
                <a:off x="20958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4" name="ph8324"/>
              <p:cNvSpPr/>
              <p:nvPr/>
            </p:nvSpPr>
            <p:spPr>
              <a:xfrm>
                <a:off x="2105066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5" name="ph8325"/>
              <p:cNvSpPr/>
              <p:nvPr/>
            </p:nvSpPr>
            <p:spPr>
              <a:xfrm>
                <a:off x="21143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6" name="ph8326"/>
              <p:cNvSpPr/>
              <p:nvPr/>
            </p:nvSpPr>
            <p:spPr>
              <a:xfrm>
                <a:off x="21235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7" name="ph8327"/>
              <p:cNvSpPr/>
              <p:nvPr/>
            </p:nvSpPr>
            <p:spPr>
              <a:xfrm>
                <a:off x="21328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8" name="ph8328"/>
              <p:cNvSpPr/>
              <p:nvPr/>
            </p:nvSpPr>
            <p:spPr>
              <a:xfrm>
                <a:off x="214211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9" name="ph8329"/>
              <p:cNvSpPr/>
              <p:nvPr/>
            </p:nvSpPr>
            <p:spPr>
              <a:xfrm>
                <a:off x="21513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0" name="ph8330"/>
              <p:cNvSpPr/>
              <p:nvPr/>
            </p:nvSpPr>
            <p:spPr>
              <a:xfrm>
                <a:off x="21606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1" name="ph8331"/>
              <p:cNvSpPr/>
              <p:nvPr/>
            </p:nvSpPr>
            <p:spPr>
              <a:xfrm>
                <a:off x="21699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2" name="ph8332"/>
              <p:cNvSpPr/>
              <p:nvPr/>
            </p:nvSpPr>
            <p:spPr>
              <a:xfrm>
                <a:off x="21791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3" name="ph8333"/>
              <p:cNvSpPr/>
              <p:nvPr/>
            </p:nvSpPr>
            <p:spPr>
              <a:xfrm>
                <a:off x="219768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314" y="897161"/>
                    </a:lnTo>
                    <a:lnTo>
                      <a:pt x="912985" y="900823"/>
                    </a:lnTo>
                    <a:lnTo>
                      <a:pt x="914400" y="902416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4" name="ph8334"/>
              <p:cNvSpPr/>
              <p:nvPr/>
            </p:nvSpPr>
            <p:spPr>
              <a:xfrm>
                <a:off x="2206950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2416"/>
                    </a:lnTo>
                    <a:lnTo>
                      <a:pt x="908691" y="906419"/>
                    </a:lnTo>
                    <a:lnTo>
                      <a:pt x="913496" y="912491"/>
                    </a:lnTo>
                    <a:lnTo>
                      <a:pt x="914400" y="913767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5" name="ph8335"/>
              <p:cNvSpPr/>
              <p:nvPr/>
            </p:nvSpPr>
            <p:spPr>
              <a:xfrm>
                <a:off x="2206950" y="981617"/>
                <a:ext cx="91484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48" h="914399">
                    <a:moveTo>
                      <a:pt x="914400" y="914399"/>
                    </a:moveTo>
                    <a:lnTo>
                      <a:pt x="914400" y="913767"/>
                    </a:lnTo>
                    <a:lnTo>
                      <a:pt x="914848" y="91439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6" name="ph8336"/>
              <p:cNvSpPr/>
              <p:nvPr/>
            </p:nvSpPr>
            <p:spPr>
              <a:xfrm>
                <a:off x="3299892" y="964379"/>
                <a:ext cx="914400" cy="9288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13">
                    <a:moveTo>
                      <a:pt x="914400" y="914399"/>
                    </a:moveTo>
                    <a:lnTo>
                      <a:pt x="914400" y="928813"/>
                    </a:lnTo>
                    <a:lnTo>
                      <a:pt x="912184" y="925100"/>
                    </a:lnTo>
                    <a:lnTo>
                      <a:pt x="908150" y="917605"/>
                    </a:lnTo>
                    <a:lnTo>
                      <a:pt x="906593" y="91439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7" name="ph8337"/>
              <p:cNvSpPr/>
              <p:nvPr/>
            </p:nvSpPr>
            <p:spPr>
              <a:xfrm>
                <a:off x="32998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085" y="931638"/>
                    </a:lnTo>
                    <a:lnTo>
                      <a:pt x="914400" y="928813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8" name="ph8338"/>
              <p:cNvSpPr/>
              <p:nvPr/>
            </p:nvSpPr>
            <p:spPr>
              <a:xfrm>
                <a:off x="33091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9" name="ph8339"/>
              <p:cNvSpPr/>
              <p:nvPr/>
            </p:nvSpPr>
            <p:spPr>
              <a:xfrm>
                <a:off x="33184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0" name="ph8340"/>
              <p:cNvSpPr/>
              <p:nvPr/>
            </p:nvSpPr>
            <p:spPr>
              <a:xfrm>
                <a:off x="33276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1" name="ph8341"/>
              <p:cNvSpPr/>
              <p:nvPr/>
            </p:nvSpPr>
            <p:spPr>
              <a:xfrm>
                <a:off x="33369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2" name="ph8342"/>
              <p:cNvSpPr/>
              <p:nvPr/>
            </p:nvSpPr>
            <p:spPr>
              <a:xfrm>
                <a:off x="33462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3" name="ph8343"/>
              <p:cNvSpPr/>
              <p:nvPr/>
            </p:nvSpPr>
            <p:spPr>
              <a:xfrm>
                <a:off x="335546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4" name="ph8344"/>
              <p:cNvSpPr/>
              <p:nvPr/>
            </p:nvSpPr>
            <p:spPr>
              <a:xfrm>
                <a:off x="33647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5" name="ph8345"/>
              <p:cNvSpPr/>
              <p:nvPr/>
            </p:nvSpPr>
            <p:spPr>
              <a:xfrm>
                <a:off x="33739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6" name="ph8346"/>
              <p:cNvSpPr/>
              <p:nvPr/>
            </p:nvSpPr>
            <p:spPr>
              <a:xfrm>
                <a:off x="33832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7" name="ph8347"/>
              <p:cNvSpPr/>
              <p:nvPr/>
            </p:nvSpPr>
            <p:spPr>
              <a:xfrm>
                <a:off x="339251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8" name="ph8348"/>
              <p:cNvSpPr/>
              <p:nvPr/>
            </p:nvSpPr>
            <p:spPr>
              <a:xfrm>
                <a:off x="34017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9" name="ph8349"/>
              <p:cNvSpPr/>
              <p:nvPr/>
            </p:nvSpPr>
            <p:spPr>
              <a:xfrm>
                <a:off x="34110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0" name="ph8350"/>
              <p:cNvSpPr/>
              <p:nvPr/>
            </p:nvSpPr>
            <p:spPr>
              <a:xfrm>
                <a:off x="34203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1" name="ph8351"/>
              <p:cNvSpPr/>
              <p:nvPr/>
            </p:nvSpPr>
            <p:spPr>
              <a:xfrm>
                <a:off x="34295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2" name="ph8352"/>
              <p:cNvSpPr/>
              <p:nvPr/>
            </p:nvSpPr>
            <p:spPr>
              <a:xfrm>
                <a:off x="343882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3" name="ph8353"/>
              <p:cNvSpPr/>
              <p:nvPr/>
            </p:nvSpPr>
            <p:spPr>
              <a:xfrm>
                <a:off x="344808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4" name="ph8354"/>
              <p:cNvSpPr/>
              <p:nvPr/>
            </p:nvSpPr>
            <p:spPr>
              <a:xfrm>
                <a:off x="345735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5" name="ph8355"/>
              <p:cNvSpPr/>
              <p:nvPr/>
            </p:nvSpPr>
            <p:spPr>
              <a:xfrm>
                <a:off x="346661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6" name="ph8356"/>
              <p:cNvSpPr/>
              <p:nvPr/>
            </p:nvSpPr>
            <p:spPr>
              <a:xfrm>
                <a:off x="347587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7" name="ph8357"/>
              <p:cNvSpPr/>
              <p:nvPr/>
            </p:nvSpPr>
            <p:spPr>
              <a:xfrm>
                <a:off x="348513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8" name="ph8358"/>
              <p:cNvSpPr/>
              <p:nvPr/>
            </p:nvSpPr>
            <p:spPr>
              <a:xfrm>
                <a:off x="349439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9" name="ph8359"/>
              <p:cNvSpPr/>
              <p:nvPr/>
            </p:nvSpPr>
            <p:spPr>
              <a:xfrm>
                <a:off x="350366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0" name="ph8360"/>
              <p:cNvSpPr/>
              <p:nvPr/>
            </p:nvSpPr>
            <p:spPr>
              <a:xfrm>
                <a:off x="351292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1" name="ph8361"/>
              <p:cNvSpPr/>
              <p:nvPr/>
            </p:nvSpPr>
            <p:spPr>
              <a:xfrm>
                <a:off x="352218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2" name="ph8362"/>
              <p:cNvSpPr/>
              <p:nvPr/>
            </p:nvSpPr>
            <p:spPr>
              <a:xfrm>
                <a:off x="353144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3" name="ph8363"/>
              <p:cNvSpPr/>
              <p:nvPr/>
            </p:nvSpPr>
            <p:spPr>
              <a:xfrm>
                <a:off x="354071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4" name="ph8364"/>
              <p:cNvSpPr/>
              <p:nvPr/>
            </p:nvSpPr>
            <p:spPr>
              <a:xfrm>
                <a:off x="354997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5" name="ph8365"/>
              <p:cNvSpPr/>
              <p:nvPr/>
            </p:nvSpPr>
            <p:spPr>
              <a:xfrm>
                <a:off x="355923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6" name="ph8366"/>
              <p:cNvSpPr/>
              <p:nvPr/>
            </p:nvSpPr>
            <p:spPr>
              <a:xfrm>
                <a:off x="356849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7" name="ph8367"/>
              <p:cNvSpPr/>
              <p:nvPr/>
            </p:nvSpPr>
            <p:spPr>
              <a:xfrm>
                <a:off x="357775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8" name="ph8368"/>
              <p:cNvSpPr/>
              <p:nvPr/>
            </p:nvSpPr>
            <p:spPr>
              <a:xfrm>
                <a:off x="358702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9" name="ph8369"/>
              <p:cNvSpPr/>
              <p:nvPr/>
            </p:nvSpPr>
            <p:spPr>
              <a:xfrm>
                <a:off x="359628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0" name="ph8370"/>
              <p:cNvSpPr/>
              <p:nvPr/>
            </p:nvSpPr>
            <p:spPr>
              <a:xfrm>
                <a:off x="360554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1" name="ph8371"/>
              <p:cNvSpPr/>
              <p:nvPr/>
            </p:nvSpPr>
            <p:spPr>
              <a:xfrm>
                <a:off x="361480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2" name="ph8372"/>
              <p:cNvSpPr/>
              <p:nvPr/>
            </p:nvSpPr>
            <p:spPr>
              <a:xfrm>
                <a:off x="362407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3" name="ph8373"/>
              <p:cNvSpPr/>
              <p:nvPr/>
            </p:nvSpPr>
            <p:spPr>
              <a:xfrm>
                <a:off x="363333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4" name="ph8374"/>
              <p:cNvSpPr/>
              <p:nvPr/>
            </p:nvSpPr>
            <p:spPr>
              <a:xfrm>
                <a:off x="364259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5" name="ph8375"/>
              <p:cNvSpPr/>
              <p:nvPr/>
            </p:nvSpPr>
            <p:spPr>
              <a:xfrm>
                <a:off x="365185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6" name="ph8376"/>
              <p:cNvSpPr/>
              <p:nvPr/>
            </p:nvSpPr>
            <p:spPr>
              <a:xfrm>
                <a:off x="366111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7" name="ph8377"/>
              <p:cNvSpPr/>
              <p:nvPr/>
            </p:nvSpPr>
            <p:spPr>
              <a:xfrm>
                <a:off x="367038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8" name="ph8378"/>
              <p:cNvSpPr/>
              <p:nvPr/>
            </p:nvSpPr>
            <p:spPr>
              <a:xfrm>
                <a:off x="367964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9" name="ph8379"/>
              <p:cNvSpPr/>
              <p:nvPr/>
            </p:nvSpPr>
            <p:spPr>
              <a:xfrm>
                <a:off x="368890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0" name="ph8380"/>
              <p:cNvSpPr/>
              <p:nvPr/>
            </p:nvSpPr>
            <p:spPr>
              <a:xfrm>
                <a:off x="369816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1" name="ph8381"/>
              <p:cNvSpPr/>
              <p:nvPr/>
            </p:nvSpPr>
            <p:spPr>
              <a:xfrm>
                <a:off x="370743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2" name="ph8382"/>
              <p:cNvSpPr/>
              <p:nvPr/>
            </p:nvSpPr>
            <p:spPr>
              <a:xfrm>
                <a:off x="37166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3" name="ph8383"/>
              <p:cNvSpPr/>
              <p:nvPr/>
            </p:nvSpPr>
            <p:spPr>
              <a:xfrm>
                <a:off x="37259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4" name="ph8384"/>
              <p:cNvSpPr/>
              <p:nvPr/>
            </p:nvSpPr>
            <p:spPr>
              <a:xfrm>
                <a:off x="37352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5" name="ph8385"/>
              <p:cNvSpPr/>
              <p:nvPr/>
            </p:nvSpPr>
            <p:spPr>
              <a:xfrm>
                <a:off x="37444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6" name="ph8386"/>
              <p:cNvSpPr/>
              <p:nvPr/>
            </p:nvSpPr>
            <p:spPr>
              <a:xfrm>
                <a:off x="37537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7" name="ph8387"/>
              <p:cNvSpPr/>
              <p:nvPr/>
            </p:nvSpPr>
            <p:spPr>
              <a:xfrm>
                <a:off x="37630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8" name="ph8388"/>
              <p:cNvSpPr/>
              <p:nvPr/>
            </p:nvSpPr>
            <p:spPr>
              <a:xfrm>
                <a:off x="378152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361" y="897161"/>
                    </a:lnTo>
                    <a:lnTo>
                      <a:pt x="908496" y="897486"/>
                    </a:lnTo>
                    <a:lnTo>
                      <a:pt x="911946" y="906834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9" name="ph8389"/>
              <p:cNvSpPr/>
              <p:nvPr/>
            </p:nvSpPr>
            <p:spPr>
              <a:xfrm>
                <a:off x="209580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8414" y="914399"/>
                    </a:lnTo>
                    <a:lnTo>
                      <a:pt x="909020" y="913782"/>
                    </a:lnTo>
                    <a:lnTo>
                      <a:pt x="914252" y="909095"/>
                    </a:lnTo>
                    <a:lnTo>
                      <a:pt x="914400" y="908980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0" name="ph8390"/>
              <p:cNvSpPr/>
              <p:nvPr/>
            </p:nvSpPr>
            <p:spPr>
              <a:xfrm>
                <a:off x="210506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980"/>
                    </a:lnTo>
                    <a:lnTo>
                      <a:pt x="910347" y="904923"/>
                    </a:lnTo>
                    <a:lnTo>
                      <a:pt x="914400" y="902220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1" name="ph8391"/>
              <p:cNvSpPr/>
              <p:nvPr/>
            </p:nvSpPr>
            <p:spPr>
              <a:xfrm>
                <a:off x="2114328" y="9471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459"/>
                    </a:lnTo>
                    <a:lnTo>
                      <a:pt x="906552" y="918515"/>
                    </a:lnTo>
                    <a:lnTo>
                      <a:pt x="912114" y="915406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2" name="ph8392"/>
              <p:cNvSpPr/>
              <p:nvPr/>
            </p:nvSpPr>
            <p:spPr>
              <a:xfrm>
                <a:off x="21143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3" name="ph8393"/>
              <p:cNvSpPr/>
              <p:nvPr/>
            </p:nvSpPr>
            <p:spPr>
              <a:xfrm>
                <a:off x="21235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4" name="ph8394"/>
              <p:cNvSpPr/>
              <p:nvPr/>
            </p:nvSpPr>
            <p:spPr>
              <a:xfrm>
                <a:off x="21328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5" name="ph8395"/>
              <p:cNvSpPr/>
              <p:nvPr/>
            </p:nvSpPr>
            <p:spPr>
              <a:xfrm>
                <a:off x="214211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6" name="ph8396"/>
              <p:cNvSpPr/>
              <p:nvPr/>
            </p:nvSpPr>
            <p:spPr>
              <a:xfrm>
                <a:off x="21513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7" name="ph8397"/>
              <p:cNvSpPr/>
              <p:nvPr/>
            </p:nvSpPr>
            <p:spPr>
              <a:xfrm>
                <a:off x="2169901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738" y="897161"/>
                    </a:lnTo>
                    <a:lnTo>
                      <a:pt x="913962" y="897696"/>
                    </a:lnTo>
                    <a:lnTo>
                      <a:pt x="914400" y="897933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8" name="ph8398"/>
              <p:cNvSpPr/>
              <p:nvPr/>
            </p:nvSpPr>
            <p:spPr>
              <a:xfrm>
                <a:off x="217916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933"/>
                    </a:lnTo>
                    <a:lnTo>
                      <a:pt x="910276" y="900714"/>
                    </a:lnTo>
                    <a:lnTo>
                      <a:pt x="914400" y="90338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9" name="ph8399"/>
              <p:cNvSpPr/>
              <p:nvPr/>
            </p:nvSpPr>
            <p:spPr>
              <a:xfrm>
                <a:off x="218842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3388"/>
                    </a:lnTo>
                    <a:lnTo>
                      <a:pt x="906497" y="904270"/>
                    </a:lnTo>
                    <a:lnTo>
                      <a:pt x="911874" y="908354"/>
                    </a:lnTo>
                    <a:lnTo>
                      <a:pt x="914400" y="910565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0" name="ph8400"/>
              <p:cNvSpPr/>
              <p:nvPr/>
            </p:nvSpPr>
            <p:spPr>
              <a:xfrm>
                <a:off x="2188426" y="964379"/>
                <a:ext cx="9185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77" h="914399">
                    <a:moveTo>
                      <a:pt x="914400" y="914399"/>
                    </a:moveTo>
                    <a:lnTo>
                      <a:pt x="914400" y="910565"/>
                    </a:lnTo>
                    <a:lnTo>
                      <a:pt x="917129" y="912955"/>
                    </a:lnTo>
                    <a:lnTo>
                      <a:pt x="918577" y="91439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1" name="ph8401"/>
              <p:cNvSpPr/>
              <p:nvPr/>
            </p:nvSpPr>
            <p:spPr>
              <a:xfrm>
                <a:off x="3290630" y="947140"/>
                <a:ext cx="914400" cy="9286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42">
                    <a:moveTo>
                      <a:pt x="914400" y="914399"/>
                    </a:moveTo>
                    <a:lnTo>
                      <a:pt x="914400" y="928642"/>
                    </a:lnTo>
                    <a:lnTo>
                      <a:pt x="913589" y="926973"/>
                    </a:lnTo>
                    <a:lnTo>
                      <a:pt x="909988" y="918749"/>
                    </a:lnTo>
                    <a:lnTo>
                      <a:pt x="908275" y="91439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2" name="ph8402"/>
              <p:cNvSpPr/>
              <p:nvPr/>
            </p:nvSpPr>
            <p:spPr>
              <a:xfrm>
                <a:off x="32906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855" y="931638"/>
                    </a:lnTo>
                    <a:lnTo>
                      <a:pt x="914400" y="928642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3" name="ph8403"/>
              <p:cNvSpPr/>
              <p:nvPr/>
            </p:nvSpPr>
            <p:spPr>
              <a:xfrm>
                <a:off x="32998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4" name="ph8404"/>
              <p:cNvSpPr/>
              <p:nvPr/>
            </p:nvSpPr>
            <p:spPr>
              <a:xfrm>
                <a:off x="33091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5" name="ph8405"/>
              <p:cNvSpPr/>
              <p:nvPr/>
            </p:nvSpPr>
            <p:spPr>
              <a:xfrm>
                <a:off x="33184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6" name="ph8406"/>
              <p:cNvSpPr/>
              <p:nvPr/>
            </p:nvSpPr>
            <p:spPr>
              <a:xfrm>
                <a:off x="33276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7" name="ph8407"/>
              <p:cNvSpPr/>
              <p:nvPr/>
            </p:nvSpPr>
            <p:spPr>
              <a:xfrm>
                <a:off x="33369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8" name="ph8408"/>
              <p:cNvSpPr/>
              <p:nvPr/>
            </p:nvSpPr>
            <p:spPr>
              <a:xfrm>
                <a:off x="334620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9" name="ph8409"/>
              <p:cNvSpPr/>
              <p:nvPr/>
            </p:nvSpPr>
            <p:spPr>
              <a:xfrm>
                <a:off x="335546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0" name="ph8410"/>
              <p:cNvSpPr/>
              <p:nvPr/>
            </p:nvSpPr>
            <p:spPr>
              <a:xfrm>
                <a:off x="33647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1" name="ph8411"/>
              <p:cNvSpPr/>
              <p:nvPr/>
            </p:nvSpPr>
            <p:spPr>
              <a:xfrm>
                <a:off x="33739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2" name="ph8412"/>
              <p:cNvSpPr/>
              <p:nvPr/>
            </p:nvSpPr>
            <p:spPr>
              <a:xfrm>
                <a:off x="33832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3" name="ph8413"/>
              <p:cNvSpPr/>
              <p:nvPr/>
            </p:nvSpPr>
            <p:spPr>
              <a:xfrm>
                <a:off x="339251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4" name="ph8414"/>
              <p:cNvSpPr/>
              <p:nvPr/>
            </p:nvSpPr>
            <p:spPr>
              <a:xfrm>
                <a:off x="34017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5" name="ph8415"/>
              <p:cNvSpPr/>
              <p:nvPr/>
            </p:nvSpPr>
            <p:spPr>
              <a:xfrm>
                <a:off x="341103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6" name="ph8416"/>
              <p:cNvSpPr/>
              <p:nvPr/>
            </p:nvSpPr>
            <p:spPr>
              <a:xfrm>
                <a:off x="342030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7" name="ph8417"/>
              <p:cNvSpPr/>
              <p:nvPr/>
            </p:nvSpPr>
            <p:spPr>
              <a:xfrm>
                <a:off x="342956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8" name="ph8418"/>
              <p:cNvSpPr/>
              <p:nvPr/>
            </p:nvSpPr>
            <p:spPr>
              <a:xfrm>
                <a:off x="343882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9" name="ph8419"/>
              <p:cNvSpPr/>
              <p:nvPr/>
            </p:nvSpPr>
            <p:spPr>
              <a:xfrm>
                <a:off x="344808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0" name="ph8420"/>
              <p:cNvSpPr/>
              <p:nvPr/>
            </p:nvSpPr>
            <p:spPr>
              <a:xfrm>
                <a:off x="345735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1" name="ph8421"/>
              <p:cNvSpPr/>
              <p:nvPr/>
            </p:nvSpPr>
            <p:spPr>
              <a:xfrm>
                <a:off x="346661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2" name="ph8422"/>
              <p:cNvSpPr/>
              <p:nvPr/>
            </p:nvSpPr>
            <p:spPr>
              <a:xfrm>
                <a:off x="347587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3" name="ph8423"/>
              <p:cNvSpPr/>
              <p:nvPr/>
            </p:nvSpPr>
            <p:spPr>
              <a:xfrm>
                <a:off x="348513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4" name="ph8424"/>
              <p:cNvSpPr/>
              <p:nvPr/>
            </p:nvSpPr>
            <p:spPr>
              <a:xfrm>
                <a:off x="349439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5" name="ph8425"/>
              <p:cNvSpPr/>
              <p:nvPr/>
            </p:nvSpPr>
            <p:spPr>
              <a:xfrm>
                <a:off x="350366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6" name="ph8426"/>
              <p:cNvSpPr/>
              <p:nvPr/>
            </p:nvSpPr>
            <p:spPr>
              <a:xfrm>
                <a:off x="351292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7" name="ph8427"/>
              <p:cNvSpPr/>
              <p:nvPr/>
            </p:nvSpPr>
            <p:spPr>
              <a:xfrm>
                <a:off x="352218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8" name="ph8428"/>
              <p:cNvSpPr/>
              <p:nvPr/>
            </p:nvSpPr>
            <p:spPr>
              <a:xfrm>
                <a:off x="353144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9" name="ph8429"/>
              <p:cNvSpPr/>
              <p:nvPr/>
            </p:nvSpPr>
            <p:spPr>
              <a:xfrm>
                <a:off x="354071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0" name="ph8430"/>
              <p:cNvSpPr/>
              <p:nvPr/>
            </p:nvSpPr>
            <p:spPr>
              <a:xfrm>
                <a:off x="354997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1" name="ph8431"/>
              <p:cNvSpPr/>
              <p:nvPr/>
            </p:nvSpPr>
            <p:spPr>
              <a:xfrm>
                <a:off x="355923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2" name="ph8432"/>
              <p:cNvSpPr/>
              <p:nvPr/>
            </p:nvSpPr>
            <p:spPr>
              <a:xfrm>
                <a:off x="356849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3" name="ph8433"/>
              <p:cNvSpPr/>
              <p:nvPr/>
            </p:nvSpPr>
            <p:spPr>
              <a:xfrm>
                <a:off x="357775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4" name="ph8434"/>
              <p:cNvSpPr/>
              <p:nvPr/>
            </p:nvSpPr>
            <p:spPr>
              <a:xfrm>
                <a:off x="358702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5" name="ph8435"/>
              <p:cNvSpPr/>
              <p:nvPr/>
            </p:nvSpPr>
            <p:spPr>
              <a:xfrm>
                <a:off x="359628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6" name="ph8436"/>
              <p:cNvSpPr/>
              <p:nvPr/>
            </p:nvSpPr>
            <p:spPr>
              <a:xfrm>
                <a:off x="360554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7" name="ph8437"/>
              <p:cNvSpPr/>
              <p:nvPr/>
            </p:nvSpPr>
            <p:spPr>
              <a:xfrm>
                <a:off x="361480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8" name="ph8438"/>
              <p:cNvSpPr/>
              <p:nvPr/>
            </p:nvSpPr>
            <p:spPr>
              <a:xfrm>
                <a:off x="362407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9" name="ph8439"/>
              <p:cNvSpPr/>
              <p:nvPr/>
            </p:nvSpPr>
            <p:spPr>
              <a:xfrm>
                <a:off x="363333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0" name="ph8440"/>
              <p:cNvSpPr/>
              <p:nvPr/>
            </p:nvSpPr>
            <p:spPr>
              <a:xfrm>
                <a:off x="364259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1" name="ph8441"/>
              <p:cNvSpPr/>
              <p:nvPr/>
            </p:nvSpPr>
            <p:spPr>
              <a:xfrm>
                <a:off x="365185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2" name="ph8442"/>
              <p:cNvSpPr/>
              <p:nvPr/>
            </p:nvSpPr>
            <p:spPr>
              <a:xfrm>
                <a:off x="366111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3" name="ph8443"/>
              <p:cNvSpPr/>
              <p:nvPr/>
            </p:nvSpPr>
            <p:spPr>
              <a:xfrm>
                <a:off x="367038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4" name="ph8444"/>
              <p:cNvSpPr/>
              <p:nvPr/>
            </p:nvSpPr>
            <p:spPr>
              <a:xfrm>
                <a:off x="367964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5" name="ph8445"/>
              <p:cNvSpPr/>
              <p:nvPr/>
            </p:nvSpPr>
            <p:spPr>
              <a:xfrm>
                <a:off x="368890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6" name="ph8446"/>
              <p:cNvSpPr/>
              <p:nvPr/>
            </p:nvSpPr>
            <p:spPr>
              <a:xfrm>
                <a:off x="369816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7" name="ph8447"/>
              <p:cNvSpPr/>
              <p:nvPr/>
            </p:nvSpPr>
            <p:spPr>
              <a:xfrm>
                <a:off x="37074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8" name="ph8448"/>
              <p:cNvSpPr/>
              <p:nvPr/>
            </p:nvSpPr>
            <p:spPr>
              <a:xfrm>
                <a:off x="37166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9" name="ph8449"/>
              <p:cNvSpPr/>
              <p:nvPr/>
            </p:nvSpPr>
            <p:spPr>
              <a:xfrm>
                <a:off x="37259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0" name="ph8450"/>
              <p:cNvSpPr/>
              <p:nvPr/>
            </p:nvSpPr>
            <p:spPr>
              <a:xfrm>
                <a:off x="37352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1" name="ph8451"/>
              <p:cNvSpPr/>
              <p:nvPr/>
            </p:nvSpPr>
            <p:spPr>
              <a:xfrm>
                <a:off x="37444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2" name="ph8452"/>
              <p:cNvSpPr/>
              <p:nvPr/>
            </p:nvSpPr>
            <p:spPr>
              <a:xfrm>
                <a:off x="37537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3" name="ph8453"/>
              <p:cNvSpPr/>
              <p:nvPr/>
            </p:nvSpPr>
            <p:spPr>
              <a:xfrm>
                <a:off x="3772265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0061" y="897161"/>
                    </a:lnTo>
                    <a:lnTo>
                      <a:pt x="914037" y="905743"/>
                    </a:lnTo>
                    <a:lnTo>
                      <a:pt x="914400" y="906617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4" name="ph8454"/>
              <p:cNvSpPr/>
              <p:nvPr/>
            </p:nvSpPr>
            <p:spPr>
              <a:xfrm>
                <a:off x="3772265" y="964379"/>
                <a:ext cx="9176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623" h="914399">
                    <a:moveTo>
                      <a:pt x="914400" y="914399"/>
                    </a:moveTo>
                    <a:lnTo>
                      <a:pt x="914400" y="906617"/>
                    </a:lnTo>
                    <a:lnTo>
                      <a:pt x="917623" y="91439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5" name="ph8455"/>
              <p:cNvSpPr/>
              <p:nvPr/>
            </p:nvSpPr>
            <p:spPr>
              <a:xfrm>
                <a:off x="2123590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67"/>
                    </a:lnTo>
                    <a:lnTo>
                      <a:pt x="908493" y="912841"/>
                    </a:lnTo>
                    <a:lnTo>
                      <a:pt x="914199" y="910829"/>
                    </a:lnTo>
                    <a:lnTo>
                      <a:pt x="914400" y="91077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6" name="ph8456"/>
              <p:cNvSpPr/>
              <p:nvPr/>
            </p:nvSpPr>
            <p:spPr>
              <a:xfrm>
                <a:off x="2132852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0778"/>
                    </a:lnTo>
                    <a:lnTo>
                      <a:pt x="910691" y="909373"/>
                    </a:lnTo>
                    <a:lnTo>
                      <a:pt x="914400" y="908801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7" name="ph8457"/>
              <p:cNvSpPr/>
              <p:nvPr/>
            </p:nvSpPr>
            <p:spPr>
              <a:xfrm>
                <a:off x="2142115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801"/>
                    </a:lnTo>
                    <a:lnTo>
                      <a:pt x="907216" y="908479"/>
                    </a:lnTo>
                    <a:lnTo>
                      <a:pt x="913021" y="908149"/>
                    </a:lnTo>
                    <a:lnTo>
                      <a:pt x="914400" y="908205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8" name="ph8458"/>
              <p:cNvSpPr/>
              <p:nvPr/>
            </p:nvSpPr>
            <p:spPr>
              <a:xfrm>
                <a:off x="2151377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205"/>
                    </a:lnTo>
                    <a:lnTo>
                      <a:pt x="909565" y="908384"/>
                    </a:lnTo>
                    <a:lnTo>
                      <a:pt x="914400" y="909051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9" name="ph8459"/>
              <p:cNvSpPr/>
              <p:nvPr/>
            </p:nvSpPr>
            <p:spPr>
              <a:xfrm>
                <a:off x="2160639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9051"/>
                    </a:lnTo>
                    <a:lnTo>
                      <a:pt x="906094" y="909183"/>
                    </a:lnTo>
                    <a:lnTo>
                      <a:pt x="911855" y="910544"/>
                    </a:lnTo>
                    <a:lnTo>
                      <a:pt x="914400" y="91139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0" name="ph8460"/>
              <p:cNvSpPr/>
              <p:nvPr/>
            </p:nvSpPr>
            <p:spPr>
              <a:xfrm>
                <a:off x="2160639" y="947140"/>
                <a:ext cx="92200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1" h="914399">
                    <a:moveTo>
                      <a:pt x="914400" y="914399"/>
                    </a:moveTo>
                    <a:lnTo>
                      <a:pt x="914400" y="911398"/>
                    </a:lnTo>
                    <a:lnTo>
                      <a:pt x="917570" y="912462"/>
                    </a:lnTo>
                    <a:lnTo>
                      <a:pt x="922001" y="91439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1" name="ph8461"/>
              <p:cNvSpPr/>
              <p:nvPr/>
            </p:nvSpPr>
            <p:spPr>
              <a:xfrm>
                <a:off x="3281368" y="929902"/>
                <a:ext cx="914400" cy="9232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234">
                    <a:moveTo>
                      <a:pt x="914400" y="914400"/>
                    </a:moveTo>
                    <a:lnTo>
                      <a:pt x="914400" y="923234"/>
                    </a:lnTo>
                    <a:lnTo>
                      <a:pt x="912751" y="918563"/>
                    </a:lnTo>
                    <a:lnTo>
                      <a:pt x="911440" y="91440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2" name="ph8462"/>
              <p:cNvSpPr/>
              <p:nvPr/>
            </p:nvSpPr>
            <p:spPr>
              <a:xfrm>
                <a:off x="32813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537" y="931638"/>
                    </a:lnTo>
                    <a:lnTo>
                      <a:pt x="915880" y="927431"/>
                    </a:lnTo>
                    <a:lnTo>
                      <a:pt x="914400" y="923234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3" name="ph8463"/>
              <p:cNvSpPr/>
              <p:nvPr/>
            </p:nvSpPr>
            <p:spPr>
              <a:xfrm>
                <a:off x="32906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4" name="ph8464"/>
              <p:cNvSpPr/>
              <p:nvPr/>
            </p:nvSpPr>
            <p:spPr>
              <a:xfrm>
                <a:off x="32998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5" name="ph8465"/>
              <p:cNvSpPr/>
              <p:nvPr/>
            </p:nvSpPr>
            <p:spPr>
              <a:xfrm>
                <a:off x="33091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6" name="ph8466"/>
              <p:cNvSpPr/>
              <p:nvPr/>
            </p:nvSpPr>
            <p:spPr>
              <a:xfrm>
                <a:off x="33184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7" name="ph8467"/>
              <p:cNvSpPr/>
              <p:nvPr/>
            </p:nvSpPr>
            <p:spPr>
              <a:xfrm>
                <a:off x="33276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8" name="ph8468"/>
              <p:cNvSpPr/>
              <p:nvPr/>
            </p:nvSpPr>
            <p:spPr>
              <a:xfrm>
                <a:off x="333694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9" name="ph8469"/>
              <p:cNvSpPr/>
              <p:nvPr/>
            </p:nvSpPr>
            <p:spPr>
              <a:xfrm>
                <a:off x="334620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0" name="ph8470"/>
              <p:cNvSpPr/>
              <p:nvPr/>
            </p:nvSpPr>
            <p:spPr>
              <a:xfrm>
                <a:off x="335546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1" name="ph8471"/>
              <p:cNvSpPr/>
              <p:nvPr/>
            </p:nvSpPr>
            <p:spPr>
              <a:xfrm>
                <a:off x="336472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2" name="ph8472"/>
              <p:cNvSpPr/>
              <p:nvPr/>
            </p:nvSpPr>
            <p:spPr>
              <a:xfrm>
                <a:off x="337399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3" name="ph8473"/>
              <p:cNvSpPr/>
              <p:nvPr/>
            </p:nvSpPr>
            <p:spPr>
              <a:xfrm>
                <a:off x="338325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4" name="ph8474"/>
              <p:cNvSpPr/>
              <p:nvPr/>
            </p:nvSpPr>
            <p:spPr>
              <a:xfrm>
                <a:off x="339251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5" name="ph8475"/>
              <p:cNvSpPr/>
              <p:nvPr/>
            </p:nvSpPr>
            <p:spPr>
              <a:xfrm>
                <a:off x="340177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6" name="ph8476"/>
              <p:cNvSpPr/>
              <p:nvPr/>
            </p:nvSpPr>
            <p:spPr>
              <a:xfrm>
                <a:off x="341103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7" name="ph8477"/>
              <p:cNvSpPr/>
              <p:nvPr/>
            </p:nvSpPr>
            <p:spPr>
              <a:xfrm>
                <a:off x="342030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8" name="ph8478"/>
              <p:cNvSpPr/>
              <p:nvPr/>
            </p:nvSpPr>
            <p:spPr>
              <a:xfrm>
                <a:off x="342956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9" name="ph8479"/>
              <p:cNvSpPr/>
              <p:nvPr/>
            </p:nvSpPr>
            <p:spPr>
              <a:xfrm>
                <a:off x="343882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0" name="ph8480"/>
              <p:cNvSpPr/>
              <p:nvPr/>
            </p:nvSpPr>
            <p:spPr>
              <a:xfrm>
                <a:off x="344808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1" name="ph8481"/>
              <p:cNvSpPr/>
              <p:nvPr/>
            </p:nvSpPr>
            <p:spPr>
              <a:xfrm>
                <a:off x="345735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2" name="ph8482"/>
              <p:cNvSpPr/>
              <p:nvPr/>
            </p:nvSpPr>
            <p:spPr>
              <a:xfrm>
                <a:off x="346661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3" name="ph8483"/>
              <p:cNvSpPr/>
              <p:nvPr/>
            </p:nvSpPr>
            <p:spPr>
              <a:xfrm>
                <a:off x="347587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4" name="ph8484"/>
              <p:cNvSpPr/>
              <p:nvPr/>
            </p:nvSpPr>
            <p:spPr>
              <a:xfrm>
                <a:off x="348513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5" name="ph8485"/>
              <p:cNvSpPr/>
              <p:nvPr/>
            </p:nvSpPr>
            <p:spPr>
              <a:xfrm>
                <a:off x="349439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6" name="ph8486"/>
              <p:cNvSpPr/>
              <p:nvPr/>
            </p:nvSpPr>
            <p:spPr>
              <a:xfrm>
                <a:off x="350366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7" name="ph8487"/>
              <p:cNvSpPr/>
              <p:nvPr/>
            </p:nvSpPr>
            <p:spPr>
              <a:xfrm>
                <a:off x="351292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8" name="ph8488"/>
              <p:cNvSpPr/>
              <p:nvPr/>
            </p:nvSpPr>
            <p:spPr>
              <a:xfrm>
                <a:off x="352218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9" name="ph8489"/>
              <p:cNvSpPr/>
              <p:nvPr/>
            </p:nvSpPr>
            <p:spPr>
              <a:xfrm>
                <a:off x="353144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0" name="ph8490"/>
              <p:cNvSpPr/>
              <p:nvPr/>
            </p:nvSpPr>
            <p:spPr>
              <a:xfrm>
                <a:off x="354071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1" name="ph8491"/>
              <p:cNvSpPr/>
              <p:nvPr/>
            </p:nvSpPr>
            <p:spPr>
              <a:xfrm>
                <a:off x="354997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2" name="ph8492"/>
              <p:cNvSpPr/>
              <p:nvPr/>
            </p:nvSpPr>
            <p:spPr>
              <a:xfrm>
                <a:off x="355923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3" name="ph8493"/>
              <p:cNvSpPr/>
              <p:nvPr/>
            </p:nvSpPr>
            <p:spPr>
              <a:xfrm>
                <a:off x="356849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4" name="ph8494"/>
              <p:cNvSpPr/>
              <p:nvPr/>
            </p:nvSpPr>
            <p:spPr>
              <a:xfrm>
                <a:off x="357775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5" name="ph8495"/>
              <p:cNvSpPr/>
              <p:nvPr/>
            </p:nvSpPr>
            <p:spPr>
              <a:xfrm>
                <a:off x="358702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6" name="ph8496"/>
              <p:cNvSpPr/>
              <p:nvPr/>
            </p:nvSpPr>
            <p:spPr>
              <a:xfrm>
                <a:off x="359628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7" name="ph8497"/>
              <p:cNvSpPr/>
              <p:nvPr/>
            </p:nvSpPr>
            <p:spPr>
              <a:xfrm>
                <a:off x="360554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8" name="ph8498"/>
              <p:cNvSpPr/>
              <p:nvPr/>
            </p:nvSpPr>
            <p:spPr>
              <a:xfrm>
                <a:off x="361480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9" name="ph8499"/>
              <p:cNvSpPr/>
              <p:nvPr/>
            </p:nvSpPr>
            <p:spPr>
              <a:xfrm>
                <a:off x="362407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0" name="ph8500"/>
              <p:cNvSpPr/>
              <p:nvPr/>
            </p:nvSpPr>
            <p:spPr>
              <a:xfrm>
                <a:off x="363333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1" name="ph8501"/>
              <p:cNvSpPr/>
              <p:nvPr/>
            </p:nvSpPr>
            <p:spPr>
              <a:xfrm>
                <a:off x="364259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2" name="ph8502"/>
              <p:cNvSpPr/>
              <p:nvPr/>
            </p:nvSpPr>
            <p:spPr>
              <a:xfrm>
                <a:off x="365185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3" name="ph8503"/>
              <p:cNvSpPr/>
              <p:nvPr/>
            </p:nvSpPr>
            <p:spPr>
              <a:xfrm>
                <a:off x="366111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4" name="ph8504"/>
              <p:cNvSpPr/>
              <p:nvPr/>
            </p:nvSpPr>
            <p:spPr>
              <a:xfrm>
                <a:off x="367038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5" name="ph8505"/>
              <p:cNvSpPr/>
              <p:nvPr/>
            </p:nvSpPr>
            <p:spPr>
              <a:xfrm>
                <a:off x="367964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6" name="ph8506"/>
              <p:cNvSpPr/>
              <p:nvPr/>
            </p:nvSpPr>
            <p:spPr>
              <a:xfrm>
                <a:off x="368890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7" name="ph8507"/>
              <p:cNvSpPr/>
              <p:nvPr/>
            </p:nvSpPr>
            <p:spPr>
              <a:xfrm>
                <a:off x="36981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8" name="ph8508"/>
              <p:cNvSpPr/>
              <p:nvPr/>
            </p:nvSpPr>
            <p:spPr>
              <a:xfrm>
                <a:off x="37074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9" name="ph8509"/>
              <p:cNvSpPr/>
              <p:nvPr/>
            </p:nvSpPr>
            <p:spPr>
              <a:xfrm>
                <a:off x="37166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0" name="ph8510"/>
              <p:cNvSpPr/>
              <p:nvPr/>
            </p:nvSpPr>
            <p:spPr>
              <a:xfrm>
                <a:off x="37259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1" name="ph8511"/>
              <p:cNvSpPr/>
              <p:nvPr/>
            </p:nvSpPr>
            <p:spPr>
              <a:xfrm>
                <a:off x="37352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2" name="ph8512"/>
              <p:cNvSpPr/>
              <p:nvPr/>
            </p:nvSpPr>
            <p:spPr>
              <a:xfrm>
                <a:off x="37444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3" name="ph8513"/>
              <p:cNvSpPr/>
              <p:nvPr/>
            </p:nvSpPr>
            <p:spPr>
              <a:xfrm>
                <a:off x="3763003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2" y="897161"/>
                    </a:lnTo>
                    <a:lnTo>
                      <a:pt x="910633" y="898497"/>
                    </a:lnTo>
                    <a:lnTo>
                      <a:pt x="914400" y="905021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4" name="ph8514"/>
              <p:cNvSpPr/>
              <p:nvPr/>
            </p:nvSpPr>
            <p:spPr>
              <a:xfrm>
                <a:off x="3763003" y="947140"/>
                <a:ext cx="9193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23" h="914399">
                    <a:moveTo>
                      <a:pt x="914400" y="914399"/>
                    </a:moveTo>
                    <a:lnTo>
                      <a:pt x="914400" y="905021"/>
                    </a:lnTo>
                    <a:lnTo>
                      <a:pt x="915094" y="906223"/>
                    </a:lnTo>
                    <a:lnTo>
                      <a:pt x="919323" y="91439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5" name="ph8515"/>
              <p:cNvSpPr/>
              <p:nvPr/>
            </p:nvSpPr>
            <p:spPr>
              <a:xfrm>
                <a:off x="3281368" y="9126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40" y="931638"/>
                    </a:lnTo>
                    <a:lnTo>
                      <a:pt x="909870" y="926647"/>
                    </a:lnTo>
                    <a:lnTo>
                      <a:pt x="907244" y="917230"/>
                    </a:lnTo>
                    <a:lnTo>
                      <a:pt x="906552" y="91439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6" name="ph8516"/>
              <p:cNvSpPr/>
              <p:nvPr/>
            </p:nvSpPr>
            <p:spPr>
              <a:xfrm>
                <a:off x="32813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7" name="ph8517"/>
              <p:cNvSpPr/>
              <p:nvPr/>
            </p:nvSpPr>
            <p:spPr>
              <a:xfrm>
                <a:off x="32906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8" name="ph8518"/>
              <p:cNvSpPr/>
              <p:nvPr/>
            </p:nvSpPr>
            <p:spPr>
              <a:xfrm>
                <a:off x="32998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9" name="ph8519"/>
              <p:cNvSpPr/>
              <p:nvPr/>
            </p:nvSpPr>
            <p:spPr>
              <a:xfrm>
                <a:off x="33091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0" name="ph8520"/>
              <p:cNvSpPr/>
              <p:nvPr/>
            </p:nvSpPr>
            <p:spPr>
              <a:xfrm>
                <a:off x="33184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1" name="ph8521"/>
              <p:cNvSpPr/>
              <p:nvPr/>
            </p:nvSpPr>
            <p:spPr>
              <a:xfrm>
                <a:off x="332767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2" name="ph8522"/>
              <p:cNvSpPr/>
              <p:nvPr/>
            </p:nvSpPr>
            <p:spPr>
              <a:xfrm>
                <a:off x="333694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3" name="ph8523"/>
              <p:cNvSpPr/>
              <p:nvPr/>
            </p:nvSpPr>
            <p:spPr>
              <a:xfrm>
                <a:off x="334620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4" name="ph8524"/>
              <p:cNvSpPr/>
              <p:nvPr/>
            </p:nvSpPr>
            <p:spPr>
              <a:xfrm>
                <a:off x="335546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5" name="ph8525"/>
              <p:cNvSpPr/>
              <p:nvPr/>
            </p:nvSpPr>
            <p:spPr>
              <a:xfrm>
                <a:off x="336472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6" name="ph8526"/>
              <p:cNvSpPr/>
              <p:nvPr/>
            </p:nvSpPr>
            <p:spPr>
              <a:xfrm>
                <a:off x="337399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7" name="ph8527"/>
              <p:cNvSpPr/>
              <p:nvPr/>
            </p:nvSpPr>
            <p:spPr>
              <a:xfrm>
                <a:off x="338325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8" name="ph8528"/>
              <p:cNvSpPr/>
              <p:nvPr/>
            </p:nvSpPr>
            <p:spPr>
              <a:xfrm>
                <a:off x="339251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9" name="ph8529"/>
              <p:cNvSpPr/>
              <p:nvPr/>
            </p:nvSpPr>
            <p:spPr>
              <a:xfrm>
                <a:off x="340177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0" name="ph8530"/>
              <p:cNvSpPr/>
              <p:nvPr/>
            </p:nvSpPr>
            <p:spPr>
              <a:xfrm>
                <a:off x="341103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1" name="ph8531"/>
              <p:cNvSpPr/>
              <p:nvPr/>
            </p:nvSpPr>
            <p:spPr>
              <a:xfrm>
                <a:off x="342030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2" name="ph8532"/>
              <p:cNvSpPr/>
              <p:nvPr/>
            </p:nvSpPr>
            <p:spPr>
              <a:xfrm>
                <a:off x="342956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3" name="ph8533"/>
              <p:cNvSpPr/>
              <p:nvPr/>
            </p:nvSpPr>
            <p:spPr>
              <a:xfrm>
                <a:off x="343882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4" name="ph8534"/>
              <p:cNvSpPr/>
              <p:nvPr/>
            </p:nvSpPr>
            <p:spPr>
              <a:xfrm>
                <a:off x="344808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5" name="ph8535"/>
              <p:cNvSpPr/>
              <p:nvPr/>
            </p:nvSpPr>
            <p:spPr>
              <a:xfrm>
                <a:off x="345735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6" name="ph8536"/>
              <p:cNvSpPr/>
              <p:nvPr/>
            </p:nvSpPr>
            <p:spPr>
              <a:xfrm>
                <a:off x="346661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7" name="ph8537"/>
              <p:cNvSpPr/>
              <p:nvPr/>
            </p:nvSpPr>
            <p:spPr>
              <a:xfrm>
                <a:off x="347587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8" name="ph8538"/>
              <p:cNvSpPr/>
              <p:nvPr/>
            </p:nvSpPr>
            <p:spPr>
              <a:xfrm>
                <a:off x="348513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9" name="ph8539"/>
              <p:cNvSpPr/>
              <p:nvPr/>
            </p:nvSpPr>
            <p:spPr>
              <a:xfrm>
                <a:off x="349439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0" name="ph8540"/>
              <p:cNvSpPr/>
              <p:nvPr/>
            </p:nvSpPr>
            <p:spPr>
              <a:xfrm>
                <a:off x="350366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1" name="ph8541"/>
              <p:cNvSpPr/>
              <p:nvPr/>
            </p:nvSpPr>
            <p:spPr>
              <a:xfrm>
                <a:off x="351292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2" name="ph8542"/>
              <p:cNvSpPr/>
              <p:nvPr/>
            </p:nvSpPr>
            <p:spPr>
              <a:xfrm>
                <a:off x="352218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3" name="ph8543"/>
              <p:cNvSpPr/>
              <p:nvPr/>
            </p:nvSpPr>
            <p:spPr>
              <a:xfrm>
                <a:off x="353144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4" name="ph8544"/>
              <p:cNvSpPr/>
              <p:nvPr/>
            </p:nvSpPr>
            <p:spPr>
              <a:xfrm>
                <a:off x="354071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5" name="ph8545"/>
              <p:cNvSpPr/>
              <p:nvPr/>
            </p:nvSpPr>
            <p:spPr>
              <a:xfrm>
                <a:off x="354997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6" name="ph8546"/>
              <p:cNvSpPr/>
              <p:nvPr/>
            </p:nvSpPr>
            <p:spPr>
              <a:xfrm>
                <a:off x="355923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7" name="ph8547"/>
              <p:cNvSpPr/>
              <p:nvPr/>
            </p:nvSpPr>
            <p:spPr>
              <a:xfrm>
                <a:off x="356849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8" name="ph8548"/>
              <p:cNvSpPr/>
              <p:nvPr/>
            </p:nvSpPr>
            <p:spPr>
              <a:xfrm>
                <a:off x="357775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9" name="ph8549"/>
              <p:cNvSpPr/>
              <p:nvPr/>
            </p:nvSpPr>
            <p:spPr>
              <a:xfrm>
                <a:off x="358702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0" name="ph8550"/>
              <p:cNvSpPr/>
              <p:nvPr/>
            </p:nvSpPr>
            <p:spPr>
              <a:xfrm>
                <a:off x="359628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1" name="ph8551"/>
              <p:cNvSpPr/>
              <p:nvPr/>
            </p:nvSpPr>
            <p:spPr>
              <a:xfrm>
                <a:off x="360554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2" name="ph8552"/>
              <p:cNvSpPr/>
              <p:nvPr/>
            </p:nvSpPr>
            <p:spPr>
              <a:xfrm>
                <a:off x="361480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3" name="ph8553"/>
              <p:cNvSpPr/>
              <p:nvPr/>
            </p:nvSpPr>
            <p:spPr>
              <a:xfrm>
                <a:off x="362407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4" name="ph8554"/>
              <p:cNvSpPr/>
              <p:nvPr/>
            </p:nvSpPr>
            <p:spPr>
              <a:xfrm>
                <a:off x="363333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5" name="ph8555"/>
              <p:cNvSpPr/>
              <p:nvPr/>
            </p:nvSpPr>
            <p:spPr>
              <a:xfrm>
                <a:off x="364259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6" name="ph8556"/>
              <p:cNvSpPr/>
              <p:nvPr/>
            </p:nvSpPr>
            <p:spPr>
              <a:xfrm>
                <a:off x="365185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7" name="ph8557"/>
              <p:cNvSpPr/>
              <p:nvPr/>
            </p:nvSpPr>
            <p:spPr>
              <a:xfrm>
                <a:off x="366111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8" name="ph8558"/>
              <p:cNvSpPr/>
              <p:nvPr/>
            </p:nvSpPr>
            <p:spPr>
              <a:xfrm>
                <a:off x="367038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9" name="ph8559"/>
              <p:cNvSpPr/>
              <p:nvPr/>
            </p:nvSpPr>
            <p:spPr>
              <a:xfrm>
                <a:off x="367964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0" name="ph8560"/>
              <p:cNvSpPr/>
              <p:nvPr/>
            </p:nvSpPr>
            <p:spPr>
              <a:xfrm>
                <a:off x="368890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1" name="ph8561"/>
              <p:cNvSpPr/>
              <p:nvPr/>
            </p:nvSpPr>
            <p:spPr>
              <a:xfrm>
                <a:off x="36981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2" name="ph8562"/>
              <p:cNvSpPr/>
              <p:nvPr/>
            </p:nvSpPr>
            <p:spPr>
              <a:xfrm>
                <a:off x="37074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3" name="ph8563"/>
              <p:cNvSpPr/>
              <p:nvPr/>
            </p:nvSpPr>
            <p:spPr>
              <a:xfrm>
                <a:off x="37166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4" name="ph8564"/>
              <p:cNvSpPr/>
              <p:nvPr/>
            </p:nvSpPr>
            <p:spPr>
              <a:xfrm>
                <a:off x="37259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5" name="ph8565"/>
              <p:cNvSpPr/>
              <p:nvPr/>
            </p:nvSpPr>
            <p:spPr>
              <a:xfrm>
                <a:off x="37352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6" name="ph8566"/>
              <p:cNvSpPr/>
              <p:nvPr/>
            </p:nvSpPr>
            <p:spPr>
              <a:xfrm>
                <a:off x="3753741" y="9299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789" y="897161"/>
                    </a:lnTo>
                    <a:lnTo>
                      <a:pt x="911067" y="897662"/>
                    </a:lnTo>
                    <a:lnTo>
                      <a:pt x="914400" y="904385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7" name="ph8567"/>
              <p:cNvSpPr/>
              <p:nvPr/>
            </p:nvSpPr>
            <p:spPr>
              <a:xfrm>
                <a:off x="3753741" y="929902"/>
                <a:ext cx="9190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4" h="914400">
                    <a:moveTo>
                      <a:pt x="914400" y="914400"/>
                    </a:moveTo>
                    <a:lnTo>
                      <a:pt x="914400" y="904385"/>
                    </a:lnTo>
                    <a:lnTo>
                      <a:pt x="915299" y="906201"/>
                    </a:lnTo>
                    <a:lnTo>
                      <a:pt x="918697" y="913876"/>
                    </a:lnTo>
                    <a:lnTo>
                      <a:pt x="919034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8" name="ph8568"/>
              <p:cNvSpPr/>
              <p:nvPr/>
            </p:nvSpPr>
            <p:spPr>
              <a:xfrm>
                <a:off x="3272105" y="895425"/>
                <a:ext cx="914400" cy="92585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56">
                    <a:moveTo>
                      <a:pt x="914400" y="914400"/>
                    </a:moveTo>
                    <a:lnTo>
                      <a:pt x="914400" y="925856"/>
                    </a:lnTo>
                    <a:lnTo>
                      <a:pt x="914144" y="924813"/>
                    </a:lnTo>
                    <a:lnTo>
                      <a:pt x="912051" y="914945"/>
                    </a:lnTo>
                    <a:lnTo>
                      <a:pt x="911952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9" name="ph8569"/>
              <p:cNvSpPr/>
              <p:nvPr/>
            </p:nvSpPr>
            <p:spPr>
              <a:xfrm>
                <a:off x="32721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4" y="931638"/>
                    </a:lnTo>
                    <a:lnTo>
                      <a:pt x="914400" y="925856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0" name="ph8570"/>
              <p:cNvSpPr/>
              <p:nvPr/>
            </p:nvSpPr>
            <p:spPr>
              <a:xfrm>
                <a:off x="32813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1" name="ph8571"/>
              <p:cNvSpPr/>
              <p:nvPr/>
            </p:nvSpPr>
            <p:spPr>
              <a:xfrm>
                <a:off x="32906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2" name="ph8572"/>
              <p:cNvSpPr/>
              <p:nvPr/>
            </p:nvSpPr>
            <p:spPr>
              <a:xfrm>
                <a:off x="32998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3" name="ph8573"/>
              <p:cNvSpPr/>
              <p:nvPr/>
            </p:nvSpPr>
            <p:spPr>
              <a:xfrm>
                <a:off x="33091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4" name="ph8574"/>
              <p:cNvSpPr/>
              <p:nvPr/>
            </p:nvSpPr>
            <p:spPr>
              <a:xfrm>
                <a:off x="331841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5" name="ph8575"/>
              <p:cNvSpPr/>
              <p:nvPr/>
            </p:nvSpPr>
            <p:spPr>
              <a:xfrm>
                <a:off x="332767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6" name="ph8576"/>
              <p:cNvSpPr/>
              <p:nvPr/>
            </p:nvSpPr>
            <p:spPr>
              <a:xfrm>
                <a:off x="333694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7" name="ph8577"/>
              <p:cNvSpPr/>
              <p:nvPr/>
            </p:nvSpPr>
            <p:spPr>
              <a:xfrm>
                <a:off x="334620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8" name="ph8578"/>
              <p:cNvSpPr/>
              <p:nvPr/>
            </p:nvSpPr>
            <p:spPr>
              <a:xfrm>
                <a:off x="335546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9" name="ph8579"/>
              <p:cNvSpPr/>
              <p:nvPr/>
            </p:nvSpPr>
            <p:spPr>
              <a:xfrm>
                <a:off x="336472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0" name="ph8580"/>
              <p:cNvSpPr/>
              <p:nvPr/>
            </p:nvSpPr>
            <p:spPr>
              <a:xfrm>
                <a:off x="337399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1" name="ph8581"/>
              <p:cNvSpPr/>
              <p:nvPr/>
            </p:nvSpPr>
            <p:spPr>
              <a:xfrm>
                <a:off x="338325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2" name="ph8582"/>
              <p:cNvSpPr/>
              <p:nvPr/>
            </p:nvSpPr>
            <p:spPr>
              <a:xfrm>
                <a:off x="339251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3" name="ph8583"/>
              <p:cNvSpPr/>
              <p:nvPr/>
            </p:nvSpPr>
            <p:spPr>
              <a:xfrm>
                <a:off x="340177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4" name="ph8584"/>
              <p:cNvSpPr/>
              <p:nvPr/>
            </p:nvSpPr>
            <p:spPr>
              <a:xfrm>
                <a:off x="341103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5" name="ph8585"/>
              <p:cNvSpPr/>
              <p:nvPr/>
            </p:nvSpPr>
            <p:spPr>
              <a:xfrm>
                <a:off x="342030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6" name="ph8586"/>
              <p:cNvSpPr/>
              <p:nvPr/>
            </p:nvSpPr>
            <p:spPr>
              <a:xfrm>
                <a:off x="342956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7" name="ph8587"/>
              <p:cNvSpPr/>
              <p:nvPr/>
            </p:nvSpPr>
            <p:spPr>
              <a:xfrm>
                <a:off x="343882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8" name="ph8588"/>
              <p:cNvSpPr/>
              <p:nvPr/>
            </p:nvSpPr>
            <p:spPr>
              <a:xfrm>
                <a:off x="344808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9" name="ph8589"/>
              <p:cNvSpPr/>
              <p:nvPr/>
            </p:nvSpPr>
            <p:spPr>
              <a:xfrm>
                <a:off x="345735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0" name="ph8590"/>
              <p:cNvSpPr/>
              <p:nvPr/>
            </p:nvSpPr>
            <p:spPr>
              <a:xfrm>
                <a:off x="346661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1" name="ph8591"/>
              <p:cNvSpPr/>
              <p:nvPr/>
            </p:nvSpPr>
            <p:spPr>
              <a:xfrm>
                <a:off x="347587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2" name="ph8592"/>
              <p:cNvSpPr/>
              <p:nvPr/>
            </p:nvSpPr>
            <p:spPr>
              <a:xfrm>
                <a:off x="348513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3" name="ph8593"/>
              <p:cNvSpPr/>
              <p:nvPr/>
            </p:nvSpPr>
            <p:spPr>
              <a:xfrm>
                <a:off x="349439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4" name="ph8594"/>
              <p:cNvSpPr/>
              <p:nvPr/>
            </p:nvSpPr>
            <p:spPr>
              <a:xfrm>
                <a:off x="350366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5" name="ph8595"/>
              <p:cNvSpPr/>
              <p:nvPr/>
            </p:nvSpPr>
            <p:spPr>
              <a:xfrm>
                <a:off x="351292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6" name="ph8596"/>
              <p:cNvSpPr/>
              <p:nvPr/>
            </p:nvSpPr>
            <p:spPr>
              <a:xfrm>
                <a:off x="352218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7" name="ph8597"/>
              <p:cNvSpPr/>
              <p:nvPr/>
            </p:nvSpPr>
            <p:spPr>
              <a:xfrm>
                <a:off x="353144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8" name="ph8598"/>
              <p:cNvSpPr/>
              <p:nvPr/>
            </p:nvSpPr>
            <p:spPr>
              <a:xfrm>
                <a:off x="354071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9" name="ph8599"/>
              <p:cNvSpPr/>
              <p:nvPr/>
            </p:nvSpPr>
            <p:spPr>
              <a:xfrm>
                <a:off x="354997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0" name="ph8600"/>
              <p:cNvSpPr/>
              <p:nvPr/>
            </p:nvSpPr>
            <p:spPr>
              <a:xfrm>
                <a:off x="355923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1" name="ph8601"/>
              <p:cNvSpPr/>
              <p:nvPr/>
            </p:nvSpPr>
            <p:spPr>
              <a:xfrm>
                <a:off x="356849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2" name="ph8602"/>
              <p:cNvSpPr/>
              <p:nvPr/>
            </p:nvSpPr>
            <p:spPr>
              <a:xfrm>
                <a:off x="357775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3" name="ph8603"/>
              <p:cNvSpPr/>
              <p:nvPr/>
            </p:nvSpPr>
            <p:spPr>
              <a:xfrm>
                <a:off x="358702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4" name="ph8604"/>
              <p:cNvSpPr/>
              <p:nvPr/>
            </p:nvSpPr>
            <p:spPr>
              <a:xfrm>
                <a:off x="359628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5" name="ph8605"/>
              <p:cNvSpPr/>
              <p:nvPr/>
            </p:nvSpPr>
            <p:spPr>
              <a:xfrm>
                <a:off x="360554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6" name="ph8606"/>
              <p:cNvSpPr/>
              <p:nvPr/>
            </p:nvSpPr>
            <p:spPr>
              <a:xfrm>
                <a:off x="361480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7" name="ph8607"/>
              <p:cNvSpPr/>
              <p:nvPr/>
            </p:nvSpPr>
            <p:spPr>
              <a:xfrm>
                <a:off x="362407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8" name="ph8608"/>
              <p:cNvSpPr/>
              <p:nvPr/>
            </p:nvSpPr>
            <p:spPr>
              <a:xfrm>
                <a:off x="363333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9" name="ph8609"/>
              <p:cNvSpPr/>
              <p:nvPr/>
            </p:nvSpPr>
            <p:spPr>
              <a:xfrm>
                <a:off x="364259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0" name="ph8610"/>
              <p:cNvSpPr/>
              <p:nvPr/>
            </p:nvSpPr>
            <p:spPr>
              <a:xfrm>
                <a:off x="365185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1" name="ph8611"/>
              <p:cNvSpPr/>
              <p:nvPr/>
            </p:nvSpPr>
            <p:spPr>
              <a:xfrm>
                <a:off x="366111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2" name="ph8612"/>
              <p:cNvSpPr/>
              <p:nvPr/>
            </p:nvSpPr>
            <p:spPr>
              <a:xfrm>
                <a:off x="367038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3" name="ph8613"/>
              <p:cNvSpPr/>
              <p:nvPr/>
            </p:nvSpPr>
            <p:spPr>
              <a:xfrm>
                <a:off x="367964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4" name="ph8614"/>
              <p:cNvSpPr/>
              <p:nvPr/>
            </p:nvSpPr>
            <p:spPr>
              <a:xfrm>
                <a:off x="36889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5" name="ph8615"/>
              <p:cNvSpPr/>
              <p:nvPr/>
            </p:nvSpPr>
            <p:spPr>
              <a:xfrm>
                <a:off x="36981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6" name="ph8616"/>
              <p:cNvSpPr/>
              <p:nvPr/>
            </p:nvSpPr>
            <p:spPr>
              <a:xfrm>
                <a:off x="37074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7" name="ph8617"/>
              <p:cNvSpPr/>
              <p:nvPr/>
            </p:nvSpPr>
            <p:spPr>
              <a:xfrm>
                <a:off x="37166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8" name="ph8618"/>
              <p:cNvSpPr/>
              <p:nvPr/>
            </p:nvSpPr>
            <p:spPr>
              <a:xfrm>
                <a:off x="37259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9" name="ph8619"/>
              <p:cNvSpPr/>
              <p:nvPr/>
            </p:nvSpPr>
            <p:spPr>
              <a:xfrm>
                <a:off x="3744479" y="91266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8" y="897168"/>
                    </a:lnTo>
                    <a:lnTo>
                      <a:pt x="909970" y="897460"/>
                    </a:lnTo>
                    <a:lnTo>
                      <a:pt x="910163" y="897753"/>
                    </a:lnTo>
                    <a:lnTo>
                      <a:pt x="910355" y="898046"/>
                    </a:lnTo>
                    <a:lnTo>
                      <a:pt x="910548" y="898339"/>
                    </a:lnTo>
                    <a:lnTo>
                      <a:pt x="910740" y="898631"/>
                    </a:lnTo>
                    <a:lnTo>
                      <a:pt x="910933" y="898924"/>
                    </a:lnTo>
                    <a:lnTo>
                      <a:pt x="911125" y="899217"/>
                    </a:lnTo>
                    <a:lnTo>
                      <a:pt x="914400" y="90449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0" name="ph8620"/>
              <p:cNvSpPr/>
              <p:nvPr/>
            </p:nvSpPr>
            <p:spPr>
              <a:xfrm>
                <a:off x="3744479" y="912663"/>
                <a:ext cx="92005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051" h="914399">
                    <a:moveTo>
                      <a:pt x="914400" y="914399"/>
                    </a:moveTo>
                    <a:lnTo>
                      <a:pt x="914400" y="904490"/>
                    </a:lnTo>
                    <a:lnTo>
                      <a:pt x="915846" y="906818"/>
                    </a:lnTo>
                    <a:lnTo>
                      <a:pt x="920051" y="91439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1" name="ph8621"/>
              <p:cNvSpPr/>
              <p:nvPr/>
            </p:nvSpPr>
            <p:spPr>
              <a:xfrm>
                <a:off x="3272105" y="8781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52" y="931638"/>
                    </a:lnTo>
                    <a:lnTo>
                      <a:pt x="910232" y="922129"/>
                    </a:lnTo>
                    <a:lnTo>
                      <a:pt x="909068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2" name="ph8622"/>
              <p:cNvSpPr/>
              <p:nvPr/>
            </p:nvSpPr>
            <p:spPr>
              <a:xfrm>
                <a:off x="32721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3" name="ph8623"/>
              <p:cNvSpPr/>
              <p:nvPr/>
            </p:nvSpPr>
            <p:spPr>
              <a:xfrm>
                <a:off x="32813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4" name="ph8624"/>
              <p:cNvSpPr/>
              <p:nvPr/>
            </p:nvSpPr>
            <p:spPr>
              <a:xfrm>
                <a:off x="32906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5" name="ph8625"/>
              <p:cNvSpPr/>
              <p:nvPr/>
            </p:nvSpPr>
            <p:spPr>
              <a:xfrm>
                <a:off x="32998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6" name="ph8626"/>
              <p:cNvSpPr/>
              <p:nvPr/>
            </p:nvSpPr>
            <p:spPr>
              <a:xfrm>
                <a:off x="330915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7" name="ph8627"/>
              <p:cNvSpPr/>
              <p:nvPr/>
            </p:nvSpPr>
            <p:spPr>
              <a:xfrm>
                <a:off x="331841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8" name="ph8628"/>
              <p:cNvSpPr/>
              <p:nvPr/>
            </p:nvSpPr>
            <p:spPr>
              <a:xfrm>
                <a:off x="332767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9" name="ph8629"/>
              <p:cNvSpPr/>
              <p:nvPr/>
            </p:nvSpPr>
            <p:spPr>
              <a:xfrm>
                <a:off x="333694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0" name="ph8630"/>
              <p:cNvSpPr/>
              <p:nvPr/>
            </p:nvSpPr>
            <p:spPr>
              <a:xfrm>
                <a:off x="334620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1" name="ph8631"/>
              <p:cNvSpPr/>
              <p:nvPr/>
            </p:nvSpPr>
            <p:spPr>
              <a:xfrm>
                <a:off x="335546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2" name="ph8632"/>
              <p:cNvSpPr/>
              <p:nvPr/>
            </p:nvSpPr>
            <p:spPr>
              <a:xfrm>
                <a:off x="336472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3" name="ph8633"/>
              <p:cNvSpPr/>
              <p:nvPr/>
            </p:nvSpPr>
            <p:spPr>
              <a:xfrm>
                <a:off x="337399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4" name="ph8634"/>
              <p:cNvSpPr/>
              <p:nvPr/>
            </p:nvSpPr>
            <p:spPr>
              <a:xfrm>
                <a:off x="338325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5" name="ph8635"/>
              <p:cNvSpPr/>
              <p:nvPr/>
            </p:nvSpPr>
            <p:spPr>
              <a:xfrm>
                <a:off x="339251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6" name="ph8636"/>
              <p:cNvSpPr/>
              <p:nvPr/>
            </p:nvSpPr>
            <p:spPr>
              <a:xfrm>
                <a:off x="340177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7" name="ph8637"/>
              <p:cNvSpPr/>
              <p:nvPr/>
            </p:nvSpPr>
            <p:spPr>
              <a:xfrm>
                <a:off x="341103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8" name="ph8638"/>
              <p:cNvSpPr/>
              <p:nvPr/>
            </p:nvSpPr>
            <p:spPr>
              <a:xfrm>
                <a:off x="342030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9" name="ph8639"/>
              <p:cNvSpPr/>
              <p:nvPr/>
            </p:nvSpPr>
            <p:spPr>
              <a:xfrm>
                <a:off x="342956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0" name="ph8640"/>
              <p:cNvSpPr/>
              <p:nvPr/>
            </p:nvSpPr>
            <p:spPr>
              <a:xfrm>
                <a:off x="343882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1" name="ph8641"/>
              <p:cNvSpPr/>
              <p:nvPr/>
            </p:nvSpPr>
            <p:spPr>
              <a:xfrm>
                <a:off x="344808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2" name="ph8642"/>
              <p:cNvSpPr/>
              <p:nvPr/>
            </p:nvSpPr>
            <p:spPr>
              <a:xfrm>
                <a:off x="345735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3" name="ph8643"/>
              <p:cNvSpPr/>
              <p:nvPr/>
            </p:nvSpPr>
            <p:spPr>
              <a:xfrm>
                <a:off x="346661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4" name="ph8644"/>
              <p:cNvSpPr/>
              <p:nvPr/>
            </p:nvSpPr>
            <p:spPr>
              <a:xfrm>
                <a:off x="347587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5" name="ph8645"/>
              <p:cNvSpPr/>
              <p:nvPr/>
            </p:nvSpPr>
            <p:spPr>
              <a:xfrm>
                <a:off x="348513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6" name="ph8646"/>
              <p:cNvSpPr/>
              <p:nvPr/>
            </p:nvSpPr>
            <p:spPr>
              <a:xfrm>
                <a:off x="349439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7" name="ph8647"/>
              <p:cNvSpPr/>
              <p:nvPr/>
            </p:nvSpPr>
            <p:spPr>
              <a:xfrm>
                <a:off x="350366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8" name="ph8648"/>
              <p:cNvSpPr/>
              <p:nvPr/>
            </p:nvSpPr>
            <p:spPr>
              <a:xfrm>
                <a:off x="351292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9" name="ph8649"/>
              <p:cNvSpPr/>
              <p:nvPr/>
            </p:nvSpPr>
            <p:spPr>
              <a:xfrm>
                <a:off x="352218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0" name="ph8650"/>
              <p:cNvSpPr/>
              <p:nvPr/>
            </p:nvSpPr>
            <p:spPr>
              <a:xfrm>
                <a:off x="353144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1" name="ph8651"/>
              <p:cNvSpPr/>
              <p:nvPr/>
            </p:nvSpPr>
            <p:spPr>
              <a:xfrm>
                <a:off x="354071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2" name="ph8652"/>
              <p:cNvSpPr/>
              <p:nvPr/>
            </p:nvSpPr>
            <p:spPr>
              <a:xfrm>
                <a:off x="354997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3" name="ph8653"/>
              <p:cNvSpPr/>
              <p:nvPr/>
            </p:nvSpPr>
            <p:spPr>
              <a:xfrm>
                <a:off x="355923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4" name="ph8654"/>
              <p:cNvSpPr/>
              <p:nvPr/>
            </p:nvSpPr>
            <p:spPr>
              <a:xfrm>
                <a:off x="356849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5" name="ph8655"/>
              <p:cNvSpPr/>
              <p:nvPr/>
            </p:nvSpPr>
            <p:spPr>
              <a:xfrm>
                <a:off x="357775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6" name="ph8656"/>
              <p:cNvSpPr/>
              <p:nvPr/>
            </p:nvSpPr>
            <p:spPr>
              <a:xfrm>
                <a:off x="358702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7" name="ph8657"/>
              <p:cNvSpPr/>
              <p:nvPr/>
            </p:nvSpPr>
            <p:spPr>
              <a:xfrm>
                <a:off x="359628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8" name="ph8658"/>
              <p:cNvSpPr/>
              <p:nvPr/>
            </p:nvSpPr>
            <p:spPr>
              <a:xfrm>
                <a:off x="360554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9" name="ph8659"/>
              <p:cNvSpPr/>
              <p:nvPr/>
            </p:nvSpPr>
            <p:spPr>
              <a:xfrm>
                <a:off x="361480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0" name="ph8660"/>
              <p:cNvSpPr/>
              <p:nvPr/>
            </p:nvSpPr>
            <p:spPr>
              <a:xfrm>
                <a:off x="362407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1" name="ph8661"/>
              <p:cNvSpPr/>
              <p:nvPr/>
            </p:nvSpPr>
            <p:spPr>
              <a:xfrm>
                <a:off x="363333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2" name="ph8662"/>
              <p:cNvSpPr/>
              <p:nvPr/>
            </p:nvSpPr>
            <p:spPr>
              <a:xfrm>
                <a:off x="364259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3" name="ph8663"/>
              <p:cNvSpPr/>
              <p:nvPr/>
            </p:nvSpPr>
            <p:spPr>
              <a:xfrm>
                <a:off x="365185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4" name="ph8664"/>
              <p:cNvSpPr/>
              <p:nvPr/>
            </p:nvSpPr>
            <p:spPr>
              <a:xfrm>
                <a:off x="366111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5" name="ph8665"/>
              <p:cNvSpPr/>
              <p:nvPr/>
            </p:nvSpPr>
            <p:spPr>
              <a:xfrm>
                <a:off x="367038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6" name="ph8666"/>
              <p:cNvSpPr/>
              <p:nvPr/>
            </p:nvSpPr>
            <p:spPr>
              <a:xfrm>
                <a:off x="367964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7" name="ph8667"/>
              <p:cNvSpPr/>
              <p:nvPr/>
            </p:nvSpPr>
            <p:spPr>
              <a:xfrm>
                <a:off x="36889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8" name="ph8668"/>
              <p:cNvSpPr/>
              <p:nvPr/>
            </p:nvSpPr>
            <p:spPr>
              <a:xfrm>
                <a:off x="36981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9" name="ph8669"/>
              <p:cNvSpPr/>
              <p:nvPr/>
            </p:nvSpPr>
            <p:spPr>
              <a:xfrm>
                <a:off x="37074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0" name="ph8670"/>
              <p:cNvSpPr/>
              <p:nvPr/>
            </p:nvSpPr>
            <p:spPr>
              <a:xfrm>
                <a:off x="37166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1" name="ph8671"/>
              <p:cNvSpPr/>
              <p:nvPr/>
            </p:nvSpPr>
            <p:spPr>
              <a:xfrm>
                <a:off x="3735217" y="8954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658" y="897161"/>
                    </a:lnTo>
                    <a:lnTo>
                      <a:pt x="908053" y="897728"/>
                    </a:lnTo>
                    <a:lnTo>
                      <a:pt x="908243" y="898017"/>
                    </a:lnTo>
                    <a:lnTo>
                      <a:pt x="908436" y="898309"/>
                    </a:lnTo>
                    <a:lnTo>
                      <a:pt x="908629" y="898602"/>
                    </a:lnTo>
                    <a:lnTo>
                      <a:pt x="908822" y="898894"/>
                    </a:lnTo>
                    <a:lnTo>
                      <a:pt x="909015" y="899187"/>
                    </a:lnTo>
                    <a:lnTo>
                      <a:pt x="909208" y="899480"/>
                    </a:lnTo>
                    <a:lnTo>
                      <a:pt x="909401" y="899772"/>
                    </a:lnTo>
                    <a:lnTo>
                      <a:pt x="909594" y="900065"/>
                    </a:lnTo>
                    <a:lnTo>
                      <a:pt x="909787" y="900357"/>
                    </a:lnTo>
                    <a:lnTo>
                      <a:pt x="909980" y="900650"/>
                    </a:lnTo>
                    <a:lnTo>
                      <a:pt x="910173" y="900943"/>
                    </a:lnTo>
                    <a:lnTo>
                      <a:pt x="910366" y="901235"/>
                    </a:lnTo>
                    <a:lnTo>
                      <a:pt x="910559" y="901528"/>
                    </a:lnTo>
                    <a:lnTo>
                      <a:pt x="910752" y="901821"/>
                    </a:lnTo>
                    <a:lnTo>
                      <a:pt x="910945" y="902113"/>
                    </a:lnTo>
                    <a:lnTo>
                      <a:pt x="911138" y="902406"/>
                    </a:lnTo>
                    <a:lnTo>
                      <a:pt x="911331" y="902698"/>
                    </a:lnTo>
                    <a:lnTo>
                      <a:pt x="911524" y="902991"/>
                    </a:lnTo>
                    <a:lnTo>
                      <a:pt x="911717" y="903284"/>
                    </a:lnTo>
                    <a:lnTo>
                      <a:pt x="911910" y="903576"/>
                    </a:lnTo>
                    <a:lnTo>
                      <a:pt x="912103" y="903869"/>
                    </a:lnTo>
                    <a:lnTo>
                      <a:pt x="912296" y="904162"/>
                    </a:lnTo>
                    <a:lnTo>
                      <a:pt x="912488" y="904454"/>
                    </a:lnTo>
                    <a:lnTo>
                      <a:pt x="912681" y="904747"/>
                    </a:lnTo>
                    <a:lnTo>
                      <a:pt x="912874" y="905040"/>
                    </a:lnTo>
                    <a:lnTo>
                      <a:pt x="913067" y="905332"/>
                    </a:lnTo>
                    <a:lnTo>
                      <a:pt x="913260" y="905625"/>
                    </a:lnTo>
                    <a:lnTo>
                      <a:pt x="913453" y="905918"/>
                    </a:lnTo>
                    <a:lnTo>
                      <a:pt x="913645" y="906210"/>
                    </a:lnTo>
                    <a:lnTo>
                      <a:pt x="913838" y="906503"/>
                    </a:lnTo>
                    <a:lnTo>
                      <a:pt x="914031" y="906796"/>
                    </a:lnTo>
                    <a:lnTo>
                      <a:pt x="914224" y="907088"/>
                    </a:lnTo>
                    <a:lnTo>
                      <a:pt x="914400" y="907355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2" name="ph8672"/>
              <p:cNvSpPr/>
              <p:nvPr/>
            </p:nvSpPr>
            <p:spPr>
              <a:xfrm>
                <a:off x="3735217" y="895425"/>
                <a:ext cx="919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6" h="914400">
                    <a:moveTo>
                      <a:pt x="914400" y="914400"/>
                    </a:moveTo>
                    <a:lnTo>
                      <a:pt x="914417" y="907381"/>
                    </a:lnTo>
                    <a:lnTo>
                      <a:pt x="914609" y="907674"/>
                    </a:lnTo>
                    <a:lnTo>
                      <a:pt x="914802" y="907966"/>
                    </a:lnTo>
                    <a:lnTo>
                      <a:pt x="914995" y="908259"/>
                    </a:lnTo>
                    <a:lnTo>
                      <a:pt x="915188" y="908552"/>
                    </a:lnTo>
                    <a:lnTo>
                      <a:pt x="915380" y="908844"/>
                    </a:lnTo>
                    <a:lnTo>
                      <a:pt x="915573" y="909137"/>
                    </a:lnTo>
                    <a:lnTo>
                      <a:pt x="915766" y="909430"/>
                    </a:lnTo>
                    <a:lnTo>
                      <a:pt x="915958" y="909722"/>
                    </a:lnTo>
                    <a:lnTo>
                      <a:pt x="916151" y="910015"/>
                    </a:lnTo>
                    <a:lnTo>
                      <a:pt x="916344" y="910308"/>
                    </a:lnTo>
                    <a:lnTo>
                      <a:pt x="916536" y="910601"/>
                    </a:lnTo>
                    <a:lnTo>
                      <a:pt x="916729" y="910893"/>
                    </a:lnTo>
                    <a:lnTo>
                      <a:pt x="916922" y="911186"/>
                    </a:lnTo>
                    <a:lnTo>
                      <a:pt x="917114" y="911479"/>
                    </a:lnTo>
                    <a:lnTo>
                      <a:pt x="917307" y="911771"/>
                    </a:lnTo>
                    <a:lnTo>
                      <a:pt x="917499" y="912064"/>
                    </a:lnTo>
                    <a:lnTo>
                      <a:pt x="917692" y="912357"/>
                    </a:lnTo>
                    <a:lnTo>
                      <a:pt x="917885" y="912650"/>
                    </a:lnTo>
                    <a:lnTo>
                      <a:pt x="918077" y="912942"/>
                    </a:lnTo>
                    <a:lnTo>
                      <a:pt x="918270" y="913235"/>
                    </a:lnTo>
                    <a:lnTo>
                      <a:pt x="918462" y="913528"/>
                    </a:lnTo>
                    <a:lnTo>
                      <a:pt x="918655" y="913820"/>
                    </a:lnTo>
                    <a:lnTo>
                      <a:pt x="918848" y="914113"/>
                    </a:lnTo>
                    <a:lnTo>
                      <a:pt x="919036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3" name="ph8673"/>
              <p:cNvSpPr/>
              <p:nvPr/>
            </p:nvSpPr>
            <p:spPr>
              <a:xfrm>
                <a:off x="3272105" y="8609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68" y="931638"/>
                    </a:lnTo>
                    <a:lnTo>
                      <a:pt x="908693" y="929152"/>
                    </a:lnTo>
                    <a:lnTo>
                      <a:pt x="907437" y="918803"/>
                    </a:lnTo>
                    <a:lnTo>
                      <a:pt x="907029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4" name="ph8674"/>
              <p:cNvSpPr/>
              <p:nvPr/>
            </p:nvSpPr>
            <p:spPr>
              <a:xfrm>
                <a:off x="32721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5" name="ph8675"/>
              <p:cNvSpPr/>
              <p:nvPr/>
            </p:nvSpPr>
            <p:spPr>
              <a:xfrm>
                <a:off x="32813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6" name="ph8676"/>
              <p:cNvSpPr/>
              <p:nvPr/>
            </p:nvSpPr>
            <p:spPr>
              <a:xfrm>
                <a:off x="329063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7" name="ph8677"/>
              <p:cNvSpPr/>
              <p:nvPr/>
            </p:nvSpPr>
            <p:spPr>
              <a:xfrm>
                <a:off x="329989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8" name="ph8678"/>
              <p:cNvSpPr/>
              <p:nvPr/>
            </p:nvSpPr>
            <p:spPr>
              <a:xfrm>
                <a:off x="330915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9" name="ph8679"/>
              <p:cNvSpPr/>
              <p:nvPr/>
            </p:nvSpPr>
            <p:spPr>
              <a:xfrm>
                <a:off x="331841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0" name="ph8680"/>
              <p:cNvSpPr/>
              <p:nvPr/>
            </p:nvSpPr>
            <p:spPr>
              <a:xfrm>
                <a:off x="332767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1" name="ph8681"/>
              <p:cNvSpPr/>
              <p:nvPr/>
            </p:nvSpPr>
            <p:spPr>
              <a:xfrm>
                <a:off x="333694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2" name="ph8682"/>
              <p:cNvSpPr/>
              <p:nvPr/>
            </p:nvSpPr>
            <p:spPr>
              <a:xfrm>
                <a:off x="334620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3" name="ph8683"/>
              <p:cNvSpPr/>
              <p:nvPr/>
            </p:nvSpPr>
            <p:spPr>
              <a:xfrm>
                <a:off x="335546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4" name="ph8684"/>
              <p:cNvSpPr/>
              <p:nvPr/>
            </p:nvSpPr>
            <p:spPr>
              <a:xfrm>
                <a:off x="336472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5" name="ph8685"/>
              <p:cNvSpPr/>
              <p:nvPr/>
            </p:nvSpPr>
            <p:spPr>
              <a:xfrm>
                <a:off x="337399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6" name="ph8686"/>
              <p:cNvSpPr/>
              <p:nvPr/>
            </p:nvSpPr>
            <p:spPr>
              <a:xfrm>
                <a:off x="338325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7" name="ph8687"/>
              <p:cNvSpPr/>
              <p:nvPr/>
            </p:nvSpPr>
            <p:spPr>
              <a:xfrm>
                <a:off x="339251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8" name="ph8688"/>
              <p:cNvSpPr/>
              <p:nvPr/>
            </p:nvSpPr>
            <p:spPr>
              <a:xfrm>
                <a:off x="340177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9" name="ph8689"/>
              <p:cNvSpPr/>
              <p:nvPr/>
            </p:nvSpPr>
            <p:spPr>
              <a:xfrm>
                <a:off x="341103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0" name="ph8690"/>
              <p:cNvSpPr/>
              <p:nvPr/>
            </p:nvSpPr>
            <p:spPr>
              <a:xfrm>
                <a:off x="342030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1" name="ph8691"/>
              <p:cNvSpPr/>
              <p:nvPr/>
            </p:nvSpPr>
            <p:spPr>
              <a:xfrm>
                <a:off x="342956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2" name="ph8692"/>
              <p:cNvSpPr/>
              <p:nvPr/>
            </p:nvSpPr>
            <p:spPr>
              <a:xfrm>
                <a:off x="343882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3" name="ph8693"/>
              <p:cNvSpPr/>
              <p:nvPr/>
            </p:nvSpPr>
            <p:spPr>
              <a:xfrm>
                <a:off x="344808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4" name="ph8694"/>
              <p:cNvSpPr/>
              <p:nvPr/>
            </p:nvSpPr>
            <p:spPr>
              <a:xfrm>
                <a:off x="345735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5" name="ph8695"/>
              <p:cNvSpPr/>
              <p:nvPr/>
            </p:nvSpPr>
            <p:spPr>
              <a:xfrm>
                <a:off x="346661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6" name="ph8696"/>
              <p:cNvSpPr/>
              <p:nvPr/>
            </p:nvSpPr>
            <p:spPr>
              <a:xfrm>
                <a:off x="347587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7" name="ph8697"/>
              <p:cNvSpPr/>
              <p:nvPr/>
            </p:nvSpPr>
            <p:spPr>
              <a:xfrm>
                <a:off x="348513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8" name="ph8698"/>
              <p:cNvSpPr/>
              <p:nvPr/>
            </p:nvSpPr>
            <p:spPr>
              <a:xfrm>
                <a:off x="349439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9" name="ph8699"/>
              <p:cNvSpPr/>
              <p:nvPr/>
            </p:nvSpPr>
            <p:spPr>
              <a:xfrm>
                <a:off x="350366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0" name="ph8700"/>
              <p:cNvSpPr/>
              <p:nvPr/>
            </p:nvSpPr>
            <p:spPr>
              <a:xfrm>
                <a:off x="351292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1" name="ph8701"/>
              <p:cNvSpPr/>
              <p:nvPr/>
            </p:nvSpPr>
            <p:spPr>
              <a:xfrm>
                <a:off x="352218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2" name="ph8702"/>
              <p:cNvSpPr/>
              <p:nvPr/>
            </p:nvSpPr>
            <p:spPr>
              <a:xfrm>
                <a:off x="353144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3" name="ph8703"/>
              <p:cNvSpPr/>
              <p:nvPr/>
            </p:nvSpPr>
            <p:spPr>
              <a:xfrm>
                <a:off x="354071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4" name="ph8704"/>
              <p:cNvSpPr/>
              <p:nvPr/>
            </p:nvSpPr>
            <p:spPr>
              <a:xfrm>
                <a:off x="354997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5" name="ph8705"/>
              <p:cNvSpPr/>
              <p:nvPr/>
            </p:nvSpPr>
            <p:spPr>
              <a:xfrm>
                <a:off x="355923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6" name="ph8706"/>
              <p:cNvSpPr/>
              <p:nvPr/>
            </p:nvSpPr>
            <p:spPr>
              <a:xfrm>
                <a:off x="356849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7" name="ph8707"/>
              <p:cNvSpPr/>
              <p:nvPr/>
            </p:nvSpPr>
            <p:spPr>
              <a:xfrm>
                <a:off x="357775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8" name="ph8708"/>
              <p:cNvSpPr/>
              <p:nvPr/>
            </p:nvSpPr>
            <p:spPr>
              <a:xfrm>
                <a:off x="358702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9" name="ph8709"/>
              <p:cNvSpPr/>
              <p:nvPr/>
            </p:nvSpPr>
            <p:spPr>
              <a:xfrm>
                <a:off x="359628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0" name="ph8710"/>
              <p:cNvSpPr/>
              <p:nvPr/>
            </p:nvSpPr>
            <p:spPr>
              <a:xfrm>
                <a:off x="360554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1" name="ph8711"/>
              <p:cNvSpPr/>
              <p:nvPr/>
            </p:nvSpPr>
            <p:spPr>
              <a:xfrm>
                <a:off x="361480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2" name="ph8712"/>
              <p:cNvSpPr/>
              <p:nvPr/>
            </p:nvSpPr>
            <p:spPr>
              <a:xfrm>
                <a:off x="362407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3" name="ph8713"/>
              <p:cNvSpPr/>
              <p:nvPr/>
            </p:nvSpPr>
            <p:spPr>
              <a:xfrm>
                <a:off x="363333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4" name="ph8714"/>
              <p:cNvSpPr/>
              <p:nvPr/>
            </p:nvSpPr>
            <p:spPr>
              <a:xfrm>
                <a:off x="364259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5" name="ph8715"/>
              <p:cNvSpPr/>
              <p:nvPr/>
            </p:nvSpPr>
            <p:spPr>
              <a:xfrm>
                <a:off x="365185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6" name="ph8716"/>
              <p:cNvSpPr/>
              <p:nvPr/>
            </p:nvSpPr>
            <p:spPr>
              <a:xfrm>
                <a:off x="366111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7" name="ph8717"/>
              <p:cNvSpPr/>
              <p:nvPr/>
            </p:nvSpPr>
            <p:spPr>
              <a:xfrm>
                <a:off x="367038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8" name="ph8718"/>
              <p:cNvSpPr/>
              <p:nvPr/>
            </p:nvSpPr>
            <p:spPr>
              <a:xfrm>
                <a:off x="367964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9" name="ph8719"/>
              <p:cNvSpPr/>
              <p:nvPr/>
            </p:nvSpPr>
            <p:spPr>
              <a:xfrm>
                <a:off x="36889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0" name="ph8720"/>
              <p:cNvSpPr/>
              <p:nvPr/>
            </p:nvSpPr>
            <p:spPr>
              <a:xfrm>
                <a:off x="36981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1" name="ph8721"/>
              <p:cNvSpPr/>
              <p:nvPr/>
            </p:nvSpPr>
            <p:spPr>
              <a:xfrm>
                <a:off x="3716692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00" y="897161"/>
                    </a:lnTo>
                    <a:lnTo>
                      <a:pt x="914400" y="89899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2" name="ph8722"/>
              <p:cNvSpPr/>
              <p:nvPr/>
            </p:nvSpPr>
            <p:spPr>
              <a:xfrm>
                <a:off x="3725954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998"/>
                    </a:lnTo>
                    <a:lnTo>
                      <a:pt x="907956" y="902236"/>
                    </a:lnTo>
                    <a:lnTo>
                      <a:pt x="912725" y="908374"/>
                    </a:lnTo>
                    <a:lnTo>
                      <a:pt x="914400" y="91077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3" name="ph8723"/>
              <p:cNvSpPr/>
              <p:nvPr/>
            </p:nvSpPr>
            <p:spPr>
              <a:xfrm>
                <a:off x="3725954" y="878187"/>
                <a:ext cx="91692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14400">
                    <a:moveTo>
                      <a:pt x="914400" y="914400"/>
                    </a:moveTo>
                    <a:lnTo>
                      <a:pt x="914400" y="910779"/>
                    </a:lnTo>
                    <a:lnTo>
                      <a:pt x="916920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4" name="ph8724"/>
              <p:cNvSpPr/>
              <p:nvPr/>
            </p:nvSpPr>
            <p:spPr>
              <a:xfrm>
                <a:off x="3272105" y="8437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29" y="931638"/>
                    </a:lnTo>
                    <a:lnTo>
                      <a:pt x="906468" y="925587"/>
                    </a:lnTo>
                    <a:lnTo>
                      <a:pt x="905788" y="915053"/>
                    </a:lnTo>
                    <a:lnTo>
                      <a:pt x="905764" y="914400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5" name="ph8725"/>
              <p:cNvSpPr/>
              <p:nvPr/>
            </p:nvSpPr>
            <p:spPr>
              <a:xfrm>
                <a:off x="32721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6" name="ph8726"/>
              <p:cNvSpPr/>
              <p:nvPr/>
            </p:nvSpPr>
            <p:spPr>
              <a:xfrm>
                <a:off x="328136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7" name="ph8727"/>
              <p:cNvSpPr/>
              <p:nvPr/>
            </p:nvSpPr>
            <p:spPr>
              <a:xfrm>
                <a:off x="329063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8" name="ph8728"/>
              <p:cNvSpPr/>
              <p:nvPr/>
            </p:nvSpPr>
            <p:spPr>
              <a:xfrm>
                <a:off x="329989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9" name="ph8729"/>
              <p:cNvSpPr/>
              <p:nvPr/>
            </p:nvSpPr>
            <p:spPr>
              <a:xfrm>
                <a:off x="330915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0" name="ph8730"/>
              <p:cNvSpPr/>
              <p:nvPr/>
            </p:nvSpPr>
            <p:spPr>
              <a:xfrm>
                <a:off x="331841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1" name="ph8731"/>
              <p:cNvSpPr/>
              <p:nvPr/>
            </p:nvSpPr>
            <p:spPr>
              <a:xfrm>
                <a:off x="332767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2" name="ph8732"/>
              <p:cNvSpPr/>
              <p:nvPr/>
            </p:nvSpPr>
            <p:spPr>
              <a:xfrm>
                <a:off x="333694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3" name="ph8733"/>
              <p:cNvSpPr/>
              <p:nvPr/>
            </p:nvSpPr>
            <p:spPr>
              <a:xfrm>
                <a:off x="334620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4" name="ph8734"/>
              <p:cNvSpPr/>
              <p:nvPr/>
            </p:nvSpPr>
            <p:spPr>
              <a:xfrm>
                <a:off x="335546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5" name="ph8735"/>
              <p:cNvSpPr/>
              <p:nvPr/>
            </p:nvSpPr>
            <p:spPr>
              <a:xfrm>
                <a:off x="336472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6" name="ph8736"/>
              <p:cNvSpPr/>
              <p:nvPr/>
            </p:nvSpPr>
            <p:spPr>
              <a:xfrm>
                <a:off x="337399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7" name="ph8737"/>
              <p:cNvSpPr/>
              <p:nvPr/>
            </p:nvSpPr>
            <p:spPr>
              <a:xfrm>
                <a:off x="338325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8" name="ph8738"/>
              <p:cNvSpPr/>
              <p:nvPr/>
            </p:nvSpPr>
            <p:spPr>
              <a:xfrm>
                <a:off x="339251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9" name="ph8739"/>
              <p:cNvSpPr/>
              <p:nvPr/>
            </p:nvSpPr>
            <p:spPr>
              <a:xfrm>
                <a:off x="340177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0" name="ph8740"/>
              <p:cNvSpPr/>
              <p:nvPr/>
            </p:nvSpPr>
            <p:spPr>
              <a:xfrm>
                <a:off x="341103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1" name="ph8741"/>
              <p:cNvSpPr/>
              <p:nvPr/>
            </p:nvSpPr>
            <p:spPr>
              <a:xfrm>
                <a:off x="342030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2" name="ph8742"/>
              <p:cNvSpPr/>
              <p:nvPr/>
            </p:nvSpPr>
            <p:spPr>
              <a:xfrm>
                <a:off x="342956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3" name="ph8743"/>
              <p:cNvSpPr/>
              <p:nvPr/>
            </p:nvSpPr>
            <p:spPr>
              <a:xfrm>
                <a:off x="343882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4" name="ph8744"/>
              <p:cNvSpPr/>
              <p:nvPr/>
            </p:nvSpPr>
            <p:spPr>
              <a:xfrm>
                <a:off x="344808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5" name="ph8745"/>
              <p:cNvSpPr/>
              <p:nvPr/>
            </p:nvSpPr>
            <p:spPr>
              <a:xfrm>
                <a:off x="345735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6" name="ph8746"/>
              <p:cNvSpPr/>
              <p:nvPr/>
            </p:nvSpPr>
            <p:spPr>
              <a:xfrm>
                <a:off x="346661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7" name="ph8747"/>
              <p:cNvSpPr/>
              <p:nvPr/>
            </p:nvSpPr>
            <p:spPr>
              <a:xfrm>
                <a:off x="347587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8" name="ph8748"/>
              <p:cNvSpPr/>
              <p:nvPr/>
            </p:nvSpPr>
            <p:spPr>
              <a:xfrm>
                <a:off x="348513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9" name="ph8749"/>
              <p:cNvSpPr/>
              <p:nvPr/>
            </p:nvSpPr>
            <p:spPr>
              <a:xfrm>
                <a:off x="349439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0" name="ph8750"/>
              <p:cNvSpPr/>
              <p:nvPr/>
            </p:nvSpPr>
            <p:spPr>
              <a:xfrm>
                <a:off x="350366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1" name="ph8751"/>
              <p:cNvSpPr/>
              <p:nvPr/>
            </p:nvSpPr>
            <p:spPr>
              <a:xfrm>
                <a:off x="351292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2" name="ph8752"/>
              <p:cNvSpPr/>
              <p:nvPr/>
            </p:nvSpPr>
            <p:spPr>
              <a:xfrm>
                <a:off x="352218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3" name="ph8753"/>
              <p:cNvSpPr/>
              <p:nvPr/>
            </p:nvSpPr>
            <p:spPr>
              <a:xfrm>
                <a:off x="353144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4" name="ph8754"/>
              <p:cNvSpPr/>
              <p:nvPr/>
            </p:nvSpPr>
            <p:spPr>
              <a:xfrm>
                <a:off x="354071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5" name="ph8755"/>
              <p:cNvSpPr/>
              <p:nvPr/>
            </p:nvSpPr>
            <p:spPr>
              <a:xfrm>
                <a:off x="354997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6" name="ph8756"/>
              <p:cNvSpPr/>
              <p:nvPr/>
            </p:nvSpPr>
            <p:spPr>
              <a:xfrm>
                <a:off x="355923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7" name="ph8757"/>
              <p:cNvSpPr/>
              <p:nvPr/>
            </p:nvSpPr>
            <p:spPr>
              <a:xfrm>
                <a:off x="356849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8" name="ph8758"/>
              <p:cNvSpPr/>
              <p:nvPr/>
            </p:nvSpPr>
            <p:spPr>
              <a:xfrm>
                <a:off x="357775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9" name="ph8759"/>
              <p:cNvSpPr/>
              <p:nvPr/>
            </p:nvSpPr>
            <p:spPr>
              <a:xfrm>
                <a:off x="358702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0" name="ph8760"/>
              <p:cNvSpPr/>
              <p:nvPr/>
            </p:nvSpPr>
            <p:spPr>
              <a:xfrm>
                <a:off x="359628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1" name="ph8761"/>
              <p:cNvSpPr/>
              <p:nvPr/>
            </p:nvSpPr>
            <p:spPr>
              <a:xfrm>
                <a:off x="360554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2" name="ph8762"/>
              <p:cNvSpPr/>
              <p:nvPr/>
            </p:nvSpPr>
            <p:spPr>
              <a:xfrm>
                <a:off x="361480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3" name="ph8763"/>
              <p:cNvSpPr/>
              <p:nvPr/>
            </p:nvSpPr>
            <p:spPr>
              <a:xfrm>
                <a:off x="362407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4" name="ph8764"/>
              <p:cNvSpPr/>
              <p:nvPr/>
            </p:nvSpPr>
            <p:spPr>
              <a:xfrm>
                <a:off x="363333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5" name="ph8765"/>
              <p:cNvSpPr/>
              <p:nvPr/>
            </p:nvSpPr>
            <p:spPr>
              <a:xfrm>
                <a:off x="364259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6" name="ph8766"/>
              <p:cNvSpPr/>
              <p:nvPr/>
            </p:nvSpPr>
            <p:spPr>
              <a:xfrm>
                <a:off x="365185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7" name="ph8767"/>
              <p:cNvSpPr/>
              <p:nvPr/>
            </p:nvSpPr>
            <p:spPr>
              <a:xfrm>
                <a:off x="366111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8" name="ph8768"/>
              <p:cNvSpPr/>
              <p:nvPr/>
            </p:nvSpPr>
            <p:spPr>
              <a:xfrm>
                <a:off x="367038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9" name="ph8769"/>
              <p:cNvSpPr/>
              <p:nvPr/>
            </p:nvSpPr>
            <p:spPr>
              <a:xfrm>
                <a:off x="367964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0" name="ph8770"/>
              <p:cNvSpPr/>
              <p:nvPr/>
            </p:nvSpPr>
            <p:spPr>
              <a:xfrm>
                <a:off x="36889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1" name="ph8771"/>
              <p:cNvSpPr/>
              <p:nvPr/>
            </p:nvSpPr>
            <p:spPr>
              <a:xfrm>
                <a:off x="3707430" y="8609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145" y="897161"/>
                    </a:lnTo>
                    <a:lnTo>
                      <a:pt x="909600" y="902672"/>
                    </a:lnTo>
                    <a:lnTo>
                      <a:pt x="911237" y="903947"/>
                    </a:lnTo>
                    <a:lnTo>
                      <a:pt x="914400" y="90678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2" name="ph8772"/>
              <p:cNvSpPr/>
              <p:nvPr/>
            </p:nvSpPr>
            <p:spPr>
              <a:xfrm>
                <a:off x="3707430" y="860948"/>
                <a:ext cx="922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63" h="914400">
                    <a:moveTo>
                      <a:pt x="914400" y="914400"/>
                    </a:moveTo>
                    <a:lnTo>
                      <a:pt x="914400" y="906780"/>
                    </a:lnTo>
                    <a:lnTo>
                      <a:pt x="916461" y="908627"/>
                    </a:lnTo>
                    <a:lnTo>
                      <a:pt x="921547" y="913807"/>
                    </a:lnTo>
                    <a:lnTo>
                      <a:pt x="922063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3" name="ph8773"/>
              <p:cNvSpPr/>
              <p:nvPr/>
            </p:nvSpPr>
            <p:spPr>
              <a:xfrm>
                <a:off x="3272105" y="8264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64" y="931638"/>
                    </a:lnTo>
                    <a:lnTo>
                      <a:pt x="905399" y="921707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4" name="ph8774"/>
              <p:cNvSpPr/>
              <p:nvPr/>
            </p:nvSpPr>
            <p:spPr>
              <a:xfrm>
                <a:off x="327210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5" name="ph8775"/>
              <p:cNvSpPr/>
              <p:nvPr/>
            </p:nvSpPr>
            <p:spPr>
              <a:xfrm>
                <a:off x="328136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6" name="ph8776"/>
              <p:cNvSpPr/>
              <p:nvPr/>
            </p:nvSpPr>
            <p:spPr>
              <a:xfrm>
                <a:off x="329063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7" name="ph8777"/>
              <p:cNvSpPr/>
              <p:nvPr/>
            </p:nvSpPr>
            <p:spPr>
              <a:xfrm>
                <a:off x="329989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8" name="ph8778"/>
              <p:cNvSpPr/>
              <p:nvPr/>
            </p:nvSpPr>
            <p:spPr>
              <a:xfrm>
                <a:off x="330915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9" name="ph8779"/>
              <p:cNvSpPr/>
              <p:nvPr/>
            </p:nvSpPr>
            <p:spPr>
              <a:xfrm>
                <a:off x="331841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0" name="ph8780"/>
              <p:cNvSpPr/>
              <p:nvPr/>
            </p:nvSpPr>
            <p:spPr>
              <a:xfrm>
                <a:off x="332767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1" name="ph8781"/>
              <p:cNvSpPr/>
              <p:nvPr/>
            </p:nvSpPr>
            <p:spPr>
              <a:xfrm>
                <a:off x="333694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2" name="ph8782"/>
              <p:cNvSpPr/>
              <p:nvPr/>
            </p:nvSpPr>
            <p:spPr>
              <a:xfrm>
                <a:off x="334620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3" name="ph8783"/>
              <p:cNvSpPr/>
              <p:nvPr/>
            </p:nvSpPr>
            <p:spPr>
              <a:xfrm>
                <a:off x="335546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4" name="ph8784"/>
              <p:cNvSpPr/>
              <p:nvPr/>
            </p:nvSpPr>
            <p:spPr>
              <a:xfrm>
                <a:off x="336472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5" name="ph8785"/>
              <p:cNvSpPr/>
              <p:nvPr/>
            </p:nvSpPr>
            <p:spPr>
              <a:xfrm>
                <a:off x="337399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6" name="ph8786"/>
              <p:cNvSpPr/>
              <p:nvPr/>
            </p:nvSpPr>
            <p:spPr>
              <a:xfrm>
                <a:off x="338325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7" name="ph8787"/>
              <p:cNvSpPr/>
              <p:nvPr/>
            </p:nvSpPr>
            <p:spPr>
              <a:xfrm>
                <a:off x="339251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8" name="ph8788"/>
              <p:cNvSpPr/>
              <p:nvPr/>
            </p:nvSpPr>
            <p:spPr>
              <a:xfrm>
                <a:off x="340177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9" name="ph8789"/>
              <p:cNvSpPr/>
              <p:nvPr/>
            </p:nvSpPr>
            <p:spPr>
              <a:xfrm>
                <a:off x="341103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0" name="ph8790"/>
              <p:cNvSpPr/>
              <p:nvPr/>
            </p:nvSpPr>
            <p:spPr>
              <a:xfrm>
                <a:off x="342030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1" name="ph8791"/>
              <p:cNvSpPr/>
              <p:nvPr/>
            </p:nvSpPr>
            <p:spPr>
              <a:xfrm>
                <a:off x="342956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2" name="ph8792"/>
              <p:cNvSpPr/>
              <p:nvPr/>
            </p:nvSpPr>
            <p:spPr>
              <a:xfrm>
                <a:off x="343882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3" name="ph8793"/>
              <p:cNvSpPr/>
              <p:nvPr/>
            </p:nvSpPr>
            <p:spPr>
              <a:xfrm>
                <a:off x="344808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4" name="ph8794"/>
              <p:cNvSpPr/>
              <p:nvPr/>
            </p:nvSpPr>
            <p:spPr>
              <a:xfrm>
                <a:off x="345735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5" name="ph8795"/>
              <p:cNvSpPr/>
              <p:nvPr/>
            </p:nvSpPr>
            <p:spPr>
              <a:xfrm>
                <a:off x="346661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6" name="ph8796"/>
              <p:cNvSpPr/>
              <p:nvPr/>
            </p:nvSpPr>
            <p:spPr>
              <a:xfrm>
                <a:off x="347587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7" name="ph8797"/>
              <p:cNvSpPr/>
              <p:nvPr/>
            </p:nvSpPr>
            <p:spPr>
              <a:xfrm>
                <a:off x="348513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8" name="ph8798"/>
              <p:cNvSpPr/>
              <p:nvPr/>
            </p:nvSpPr>
            <p:spPr>
              <a:xfrm>
                <a:off x="349439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9" name="ph8799"/>
              <p:cNvSpPr/>
              <p:nvPr/>
            </p:nvSpPr>
            <p:spPr>
              <a:xfrm>
                <a:off x="350366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0" name="ph8800"/>
              <p:cNvSpPr/>
              <p:nvPr/>
            </p:nvSpPr>
            <p:spPr>
              <a:xfrm>
                <a:off x="351292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1" name="ph8801"/>
              <p:cNvSpPr/>
              <p:nvPr/>
            </p:nvSpPr>
            <p:spPr>
              <a:xfrm>
                <a:off x="352218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2" name="ph8802"/>
              <p:cNvSpPr/>
              <p:nvPr/>
            </p:nvSpPr>
            <p:spPr>
              <a:xfrm>
                <a:off x="353144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3" name="ph8803"/>
              <p:cNvSpPr/>
              <p:nvPr/>
            </p:nvSpPr>
            <p:spPr>
              <a:xfrm>
                <a:off x="354071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4" name="ph8804"/>
              <p:cNvSpPr/>
              <p:nvPr/>
            </p:nvSpPr>
            <p:spPr>
              <a:xfrm>
                <a:off x="354997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5" name="ph8805"/>
              <p:cNvSpPr/>
              <p:nvPr/>
            </p:nvSpPr>
            <p:spPr>
              <a:xfrm>
                <a:off x="355923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6" name="ph8806"/>
              <p:cNvSpPr/>
              <p:nvPr/>
            </p:nvSpPr>
            <p:spPr>
              <a:xfrm>
                <a:off x="356849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7" name="ph8807"/>
              <p:cNvSpPr/>
              <p:nvPr/>
            </p:nvSpPr>
            <p:spPr>
              <a:xfrm>
                <a:off x="357775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8" name="ph8808"/>
              <p:cNvSpPr/>
              <p:nvPr/>
            </p:nvSpPr>
            <p:spPr>
              <a:xfrm>
                <a:off x="358702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9" name="ph8809"/>
              <p:cNvSpPr/>
              <p:nvPr/>
            </p:nvSpPr>
            <p:spPr>
              <a:xfrm>
                <a:off x="359628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0" name="ph8810"/>
              <p:cNvSpPr/>
              <p:nvPr/>
            </p:nvSpPr>
            <p:spPr>
              <a:xfrm>
                <a:off x="360554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1" name="ph8811"/>
              <p:cNvSpPr/>
              <p:nvPr/>
            </p:nvSpPr>
            <p:spPr>
              <a:xfrm>
                <a:off x="361480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2" name="ph8812"/>
              <p:cNvSpPr/>
              <p:nvPr/>
            </p:nvSpPr>
            <p:spPr>
              <a:xfrm>
                <a:off x="362407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3" name="ph8813"/>
              <p:cNvSpPr/>
              <p:nvPr/>
            </p:nvSpPr>
            <p:spPr>
              <a:xfrm>
                <a:off x="363333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4" name="ph8814"/>
              <p:cNvSpPr/>
              <p:nvPr/>
            </p:nvSpPr>
            <p:spPr>
              <a:xfrm>
                <a:off x="364259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5" name="ph8815"/>
              <p:cNvSpPr/>
              <p:nvPr/>
            </p:nvSpPr>
            <p:spPr>
              <a:xfrm>
                <a:off x="365185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6" name="ph8816"/>
              <p:cNvSpPr/>
              <p:nvPr/>
            </p:nvSpPr>
            <p:spPr>
              <a:xfrm>
                <a:off x="366111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7" name="ph8817"/>
              <p:cNvSpPr/>
              <p:nvPr/>
            </p:nvSpPr>
            <p:spPr>
              <a:xfrm>
                <a:off x="367038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8" name="ph8818"/>
              <p:cNvSpPr/>
              <p:nvPr/>
            </p:nvSpPr>
            <p:spPr>
              <a:xfrm>
                <a:off x="367964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9" name="ph8819"/>
              <p:cNvSpPr/>
              <p:nvPr/>
            </p:nvSpPr>
            <p:spPr>
              <a:xfrm>
                <a:off x="3698168" y="843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374" y="897161"/>
                    </a:lnTo>
                    <a:lnTo>
                      <a:pt x="908074" y="898310"/>
                    </a:lnTo>
                    <a:lnTo>
                      <a:pt x="912197" y="905823"/>
                    </a:lnTo>
                    <a:lnTo>
                      <a:pt x="914400" y="910274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0" name="ph8820"/>
              <p:cNvSpPr/>
              <p:nvPr/>
            </p:nvSpPr>
            <p:spPr>
              <a:xfrm>
                <a:off x="3698168" y="843710"/>
                <a:ext cx="916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407" h="914400">
                    <a:moveTo>
                      <a:pt x="914400" y="914400"/>
                    </a:moveTo>
                    <a:lnTo>
                      <a:pt x="914400" y="910274"/>
                    </a:lnTo>
                    <a:lnTo>
                      <a:pt x="916106" y="913723"/>
                    </a:lnTo>
                    <a:lnTo>
                      <a:pt x="916407" y="914400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1" name="ph8821"/>
              <p:cNvSpPr/>
              <p:nvPr/>
            </p:nvSpPr>
            <p:spPr>
              <a:xfrm>
                <a:off x="3262843" y="809233"/>
                <a:ext cx="914400" cy="92396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960">
                    <a:moveTo>
                      <a:pt x="914400" y="914400"/>
                    </a:moveTo>
                    <a:lnTo>
                      <a:pt x="914400" y="923960"/>
                    </a:lnTo>
                    <a:lnTo>
                      <a:pt x="914351" y="923759"/>
                    </a:lnTo>
                    <a:lnTo>
                      <a:pt x="912385" y="914400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2" name="ph8822"/>
              <p:cNvSpPr/>
              <p:nvPr/>
            </p:nvSpPr>
            <p:spPr>
              <a:xfrm>
                <a:off x="326284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595" y="931638"/>
                    </a:lnTo>
                    <a:lnTo>
                      <a:pt x="914565" y="928338"/>
                    </a:lnTo>
                    <a:lnTo>
                      <a:pt x="914628" y="924904"/>
                    </a:lnTo>
                    <a:lnTo>
                      <a:pt x="914400" y="923960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3" name="ph8823"/>
              <p:cNvSpPr/>
              <p:nvPr/>
            </p:nvSpPr>
            <p:spPr>
              <a:xfrm>
                <a:off x="327210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4" name="ph8824"/>
              <p:cNvSpPr/>
              <p:nvPr/>
            </p:nvSpPr>
            <p:spPr>
              <a:xfrm>
                <a:off x="328136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5" name="ph8825"/>
              <p:cNvSpPr/>
              <p:nvPr/>
            </p:nvSpPr>
            <p:spPr>
              <a:xfrm>
                <a:off x="329063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6" name="ph8826"/>
              <p:cNvSpPr/>
              <p:nvPr/>
            </p:nvSpPr>
            <p:spPr>
              <a:xfrm>
                <a:off x="329989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7" name="ph8827"/>
              <p:cNvSpPr/>
              <p:nvPr/>
            </p:nvSpPr>
            <p:spPr>
              <a:xfrm>
                <a:off x="330915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8" name="ph8828"/>
              <p:cNvSpPr/>
              <p:nvPr/>
            </p:nvSpPr>
            <p:spPr>
              <a:xfrm>
                <a:off x="331841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9" name="ph8829"/>
              <p:cNvSpPr/>
              <p:nvPr/>
            </p:nvSpPr>
            <p:spPr>
              <a:xfrm>
                <a:off x="332767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0" name="ph8830"/>
              <p:cNvSpPr/>
              <p:nvPr/>
            </p:nvSpPr>
            <p:spPr>
              <a:xfrm>
                <a:off x="333694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1" name="ph8831"/>
              <p:cNvSpPr/>
              <p:nvPr/>
            </p:nvSpPr>
            <p:spPr>
              <a:xfrm>
                <a:off x="334620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2" name="ph8832"/>
              <p:cNvSpPr/>
              <p:nvPr/>
            </p:nvSpPr>
            <p:spPr>
              <a:xfrm>
                <a:off x="335546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3" name="ph8833"/>
              <p:cNvSpPr/>
              <p:nvPr/>
            </p:nvSpPr>
            <p:spPr>
              <a:xfrm>
                <a:off x="336472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4" name="ph8834"/>
              <p:cNvSpPr/>
              <p:nvPr/>
            </p:nvSpPr>
            <p:spPr>
              <a:xfrm>
                <a:off x="337399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5" name="ph8835"/>
              <p:cNvSpPr/>
              <p:nvPr/>
            </p:nvSpPr>
            <p:spPr>
              <a:xfrm>
                <a:off x="338325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6" name="ph8836"/>
              <p:cNvSpPr/>
              <p:nvPr/>
            </p:nvSpPr>
            <p:spPr>
              <a:xfrm>
                <a:off x="339251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7" name="ph8837"/>
              <p:cNvSpPr/>
              <p:nvPr/>
            </p:nvSpPr>
            <p:spPr>
              <a:xfrm>
                <a:off x="340177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8" name="ph8838"/>
              <p:cNvSpPr/>
              <p:nvPr/>
            </p:nvSpPr>
            <p:spPr>
              <a:xfrm>
                <a:off x="341103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9" name="ph8839"/>
              <p:cNvSpPr/>
              <p:nvPr/>
            </p:nvSpPr>
            <p:spPr>
              <a:xfrm>
                <a:off x="342030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0" name="ph8840"/>
              <p:cNvSpPr/>
              <p:nvPr/>
            </p:nvSpPr>
            <p:spPr>
              <a:xfrm>
                <a:off x="342956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1" name="ph8841"/>
              <p:cNvSpPr/>
              <p:nvPr/>
            </p:nvSpPr>
            <p:spPr>
              <a:xfrm>
                <a:off x="343882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2" name="ph8842"/>
              <p:cNvSpPr/>
              <p:nvPr/>
            </p:nvSpPr>
            <p:spPr>
              <a:xfrm>
                <a:off x="344808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3" name="ph8843"/>
              <p:cNvSpPr/>
              <p:nvPr/>
            </p:nvSpPr>
            <p:spPr>
              <a:xfrm>
                <a:off x="345735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4" name="ph8844"/>
              <p:cNvSpPr/>
              <p:nvPr/>
            </p:nvSpPr>
            <p:spPr>
              <a:xfrm>
                <a:off x="346661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5" name="ph8845"/>
              <p:cNvSpPr/>
              <p:nvPr/>
            </p:nvSpPr>
            <p:spPr>
              <a:xfrm>
                <a:off x="347587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6" name="ph8846"/>
              <p:cNvSpPr/>
              <p:nvPr/>
            </p:nvSpPr>
            <p:spPr>
              <a:xfrm>
                <a:off x="348513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7" name="ph8847"/>
              <p:cNvSpPr/>
              <p:nvPr/>
            </p:nvSpPr>
            <p:spPr>
              <a:xfrm>
                <a:off x="349439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8" name="ph8848"/>
              <p:cNvSpPr/>
              <p:nvPr/>
            </p:nvSpPr>
            <p:spPr>
              <a:xfrm>
                <a:off x="350366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9" name="ph8849"/>
              <p:cNvSpPr/>
              <p:nvPr/>
            </p:nvSpPr>
            <p:spPr>
              <a:xfrm>
                <a:off x="351292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0" name="ph8850"/>
              <p:cNvSpPr/>
              <p:nvPr/>
            </p:nvSpPr>
            <p:spPr>
              <a:xfrm>
                <a:off x="352218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1" name="ph8851"/>
              <p:cNvSpPr/>
              <p:nvPr/>
            </p:nvSpPr>
            <p:spPr>
              <a:xfrm>
                <a:off x="353144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2" name="ph8852"/>
              <p:cNvSpPr/>
              <p:nvPr/>
            </p:nvSpPr>
            <p:spPr>
              <a:xfrm>
                <a:off x="354071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3" name="ph8853"/>
              <p:cNvSpPr/>
              <p:nvPr/>
            </p:nvSpPr>
            <p:spPr>
              <a:xfrm>
                <a:off x="354997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4" name="ph8854"/>
              <p:cNvSpPr/>
              <p:nvPr/>
            </p:nvSpPr>
            <p:spPr>
              <a:xfrm>
                <a:off x="355923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5" name="ph8855"/>
              <p:cNvSpPr/>
              <p:nvPr/>
            </p:nvSpPr>
            <p:spPr>
              <a:xfrm>
                <a:off x="356849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6" name="ph8856"/>
              <p:cNvSpPr/>
              <p:nvPr/>
            </p:nvSpPr>
            <p:spPr>
              <a:xfrm>
                <a:off x="357775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7" name="ph8857"/>
              <p:cNvSpPr/>
              <p:nvPr/>
            </p:nvSpPr>
            <p:spPr>
              <a:xfrm>
                <a:off x="358702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8" name="ph8858"/>
              <p:cNvSpPr/>
              <p:nvPr/>
            </p:nvSpPr>
            <p:spPr>
              <a:xfrm>
                <a:off x="359628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9" name="ph8859"/>
              <p:cNvSpPr/>
              <p:nvPr/>
            </p:nvSpPr>
            <p:spPr>
              <a:xfrm>
                <a:off x="360554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0" name="ph8860"/>
              <p:cNvSpPr/>
              <p:nvPr/>
            </p:nvSpPr>
            <p:spPr>
              <a:xfrm>
                <a:off x="361480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1" name="ph8861"/>
              <p:cNvSpPr/>
              <p:nvPr/>
            </p:nvSpPr>
            <p:spPr>
              <a:xfrm>
                <a:off x="362407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2" name="ph8862"/>
              <p:cNvSpPr/>
              <p:nvPr/>
            </p:nvSpPr>
            <p:spPr>
              <a:xfrm>
                <a:off x="363333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3" name="ph8863"/>
              <p:cNvSpPr/>
              <p:nvPr/>
            </p:nvSpPr>
            <p:spPr>
              <a:xfrm>
                <a:off x="364259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4" name="ph8864"/>
              <p:cNvSpPr/>
              <p:nvPr/>
            </p:nvSpPr>
            <p:spPr>
              <a:xfrm>
                <a:off x="365185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5" name="ph8865"/>
              <p:cNvSpPr/>
              <p:nvPr/>
            </p:nvSpPr>
            <p:spPr>
              <a:xfrm>
                <a:off x="366111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6" name="ph8866"/>
              <p:cNvSpPr/>
              <p:nvPr/>
            </p:nvSpPr>
            <p:spPr>
              <a:xfrm>
                <a:off x="3679643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276" y="897161"/>
                    </a:lnTo>
                    <a:lnTo>
                      <a:pt x="914400" y="897325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7" name="ph8867"/>
              <p:cNvSpPr/>
              <p:nvPr/>
            </p:nvSpPr>
            <p:spPr>
              <a:xfrm>
                <a:off x="3688905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325"/>
                    </a:lnTo>
                    <a:lnTo>
                      <a:pt x="908489" y="901768"/>
                    </a:lnTo>
                    <a:lnTo>
                      <a:pt x="913008" y="908444"/>
                    </a:lnTo>
                    <a:lnTo>
                      <a:pt x="914400" y="91072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8" name="ph8868"/>
              <p:cNvSpPr/>
              <p:nvPr/>
            </p:nvSpPr>
            <p:spPr>
              <a:xfrm>
                <a:off x="3688905" y="826471"/>
                <a:ext cx="9166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36" h="914400">
                    <a:moveTo>
                      <a:pt x="914400" y="914400"/>
                    </a:moveTo>
                    <a:lnTo>
                      <a:pt x="914400" y="910728"/>
                    </a:lnTo>
                    <a:lnTo>
                      <a:pt x="916636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9" name="ph8869"/>
              <p:cNvSpPr/>
              <p:nvPr/>
            </p:nvSpPr>
            <p:spPr>
              <a:xfrm>
                <a:off x="3262843" y="7919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85" y="931638"/>
                    </a:lnTo>
                    <a:lnTo>
                      <a:pt x="912291" y="931188"/>
                    </a:lnTo>
                    <a:lnTo>
                      <a:pt x="910501" y="921195"/>
                    </a:lnTo>
                    <a:lnTo>
                      <a:pt x="909488" y="914400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0" name="ph8870"/>
              <p:cNvSpPr/>
              <p:nvPr/>
            </p:nvSpPr>
            <p:spPr>
              <a:xfrm>
                <a:off x="326284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1" name="ph8871"/>
              <p:cNvSpPr/>
              <p:nvPr/>
            </p:nvSpPr>
            <p:spPr>
              <a:xfrm>
                <a:off x="327210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2" name="ph8872"/>
              <p:cNvSpPr/>
              <p:nvPr/>
            </p:nvSpPr>
            <p:spPr>
              <a:xfrm>
                <a:off x="328136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3" name="ph8873"/>
              <p:cNvSpPr/>
              <p:nvPr/>
            </p:nvSpPr>
            <p:spPr>
              <a:xfrm>
                <a:off x="329063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4" name="ph8874"/>
              <p:cNvSpPr/>
              <p:nvPr/>
            </p:nvSpPr>
            <p:spPr>
              <a:xfrm>
                <a:off x="329989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5" name="ph8875"/>
              <p:cNvSpPr/>
              <p:nvPr/>
            </p:nvSpPr>
            <p:spPr>
              <a:xfrm>
                <a:off x="330915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6" name="ph8876"/>
              <p:cNvSpPr/>
              <p:nvPr/>
            </p:nvSpPr>
            <p:spPr>
              <a:xfrm>
                <a:off x="331841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7" name="ph8877"/>
              <p:cNvSpPr/>
              <p:nvPr/>
            </p:nvSpPr>
            <p:spPr>
              <a:xfrm>
                <a:off x="332767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8" name="ph8878"/>
              <p:cNvSpPr/>
              <p:nvPr/>
            </p:nvSpPr>
            <p:spPr>
              <a:xfrm>
                <a:off x="333694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9" name="ph8879"/>
              <p:cNvSpPr/>
              <p:nvPr/>
            </p:nvSpPr>
            <p:spPr>
              <a:xfrm>
                <a:off x="334620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0" name="ph8880"/>
              <p:cNvSpPr/>
              <p:nvPr/>
            </p:nvSpPr>
            <p:spPr>
              <a:xfrm>
                <a:off x="335546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1" name="ph8881"/>
              <p:cNvSpPr/>
              <p:nvPr/>
            </p:nvSpPr>
            <p:spPr>
              <a:xfrm>
                <a:off x="336472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2" name="ph8882"/>
              <p:cNvSpPr/>
              <p:nvPr/>
            </p:nvSpPr>
            <p:spPr>
              <a:xfrm>
                <a:off x="337399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3" name="ph8883"/>
              <p:cNvSpPr/>
              <p:nvPr/>
            </p:nvSpPr>
            <p:spPr>
              <a:xfrm>
                <a:off x="338325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4" name="ph8884"/>
              <p:cNvSpPr/>
              <p:nvPr/>
            </p:nvSpPr>
            <p:spPr>
              <a:xfrm>
                <a:off x="339251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5" name="ph8885"/>
              <p:cNvSpPr/>
              <p:nvPr/>
            </p:nvSpPr>
            <p:spPr>
              <a:xfrm>
                <a:off x="340177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6" name="ph8886"/>
              <p:cNvSpPr/>
              <p:nvPr/>
            </p:nvSpPr>
            <p:spPr>
              <a:xfrm>
                <a:off x="341103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7" name="ph8887"/>
              <p:cNvSpPr/>
              <p:nvPr/>
            </p:nvSpPr>
            <p:spPr>
              <a:xfrm>
                <a:off x="342030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8" name="ph8888"/>
              <p:cNvSpPr/>
              <p:nvPr/>
            </p:nvSpPr>
            <p:spPr>
              <a:xfrm>
                <a:off x="342956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9" name="ph8889"/>
              <p:cNvSpPr/>
              <p:nvPr/>
            </p:nvSpPr>
            <p:spPr>
              <a:xfrm>
                <a:off x="343882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0" name="ph8890"/>
              <p:cNvSpPr/>
              <p:nvPr/>
            </p:nvSpPr>
            <p:spPr>
              <a:xfrm>
                <a:off x="344808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1" name="ph8891"/>
              <p:cNvSpPr/>
              <p:nvPr/>
            </p:nvSpPr>
            <p:spPr>
              <a:xfrm>
                <a:off x="345735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2" name="ph8892"/>
              <p:cNvSpPr/>
              <p:nvPr/>
            </p:nvSpPr>
            <p:spPr>
              <a:xfrm>
                <a:off x="346661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3" name="ph8893"/>
              <p:cNvSpPr/>
              <p:nvPr/>
            </p:nvSpPr>
            <p:spPr>
              <a:xfrm>
                <a:off x="347587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4" name="ph8894"/>
              <p:cNvSpPr/>
              <p:nvPr/>
            </p:nvSpPr>
            <p:spPr>
              <a:xfrm>
                <a:off x="348513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5" name="ph8895"/>
              <p:cNvSpPr/>
              <p:nvPr/>
            </p:nvSpPr>
            <p:spPr>
              <a:xfrm>
                <a:off x="349439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6" name="ph8896"/>
              <p:cNvSpPr/>
              <p:nvPr/>
            </p:nvSpPr>
            <p:spPr>
              <a:xfrm>
                <a:off x="350366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7" name="ph8897"/>
              <p:cNvSpPr/>
              <p:nvPr/>
            </p:nvSpPr>
            <p:spPr>
              <a:xfrm>
                <a:off x="351292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8" name="ph8898"/>
              <p:cNvSpPr/>
              <p:nvPr/>
            </p:nvSpPr>
            <p:spPr>
              <a:xfrm>
                <a:off x="352218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9" name="ph8899"/>
              <p:cNvSpPr/>
              <p:nvPr/>
            </p:nvSpPr>
            <p:spPr>
              <a:xfrm>
                <a:off x="353144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0" name="ph8900"/>
              <p:cNvSpPr/>
              <p:nvPr/>
            </p:nvSpPr>
            <p:spPr>
              <a:xfrm>
                <a:off x="354071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1" name="ph8901"/>
              <p:cNvSpPr/>
              <p:nvPr/>
            </p:nvSpPr>
            <p:spPr>
              <a:xfrm>
                <a:off x="354997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2" name="ph8902"/>
              <p:cNvSpPr/>
              <p:nvPr/>
            </p:nvSpPr>
            <p:spPr>
              <a:xfrm>
                <a:off x="355923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3" name="ph8903"/>
              <p:cNvSpPr/>
              <p:nvPr/>
            </p:nvSpPr>
            <p:spPr>
              <a:xfrm>
                <a:off x="356849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4" name="ph8904"/>
              <p:cNvSpPr/>
              <p:nvPr/>
            </p:nvSpPr>
            <p:spPr>
              <a:xfrm>
                <a:off x="357775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5" name="ph8905"/>
              <p:cNvSpPr/>
              <p:nvPr/>
            </p:nvSpPr>
            <p:spPr>
              <a:xfrm>
                <a:off x="358702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6" name="ph8906"/>
              <p:cNvSpPr/>
              <p:nvPr/>
            </p:nvSpPr>
            <p:spPr>
              <a:xfrm>
                <a:off x="359628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7" name="ph8907"/>
              <p:cNvSpPr/>
              <p:nvPr/>
            </p:nvSpPr>
            <p:spPr>
              <a:xfrm>
                <a:off x="360554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8" name="ph8908"/>
              <p:cNvSpPr/>
              <p:nvPr/>
            </p:nvSpPr>
            <p:spPr>
              <a:xfrm>
                <a:off x="361480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9" name="ph8909"/>
              <p:cNvSpPr/>
              <p:nvPr/>
            </p:nvSpPr>
            <p:spPr>
              <a:xfrm>
                <a:off x="362407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0" name="ph8910"/>
              <p:cNvSpPr/>
              <p:nvPr/>
            </p:nvSpPr>
            <p:spPr>
              <a:xfrm>
                <a:off x="363333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1" name="ph8911"/>
              <p:cNvSpPr/>
              <p:nvPr/>
            </p:nvSpPr>
            <p:spPr>
              <a:xfrm>
                <a:off x="364259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2" name="ph8912"/>
              <p:cNvSpPr/>
              <p:nvPr/>
            </p:nvSpPr>
            <p:spPr>
              <a:xfrm>
                <a:off x="365185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3" name="ph8913"/>
              <p:cNvSpPr/>
              <p:nvPr/>
            </p:nvSpPr>
            <p:spPr>
              <a:xfrm>
                <a:off x="3670381" y="809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828" y="897165"/>
                    </a:lnTo>
                    <a:lnTo>
                      <a:pt x="908288" y="897621"/>
                    </a:lnTo>
                    <a:lnTo>
                      <a:pt x="908748" y="898076"/>
                    </a:lnTo>
                    <a:lnTo>
                      <a:pt x="909208" y="898531"/>
                    </a:lnTo>
                    <a:lnTo>
                      <a:pt x="909667" y="898986"/>
                    </a:lnTo>
                    <a:lnTo>
                      <a:pt x="910127" y="899441"/>
                    </a:lnTo>
                    <a:lnTo>
                      <a:pt x="910587" y="899896"/>
                    </a:lnTo>
                    <a:lnTo>
                      <a:pt x="911046" y="900351"/>
                    </a:lnTo>
                    <a:lnTo>
                      <a:pt x="911506" y="900806"/>
                    </a:lnTo>
                    <a:lnTo>
                      <a:pt x="911965" y="901261"/>
                    </a:lnTo>
                    <a:lnTo>
                      <a:pt x="912425" y="901716"/>
                    </a:lnTo>
                    <a:lnTo>
                      <a:pt x="914400" y="903797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4" name="ph8914"/>
              <p:cNvSpPr/>
              <p:nvPr/>
            </p:nvSpPr>
            <p:spPr>
              <a:xfrm>
                <a:off x="3670381" y="809233"/>
                <a:ext cx="923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38" h="914400">
                    <a:moveTo>
                      <a:pt x="914400" y="914400"/>
                    </a:moveTo>
                    <a:lnTo>
                      <a:pt x="914400" y="903797"/>
                    </a:lnTo>
                    <a:lnTo>
                      <a:pt x="917446" y="907007"/>
                    </a:lnTo>
                    <a:lnTo>
                      <a:pt x="922313" y="912776"/>
                    </a:lnTo>
                    <a:lnTo>
                      <a:pt x="923538" y="914400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5" name="ph8915"/>
              <p:cNvSpPr/>
              <p:nvPr/>
            </p:nvSpPr>
            <p:spPr>
              <a:xfrm>
                <a:off x="3262843" y="7747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488" y="931638"/>
                    </a:lnTo>
                    <a:lnTo>
                      <a:pt x="908988" y="928284"/>
                    </a:lnTo>
                    <a:lnTo>
                      <a:pt x="907753" y="918005"/>
                    </a:lnTo>
                    <a:lnTo>
                      <a:pt x="907423" y="914400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6" name="ph8916"/>
              <p:cNvSpPr/>
              <p:nvPr/>
            </p:nvSpPr>
            <p:spPr>
              <a:xfrm>
                <a:off x="326284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7" name="ph8917"/>
              <p:cNvSpPr/>
              <p:nvPr/>
            </p:nvSpPr>
            <p:spPr>
              <a:xfrm>
                <a:off x="327210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8" name="ph8918"/>
              <p:cNvSpPr/>
              <p:nvPr/>
            </p:nvSpPr>
            <p:spPr>
              <a:xfrm>
                <a:off x="328136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9" name="ph8919"/>
              <p:cNvSpPr/>
              <p:nvPr/>
            </p:nvSpPr>
            <p:spPr>
              <a:xfrm>
                <a:off x="329063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0" name="ph8920"/>
              <p:cNvSpPr/>
              <p:nvPr/>
            </p:nvSpPr>
            <p:spPr>
              <a:xfrm>
                <a:off x="329989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1" name="ph8921"/>
              <p:cNvSpPr/>
              <p:nvPr/>
            </p:nvSpPr>
            <p:spPr>
              <a:xfrm>
                <a:off x="330915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2" name="ph8922"/>
              <p:cNvSpPr/>
              <p:nvPr/>
            </p:nvSpPr>
            <p:spPr>
              <a:xfrm>
                <a:off x="331841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3" name="ph8923"/>
              <p:cNvSpPr/>
              <p:nvPr/>
            </p:nvSpPr>
            <p:spPr>
              <a:xfrm>
                <a:off x="332767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4" name="ph8924"/>
              <p:cNvSpPr/>
              <p:nvPr/>
            </p:nvSpPr>
            <p:spPr>
              <a:xfrm>
                <a:off x="333694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5" name="ph8925"/>
              <p:cNvSpPr/>
              <p:nvPr/>
            </p:nvSpPr>
            <p:spPr>
              <a:xfrm>
                <a:off x="334620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6" name="ph8926"/>
              <p:cNvSpPr/>
              <p:nvPr/>
            </p:nvSpPr>
            <p:spPr>
              <a:xfrm>
                <a:off x="335546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7" name="ph8927"/>
              <p:cNvSpPr/>
              <p:nvPr/>
            </p:nvSpPr>
            <p:spPr>
              <a:xfrm>
                <a:off x="336472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8" name="ph8928"/>
              <p:cNvSpPr/>
              <p:nvPr/>
            </p:nvSpPr>
            <p:spPr>
              <a:xfrm>
                <a:off x="337399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9" name="ph8929"/>
              <p:cNvSpPr/>
              <p:nvPr/>
            </p:nvSpPr>
            <p:spPr>
              <a:xfrm>
                <a:off x="338325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0" name="ph8930"/>
              <p:cNvSpPr/>
              <p:nvPr/>
            </p:nvSpPr>
            <p:spPr>
              <a:xfrm>
                <a:off x="339251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1" name="ph8931"/>
              <p:cNvSpPr/>
              <p:nvPr/>
            </p:nvSpPr>
            <p:spPr>
              <a:xfrm>
                <a:off x="340177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2" name="ph8932"/>
              <p:cNvSpPr/>
              <p:nvPr/>
            </p:nvSpPr>
            <p:spPr>
              <a:xfrm>
                <a:off x="341103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3" name="ph8933"/>
              <p:cNvSpPr/>
              <p:nvPr/>
            </p:nvSpPr>
            <p:spPr>
              <a:xfrm>
                <a:off x="342030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4" name="ph8934"/>
              <p:cNvSpPr/>
              <p:nvPr/>
            </p:nvSpPr>
            <p:spPr>
              <a:xfrm>
                <a:off x="342956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5" name="ph8935"/>
              <p:cNvSpPr/>
              <p:nvPr/>
            </p:nvSpPr>
            <p:spPr>
              <a:xfrm>
                <a:off x="343882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6" name="ph8936"/>
              <p:cNvSpPr/>
              <p:nvPr/>
            </p:nvSpPr>
            <p:spPr>
              <a:xfrm>
                <a:off x="344808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7" name="ph8937"/>
              <p:cNvSpPr/>
              <p:nvPr/>
            </p:nvSpPr>
            <p:spPr>
              <a:xfrm>
                <a:off x="345735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8" name="ph8938"/>
              <p:cNvSpPr/>
              <p:nvPr/>
            </p:nvSpPr>
            <p:spPr>
              <a:xfrm>
                <a:off x="346661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9" name="ph8939"/>
              <p:cNvSpPr/>
              <p:nvPr/>
            </p:nvSpPr>
            <p:spPr>
              <a:xfrm>
                <a:off x="347587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0" name="ph8940"/>
              <p:cNvSpPr/>
              <p:nvPr/>
            </p:nvSpPr>
            <p:spPr>
              <a:xfrm>
                <a:off x="348513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1" name="ph8941"/>
              <p:cNvSpPr/>
              <p:nvPr/>
            </p:nvSpPr>
            <p:spPr>
              <a:xfrm>
                <a:off x="349439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2" name="ph8942"/>
              <p:cNvSpPr/>
              <p:nvPr/>
            </p:nvSpPr>
            <p:spPr>
              <a:xfrm>
                <a:off x="350366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3" name="ph8943"/>
              <p:cNvSpPr/>
              <p:nvPr/>
            </p:nvSpPr>
            <p:spPr>
              <a:xfrm>
                <a:off x="351292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4" name="ph8944"/>
              <p:cNvSpPr/>
              <p:nvPr/>
            </p:nvSpPr>
            <p:spPr>
              <a:xfrm>
                <a:off x="352218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5" name="ph8945"/>
              <p:cNvSpPr/>
              <p:nvPr/>
            </p:nvSpPr>
            <p:spPr>
              <a:xfrm>
                <a:off x="353144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6" name="ph8946"/>
              <p:cNvSpPr/>
              <p:nvPr/>
            </p:nvSpPr>
            <p:spPr>
              <a:xfrm>
                <a:off x="354071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7" name="ph8947"/>
              <p:cNvSpPr/>
              <p:nvPr/>
            </p:nvSpPr>
            <p:spPr>
              <a:xfrm>
                <a:off x="354997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8" name="ph8948"/>
              <p:cNvSpPr/>
              <p:nvPr/>
            </p:nvSpPr>
            <p:spPr>
              <a:xfrm>
                <a:off x="355923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9" name="ph8949"/>
              <p:cNvSpPr/>
              <p:nvPr/>
            </p:nvSpPr>
            <p:spPr>
              <a:xfrm>
                <a:off x="356849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0" name="ph8950"/>
              <p:cNvSpPr/>
              <p:nvPr/>
            </p:nvSpPr>
            <p:spPr>
              <a:xfrm>
                <a:off x="357775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1" name="ph8951"/>
              <p:cNvSpPr/>
              <p:nvPr/>
            </p:nvSpPr>
            <p:spPr>
              <a:xfrm>
                <a:off x="358702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2" name="ph8952"/>
              <p:cNvSpPr/>
              <p:nvPr/>
            </p:nvSpPr>
            <p:spPr>
              <a:xfrm>
                <a:off x="359628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3" name="ph8953"/>
              <p:cNvSpPr/>
              <p:nvPr/>
            </p:nvSpPr>
            <p:spPr>
              <a:xfrm>
                <a:off x="360554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4" name="ph8954"/>
              <p:cNvSpPr/>
              <p:nvPr/>
            </p:nvSpPr>
            <p:spPr>
              <a:xfrm>
                <a:off x="361480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5" name="ph8955"/>
              <p:cNvSpPr/>
              <p:nvPr/>
            </p:nvSpPr>
            <p:spPr>
              <a:xfrm>
                <a:off x="362407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6" name="ph8956"/>
              <p:cNvSpPr/>
              <p:nvPr/>
            </p:nvSpPr>
            <p:spPr>
              <a:xfrm>
                <a:off x="363333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7" name="ph8957"/>
              <p:cNvSpPr/>
              <p:nvPr/>
            </p:nvSpPr>
            <p:spPr>
              <a:xfrm>
                <a:off x="3651857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91" y="897161"/>
                    </a:lnTo>
                    <a:lnTo>
                      <a:pt x="909316" y="897579"/>
                    </a:lnTo>
                    <a:lnTo>
                      <a:pt x="909777" y="898034"/>
                    </a:lnTo>
                    <a:lnTo>
                      <a:pt x="910238" y="898488"/>
                    </a:lnTo>
                    <a:lnTo>
                      <a:pt x="910699" y="898943"/>
                    </a:lnTo>
                    <a:lnTo>
                      <a:pt x="911160" y="899397"/>
                    </a:lnTo>
                    <a:lnTo>
                      <a:pt x="911621" y="899852"/>
                    </a:lnTo>
                    <a:lnTo>
                      <a:pt x="912082" y="900306"/>
                    </a:lnTo>
                    <a:lnTo>
                      <a:pt x="912543" y="900761"/>
                    </a:lnTo>
                    <a:lnTo>
                      <a:pt x="913004" y="901215"/>
                    </a:lnTo>
                    <a:lnTo>
                      <a:pt x="913464" y="901670"/>
                    </a:lnTo>
                    <a:lnTo>
                      <a:pt x="913925" y="902124"/>
                    </a:lnTo>
                    <a:lnTo>
                      <a:pt x="914400" y="902592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8" name="ph8958"/>
              <p:cNvSpPr/>
              <p:nvPr/>
            </p:nvSpPr>
            <p:spPr>
              <a:xfrm>
                <a:off x="3661119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592"/>
                    </a:lnTo>
                    <a:lnTo>
                      <a:pt x="905584" y="903034"/>
                    </a:lnTo>
                    <a:lnTo>
                      <a:pt x="906045" y="903488"/>
                    </a:lnTo>
                    <a:lnTo>
                      <a:pt x="906506" y="903943"/>
                    </a:lnTo>
                    <a:lnTo>
                      <a:pt x="906966" y="904397"/>
                    </a:lnTo>
                    <a:lnTo>
                      <a:pt x="907427" y="904852"/>
                    </a:lnTo>
                    <a:lnTo>
                      <a:pt x="907888" y="905307"/>
                    </a:lnTo>
                    <a:lnTo>
                      <a:pt x="908348" y="905762"/>
                    </a:lnTo>
                    <a:lnTo>
                      <a:pt x="908809" y="906216"/>
                    </a:lnTo>
                    <a:lnTo>
                      <a:pt x="909269" y="906671"/>
                    </a:lnTo>
                    <a:lnTo>
                      <a:pt x="909729" y="907126"/>
                    </a:lnTo>
                    <a:lnTo>
                      <a:pt x="910190" y="907581"/>
                    </a:lnTo>
                    <a:lnTo>
                      <a:pt x="910650" y="908035"/>
                    </a:lnTo>
                    <a:lnTo>
                      <a:pt x="911110" y="908490"/>
                    </a:lnTo>
                    <a:lnTo>
                      <a:pt x="911571" y="908945"/>
                    </a:lnTo>
                    <a:lnTo>
                      <a:pt x="912031" y="909400"/>
                    </a:lnTo>
                    <a:lnTo>
                      <a:pt x="912491" y="909855"/>
                    </a:lnTo>
                    <a:lnTo>
                      <a:pt x="912951" y="910309"/>
                    </a:lnTo>
                    <a:lnTo>
                      <a:pt x="913411" y="910764"/>
                    </a:lnTo>
                    <a:lnTo>
                      <a:pt x="913871" y="911219"/>
                    </a:lnTo>
                    <a:lnTo>
                      <a:pt x="914400" y="911742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9" name="ph8959"/>
              <p:cNvSpPr/>
              <p:nvPr/>
            </p:nvSpPr>
            <p:spPr>
              <a:xfrm>
                <a:off x="3661119" y="791994"/>
                <a:ext cx="91708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6" h="914400">
                    <a:moveTo>
                      <a:pt x="914400" y="914400"/>
                    </a:moveTo>
                    <a:lnTo>
                      <a:pt x="914400" y="911742"/>
                    </a:lnTo>
                    <a:lnTo>
                      <a:pt x="914791" y="912129"/>
                    </a:lnTo>
                    <a:lnTo>
                      <a:pt x="915251" y="912584"/>
                    </a:lnTo>
                    <a:lnTo>
                      <a:pt x="915711" y="913039"/>
                    </a:lnTo>
                    <a:lnTo>
                      <a:pt x="916171" y="913494"/>
                    </a:lnTo>
                    <a:lnTo>
                      <a:pt x="916631" y="913949"/>
                    </a:lnTo>
                    <a:lnTo>
                      <a:pt x="917086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0" name="ph8960"/>
              <p:cNvSpPr/>
              <p:nvPr/>
            </p:nvSpPr>
            <p:spPr>
              <a:xfrm>
                <a:off x="3262843" y="7575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423" y="931638"/>
                    </a:lnTo>
                    <a:lnTo>
                      <a:pt x="906802" y="924860"/>
                    </a:lnTo>
                    <a:lnTo>
                      <a:pt x="906136" y="914400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1" name="ph8961"/>
              <p:cNvSpPr/>
              <p:nvPr/>
            </p:nvSpPr>
            <p:spPr>
              <a:xfrm>
                <a:off x="326284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2" name="ph8962"/>
              <p:cNvSpPr/>
              <p:nvPr/>
            </p:nvSpPr>
            <p:spPr>
              <a:xfrm>
                <a:off x="327210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3" name="ph8963"/>
              <p:cNvSpPr/>
              <p:nvPr/>
            </p:nvSpPr>
            <p:spPr>
              <a:xfrm>
                <a:off x="328136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4" name="ph8964"/>
              <p:cNvSpPr/>
              <p:nvPr/>
            </p:nvSpPr>
            <p:spPr>
              <a:xfrm>
                <a:off x="329063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5" name="ph8965"/>
              <p:cNvSpPr/>
              <p:nvPr/>
            </p:nvSpPr>
            <p:spPr>
              <a:xfrm>
                <a:off x="329989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6" name="ph8966"/>
              <p:cNvSpPr/>
              <p:nvPr/>
            </p:nvSpPr>
            <p:spPr>
              <a:xfrm>
                <a:off x="330915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7" name="ph8967"/>
              <p:cNvSpPr/>
              <p:nvPr/>
            </p:nvSpPr>
            <p:spPr>
              <a:xfrm>
                <a:off x="331841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8" name="ph8968"/>
              <p:cNvSpPr/>
              <p:nvPr/>
            </p:nvSpPr>
            <p:spPr>
              <a:xfrm>
                <a:off x="332767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9" name="ph8969"/>
              <p:cNvSpPr/>
              <p:nvPr/>
            </p:nvSpPr>
            <p:spPr>
              <a:xfrm>
                <a:off x="333694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0" name="ph8970"/>
              <p:cNvSpPr/>
              <p:nvPr/>
            </p:nvSpPr>
            <p:spPr>
              <a:xfrm>
                <a:off x="334620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1" name="ph8971"/>
              <p:cNvSpPr/>
              <p:nvPr/>
            </p:nvSpPr>
            <p:spPr>
              <a:xfrm>
                <a:off x="335546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2" name="ph8972"/>
              <p:cNvSpPr/>
              <p:nvPr/>
            </p:nvSpPr>
            <p:spPr>
              <a:xfrm>
                <a:off x="336472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3" name="ph8973"/>
              <p:cNvSpPr/>
              <p:nvPr/>
            </p:nvSpPr>
            <p:spPr>
              <a:xfrm>
                <a:off x="337399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4" name="ph8974"/>
              <p:cNvSpPr/>
              <p:nvPr/>
            </p:nvSpPr>
            <p:spPr>
              <a:xfrm>
                <a:off x="338325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5" name="ph8975"/>
              <p:cNvSpPr/>
              <p:nvPr/>
            </p:nvSpPr>
            <p:spPr>
              <a:xfrm>
                <a:off x="339251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6" name="ph8976"/>
              <p:cNvSpPr/>
              <p:nvPr/>
            </p:nvSpPr>
            <p:spPr>
              <a:xfrm>
                <a:off x="340177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7" name="ph8977"/>
              <p:cNvSpPr/>
              <p:nvPr/>
            </p:nvSpPr>
            <p:spPr>
              <a:xfrm>
                <a:off x="341103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8" name="ph8978"/>
              <p:cNvSpPr/>
              <p:nvPr/>
            </p:nvSpPr>
            <p:spPr>
              <a:xfrm>
                <a:off x="342030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9" name="ph8979"/>
              <p:cNvSpPr/>
              <p:nvPr/>
            </p:nvSpPr>
            <p:spPr>
              <a:xfrm>
                <a:off x="342956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0" name="ph8980"/>
              <p:cNvSpPr/>
              <p:nvPr/>
            </p:nvSpPr>
            <p:spPr>
              <a:xfrm>
                <a:off x="343882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1" name="ph8981"/>
              <p:cNvSpPr/>
              <p:nvPr/>
            </p:nvSpPr>
            <p:spPr>
              <a:xfrm>
                <a:off x="344808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2" name="ph8982"/>
              <p:cNvSpPr/>
              <p:nvPr/>
            </p:nvSpPr>
            <p:spPr>
              <a:xfrm>
                <a:off x="345735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3" name="ph8983"/>
              <p:cNvSpPr/>
              <p:nvPr/>
            </p:nvSpPr>
            <p:spPr>
              <a:xfrm>
                <a:off x="346661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4" name="ph8984"/>
              <p:cNvSpPr/>
              <p:nvPr/>
            </p:nvSpPr>
            <p:spPr>
              <a:xfrm>
                <a:off x="347587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5" name="ph8985"/>
              <p:cNvSpPr/>
              <p:nvPr/>
            </p:nvSpPr>
            <p:spPr>
              <a:xfrm>
                <a:off x="348513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6" name="ph8986"/>
              <p:cNvSpPr/>
              <p:nvPr/>
            </p:nvSpPr>
            <p:spPr>
              <a:xfrm>
                <a:off x="349439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7" name="ph8987"/>
              <p:cNvSpPr/>
              <p:nvPr/>
            </p:nvSpPr>
            <p:spPr>
              <a:xfrm>
                <a:off x="350366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8" name="ph8988"/>
              <p:cNvSpPr/>
              <p:nvPr/>
            </p:nvSpPr>
            <p:spPr>
              <a:xfrm>
                <a:off x="351292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9" name="ph8989"/>
              <p:cNvSpPr/>
              <p:nvPr/>
            </p:nvSpPr>
            <p:spPr>
              <a:xfrm>
                <a:off x="352218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0" name="ph8990"/>
              <p:cNvSpPr/>
              <p:nvPr/>
            </p:nvSpPr>
            <p:spPr>
              <a:xfrm>
                <a:off x="353144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1" name="ph8991"/>
              <p:cNvSpPr/>
              <p:nvPr/>
            </p:nvSpPr>
            <p:spPr>
              <a:xfrm>
                <a:off x="354071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2" name="ph8992"/>
              <p:cNvSpPr/>
              <p:nvPr/>
            </p:nvSpPr>
            <p:spPr>
              <a:xfrm>
                <a:off x="354997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3" name="ph8993"/>
              <p:cNvSpPr/>
              <p:nvPr/>
            </p:nvSpPr>
            <p:spPr>
              <a:xfrm>
                <a:off x="355923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4" name="ph8994"/>
              <p:cNvSpPr/>
              <p:nvPr/>
            </p:nvSpPr>
            <p:spPr>
              <a:xfrm>
                <a:off x="356849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5" name="ph8995"/>
              <p:cNvSpPr/>
              <p:nvPr/>
            </p:nvSpPr>
            <p:spPr>
              <a:xfrm>
                <a:off x="357775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6" name="ph8996"/>
              <p:cNvSpPr/>
              <p:nvPr/>
            </p:nvSpPr>
            <p:spPr>
              <a:xfrm>
                <a:off x="358702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7" name="ph8997"/>
              <p:cNvSpPr/>
              <p:nvPr/>
            </p:nvSpPr>
            <p:spPr>
              <a:xfrm>
                <a:off x="359628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8" name="ph8998"/>
              <p:cNvSpPr/>
              <p:nvPr/>
            </p:nvSpPr>
            <p:spPr>
              <a:xfrm>
                <a:off x="360554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9" name="ph8999"/>
              <p:cNvSpPr/>
              <p:nvPr/>
            </p:nvSpPr>
            <p:spPr>
              <a:xfrm>
                <a:off x="361480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0" name="ph9000"/>
              <p:cNvSpPr/>
              <p:nvPr/>
            </p:nvSpPr>
            <p:spPr>
              <a:xfrm>
                <a:off x="3633332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41" y="897161"/>
                    </a:lnTo>
                    <a:lnTo>
                      <a:pt x="909206" y="897822"/>
                    </a:lnTo>
                    <a:lnTo>
                      <a:pt x="914400" y="901976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1" name="ph9001"/>
              <p:cNvSpPr/>
              <p:nvPr/>
            </p:nvSpPr>
            <p:spPr>
              <a:xfrm>
                <a:off x="3642594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976"/>
                    </a:lnTo>
                    <a:lnTo>
                      <a:pt x="905408" y="902192"/>
                    </a:lnTo>
                    <a:lnTo>
                      <a:pt x="910738" y="907100"/>
                    </a:lnTo>
                    <a:lnTo>
                      <a:pt x="911195" y="907549"/>
                    </a:lnTo>
                    <a:lnTo>
                      <a:pt x="911657" y="908003"/>
                    </a:lnTo>
                    <a:lnTo>
                      <a:pt x="912118" y="908458"/>
                    </a:lnTo>
                    <a:lnTo>
                      <a:pt x="912580" y="908912"/>
                    </a:lnTo>
                    <a:lnTo>
                      <a:pt x="913041" y="909366"/>
                    </a:lnTo>
                    <a:lnTo>
                      <a:pt x="913503" y="909820"/>
                    </a:lnTo>
                    <a:lnTo>
                      <a:pt x="913965" y="910274"/>
                    </a:lnTo>
                    <a:lnTo>
                      <a:pt x="914400" y="910703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2" name="ph9002"/>
              <p:cNvSpPr/>
              <p:nvPr/>
            </p:nvSpPr>
            <p:spPr>
              <a:xfrm>
                <a:off x="3642594" y="774756"/>
                <a:ext cx="9181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3" h="914400">
                    <a:moveTo>
                      <a:pt x="914400" y="914400"/>
                    </a:moveTo>
                    <a:lnTo>
                      <a:pt x="914426" y="910729"/>
                    </a:lnTo>
                    <a:lnTo>
                      <a:pt x="914888" y="911183"/>
                    </a:lnTo>
                    <a:lnTo>
                      <a:pt x="915349" y="911637"/>
                    </a:lnTo>
                    <a:lnTo>
                      <a:pt x="915810" y="912092"/>
                    </a:lnTo>
                    <a:lnTo>
                      <a:pt x="916272" y="912546"/>
                    </a:lnTo>
                    <a:lnTo>
                      <a:pt x="916733" y="913000"/>
                    </a:lnTo>
                    <a:lnTo>
                      <a:pt x="917194" y="913455"/>
                    </a:lnTo>
                    <a:lnTo>
                      <a:pt x="917655" y="913909"/>
                    </a:lnTo>
                    <a:lnTo>
                      <a:pt x="918153" y="914400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3" name="ph9003"/>
              <p:cNvSpPr/>
              <p:nvPr/>
            </p:nvSpPr>
            <p:spPr>
              <a:xfrm>
                <a:off x="3262843" y="7402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36" y="931638"/>
                    </a:lnTo>
                    <a:lnTo>
                      <a:pt x="905756" y="921130"/>
                    </a:lnTo>
                    <a:lnTo>
                      <a:pt x="905698" y="914400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4" name="ph9004"/>
              <p:cNvSpPr/>
              <p:nvPr/>
            </p:nvSpPr>
            <p:spPr>
              <a:xfrm>
                <a:off x="326284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5" name="ph9005"/>
              <p:cNvSpPr/>
              <p:nvPr/>
            </p:nvSpPr>
            <p:spPr>
              <a:xfrm>
                <a:off x="327210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6" name="ph9006"/>
              <p:cNvSpPr/>
              <p:nvPr/>
            </p:nvSpPr>
            <p:spPr>
              <a:xfrm>
                <a:off x="328136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7" name="ph9007"/>
              <p:cNvSpPr/>
              <p:nvPr/>
            </p:nvSpPr>
            <p:spPr>
              <a:xfrm>
                <a:off x="329063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8" name="ph9008"/>
              <p:cNvSpPr/>
              <p:nvPr/>
            </p:nvSpPr>
            <p:spPr>
              <a:xfrm>
                <a:off x="329989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9" name="ph9009"/>
              <p:cNvSpPr/>
              <p:nvPr/>
            </p:nvSpPr>
            <p:spPr>
              <a:xfrm>
                <a:off x="330915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0" name="ph9010"/>
              <p:cNvSpPr/>
              <p:nvPr/>
            </p:nvSpPr>
            <p:spPr>
              <a:xfrm>
                <a:off x="331841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1" name="ph9011"/>
              <p:cNvSpPr/>
              <p:nvPr/>
            </p:nvSpPr>
            <p:spPr>
              <a:xfrm>
                <a:off x="332767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2" name="ph9012"/>
              <p:cNvSpPr/>
              <p:nvPr/>
            </p:nvSpPr>
            <p:spPr>
              <a:xfrm>
                <a:off x="333694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3" name="ph9013"/>
              <p:cNvSpPr/>
              <p:nvPr/>
            </p:nvSpPr>
            <p:spPr>
              <a:xfrm>
                <a:off x="334620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4" name="ph9014"/>
              <p:cNvSpPr/>
              <p:nvPr/>
            </p:nvSpPr>
            <p:spPr>
              <a:xfrm>
                <a:off x="335546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5" name="ph9015"/>
              <p:cNvSpPr/>
              <p:nvPr/>
            </p:nvSpPr>
            <p:spPr>
              <a:xfrm>
                <a:off x="336472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6" name="ph9016"/>
              <p:cNvSpPr/>
              <p:nvPr/>
            </p:nvSpPr>
            <p:spPr>
              <a:xfrm>
                <a:off x="337399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7" name="ph9017"/>
              <p:cNvSpPr/>
              <p:nvPr/>
            </p:nvSpPr>
            <p:spPr>
              <a:xfrm>
                <a:off x="338325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8" name="ph9018"/>
              <p:cNvSpPr/>
              <p:nvPr/>
            </p:nvSpPr>
            <p:spPr>
              <a:xfrm>
                <a:off x="339251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9" name="ph9019"/>
              <p:cNvSpPr/>
              <p:nvPr/>
            </p:nvSpPr>
            <p:spPr>
              <a:xfrm>
                <a:off x="340177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0" name="ph9020"/>
              <p:cNvSpPr/>
              <p:nvPr/>
            </p:nvSpPr>
            <p:spPr>
              <a:xfrm>
                <a:off x="341103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1" name="ph9021"/>
              <p:cNvSpPr/>
              <p:nvPr/>
            </p:nvSpPr>
            <p:spPr>
              <a:xfrm>
                <a:off x="342030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2" name="ph9022"/>
              <p:cNvSpPr/>
              <p:nvPr/>
            </p:nvSpPr>
            <p:spPr>
              <a:xfrm>
                <a:off x="342956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3" name="ph9023"/>
              <p:cNvSpPr/>
              <p:nvPr/>
            </p:nvSpPr>
            <p:spPr>
              <a:xfrm>
                <a:off x="343882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4" name="ph9024"/>
              <p:cNvSpPr/>
              <p:nvPr/>
            </p:nvSpPr>
            <p:spPr>
              <a:xfrm>
                <a:off x="344808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5" name="ph9025"/>
              <p:cNvSpPr/>
              <p:nvPr/>
            </p:nvSpPr>
            <p:spPr>
              <a:xfrm>
                <a:off x="345735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6" name="ph9026"/>
              <p:cNvSpPr/>
              <p:nvPr/>
            </p:nvSpPr>
            <p:spPr>
              <a:xfrm>
                <a:off x="346661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7" name="ph9027"/>
              <p:cNvSpPr/>
              <p:nvPr/>
            </p:nvSpPr>
            <p:spPr>
              <a:xfrm>
                <a:off x="347587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8" name="ph9028"/>
              <p:cNvSpPr/>
              <p:nvPr/>
            </p:nvSpPr>
            <p:spPr>
              <a:xfrm>
                <a:off x="348513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9" name="ph9029"/>
              <p:cNvSpPr/>
              <p:nvPr/>
            </p:nvSpPr>
            <p:spPr>
              <a:xfrm>
                <a:off x="349439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0" name="ph9030"/>
              <p:cNvSpPr/>
              <p:nvPr/>
            </p:nvSpPr>
            <p:spPr>
              <a:xfrm>
                <a:off x="350366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1" name="ph9031"/>
              <p:cNvSpPr/>
              <p:nvPr/>
            </p:nvSpPr>
            <p:spPr>
              <a:xfrm>
                <a:off x="351292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2" name="ph9032"/>
              <p:cNvSpPr/>
              <p:nvPr/>
            </p:nvSpPr>
            <p:spPr>
              <a:xfrm>
                <a:off x="352218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3" name="ph9033"/>
              <p:cNvSpPr/>
              <p:nvPr/>
            </p:nvSpPr>
            <p:spPr>
              <a:xfrm>
                <a:off x="353144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4" name="ph9034"/>
              <p:cNvSpPr/>
              <p:nvPr/>
            </p:nvSpPr>
            <p:spPr>
              <a:xfrm>
                <a:off x="354071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5" name="ph9035"/>
              <p:cNvSpPr/>
              <p:nvPr/>
            </p:nvSpPr>
            <p:spPr>
              <a:xfrm>
                <a:off x="354997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6" name="ph9036"/>
              <p:cNvSpPr/>
              <p:nvPr/>
            </p:nvSpPr>
            <p:spPr>
              <a:xfrm>
                <a:off x="355923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7" name="ph9037"/>
              <p:cNvSpPr/>
              <p:nvPr/>
            </p:nvSpPr>
            <p:spPr>
              <a:xfrm>
                <a:off x="356849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8" name="ph9038"/>
              <p:cNvSpPr/>
              <p:nvPr/>
            </p:nvSpPr>
            <p:spPr>
              <a:xfrm>
                <a:off x="357775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9" name="ph9039"/>
              <p:cNvSpPr/>
              <p:nvPr/>
            </p:nvSpPr>
            <p:spPr>
              <a:xfrm>
                <a:off x="3596283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6" y="897161"/>
                    </a:lnTo>
                    <a:lnTo>
                      <a:pt x="914400" y="899935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0" name="ph9040"/>
              <p:cNvSpPr/>
              <p:nvPr/>
            </p:nvSpPr>
            <p:spPr>
              <a:xfrm>
                <a:off x="3605545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935"/>
                    </a:lnTo>
                    <a:lnTo>
                      <a:pt x="905612" y="900544"/>
                    </a:lnTo>
                    <a:lnTo>
                      <a:pt x="914122" y="903183"/>
                    </a:lnTo>
                    <a:lnTo>
                      <a:pt x="914400" y="903283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1" name="ph9041"/>
              <p:cNvSpPr/>
              <p:nvPr/>
            </p:nvSpPr>
            <p:spPr>
              <a:xfrm>
                <a:off x="3614808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283"/>
                    </a:lnTo>
                    <a:lnTo>
                      <a:pt x="910697" y="905293"/>
                    </a:lnTo>
                    <a:lnTo>
                      <a:pt x="914400" y="90701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2" name="ph9042"/>
              <p:cNvSpPr/>
              <p:nvPr/>
            </p:nvSpPr>
            <p:spPr>
              <a:xfrm>
                <a:off x="3624070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018"/>
                    </a:lnTo>
                    <a:lnTo>
                      <a:pt x="907204" y="907982"/>
                    </a:lnTo>
                    <a:lnTo>
                      <a:pt x="912887" y="911240"/>
                    </a:lnTo>
                    <a:lnTo>
                      <a:pt x="914400" y="912276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3" name="ph9043"/>
              <p:cNvSpPr/>
              <p:nvPr/>
            </p:nvSpPr>
            <p:spPr>
              <a:xfrm>
                <a:off x="3624070" y="757517"/>
                <a:ext cx="9175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03" h="914400">
                    <a:moveTo>
                      <a:pt x="914400" y="914400"/>
                    </a:moveTo>
                    <a:lnTo>
                      <a:pt x="914400" y="912276"/>
                    </a:lnTo>
                    <a:lnTo>
                      <a:pt x="917503" y="914400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4" name="ph9044"/>
              <p:cNvSpPr/>
              <p:nvPr/>
            </p:nvSpPr>
            <p:spPr>
              <a:xfrm>
                <a:off x="3262843" y="7230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698" y="931638"/>
                    </a:lnTo>
                    <a:lnTo>
                      <a:pt x="905665" y="927837"/>
                    </a:lnTo>
                    <a:lnTo>
                      <a:pt x="905862" y="917310"/>
                    </a:lnTo>
                    <a:lnTo>
                      <a:pt x="905996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5" name="ph9045"/>
              <p:cNvSpPr/>
              <p:nvPr/>
            </p:nvSpPr>
            <p:spPr>
              <a:xfrm>
                <a:off x="326284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6" name="ph9046"/>
              <p:cNvSpPr/>
              <p:nvPr/>
            </p:nvSpPr>
            <p:spPr>
              <a:xfrm>
                <a:off x="327210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7" name="ph9047"/>
              <p:cNvSpPr/>
              <p:nvPr/>
            </p:nvSpPr>
            <p:spPr>
              <a:xfrm>
                <a:off x="328136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8" name="ph9048"/>
              <p:cNvSpPr/>
              <p:nvPr/>
            </p:nvSpPr>
            <p:spPr>
              <a:xfrm>
                <a:off x="329063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9" name="ph9049"/>
              <p:cNvSpPr/>
              <p:nvPr/>
            </p:nvSpPr>
            <p:spPr>
              <a:xfrm>
                <a:off x="329989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0" name="ph9050"/>
              <p:cNvSpPr/>
              <p:nvPr/>
            </p:nvSpPr>
            <p:spPr>
              <a:xfrm>
                <a:off x="330915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1" name="ph9051"/>
              <p:cNvSpPr/>
              <p:nvPr/>
            </p:nvSpPr>
            <p:spPr>
              <a:xfrm>
                <a:off x="331841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2" name="ph9052"/>
              <p:cNvSpPr/>
              <p:nvPr/>
            </p:nvSpPr>
            <p:spPr>
              <a:xfrm>
                <a:off x="332767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3" name="ph9053"/>
              <p:cNvSpPr/>
              <p:nvPr/>
            </p:nvSpPr>
            <p:spPr>
              <a:xfrm>
                <a:off x="333694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4" name="ph9054"/>
              <p:cNvSpPr/>
              <p:nvPr/>
            </p:nvSpPr>
            <p:spPr>
              <a:xfrm>
                <a:off x="334620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5" name="ph9055"/>
              <p:cNvSpPr/>
              <p:nvPr/>
            </p:nvSpPr>
            <p:spPr>
              <a:xfrm>
                <a:off x="335546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6" name="ph9056"/>
              <p:cNvSpPr/>
              <p:nvPr/>
            </p:nvSpPr>
            <p:spPr>
              <a:xfrm>
                <a:off x="336472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7" name="ph9057"/>
              <p:cNvSpPr/>
              <p:nvPr/>
            </p:nvSpPr>
            <p:spPr>
              <a:xfrm>
                <a:off x="337399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8" name="ph9058"/>
              <p:cNvSpPr/>
              <p:nvPr/>
            </p:nvSpPr>
            <p:spPr>
              <a:xfrm>
                <a:off x="338325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9" name="ph9059"/>
              <p:cNvSpPr/>
              <p:nvPr/>
            </p:nvSpPr>
            <p:spPr>
              <a:xfrm>
                <a:off x="339251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0" name="ph9060"/>
              <p:cNvSpPr/>
              <p:nvPr/>
            </p:nvSpPr>
            <p:spPr>
              <a:xfrm>
                <a:off x="340177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1" name="ph9061"/>
              <p:cNvSpPr/>
              <p:nvPr/>
            </p:nvSpPr>
            <p:spPr>
              <a:xfrm>
                <a:off x="341103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2" name="ph9062"/>
              <p:cNvSpPr/>
              <p:nvPr/>
            </p:nvSpPr>
            <p:spPr>
              <a:xfrm>
                <a:off x="342030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3" name="ph9063"/>
              <p:cNvSpPr/>
              <p:nvPr/>
            </p:nvSpPr>
            <p:spPr>
              <a:xfrm>
                <a:off x="342956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4" name="ph9064"/>
              <p:cNvSpPr/>
              <p:nvPr/>
            </p:nvSpPr>
            <p:spPr>
              <a:xfrm>
                <a:off x="343882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5" name="ph9065"/>
              <p:cNvSpPr/>
              <p:nvPr/>
            </p:nvSpPr>
            <p:spPr>
              <a:xfrm>
                <a:off x="344808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6" name="ph9066"/>
              <p:cNvSpPr/>
              <p:nvPr/>
            </p:nvSpPr>
            <p:spPr>
              <a:xfrm>
                <a:off x="345735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7" name="ph9067"/>
              <p:cNvSpPr/>
              <p:nvPr/>
            </p:nvSpPr>
            <p:spPr>
              <a:xfrm>
                <a:off x="346661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8" name="ph9068"/>
              <p:cNvSpPr/>
              <p:nvPr/>
            </p:nvSpPr>
            <p:spPr>
              <a:xfrm>
                <a:off x="347587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9" name="ph9069"/>
              <p:cNvSpPr/>
              <p:nvPr/>
            </p:nvSpPr>
            <p:spPr>
              <a:xfrm>
                <a:off x="348513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0" name="ph9070"/>
              <p:cNvSpPr/>
              <p:nvPr/>
            </p:nvSpPr>
            <p:spPr>
              <a:xfrm>
                <a:off x="349439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1" name="ph9071"/>
              <p:cNvSpPr/>
              <p:nvPr/>
            </p:nvSpPr>
            <p:spPr>
              <a:xfrm>
                <a:off x="350366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2" name="ph9072"/>
              <p:cNvSpPr/>
              <p:nvPr/>
            </p:nvSpPr>
            <p:spPr>
              <a:xfrm>
                <a:off x="351292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3" name="ph9073"/>
              <p:cNvSpPr/>
              <p:nvPr/>
            </p:nvSpPr>
            <p:spPr>
              <a:xfrm>
                <a:off x="352218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4" name="ph9074"/>
              <p:cNvSpPr/>
              <p:nvPr/>
            </p:nvSpPr>
            <p:spPr>
              <a:xfrm>
                <a:off x="353144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5" name="ph9075"/>
              <p:cNvSpPr/>
              <p:nvPr/>
            </p:nvSpPr>
            <p:spPr>
              <a:xfrm>
                <a:off x="354071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6" name="ph9076"/>
              <p:cNvSpPr/>
              <p:nvPr/>
            </p:nvSpPr>
            <p:spPr>
              <a:xfrm>
                <a:off x="354997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7" name="ph9077"/>
              <p:cNvSpPr/>
              <p:nvPr/>
            </p:nvSpPr>
            <p:spPr>
              <a:xfrm>
                <a:off x="355923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8" name="ph9078"/>
              <p:cNvSpPr/>
              <p:nvPr/>
            </p:nvSpPr>
            <p:spPr>
              <a:xfrm>
                <a:off x="356849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9" name="ph9079"/>
              <p:cNvSpPr/>
              <p:nvPr/>
            </p:nvSpPr>
            <p:spPr>
              <a:xfrm>
                <a:off x="3587021" y="7402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66" y="897161"/>
                    </a:lnTo>
                    <a:lnTo>
                      <a:pt x="914400" y="898422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0" name="ph9080"/>
              <p:cNvSpPr/>
              <p:nvPr/>
            </p:nvSpPr>
            <p:spPr>
              <a:xfrm>
                <a:off x="3587021" y="740279"/>
                <a:ext cx="9214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8" h="914400">
                    <a:moveTo>
                      <a:pt x="914400" y="914400"/>
                    </a:moveTo>
                    <a:lnTo>
                      <a:pt x="914400" y="898422"/>
                    </a:lnTo>
                    <a:lnTo>
                      <a:pt x="915302" y="900221"/>
                    </a:lnTo>
                    <a:lnTo>
                      <a:pt x="919114" y="908678"/>
                    </a:lnTo>
                    <a:lnTo>
                      <a:pt x="921347" y="914205"/>
                    </a:lnTo>
                    <a:lnTo>
                      <a:pt x="921498" y="914400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1" name="ph9081"/>
              <p:cNvSpPr/>
              <p:nvPr/>
            </p:nvSpPr>
            <p:spPr>
              <a:xfrm>
                <a:off x="3696990" y="1820892"/>
                <a:ext cx="929722" cy="1221796"/>
              </a:xfrm>
              <a:custGeom>
                <a:avLst/>
                <a:gdLst/>
                <a:ahLst/>
                <a:cxnLst/>
                <a:rect l="0" t="0" r="0" b="0"/>
                <a:pathLst>
                  <a:path w="929722" h="1221796">
                    <a:moveTo>
                      <a:pt x="914400" y="914400"/>
                    </a:moveTo>
                    <a:lnTo>
                      <a:pt x="905391" y="938708"/>
                    </a:lnTo>
                    <a:lnTo>
                      <a:pt x="892981" y="942816"/>
                    </a:lnTo>
                    <a:lnTo>
                      <a:pt x="881077" y="950913"/>
                    </a:lnTo>
                    <a:lnTo>
                      <a:pt x="876826" y="1027830"/>
                    </a:lnTo>
                    <a:lnTo>
                      <a:pt x="898498" y="1057055"/>
                    </a:lnTo>
                    <a:lnTo>
                      <a:pt x="886595" y="1061145"/>
                    </a:lnTo>
                    <a:lnTo>
                      <a:pt x="875704" y="1069899"/>
                    </a:lnTo>
                    <a:lnTo>
                      <a:pt x="867926" y="1082845"/>
                    </a:lnTo>
                    <a:lnTo>
                      <a:pt x="859966" y="1110706"/>
                    </a:lnTo>
                    <a:lnTo>
                      <a:pt x="830063" y="1126497"/>
                    </a:lnTo>
                    <a:lnTo>
                      <a:pt x="818738" y="1138180"/>
                    </a:lnTo>
                    <a:lnTo>
                      <a:pt x="802041" y="1164172"/>
                    </a:lnTo>
                    <a:lnTo>
                      <a:pt x="793339" y="1201898"/>
                    </a:lnTo>
                    <a:lnTo>
                      <a:pt x="776425" y="1217992"/>
                    </a:lnTo>
                    <a:lnTo>
                      <a:pt x="757430" y="1221796"/>
                    </a:lnTo>
                    <a:lnTo>
                      <a:pt x="768574" y="1190888"/>
                    </a:lnTo>
                    <a:lnTo>
                      <a:pt x="783173" y="1165704"/>
                    </a:lnTo>
                    <a:lnTo>
                      <a:pt x="769135" y="1148432"/>
                    </a:lnTo>
                    <a:lnTo>
                      <a:pt x="760686" y="1121396"/>
                    </a:lnTo>
                    <a:lnTo>
                      <a:pt x="749778" y="1100656"/>
                    </a:lnTo>
                    <a:lnTo>
                      <a:pt x="758461" y="1077492"/>
                    </a:lnTo>
                    <a:lnTo>
                      <a:pt x="754192" y="1039530"/>
                    </a:lnTo>
                    <a:lnTo>
                      <a:pt x="755603" y="1002477"/>
                    </a:lnTo>
                    <a:lnTo>
                      <a:pt x="768266" y="983774"/>
                    </a:lnTo>
                    <a:lnTo>
                      <a:pt x="782775" y="968522"/>
                    </a:lnTo>
                    <a:lnTo>
                      <a:pt x="805369" y="933456"/>
                    </a:lnTo>
                    <a:lnTo>
                      <a:pt x="829864" y="908036"/>
                    </a:lnTo>
                    <a:lnTo>
                      <a:pt x="864036" y="896605"/>
                    </a:lnTo>
                    <a:lnTo>
                      <a:pt x="879467" y="907144"/>
                    </a:lnTo>
                    <a:lnTo>
                      <a:pt x="886124" y="884030"/>
                    </a:lnTo>
                    <a:lnTo>
                      <a:pt x="897141" y="878761"/>
                    </a:lnTo>
                    <a:lnTo>
                      <a:pt x="907489" y="884098"/>
                    </a:lnTo>
                    <a:lnTo>
                      <a:pt x="929722" y="90618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2" name="ph9082"/>
              <p:cNvSpPr/>
              <p:nvPr/>
            </p:nvSpPr>
            <p:spPr>
              <a:xfrm>
                <a:off x="3230804" y="2362843"/>
                <a:ext cx="1033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3054" h="914400">
                    <a:moveTo>
                      <a:pt x="914400" y="914400"/>
                    </a:moveTo>
                    <a:lnTo>
                      <a:pt x="905969" y="913171"/>
                    </a:lnTo>
                    <a:lnTo>
                      <a:pt x="900343" y="890023"/>
                    </a:lnTo>
                    <a:lnTo>
                      <a:pt x="899023" y="830463"/>
                    </a:lnTo>
                    <a:lnTo>
                      <a:pt x="902388" y="801036"/>
                    </a:lnTo>
                    <a:lnTo>
                      <a:pt x="942783" y="694895"/>
                    </a:lnTo>
                    <a:lnTo>
                      <a:pt x="960819" y="686226"/>
                    </a:lnTo>
                    <a:lnTo>
                      <a:pt x="986182" y="621177"/>
                    </a:lnTo>
                    <a:lnTo>
                      <a:pt x="993020" y="592239"/>
                    </a:lnTo>
                    <a:lnTo>
                      <a:pt x="1004019" y="566179"/>
                    </a:lnTo>
                    <a:lnTo>
                      <a:pt x="1010513" y="542880"/>
                    </a:lnTo>
                    <a:lnTo>
                      <a:pt x="1015958" y="533470"/>
                    </a:lnTo>
                    <a:lnTo>
                      <a:pt x="1027789" y="537880"/>
                    </a:lnTo>
                    <a:lnTo>
                      <a:pt x="1033054" y="542173"/>
                    </a:lnTo>
                    <a:lnTo>
                      <a:pt x="1020589" y="555742"/>
                    </a:lnTo>
                    <a:lnTo>
                      <a:pt x="1022037" y="573401"/>
                    </a:lnTo>
                    <a:lnTo>
                      <a:pt x="1021168" y="580724"/>
                    </a:lnTo>
                    <a:lnTo>
                      <a:pt x="989709" y="657540"/>
                    </a:lnTo>
                    <a:lnTo>
                      <a:pt x="981297" y="707420"/>
                    </a:lnTo>
                    <a:lnTo>
                      <a:pt x="970136" y="719591"/>
                    </a:lnTo>
                    <a:lnTo>
                      <a:pt x="923915" y="89704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3" name="ph9083"/>
              <p:cNvSpPr/>
              <p:nvPr/>
            </p:nvSpPr>
            <p:spPr>
              <a:xfrm>
                <a:off x="2303388" y="1442538"/>
                <a:ext cx="2307387" cy="2142859"/>
              </a:xfrm>
              <a:custGeom>
                <a:avLst/>
                <a:gdLst/>
                <a:ahLst/>
                <a:cxnLst/>
                <a:rect l="0" t="0" r="0" b="0"/>
                <a:pathLst>
                  <a:path w="2307387" h="2142859">
                    <a:moveTo>
                      <a:pt x="914400" y="914400"/>
                    </a:moveTo>
                    <a:lnTo>
                      <a:pt x="927895" y="920090"/>
                    </a:lnTo>
                    <a:lnTo>
                      <a:pt x="946275" y="908693"/>
                    </a:lnTo>
                    <a:lnTo>
                      <a:pt x="959137" y="876775"/>
                    </a:lnTo>
                    <a:lnTo>
                      <a:pt x="966481" y="828881"/>
                    </a:lnTo>
                    <a:lnTo>
                      <a:pt x="975056" y="783259"/>
                    </a:lnTo>
                    <a:lnTo>
                      <a:pt x="964908" y="734456"/>
                    </a:lnTo>
                    <a:lnTo>
                      <a:pt x="954071" y="691596"/>
                    </a:lnTo>
                    <a:lnTo>
                      <a:pt x="953312" y="679004"/>
                    </a:lnTo>
                    <a:lnTo>
                      <a:pt x="981750" y="642843"/>
                    </a:lnTo>
                    <a:lnTo>
                      <a:pt x="990451" y="613433"/>
                    </a:lnTo>
                    <a:lnTo>
                      <a:pt x="999876" y="585438"/>
                    </a:lnTo>
                    <a:lnTo>
                      <a:pt x="1010278" y="575909"/>
                    </a:lnTo>
                    <a:lnTo>
                      <a:pt x="1025763" y="573738"/>
                    </a:lnTo>
                    <a:lnTo>
                      <a:pt x="1043799" y="568469"/>
                    </a:lnTo>
                    <a:lnTo>
                      <a:pt x="1066539" y="549732"/>
                    </a:lnTo>
                    <a:lnTo>
                      <a:pt x="1086926" y="524632"/>
                    </a:lnTo>
                    <a:lnTo>
                      <a:pt x="1102502" y="501619"/>
                    </a:lnTo>
                    <a:lnTo>
                      <a:pt x="1107785" y="456082"/>
                    </a:lnTo>
                    <a:lnTo>
                      <a:pt x="1108002" y="433204"/>
                    </a:lnTo>
                    <a:lnTo>
                      <a:pt x="1114858" y="416218"/>
                    </a:lnTo>
                    <a:lnTo>
                      <a:pt x="1121497" y="383037"/>
                    </a:lnTo>
                    <a:lnTo>
                      <a:pt x="1115039" y="350311"/>
                    </a:lnTo>
                    <a:lnTo>
                      <a:pt x="1094940" y="300666"/>
                    </a:lnTo>
                    <a:lnTo>
                      <a:pt x="1070736" y="230854"/>
                    </a:lnTo>
                    <a:lnTo>
                      <a:pt x="1067029" y="193667"/>
                    </a:lnTo>
                    <a:lnTo>
                      <a:pt x="1977664" y="193667"/>
                    </a:lnTo>
                    <a:lnTo>
                      <a:pt x="1978108" y="198549"/>
                    </a:lnTo>
                    <a:lnTo>
                      <a:pt x="1976262" y="210265"/>
                    </a:lnTo>
                    <a:lnTo>
                      <a:pt x="1990337" y="258429"/>
                    </a:lnTo>
                    <a:lnTo>
                      <a:pt x="1987062" y="275314"/>
                    </a:lnTo>
                    <a:lnTo>
                      <a:pt x="1985163" y="296828"/>
                    </a:lnTo>
                    <a:lnTo>
                      <a:pt x="2005334" y="317501"/>
                    </a:lnTo>
                    <a:lnTo>
                      <a:pt x="2023333" y="317164"/>
                    </a:lnTo>
                    <a:lnTo>
                      <a:pt x="2041568" y="316844"/>
                    </a:lnTo>
                    <a:lnTo>
                      <a:pt x="2048533" y="322029"/>
                    </a:lnTo>
                    <a:lnTo>
                      <a:pt x="2055516" y="336658"/>
                    </a:lnTo>
                    <a:lnTo>
                      <a:pt x="2061142" y="353931"/>
                    </a:lnTo>
                    <a:lnTo>
                      <a:pt x="2076157" y="352500"/>
                    </a:lnTo>
                    <a:lnTo>
                      <a:pt x="2100127" y="338443"/>
                    </a:lnTo>
                    <a:lnTo>
                      <a:pt x="2115720" y="335093"/>
                    </a:lnTo>
                    <a:lnTo>
                      <a:pt x="2126014" y="362112"/>
                    </a:lnTo>
                    <a:lnTo>
                      <a:pt x="2154017" y="397801"/>
                    </a:lnTo>
                    <a:lnTo>
                      <a:pt x="2170317" y="413794"/>
                    </a:lnTo>
                    <a:lnTo>
                      <a:pt x="2198013" y="422211"/>
                    </a:lnTo>
                    <a:lnTo>
                      <a:pt x="2227193" y="451015"/>
                    </a:lnTo>
                    <a:lnTo>
                      <a:pt x="2223104" y="485727"/>
                    </a:lnTo>
                    <a:lnTo>
                      <a:pt x="2235279" y="497326"/>
                    </a:lnTo>
                    <a:lnTo>
                      <a:pt x="2269705" y="511030"/>
                    </a:lnTo>
                    <a:lnTo>
                      <a:pt x="2281880" y="529514"/>
                    </a:lnTo>
                    <a:lnTo>
                      <a:pt x="2287723" y="545271"/>
                    </a:lnTo>
                    <a:lnTo>
                      <a:pt x="2296786" y="558334"/>
                    </a:lnTo>
                    <a:lnTo>
                      <a:pt x="2307387" y="597811"/>
                    </a:lnTo>
                    <a:lnTo>
                      <a:pt x="2303696" y="622137"/>
                    </a:lnTo>
                    <a:lnTo>
                      <a:pt x="2289821" y="630504"/>
                    </a:lnTo>
                    <a:lnTo>
                      <a:pt x="2257060" y="656563"/>
                    </a:lnTo>
                    <a:lnTo>
                      <a:pt x="2242461" y="676024"/>
                    </a:lnTo>
                    <a:lnTo>
                      <a:pt x="2231010" y="688145"/>
                    </a:lnTo>
                    <a:lnTo>
                      <a:pt x="2198465" y="714137"/>
                    </a:lnTo>
                    <a:lnTo>
                      <a:pt x="2186544" y="718800"/>
                    </a:lnTo>
                    <a:lnTo>
                      <a:pt x="2175129" y="732318"/>
                    </a:lnTo>
                    <a:lnTo>
                      <a:pt x="2164094" y="738227"/>
                    </a:lnTo>
                    <a:lnTo>
                      <a:pt x="2154216" y="734827"/>
                    </a:lnTo>
                    <a:lnTo>
                      <a:pt x="2117294" y="759304"/>
                    </a:lnTo>
                    <a:lnTo>
                      <a:pt x="2120171" y="769758"/>
                    </a:lnTo>
                    <a:lnTo>
                      <a:pt x="2148482" y="774185"/>
                    </a:lnTo>
                    <a:lnTo>
                      <a:pt x="2162918" y="768933"/>
                    </a:lnTo>
                    <a:lnTo>
                      <a:pt x="2174025" y="756627"/>
                    </a:lnTo>
                    <a:lnTo>
                      <a:pt x="2186164" y="753799"/>
                    </a:lnTo>
                    <a:lnTo>
                      <a:pt x="2197235" y="756122"/>
                    </a:lnTo>
                    <a:lnTo>
                      <a:pt x="2208976" y="746425"/>
                    </a:lnTo>
                    <a:lnTo>
                      <a:pt x="2218184" y="742554"/>
                    </a:lnTo>
                    <a:lnTo>
                      <a:pt x="2227699" y="747200"/>
                    </a:lnTo>
                    <a:lnTo>
                      <a:pt x="2238318" y="770448"/>
                    </a:lnTo>
                    <a:lnTo>
                      <a:pt x="2216284" y="782552"/>
                    </a:lnTo>
                    <a:lnTo>
                      <a:pt x="2200654" y="783108"/>
                    </a:lnTo>
                    <a:lnTo>
                      <a:pt x="2193020" y="821238"/>
                    </a:lnTo>
                    <a:lnTo>
                      <a:pt x="2183559" y="837618"/>
                    </a:lnTo>
                    <a:lnTo>
                      <a:pt x="2176775" y="845496"/>
                    </a:lnTo>
                    <a:lnTo>
                      <a:pt x="2142096" y="861725"/>
                    </a:lnTo>
                    <a:lnTo>
                      <a:pt x="2119212" y="882296"/>
                    </a:lnTo>
                    <a:lnTo>
                      <a:pt x="2092239" y="898861"/>
                    </a:lnTo>
                    <a:lnTo>
                      <a:pt x="2080462" y="895259"/>
                    </a:lnTo>
                    <a:lnTo>
                      <a:pt x="2062716" y="912093"/>
                    </a:lnTo>
                    <a:lnTo>
                      <a:pt x="2023279" y="932025"/>
                    </a:lnTo>
                    <a:lnTo>
                      <a:pt x="2003072" y="958876"/>
                    </a:lnTo>
                    <a:lnTo>
                      <a:pt x="1957720" y="982899"/>
                    </a:lnTo>
                    <a:lnTo>
                      <a:pt x="1934619" y="1002444"/>
                    </a:lnTo>
                    <a:lnTo>
                      <a:pt x="1871863" y="1003471"/>
                    </a:lnTo>
                    <a:lnTo>
                      <a:pt x="1811930" y="999178"/>
                    </a:lnTo>
                    <a:lnTo>
                      <a:pt x="1793117" y="1008470"/>
                    </a:lnTo>
                    <a:lnTo>
                      <a:pt x="1812346" y="1011349"/>
                    </a:lnTo>
                    <a:lnTo>
                      <a:pt x="1825824" y="1020473"/>
                    </a:lnTo>
                    <a:lnTo>
                      <a:pt x="1841978" y="1016669"/>
                    </a:lnTo>
                    <a:lnTo>
                      <a:pt x="1879950" y="1021231"/>
                    </a:lnTo>
                    <a:lnTo>
                      <a:pt x="1899487" y="1026197"/>
                    </a:lnTo>
                    <a:lnTo>
                      <a:pt x="1924560" y="1058149"/>
                    </a:lnTo>
                    <a:lnTo>
                      <a:pt x="1906126" y="1069512"/>
                    </a:lnTo>
                    <a:lnTo>
                      <a:pt x="1874197" y="1078232"/>
                    </a:lnTo>
                    <a:lnTo>
                      <a:pt x="1886173" y="1123551"/>
                    </a:lnTo>
                    <a:lnTo>
                      <a:pt x="1896050" y="1154105"/>
                    </a:lnTo>
                    <a:lnTo>
                      <a:pt x="1883116" y="1172539"/>
                    </a:lnTo>
                    <a:lnTo>
                      <a:pt x="1882157" y="1256408"/>
                    </a:lnTo>
                    <a:lnTo>
                      <a:pt x="1864012" y="1258007"/>
                    </a:lnTo>
                    <a:lnTo>
                      <a:pt x="1856306" y="1292703"/>
                    </a:lnTo>
                    <a:lnTo>
                      <a:pt x="1862022" y="1310396"/>
                    </a:lnTo>
                    <a:lnTo>
                      <a:pt x="1861570" y="1351489"/>
                    </a:lnTo>
                    <a:lnTo>
                      <a:pt x="1865351" y="1376808"/>
                    </a:lnTo>
                    <a:lnTo>
                      <a:pt x="1874251" y="1400124"/>
                    </a:lnTo>
                    <a:lnTo>
                      <a:pt x="1870290" y="1424432"/>
                    </a:lnTo>
                    <a:lnTo>
                      <a:pt x="1841598" y="1481333"/>
                    </a:lnTo>
                    <a:lnTo>
                      <a:pt x="1842250" y="1508032"/>
                    </a:lnTo>
                    <a:lnTo>
                      <a:pt x="1847405" y="1523890"/>
                    </a:lnTo>
                    <a:lnTo>
                      <a:pt x="1851222" y="1549243"/>
                    </a:lnTo>
                    <a:lnTo>
                      <a:pt x="1838179" y="1597979"/>
                    </a:lnTo>
                    <a:lnTo>
                      <a:pt x="1828971" y="1638701"/>
                    </a:lnTo>
                    <a:lnTo>
                      <a:pt x="1818027" y="1672976"/>
                    </a:lnTo>
                    <a:lnTo>
                      <a:pt x="1793533" y="1714103"/>
                    </a:lnTo>
                    <a:lnTo>
                      <a:pt x="1781340" y="1744842"/>
                    </a:lnTo>
                    <a:lnTo>
                      <a:pt x="1752811" y="1840765"/>
                    </a:lnTo>
                    <a:lnTo>
                      <a:pt x="1738665" y="1859805"/>
                    </a:lnTo>
                    <a:lnTo>
                      <a:pt x="1721316" y="1874434"/>
                    </a:lnTo>
                    <a:lnTo>
                      <a:pt x="1701978" y="1860899"/>
                    </a:lnTo>
                    <a:lnTo>
                      <a:pt x="1684249" y="1853526"/>
                    </a:lnTo>
                    <a:lnTo>
                      <a:pt x="1662595" y="1854418"/>
                    </a:lnTo>
                    <a:lnTo>
                      <a:pt x="1628676" y="1865512"/>
                    </a:lnTo>
                    <a:lnTo>
                      <a:pt x="1577661" y="1858138"/>
                    </a:lnTo>
                    <a:lnTo>
                      <a:pt x="1527805" y="1861690"/>
                    </a:lnTo>
                    <a:lnTo>
                      <a:pt x="1515196" y="1871269"/>
                    </a:lnTo>
                    <a:lnTo>
                      <a:pt x="1522757" y="1906083"/>
                    </a:lnTo>
                    <a:lnTo>
                      <a:pt x="1504378" y="1910645"/>
                    </a:lnTo>
                    <a:lnTo>
                      <a:pt x="1486414" y="1900746"/>
                    </a:lnTo>
                    <a:lnTo>
                      <a:pt x="1470603" y="1912564"/>
                    </a:lnTo>
                    <a:lnTo>
                      <a:pt x="1457397" y="1925526"/>
                    </a:lnTo>
                    <a:lnTo>
                      <a:pt x="1431456" y="1956283"/>
                    </a:lnTo>
                    <a:lnTo>
                      <a:pt x="1422772" y="1975222"/>
                    </a:lnTo>
                    <a:lnTo>
                      <a:pt x="1420529" y="2010894"/>
                    </a:lnTo>
                    <a:lnTo>
                      <a:pt x="1434151" y="2042879"/>
                    </a:lnTo>
                    <a:lnTo>
                      <a:pt x="1446235" y="2080336"/>
                    </a:lnTo>
                    <a:lnTo>
                      <a:pt x="1415120" y="2125536"/>
                    </a:lnTo>
                    <a:lnTo>
                      <a:pt x="1397754" y="2127068"/>
                    </a:lnTo>
                    <a:lnTo>
                      <a:pt x="1347065" y="2114527"/>
                    </a:lnTo>
                    <a:lnTo>
                      <a:pt x="1257228" y="2142859"/>
                    </a:lnTo>
                    <a:lnTo>
                      <a:pt x="1176546" y="2120452"/>
                    </a:lnTo>
                    <a:lnTo>
                      <a:pt x="1186694" y="2096244"/>
                    </a:lnTo>
                    <a:lnTo>
                      <a:pt x="1186351" y="2078450"/>
                    </a:lnTo>
                    <a:lnTo>
                      <a:pt x="1190909" y="2051078"/>
                    </a:lnTo>
                    <a:lnTo>
                      <a:pt x="1193623" y="2023082"/>
                    </a:lnTo>
                    <a:lnTo>
                      <a:pt x="1192863" y="2004345"/>
                    </a:lnTo>
                    <a:lnTo>
                      <a:pt x="1186948" y="1984380"/>
                    </a:lnTo>
                    <a:lnTo>
                      <a:pt x="1167048" y="1958253"/>
                    </a:lnTo>
                    <a:lnTo>
                      <a:pt x="1122221" y="1870074"/>
                    </a:lnTo>
                    <a:lnTo>
                      <a:pt x="1108960" y="1832853"/>
                    </a:lnTo>
                    <a:lnTo>
                      <a:pt x="1099734" y="1817348"/>
                    </a:lnTo>
                    <a:lnTo>
                      <a:pt x="1106373" y="1816507"/>
                    </a:lnTo>
                    <a:lnTo>
                      <a:pt x="1143296" y="1836489"/>
                    </a:lnTo>
                    <a:lnTo>
                      <a:pt x="1151907" y="1834031"/>
                    </a:lnTo>
                    <a:lnTo>
                      <a:pt x="1160952" y="1826523"/>
                    </a:lnTo>
                    <a:lnTo>
                      <a:pt x="1149935" y="1797921"/>
                    </a:lnTo>
                    <a:lnTo>
                      <a:pt x="1140474" y="1784976"/>
                    </a:lnTo>
                    <a:lnTo>
                      <a:pt x="1134052" y="1765616"/>
                    </a:lnTo>
                    <a:lnTo>
                      <a:pt x="1155669" y="1760381"/>
                    </a:lnTo>
                    <a:lnTo>
                      <a:pt x="1171281" y="1761542"/>
                    </a:lnTo>
                    <a:lnTo>
                      <a:pt x="1182787" y="1739758"/>
                    </a:lnTo>
                    <a:lnTo>
                      <a:pt x="1176148" y="1704541"/>
                    </a:lnTo>
                    <a:lnTo>
                      <a:pt x="1159378" y="1693699"/>
                    </a:lnTo>
                    <a:lnTo>
                      <a:pt x="1145376" y="1688986"/>
                    </a:lnTo>
                    <a:lnTo>
                      <a:pt x="1118530" y="1633668"/>
                    </a:lnTo>
                    <a:lnTo>
                      <a:pt x="1090526" y="1605016"/>
                    </a:lnTo>
                    <a:lnTo>
                      <a:pt x="1040579" y="1494497"/>
                    </a:lnTo>
                    <a:lnTo>
                      <a:pt x="1022308" y="1418641"/>
                    </a:lnTo>
                    <a:lnTo>
                      <a:pt x="1005321" y="1425847"/>
                    </a:lnTo>
                    <a:lnTo>
                      <a:pt x="997072" y="1392801"/>
                    </a:lnTo>
                    <a:lnTo>
                      <a:pt x="991157" y="1361505"/>
                    </a:lnTo>
                    <a:lnTo>
                      <a:pt x="989981" y="1338493"/>
                    </a:lnTo>
                    <a:lnTo>
                      <a:pt x="963352" y="1325311"/>
                    </a:lnTo>
                    <a:lnTo>
                      <a:pt x="962266" y="1309184"/>
                    </a:lnTo>
                    <a:lnTo>
                      <a:pt x="957472" y="1237217"/>
                    </a:lnTo>
                    <a:lnTo>
                      <a:pt x="928908" y="1227554"/>
                    </a:lnTo>
                    <a:lnTo>
                      <a:pt x="910438" y="1187168"/>
                    </a:lnTo>
                    <a:lnTo>
                      <a:pt x="907145" y="1110756"/>
                    </a:lnTo>
                    <a:lnTo>
                      <a:pt x="888331" y="1096851"/>
                    </a:lnTo>
                    <a:lnTo>
                      <a:pt x="873190" y="1100706"/>
                    </a:lnTo>
                    <a:lnTo>
                      <a:pt x="873895" y="1081767"/>
                    </a:lnTo>
                    <a:lnTo>
                      <a:pt x="877513" y="1063990"/>
                    </a:lnTo>
                    <a:lnTo>
                      <a:pt x="868667" y="993555"/>
                    </a:lnTo>
                    <a:lnTo>
                      <a:pt x="865719" y="929264"/>
                    </a:lnTo>
                    <a:lnTo>
                      <a:pt x="858537" y="909854"/>
                    </a:lnTo>
                    <a:lnTo>
                      <a:pt x="854466" y="887128"/>
                    </a:lnTo>
                    <a:lnTo>
                      <a:pt x="858121" y="867499"/>
                    </a:lnTo>
                    <a:lnTo>
                      <a:pt x="863475" y="856220"/>
                    </a:lnTo>
                    <a:lnTo>
                      <a:pt x="881909" y="853257"/>
                    </a:lnTo>
                    <a:lnTo>
                      <a:pt x="899131" y="8706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4" name="ph9084"/>
              <p:cNvSpPr/>
              <p:nvPr/>
            </p:nvSpPr>
            <p:spPr>
              <a:xfrm>
                <a:off x="3723782" y="1804293"/>
                <a:ext cx="9501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164" h="914400">
                    <a:moveTo>
                      <a:pt x="914400" y="914400"/>
                    </a:moveTo>
                    <a:lnTo>
                      <a:pt x="904794" y="912767"/>
                    </a:lnTo>
                    <a:lnTo>
                      <a:pt x="896038" y="896892"/>
                    </a:lnTo>
                    <a:lnTo>
                      <a:pt x="913748" y="872650"/>
                    </a:lnTo>
                    <a:lnTo>
                      <a:pt x="940847" y="873963"/>
                    </a:lnTo>
                    <a:lnTo>
                      <a:pt x="950164" y="879014"/>
                    </a:lnTo>
                    <a:lnTo>
                      <a:pt x="917728" y="8929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5" name="ph9085"/>
              <p:cNvSpPr/>
              <p:nvPr/>
            </p:nvSpPr>
            <p:spPr>
              <a:xfrm>
                <a:off x="3581791" y="1404593"/>
                <a:ext cx="93545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5457" h="914399">
                    <a:moveTo>
                      <a:pt x="914400" y="914399"/>
                    </a:moveTo>
                    <a:lnTo>
                      <a:pt x="910329" y="913356"/>
                    </a:lnTo>
                    <a:lnTo>
                      <a:pt x="915394" y="897346"/>
                    </a:lnTo>
                    <a:lnTo>
                      <a:pt x="919157" y="890427"/>
                    </a:lnTo>
                    <a:lnTo>
                      <a:pt x="931640" y="883963"/>
                    </a:lnTo>
                    <a:lnTo>
                      <a:pt x="935457" y="885091"/>
                    </a:lnTo>
                    <a:lnTo>
                      <a:pt x="922612" y="91111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6" name="ph9086"/>
              <p:cNvSpPr/>
              <p:nvPr/>
            </p:nvSpPr>
            <p:spPr>
              <a:xfrm>
                <a:off x="3618551" y="1260591"/>
                <a:ext cx="93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8134" h="914400">
                    <a:moveTo>
                      <a:pt x="914400" y="914400"/>
                    </a:moveTo>
                    <a:lnTo>
                      <a:pt x="909732" y="900410"/>
                    </a:lnTo>
                    <a:lnTo>
                      <a:pt x="911596" y="897666"/>
                    </a:lnTo>
                    <a:lnTo>
                      <a:pt x="914779" y="883862"/>
                    </a:lnTo>
                    <a:lnTo>
                      <a:pt x="923770" y="876286"/>
                    </a:lnTo>
                    <a:lnTo>
                      <a:pt x="938134" y="880832"/>
                    </a:lnTo>
                    <a:lnTo>
                      <a:pt x="938043" y="884283"/>
                    </a:lnTo>
                    <a:lnTo>
                      <a:pt x="924313" y="895461"/>
                    </a:lnTo>
                    <a:lnTo>
                      <a:pt x="919049" y="9029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7" name="ph9087"/>
              <p:cNvSpPr/>
              <p:nvPr/>
            </p:nvSpPr>
            <p:spPr>
              <a:xfrm>
                <a:off x="3869372" y="2985566"/>
                <a:ext cx="928419" cy="915616"/>
              </a:xfrm>
              <a:custGeom>
                <a:avLst/>
                <a:gdLst/>
                <a:ahLst/>
                <a:cxnLst/>
                <a:rect l="0" t="0" r="0" b="0"/>
                <a:pathLst>
                  <a:path w="928419" h="915616">
                    <a:moveTo>
                      <a:pt x="914400" y="914400"/>
                    </a:moveTo>
                    <a:lnTo>
                      <a:pt x="862517" y="909888"/>
                    </a:lnTo>
                    <a:lnTo>
                      <a:pt x="855136" y="905713"/>
                    </a:lnTo>
                    <a:lnTo>
                      <a:pt x="883682" y="876185"/>
                    </a:lnTo>
                    <a:lnTo>
                      <a:pt x="902279" y="845496"/>
                    </a:lnTo>
                    <a:lnTo>
                      <a:pt x="918072" y="805447"/>
                    </a:lnTo>
                    <a:lnTo>
                      <a:pt x="919754" y="777704"/>
                    </a:lnTo>
                    <a:lnTo>
                      <a:pt x="923698" y="746425"/>
                    </a:lnTo>
                    <a:lnTo>
                      <a:pt x="928419" y="744095"/>
                    </a:lnTo>
                    <a:lnTo>
                      <a:pt x="928419" y="9156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8" name="ph9088"/>
              <p:cNvSpPr/>
              <p:nvPr/>
            </p:nvSpPr>
            <p:spPr>
              <a:xfrm>
                <a:off x="2904509" y="3128877"/>
                <a:ext cx="1893282" cy="920712"/>
              </a:xfrm>
              <a:custGeom>
                <a:avLst/>
                <a:gdLst/>
                <a:ahLst/>
                <a:cxnLst/>
                <a:rect l="0" t="0" r="0" b="0"/>
                <a:pathLst>
                  <a:path w="1893282" h="920712">
                    <a:moveTo>
                      <a:pt x="914400" y="914400"/>
                    </a:moveTo>
                    <a:lnTo>
                      <a:pt x="1020481" y="872482"/>
                    </a:lnTo>
                    <a:lnTo>
                      <a:pt x="1133780" y="833156"/>
                    </a:lnTo>
                    <a:lnTo>
                      <a:pt x="1160228" y="828881"/>
                    </a:lnTo>
                    <a:lnTo>
                      <a:pt x="1186821" y="820598"/>
                    </a:lnTo>
                    <a:lnTo>
                      <a:pt x="1196644" y="805885"/>
                    </a:lnTo>
                    <a:lnTo>
                      <a:pt x="1206449" y="796037"/>
                    </a:lnTo>
                    <a:lnTo>
                      <a:pt x="1221880" y="770095"/>
                    </a:lnTo>
                    <a:lnTo>
                      <a:pt x="1255998" y="729776"/>
                    </a:lnTo>
                    <a:lnTo>
                      <a:pt x="1316329" y="715097"/>
                    </a:lnTo>
                    <a:lnTo>
                      <a:pt x="1338852" y="695973"/>
                    </a:lnTo>
                    <a:lnTo>
                      <a:pt x="1386067" y="669189"/>
                    </a:lnTo>
                    <a:lnTo>
                      <a:pt x="1493704" y="639140"/>
                    </a:lnTo>
                    <a:lnTo>
                      <a:pt x="1538659" y="632540"/>
                    </a:lnTo>
                    <a:lnTo>
                      <a:pt x="1582709" y="631732"/>
                    </a:lnTo>
                    <a:lnTo>
                      <a:pt x="1621928" y="655435"/>
                    </a:lnTo>
                    <a:lnTo>
                      <a:pt x="1663445" y="684694"/>
                    </a:lnTo>
                    <a:lnTo>
                      <a:pt x="1670917" y="702353"/>
                    </a:lnTo>
                    <a:lnTo>
                      <a:pt x="1648449" y="691343"/>
                    </a:lnTo>
                    <a:lnTo>
                      <a:pt x="1615705" y="665065"/>
                    </a:lnTo>
                    <a:lnTo>
                      <a:pt x="1603603" y="663954"/>
                    </a:lnTo>
                    <a:lnTo>
                      <a:pt x="1631552" y="743883"/>
                    </a:lnTo>
                    <a:lnTo>
                      <a:pt x="1646839" y="772148"/>
                    </a:lnTo>
                    <a:lnTo>
                      <a:pt x="1677737" y="793293"/>
                    </a:lnTo>
                    <a:lnTo>
                      <a:pt x="1703642" y="800414"/>
                    </a:lnTo>
                    <a:lnTo>
                      <a:pt x="1783456" y="787603"/>
                    </a:lnTo>
                    <a:lnTo>
                      <a:pt x="1811804" y="770869"/>
                    </a:lnTo>
                    <a:lnTo>
                      <a:pt x="1819999" y="762401"/>
                    </a:lnTo>
                    <a:lnTo>
                      <a:pt x="1827379" y="766576"/>
                    </a:lnTo>
                    <a:lnTo>
                      <a:pt x="1879262" y="771088"/>
                    </a:lnTo>
                    <a:lnTo>
                      <a:pt x="1893282" y="772304"/>
                    </a:lnTo>
                    <a:lnTo>
                      <a:pt x="1893282" y="920712"/>
                    </a:lnTo>
                    <a:lnTo>
                      <a:pt x="902385" y="9207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9" name="ph9089"/>
              <p:cNvSpPr/>
              <p:nvPr/>
            </p:nvSpPr>
            <p:spPr>
              <a:xfrm>
                <a:off x="2459724" y="758992"/>
                <a:ext cx="965161" cy="1866109"/>
              </a:xfrm>
              <a:custGeom>
                <a:avLst/>
                <a:gdLst/>
                <a:ahLst/>
                <a:cxnLst/>
                <a:rect l="0" t="0" r="0" b="0"/>
                <a:pathLst>
                  <a:path w="965161" h="1866109">
                    <a:moveTo>
                      <a:pt x="914400" y="914400"/>
                    </a:moveTo>
                    <a:lnTo>
                      <a:pt x="938604" y="984212"/>
                    </a:lnTo>
                    <a:lnTo>
                      <a:pt x="958703" y="1033857"/>
                    </a:lnTo>
                    <a:lnTo>
                      <a:pt x="965161" y="1066583"/>
                    </a:lnTo>
                    <a:lnTo>
                      <a:pt x="958522" y="1099764"/>
                    </a:lnTo>
                    <a:lnTo>
                      <a:pt x="951665" y="1116749"/>
                    </a:lnTo>
                    <a:lnTo>
                      <a:pt x="951448" y="1139627"/>
                    </a:lnTo>
                    <a:lnTo>
                      <a:pt x="946166" y="1185165"/>
                    </a:lnTo>
                    <a:lnTo>
                      <a:pt x="930590" y="1208177"/>
                    </a:lnTo>
                    <a:lnTo>
                      <a:pt x="910203" y="1233277"/>
                    </a:lnTo>
                    <a:lnTo>
                      <a:pt x="887463" y="1252014"/>
                    </a:lnTo>
                    <a:lnTo>
                      <a:pt x="869427" y="1257283"/>
                    </a:lnTo>
                    <a:lnTo>
                      <a:pt x="853942" y="1259455"/>
                    </a:lnTo>
                    <a:lnTo>
                      <a:pt x="843540" y="1268983"/>
                    </a:lnTo>
                    <a:lnTo>
                      <a:pt x="834115" y="1296979"/>
                    </a:lnTo>
                    <a:lnTo>
                      <a:pt x="825413" y="1326389"/>
                    </a:lnTo>
                    <a:lnTo>
                      <a:pt x="796976" y="1362549"/>
                    </a:lnTo>
                    <a:lnTo>
                      <a:pt x="797735" y="1375141"/>
                    </a:lnTo>
                    <a:lnTo>
                      <a:pt x="808571" y="1418002"/>
                    </a:lnTo>
                    <a:lnTo>
                      <a:pt x="818720" y="1466805"/>
                    </a:lnTo>
                    <a:lnTo>
                      <a:pt x="810145" y="1512426"/>
                    </a:lnTo>
                    <a:lnTo>
                      <a:pt x="802801" y="1560320"/>
                    </a:lnTo>
                    <a:lnTo>
                      <a:pt x="789938" y="1592238"/>
                    </a:lnTo>
                    <a:lnTo>
                      <a:pt x="771559" y="1603635"/>
                    </a:lnTo>
                    <a:lnTo>
                      <a:pt x="758063" y="1597945"/>
                    </a:lnTo>
                    <a:lnTo>
                      <a:pt x="742795" y="1554159"/>
                    </a:lnTo>
                    <a:lnTo>
                      <a:pt x="742451" y="1544092"/>
                    </a:lnTo>
                    <a:lnTo>
                      <a:pt x="738652" y="1530708"/>
                    </a:lnTo>
                    <a:lnTo>
                      <a:pt x="695344" y="1517375"/>
                    </a:lnTo>
                    <a:lnTo>
                      <a:pt x="687692" y="1517864"/>
                    </a:lnTo>
                    <a:lnTo>
                      <a:pt x="670669" y="1510052"/>
                    </a:lnTo>
                    <a:lnTo>
                      <a:pt x="660683" y="1507847"/>
                    </a:lnTo>
                    <a:lnTo>
                      <a:pt x="640205" y="1503336"/>
                    </a:lnTo>
                    <a:lnTo>
                      <a:pt x="623182" y="1464700"/>
                    </a:lnTo>
                    <a:lnTo>
                      <a:pt x="605092" y="1432564"/>
                    </a:lnTo>
                    <a:lnTo>
                      <a:pt x="602523" y="1419130"/>
                    </a:lnTo>
                    <a:lnTo>
                      <a:pt x="603138" y="1359031"/>
                    </a:lnTo>
                    <a:lnTo>
                      <a:pt x="597603" y="1332298"/>
                    </a:lnTo>
                    <a:lnTo>
                      <a:pt x="595902" y="1303157"/>
                    </a:lnTo>
                    <a:lnTo>
                      <a:pt x="584523" y="1326860"/>
                    </a:lnTo>
                    <a:lnTo>
                      <a:pt x="591126" y="1364334"/>
                    </a:lnTo>
                    <a:lnTo>
                      <a:pt x="577088" y="1380057"/>
                    </a:lnTo>
                    <a:lnTo>
                      <a:pt x="559378" y="1387700"/>
                    </a:lnTo>
                    <a:lnTo>
                      <a:pt x="561042" y="1409652"/>
                    </a:lnTo>
                    <a:lnTo>
                      <a:pt x="568314" y="1413810"/>
                    </a:lnTo>
                    <a:lnTo>
                      <a:pt x="569834" y="1436604"/>
                    </a:lnTo>
                    <a:lnTo>
                      <a:pt x="565529" y="1470340"/>
                    </a:lnTo>
                    <a:lnTo>
                      <a:pt x="530669" y="1545354"/>
                    </a:lnTo>
                    <a:lnTo>
                      <a:pt x="523631" y="1553418"/>
                    </a:lnTo>
                    <a:lnTo>
                      <a:pt x="518856" y="1563552"/>
                    </a:lnTo>
                    <a:lnTo>
                      <a:pt x="501019" y="1556819"/>
                    </a:lnTo>
                    <a:lnTo>
                      <a:pt x="478134" y="1577710"/>
                    </a:lnTo>
                    <a:lnTo>
                      <a:pt x="456462" y="1581060"/>
                    </a:lnTo>
                    <a:lnTo>
                      <a:pt x="448611" y="1557425"/>
                    </a:lnTo>
                    <a:lnTo>
                      <a:pt x="418039" y="1526146"/>
                    </a:lnTo>
                    <a:lnTo>
                      <a:pt x="403603" y="1527897"/>
                    </a:lnTo>
                    <a:lnTo>
                      <a:pt x="416555" y="1543334"/>
                    </a:lnTo>
                    <a:lnTo>
                      <a:pt x="429327" y="1563401"/>
                    </a:lnTo>
                    <a:lnTo>
                      <a:pt x="422073" y="1576683"/>
                    </a:lnTo>
                    <a:lnTo>
                      <a:pt x="414945" y="1585353"/>
                    </a:lnTo>
                    <a:lnTo>
                      <a:pt x="402463" y="1589848"/>
                    </a:lnTo>
                    <a:lnTo>
                      <a:pt x="357798" y="1616109"/>
                    </a:lnTo>
                    <a:lnTo>
                      <a:pt x="373699" y="1633752"/>
                    </a:lnTo>
                    <a:lnTo>
                      <a:pt x="360204" y="1653785"/>
                    </a:lnTo>
                    <a:lnTo>
                      <a:pt x="344592" y="1656731"/>
                    </a:lnTo>
                    <a:lnTo>
                      <a:pt x="336271" y="1666091"/>
                    </a:lnTo>
                    <a:lnTo>
                      <a:pt x="333376" y="1678801"/>
                    </a:lnTo>
                    <a:lnTo>
                      <a:pt x="287119" y="1715012"/>
                    </a:lnTo>
                    <a:lnTo>
                      <a:pt x="211719" y="1807887"/>
                    </a:lnTo>
                    <a:lnTo>
                      <a:pt x="172970" y="1834132"/>
                    </a:lnTo>
                    <a:lnTo>
                      <a:pt x="145907" y="1861421"/>
                    </a:lnTo>
                    <a:lnTo>
                      <a:pt x="122064" y="1860747"/>
                    </a:lnTo>
                    <a:lnTo>
                      <a:pt x="115135" y="1866109"/>
                    </a:lnTo>
                    <a:lnTo>
                      <a:pt x="115135" y="877212"/>
                    </a:lnTo>
                    <a:lnTo>
                      <a:pt x="910693" y="8772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0" name="ph9090"/>
              <p:cNvSpPr/>
              <p:nvPr/>
            </p:nvSpPr>
            <p:spPr>
              <a:xfrm>
                <a:off x="1827831" y="3135089"/>
                <a:ext cx="1314683" cy="914501"/>
              </a:xfrm>
              <a:custGeom>
                <a:avLst/>
                <a:gdLst/>
                <a:ahLst/>
                <a:cxnLst/>
                <a:rect l="0" t="0" r="0" b="0"/>
                <a:pathLst>
                  <a:path w="1314683" h="914501">
                    <a:moveTo>
                      <a:pt x="914400" y="914400"/>
                    </a:moveTo>
                    <a:lnTo>
                      <a:pt x="914978" y="824588"/>
                    </a:lnTo>
                    <a:lnTo>
                      <a:pt x="904775" y="811221"/>
                    </a:lnTo>
                    <a:lnTo>
                      <a:pt x="891588" y="806575"/>
                    </a:lnTo>
                    <a:lnTo>
                      <a:pt x="883375" y="812719"/>
                    </a:lnTo>
                    <a:lnTo>
                      <a:pt x="866496" y="812804"/>
                    </a:lnTo>
                    <a:lnTo>
                      <a:pt x="862951" y="792468"/>
                    </a:lnTo>
                    <a:lnTo>
                      <a:pt x="867075" y="777401"/>
                    </a:lnTo>
                    <a:lnTo>
                      <a:pt x="900995" y="767098"/>
                    </a:lnTo>
                    <a:lnTo>
                      <a:pt x="923354" y="753294"/>
                    </a:lnTo>
                    <a:lnTo>
                      <a:pt x="924349" y="728901"/>
                    </a:lnTo>
                    <a:lnTo>
                      <a:pt x="910221" y="709726"/>
                    </a:lnTo>
                    <a:lnTo>
                      <a:pt x="893306" y="674559"/>
                    </a:lnTo>
                    <a:lnTo>
                      <a:pt x="873425" y="641496"/>
                    </a:lnTo>
                    <a:lnTo>
                      <a:pt x="871272" y="603063"/>
                    </a:lnTo>
                    <a:lnTo>
                      <a:pt x="905825" y="603821"/>
                    </a:lnTo>
                    <a:lnTo>
                      <a:pt x="914291" y="605269"/>
                    </a:lnTo>
                    <a:lnTo>
                      <a:pt x="966698" y="623282"/>
                    </a:lnTo>
                    <a:lnTo>
                      <a:pt x="979506" y="635924"/>
                    </a:lnTo>
                    <a:lnTo>
                      <a:pt x="995625" y="636513"/>
                    </a:lnTo>
                    <a:lnTo>
                      <a:pt x="1024660" y="624746"/>
                    </a:lnTo>
                    <a:lnTo>
                      <a:pt x="1046350" y="619578"/>
                    </a:lnTo>
                    <a:lnTo>
                      <a:pt x="1054762" y="626834"/>
                    </a:lnTo>
                    <a:lnTo>
                      <a:pt x="1066575" y="629881"/>
                    </a:lnTo>
                    <a:lnTo>
                      <a:pt x="1069307" y="629881"/>
                    </a:lnTo>
                    <a:lnTo>
                      <a:pt x="1070446" y="636210"/>
                    </a:lnTo>
                    <a:lnTo>
                      <a:pt x="1097564" y="645368"/>
                    </a:lnTo>
                    <a:lnTo>
                      <a:pt x="1108960" y="659964"/>
                    </a:lnTo>
                    <a:lnTo>
                      <a:pt x="1121624" y="682152"/>
                    </a:lnTo>
                    <a:lnTo>
                      <a:pt x="1122854" y="714087"/>
                    </a:lnTo>
                    <a:lnTo>
                      <a:pt x="1106645" y="737066"/>
                    </a:lnTo>
                    <a:lnTo>
                      <a:pt x="1093186" y="751610"/>
                    </a:lnTo>
                    <a:lnTo>
                      <a:pt x="1144092" y="746106"/>
                    </a:lnTo>
                    <a:lnTo>
                      <a:pt x="1149157" y="759287"/>
                    </a:lnTo>
                    <a:lnTo>
                      <a:pt x="1156863" y="773512"/>
                    </a:lnTo>
                    <a:lnTo>
                      <a:pt x="1184288" y="763378"/>
                    </a:lnTo>
                    <a:lnTo>
                      <a:pt x="1253031" y="805464"/>
                    </a:lnTo>
                    <a:lnTo>
                      <a:pt x="1294603" y="784976"/>
                    </a:lnTo>
                    <a:lnTo>
                      <a:pt x="1305240" y="783781"/>
                    </a:lnTo>
                    <a:lnTo>
                      <a:pt x="1314683" y="817787"/>
                    </a:lnTo>
                    <a:lnTo>
                      <a:pt x="1304353" y="852045"/>
                    </a:lnTo>
                    <a:lnTo>
                      <a:pt x="1267703" y="888592"/>
                    </a:lnTo>
                    <a:lnTo>
                      <a:pt x="1275825" y="911117"/>
                    </a:lnTo>
                    <a:lnTo>
                      <a:pt x="1283746" y="914501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1" name="ph9091"/>
              <p:cNvSpPr/>
              <p:nvPr/>
            </p:nvSpPr>
            <p:spPr>
              <a:xfrm>
                <a:off x="2235513" y="3132025"/>
                <a:ext cx="922179" cy="917564"/>
              </a:xfrm>
              <a:custGeom>
                <a:avLst/>
                <a:gdLst/>
                <a:ahLst/>
                <a:cxnLst/>
                <a:rect l="0" t="0" r="0" b="0"/>
                <a:pathLst>
                  <a:path w="922179" h="917564">
                    <a:moveTo>
                      <a:pt x="914400" y="914400"/>
                    </a:moveTo>
                    <a:lnTo>
                      <a:pt x="922179" y="917564"/>
                    </a:lnTo>
                    <a:lnTo>
                      <a:pt x="891527" y="9175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2" name="ph9092"/>
              <p:cNvSpPr/>
              <p:nvPr/>
            </p:nvSpPr>
            <p:spPr>
              <a:xfrm>
                <a:off x="2345972" y="3096050"/>
                <a:ext cx="1308350" cy="953540"/>
              </a:xfrm>
              <a:custGeom>
                <a:avLst/>
                <a:gdLst/>
                <a:ahLst/>
                <a:cxnLst/>
                <a:rect l="0" t="0" r="0" b="0"/>
                <a:pathLst>
                  <a:path w="1308350" h="953540">
                    <a:moveTo>
                      <a:pt x="914400" y="914400"/>
                    </a:moveTo>
                    <a:lnTo>
                      <a:pt x="932128" y="903390"/>
                    </a:lnTo>
                    <a:lnTo>
                      <a:pt x="990487" y="895511"/>
                    </a:lnTo>
                    <a:lnTo>
                      <a:pt x="1001106" y="875663"/>
                    </a:lnTo>
                    <a:lnTo>
                      <a:pt x="1024750" y="855698"/>
                    </a:lnTo>
                    <a:lnTo>
                      <a:pt x="1039982" y="833897"/>
                    </a:lnTo>
                    <a:lnTo>
                      <a:pt x="1076452" y="792400"/>
                    </a:lnTo>
                    <a:lnTo>
                      <a:pt x="1114188" y="799875"/>
                    </a:lnTo>
                    <a:lnTo>
                      <a:pt x="1136222" y="807821"/>
                    </a:lnTo>
                    <a:lnTo>
                      <a:pt x="1160409" y="811827"/>
                    </a:lnTo>
                    <a:lnTo>
                      <a:pt x="1182425" y="856068"/>
                    </a:lnTo>
                    <a:lnTo>
                      <a:pt x="1238107" y="904972"/>
                    </a:lnTo>
                    <a:lnTo>
                      <a:pt x="1289266" y="900713"/>
                    </a:lnTo>
                    <a:lnTo>
                      <a:pt x="1307429" y="946974"/>
                    </a:lnTo>
                    <a:lnTo>
                      <a:pt x="1308350" y="953540"/>
                    </a:lnTo>
                    <a:lnTo>
                      <a:pt x="880553" y="95354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3" name="ph9093"/>
              <p:cNvSpPr/>
              <p:nvPr/>
            </p:nvSpPr>
            <p:spPr>
              <a:xfrm>
                <a:off x="2722684" y="3026440"/>
                <a:ext cx="914400" cy="9383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389">
                    <a:moveTo>
                      <a:pt x="914400" y="914400"/>
                    </a:moveTo>
                    <a:lnTo>
                      <a:pt x="909425" y="926217"/>
                    </a:lnTo>
                    <a:lnTo>
                      <a:pt x="888603" y="906555"/>
                    </a:lnTo>
                    <a:lnTo>
                      <a:pt x="867690" y="906824"/>
                    </a:lnTo>
                    <a:lnTo>
                      <a:pt x="855190" y="937109"/>
                    </a:lnTo>
                    <a:lnTo>
                      <a:pt x="845892" y="938389"/>
                    </a:lnTo>
                    <a:lnTo>
                      <a:pt x="813600" y="910881"/>
                    </a:lnTo>
                    <a:lnTo>
                      <a:pt x="808427" y="897464"/>
                    </a:lnTo>
                    <a:lnTo>
                      <a:pt x="807359" y="886303"/>
                    </a:lnTo>
                    <a:lnTo>
                      <a:pt x="811972" y="847668"/>
                    </a:lnTo>
                    <a:lnTo>
                      <a:pt x="811122" y="835513"/>
                    </a:lnTo>
                    <a:lnTo>
                      <a:pt x="821271" y="822231"/>
                    </a:lnTo>
                    <a:lnTo>
                      <a:pt x="822845" y="803040"/>
                    </a:lnTo>
                    <a:lnTo>
                      <a:pt x="840790" y="782805"/>
                    </a:lnTo>
                    <a:lnTo>
                      <a:pt x="856710" y="782047"/>
                    </a:lnTo>
                    <a:lnTo>
                      <a:pt x="861775" y="799185"/>
                    </a:lnTo>
                    <a:lnTo>
                      <a:pt x="869391" y="810986"/>
                    </a:lnTo>
                    <a:lnTo>
                      <a:pt x="896219" y="824217"/>
                    </a:lnTo>
                    <a:lnTo>
                      <a:pt x="900217" y="830227"/>
                    </a:lnTo>
                    <a:lnTo>
                      <a:pt x="902641" y="838544"/>
                    </a:lnTo>
                    <a:lnTo>
                      <a:pt x="890159" y="854839"/>
                    </a:lnTo>
                    <a:lnTo>
                      <a:pt x="885925" y="863189"/>
                    </a:lnTo>
                    <a:lnTo>
                      <a:pt x="889887" y="876573"/>
                    </a:lnTo>
                    <a:lnTo>
                      <a:pt x="909768" y="8912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4" name="ph9094"/>
              <p:cNvSpPr/>
              <p:nvPr/>
            </p:nvSpPr>
            <p:spPr>
              <a:xfrm>
                <a:off x="2748300" y="3122682"/>
                <a:ext cx="958345" cy="926907"/>
              </a:xfrm>
              <a:custGeom>
                <a:avLst/>
                <a:gdLst/>
                <a:ahLst/>
                <a:cxnLst/>
                <a:rect l="0" t="0" r="0" b="0"/>
                <a:pathLst>
                  <a:path w="958345" h="926907">
                    <a:moveTo>
                      <a:pt x="914399" y="914400"/>
                    </a:moveTo>
                    <a:lnTo>
                      <a:pt x="906006" y="906369"/>
                    </a:lnTo>
                    <a:lnTo>
                      <a:pt x="904757" y="894905"/>
                    </a:lnTo>
                    <a:lnTo>
                      <a:pt x="906114" y="883037"/>
                    </a:lnTo>
                    <a:lnTo>
                      <a:pt x="945225" y="914989"/>
                    </a:lnTo>
                    <a:lnTo>
                      <a:pt x="958345" y="926907"/>
                    </a:lnTo>
                    <a:lnTo>
                      <a:pt x="922742" y="92690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5" name="ph9095"/>
              <p:cNvSpPr/>
              <p:nvPr/>
            </p:nvSpPr>
            <p:spPr>
              <a:xfrm>
                <a:off x="2240144" y="2991761"/>
                <a:ext cx="9428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2837" h="914400">
                    <a:moveTo>
                      <a:pt x="914400" y="914400"/>
                    </a:moveTo>
                    <a:lnTo>
                      <a:pt x="903545" y="900612"/>
                    </a:lnTo>
                    <a:lnTo>
                      <a:pt x="892619" y="897111"/>
                    </a:lnTo>
                    <a:lnTo>
                      <a:pt x="898498" y="880108"/>
                    </a:lnTo>
                    <a:lnTo>
                      <a:pt x="906187" y="873930"/>
                    </a:lnTo>
                    <a:lnTo>
                      <a:pt x="933720" y="885007"/>
                    </a:lnTo>
                    <a:lnTo>
                      <a:pt x="942367" y="906689"/>
                    </a:lnTo>
                    <a:lnTo>
                      <a:pt x="942837" y="9137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6" name="ph9096"/>
              <p:cNvSpPr/>
              <p:nvPr/>
            </p:nvSpPr>
            <p:spPr>
              <a:xfrm>
                <a:off x="1713192" y="2870721"/>
                <a:ext cx="9782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8294" h="914400">
                    <a:moveTo>
                      <a:pt x="914400" y="914400"/>
                    </a:moveTo>
                    <a:lnTo>
                      <a:pt x="916444" y="865714"/>
                    </a:lnTo>
                    <a:lnTo>
                      <a:pt x="936723" y="813847"/>
                    </a:lnTo>
                    <a:lnTo>
                      <a:pt x="945298" y="815009"/>
                    </a:lnTo>
                    <a:lnTo>
                      <a:pt x="936524" y="829015"/>
                    </a:lnTo>
                    <a:lnTo>
                      <a:pt x="933991" y="838830"/>
                    </a:lnTo>
                    <a:lnTo>
                      <a:pt x="930427" y="858442"/>
                    </a:lnTo>
                    <a:lnTo>
                      <a:pt x="932038" y="868627"/>
                    </a:lnTo>
                    <a:lnTo>
                      <a:pt x="978294" y="871421"/>
                    </a:lnTo>
                    <a:lnTo>
                      <a:pt x="972922" y="880512"/>
                    </a:lnTo>
                    <a:lnTo>
                      <a:pt x="926013" y="886640"/>
                    </a:lnTo>
                    <a:lnTo>
                      <a:pt x="918669" y="9075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7" name="ph9097"/>
              <p:cNvSpPr/>
              <p:nvPr/>
            </p:nvSpPr>
            <p:spPr>
              <a:xfrm>
                <a:off x="1762145" y="2897925"/>
                <a:ext cx="9216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18" h="914400">
                    <a:moveTo>
                      <a:pt x="914400" y="914400"/>
                    </a:moveTo>
                    <a:lnTo>
                      <a:pt x="896780" y="913406"/>
                    </a:lnTo>
                    <a:lnTo>
                      <a:pt x="886884" y="905460"/>
                    </a:lnTo>
                    <a:lnTo>
                      <a:pt x="890086" y="896993"/>
                    </a:lnTo>
                    <a:lnTo>
                      <a:pt x="899439" y="890528"/>
                    </a:lnTo>
                    <a:lnTo>
                      <a:pt x="907181" y="889535"/>
                    </a:lnTo>
                    <a:lnTo>
                      <a:pt x="918940" y="893525"/>
                    </a:lnTo>
                    <a:lnTo>
                      <a:pt x="921618" y="90594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8" name="ph9098"/>
              <p:cNvSpPr/>
              <p:nvPr/>
            </p:nvSpPr>
            <p:spPr>
              <a:xfrm>
                <a:off x="3883392" y="945535"/>
                <a:ext cx="914400" cy="10072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7258">
                    <a:moveTo>
                      <a:pt x="914400" y="914400"/>
                    </a:moveTo>
                    <a:lnTo>
                      <a:pt x="914400" y="1003775"/>
                    </a:lnTo>
                    <a:lnTo>
                      <a:pt x="877314" y="1007258"/>
                    </a:lnTo>
                    <a:lnTo>
                      <a:pt x="867347" y="1001315"/>
                    </a:lnTo>
                    <a:lnTo>
                      <a:pt x="853689" y="955104"/>
                    </a:lnTo>
                    <a:lnTo>
                      <a:pt x="856402" y="943169"/>
                    </a:lnTo>
                    <a:lnTo>
                      <a:pt x="865592" y="938085"/>
                    </a:lnTo>
                    <a:lnTo>
                      <a:pt x="873461" y="936991"/>
                    </a:lnTo>
                    <a:lnTo>
                      <a:pt x="874619" y="961872"/>
                    </a:lnTo>
                    <a:lnTo>
                      <a:pt x="886179" y="959397"/>
                    </a:lnTo>
                    <a:lnTo>
                      <a:pt x="889797" y="943000"/>
                    </a:lnTo>
                    <a:lnTo>
                      <a:pt x="890611" y="931452"/>
                    </a:lnTo>
                    <a:lnTo>
                      <a:pt x="887481" y="925627"/>
                    </a:lnTo>
                    <a:lnTo>
                      <a:pt x="879630" y="921116"/>
                    </a:lnTo>
                    <a:lnTo>
                      <a:pt x="875089" y="913372"/>
                    </a:lnTo>
                    <a:lnTo>
                      <a:pt x="881620" y="900914"/>
                    </a:lnTo>
                    <a:lnTo>
                      <a:pt x="893704" y="895527"/>
                    </a:lnTo>
                    <a:lnTo>
                      <a:pt x="904124" y="912177"/>
                    </a:lnTo>
                    <a:lnTo>
                      <a:pt x="912464" y="9143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9" name="ph9099"/>
              <p:cNvSpPr/>
              <p:nvPr/>
            </p:nvSpPr>
            <p:spPr>
              <a:xfrm>
                <a:off x="3821795" y="1009775"/>
                <a:ext cx="914400" cy="9246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635">
                    <a:moveTo>
                      <a:pt x="914400" y="914400"/>
                    </a:moveTo>
                    <a:lnTo>
                      <a:pt x="907308" y="912464"/>
                    </a:lnTo>
                    <a:lnTo>
                      <a:pt x="901863" y="915107"/>
                    </a:lnTo>
                    <a:lnTo>
                      <a:pt x="898173" y="924635"/>
                    </a:lnTo>
                    <a:lnTo>
                      <a:pt x="890140" y="921217"/>
                    </a:lnTo>
                    <a:lnTo>
                      <a:pt x="886902" y="907565"/>
                    </a:lnTo>
                    <a:lnTo>
                      <a:pt x="892890" y="887128"/>
                    </a:lnTo>
                    <a:lnTo>
                      <a:pt x="907236" y="886353"/>
                    </a:lnTo>
                    <a:lnTo>
                      <a:pt x="913441" y="9066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0" name="ph9100"/>
              <p:cNvSpPr/>
              <p:nvPr/>
            </p:nvSpPr>
            <p:spPr>
              <a:xfrm>
                <a:off x="2507247" y="2554267"/>
                <a:ext cx="921292" cy="1228951"/>
              </a:xfrm>
              <a:custGeom>
                <a:avLst/>
                <a:gdLst/>
                <a:ahLst/>
                <a:cxnLst/>
                <a:rect l="0" t="0" r="0" b="0"/>
                <a:pathLst>
                  <a:path w="921292" h="1228951">
                    <a:moveTo>
                      <a:pt x="914400" y="914399"/>
                    </a:moveTo>
                    <a:lnTo>
                      <a:pt x="909587" y="924450"/>
                    </a:lnTo>
                    <a:lnTo>
                      <a:pt x="902514" y="931066"/>
                    </a:lnTo>
                    <a:lnTo>
                      <a:pt x="884008" y="938086"/>
                    </a:lnTo>
                    <a:lnTo>
                      <a:pt x="867980" y="947883"/>
                    </a:lnTo>
                    <a:lnTo>
                      <a:pt x="853689" y="965105"/>
                    </a:lnTo>
                    <a:lnTo>
                      <a:pt x="848424" y="989717"/>
                    </a:lnTo>
                    <a:lnTo>
                      <a:pt x="859604" y="1007730"/>
                    </a:lnTo>
                    <a:lnTo>
                      <a:pt x="879938" y="1017595"/>
                    </a:lnTo>
                    <a:lnTo>
                      <a:pt x="885111" y="1051886"/>
                    </a:lnTo>
                    <a:lnTo>
                      <a:pt x="868324" y="1068805"/>
                    </a:lnTo>
                    <a:lnTo>
                      <a:pt x="825251" y="1085690"/>
                    </a:lnTo>
                    <a:lnTo>
                      <a:pt x="820728" y="1126446"/>
                    </a:lnTo>
                    <a:lnTo>
                      <a:pt x="822121" y="1158566"/>
                    </a:lnTo>
                    <a:lnTo>
                      <a:pt x="821343" y="1181916"/>
                    </a:lnTo>
                    <a:lnTo>
                      <a:pt x="817924" y="1214221"/>
                    </a:lnTo>
                    <a:lnTo>
                      <a:pt x="783082" y="1228951"/>
                    </a:lnTo>
                    <a:lnTo>
                      <a:pt x="760596" y="1179744"/>
                    </a:lnTo>
                    <a:lnTo>
                      <a:pt x="760397" y="1160048"/>
                    </a:lnTo>
                    <a:lnTo>
                      <a:pt x="753685" y="1137052"/>
                    </a:lnTo>
                    <a:lnTo>
                      <a:pt x="752419" y="1117457"/>
                    </a:lnTo>
                    <a:lnTo>
                      <a:pt x="744459" y="1086111"/>
                    </a:lnTo>
                    <a:lnTo>
                      <a:pt x="711499" y="1077626"/>
                    </a:lnTo>
                    <a:lnTo>
                      <a:pt x="698709" y="1076515"/>
                    </a:lnTo>
                    <a:lnTo>
                      <a:pt x="680818" y="1082340"/>
                    </a:lnTo>
                    <a:lnTo>
                      <a:pt x="676386" y="1080067"/>
                    </a:lnTo>
                    <a:lnTo>
                      <a:pt x="654967" y="1037257"/>
                    </a:lnTo>
                    <a:lnTo>
                      <a:pt x="658494" y="990020"/>
                    </a:lnTo>
                    <a:lnTo>
                      <a:pt x="647061" y="966182"/>
                    </a:lnTo>
                    <a:lnTo>
                      <a:pt x="645488" y="955391"/>
                    </a:lnTo>
                    <a:lnTo>
                      <a:pt x="645759" y="943439"/>
                    </a:lnTo>
                    <a:lnTo>
                      <a:pt x="636370" y="933591"/>
                    </a:lnTo>
                    <a:lnTo>
                      <a:pt x="624973" y="928372"/>
                    </a:lnTo>
                    <a:lnTo>
                      <a:pt x="619438" y="901791"/>
                    </a:lnTo>
                    <a:lnTo>
                      <a:pt x="632535" y="895343"/>
                    </a:lnTo>
                    <a:lnTo>
                      <a:pt x="664917" y="898457"/>
                    </a:lnTo>
                    <a:lnTo>
                      <a:pt x="674378" y="896639"/>
                    </a:lnTo>
                    <a:lnTo>
                      <a:pt x="683043" y="891101"/>
                    </a:lnTo>
                    <a:lnTo>
                      <a:pt x="709238" y="847398"/>
                    </a:lnTo>
                    <a:lnTo>
                      <a:pt x="708478" y="837769"/>
                    </a:lnTo>
                    <a:lnTo>
                      <a:pt x="711282" y="825278"/>
                    </a:lnTo>
                    <a:lnTo>
                      <a:pt x="739629" y="820649"/>
                    </a:lnTo>
                    <a:lnTo>
                      <a:pt x="752256" y="837533"/>
                    </a:lnTo>
                    <a:lnTo>
                      <a:pt x="749724" y="864570"/>
                    </a:lnTo>
                    <a:lnTo>
                      <a:pt x="751334" y="899215"/>
                    </a:lnTo>
                    <a:lnTo>
                      <a:pt x="768501" y="908642"/>
                    </a:lnTo>
                    <a:lnTo>
                      <a:pt x="775195" y="910023"/>
                    </a:lnTo>
                    <a:lnTo>
                      <a:pt x="782340" y="884434"/>
                    </a:lnTo>
                    <a:lnTo>
                      <a:pt x="787352" y="871994"/>
                    </a:lnTo>
                    <a:lnTo>
                      <a:pt x="794153" y="865058"/>
                    </a:lnTo>
                    <a:lnTo>
                      <a:pt x="796469" y="841675"/>
                    </a:lnTo>
                    <a:lnTo>
                      <a:pt x="792435" y="827399"/>
                    </a:lnTo>
                    <a:lnTo>
                      <a:pt x="783842" y="816760"/>
                    </a:lnTo>
                    <a:lnTo>
                      <a:pt x="815934" y="787805"/>
                    </a:lnTo>
                    <a:lnTo>
                      <a:pt x="849148" y="764876"/>
                    </a:lnTo>
                    <a:lnTo>
                      <a:pt x="868468" y="763681"/>
                    </a:lnTo>
                    <a:lnTo>
                      <a:pt x="887915" y="769287"/>
                    </a:lnTo>
                    <a:lnTo>
                      <a:pt x="905988" y="777030"/>
                    </a:lnTo>
                    <a:lnTo>
                      <a:pt x="915792" y="783697"/>
                    </a:lnTo>
                    <a:lnTo>
                      <a:pt x="921292" y="794404"/>
                    </a:lnTo>
                    <a:lnTo>
                      <a:pt x="909171" y="819925"/>
                    </a:lnTo>
                    <a:lnTo>
                      <a:pt x="905807" y="833897"/>
                    </a:lnTo>
                    <a:lnTo>
                      <a:pt x="913947" y="8798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1" name="ph9101"/>
              <p:cNvSpPr/>
              <p:nvPr/>
            </p:nvSpPr>
            <p:spPr>
              <a:xfrm>
                <a:off x="1980006" y="2761217"/>
                <a:ext cx="1136910" cy="1010386"/>
              </a:xfrm>
              <a:custGeom>
                <a:avLst/>
                <a:gdLst/>
                <a:ahLst/>
                <a:cxnLst/>
                <a:rect l="0" t="0" r="0" b="0"/>
                <a:pathLst>
                  <a:path w="1136910" h="1010386">
                    <a:moveTo>
                      <a:pt x="914400" y="1003753"/>
                    </a:moveTo>
                    <a:lnTo>
                      <a:pt x="902587" y="1000706"/>
                    </a:lnTo>
                    <a:lnTo>
                      <a:pt x="894175" y="993450"/>
                    </a:lnTo>
                    <a:lnTo>
                      <a:pt x="872484" y="998618"/>
                    </a:lnTo>
                    <a:lnTo>
                      <a:pt x="843449" y="1010386"/>
                    </a:lnTo>
                    <a:lnTo>
                      <a:pt x="827331" y="1009796"/>
                    </a:lnTo>
                    <a:lnTo>
                      <a:pt x="814523" y="997154"/>
                    </a:lnTo>
                    <a:lnTo>
                      <a:pt x="762116" y="979141"/>
                    </a:lnTo>
                    <a:lnTo>
                      <a:pt x="753649" y="977693"/>
                    </a:lnTo>
                    <a:lnTo>
                      <a:pt x="719025" y="976902"/>
                    </a:lnTo>
                    <a:lnTo>
                      <a:pt x="717378" y="948452"/>
                    </a:lnTo>
                    <a:lnTo>
                      <a:pt x="713091" y="927897"/>
                    </a:lnTo>
                    <a:lnTo>
                      <a:pt x="700989" y="897309"/>
                    </a:lnTo>
                    <a:lnTo>
                      <a:pt x="718934" y="889935"/>
                    </a:lnTo>
                    <a:lnTo>
                      <a:pt x="715461" y="830325"/>
                    </a:lnTo>
                    <a:lnTo>
                      <a:pt x="708948" y="799416"/>
                    </a:lnTo>
                    <a:lnTo>
                      <a:pt x="658820" y="767667"/>
                    </a:lnTo>
                    <a:lnTo>
                      <a:pt x="619329" y="736809"/>
                    </a:lnTo>
                    <a:lnTo>
                      <a:pt x="628447" y="632907"/>
                    </a:lnTo>
                    <a:lnTo>
                      <a:pt x="632336" y="604911"/>
                    </a:lnTo>
                    <a:lnTo>
                      <a:pt x="617357" y="550603"/>
                    </a:lnTo>
                    <a:lnTo>
                      <a:pt x="618913" y="488097"/>
                    </a:lnTo>
                    <a:lnTo>
                      <a:pt x="625226" y="389599"/>
                    </a:lnTo>
                    <a:lnTo>
                      <a:pt x="637781" y="385744"/>
                    </a:lnTo>
                    <a:lnTo>
                      <a:pt x="646989" y="386215"/>
                    </a:lnTo>
                    <a:lnTo>
                      <a:pt x="682500" y="403891"/>
                    </a:lnTo>
                    <a:lnTo>
                      <a:pt x="697280" y="405659"/>
                    </a:lnTo>
                    <a:lnTo>
                      <a:pt x="707411" y="421450"/>
                    </a:lnTo>
                    <a:lnTo>
                      <a:pt x="719278" y="427948"/>
                    </a:lnTo>
                    <a:lnTo>
                      <a:pt x="727871" y="411181"/>
                    </a:lnTo>
                    <a:lnTo>
                      <a:pt x="731217" y="382512"/>
                    </a:lnTo>
                    <a:lnTo>
                      <a:pt x="759366" y="345409"/>
                    </a:lnTo>
                    <a:lnTo>
                      <a:pt x="779084" y="331705"/>
                    </a:lnTo>
                    <a:lnTo>
                      <a:pt x="792525" y="325140"/>
                    </a:lnTo>
                    <a:lnTo>
                      <a:pt x="806093" y="340106"/>
                    </a:lnTo>
                    <a:lnTo>
                      <a:pt x="816477" y="356923"/>
                    </a:lnTo>
                    <a:lnTo>
                      <a:pt x="818937" y="320123"/>
                    </a:lnTo>
                    <a:lnTo>
                      <a:pt x="827313" y="250025"/>
                    </a:lnTo>
                    <a:lnTo>
                      <a:pt x="800557" y="239015"/>
                    </a:lnTo>
                    <a:lnTo>
                      <a:pt x="778759" y="248509"/>
                    </a:lnTo>
                    <a:lnTo>
                      <a:pt x="757141" y="292936"/>
                    </a:lnTo>
                    <a:lnTo>
                      <a:pt x="737857" y="348775"/>
                    </a:lnTo>
                    <a:lnTo>
                      <a:pt x="706578" y="353910"/>
                    </a:lnTo>
                    <a:lnTo>
                      <a:pt x="681614" y="369717"/>
                    </a:lnTo>
                    <a:lnTo>
                      <a:pt x="659073" y="353321"/>
                    </a:lnTo>
                    <a:lnTo>
                      <a:pt x="644547" y="338877"/>
                    </a:lnTo>
                    <a:lnTo>
                      <a:pt x="644185" y="317733"/>
                    </a:lnTo>
                    <a:lnTo>
                      <a:pt x="647477" y="304972"/>
                    </a:lnTo>
                    <a:lnTo>
                      <a:pt x="673962" y="259435"/>
                    </a:lnTo>
                    <a:lnTo>
                      <a:pt x="709437" y="215699"/>
                    </a:lnTo>
                    <a:lnTo>
                      <a:pt x="745183" y="216120"/>
                    </a:lnTo>
                    <a:lnTo>
                      <a:pt x="771251" y="202147"/>
                    </a:lnTo>
                    <a:lnTo>
                      <a:pt x="786827" y="200481"/>
                    </a:lnTo>
                    <a:lnTo>
                      <a:pt x="835454" y="203545"/>
                    </a:lnTo>
                    <a:lnTo>
                      <a:pt x="860418" y="193966"/>
                    </a:lnTo>
                    <a:lnTo>
                      <a:pt x="882778" y="173916"/>
                    </a:lnTo>
                    <a:lnTo>
                      <a:pt x="931097" y="89121"/>
                    </a:lnTo>
                    <a:lnTo>
                      <a:pt x="958359" y="53769"/>
                    </a:lnTo>
                    <a:lnTo>
                      <a:pt x="1013335" y="41328"/>
                    </a:lnTo>
                    <a:lnTo>
                      <a:pt x="1064133" y="521"/>
                    </a:lnTo>
                    <a:lnTo>
                      <a:pt x="1078334" y="0"/>
                    </a:lnTo>
                    <a:lnTo>
                      <a:pt x="1054436" y="30419"/>
                    </a:lnTo>
                    <a:lnTo>
                      <a:pt x="1050601" y="42187"/>
                    </a:lnTo>
                    <a:lnTo>
                      <a:pt x="1047707" y="60233"/>
                    </a:lnTo>
                    <a:lnTo>
                      <a:pt x="1064838" y="99424"/>
                    </a:lnTo>
                    <a:lnTo>
                      <a:pt x="1061220" y="123278"/>
                    </a:lnTo>
                    <a:lnTo>
                      <a:pt x="1062432" y="170213"/>
                    </a:lnTo>
                    <a:lnTo>
                      <a:pt x="1046278" y="194673"/>
                    </a:lnTo>
                    <a:lnTo>
                      <a:pt x="1028043" y="246708"/>
                    </a:lnTo>
                    <a:lnTo>
                      <a:pt x="1020191" y="254368"/>
                    </a:lnTo>
                    <a:lnTo>
                      <a:pt x="1018509" y="315107"/>
                    </a:lnTo>
                    <a:lnTo>
                      <a:pt x="1020300" y="329601"/>
                    </a:lnTo>
                    <a:lnTo>
                      <a:pt x="1017713" y="384902"/>
                    </a:lnTo>
                    <a:lnTo>
                      <a:pt x="1036400" y="407544"/>
                    </a:lnTo>
                    <a:lnTo>
                      <a:pt x="1056155" y="419379"/>
                    </a:lnTo>
                    <a:lnTo>
                      <a:pt x="1122040" y="418958"/>
                    </a:lnTo>
                    <a:lnTo>
                      <a:pt x="1128878" y="428907"/>
                    </a:lnTo>
                    <a:lnTo>
                      <a:pt x="1136910" y="446011"/>
                    </a:lnTo>
                    <a:lnTo>
                      <a:pt x="1131031" y="475051"/>
                    </a:lnTo>
                    <a:lnTo>
                      <a:pt x="1123993" y="496952"/>
                    </a:lnTo>
                    <a:lnTo>
                      <a:pt x="1104908" y="515403"/>
                    </a:lnTo>
                    <a:lnTo>
                      <a:pt x="1080414" y="529156"/>
                    </a:lnTo>
                    <a:lnTo>
                      <a:pt x="1065182" y="529762"/>
                    </a:lnTo>
                    <a:lnTo>
                      <a:pt x="1044432" y="503619"/>
                    </a:lnTo>
                    <a:lnTo>
                      <a:pt x="1034573" y="512103"/>
                    </a:lnTo>
                    <a:lnTo>
                      <a:pt x="1024388" y="525436"/>
                    </a:lnTo>
                    <a:lnTo>
                      <a:pt x="1007329" y="596982"/>
                    </a:lnTo>
                    <a:lnTo>
                      <a:pt x="999243" y="645314"/>
                    </a:lnTo>
                    <a:lnTo>
                      <a:pt x="994865" y="649236"/>
                    </a:lnTo>
                    <a:lnTo>
                      <a:pt x="985223" y="642115"/>
                    </a:lnTo>
                    <a:lnTo>
                      <a:pt x="968562" y="641560"/>
                    </a:lnTo>
                    <a:lnTo>
                      <a:pt x="947505" y="653024"/>
                    </a:lnTo>
                    <a:lnTo>
                      <a:pt x="958305" y="663276"/>
                    </a:lnTo>
                    <a:lnTo>
                      <a:pt x="969720" y="681087"/>
                    </a:lnTo>
                    <a:lnTo>
                      <a:pt x="965161" y="690009"/>
                    </a:lnTo>
                    <a:lnTo>
                      <a:pt x="946636" y="699656"/>
                    </a:lnTo>
                    <a:lnTo>
                      <a:pt x="930210" y="719167"/>
                    </a:lnTo>
                    <a:lnTo>
                      <a:pt x="923336" y="733931"/>
                    </a:lnTo>
                    <a:lnTo>
                      <a:pt x="902623" y="751405"/>
                    </a:lnTo>
                    <a:lnTo>
                      <a:pt x="889598" y="773559"/>
                    </a:lnTo>
                    <a:lnTo>
                      <a:pt x="895984" y="801016"/>
                    </a:lnTo>
                    <a:lnTo>
                      <a:pt x="898697" y="825123"/>
                    </a:lnTo>
                    <a:lnTo>
                      <a:pt x="904396" y="851755"/>
                    </a:lnTo>
                    <a:lnTo>
                      <a:pt x="899258" y="873017"/>
                    </a:lnTo>
                    <a:lnTo>
                      <a:pt x="873606" y="903521"/>
                    </a:lnTo>
                    <a:lnTo>
                      <a:pt x="864145" y="929968"/>
                    </a:lnTo>
                    <a:lnTo>
                      <a:pt x="886124" y="929631"/>
                    </a:lnTo>
                    <a:lnTo>
                      <a:pt x="899656" y="935742"/>
                    </a:lnTo>
                    <a:lnTo>
                      <a:pt x="907579" y="943553"/>
                    </a:lnTo>
                    <a:lnTo>
                      <a:pt x="915756" y="954630"/>
                    </a:lnTo>
                    <a:lnTo>
                      <a:pt x="910745" y="968316"/>
                    </a:lnTo>
                    <a:lnTo>
                      <a:pt x="917131" y="100375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2" name="ph9102"/>
              <p:cNvSpPr/>
              <p:nvPr/>
            </p:nvSpPr>
            <p:spPr>
              <a:xfrm>
                <a:off x="2158177" y="2598171"/>
                <a:ext cx="938930" cy="1089831"/>
              </a:xfrm>
              <a:custGeom>
                <a:avLst/>
                <a:gdLst/>
                <a:ahLst/>
                <a:cxnLst/>
                <a:rect l="0" t="0" r="0" b="0"/>
                <a:pathLst>
                  <a:path w="938930" h="1089831">
                    <a:moveTo>
                      <a:pt x="914400" y="914400"/>
                    </a:moveTo>
                    <a:lnTo>
                      <a:pt x="923897" y="952765"/>
                    </a:lnTo>
                    <a:lnTo>
                      <a:pt x="938930" y="995676"/>
                    </a:lnTo>
                    <a:lnTo>
                      <a:pt x="932653" y="1013639"/>
                    </a:lnTo>
                    <a:lnTo>
                      <a:pt x="936922" y="1036651"/>
                    </a:lnTo>
                    <a:lnTo>
                      <a:pt x="932634" y="1060657"/>
                    </a:lnTo>
                    <a:lnTo>
                      <a:pt x="902731" y="1088569"/>
                    </a:lnTo>
                    <a:lnTo>
                      <a:pt x="869192" y="1089831"/>
                    </a:lnTo>
                    <a:lnTo>
                      <a:pt x="834332" y="1076347"/>
                    </a:lnTo>
                    <a:lnTo>
                      <a:pt x="785090" y="1050388"/>
                    </a:lnTo>
                    <a:lnTo>
                      <a:pt x="781128" y="1035809"/>
                    </a:lnTo>
                    <a:lnTo>
                      <a:pt x="774218" y="1027729"/>
                    </a:lnTo>
                    <a:lnTo>
                      <a:pt x="761048" y="983488"/>
                    </a:lnTo>
                    <a:lnTo>
                      <a:pt x="761356" y="928928"/>
                    </a:lnTo>
                    <a:lnTo>
                      <a:pt x="786103" y="922093"/>
                    </a:lnTo>
                    <a:lnTo>
                      <a:pt x="840175" y="896050"/>
                    </a:lnTo>
                    <a:lnTo>
                      <a:pt x="852675" y="900141"/>
                    </a:lnTo>
                    <a:lnTo>
                      <a:pt x="865719" y="913457"/>
                    </a:lnTo>
                    <a:lnTo>
                      <a:pt x="880733" y="914248"/>
                    </a:lnTo>
                    <a:lnTo>
                      <a:pt x="902532" y="895360"/>
                    </a:lnTo>
                    <a:lnTo>
                      <a:pt x="906675" y="8964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3" name="ph9103"/>
              <p:cNvSpPr/>
              <p:nvPr/>
            </p:nvSpPr>
            <p:spPr>
              <a:xfrm>
                <a:off x="2315924" y="2849173"/>
                <a:ext cx="956550" cy="983606"/>
              </a:xfrm>
              <a:custGeom>
                <a:avLst/>
                <a:gdLst/>
                <a:ahLst/>
                <a:cxnLst/>
                <a:rect l="0" t="0" r="0" b="0"/>
                <a:pathLst>
                  <a:path w="956550" h="983606">
                    <a:moveTo>
                      <a:pt x="914400" y="914400"/>
                    </a:moveTo>
                    <a:lnTo>
                      <a:pt x="936578" y="913171"/>
                    </a:lnTo>
                    <a:lnTo>
                      <a:pt x="951665" y="922042"/>
                    </a:lnTo>
                    <a:lnTo>
                      <a:pt x="955265" y="935746"/>
                    </a:lnTo>
                    <a:lnTo>
                      <a:pt x="956550" y="966165"/>
                    </a:lnTo>
                    <a:lnTo>
                      <a:pt x="940703" y="975037"/>
                    </a:lnTo>
                    <a:lnTo>
                      <a:pt x="923209" y="972024"/>
                    </a:lnTo>
                    <a:lnTo>
                      <a:pt x="899403" y="983606"/>
                    </a:lnTo>
                    <a:lnTo>
                      <a:pt x="821253" y="933877"/>
                    </a:lnTo>
                    <a:lnTo>
                      <a:pt x="822392" y="892414"/>
                    </a:lnTo>
                    <a:lnTo>
                      <a:pt x="825522" y="876135"/>
                    </a:lnTo>
                    <a:lnTo>
                      <a:pt x="862553" y="872263"/>
                    </a:lnTo>
                    <a:lnTo>
                      <a:pt x="881620" y="8930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4" name="ph9104"/>
              <p:cNvSpPr/>
              <p:nvPr/>
            </p:nvSpPr>
            <p:spPr>
              <a:xfrm>
                <a:off x="2158720" y="2878313"/>
                <a:ext cx="9628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62809" h="914399">
                    <a:moveTo>
                      <a:pt x="914400" y="914399"/>
                    </a:moveTo>
                    <a:lnTo>
                      <a:pt x="903238" y="886471"/>
                    </a:lnTo>
                    <a:lnTo>
                      <a:pt x="901791" y="877734"/>
                    </a:lnTo>
                    <a:lnTo>
                      <a:pt x="914906" y="859856"/>
                    </a:lnTo>
                    <a:lnTo>
                      <a:pt x="923390" y="839604"/>
                    </a:lnTo>
                    <a:lnTo>
                      <a:pt x="945334" y="808511"/>
                    </a:lnTo>
                    <a:lnTo>
                      <a:pt x="957979" y="772081"/>
                    </a:lnTo>
                    <a:lnTo>
                      <a:pt x="962809" y="772654"/>
                    </a:lnTo>
                    <a:lnTo>
                      <a:pt x="957201" y="805093"/>
                    </a:lnTo>
                    <a:lnTo>
                      <a:pt x="928383" y="895579"/>
                    </a:lnTo>
                    <a:lnTo>
                      <a:pt x="922612" y="91244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5" name="ph9105"/>
              <p:cNvSpPr/>
              <p:nvPr/>
            </p:nvSpPr>
            <p:spPr>
              <a:xfrm>
                <a:off x="2496103" y="2807356"/>
                <a:ext cx="921473" cy="934533"/>
              </a:xfrm>
              <a:custGeom>
                <a:avLst/>
                <a:gdLst/>
                <a:ahLst/>
                <a:cxnLst/>
                <a:rect l="0" t="0" r="0" b="0"/>
                <a:pathLst>
                  <a:path w="921473" h="934533">
                    <a:moveTo>
                      <a:pt x="914400" y="914400"/>
                    </a:moveTo>
                    <a:lnTo>
                      <a:pt x="885962" y="910629"/>
                    </a:lnTo>
                    <a:lnTo>
                      <a:pt x="853906" y="934533"/>
                    </a:lnTo>
                    <a:lnTo>
                      <a:pt x="841749" y="926975"/>
                    </a:lnTo>
                    <a:lnTo>
                      <a:pt x="846344" y="911706"/>
                    </a:lnTo>
                    <a:lnTo>
                      <a:pt x="849691" y="906151"/>
                    </a:lnTo>
                    <a:lnTo>
                      <a:pt x="860472" y="899669"/>
                    </a:lnTo>
                    <a:lnTo>
                      <a:pt x="867672" y="890192"/>
                    </a:lnTo>
                    <a:lnTo>
                      <a:pt x="870494" y="875360"/>
                    </a:lnTo>
                    <a:lnTo>
                      <a:pt x="877170" y="883357"/>
                    </a:lnTo>
                    <a:lnTo>
                      <a:pt x="897015" y="886707"/>
                    </a:lnTo>
                    <a:lnTo>
                      <a:pt x="906711" y="891437"/>
                    </a:lnTo>
                    <a:lnTo>
                      <a:pt x="914816" y="898390"/>
                    </a:lnTo>
                    <a:lnTo>
                      <a:pt x="921473" y="9092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6" name="ph9106"/>
              <p:cNvSpPr/>
              <p:nvPr/>
            </p:nvSpPr>
            <p:spPr>
              <a:xfrm>
                <a:off x="2507319" y="2599417"/>
                <a:ext cx="9318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1839" h="914399">
                    <a:moveTo>
                      <a:pt x="914400" y="914399"/>
                    </a:moveTo>
                    <a:lnTo>
                      <a:pt x="910564" y="913625"/>
                    </a:lnTo>
                    <a:lnTo>
                      <a:pt x="904902" y="893508"/>
                    </a:lnTo>
                    <a:lnTo>
                      <a:pt x="914092" y="881269"/>
                    </a:lnTo>
                    <a:lnTo>
                      <a:pt x="919519" y="870882"/>
                    </a:lnTo>
                    <a:lnTo>
                      <a:pt x="923372" y="871185"/>
                    </a:lnTo>
                    <a:lnTo>
                      <a:pt x="928637" y="882414"/>
                    </a:lnTo>
                    <a:lnTo>
                      <a:pt x="931839" y="89973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7" name="ph9107"/>
              <p:cNvSpPr/>
              <p:nvPr/>
            </p:nvSpPr>
            <p:spPr>
              <a:xfrm>
                <a:off x="2108248" y="2846564"/>
                <a:ext cx="9306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26" h="914400">
                    <a:moveTo>
                      <a:pt x="914400" y="914400"/>
                    </a:moveTo>
                    <a:lnTo>
                      <a:pt x="900181" y="906891"/>
                    </a:lnTo>
                    <a:lnTo>
                      <a:pt x="877043" y="878609"/>
                    </a:lnTo>
                    <a:lnTo>
                      <a:pt x="874131" y="871101"/>
                    </a:lnTo>
                    <a:lnTo>
                      <a:pt x="886287" y="875899"/>
                    </a:lnTo>
                    <a:lnTo>
                      <a:pt x="901375" y="890680"/>
                    </a:lnTo>
                    <a:lnTo>
                      <a:pt x="913730" y="893828"/>
                    </a:lnTo>
                    <a:lnTo>
                      <a:pt x="930626" y="906336"/>
                    </a:lnTo>
                    <a:lnTo>
                      <a:pt x="926828" y="91081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8" name="ph9108"/>
              <p:cNvSpPr/>
              <p:nvPr/>
            </p:nvSpPr>
            <p:spPr>
              <a:xfrm>
                <a:off x="2023007" y="2834392"/>
                <a:ext cx="93368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3684" h="914399">
                    <a:moveTo>
                      <a:pt x="914400" y="914399"/>
                    </a:moveTo>
                    <a:lnTo>
                      <a:pt x="904540" y="906066"/>
                    </a:lnTo>
                    <a:lnTo>
                      <a:pt x="886450" y="902834"/>
                    </a:lnTo>
                    <a:lnTo>
                      <a:pt x="879956" y="849772"/>
                    </a:lnTo>
                    <a:lnTo>
                      <a:pt x="881819" y="846624"/>
                    </a:lnTo>
                    <a:lnTo>
                      <a:pt x="890918" y="850344"/>
                    </a:lnTo>
                    <a:lnTo>
                      <a:pt x="922124" y="875091"/>
                    </a:lnTo>
                    <a:lnTo>
                      <a:pt x="933032" y="902178"/>
                    </a:lnTo>
                    <a:lnTo>
                      <a:pt x="933684" y="9096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9" name="ph9109"/>
              <p:cNvSpPr/>
              <p:nvPr/>
            </p:nvSpPr>
            <p:spPr>
              <a:xfrm>
                <a:off x="2140304" y="2526642"/>
                <a:ext cx="9276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623" h="914400">
                    <a:moveTo>
                      <a:pt x="914400" y="914400"/>
                    </a:moveTo>
                    <a:lnTo>
                      <a:pt x="902659" y="907952"/>
                    </a:lnTo>
                    <a:lnTo>
                      <a:pt x="901429" y="885646"/>
                    </a:lnTo>
                    <a:lnTo>
                      <a:pt x="905879" y="865613"/>
                    </a:lnTo>
                    <a:lnTo>
                      <a:pt x="900651" y="847701"/>
                    </a:lnTo>
                    <a:lnTo>
                      <a:pt x="906404" y="836187"/>
                    </a:lnTo>
                    <a:lnTo>
                      <a:pt x="922920" y="863004"/>
                    </a:lnTo>
                    <a:lnTo>
                      <a:pt x="927623" y="875613"/>
                    </a:lnTo>
                    <a:lnTo>
                      <a:pt x="921256" y="890680"/>
                    </a:lnTo>
                    <a:lnTo>
                      <a:pt x="917547" y="90820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0" name="ph9110"/>
              <p:cNvSpPr/>
              <p:nvPr/>
            </p:nvSpPr>
            <p:spPr>
              <a:xfrm>
                <a:off x="2218309" y="2021895"/>
                <a:ext cx="9446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4610" h="914400">
                    <a:moveTo>
                      <a:pt x="914400" y="914400"/>
                    </a:moveTo>
                    <a:lnTo>
                      <a:pt x="888910" y="902969"/>
                    </a:lnTo>
                    <a:lnTo>
                      <a:pt x="900162" y="886993"/>
                    </a:lnTo>
                    <a:lnTo>
                      <a:pt x="928166" y="879636"/>
                    </a:lnTo>
                    <a:lnTo>
                      <a:pt x="944610" y="882061"/>
                    </a:lnTo>
                    <a:lnTo>
                      <a:pt x="926520" y="897919"/>
                    </a:lnTo>
                    <a:lnTo>
                      <a:pt x="921943" y="90631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1" name="ph9111"/>
              <p:cNvSpPr/>
              <p:nvPr/>
            </p:nvSpPr>
            <p:spPr>
              <a:xfrm>
                <a:off x="2966577" y="2788720"/>
                <a:ext cx="930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391" h="914400">
                    <a:moveTo>
                      <a:pt x="914400" y="914400"/>
                    </a:moveTo>
                    <a:lnTo>
                      <a:pt x="883791" y="904737"/>
                    </a:lnTo>
                    <a:lnTo>
                      <a:pt x="846489" y="880848"/>
                    </a:lnTo>
                    <a:lnTo>
                      <a:pt x="851952" y="834032"/>
                    </a:lnTo>
                    <a:lnTo>
                      <a:pt x="861522" y="813797"/>
                    </a:lnTo>
                    <a:lnTo>
                      <a:pt x="929559" y="866270"/>
                    </a:lnTo>
                    <a:lnTo>
                      <a:pt x="930391" y="886050"/>
                    </a:lnTo>
                    <a:lnTo>
                      <a:pt x="921238" y="9085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2" name="pt9112"/>
              <p:cNvSpPr/>
              <p:nvPr/>
            </p:nvSpPr>
            <p:spPr>
              <a:xfrm>
                <a:off x="3424205" y="3385721"/>
                <a:ext cx="117405" cy="117405"/>
              </a:xfrm>
              <a:prstGeom prst="ellipse">
                <a:avLst/>
              </a:prstGeom>
              <a:solidFill>
                <a:srgbClr val="FFAF6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3" name="pt9113"/>
              <p:cNvSpPr/>
              <p:nvPr/>
            </p:nvSpPr>
            <p:spPr>
              <a:xfrm>
                <a:off x="3093313" y="2309346"/>
                <a:ext cx="117405" cy="117405"/>
              </a:xfrm>
              <a:prstGeom prst="ellipse">
                <a:avLst/>
              </a:prstGeom>
              <a:solidFill>
                <a:srgbClr val="F0714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4" name="pt9114"/>
              <p:cNvSpPr/>
              <p:nvPr/>
            </p:nvSpPr>
            <p:spPr>
              <a:xfrm>
                <a:off x="3359280" y="3233464"/>
                <a:ext cx="117405" cy="117405"/>
              </a:xfrm>
              <a:prstGeom prst="ellipse">
                <a:avLst/>
              </a:prstGeom>
              <a:solidFill>
                <a:srgbClr val="FE9F6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5" name="pt9115"/>
              <p:cNvSpPr/>
              <p:nvPr/>
            </p:nvSpPr>
            <p:spPr>
              <a:xfrm>
                <a:off x="3177166" y="2593700"/>
                <a:ext cx="117405" cy="117405"/>
              </a:xfrm>
              <a:prstGeom prst="ellipse">
                <a:avLst/>
              </a:prstGeom>
              <a:solidFill>
                <a:srgbClr val="FFC87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6" name="pt9116"/>
              <p:cNvSpPr/>
              <p:nvPr/>
            </p:nvSpPr>
            <p:spPr>
              <a:xfrm>
                <a:off x="3439204" y="3509599"/>
                <a:ext cx="117405" cy="117405"/>
              </a:xfrm>
              <a:prstGeom prst="ellipse">
                <a:avLst/>
              </a:prstGeom>
              <a:solidFill>
                <a:srgbClr val="FFCC7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7" name="pt9117"/>
              <p:cNvSpPr/>
              <p:nvPr/>
            </p:nvSpPr>
            <p:spPr>
              <a:xfrm>
                <a:off x="4568420" y="1979213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8" name="pt9118"/>
              <p:cNvSpPr/>
              <p:nvPr/>
            </p:nvSpPr>
            <p:spPr>
              <a:xfrm>
                <a:off x="4133456" y="2716913"/>
                <a:ext cx="117405" cy="117405"/>
              </a:xfrm>
              <a:prstGeom prst="ellipse">
                <a:avLst/>
              </a:prstGeom>
              <a:solidFill>
                <a:srgbClr val="FFC47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9" name="pt9119"/>
              <p:cNvSpPr/>
              <p:nvPr/>
            </p:nvSpPr>
            <p:spPr>
              <a:xfrm>
                <a:off x="4063301" y="3075721"/>
                <a:ext cx="117405" cy="117405"/>
              </a:xfrm>
              <a:prstGeom prst="ellipse">
                <a:avLst/>
              </a:prstGeom>
              <a:solidFill>
                <a:srgbClr val="FFF5A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6" name="tx91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7" name="tx91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38" name="tx91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9" name="tx91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0" name="tx91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1" name="tx91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2" name="tx91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3" name="tx91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4" name="tx91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5" name="tx91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6" name="tx91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7" name="tx91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8" name="tx91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9" name="tx91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0" name="tx91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1" name="tx91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2" name="tx91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3" name="tx91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4" name="tx91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5" name="tx91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6" name="tx91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7" name="tx91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8" name="tx91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9" name="tx91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0" name="tx91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1" name="tx91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2" name="tx91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3" name="tx91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4" name="tx91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5" name="tx91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6" name="tx91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7" name="tx91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8" name="tx91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9" name="tx91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0" name="tx91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1" name="tx91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2" name="tx91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3" name="tx91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4" name="tx91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5" name="tx91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6" name="tx91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7" name="tx91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8" name="tx91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9" name="tx91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0" name="tx91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1" name="tx91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2" name="tx91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3" name="tx91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4" name="tx91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5" name="tx91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6" name="tx91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7" name="tx91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8" name="tx91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9" name="tx91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0" name="tx91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1" name="tx91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2" name="tx91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3" name="tx91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4" name="tx91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5" name="tx91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6" name="tx91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7" name="tx91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8" name="tx91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9" name="tx91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0" name="tx92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1" name="tx92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2" name="tx92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3" name="tx92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4" name="tx92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5" name="tx92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6" name="tx92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7" name="tx92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8" name="tx92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9" name="tx92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0" name="tx92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1" name="tx92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2" name="tx92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3" name="tx92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4" name="tx92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5" name="tx92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6" name="tx92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7" name="tx92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8" name="tx92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9" name="tx92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0" name="tx92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1" name="tx92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2" name="tx92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3" name="tx92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4" name="tx92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5" name="tx92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6" name="tx92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7" name="tx92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8" name="tx92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9" name="tx92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0" name="tx92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1" name="tx92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2" name="tx92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3" name="tx92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4" name="tx92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5" name="tx92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6" name="tx92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7" name="tx92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8" name="tx92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9" name="tx92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0" name="tx92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1" name="tx92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2" name="tx92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3" name="tx92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4" name="tx92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5" name="tx92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6" name="tx92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7" name="tx92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8" name="tx92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9" name="tx92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0" name="tx92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1" name="tx92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2" name="tx92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3" name="tx92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4" name="tx92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5" name="tx92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6" name="tx92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7" name="tx92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8" name="tx92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9" name="tx92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0" name="tx92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1" name="tx92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2" name="tx92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3" name="tx92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4" name="tx92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5" name="tx92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6" name="tx92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7" name="tx92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8" name="tx92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9" name="tx92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0" name="tx92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1" name="tx92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2" name="tx92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3" name="tx92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4" name="tx92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5" name="tx92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6" name="tx92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7" name="tx92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8" name="tx92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9" name="tx92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0" name="tx92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1" name="tx92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2" name="tx92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3" name="tx92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4" name="tx92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5" name="tx92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6" name="tx92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7" name="tx92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8" name="tx92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9" name="tx92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0" name="tx92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1" name="tx92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2" name="tx92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3" name="tx92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4" name="tx92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5" name="tx92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6" name="tx92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7" name="tx92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8" name="tx92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9" name="tx92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0" name="tx93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1" name="tx93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2" name="tx93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3" name="tx93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4" name="tx93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5" name="tx93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6" name="tx93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7" name="tx93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8" name="tx93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9" name="tx93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0" name="tx93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1" name="tx93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2" name="tx93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3" name="tx93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4" name="tx93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5" name="tx93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6" name="tx93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7" name="tx93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8" name="tx93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9" name="tx93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0" name="tx93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1" name="tx93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2" name="tx93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3" name="tx93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4" name="tx93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5" name="tx93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6" name="tx93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7" name="tx93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8" name="tx93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9" name="tx93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0" name="tx93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1" name="tx93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2" name="tx93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3" name="tx93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4" name="tx93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5" name="tx93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6" name="tx93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7" name="tx93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8" name="tx93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9" name="tx93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0" name="tx93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1" name="tx93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2" name="tx93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3" name="tx93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4" name="tx93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5" name="tx93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6" name="tx93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7" name="tx93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8" name="tx93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9" name="tx93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0" name="tx93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1" name="tx93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2" name="tx93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3" name="tx93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4" name="tx93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5" name="tx93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6" name="tx93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7" name="tx93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8" name="tx93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9" name="tx93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0" name="tx93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1" name="tx93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2" name="tx93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3" name="tx93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4" name="tx93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5" name="tx93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6" name="tx93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7" name="tx93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8" name="tx93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9" name="tx93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0" name="tx93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1" name="tx93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2" name="tx93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3" name="tx93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4" name="tx93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5" name="tx93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6" name="tx93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7" name="tx93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8" name="tx93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9" name="tx93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0" name="tx93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1" name="tx93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2" name="tx93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3" name="tx93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4" name="tx93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5" name="tx93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6" name="tx93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7" name="tx93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8" name="tx93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9" name="tx93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0" name="tx93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1" name="tx93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2" name="tx93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3" name="tx93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4" name="tx93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5" name="tx93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6" name="tx93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7" name="tx93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8" name="tx93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9" name="tx93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0" name="tx94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1" name="tx94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2" name="tx94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3" name="tx94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4" name="tx94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5" name="tx94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6" name="tx94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7" name="tx94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8" name="tx94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9" name="tx94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0" name="tx94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1" name="tx94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2" name="tx94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3" name="tx94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4" name="tx94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5" name="tx94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6" name="tx94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7" name="tx94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8" name="tx94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9" name="tx94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0" name="tx94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1" name="tx94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2" name="tx94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3" name="tx94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4" name="tx94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5" name="tx94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6" name="tx94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7" name="tx94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8" name="tx94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9" name="tx94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0" name="tx94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1" name="tx94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2" name="tx94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3" name="tx94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4" name="tx94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5" name="tx94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6" name="tx94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7" name="tx94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8" name="tx94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9" name="tx94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0" name="tx94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1" name="tx94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2" name="tx94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3" name="tx94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4" name="tx94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5" name="tx94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6" name="tx94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7" name="tx94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8" name="tx94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9" name="tx94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0" name="tx94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1" name="tx94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2" name="tx94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3" name="tx94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4" name="tx94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5" name="tx94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6" name="tx94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7" name="tx94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8" name="tx94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9" name="tx94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0" name="tx94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1" name="tx94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2" name="tx94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3" name="tx94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4" name="tx94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5" name="tx94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6" name="tx94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7" name="tx94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8" name="tx94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9" name="tx94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0" name="tx94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1" name="tx94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2" name="tx94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3" name="tx94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4" name="tx94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5" name="tx94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6" name="tx94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7" name="tx94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8" name="tx94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9" name="tx94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0" name="tx94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1" name="tx94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2" name="tx94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3" name="tx94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4" name="tx94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5" name="tx94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6" name="tx94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7" name="tx94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8" name="tx94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9" name="tx94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0" name="tx94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1" name="tx94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2" name="tx94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3" name="tx94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4" name="tx94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5" name="tx94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6" name="tx94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7" name="tx94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8" name="tx94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9" name="tx94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0" name="tx95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1" name="tx95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2" name="tx95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3" name="tx95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4" name="tx95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5" name="tx95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6" name="tx95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7" name="tx95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8" name="tx95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9" name="tx95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0" name="tx95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1" name="tx95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2" name="tx95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3" name="tx95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4" name="tx95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5" name="tx95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6" name="tx95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7" name="tx95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8" name="tx95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9" name="tx95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0" name="tx95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1" name="tx95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2" name="tx95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3" name="tx95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4" name="tx95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5" name="tx95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6" name="tx95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7" name="tx95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8" name="tx95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9" name="tx95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0" name="tx95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1" name="tx95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2" name="tx95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3" name="tx95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4" name="tx95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5" name="tx95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6" name="tx95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7" name="tx95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8" name="tx95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9" name="tx95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0" name="tx95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1" name="tx95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2" name="tx95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3" name="tx95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4" name="tx95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5" name="tx95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6" name="tx95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7" name="tx95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8" name="tx95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9" name="tx95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0" name="tx95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1" name="tx95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2" name="tx95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3" name="tx95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4" name="tx95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5" name="tx95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6" name="tx95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7" name="tx95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8" name="tx95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9" name="tx95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0" name="tx95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1" name="tx95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2" name="tx95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3" name="tx95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4" name="tx95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5" name="tx95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6" name="tx95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7" name="tx95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8" name="tx95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9" name="tx95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0" name="tx95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1" name="tx95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2" name="tx95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3" name="tx95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4" name="tx95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5" name="tx95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6" name="tx95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7" name="tx95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8" name="tx95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9" name="tx95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0" name="tx95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1" name="tx95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2" name="tx95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3" name="tx95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4" name="tx95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5" name="tx95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6" name="tx95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7" name="tx95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8" name="tx95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9" name="tx95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0" name="tx95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1" name="tx95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2" name="tx95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3" name="tx95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4" name="tx95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5" name="tx95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6" name="tx95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7" name="tx95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8" name="tx95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9" name="tx95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0" name="tx96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1" name="tx96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2" name="tx96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3" name="tx96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4" name="tx96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5" name="tx96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6" name="tx96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7" name="tx96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8" name="tx96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9" name="tx96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0" name="tx96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1" name="tx96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2" name="tx96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3" name="tx96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4" name="tx96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5" name="tx96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6" name="tx96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7" name="tx96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8" name="tx96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9" name="tx96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0" name="tx96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1" name="tx96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2" name="tx96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3" name="tx96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4" name="tx96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5" name="tx96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6" name="tx96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7" name="tx96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8" name="tx96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9" name="tx96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0" name="tx96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1" name="tx96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2" name="tx96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3" name="tx96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4" name="tx96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5" name="tx96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6" name="tx96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7" name="tx96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8" name="tx96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9" name="tx96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0" name="tx96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1" name="tx96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2" name="tx96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3" name="tx96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4" name="tx96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5" name="tx96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6" name="tx96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7" name="tx96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8" name="tx96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9" name="tx96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0" name="tx96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1" name="tx96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2" name="tx96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3" name="tx96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4" name="tx96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5" name="tx96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6" name="tx96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7" name="tx96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8" name="tx96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9" name="tx96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0" name="tx96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1" name="tx96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2" name="tx96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3" name="tx96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4" name="tx96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5" name="tx96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6" name="tx96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7" name="tx96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8" name="tx96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9" name="tx96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0" name="tx96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1" name="tx96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2" name="tx96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3" name="tx96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4" name="tx96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5" name="tx96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6" name="tx96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7" name="tx96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8" name="tx96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9" name="tx96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0" name="tx96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1" name="tx96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2" name="tx96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3" name="tx96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4" name="tx96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5" name="tx96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6" name="tx96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7" name="tx96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8" name="tx96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9" name="tx96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0" name="tx96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1" name="tx96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2" name="tx96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3" name="tx96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4" name="tx96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5" name="tx96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6" name="tx96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7" name="tx96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8" name="tx96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9" name="tx96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0" name="tx97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1" name="tx97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2" name="tx97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3" name="tx97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4" name="tx97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5" name="tx97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6" name="tx97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7" name="tx97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8" name="tx97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9" name="tx97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0" name="tx97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1" name="tx97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2" name="tx97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3" name="tx97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4" name="tx97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5" name="tx97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6" name="tx97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7" name="tx97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8" name="tx97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9" name="tx97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0" name="tx97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1" name="tx97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2" name="tx97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3" name="tx97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4" name="tx97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5" name="tx97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6" name="tx97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7" name="tx97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8" name="tx97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9" name="tx97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0" name="tx97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1" name="tx97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2" name="tx97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3" name="tx97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4" name="tx97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5" name="tx97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6" name="tx97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7" name="tx97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8" name="tx97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9" name="tx97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0" name="tx97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1" name="tx97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2" name="tx97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3" name="tx97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4" name="tx97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5" name="tx97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6" name="tx97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7" name="tx97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8" name="tx97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9" name="tx97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0" name="tx97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1" name="tx97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2" name="tx97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3" name="tx97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4" name="tx97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5" name="tx97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6" name="tx97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7" name="tx97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8" name="tx97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9" name="tx97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0" name="tx97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1" name="tx97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2" name="tx97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3" name="tx97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4" name="tx97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5" name="tx97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6" name="tx97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7" name="tx97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8" name="tx97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9" name="tx97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0" name="tx97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1" name="tx97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2" name="tx97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3" name="tx97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4" name="tx97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5" name="tx97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6" name="tx97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7" name="tx97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8" name="tx97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9" name="tx97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0" name="tx97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1" name="tx97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2" name="tx97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3" name="tx97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4" name="tx97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5" name="tx97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6" name="tx97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7" name="tx97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8" name="tx97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9" name="tx97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0" name="tx97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1" name="tx97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2" name="tx97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3" name="tx97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4" name="tx97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5" name="tx97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6" name="tx97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7" name="tx97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8" name="tx97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9" name="tx97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0" name="tx98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1" name="tx98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2" name="tx98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3" name="tx98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4" name="tx98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5" name="tx98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6" name="tx98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7" name="tx98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8" name="tx98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9" name="tx98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0" name="tx98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1" name="tx98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2" name="tx98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3" name="tx98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4" name="tx98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5" name="tx98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6" name="tx98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7" name="tx98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8" name="tx98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9" name="tx98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0" name="tx98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1" name="tx98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2" name="tx98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3" name="tx98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4" name="tx98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5" name="tx98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6" name="tx98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7" name="tx98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8" name="tx98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9" name="tx98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0" name="tx98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1" name="tx98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2" name="tx98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3" name="tx98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4" name="tx98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5" name="tx98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6" name="tx98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7" name="tx98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8" name="tx98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9" name="tx98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0" name="tx98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1" name="tx98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2" name="tx98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3" name="tx98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4" name="tx98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5" name="tx98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6" name="tx98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7" name="tx98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8" name="tx98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9" name="tx98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0" name="tx98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1" name="tx98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2" name="tx98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3" name="tx98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4" name="tx98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5" name="tx98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6" name="tx98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7" name="tx98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8" name="tx98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9" name="tx98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0" name="tx98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1" name="tx98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2" name="tx98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3" name="tx98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4" name="tx98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5" name="tx98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6" name="tx98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7" name="tx98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8" name="tx98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9" name="tx98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0" name="tx98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1" name="tx98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2" name="tx98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3" name="tx98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4" name="tx98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5" name="tx98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6" name="tx98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7" name="tx98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8" name="tx98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9" name="tx98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0" name="tx98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1" name="tx98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2" name="tx98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3" name="tx98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4" name="tx98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5" name="tx98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6" name="tx98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7" name="tx98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8" name="tx98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9" name="tx98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0" name="tx98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1" name="tx98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2" name="tx98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3" name="tx98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4" name="tx98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5" name="tx98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6" name="tx98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7" name="tx98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8" name="tx98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9" name="tx98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0" name="tx99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1" name="tx99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2" name="tx99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3" name="tx99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4" name="tx99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5" name="tx99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6" name="tx99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7" name="tx99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8" name="tx99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9" name="tx99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0" name="tx99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1" name="tx99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2" name="tx99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3" name="tx99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4" name="tx99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5" name="tx99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6" name="tx99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7" name="tx99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8" name="tx99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9" name="tx99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0" name="tx99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1" name="tx99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2" name="tx99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3" name="tx99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4" name="tx99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5" name="tx99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6" name="tx99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7" name="tx99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8" name="tx99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9" name="tx99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0" name="tx99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1" name="tx99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2" name="tx99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3" name="tx99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4" name="tx99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5" name="tx99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6" name="tx99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7" name="tx99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8" name="tx99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9" name="tx99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0" name="tx99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1" name="tx99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2" name="tx99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3" name="tx99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4" name="tx99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5" name="tx99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6" name="tx99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7" name="tx99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8" name="tx99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9" name="tx99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0" name="tx99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1" name="tx99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2" name="tx99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3" name="tx99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4" name="tx99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5" name="tx99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6" name="tx99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7" name="tx99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8" name="tx99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9" name="tx99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0" name="tx99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1" name="tx99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2" name="tx99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3" name="tx99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4" name="tx99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5" name="tx99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6" name="tx99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7" name="tx99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8" name="tx99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9" name="tx99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0" name="tx99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1" name="tx99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2" name="tx99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3" name="tx99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4" name="tx99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5" name="tx99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6" name="tx99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7" name="tx99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8" name="tx99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9" name="tx99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0" name="tx99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1" name="tx99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2" name="tx99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3" name="tx99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4" name="tx99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5" name="tx99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6" name="tx99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7" name="tx99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8" name="tx99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9" name="tx99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0" name="tx99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1" name="tx99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2" name="tx99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3" name="tx99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4" name="tx99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5" name="tx99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6" name="tx99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7" name="tx99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8" name="tx99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9" name="tx99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0" name="tx100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1" name="tx100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2" name="tx100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3" name="tx100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4" name="tx100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5" name="tx100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6" name="tx100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7" name="tx100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8" name="tx100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9" name="tx100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0" name="tx100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1" name="tx100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2" name="tx100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3" name="tx100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4" name="tx100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5" name="tx100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6" name="tx100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7" name="tx100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8" name="tx100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9" name="tx100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0" name="tx100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1" name="tx100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2" name="tx100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3" name="tx100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4" name="tx100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5" name="tx100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6" name="tx100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7" name="tx100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8" name="tx100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9" name="tx100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0" name="tx100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1" name="tx100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2" name="tx100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3" name="tx100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4" name="tx100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5" name="tx100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6" name="tx100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7" name="tx100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8" name="tx100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9" name="tx100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0" name="tx100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1" name="tx100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2" name="tx100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3" name="tx100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4" name="tx100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5" name="tx100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6" name="tx100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7" name="tx100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8" name="tx100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9" name="tx100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0" name="tx100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1" name="tx100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2" name="tx100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3" name="tx100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4" name="tx100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5" name="tx100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6" name="tx100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7" name="tx100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8" name="tx100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9" name="tx100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0" name="tx100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1" name="tx100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2" name="tx100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3" name="tx100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4" name="tx100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5" name="tx100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6" name="tx100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7" name="tx100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8" name="tx100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9" name="tx100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0" name="tx100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1" name="tx100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2" name="tx100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3" name="tx100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4" name="tx100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5" name="tx100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6" name="tx100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7" name="tx100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8" name="tx100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9" name="tx100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0" name="tx100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1" name="tx100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2" name="tx100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3" name="tx100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4" name="tx100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5" name="tx100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6" name="tx100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7" name="tx100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8" name="tx100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9" name="tx100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0" name="tx100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1" name="tx100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2" name="tx100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3" name="tx100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4" name="tx100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5" name="tx100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6" name="tx100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7" name="tx100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8" name="tx100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9" name="tx100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0" name="tx101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1" name="tx101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2" name="tx101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3" name="tx101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4" name="rc10104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5" name="tx10105"/>
              <p:cNvSpPr/>
              <p:nvPr/>
            </p:nvSpPr>
            <p:spPr>
              <a:xfrm>
                <a:off x="2151360" y="4008899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10106" name="tx10106"/>
              <p:cNvSpPr/>
              <p:nvPr/>
            </p:nvSpPr>
            <p:spPr>
              <a:xfrm>
                <a:off x="2275718" y="399042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07" name="tx10107"/>
              <p:cNvSpPr/>
              <p:nvPr/>
            </p:nvSpPr>
            <p:spPr>
              <a:xfrm>
                <a:off x="2320432" y="4008899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08" name="tx10108"/>
              <p:cNvSpPr/>
              <p:nvPr/>
            </p:nvSpPr>
            <p:spPr>
              <a:xfrm>
                <a:off x="2151360" y="366413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10109" name="tx10109"/>
              <p:cNvSpPr/>
              <p:nvPr/>
            </p:nvSpPr>
            <p:spPr>
              <a:xfrm>
                <a:off x="2275718" y="364565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0" name="tx10110"/>
              <p:cNvSpPr/>
              <p:nvPr/>
            </p:nvSpPr>
            <p:spPr>
              <a:xfrm>
                <a:off x="2320432" y="366413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1" name="tx10111"/>
              <p:cNvSpPr/>
              <p:nvPr/>
            </p:nvSpPr>
            <p:spPr>
              <a:xfrm>
                <a:off x="2151360" y="331954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10112" name="tx10112"/>
              <p:cNvSpPr/>
              <p:nvPr/>
            </p:nvSpPr>
            <p:spPr>
              <a:xfrm>
                <a:off x="2275718" y="330107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3" name="tx10113"/>
              <p:cNvSpPr/>
              <p:nvPr/>
            </p:nvSpPr>
            <p:spPr>
              <a:xfrm>
                <a:off x="2320432" y="331954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4" name="tx10114"/>
              <p:cNvSpPr/>
              <p:nvPr/>
            </p:nvSpPr>
            <p:spPr>
              <a:xfrm>
                <a:off x="2151360" y="297459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10115" name="tx10115"/>
              <p:cNvSpPr/>
              <p:nvPr/>
            </p:nvSpPr>
            <p:spPr>
              <a:xfrm>
                <a:off x="2275718" y="295612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6" name="tx10116"/>
              <p:cNvSpPr/>
              <p:nvPr/>
            </p:nvSpPr>
            <p:spPr>
              <a:xfrm>
                <a:off x="2320432" y="297459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7" name="tx10117"/>
              <p:cNvSpPr/>
              <p:nvPr/>
            </p:nvSpPr>
            <p:spPr>
              <a:xfrm>
                <a:off x="2151360" y="263000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10118" name="tx10118"/>
              <p:cNvSpPr/>
              <p:nvPr/>
            </p:nvSpPr>
            <p:spPr>
              <a:xfrm>
                <a:off x="2275718" y="261153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9" name="tx10119"/>
              <p:cNvSpPr/>
              <p:nvPr/>
            </p:nvSpPr>
            <p:spPr>
              <a:xfrm>
                <a:off x="2320432" y="2630005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0" name="tx10120"/>
              <p:cNvSpPr/>
              <p:nvPr/>
            </p:nvSpPr>
            <p:spPr>
              <a:xfrm>
                <a:off x="2151360" y="228523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10121" name="tx10121"/>
              <p:cNvSpPr/>
              <p:nvPr/>
            </p:nvSpPr>
            <p:spPr>
              <a:xfrm>
                <a:off x="2275718" y="226676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2" name="tx10122"/>
              <p:cNvSpPr/>
              <p:nvPr/>
            </p:nvSpPr>
            <p:spPr>
              <a:xfrm>
                <a:off x="2320432" y="228523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3" name="tx10123"/>
              <p:cNvSpPr/>
              <p:nvPr/>
            </p:nvSpPr>
            <p:spPr>
              <a:xfrm>
                <a:off x="2151360" y="194046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10124" name="tx10124"/>
              <p:cNvSpPr/>
              <p:nvPr/>
            </p:nvSpPr>
            <p:spPr>
              <a:xfrm>
                <a:off x="2275718" y="192199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5" name="tx10125"/>
              <p:cNvSpPr/>
              <p:nvPr/>
            </p:nvSpPr>
            <p:spPr>
              <a:xfrm>
                <a:off x="2320432" y="194046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6" name="tx10126"/>
              <p:cNvSpPr/>
              <p:nvPr/>
            </p:nvSpPr>
            <p:spPr>
              <a:xfrm>
                <a:off x="2151360" y="1595697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10127" name="tx10127"/>
              <p:cNvSpPr/>
              <p:nvPr/>
            </p:nvSpPr>
            <p:spPr>
              <a:xfrm>
                <a:off x="2275718" y="1577226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8" name="tx10128"/>
              <p:cNvSpPr/>
              <p:nvPr/>
            </p:nvSpPr>
            <p:spPr>
              <a:xfrm>
                <a:off x="2320432" y="1595697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9" name="pl10129"/>
              <p:cNvSpPr/>
              <p:nvPr/>
            </p:nvSpPr>
            <p:spPr>
              <a:xfrm>
                <a:off x="2428918" y="404959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0" name="pl10130"/>
              <p:cNvSpPr/>
              <p:nvPr/>
            </p:nvSpPr>
            <p:spPr>
              <a:xfrm>
                <a:off x="2428918" y="370482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1" name="pl10131"/>
              <p:cNvSpPr/>
              <p:nvPr/>
            </p:nvSpPr>
            <p:spPr>
              <a:xfrm>
                <a:off x="2428918" y="336005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2" name="pl10132"/>
              <p:cNvSpPr/>
              <p:nvPr/>
            </p:nvSpPr>
            <p:spPr>
              <a:xfrm>
                <a:off x="2428918" y="301528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3" name="pl10133"/>
              <p:cNvSpPr/>
              <p:nvPr/>
            </p:nvSpPr>
            <p:spPr>
              <a:xfrm>
                <a:off x="2428918" y="2670513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4" name="pl10134"/>
              <p:cNvSpPr/>
              <p:nvPr/>
            </p:nvSpPr>
            <p:spPr>
              <a:xfrm>
                <a:off x="2428918" y="232574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5" name="pl10135"/>
              <p:cNvSpPr/>
              <p:nvPr/>
            </p:nvSpPr>
            <p:spPr>
              <a:xfrm>
                <a:off x="2428918" y="198097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6" name="pl10136"/>
              <p:cNvSpPr/>
              <p:nvPr/>
            </p:nvSpPr>
            <p:spPr>
              <a:xfrm>
                <a:off x="2428918" y="163620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7" name="pl10137"/>
              <p:cNvSpPr/>
              <p:nvPr/>
            </p:nvSpPr>
            <p:spPr>
              <a:xfrm>
                <a:off x="257485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8" name="pl10138"/>
              <p:cNvSpPr/>
              <p:nvPr/>
            </p:nvSpPr>
            <p:spPr>
              <a:xfrm>
                <a:off x="294534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9" name="pl10139"/>
              <p:cNvSpPr/>
              <p:nvPr/>
            </p:nvSpPr>
            <p:spPr>
              <a:xfrm>
                <a:off x="331583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0" name="pl10140"/>
              <p:cNvSpPr/>
              <p:nvPr/>
            </p:nvSpPr>
            <p:spPr>
              <a:xfrm>
                <a:off x="3686326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1" name="pl10141"/>
              <p:cNvSpPr/>
              <p:nvPr/>
            </p:nvSpPr>
            <p:spPr>
              <a:xfrm>
                <a:off x="4056815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2" name="pl10142"/>
              <p:cNvSpPr/>
              <p:nvPr/>
            </p:nvSpPr>
            <p:spPr>
              <a:xfrm>
                <a:off x="4427303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3" name="pl10143"/>
              <p:cNvSpPr/>
              <p:nvPr/>
            </p:nvSpPr>
            <p:spPr>
              <a:xfrm>
                <a:off x="4797792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4" name="tx10144"/>
              <p:cNvSpPr/>
              <p:nvPr/>
            </p:nvSpPr>
            <p:spPr>
              <a:xfrm>
                <a:off x="2468606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10145" name="tx10145"/>
              <p:cNvSpPr/>
              <p:nvPr/>
            </p:nvSpPr>
            <p:spPr>
              <a:xfrm>
                <a:off x="25618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6" name="tx10146"/>
              <p:cNvSpPr/>
              <p:nvPr/>
            </p:nvSpPr>
            <p:spPr>
              <a:xfrm>
                <a:off x="26065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47" name="tx10147"/>
              <p:cNvSpPr/>
              <p:nvPr/>
            </p:nvSpPr>
            <p:spPr>
              <a:xfrm>
                <a:off x="282355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10148" name="tx10148"/>
              <p:cNvSpPr/>
              <p:nvPr/>
            </p:nvSpPr>
            <p:spPr>
              <a:xfrm>
                <a:off x="294790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9" name="tx10149"/>
              <p:cNvSpPr/>
              <p:nvPr/>
            </p:nvSpPr>
            <p:spPr>
              <a:xfrm>
                <a:off x="299262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0" name="tx10150"/>
              <p:cNvSpPr/>
              <p:nvPr/>
            </p:nvSpPr>
            <p:spPr>
              <a:xfrm>
                <a:off x="3194039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10151" name="tx10151"/>
              <p:cNvSpPr/>
              <p:nvPr/>
            </p:nvSpPr>
            <p:spPr>
              <a:xfrm>
                <a:off x="331839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2" name="tx10152"/>
              <p:cNvSpPr/>
              <p:nvPr/>
            </p:nvSpPr>
            <p:spPr>
              <a:xfrm>
                <a:off x="336311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3" name="tx10153"/>
              <p:cNvSpPr/>
              <p:nvPr/>
            </p:nvSpPr>
            <p:spPr>
              <a:xfrm>
                <a:off x="3564528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10154" name="tx10154"/>
              <p:cNvSpPr/>
              <p:nvPr/>
            </p:nvSpPr>
            <p:spPr>
              <a:xfrm>
                <a:off x="3688886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5" name="tx10155"/>
              <p:cNvSpPr/>
              <p:nvPr/>
            </p:nvSpPr>
            <p:spPr>
              <a:xfrm>
                <a:off x="3733600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6" name="tx10156"/>
              <p:cNvSpPr/>
              <p:nvPr/>
            </p:nvSpPr>
            <p:spPr>
              <a:xfrm>
                <a:off x="3935017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10157" name="tx10157"/>
              <p:cNvSpPr/>
              <p:nvPr/>
            </p:nvSpPr>
            <p:spPr>
              <a:xfrm>
                <a:off x="40593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8" name="tx10158"/>
              <p:cNvSpPr/>
              <p:nvPr/>
            </p:nvSpPr>
            <p:spPr>
              <a:xfrm>
                <a:off x="41040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9" name="tx10159"/>
              <p:cNvSpPr/>
              <p:nvPr/>
            </p:nvSpPr>
            <p:spPr>
              <a:xfrm>
                <a:off x="4305505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10160" name="tx10160"/>
              <p:cNvSpPr/>
              <p:nvPr/>
            </p:nvSpPr>
            <p:spPr>
              <a:xfrm>
                <a:off x="4429864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1" name="tx10161"/>
              <p:cNvSpPr/>
              <p:nvPr/>
            </p:nvSpPr>
            <p:spPr>
              <a:xfrm>
                <a:off x="4474578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2" name="tx10162"/>
              <p:cNvSpPr/>
              <p:nvPr/>
            </p:nvSpPr>
            <p:spPr>
              <a:xfrm>
                <a:off x="4675994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10163" name="tx10163"/>
              <p:cNvSpPr/>
              <p:nvPr/>
            </p:nvSpPr>
            <p:spPr>
              <a:xfrm>
                <a:off x="4800353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4" name="tx10164"/>
              <p:cNvSpPr/>
              <p:nvPr/>
            </p:nvSpPr>
            <p:spPr>
              <a:xfrm>
                <a:off x="4845067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5" name="tx10165"/>
              <p:cNvSpPr/>
              <p:nvPr/>
            </p:nvSpPr>
            <p:spPr>
              <a:xfrm>
                <a:off x="3379362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10166" name="tx10166"/>
              <p:cNvSpPr/>
              <p:nvPr/>
            </p:nvSpPr>
            <p:spPr>
              <a:xfrm rot="-5400000">
                <a:off x="1788433" y="2792880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10167" name="rc10167"/>
              <p:cNvSpPr/>
              <p:nvPr/>
            </p:nvSpPr>
            <p:spPr>
              <a:xfrm>
                <a:off x="5048117" y="2049696"/>
                <a:ext cx="737195" cy="158640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8" name="tx10168"/>
              <p:cNvSpPr/>
              <p:nvPr/>
            </p:nvSpPr>
            <p:spPr>
              <a:xfrm>
                <a:off x="5117706" y="2134007"/>
                <a:ext cx="59801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Genomic </a:t>
                </a:r>
              </a:p>
            </p:txBody>
          </p:sp>
          <p:sp>
            <p:nvSpPr>
              <p:cNvPr id="10169" name="tx10169"/>
              <p:cNvSpPr/>
              <p:nvPr/>
            </p:nvSpPr>
            <p:spPr>
              <a:xfrm>
                <a:off x="5117706" y="2284883"/>
                <a:ext cx="37033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Offset</a:t>
                </a:r>
              </a:p>
            </p:txBody>
          </p:sp>
          <p:pic>
            <p:nvPicPr>
              <p:cNvPr id="10170" name="pic10170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17706" y="2469230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10171" name="pl10171"/>
              <p:cNvSpPr/>
              <p:nvPr/>
            </p:nvSpPr>
            <p:spPr>
              <a:xfrm>
                <a:off x="5293271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2" name="pl10172"/>
              <p:cNvSpPr/>
              <p:nvPr/>
            </p:nvSpPr>
            <p:spPr>
              <a:xfrm>
                <a:off x="5293271" y="326579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3" name="pl10173"/>
              <p:cNvSpPr/>
              <p:nvPr/>
            </p:nvSpPr>
            <p:spPr>
              <a:xfrm>
                <a:off x="5293271" y="296690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4" name="pl10174"/>
              <p:cNvSpPr/>
              <p:nvPr/>
            </p:nvSpPr>
            <p:spPr>
              <a:xfrm>
                <a:off x="5293271" y="266801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5" name="pl10175"/>
              <p:cNvSpPr/>
              <p:nvPr/>
            </p:nvSpPr>
            <p:spPr>
              <a:xfrm>
                <a:off x="5117706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6" name="pl10176"/>
              <p:cNvSpPr/>
              <p:nvPr/>
            </p:nvSpPr>
            <p:spPr>
              <a:xfrm>
                <a:off x="5117706" y="326579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7" name="pl10177"/>
              <p:cNvSpPr/>
              <p:nvPr/>
            </p:nvSpPr>
            <p:spPr>
              <a:xfrm>
                <a:off x="5117706" y="296690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8" name="pl10178"/>
              <p:cNvSpPr/>
              <p:nvPr/>
            </p:nvSpPr>
            <p:spPr>
              <a:xfrm>
                <a:off x="5117706" y="266801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9" name="tx10179"/>
              <p:cNvSpPr/>
              <p:nvPr/>
            </p:nvSpPr>
            <p:spPr>
              <a:xfrm>
                <a:off x="5406751" y="3524676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0.00</a:t>
                </a:r>
              </a:p>
            </p:txBody>
          </p:sp>
          <p:sp>
            <p:nvSpPr>
              <p:cNvPr id="10180" name="tx10180"/>
              <p:cNvSpPr/>
              <p:nvPr/>
            </p:nvSpPr>
            <p:spPr>
              <a:xfrm>
                <a:off x="5406751" y="3225787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0.01</a:t>
                </a:r>
              </a:p>
            </p:txBody>
          </p:sp>
          <p:sp>
            <p:nvSpPr>
              <p:cNvPr id="10181" name="tx10181"/>
              <p:cNvSpPr/>
              <p:nvPr/>
            </p:nvSpPr>
            <p:spPr>
              <a:xfrm>
                <a:off x="5406751" y="2926897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0.02</a:t>
                </a:r>
              </a:p>
            </p:txBody>
          </p:sp>
          <p:sp>
            <p:nvSpPr>
              <p:cNvPr id="10182" name="tx10182"/>
              <p:cNvSpPr/>
              <p:nvPr/>
            </p:nvSpPr>
            <p:spPr>
              <a:xfrm>
                <a:off x="5406751" y="2628008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0.03</a:t>
                </a:r>
              </a:p>
            </p:txBody>
          </p:sp>
          <p:sp>
            <p:nvSpPr>
              <p:cNvPr id="10183" name="tx10183"/>
              <p:cNvSpPr/>
              <p:nvPr/>
            </p:nvSpPr>
            <p:spPr>
              <a:xfrm>
                <a:off x="2463713" y="1316468"/>
                <a:ext cx="1071859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Future Treatment</a:t>
                </a:r>
              </a:p>
            </p:txBody>
          </p:sp>
          <p:sp>
            <p:nvSpPr>
              <p:cNvPr id="10184" name="tx10184"/>
              <p:cNvSpPr/>
              <p:nvPr/>
            </p:nvSpPr>
            <p:spPr>
              <a:xfrm>
                <a:off x="2463713" y="986823"/>
                <a:ext cx="1397477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(B) Predicted </a:t>
                </a:r>
              </a:p>
            </p:txBody>
          </p:sp>
          <p:sp>
            <p:nvSpPr>
              <p:cNvPr id="10185" name="tx10185"/>
              <p:cNvSpPr/>
              <p:nvPr/>
            </p:nvSpPr>
            <p:spPr>
              <a:xfrm>
                <a:off x="3861190" y="986823"/>
                <a:ext cx="127101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</a:t>
                </a:r>
              </a:p>
            </p:txBody>
          </p:sp>
          <p:sp>
            <p:nvSpPr>
              <p:cNvPr id="10186" name="tx10186"/>
              <p:cNvSpPr/>
              <p:nvPr/>
            </p:nvSpPr>
            <p:spPr>
              <a:xfrm>
                <a:off x="3988292" y="986823"/>
                <a:ext cx="15243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87" name="tx10187"/>
              <p:cNvSpPr/>
              <p:nvPr/>
            </p:nvSpPr>
            <p:spPr>
              <a:xfrm>
                <a:off x="4140722" y="986823"/>
                <a:ext cx="15243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A</a:t>
                </a:r>
              </a:p>
            </p:txBody>
          </p:sp>
          <p:sp>
            <p:nvSpPr>
              <p:cNvPr id="10188" name="tx10188"/>
              <p:cNvSpPr/>
              <p:nvPr/>
            </p:nvSpPr>
            <p:spPr>
              <a:xfrm>
                <a:off x="4293153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</a:t>
                </a:r>
              </a:p>
            </p:txBody>
          </p:sp>
          <p:sp>
            <p:nvSpPr>
              <p:cNvPr id="10189" name="tx10189"/>
              <p:cNvSpPr/>
              <p:nvPr/>
            </p:nvSpPr>
            <p:spPr>
              <a:xfrm>
                <a:off x="4382124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90" name="tx10190"/>
              <p:cNvSpPr/>
              <p:nvPr/>
            </p:nvSpPr>
            <p:spPr>
              <a:xfrm>
                <a:off x="4426564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91" name="tx10191"/>
              <p:cNvSpPr/>
              <p:nvPr/>
            </p:nvSpPr>
            <p:spPr>
              <a:xfrm>
                <a:off x="4471004" y="1077527"/>
                <a:ext cx="80010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</a:t>
                </a:r>
              </a:p>
            </p:txBody>
          </p:sp>
          <p:sp>
            <p:nvSpPr>
              <p:cNvPr id="10192" name="tx10192"/>
              <p:cNvSpPr/>
              <p:nvPr/>
            </p:nvSpPr>
            <p:spPr>
              <a:xfrm>
                <a:off x="4551014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93" name="tx10193"/>
              <p:cNvSpPr/>
              <p:nvPr/>
            </p:nvSpPr>
            <p:spPr>
              <a:xfrm>
                <a:off x="4639985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t</a:t>
                </a:r>
              </a:p>
            </p:txBody>
          </p:sp>
        </p:grpSp>
        <p:grpSp>
          <p:nvGrpSpPr>
            <p:cNvPr id="10227" name="Group 10226">
              <a:extLst>
                <a:ext uri="{FF2B5EF4-FFF2-40B4-BE49-F238E27FC236}">
                  <a16:creationId xmlns:a16="http://schemas.microsoft.com/office/drawing/2014/main" id="{CB282998-F653-A40A-30F2-4DAF65B76233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228" name="pg9120">
                <a:extLst>
                  <a:ext uri="{FF2B5EF4-FFF2-40B4-BE49-F238E27FC236}">
                    <a16:creationId xmlns:a16="http://schemas.microsoft.com/office/drawing/2014/main" id="{F4FED125-DDC3-0871-DE7F-02DDB9E42D3C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9" name="tx9121">
                <a:extLst>
                  <a:ext uri="{FF2B5EF4-FFF2-40B4-BE49-F238E27FC236}">
                    <a16:creationId xmlns:a16="http://schemas.microsoft.com/office/drawing/2014/main" id="{836E7922-DB92-B295-7A99-E6EFD49FD48B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230" name="pg9122">
                <a:extLst>
                  <a:ext uri="{FF2B5EF4-FFF2-40B4-BE49-F238E27FC236}">
                    <a16:creationId xmlns:a16="http://schemas.microsoft.com/office/drawing/2014/main" id="{A7AE7E90-85C5-C24D-72CF-9C88E9018526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1" name="tx9123">
                <a:extLst>
                  <a:ext uri="{FF2B5EF4-FFF2-40B4-BE49-F238E27FC236}">
                    <a16:creationId xmlns:a16="http://schemas.microsoft.com/office/drawing/2014/main" id="{E744BBAB-DEF2-D4C7-CBD1-AB44C78292B7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232" name="pg9124">
                <a:extLst>
                  <a:ext uri="{FF2B5EF4-FFF2-40B4-BE49-F238E27FC236}">
                    <a16:creationId xmlns:a16="http://schemas.microsoft.com/office/drawing/2014/main" id="{09176C53-3157-F079-589F-1997FCF7BFDD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3" name="tx9125">
                <a:extLst>
                  <a:ext uri="{FF2B5EF4-FFF2-40B4-BE49-F238E27FC236}">
                    <a16:creationId xmlns:a16="http://schemas.microsoft.com/office/drawing/2014/main" id="{536E2FD7-74D0-B50D-B015-7A1506530098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234" name="pg9126">
                <a:extLst>
                  <a:ext uri="{FF2B5EF4-FFF2-40B4-BE49-F238E27FC236}">
                    <a16:creationId xmlns:a16="http://schemas.microsoft.com/office/drawing/2014/main" id="{9A3B885D-AA8B-709D-7E23-816B6230D5DC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5" name="tx9127">
                <a:extLst>
                  <a:ext uri="{FF2B5EF4-FFF2-40B4-BE49-F238E27FC236}">
                    <a16:creationId xmlns:a16="http://schemas.microsoft.com/office/drawing/2014/main" id="{151884A5-A9E5-B449-8711-2E2F26D25B5F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236" name="pg9128">
                <a:extLst>
                  <a:ext uri="{FF2B5EF4-FFF2-40B4-BE49-F238E27FC236}">
                    <a16:creationId xmlns:a16="http://schemas.microsoft.com/office/drawing/2014/main" id="{FEC23490-0DC6-40C5-9FB6-4F7165FACB40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7" name="tx9129">
                <a:extLst>
                  <a:ext uri="{FF2B5EF4-FFF2-40B4-BE49-F238E27FC236}">
                    <a16:creationId xmlns:a16="http://schemas.microsoft.com/office/drawing/2014/main" id="{C72C8977-BC39-1D1F-83DB-7B40079C1D23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238" name="pg9130">
                <a:extLst>
                  <a:ext uri="{FF2B5EF4-FFF2-40B4-BE49-F238E27FC236}">
                    <a16:creationId xmlns:a16="http://schemas.microsoft.com/office/drawing/2014/main" id="{F98387DE-AEE0-6E41-F0A9-4FFE6544CC63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9" name="tx9131">
                <a:extLst>
                  <a:ext uri="{FF2B5EF4-FFF2-40B4-BE49-F238E27FC236}">
                    <a16:creationId xmlns:a16="http://schemas.microsoft.com/office/drawing/2014/main" id="{2515FA09-32CF-0DCD-DB13-78BE32892700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240" name="pg9132">
                <a:extLst>
                  <a:ext uri="{FF2B5EF4-FFF2-40B4-BE49-F238E27FC236}">
                    <a16:creationId xmlns:a16="http://schemas.microsoft.com/office/drawing/2014/main" id="{EBD760A2-AECE-EF73-07A9-594E39A18C27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1" name="tx9133">
                <a:extLst>
                  <a:ext uri="{FF2B5EF4-FFF2-40B4-BE49-F238E27FC236}">
                    <a16:creationId xmlns:a16="http://schemas.microsoft.com/office/drawing/2014/main" id="{6FBF0A57-3472-C638-AA9E-8580582EEEBC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42" name="pg9134">
                <a:extLst>
                  <a:ext uri="{FF2B5EF4-FFF2-40B4-BE49-F238E27FC236}">
                    <a16:creationId xmlns:a16="http://schemas.microsoft.com/office/drawing/2014/main" id="{98747D3F-C4E9-453C-208A-B7019BD8F090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3" name="tx9135">
                <a:extLst>
                  <a:ext uri="{FF2B5EF4-FFF2-40B4-BE49-F238E27FC236}">
                    <a16:creationId xmlns:a16="http://schemas.microsoft.com/office/drawing/2014/main" id="{AB30465F-682C-685A-460C-29DE3F328F6B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44" name="Straight Connector 10243">
              <a:extLst>
                <a:ext uri="{FF2B5EF4-FFF2-40B4-BE49-F238E27FC236}">
                  <a16:creationId xmlns:a16="http://schemas.microsoft.com/office/drawing/2014/main" id="{643BAA2B-A1C4-5983-1E63-B0513BAA0EA5}"/>
                </a:ext>
              </a:extLst>
            </p:cNvPr>
            <p:cNvCxnSpPr>
              <a:cxnSpLocks/>
              <a:stCxn id="9114" idx="0"/>
            </p:cNvCxnSpPr>
            <p:nvPr/>
          </p:nvCxnSpPr>
          <p:spPr>
            <a:xfrm flipH="1" flipV="1">
              <a:off x="3254373" y="3090813"/>
              <a:ext cx="163610" cy="142651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46" name="Straight Connector 10245">
              <a:extLst>
                <a:ext uri="{FF2B5EF4-FFF2-40B4-BE49-F238E27FC236}">
                  <a16:creationId xmlns:a16="http://schemas.microsoft.com/office/drawing/2014/main" id="{2E86566A-1601-9100-DC7C-72843D2BFD40}"/>
                </a:ext>
              </a:extLst>
            </p:cNvPr>
            <p:cNvCxnSpPr>
              <a:cxnSpLocks/>
              <a:stCxn id="9116" idx="4"/>
            </p:cNvCxnSpPr>
            <p:nvPr/>
          </p:nvCxnSpPr>
          <p:spPr>
            <a:xfrm>
              <a:off x="3497907" y="3627004"/>
              <a:ext cx="58981" cy="28017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5" name="Group 10214">
            <a:extLst>
              <a:ext uri="{FF2B5EF4-FFF2-40B4-BE49-F238E27FC236}">
                <a16:creationId xmlns:a16="http://schemas.microsoft.com/office/drawing/2014/main" id="{F50F0ACD-103A-58D6-A076-163ABEE67B16}"/>
              </a:ext>
            </a:extLst>
          </p:cNvPr>
          <p:cNvGrpSpPr/>
          <p:nvPr/>
        </p:nvGrpSpPr>
        <p:grpSpPr>
          <a:xfrm>
            <a:off x="1713192" y="723040"/>
            <a:ext cx="4141709" cy="3848960"/>
            <a:chOff x="1713192" y="723040"/>
            <a:chExt cx="4141709" cy="3848960"/>
          </a:xfrm>
        </p:grpSpPr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558">
                <a:alpha val="100000"/>
              </a:srgbClr>
            </a:solidFill>
            <a:ln w="5420" cap="flat">
              <a:solidFill>
                <a:srgbClr val="61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558">
                <a:alpha val="100000"/>
              </a:srgbClr>
            </a:solidFill>
            <a:ln w="5420" cap="flat">
              <a:solidFill>
                <a:srgbClr val="61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C">
                <a:alpha val="100000"/>
              </a:srgbClr>
            </a:solidFill>
            <a:ln w="5420" cap="flat">
              <a:solidFill>
                <a:srgbClr val="FF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FFFD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E95F3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CAE88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90CE6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B4DE7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59B05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4CAA5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162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316468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86823"/>
              <a:ext cx="1410096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(C)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73809" y="986823"/>
              <a:ext cx="165049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4038858" y="986823"/>
              <a:ext cx="165049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203907" y="986823"/>
              <a:ext cx="15243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356338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44530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48974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534189" y="1077527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614199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703170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grpSp>
          <p:nvGrpSpPr>
            <p:cNvPr id="10194" name="Group 10193">
              <a:extLst>
                <a:ext uri="{FF2B5EF4-FFF2-40B4-BE49-F238E27FC236}">
                  <a16:creationId xmlns:a16="http://schemas.microsoft.com/office/drawing/2014/main" id="{B9CC872E-E28F-D51E-3534-28E4DB107544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195" name="pg9120">
                <a:extLst>
                  <a:ext uri="{FF2B5EF4-FFF2-40B4-BE49-F238E27FC236}">
                    <a16:creationId xmlns:a16="http://schemas.microsoft.com/office/drawing/2014/main" id="{048DBEF7-A761-67AF-7C64-AC7D5DEE8144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6" name="tx9121">
                <a:extLst>
                  <a:ext uri="{FF2B5EF4-FFF2-40B4-BE49-F238E27FC236}">
                    <a16:creationId xmlns:a16="http://schemas.microsoft.com/office/drawing/2014/main" id="{E9F49093-19EF-4CB6-DA05-8E9D74544A62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197" name="pg9122">
                <a:extLst>
                  <a:ext uri="{FF2B5EF4-FFF2-40B4-BE49-F238E27FC236}">
                    <a16:creationId xmlns:a16="http://schemas.microsoft.com/office/drawing/2014/main" id="{F876AC82-2A0B-686D-20C5-6CDA8C943C48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8" name="tx9123">
                <a:extLst>
                  <a:ext uri="{FF2B5EF4-FFF2-40B4-BE49-F238E27FC236}">
                    <a16:creationId xmlns:a16="http://schemas.microsoft.com/office/drawing/2014/main" id="{180AE716-FA20-D72E-8B23-291CC0BE6B3D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199" name="pg9124">
                <a:extLst>
                  <a:ext uri="{FF2B5EF4-FFF2-40B4-BE49-F238E27FC236}">
                    <a16:creationId xmlns:a16="http://schemas.microsoft.com/office/drawing/2014/main" id="{66A17264-FB23-4A26-6C3A-757D7C53DF41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0" name="tx9125">
                <a:extLst>
                  <a:ext uri="{FF2B5EF4-FFF2-40B4-BE49-F238E27FC236}">
                    <a16:creationId xmlns:a16="http://schemas.microsoft.com/office/drawing/2014/main" id="{DFA5FB7A-C753-3B36-FB18-D60E84CFEB85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201" name="pg9126">
                <a:extLst>
                  <a:ext uri="{FF2B5EF4-FFF2-40B4-BE49-F238E27FC236}">
                    <a16:creationId xmlns:a16="http://schemas.microsoft.com/office/drawing/2014/main" id="{18B11E29-B1C7-337D-C81D-201D17FE96FB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2" name="tx9127">
                <a:extLst>
                  <a:ext uri="{FF2B5EF4-FFF2-40B4-BE49-F238E27FC236}">
                    <a16:creationId xmlns:a16="http://schemas.microsoft.com/office/drawing/2014/main" id="{59BC5982-A96C-CB9B-06E7-F69A0064B2EF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203" name="pg9128">
                <a:extLst>
                  <a:ext uri="{FF2B5EF4-FFF2-40B4-BE49-F238E27FC236}">
                    <a16:creationId xmlns:a16="http://schemas.microsoft.com/office/drawing/2014/main" id="{ED7DB9B0-4D85-3B9C-2055-A613B35DD15C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4" name="tx9129">
                <a:extLst>
                  <a:ext uri="{FF2B5EF4-FFF2-40B4-BE49-F238E27FC236}">
                    <a16:creationId xmlns:a16="http://schemas.microsoft.com/office/drawing/2014/main" id="{1B327169-6AEE-0D77-4F2C-01E01675098A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205" name="pg9130">
                <a:extLst>
                  <a:ext uri="{FF2B5EF4-FFF2-40B4-BE49-F238E27FC236}">
                    <a16:creationId xmlns:a16="http://schemas.microsoft.com/office/drawing/2014/main" id="{5CE3F460-95B0-278D-1FAE-82950DE1C4D7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6" name="tx9131">
                <a:extLst>
                  <a:ext uri="{FF2B5EF4-FFF2-40B4-BE49-F238E27FC236}">
                    <a16:creationId xmlns:a16="http://schemas.microsoft.com/office/drawing/2014/main" id="{178B0E3D-0EFC-4287-03C6-A79B4529F1CD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207" name="pg9132">
                <a:extLst>
                  <a:ext uri="{FF2B5EF4-FFF2-40B4-BE49-F238E27FC236}">
                    <a16:creationId xmlns:a16="http://schemas.microsoft.com/office/drawing/2014/main" id="{7B084204-B0D8-8BCE-2BC5-FFA44059B210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8" name="tx9133">
                <a:extLst>
                  <a:ext uri="{FF2B5EF4-FFF2-40B4-BE49-F238E27FC236}">
                    <a16:creationId xmlns:a16="http://schemas.microsoft.com/office/drawing/2014/main" id="{E156F767-0DFF-9C7F-01A6-6417B35A35E9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09" name="pg9134">
                <a:extLst>
                  <a:ext uri="{FF2B5EF4-FFF2-40B4-BE49-F238E27FC236}">
                    <a16:creationId xmlns:a16="http://schemas.microsoft.com/office/drawing/2014/main" id="{361D0895-9005-301D-DB09-C5E2BE6C8C31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0" name="tx9135">
                <a:extLst>
                  <a:ext uri="{FF2B5EF4-FFF2-40B4-BE49-F238E27FC236}">
                    <a16:creationId xmlns:a16="http://schemas.microsoft.com/office/drawing/2014/main" id="{2682AE3A-4A0E-21E4-2166-D674B5EDA3C9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11" name="Straight Connector 10210">
              <a:extLst>
                <a:ext uri="{FF2B5EF4-FFF2-40B4-BE49-F238E27FC236}">
                  <a16:creationId xmlns:a16="http://schemas.microsoft.com/office/drawing/2014/main" id="{A719500A-8E04-7AE9-8823-AE9513357069}"/>
                </a:ext>
              </a:extLst>
            </p:cNvPr>
            <p:cNvCxnSpPr>
              <a:cxnSpLocks/>
              <a:stCxn id="9114" idx="0"/>
            </p:cNvCxnSpPr>
            <p:nvPr/>
          </p:nvCxnSpPr>
          <p:spPr>
            <a:xfrm flipH="1" flipV="1">
              <a:off x="3254373" y="3090813"/>
              <a:ext cx="163610" cy="142651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13" name="Straight Connector 10212">
              <a:extLst>
                <a:ext uri="{FF2B5EF4-FFF2-40B4-BE49-F238E27FC236}">
                  <a16:creationId xmlns:a16="http://schemas.microsoft.com/office/drawing/2014/main" id="{1E1BFADE-35BD-98D2-6049-028116D62713}"/>
                </a:ext>
              </a:extLst>
            </p:cNvPr>
            <p:cNvCxnSpPr>
              <a:cxnSpLocks/>
              <a:stCxn id="9118" idx="4"/>
            </p:cNvCxnSpPr>
            <p:nvPr/>
          </p:nvCxnSpPr>
          <p:spPr>
            <a:xfrm>
              <a:off x="3497907" y="3627004"/>
              <a:ext cx="58981" cy="28017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2" name="Group 10211">
            <a:extLst>
              <a:ext uri="{FF2B5EF4-FFF2-40B4-BE49-F238E27FC236}">
                <a16:creationId xmlns:a16="http://schemas.microsoft.com/office/drawing/2014/main" id="{B1FB0230-D623-FB05-83F9-11E9FDAA5DCE}"/>
              </a:ext>
            </a:extLst>
          </p:cNvPr>
          <p:cNvGrpSpPr/>
          <p:nvPr/>
        </p:nvGrpSpPr>
        <p:grpSpPr>
          <a:xfrm>
            <a:off x="914400" y="723040"/>
            <a:ext cx="5943600" cy="3848960"/>
            <a:chOff x="914400" y="723040"/>
            <a:chExt cx="5943600" cy="384896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723040"/>
              <a:ext cx="5943600" cy="3848960"/>
              <a:chOff x="914400" y="723040"/>
              <a:chExt cx="5943600" cy="3848960"/>
            </a:xfrm>
          </p:grpSpPr>
          <p:sp>
            <p:nvSpPr>
              <p:cNvPr id="3" name="rc3"/>
              <p:cNvSpPr/>
              <p:nvPr/>
            </p:nvSpPr>
            <p:spPr>
              <a:xfrm>
                <a:off x="914400" y="914400"/>
                <a:ext cx="5943600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9525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" name="rc4"/>
              <p:cNvSpPr/>
              <p:nvPr/>
            </p:nvSpPr>
            <p:spPr>
              <a:xfrm>
                <a:off x="1917497" y="914400"/>
                <a:ext cx="3937404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/>
              <p:cNvSpPr/>
              <p:nvPr/>
            </p:nvSpPr>
            <p:spPr>
              <a:xfrm>
                <a:off x="2574859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/>
              <p:cNvSpPr/>
              <p:nvPr/>
            </p:nvSpPr>
            <p:spPr>
              <a:xfrm>
                <a:off x="2945348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/>
              <p:cNvSpPr/>
              <p:nvPr/>
            </p:nvSpPr>
            <p:spPr>
              <a:xfrm>
                <a:off x="3315837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/>
              <p:cNvSpPr/>
              <p:nvPr/>
            </p:nvSpPr>
            <p:spPr>
              <a:xfrm>
                <a:off x="3686326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/>
              <p:cNvSpPr/>
              <p:nvPr/>
            </p:nvSpPr>
            <p:spPr>
              <a:xfrm>
                <a:off x="4056815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/>
              <p:cNvSpPr/>
              <p:nvPr/>
            </p:nvSpPr>
            <p:spPr>
              <a:xfrm>
                <a:off x="4427303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/>
              <p:cNvSpPr/>
              <p:nvPr/>
            </p:nvSpPr>
            <p:spPr>
              <a:xfrm>
                <a:off x="4797792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/>
              <p:cNvSpPr/>
              <p:nvPr/>
            </p:nvSpPr>
            <p:spPr>
              <a:xfrm>
                <a:off x="2463713" y="4049590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/>
              <p:cNvSpPr/>
              <p:nvPr/>
            </p:nvSpPr>
            <p:spPr>
              <a:xfrm>
                <a:off x="2463713" y="370482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/>
              <p:cNvSpPr/>
              <p:nvPr/>
            </p:nvSpPr>
            <p:spPr>
              <a:xfrm>
                <a:off x="2463713" y="336005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/>
              <p:cNvSpPr/>
              <p:nvPr/>
            </p:nvSpPr>
            <p:spPr>
              <a:xfrm>
                <a:off x="2463713" y="3015282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/>
              <p:cNvSpPr/>
              <p:nvPr/>
            </p:nvSpPr>
            <p:spPr>
              <a:xfrm>
                <a:off x="2463713" y="2670513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/>
              <p:cNvSpPr/>
              <p:nvPr/>
            </p:nvSpPr>
            <p:spPr>
              <a:xfrm>
                <a:off x="2463713" y="232574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l19"/>
              <p:cNvSpPr/>
              <p:nvPr/>
            </p:nvSpPr>
            <p:spPr>
              <a:xfrm>
                <a:off x="2463713" y="198097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l20"/>
              <p:cNvSpPr/>
              <p:nvPr/>
            </p:nvSpPr>
            <p:spPr>
              <a:xfrm>
                <a:off x="2463713" y="1636205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h21"/>
              <p:cNvSpPr/>
              <p:nvPr/>
            </p:nvSpPr>
            <p:spPr>
              <a:xfrm>
                <a:off x="2577439" y="2860610"/>
                <a:ext cx="914400" cy="9147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69">
                    <a:moveTo>
                      <a:pt x="914400" y="914400"/>
                    </a:moveTo>
                    <a:lnTo>
                      <a:pt x="914400" y="914769"/>
                    </a:lnTo>
                    <a:lnTo>
                      <a:pt x="913610" y="914551"/>
                    </a:lnTo>
                    <a:lnTo>
                      <a:pt x="913063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h22"/>
              <p:cNvSpPr/>
              <p:nvPr/>
            </p:nvSpPr>
            <p:spPr>
              <a:xfrm>
                <a:off x="2577439" y="2860610"/>
                <a:ext cx="923662" cy="9173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3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44" y="917330"/>
                    </a:lnTo>
                    <a:lnTo>
                      <a:pt x="922390" y="916982"/>
                    </a:lnTo>
                    <a:lnTo>
                      <a:pt x="921136" y="916634"/>
                    </a:lnTo>
                    <a:lnTo>
                      <a:pt x="919882" y="916287"/>
                    </a:lnTo>
                    <a:lnTo>
                      <a:pt x="918628" y="915939"/>
                    </a:lnTo>
                    <a:lnTo>
                      <a:pt x="917373" y="915592"/>
                    </a:lnTo>
                    <a:lnTo>
                      <a:pt x="916119" y="915245"/>
                    </a:lnTo>
                    <a:lnTo>
                      <a:pt x="914865" y="914898"/>
                    </a:lnTo>
                    <a:lnTo>
                      <a:pt x="914400" y="9147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h23"/>
              <p:cNvSpPr/>
              <p:nvPr/>
            </p:nvSpPr>
            <p:spPr>
              <a:xfrm>
                <a:off x="2586701" y="2860610"/>
                <a:ext cx="923662" cy="91990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9909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19909"/>
                    </a:lnTo>
                    <a:lnTo>
                      <a:pt x="923159" y="919769"/>
                    </a:lnTo>
                    <a:lnTo>
                      <a:pt x="921905" y="919420"/>
                    </a:lnTo>
                    <a:lnTo>
                      <a:pt x="920651" y="919071"/>
                    </a:lnTo>
                    <a:lnTo>
                      <a:pt x="919398" y="918723"/>
                    </a:lnTo>
                    <a:lnTo>
                      <a:pt x="918144" y="918374"/>
                    </a:lnTo>
                    <a:lnTo>
                      <a:pt x="916890" y="918026"/>
                    </a:lnTo>
                    <a:lnTo>
                      <a:pt x="915636" y="917678"/>
                    </a:lnTo>
                    <a:lnTo>
                      <a:pt x="914399" y="917335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h24"/>
              <p:cNvSpPr/>
              <p:nvPr/>
            </p:nvSpPr>
            <p:spPr>
              <a:xfrm>
                <a:off x="2595963" y="2860610"/>
                <a:ext cx="923662" cy="92249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49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491"/>
                    </a:lnTo>
                    <a:lnTo>
                      <a:pt x="922670" y="922214"/>
                    </a:lnTo>
                    <a:lnTo>
                      <a:pt x="921417" y="921864"/>
                    </a:lnTo>
                    <a:lnTo>
                      <a:pt x="920163" y="921514"/>
                    </a:lnTo>
                    <a:lnTo>
                      <a:pt x="918910" y="921165"/>
                    </a:lnTo>
                    <a:lnTo>
                      <a:pt x="917657" y="920816"/>
                    </a:lnTo>
                    <a:lnTo>
                      <a:pt x="916403" y="920467"/>
                    </a:lnTo>
                    <a:lnTo>
                      <a:pt x="915150" y="920118"/>
                    </a:lnTo>
                    <a:lnTo>
                      <a:pt x="914400" y="91990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h25"/>
              <p:cNvSpPr/>
              <p:nvPr/>
            </p:nvSpPr>
            <p:spPr>
              <a:xfrm>
                <a:off x="2605226" y="2860610"/>
                <a:ext cx="923662" cy="92508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08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5080"/>
                    </a:lnTo>
                    <a:lnTo>
                      <a:pt x="923430" y="925016"/>
                    </a:lnTo>
                    <a:lnTo>
                      <a:pt x="922178" y="924665"/>
                    </a:lnTo>
                    <a:lnTo>
                      <a:pt x="920925" y="924314"/>
                    </a:lnTo>
                    <a:lnTo>
                      <a:pt x="919672" y="923964"/>
                    </a:lnTo>
                    <a:lnTo>
                      <a:pt x="918419" y="923614"/>
                    </a:lnTo>
                    <a:lnTo>
                      <a:pt x="917167" y="923263"/>
                    </a:lnTo>
                    <a:lnTo>
                      <a:pt x="915914" y="922913"/>
                    </a:lnTo>
                    <a:lnTo>
                      <a:pt x="914661" y="922563"/>
                    </a:lnTo>
                    <a:lnTo>
                      <a:pt x="914400" y="922491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h26"/>
              <p:cNvSpPr/>
              <p:nvPr/>
            </p:nvSpPr>
            <p:spPr>
              <a:xfrm>
                <a:off x="2614488" y="2860610"/>
                <a:ext cx="923662" cy="92767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67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678"/>
                    </a:lnTo>
                    <a:lnTo>
                      <a:pt x="922935" y="927474"/>
                    </a:lnTo>
                    <a:lnTo>
                      <a:pt x="921682" y="927123"/>
                    </a:lnTo>
                    <a:lnTo>
                      <a:pt x="920430" y="926771"/>
                    </a:lnTo>
                    <a:lnTo>
                      <a:pt x="919178" y="926420"/>
                    </a:lnTo>
                    <a:lnTo>
                      <a:pt x="917926" y="926069"/>
                    </a:lnTo>
                    <a:lnTo>
                      <a:pt x="916673" y="925717"/>
                    </a:lnTo>
                    <a:lnTo>
                      <a:pt x="915421" y="925366"/>
                    </a:lnTo>
                    <a:lnTo>
                      <a:pt x="914400" y="92508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h27"/>
              <p:cNvSpPr/>
              <p:nvPr/>
            </p:nvSpPr>
            <p:spPr>
              <a:xfrm>
                <a:off x="2623750" y="2860610"/>
                <a:ext cx="923662" cy="93011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1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111"/>
                    </a:lnTo>
                    <a:lnTo>
                      <a:pt x="920246" y="929323"/>
                    </a:lnTo>
                    <a:lnTo>
                      <a:pt x="919933" y="929235"/>
                    </a:lnTo>
                    <a:lnTo>
                      <a:pt x="918680" y="928882"/>
                    </a:lnTo>
                    <a:lnTo>
                      <a:pt x="917428" y="928530"/>
                    </a:lnTo>
                    <a:lnTo>
                      <a:pt x="916176" y="928178"/>
                    </a:lnTo>
                    <a:lnTo>
                      <a:pt x="914924" y="927826"/>
                    </a:lnTo>
                    <a:lnTo>
                      <a:pt x="914400" y="92767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h28"/>
              <p:cNvSpPr/>
              <p:nvPr/>
            </p:nvSpPr>
            <p:spPr>
              <a:xfrm>
                <a:off x="2633012" y="2860610"/>
                <a:ext cx="923662" cy="93148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48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481"/>
                    </a:lnTo>
                    <a:lnTo>
                      <a:pt x="922785" y="931454"/>
                    </a:lnTo>
                    <a:lnTo>
                      <a:pt x="916869" y="930681"/>
                    </a:lnTo>
                    <a:lnTo>
                      <a:pt x="914400" y="930111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h29"/>
              <p:cNvSpPr/>
              <p:nvPr/>
            </p:nvSpPr>
            <p:spPr>
              <a:xfrm>
                <a:off x="2642274" y="28606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50"/>
                    </a:lnTo>
                    <a:lnTo>
                      <a:pt x="919453" y="931638"/>
                    </a:lnTo>
                    <a:lnTo>
                      <a:pt x="914400" y="931481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h30"/>
              <p:cNvSpPr/>
              <p:nvPr/>
            </p:nvSpPr>
            <p:spPr>
              <a:xfrm>
                <a:off x="2651537" y="2860610"/>
                <a:ext cx="923662" cy="9313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5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00"/>
                    </a:lnTo>
                    <a:lnTo>
                      <a:pt x="922024" y="930241"/>
                    </a:lnTo>
                    <a:lnTo>
                      <a:pt x="916117" y="931233"/>
                    </a:lnTo>
                    <a:lnTo>
                      <a:pt x="914400" y="931350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h31"/>
              <p:cNvSpPr/>
              <p:nvPr/>
            </p:nvSpPr>
            <p:spPr>
              <a:xfrm>
                <a:off x="2660799" y="2860610"/>
                <a:ext cx="923662" cy="9298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0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056"/>
                    </a:lnTo>
                    <a:lnTo>
                      <a:pt x="922814" y="927327"/>
                    </a:lnTo>
                    <a:lnTo>
                      <a:pt x="921421" y="927772"/>
                    </a:lnTo>
                    <a:lnTo>
                      <a:pt x="920028" y="928217"/>
                    </a:lnTo>
                    <a:lnTo>
                      <a:pt x="918631" y="928663"/>
                    </a:lnTo>
                    <a:lnTo>
                      <a:pt x="914400" y="9298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h32"/>
              <p:cNvSpPr/>
              <p:nvPr/>
            </p:nvSpPr>
            <p:spPr>
              <a:xfrm>
                <a:off x="2670061" y="2860610"/>
                <a:ext cx="923662" cy="92705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5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03"/>
                    </a:lnTo>
                    <a:lnTo>
                      <a:pt x="923307" y="924216"/>
                    </a:lnTo>
                    <a:lnTo>
                      <a:pt x="921913" y="924660"/>
                    </a:lnTo>
                    <a:lnTo>
                      <a:pt x="920520" y="925104"/>
                    </a:lnTo>
                    <a:lnTo>
                      <a:pt x="919126" y="925548"/>
                    </a:lnTo>
                    <a:lnTo>
                      <a:pt x="917732" y="925993"/>
                    </a:lnTo>
                    <a:lnTo>
                      <a:pt x="916339" y="926437"/>
                    </a:lnTo>
                    <a:lnTo>
                      <a:pt x="914945" y="926882"/>
                    </a:lnTo>
                    <a:lnTo>
                      <a:pt x="914400" y="927056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h33"/>
              <p:cNvSpPr/>
              <p:nvPr/>
            </p:nvSpPr>
            <p:spPr>
              <a:xfrm>
                <a:off x="2679323" y="2860610"/>
                <a:ext cx="923662" cy="92410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0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159"/>
                    </a:lnTo>
                    <a:lnTo>
                      <a:pt x="922410" y="921556"/>
                    </a:lnTo>
                    <a:lnTo>
                      <a:pt x="921016" y="921999"/>
                    </a:lnTo>
                    <a:lnTo>
                      <a:pt x="919621" y="922442"/>
                    </a:lnTo>
                    <a:lnTo>
                      <a:pt x="918227" y="922886"/>
                    </a:lnTo>
                    <a:lnTo>
                      <a:pt x="916833" y="923329"/>
                    </a:lnTo>
                    <a:lnTo>
                      <a:pt x="915439" y="923773"/>
                    </a:lnTo>
                    <a:lnTo>
                      <a:pt x="914400" y="924103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h34"/>
              <p:cNvSpPr/>
              <p:nvPr/>
            </p:nvSpPr>
            <p:spPr>
              <a:xfrm>
                <a:off x="2688586" y="2860610"/>
                <a:ext cx="923662" cy="92115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15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223"/>
                    </a:lnTo>
                    <a:lnTo>
                      <a:pt x="922912" y="918461"/>
                    </a:lnTo>
                    <a:lnTo>
                      <a:pt x="921516" y="918902"/>
                    </a:lnTo>
                    <a:lnTo>
                      <a:pt x="920122" y="919344"/>
                    </a:lnTo>
                    <a:lnTo>
                      <a:pt x="918727" y="919786"/>
                    </a:lnTo>
                    <a:lnTo>
                      <a:pt x="917332" y="920229"/>
                    </a:lnTo>
                    <a:lnTo>
                      <a:pt x="915937" y="920671"/>
                    </a:lnTo>
                    <a:lnTo>
                      <a:pt x="914543" y="921114"/>
                    </a:lnTo>
                    <a:lnTo>
                      <a:pt x="914400" y="921159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h35"/>
              <p:cNvSpPr/>
              <p:nvPr/>
            </p:nvSpPr>
            <p:spPr>
              <a:xfrm>
                <a:off x="2697848" y="2860610"/>
                <a:ext cx="923662" cy="9182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296"/>
                    </a:lnTo>
                    <a:lnTo>
                      <a:pt x="923417" y="915373"/>
                    </a:lnTo>
                    <a:lnTo>
                      <a:pt x="922022" y="915813"/>
                    </a:lnTo>
                    <a:lnTo>
                      <a:pt x="920626" y="916254"/>
                    </a:lnTo>
                    <a:lnTo>
                      <a:pt x="919231" y="916695"/>
                    </a:lnTo>
                    <a:lnTo>
                      <a:pt x="917835" y="917136"/>
                    </a:lnTo>
                    <a:lnTo>
                      <a:pt x="916440" y="917578"/>
                    </a:lnTo>
                    <a:lnTo>
                      <a:pt x="915044" y="918019"/>
                    </a:lnTo>
                    <a:lnTo>
                      <a:pt x="914400" y="918223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h36"/>
              <p:cNvSpPr/>
              <p:nvPr/>
            </p:nvSpPr>
            <p:spPr>
              <a:xfrm>
                <a:off x="2707110" y="2860610"/>
                <a:ext cx="917240" cy="915296"/>
              </a:xfrm>
              <a:custGeom>
                <a:avLst/>
                <a:gdLst/>
                <a:ahLst/>
                <a:cxnLst/>
                <a:rect l="0" t="0" r="0" b="0"/>
                <a:pathLst>
                  <a:path w="917240" h="915296">
                    <a:moveTo>
                      <a:pt x="914400" y="914400"/>
                    </a:moveTo>
                    <a:lnTo>
                      <a:pt x="917240" y="914400"/>
                    </a:lnTo>
                    <a:lnTo>
                      <a:pt x="916947" y="914492"/>
                    </a:lnTo>
                    <a:lnTo>
                      <a:pt x="915551" y="914932"/>
                    </a:lnTo>
                    <a:lnTo>
                      <a:pt x="914400" y="915296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h37"/>
              <p:cNvSpPr/>
              <p:nvPr/>
            </p:nvSpPr>
            <p:spPr>
              <a:xfrm>
                <a:off x="2781208" y="2860610"/>
                <a:ext cx="914400" cy="9155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12">
                    <a:moveTo>
                      <a:pt x="914400" y="914400"/>
                    </a:moveTo>
                    <a:lnTo>
                      <a:pt x="914400" y="915512"/>
                    </a:lnTo>
                    <a:lnTo>
                      <a:pt x="911827" y="915307"/>
                    </a:lnTo>
                    <a:lnTo>
                      <a:pt x="907119" y="914400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h38"/>
              <p:cNvSpPr/>
              <p:nvPr/>
            </p:nvSpPr>
            <p:spPr>
              <a:xfrm>
                <a:off x="2781208" y="2860610"/>
                <a:ext cx="923662" cy="91584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84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74"/>
                    </a:lnTo>
                    <a:lnTo>
                      <a:pt x="918528" y="915841"/>
                    </a:lnTo>
                    <a:lnTo>
                      <a:pt x="914400" y="915512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h39"/>
              <p:cNvSpPr/>
              <p:nvPr/>
            </p:nvSpPr>
            <p:spPr>
              <a:xfrm>
                <a:off x="2790470" y="2860610"/>
                <a:ext cx="923662" cy="91567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67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41"/>
                    </a:lnTo>
                    <a:lnTo>
                      <a:pt x="922456" y="915047"/>
                    </a:lnTo>
                    <a:lnTo>
                      <a:pt x="920296" y="915238"/>
                    </a:lnTo>
                    <a:lnTo>
                      <a:pt x="918136" y="915430"/>
                    </a:lnTo>
                    <a:lnTo>
                      <a:pt x="915971" y="915622"/>
                    </a:lnTo>
                    <a:lnTo>
                      <a:pt x="914400" y="915674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h40"/>
              <p:cNvSpPr/>
              <p:nvPr/>
            </p:nvSpPr>
            <p:spPr>
              <a:xfrm>
                <a:off x="2799732" y="2860610"/>
                <a:ext cx="920549" cy="914941"/>
              </a:xfrm>
              <a:custGeom>
                <a:avLst/>
                <a:gdLst/>
                <a:ahLst/>
                <a:cxnLst/>
                <a:rect l="0" t="0" r="0" b="0"/>
                <a:pathLst>
                  <a:path w="920549" h="914941">
                    <a:moveTo>
                      <a:pt x="914400" y="914400"/>
                    </a:moveTo>
                    <a:lnTo>
                      <a:pt x="920549" y="914400"/>
                    </a:lnTo>
                    <a:lnTo>
                      <a:pt x="919674" y="914476"/>
                    </a:lnTo>
                    <a:lnTo>
                      <a:pt x="917514" y="914666"/>
                    </a:lnTo>
                    <a:lnTo>
                      <a:pt x="915354" y="914857"/>
                    </a:lnTo>
                    <a:lnTo>
                      <a:pt x="914400" y="914941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h41"/>
              <p:cNvSpPr/>
              <p:nvPr/>
            </p:nvSpPr>
            <p:spPr>
              <a:xfrm>
                <a:off x="2531128" y="2843372"/>
                <a:ext cx="914400" cy="916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267">
                    <a:moveTo>
                      <a:pt x="914400" y="914399"/>
                    </a:moveTo>
                    <a:lnTo>
                      <a:pt x="914400" y="916267"/>
                    </a:lnTo>
                    <a:lnTo>
                      <a:pt x="911459" y="91439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h42"/>
              <p:cNvSpPr/>
              <p:nvPr/>
            </p:nvSpPr>
            <p:spPr>
              <a:xfrm>
                <a:off x="2531128" y="2843372"/>
                <a:ext cx="923662" cy="92104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04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1047"/>
                    </a:lnTo>
                    <a:lnTo>
                      <a:pt x="921255" y="920024"/>
                    </a:lnTo>
                    <a:lnTo>
                      <a:pt x="915678" y="917078"/>
                    </a:lnTo>
                    <a:lnTo>
                      <a:pt x="914400" y="916267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h43"/>
              <p:cNvSpPr/>
              <p:nvPr/>
            </p:nvSpPr>
            <p:spPr>
              <a:xfrm>
                <a:off x="2540390" y="2843372"/>
                <a:ext cx="923662" cy="9243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8"/>
                    </a:lnTo>
                    <a:lnTo>
                      <a:pt x="923354" y="924274"/>
                    </a:lnTo>
                    <a:lnTo>
                      <a:pt x="917643" y="922425"/>
                    </a:lnTo>
                    <a:lnTo>
                      <a:pt x="914400" y="921047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h44"/>
              <p:cNvSpPr/>
              <p:nvPr/>
            </p:nvSpPr>
            <p:spPr>
              <a:xfrm>
                <a:off x="2549652" y="2843372"/>
                <a:ext cx="923662" cy="9269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90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900"/>
                    </a:lnTo>
                    <a:lnTo>
                      <a:pt x="922885" y="926687"/>
                    </a:lnTo>
                    <a:lnTo>
                      <a:pt x="921630" y="926342"/>
                    </a:lnTo>
                    <a:lnTo>
                      <a:pt x="920374" y="925997"/>
                    </a:lnTo>
                    <a:lnTo>
                      <a:pt x="919118" y="925652"/>
                    </a:lnTo>
                    <a:lnTo>
                      <a:pt x="917863" y="925308"/>
                    </a:lnTo>
                    <a:lnTo>
                      <a:pt x="916607" y="924963"/>
                    </a:lnTo>
                    <a:lnTo>
                      <a:pt x="915351" y="924619"/>
                    </a:lnTo>
                    <a:lnTo>
                      <a:pt x="914400" y="92435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h45"/>
              <p:cNvSpPr/>
              <p:nvPr/>
            </p:nvSpPr>
            <p:spPr>
              <a:xfrm>
                <a:off x="2558914" y="2843372"/>
                <a:ext cx="923662" cy="9294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45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450"/>
                    </a:lnTo>
                    <a:lnTo>
                      <a:pt x="923350" y="929364"/>
                    </a:lnTo>
                    <a:lnTo>
                      <a:pt x="923037" y="929277"/>
                    </a:lnTo>
                    <a:lnTo>
                      <a:pt x="922881" y="929227"/>
                    </a:lnTo>
                    <a:lnTo>
                      <a:pt x="922724" y="929191"/>
                    </a:lnTo>
                    <a:lnTo>
                      <a:pt x="922411" y="929105"/>
                    </a:lnTo>
                    <a:lnTo>
                      <a:pt x="921155" y="928759"/>
                    </a:lnTo>
                    <a:lnTo>
                      <a:pt x="919900" y="928413"/>
                    </a:lnTo>
                    <a:lnTo>
                      <a:pt x="918644" y="928068"/>
                    </a:lnTo>
                    <a:lnTo>
                      <a:pt x="917389" y="927722"/>
                    </a:lnTo>
                    <a:lnTo>
                      <a:pt x="916134" y="927377"/>
                    </a:lnTo>
                    <a:lnTo>
                      <a:pt x="914878" y="927032"/>
                    </a:lnTo>
                    <a:lnTo>
                      <a:pt x="914400" y="92690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h46"/>
              <p:cNvSpPr/>
              <p:nvPr/>
            </p:nvSpPr>
            <p:spPr>
              <a:xfrm>
                <a:off x="256817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2325" y="931638"/>
                    </a:lnTo>
                    <a:lnTo>
                      <a:pt x="921618" y="931442"/>
                    </a:lnTo>
                    <a:lnTo>
                      <a:pt x="920363" y="931096"/>
                    </a:lnTo>
                    <a:lnTo>
                      <a:pt x="919108" y="930749"/>
                    </a:lnTo>
                    <a:lnTo>
                      <a:pt x="917854" y="930403"/>
                    </a:lnTo>
                    <a:lnTo>
                      <a:pt x="916599" y="930056"/>
                    </a:lnTo>
                    <a:lnTo>
                      <a:pt x="915344" y="929710"/>
                    </a:lnTo>
                    <a:lnTo>
                      <a:pt x="914400" y="92945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h47"/>
              <p:cNvSpPr/>
              <p:nvPr/>
            </p:nvSpPr>
            <p:spPr>
              <a:xfrm>
                <a:off x="257743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h48"/>
              <p:cNvSpPr/>
              <p:nvPr/>
            </p:nvSpPr>
            <p:spPr>
              <a:xfrm>
                <a:off x="258670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h49"/>
              <p:cNvSpPr/>
              <p:nvPr/>
            </p:nvSpPr>
            <p:spPr>
              <a:xfrm>
                <a:off x="259596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h50"/>
              <p:cNvSpPr/>
              <p:nvPr/>
            </p:nvSpPr>
            <p:spPr>
              <a:xfrm>
                <a:off x="260522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h51"/>
              <p:cNvSpPr/>
              <p:nvPr/>
            </p:nvSpPr>
            <p:spPr>
              <a:xfrm>
                <a:off x="261448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h52"/>
              <p:cNvSpPr/>
              <p:nvPr/>
            </p:nvSpPr>
            <p:spPr>
              <a:xfrm>
                <a:off x="262375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h53"/>
              <p:cNvSpPr/>
              <p:nvPr/>
            </p:nvSpPr>
            <p:spPr>
              <a:xfrm>
                <a:off x="2633012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h54"/>
              <p:cNvSpPr/>
              <p:nvPr/>
            </p:nvSpPr>
            <p:spPr>
              <a:xfrm>
                <a:off x="2642274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h55"/>
              <p:cNvSpPr/>
              <p:nvPr/>
            </p:nvSpPr>
            <p:spPr>
              <a:xfrm>
                <a:off x="265153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h56"/>
              <p:cNvSpPr/>
              <p:nvPr/>
            </p:nvSpPr>
            <p:spPr>
              <a:xfrm>
                <a:off x="266079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h57"/>
              <p:cNvSpPr/>
              <p:nvPr/>
            </p:nvSpPr>
            <p:spPr>
              <a:xfrm>
                <a:off x="267006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h58"/>
              <p:cNvSpPr/>
              <p:nvPr/>
            </p:nvSpPr>
            <p:spPr>
              <a:xfrm>
                <a:off x="267932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h59"/>
              <p:cNvSpPr/>
              <p:nvPr/>
            </p:nvSpPr>
            <p:spPr>
              <a:xfrm>
                <a:off x="268858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h60"/>
              <p:cNvSpPr/>
              <p:nvPr/>
            </p:nvSpPr>
            <p:spPr>
              <a:xfrm>
                <a:off x="269784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h61"/>
              <p:cNvSpPr/>
              <p:nvPr/>
            </p:nvSpPr>
            <p:spPr>
              <a:xfrm>
                <a:off x="2707110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376"/>
                    </a:lnTo>
                    <a:lnTo>
                      <a:pt x="922531" y="912732"/>
                    </a:lnTo>
                    <a:lnTo>
                      <a:pt x="921135" y="913172"/>
                    </a:lnTo>
                    <a:lnTo>
                      <a:pt x="919739" y="913612"/>
                    </a:lnTo>
                    <a:lnTo>
                      <a:pt x="918343" y="914052"/>
                    </a:lnTo>
                    <a:lnTo>
                      <a:pt x="917240" y="914400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h62"/>
              <p:cNvSpPr/>
              <p:nvPr/>
            </p:nvSpPr>
            <p:spPr>
              <a:xfrm>
                <a:off x="2716372" y="2843372"/>
                <a:ext cx="923662" cy="9296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6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704"/>
                    </a:lnTo>
                    <a:lnTo>
                      <a:pt x="923045" y="926897"/>
                    </a:lnTo>
                    <a:lnTo>
                      <a:pt x="921649" y="927336"/>
                    </a:lnTo>
                    <a:lnTo>
                      <a:pt x="920252" y="927775"/>
                    </a:lnTo>
                    <a:lnTo>
                      <a:pt x="918855" y="928214"/>
                    </a:lnTo>
                    <a:lnTo>
                      <a:pt x="917458" y="928653"/>
                    </a:lnTo>
                    <a:lnTo>
                      <a:pt x="916062" y="929092"/>
                    </a:lnTo>
                    <a:lnTo>
                      <a:pt x="914665" y="929531"/>
                    </a:lnTo>
                    <a:lnTo>
                      <a:pt x="914400" y="929615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h63"/>
              <p:cNvSpPr/>
              <p:nvPr/>
            </p:nvSpPr>
            <p:spPr>
              <a:xfrm>
                <a:off x="2725634" y="2843372"/>
                <a:ext cx="923662" cy="92670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704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564" y="923832"/>
                    </a:lnTo>
                    <a:lnTo>
                      <a:pt x="922167" y="924269"/>
                    </a:lnTo>
                    <a:lnTo>
                      <a:pt x="920769" y="924707"/>
                    </a:lnTo>
                    <a:lnTo>
                      <a:pt x="919372" y="925145"/>
                    </a:lnTo>
                    <a:lnTo>
                      <a:pt x="917974" y="925583"/>
                    </a:lnTo>
                    <a:lnTo>
                      <a:pt x="916577" y="926021"/>
                    </a:lnTo>
                    <a:lnTo>
                      <a:pt x="915180" y="926459"/>
                    </a:lnTo>
                    <a:lnTo>
                      <a:pt x="914400" y="926704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h64"/>
              <p:cNvSpPr/>
              <p:nvPr/>
            </p:nvSpPr>
            <p:spPr>
              <a:xfrm>
                <a:off x="2734897" y="2843372"/>
                <a:ext cx="923662" cy="92435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1"/>
                    </a:lnTo>
                    <a:lnTo>
                      <a:pt x="923113" y="924216"/>
                    </a:lnTo>
                    <a:lnTo>
                      <a:pt x="921537" y="923826"/>
                    </a:lnTo>
                    <a:lnTo>
                      <a:pt x="919961" y="923437"/>
                    </a:lnTo>
                    <a:lnTo>
                      <a:pt x="918385" y="923048"/>
                    </a:lnTo>
                    <a:lnTo>
                      <a:pt x="917503" y="922831"/>
                    </a:lnTo>
                    <a:lnTo>
                      <a:pt x="917097" y="922958"/>
                    </a:lnTo>
                    <a:lnTo>
                      <a:pt x="915699" y="923395"/>
                    </a:lnTo>
                    <a:lnTo>
                      <a:pt x="914400" y="923801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h65"/>
              <p:cNvSpPr/>
              <p:nvPr/>
            </p:nvSpPr>
            <p:spPr>
              <a:xfrm>
                <a:off x="2744159" y="2843372"/>
                <a:ext cx="923662" cy="92664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64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645"/>
                    </a:lnTo>
                    <a:lnTo>
                      <a:pt x="923304" y="926556"/>
                    </a:lnTo>
                    <a:lnTo>
                      <a:pt x="921729" y="926165"/>
                    </a:lnTo>
                    <a:lnTo>
                      <a:pt x="920154" y="925775"/>
                    </a:lnTo>
                    <a:lnTo>
                      <a:pt x="918578" y="925385"/>
                    </a:lnTo>
                    <a:lnTo>
                      <a:pt x="917002" y="924995"/>
                    </a:lnTo>
                    <a:lnTo>
                      <a:pt x="915427" y="924605"/>
                    </a:lnTo>
                    <a:lnTo>
                      <a:pt x="914400" y="924351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h66"/>
              <p:cNvSpPr/>
              <p:nvPr/>
            </p:nvSpPr>
            <p:spPr>
              <a:xfrm>
                <a:off x="2753421" y="2843372"/>
                <a:ext cx="923662" cy="92894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946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8946"/>
                    </a:lnTo>
                    <a:lnTo>
                      <a:pt x="923492" y="928904"/>
                    </a:lnTo>
                    <a:lnTo>
                      <a:pt x="921917" y="928512"/>
                    </a:lnTo>
                    <a:lnTo>
                      <a:pt x="920342" y="928120"/>
                    </a:lnTo>
                    <a:lnTo>
                      <a:pt x="918768" y="927729"/>
                    </a:lnTo>
                    <a:lnTo>
                      <a:pt x="917192" y="927338"/>
                    </a:lnTo>
                    <a:lnTo>
                      <a:pt x="915617" y="926947"/>
                    </a:lnTo>
                    <a:lnTo>
                      <a:pt x="914400" y="926645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h67"/>
              <p:cNvSpPr/>
              <p:nvPr/>
            </p:nvSpPr>
            <p:spPr>
              <a:xfrm>
                <a:off x="2762683" y="2843372"/>
                <a:ext cx="923662" cy="9312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25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255"/>
                    </a:lnTo>
                    <a:lnTo>
                      <a:pt x="922102" y="930866"/>
                    </a:lnTo>
                    <a:lnTo>
                      <a:pt x="920528" y="930473"/>
                    </a:lnTo>
                    <a:lnTo>
                      <a:pt x="918954" y="930080"/>
                    </a:lnTo>
                    <a:lnTo>
                      <a:pt x="917379" y="929688"/>
                    </a:lnTo>
                    <a:lnTo>
                      <a:pt x="915805" y="929296"/>
                    </a:lnTo>
                    <a:lnTo>
                      <a:pt x="914400" y="928946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h68"/>
              <p:cNvSpPr/>
              <p:nvPr/>
            </p:nvSpPr>
            <p:spPr>
              <a:xfrm>
                <a:off x="277194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382" y="931638"/>
                    </a:lnTo>
                    <a:lnTo>
                      <a:pt x="914400" y="931255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h69"/>
              <p:cNvSpPr/>
              <p:nvPr/>
            </p:nvSpPr>
            <p:spPr>
              <a:xfrm>
                <a:off x="278120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h70"/>
              <p:cNvSpPr/>
              <p:nvPr/>
            </p:nvSpPr>
            <p:spPr>
              <a:xfrm>
                <a:off x="279047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h71"/>
              <p:cNvSpPr/>
              <p:nvPr/>
            </p:nvSpPr>
            <p:spPr>
              <a:xfrm>
                <a:off x="2799732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127"/>
                    </a:lnTo>
                    <a:lnTo>
                      <a:pt x="921834" y="914287"/>
                    </a:lnTo>
                    <a:lnTo>
                      <a:pt x="920549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h72"/>
              <p:cNvSpPr/>
              <p:nvPr/>
            </p:nvSpPr>
            <p:spPr>
              <a:xfrm>
                <a:off x="2808994" y="2843372"/>
                <a:ext cx="923662" cy="9313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813"/>
                    </a:lnTo>
                    <a:lnTo>
                      <a:pt x="920443" y="930561"/>
                    </a:lnTo>
                    <a:lnTo>
                      <a:pt x="914738" y="931335"/>
                    </a:lnTo>
                    <a:lnTo>
                      <a:pt x="914400" y="931365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h73"/>
              <p:cNvSpPr/>
              <p:nvPr/>
            </p:nvSpPr>
            <p:spPr>
              <a:xfrm>
                <a:off x="2818257" y="2843372"/>
                <a:ext cx="923662" cy="92981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13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877"/>
                    </a:lnTo>
                    <a:lnTo>
                      <a:pt x="922490" y="927381"/>
                    </a:lnTo>
                    <a:lnTo>
                      <a:pt x="916858" y="929242"/>
                    </a:lnTo>
                    <a:lnTo>
                      <a:pt x="914400" y="929813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h74"/>
              <p:cNvSpPr/>
              <p:nvPr/>
            </p:nvSpPr>
            <p:spPr>
              <a:xfrm>
                <a:off x="2827519" y="2843372"/>
                <a:ext cx="923662" cy="9268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8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2395"/>
                    </a:lnTo>
                    <a:lnTo>
                      <a:pt x="918802" y="924983"/>
                    </a:lnTo>
                    <a:lnTo>
                      <a:pt x="914400" y="926877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h75"/>
              <p:cNvSpPr/>
              <p:nvPr/>
            </p:nvSpPr>
            <p:spPr>
              <a:xfrm>
                <a:off x="2836781" y="2843372"/>
                <a:ext cx="923662" cy="9223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9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6205"/>
                    </a:lnTo>
                    <a:lnTo>
                      <a:pt x="920451" y="918603"/>
                    </a:lnTo>
                    <a:lnTo>
                      <a:pt x="915040" y="922054"/>
                    </a:lnTo>
                    <a:lnTo>
                      <a:pt x="914400" y="922395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h76"/>
              <p:cNvSpPr/>
              <p:nvPr/>
            </p:nvSpPr>
            <p:spPr>
              <a:xfrm>
                <a:off x="2846043" y="2843372"/>
                <a:ext cx="916775" cy="916205"/>
              </a:xfrm>
              <a:custGeom>
                <a:avLst/>
                <a:gdLst/>
                <a:ahLst/>
                <a:cxnLst/>
                <a:rect l="0" t="0" r="0" b="0"/>
                <a:pathLst>
                  <a:path w="916775" h="916205">
                    <a:moveTo>
                      <a:pt x="914400" y="914399"/>
                    </a:moveTo>
                    <a:lnTo>
                      <a:pt x="916775" y="914399"/>
                    </a:lnTo>
                    <a:lnTo>
                      <a:pt x="916498" y="914638"/>
                    </a:lnTo>
                    <a:lnTo>
                      <a:pt x="914400" y="916205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h77"/>
              <p:cNvSpPr/>
              <p:nvPr/>
            </p:nvSpPr>
            <p:spPr>
              <a:xfrm>
                <a:off x="2512603" y="2826133"/>
                <a:ext cx="914400" cy="9186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691">
                    <a:moveTo>
                      <a:pt x="914400" y="914399"/>
                    </a:moveTo>
                    <a:lnTo>
                      <a:pt x="914400" y="918691"/>
                    </a:lnTo>
                    <a:lnTo>
                      <a:pt x="912947" y="917266"/>
                    </a:lnTo>
                    <a:lnTo>
                      <a:pt x="910363" y="91439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h78"/>
              <p:cNvSpPr/>
              <p:nvPr/>
            </p:nvSpPr>
            <p:spPr>
              <a:xfrm>
                <a:off x="2512603" y="2826133"/>
                <a:ext cx="923662" cy="92706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6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7067"/>
                    </a:lnTo>
                    <a:lnTo>
                      <a:pt x="923336" y="926824"/>
                    </a:lnTo>
                    <a:lnTo>
                      <a:pt x="918075" y="922297"/>
                    </a:lnTo>
                    <a:lnTo>
                      <a:pt x="914400" y="918691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h79"/>
              <p:cNvSpPr/>
              <p:nvPr/>
            </p:nvSpPr>
            <p:spPr>
              <a:xfrm>
                <a:off x="252186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0721" y="931638"/>
                    </a:lnTo>
                    <a:lnTo>
                      <a:pt x="919455" y="930834"/>
                    </a:lnTo>
                    <a:lnTo>
                      <a:pt x="914400" y="927067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h80"/>
              <p:cNvSpPr/>
              <p:nvPr/>
            </p:nvSpPr>
            <p:spPr>
              <a:xfrm>
                <a:off x="253112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h81"/>
              <p:cNvSpPr/>
              <p:nvPr/>
            </p:nvSpPr>
            <p:spPr>
              <a:xfrm>
                <a:off x="254039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h82"/>
              <p:cNvSpPr/>
              <p:nvPr/>
            </p:nvSpPr>
            <p:spPr>
              <a:xfrm>
                <a:off x="254965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h83"/>
              <p:cNvSpPr/>
              <p:nvPr/>
            </p:nvSpPr>
            <p:spPr>
              <a:xfrm>
                <a:off x="255891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h84"/>
              <p:cNvSpPr/>
              <p:nvPr/>
            </p:nvSpPr>
            <p:spPr>
              <a:xfrm>
                <a:off x="256817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h85"/>
              <p:cNvSpPr/>
              <p:nvPr/>
            </p:nvSpPr>
            <p:spPr>
              <a:xfrm>
                <a:off x="257743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h86"/>
              <p:cNvSpPr/>
              <p:nvPr/>
            </p:nvSpPr>
            <p:spPr>
              <a:xfrm>
                <a:off x="258670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h87"/>
              <p:cNvSpPr/>
              <p:nvPr/>
            </p:nvSpPr>
            <p:spPr>
              <a:xfrm>
                <a:off x="259596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h88"/>
              <p:cNvSpPr/>
              <p:nvPr/>
            </p:nvSpPr>
            <p:spPr>
              <a:xfrm>
                <a:off x="260522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h89"/>
              <p:cNvSpPr/>
              <p:nvPr/>
            </p:nvSpPr>
            <p:spPr>
              <a:xfrm>
                <a:off x="261448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h90"/>
              <p:cNvSpPr/>
              <p:nvPr/>
            </p:nvSpPr>
            <p:spPr>
              <a:xfrm>
                <a:off x="262375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h91"/>
              <p:cNvSpPr/>
              <p:nvPr/>
            </p:nvSpPr>
            <p:spPr>
              <a:xfrm>
                <a:off x="263301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h92"/>
              <p:cNvSpPr/>
              <p:nvPr/>
            </p:nvSpPr>
            <p:spPr>
              <a:xfrm>
                <a:off x="264227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h93"/>
              <p:cNvSpPr/>
              <p:nvPr/>
            </p:nvSpPr>
            <p:spPr>
              <a:xfrm>
                <a:off x="265153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h94"/>
              <p:cNvSpPr/>
              <p:nvPr/>
            </p:nvSpPr>
            <p:spPr>
              <a:xfrm>
                <a:off x="266079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h95"/>
              <p:cNvSpPr/>
              <p:nvPr/>
            </p:nvSpPr>
            <p:spPr>
              <a:xfrm>
                <a:off x="267006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h96"/>
              <p:cNvSpPr/>
              <p:nvPr/>
            </p:nvSpPr>
            <p:spPr>
              <a:xfrm>
                <a:off x="267932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h97"/>
              <p:cNvSpPr/>
              <p:nvPr/>
            </p:nvSpPr>
            <p:spPr>
              <a:xfrm>
                <a:off x="268858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h98"/>
              <p:cNvSpPr/>
              <p:nvPr/>
            </p:nvSpPr>
            <p:spPr>
              <a:xfrm>
                <a:off x="269784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h99"/>
              <p:cNvSpPr/>
              <p:nvPr/>
            </p:nvSpPr>
            <p:spPr>
              <a:xfrm>
                <a:off x="270711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h100"/>
              <p:cNvSpPr/>
              <p:nvPr/>
            </p:nvSpPr>
            <p:spPr>
              <a:xfrm>
                <a:off x="271637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h101"/>
              <p:cNvSpPr/>
              <p:nvPr/>
            </p:nvSpPr>
            <p:spPr>
              <a:xfrm>
                <a:off x="272563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h102"/>
              <p:cNvSpPr/>
              <p:nvPr/>
            </p:nvSpPr>
            <p:spPr>
              <a:xfrm>
                <a:off x="273489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h103"/>
              <p:cNvSpPr/>
              <p:nvPr/>
            </p:nvSpPr>
            <p:spPr>
              <a:xfrm>
                <a:off x="274415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h104"/>
              <p:cNvSpPr/>
              <p:nvPr/>
            </p:nvSpPr>
            <p:spPr>
              <a:xfrm>
                <a:off x="275342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h105"/>
              <p:cNvSpPr/>
              <p:nvPr/>
            </p:nvSpPr>
            <p:spPr>
              <a:xfrm>
                <a:off x="276268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h106"/>
              <p:cNvSpPr/>
              <p:nvPr/>
            </p:nvSpPr>
            <p:spPr>
              <a:xfrm>
                <a:off x="277194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h107"/>
              <p:cNvSpPr/>
              <p:nvPr/>
            </p:nvSpPr>
            <p:spPr>
              <a:xfrm>
                <a:off x="278120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h108"/>
              <p:cNvSpPr/>
              <p:nvPr/>
            </p:nvSpPr>
            <p:spPr>
              <a:xfrm>
                <a:off x="279047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h109"/>
              <p:cNvSpPr/>
              <p:nvPr/>
            </p:nvSpPr>
            <p:spPr>
              <a:xfrm>
                <a:off x="279973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h110"/>
              <p:cNvSpPr/>
              <p:nvPr/>
            </p:nvSpPr>
            <p:spPr>
              <a:xfrm>
                <a:off x="280899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h111"/>
              <p:cNvSpPr/>
              <p:nvPr/>
            </p:nvSpPr>
            <p:spPr>
              <a:xfrm>
                <a:off x="281825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h112"/>
              <p:cNvSpPr/>
              <p:nvPr/>
            </p:nvSpPr>
            <p:spPr>
              <a:xfrm>
                <a:off x="282751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h113"/>
              <p:cNvSpPr/>
              <p:nvPr/>
            </p:nvSpPr>
            <p:spPr>
              <a:xfrm>
                <a:off x="283678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h114"/>
              <p:cNvSpPr/>
              <p:nvPr/>
            </p:nvSpPr>
            <p:spPr>
              <a:xfrm>
                <a:off x="2846043" y="284337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38"/>
                    </a:lnTo>
                    <a:lnTo>
                      <a:pt x="921691" y="910169"/>
                    </a:lnTo>
                    <a:lnTo>
                      <a:pt x="916775" y="91439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h115"/>
              <p:cNvSpPr/>
              <p:nvPr/>
            </p:nvSpPr>
            <p:spPr>
              <a:xfrm>
                <a:off x="2855306" y="2826133"/>
                <a:ext cx="923662" cy="9254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4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457"/>
                    </a:lnTo>
                    <a:lnTo>
                      <a:pt x="922409" y="917010"/>
                    </a:lnTo>
                    <a:lnTo>
                      <a:pt x="917491" y="922448"/>
                    </a:lnTo>
                    <a:lnTo>
                      <a:pt x="914400" y="925477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h116"/>
              <p:cNvSpPr/>
              <p:nvPr/>
            </p:nvSpPr>
            <p:spPr>
              <a:xfrm>
                <a:off x="2864568" y="2826133"/>
                <a:ext cx="915253" cy="915457"/>
              </a:xfrm>
              <a:custGeom>
                <a:avLst/>
                <a:gdLst/>
                <a:ahLst/>
                <a:cxnLst/>
                <a:rect l="0" t="0" r="0" b="0"/>
                <a:pathLst>
                  <a:path w="915253" h="915457">
                    <a:moveTo>
                      <a:pt x="914400" y="914399"/>
                    </a:moveTo>
                    <a:lnTo>
                      <a:pt x="915253" y="914399"/>
                    </a:lnTo>
                    <a:lnTo>
                      <a:pt x="914400" y="915457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h117"/>
              <p:cNvSpPr/>
              <p:nvPr/>
            </p:nvSpPr>
            <p:spPr>
              <a:xfrm>
                <a:off x="2503341" y="2808895"/>
                <a:ext cx="914400" cy="92545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59">
                    <a:moveTo>
                      <a:pt x="914400" y="914400"/>
                    </a:moveTo>
                    <a:lnTo>
                      <a:pt x="914400" y="925459"/>
                    </a:lnTo>
                    <a:lnTo>
                      <a:pt x="912412" y="922984"/>
                    </a:lnTo>
                    <a:lnTo>
                      <a:pt x="907768" y="916527"/>
                    </a:lnTo>
                    <a:lnTo>
                      <a:pt x="906394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h118"/>
              <p:cNvSpPr/>
              <p:nvPr/>
            </p:nvSpPr>
            <p:spPr>
              <a:xfrm>
                <a:off x="250334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25" y="931638"/>
                    </a:lnTo>
                    <a:lnTo>
                      <a:pt x="917230" y="928982"/>
                    </a:lnTo>
                    <a:lnTo>
                      <a:pt x="914400" y="92545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h119"/>
              <p:cNvSpPr/>
              <p:nvPr/>
            </p:nvSpPr>
            <p:spPr>
              <a:xfrm>
                <a:off x="251260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h120"/>
              <p:cNvSpPr/>
              <p:nvPr/>
            </p:nvSpPr>
            <p:spPr>
              <a:xfrm>
                <a:off x="252186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h121"/>
              <p:cNvSpPr/>
              <p:nvPr/>
            </p:nvSpPr>
            <p:spPr>
              <a:xfrm>
                <a:off x="253112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h122"/>
              <p:cNvSpPr/>
              <p:nvPr/>
            </p:nvSpPr>
            <p:spPr>
              <a:xfrm>
                <a:off x="254039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h123"/>
              <p:cNvSpPr/>
              <p:nvPr/>
            </p:nvSpPr>
            <p:spPr>
              <a:xfrm>
                <a:off x="254965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h124"/>
              <p:cNvSpPr/>
              <p:nvPr/>
            </p:nvSpPr>
            <p:spPr>
              <a:xfrm>
                <a:off x="255891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h125"/>
              <p:cNvSpPr/>
              <p:nvPr/>
            </p:nvSpPr>
            <p:spPr>
              <a:xfrm>
                <a:off x="256817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h126"/>
              <p:cNvSpPr/>
              <p:nvPr/>
            </p:nvSpPr>
            <p:spPr>
              <a:xfrm>
                <a:off x="257743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h127"/>
              <p:cNvSpPr/>
              <p:nvPr/>
            </p:nvSpPr>
            <p:spPr>
              <a:xfrm>
                <a:off x="258670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h128"/>
              <p:cNvSpPr/>
              <p:nvPr/>
            </p:nvSpPr>
            <p:spPr>
              <a:xfrm>
                <a:off x="259596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h129"/>
              <p:cNvSpPr/>
              <p:nvPr/>
            </p:nvSpPr>
            <p:spPr>
              <a:xfrm>
                <a:off x="260522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h130"/>
              <p:cNvSpPr/>
              <p:nvPr/>
            </p:nvSpPr>
            <p:spPr>
              <a:xfrm>
                <a:off x="261448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h131"/>
              <p:cNvSpPr/>
              <p:nvPr/>
            </p:nvSpPr>
            <p:spPr>
              <a:xfrm>
                <a:off x="262375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h132"/>
              <p:cNvSpPr/>
              <p:nvPr/>
            </p:nvSpPr>
            <p:spPr>
              <a:xfrm>
                <a:off x="263301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h133"/>
              <p:cNvSpPr/>
              <p:nvPr/>
            </p:nvSpPr>
            <p:spPr>
              <a:xfrm>
                <a:off x="264227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h134"/>
              <p:cNvSpPr/>
              <p:nvPr/>
            </p:nvSpPr>
            <p:spPr>
              <a:xfrm>
                <a:off x="265153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h135"/>
              <p:cNvSpPr/>
              <p:nvPr/>
            </p:nvSpPr>
            <p:spPr>
              <a:xfrm>
                <a:off x="266079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h136"/>
              <p:cNvSpPr/>
              <p:nvPr/>
            </p:nvSpPr>
            <p:spPr>
              <a:xfrm>
                <a:off x="267006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h137"/>
              <p:cNvSpPr/>
              <p:nvPr/>
            </p:nvSpPr>
            <p:spPr>
              <a:xfrm>
                <a:off x="267932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h138"/>
              <p:cNvSpPr/>
              <p:nvPr/>
            </p:nvSpPr>
            <p:spPr>
              <a:xfrm>
                <a:off x="268858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h139"/>
              <p:cNvSpPr/>
              <p:nvPr/>
            </p:nvSpPr>
            <p:spPr>
              <a:xfrm>
                <a:off x="269784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h140"/>
              <p:cNvSpPr/>
              <p:nvPr/>
            </p:nvSpPr>
            <p:spPr>
              <a:xfrm>
                <a:off x="270711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h141"/>
              <p:cNvSpPr/>
              <p:nvPr/>
            </p:nvSpPr>
            <p:spPr>
              <a:xfrm>
                <a:off x="271637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h142"/>
              <p:cNvSpPr/>
              <p:nvPr/>
            </p:nvSpPr>
            <p:spPr>
              <a:xfrm>
                <a:off x="272563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h143"/>
              <p:cNvSpPr/>
              <p:nvPr/>
            </p:nvSpPr>
            <p:spPr>
              <a:xfrm>
                <a:off x="273489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h144"/>
              <p:cNvSpPr/>
              <p:nvPr/>
            </p:nvSpPr>
            <p:spPr>
              <a:xfrm>
                <a:off x="274415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h145"/>
              <p:cNvSpPr/>
              <p:nvPr/>
            </p:nvSpPr>
            <p:spPr>
              <a:xfrm>
                <a:off x="275342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h146"/>
              <p:cNvSpPr/>
              <p:nvPr/>
            </p:nvSpPr>
            <p:spPr>
              <a:xfrm>
                <a:off x="276268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h147"/>
              <p:cNvSpPr/>
              <p:nvPr/>
            </p:nvSpPr>
            <p:spPr>
              <a:xfrm>
                <a:off x="277194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h148"/>
              <p:cNvSpPr/>
              <p:nvPr/>
            </p:nvSpPr>
            <p:spPr>
              <a:xfrm>
                <a:off x="278120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h149"/>
              <p:cNvSpPr/>
              <p:nvPr/>
            </p:nvSpPr>
            <p:spPr>
              <a:xfrm>
                <a:off x="279047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h150"/>
              <p:cNvSpPr/>
              <p:nvPr/>
            </p:nvSpPr>
            <p:spPr>
              <a:xfrm>
                <a:off x="279973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h151"/>
              <p:cNvSpPr/>
              <p:nvPr/>
            </p:nvSpPr>
            <p:spPr>
              <a:xfrm>
                <a:off x="280899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h152"/>
              <p:cNvSpPr/>
              <p:nvPr/>
            </p:nvSpPr>
            <p:spPr>
              <a:xfrm>
                <a:off x="281825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h153"/>
              <p:cNvSpPr/>
              <p:nvPr/>
            </p:nvSpPr>
            <p:spPr>
              <a:xfrm>
                <a:off x="282751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h154"/>
              <p:cNvSpPr/>
              <p:nvPr/>
            </p:nvSpPr>
            <p:spPr>
              <a:xfrm>
                <a:off x="283678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h155"/>
              <p:cNvSpPr/>
              <p:nvPr/>
            </p:nvSpPr>
            <p:spPr>
              <a:xfrm>
                <a:off x="284604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h156"/>
              <p:cNvSpPr/>
              <p:nvPr/>
            </p:nvSpPr>
            <p:spPr>
              <a:xfrm>
                <a:off x="285530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h157"/>
              <p:cNvSpPr/>
              <p:nvPr/>
            </p:nvSpPr>
            <p:spPr>
              <a:xfrm>
                <a:off x="2864568" y="28261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065"/>
                    </a:lnTo>
                    <a:lnTo>
                      <a:pt x="923464" y="903353"/>
                    </a:lnTo>
                    <a:lnTo>
                      <a:pt x="922500" y="904759"/>
                    </a:lnTo>
                    <a:lnTo>
                      <a:pt x="917908" y="911109"/>
                    </a:lnTo>
                    <a:lnTo>
                      <a:pt x="915253" y="91439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h158"/>
              <p:cNvSpPr/>
              <p:nvPr/>
            </p:nvSpPr>
            <p:spPr>
              <a:xfrm>
                <a:off x="2873830" y="2808895"/>
                <a:ext cx="918450" cy="920303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20303">
                    <a:moveTo>
                      <a:pt x="914400" y="914400"/>
                    </a:moveTo>
                    <a:lnTo>
                      <a:pt x="918450" y="914400"/>
                    </a:lnTo>
                    <a:lnTo>
                      <a:pt x="918036" y="915003"/>
                    </a:lnTo>
                    <a:lnTo>
                      <a:pt x="917077" y="916400"/>
                    </a:lnTo>
                    <a:lnTo>
                      <a:pt x="916118" y="917797"/>
                    </a:lnTo>
                    <a:lnTo>
                      <a:pt x="915160" y="919194"/>
                    </a:lnTo>
                    <a:lnTo>
                      <a:pt x="914400" y="920303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h159"/>
              <p:cNvSpPr/>
              <p:nvPr/>
            </p:nvSpPr>
            <p:spPr>
              <a:xfrm>
                <a:off x="2494079" y="2791656"/>
                <a:ext cx="914400" cy="9296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693">
                    <a:moveTo>
                      <a:pt x="914400" y="914400"/>
                    </a:moveTo>
                    <a:lnTo>
                      <a:pt x="914400" y="929693"/>
                    </a:lnTo>
                    <a:lnTo>
                      <a:pt x="912574" y="926867"/>
                    </a:lnTo>
                    <a:lnTo>
                      <a:pt x="908317" y="919545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h160"/>
              <p:cNvSpPr/>
              <p:nvPr/>
            </p:nvSpPr>
            <p:spPr>
              <a:xfrm>
                <a:off x="249407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56" y="931638"/>
                    </a:lnTo>
                    <a:lnTo>
                      <a:pt x="914400" y="929693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h161"/>
              <p:cNvSpPr/>
              <p:nvPr/>
            </p:nvSpPr>
            <p:spPr>
              <a:xfrm>
                <a:off x="250334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h162"/>
              <p:cNvSpPr/>
              <p:nvPr/>
            </p:nvSpPr>
            <p:spPr>
              <a:xfrm>
                <a:off x="251260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h163"/>
              <p:cNvSpPr/>
              <p:nvPr/>
            </p:nvSpPr>
            <p:spPr>
              <a:xfrm>
                <a:off x="252186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9">
                  <a:alpha val="100000"/>
                </a:srgbClr>
              </a:solidFill>
              <a:ln w="5420" cap="flat">
                <a:solidFill>
                  <a:srgbClr val="D7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h164"/>
              <p:cNvSpPr/>
              <p:nvPr/>
            </p:nvSpPr>
            <p:spPr>
              <a:xfrm>
                <a:off x="253112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h165"/>
              <p:cNvSpPr/>
              <p:nvPr/>
            </p:nvSpPr>
            <p:spPr>
              <a:xfrm>
                <a:off x="254039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h166"/>
              <p:cNvSpPr/>
              <p:nvPr/>
            </p:nvSpPr>
            <p:spPr>
              <a:xfrm>
                <a:off x="254965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h167"/>
              <p:cNvSpPr/>
              <p:nvPr/>
            </p:nvSpPr>
            <p:spPr>
              <a:xfrm>
                <a:off x="255891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h168"/>
              <p:cNvSpPr/>
              <p:nvPr/>
            </p:nvSpPr>
            <p:spPr>
              <a:xfrm>
                <a:off x="256817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h169"/>
              <p:cNvSpPr/>
              <p:nvPr/>
            </p:nvSpPr>
            <p:spPr>
              <a:xfrm>
                <a:off x="257743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h170"/>
              <p:cNvSpPr/>
              <p:nvPr/>
            </p:nvSpPr>
            <p:spPr>
              <a:xfrm>
                <a:off x="258670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h171"/>
              <p:cNvSpPr/>
              <p:nvPr/>
            </p:nvSpPr>
            <p:spPr>
              <a:xfrm>
                <a:off x="259596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h172"/>
              <p:cNvSpPr/>
              <p:nvPr/>
            </p:nvSpPr>
            <p:spPr>
              <a:xfrm>
                <a:off x="260522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h173"/>
              <p:cNvSpPr/>
              <p:nvPr/>
            </p:nvSpPr>
            <p:spPr>
              <a:xfrm>
                <a:off x="261448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h174"/>
              <p:cNvSpPr/>
              <p:nvPr/>
            </p:nvSpPr>
            <p:spPr>
              <a:xfrm>
                <a:off x="262375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h175"/>
              <p:cNvSpPr/>
              <p:nvPr/>
            </p:nvSpPr>
            <p:spPr>
              <a:xfrm>
                <a:off x="263301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h176"/>
              <p:cNvSpPr/>
              <p:nvPr/>
            </p:nvSpPr>
            <p:spPr>
              <a:xfrm>
                <a:off x="264227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h177"/>
              <p:cNvSpPr/>
              <p:nvPr/>
            </p:nvSpPr>
            <p:spPr>
              <a:xfrm>
                <a:off x="265153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h178"/>
              <p:cNvSpPr/>
              <p:nvPr/>
            </p:nvSpPr>
            <p:spPr>
              <a:xfrm>
                <a:off x="266079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h179"/>
              <p:cNvSpPr/>
              <p:nvPr/>
            </p:nvSpPr>
            <p:spPr>
              <a:xfrm>
                <a:off x="267006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h180"/>
              <p:cNvSpPr/>
              <p:nvPr/>
            </p:nvSpPr>
            <p:spPr>
              <a:xfrm>
                <a:off x="267932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h181"/>
              <p:cNvSpPr/>
              <p:nvPr/>
            </p:nvSpPr>
            <p:spPr>
              <a:xfrm>
                <a:off x="268858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h182"/>
              <p:cNvSpPr/>
              <p:nvPr/>
            </p:nvSpPr>
            <p:spPr>
              <a:xfrm>
                <a:off x="269784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h183"/>
              <p:cNvSpPr/>
              <p:nvPr/>
            </p:nvSpPr>
            <p:spPr>
              <a:xfrm>
                <a:off x="270711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h184"/>
              <p:cNvSpPr/>
              <p:nvPr/>
            </p:nvSpPr>
            <p:spPr>
              <a:xfrm>
                <a:off x="271637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h185"/>
              <p:cNvSpPr/>
              <p:nvPr/>
            </p:nvSpPr>
            <p:spPr>
              <a:xfrm>
                <a:off x="272563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h186"/>
              <p:cNvSpPr/>
              <p:nvPr/>
            </p:nvSpPr>
            <p:spPr>
              <a:xfrm>
                <a:off x="273489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h187"/>
              <p:cNvSpPr/>
              <p:nvPr/>
            </p:nvSpPr>
            <p:spPr>
              <a:xfrm>
                <a:off x="274415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h188"/>
              <p:cNvSpPr/>
              <p:nvPr/>
            </p:nvSpPr>
            <p:spPr>
              <a:xfrm>
                <a:off x="275342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h189"/>
              <p:cNvSpPr/>
              <p:nvPr/>
            </p:nvSpPr>
            <p:spPr>
              <a:xfrm>
                <a:off x="276268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h190"/>
              <p:cNvSpPr/>
              <p:nvPr/>
            </p:nvSpPr>
            <p:spPr>
              <a:xfrm>
                <a:off x="277194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h191"/>
              <p:cNvSpPr/>
              <p:nvPr/>
            </p:nvSpPr>
            <p:spPr>
              <a:xfrm>
                <a:off x="278120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h192"/>
              <p:cNvSpPr/>
              <p:nvPr/>
            </p:nvSpPr>
            <p:spPr>
              <a:xfrm>
                <a:off x="279047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h193"/>
              <p:cNvSpPr/>
              <p:nvPr/>
            </p:nvSpPr>
            <p:spPr>
              <a:xfrm>
                <a:off x="279973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h194"/>
              <p:cNvSpPr/>
              <p:nvPr/>
            </p:nvSpPr>
            <p:spPr>
              <a:xfrm>
                <a:off x="280899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h195"/>
              <p:cNvSpPr/>
              <p:nvPr/>
            </p:nvSpPr>
            <p:spPr>
              <a:xfrm>
                <a:off x="281825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h196"/>
              <p:cNvSpPr/>
              <p:nvPr/>
            </p:nvSpPr>
            <p:spPr>
              <a:xfrm>
                <a:off x="282751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982">
                  <a:alpha val="100000"/>
                </a:srgbClr>
              </a:solidFill>
              <a:ln w="5420" cap="flat">
                <a:solidFill>
                  <a:srgbClr val="CA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h197"/>
              <p:cNvSpPr/>
              <p:nvPr/>
            </p:nvSpPr>
            <p:spPr>
              <a:xfrm>
                <a:off x="283678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h198"/>
              <p:cNvSpPr/>
              <p:nvPr/>
            </p:nvSpPr>
            <p:spPr>
              <a:xfrm>
                <a:off x="284604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h199"/>
              <p:cNvSpPr/>
              <p:nvPr/>
            </p:nvSpPr>
            <p:spPr>
              <a:xfrm>
                <a:off x="285530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h200"/>
              <p:cNvSpPr/>
              <p:nvPr/>
            </p:nvSpPr>
            <p:spPr>
              <a:xfrm>
                <a:off x="286456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h201"/>
              <p:cNvSpPr/>
              <p:nvPr/>
            </p:nvSpPr>
            <p:spPr>
              <a:xfrm>
                <a:off x="2873830" y="28088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13"/>
                    </a:lnTo>
                    <a:lnTo>
                      <a:pt x="922833" y="908018"/>
                    </a:lnTo>
                    <a:lnTo>
                      <a:pt x="921874" y="909415"/>
                    </a:lnTo>
                    <a:lnTo>
                      <a:pt x="920914" y="910811"/>
                    </a:lnTo>
                    <a:lnTo>
                      <a:pt x="919954" y="912208"/>
                    </a:lnTo>
                    <a:lnTo>
                      <a:pt x="918995" y="913605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h202"/>
              <p:cNvSpPr/>
              <p:nvPr/>
            </p:nvSpPr>
            <p:spPr>
              <a:xfrm>
                <a:off x="2883092" y="2791656"/>
                <a:ext cx="921041" cy="924051"/>
              </a:xfrm>
              <a:custGeom>
                <a:avLst/>
                <a:gdLst/>
                <a:ahLst/>
                <a:cxnLst/>
                <a:rect l="0" t="0" r="0" b="0"/>
                <a:pathLst>
                  <a:path w="921041" h="924051">
                    <a:moveTo>
                      <a:pt x="914400" y="914400"/>
                    </a:moveTo>
                    <a:lnTo>
                      <a:pt x="921041" y="914400"/>
                    </a:lnTo>
                    <a:lnTo>
                      <a:pt x="920296" y="915481"/>
                    </a:lnTo>
                    <a:lnTo>
                      <a:pt x="919335" y="916877"/>
                    </a:lnTo>
                    <a:lnTo>
                      <a:pt x="918374" y="918273"/>
                    </a:lnTo>
                    <a:lnTo>
                      <a:pt x="917413" y="919670"/>
                    </a:lnTo>
                    <a:lnTo>
                      <a:pt x="916452" y="921066"/>
                    </a:lnTo>
                    <a:lnTo>
                      <a:pt x="915492" y="922463"/>
                    </a:lnTo>
                    <a:lnTo>
                      <a:pt x="914531" y="923860"/>
                    </a:lnTo>
                    <a:lnTo>
                      <a:pt x="914400" y="924051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h203"/>
              <p:cNvSpPr/>
              <p:nvPr/>
            </p:nvSpPr>
            <p:spPr>
              <a:xfrm>
                <a:off x="2484817" y="2774418"/>
                <a:ext cx="914400" cy="9307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13">
                    <a:moveTo>
                      <a:pt x="914400" y="914399"/>
                    </a:moveTo>
                    <a:lnTo>
                      <a:pt x="914400" y="930713"/>
                    </a:lnTo>
                    <a:lnTo>
                      <a:pt x="913533" y="929059"/>
                    </a:lnTo>
                    <a:lnTo>
                      <a:pt x="909709" y="920952"/>
                    </a:lnTo>
                    <a:lnTo>
                      <a:pt x="906929" y="91439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h204"/>
              <p:cNvSpPr/>
              <p:nvPr/>
            </p:nvSpPr>
            <p:spPr>
              <a:xfrm>
                <a:off x="248481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884" y="931638"/>
                    </a:lnTo>
                    <a:lnTo>
                      <a:pt x="914400" y="930713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h205"/>
              <p:cNvSpPr/>
              <p:nvPr/>
            </p:nvSpPr>
            <p:spPr>
              <a:xfrm>
                <a:off x="249407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h206"/>
              <p:cNvSpPr/>
              <p:nvPr/>
            </p:nvSpPr>
            <p:spPr>
              <a:xfrm>
                <a:off x="250334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h207"/>
              <p:cNvSpPr/>
              <p:nvPr/>
            </p:nvSpPr>
            <p:spPr>
              <a:xfrm>
                <a:off x="251260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h208"/>
              <p:cNvSpPr/>
              <p:nvPr/>
            </p:nvSpPr>
            <p:spPr>
              <a:xfrm>
                <a:off x="252186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h209"/>
              <p:cNvSpPr/>
              <p:nvPr/>
            </p:nvSpPr>
            <p:spPr>
              <a:xfrm>
                <a:off x="253112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h210"/>
              <p:cNvSpPr/>
              <p:nvPr/>
            </p:nvSpPr>
            <p:spPr>
              <a:xfrm>
                <a:off x="254039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h211"/>
              <p:cNvSpPr/>
              <p:nvPr/>
            </p:nvSpPr>
            <p:spPr>
              <a:xfrm>
                <a:off x="254965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h212"/>
              <p:cNvSpPr/>
              <p:nvPr/>
            </p:nvSpPr>
            <p:spPr>
              <a:xfrm>
                <a:off x="255891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h213"/>
              <p:cNvSpPr/>
              <p:nvPr/>
            </p:nvSpPr>
            <p:spPr>
              <a:xfrm>
                <a:off x="256817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h214"/>
              <p:cNvSpPr/>
              <p:nvPr/>
            </p:nvSpPr>
            <p:spPr>
              <a:xfrm>
                <a:off x="257743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h215"/>
              <p:cNvSpPr/>
              <p:nvPr/>
            </p:nvSpPr>
            <p:spPr>
              <a:xfrm>
                <a:off x="258670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h216"/>
              <p:cNvSpPr/>
              <p:nvPr/>
            </p:nvSpPr>
            <p:spPr>
              <a:xfrm>
                <a:off x="259596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h217"/>
              <p:cNvSpPr/>
              <p:nvPr/>
            </p:nvSpPr>
            <p:spPr>
              <a:xfrm>
                <a:off x="260522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h218"/>
              <p:cNvSpPr/>
              <p:nvPr/>
            </p:nvSpPr>
            <p:spPr>
              <a:xfrm>
                <a:off x="261448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h219"/>
              <p:cNvSpPr/>
              <p:nvPr/>
            </p:nvSpPr>
            <p:spPr>
              <a:xfrm>
                <a:off x="262375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h220"/>
              <p:cNvSpPr/>
              <p:nvPr/>
            </p:nvSpPr>
            <p:spPr>
              <a:xfrm>
                <a:off x="263301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h221"/>
              <p:cNvSpPr/>
              <p:nvPr/>
            </p:nvSpPr>
            <p:spPr>
              <a:xfrm>
                <a:off x="264227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h222"/>
              <p:cNvSpPr/>
              <p:nvPr/>
            </p:nvSpPr>
            <p:spPr>
              <a:xfrm>
                <a:off x="265153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h223"/>
              <p:cNvSpPr/>
              <p:nvPr/>
            </p:nvSpPr>
            <p:spPr>
              <a:xfrm>
                <a:off x="266079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h224"/>
              <p:cNvSpPr/>
              <p:nvPr/>
            </p:nvSpPr>
            <p:spPr>
              <a:xfrm>
                <a:off x="267006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h225"/>
              <p:cNvSpPr/>
              <p:nvPr/>
            </p:nvSpPr>
            <p:spPr>
              <a:xfrm>
                <a:off x="267932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h226"/>
              <p:cNvSpPr/>
              <p:nvPr/>
            </p:nvSpPr>
            <p:spPr>
              <a:xfrm>
                <a:off x="268858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h227"/>
              <p:cNvSpPr/>
              <p:nvPr/>
            </p:nvSpPr>
            <p:spPr>
              <a:xfrm>
                <a:off x="269784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h228"/>
              <p:cNvSpPr/>
              <p:nvPr/>
            </p:nvSpPr>
            <p:spPr>
              <a:xfrm>
                <a:off x="270711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h229"/>
              <p:cNvSpPr/>
              <p:nvPr/>
            </p:nvSpPr>
            <p:spPr>
              <a:xfrm>
                <a:off x="271637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h230"/>
              <p:cNvSpPr/>
              <p:nvPr/>
            </p:nvSpPr>
            <p:spPr>
              <a:xfrm>
                <a:off x="272563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h231"/>
              <p:cNvSpPr/>
              <p:nvPr/>
            </p:nvSpPr>
            <p:spPr>
              <a:xfrm>
                <a:off x="273489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h232"/>
              <p:cNvSpPr/>
              <p:nvPr/>
            </p:nvSpPr>
            <p:spPr>
              <a:xfrm>
                <a:off x="274415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h233"/>
              <p:cNvSpPr/>
              <p:nvPr/>
            </p:nvSpPr>
            <p:spPr>
              <a:xfrm>
                <a:off x="275342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h234"/>
              <p:cNvSpPr/>
              <p:nvPr/>
            </p:nvSpPr>
            <p:spPr>
              <a:xfrm>
                <a:off x="276268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h235"/>
              <p:cNvSpPr/>
              <p:nvPr/>
            </p:nvSpPr>
            <p:spPr>
              <a:xfrm>
                <a:off x="277194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h236"/>
              <p:cNvSpPr/>
              <p:nvPr/>
            </p:nvSpPr>
            <p:spPr>
              <a:xfrm>
                <a:off x="278120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h237"/>
              <p:cNvSpPr/>
              <p:nvPr/>
            </p:nvSpPr>
            <p:spPr>
              <a:xfrm>
                <a:off x="279047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h238"/>
              <p:cNvSpPr/>
              <p:nvPr/>
            </p:nvSpPr>
            <p:spPr>
              <a:xfrm>
                <a:off x="279973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h239"/>
              <p:cNvSpPr/>
              <p:nvPr/>
            </p:nvSpPr>
            <p:spPr>
              <a:xfrm>
                <a:off x="280899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h240"/>
              <p:cNvSpPr/>
              <p:nvPr/>
            </p:nvSpPr>
            <p:spPr>
              <a:xfrm>
                <a:off x="281825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h241"/>
              <p:cNvSpPr/>
              <p:nvPr/>
            </p:nvSpPr>
            <p:spPr>
              <a:xfrm>
                <a:off x="282751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h242"/>
              <p:cNvSpPr/>
              <p:nvPr/>
            </p:nvSpPr>
            <p:spPr>
              <a:xfrm>
                <a:off x="283678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h243"/>
              <p:cNvSpPr/>
              <p:nvPr/>
            </p:nvSpPr>
            <p:spPr>
              <a:xfrm>
                <a:off x="284604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h244"/>
              <p:cNvSpPr/>
              <p:nvPr/>
            </p:nvSpPr>
            <p:spPr>
              <a:xfrm>
                <a:off x="285530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h245"/>
              <p:cNvSpPr/>
              <p:nvPr/>
            </p:nvSpPr>
            <p:spPr>
              <a:xfrm>
                <a:off x="286456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h246"/>
              <p:cNvSpPr/>
              <p:nvPr/>
            </p:nvSpPr>
            <p:spPr>
              <a:xfrm>
                <a:off x="287383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h247"/>
              <p:cNvSpPr/>
              <p:nvPr/>
            </p:nvSpPr>
            <p:spPr>
              <a:xfrm>
                <a:off x="2883092" y="27916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595"/>
                    </a:lnTo>
                    <a:lnTo>
                      <a:pt x="923181" y="911292"/>
                    </a:lnTo>
                    <a:lnTo>
                      <a:pt x="922219" y="912688"/>
                    </a:lnTo>
                    <a:lnTo>
                      <a:pt x="921258" y="914085"/>
                    </a:lnTo>
                    <a:lnTo>
                      <a:pt x="921041" y="914400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h248"/>
              <p:cNvSpPr/>
              <p:nvPr/>
            </p:nvSpPr>
            <p:spPr>
              <a:xfrm>
                <a:off x="2892354" y="2774418"/>
                <a:ext cx="923662" cy="92783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34">
                    <a:moveTo>
                      <a:pt x="914400" y="914399"/>
                    </a:moveTo>
                    <a:lnTo>
                      <a:pt x="923662" y="914411"/>
                    </a:lnTo>
                    <a:lnTo>
                      <a:pt x="923549" y="914575"/>
                    </a:lnTo>
                    <a:lnTo>
                      <a:pt x="922585" y="915970"/>
                    </a:lnTo>
                    <a:lnTo>
                      <a:pt x="921621" y="917365"/>
                    </a:lnTo>
                    <a:lnTo>
                      <a:pt x="920658" y="918761"/>
                    </a:lnTo>
                    <a:lnTo>
                      <a:pt x="919694" y="920156"/>
                    </a:lnTo>
                    <a:lnTo>
                      <a:pt x="918731" y="921552"/>
                    </a:lnTo>
                    <a:lnTo>
                      <a:pt x="917769" y="922948"/>
                    </a:lnTo>
                    <a:lnTo>
                      <a:pt x="916806" y="924343"/>
                    </a:lnTo>
                    <a:lnTo>
                      <a:pt x="915843" y="925739"/>
                    </a:lnTo>
                    <a:lnTo>
                      <a:pt x="914881" y="927135"/>
                    </a:lnTo>
                    <a:lnTo>
                      <a:pt x="914400" y="927834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h249"/>
              <p:cNvSpPr/>
              <p:nvPr/>
            </p:nvSpPr>
            <p:spPr>
              <a:xfrm>
                <a:off x="2475555" y="2757179"/>
                <a:ext cx="914399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148">
                    <a:moveTo>
                      <a:pt x="914399" y="914400"/>
                    </a:moveTo>
                    <a:lnTo>
                      <a:pt x="914399" y="927148"/>
                    </a:lnTo>
                    <a:lnTo>
                      <a:pt x="912029" y="920920"/>
                    </a:lnTo>
                    <a:lnTo>
                      <a:pt x="909813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h250"/>
              <p:cNvSpPr/>
              <p:nvPr/>
            </p:nvSpPr>
            <p:spPr>
              <a:xfrm>
                <a:off x="2475555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191" y="931638"/>
                    </a:lnTo>
                    <a:lnTo>
                      <a:pt x="915379" y="929724"/>
                    </a:lnTo>
                    <a:lnTo>
                      <a:pt x="914399" y="92714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h251"/>
              <p:cNvSpPr/>
              <p:nvPr/>
            </p:nvSpPr>
            <p:spPr>
              <a:xfrm>
                <a:off x="248481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h252"/>
              <p:cNvSpPr/>
              <p:nvPr/>
            </p:nvSpPr>
            <p:spPr>
              <a:xfrm>
                <a:off x="249407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h253"/>
              <p:cNvSpPr/>
              <p:nvPr/>
            </p:nvSpPr>
            <p:spPr>
              <a:xfrm>
                <a:off x="250334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h254"/>
              <p:cNvSpPr/>
              <p:nvPr/>
            </p:nvSpPr>
            <p:spPr>
              <a:xfrm>
                <a:off x="251260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h255"/>
              <p:cNvSpPr/>
              <p:nvPr/>
            </p:nvSpPr>
            <p:spPr>
              <a:xfrm>
                <a:off x="252186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h256"/>
              <p:cNvSpPr/>
              <p:nvPr/>
            </p:nvSpPr>
            <p:spPr>
              <a:xfrm>
                <a:off x="253112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h257"/>
              <p:cNvSpPr/>
              <p:nvPr/>
            </p:nvSpPr>
            <p:spPr>
              <a:xfrm>
                <a:off x="254039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h258"/>
              <p:cNvSpPr/>
              <p:nvPr/>
            </p:nvSpPr>
            <p:spPr>
              <a:xfrm>
                <a:off x="254965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h259"/>
              <p:cNvSpPr/>
              <p:nvPr/>
            </p:nvSpPr>
            <p:spPr>
              <a:xfrm>
                <a:off x="255891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h260"/>
              <p:cNvSpPr/>
              <p:nvPr/>
            </p:nvSpPr>
            <p:spPr>
              <a:xfrm>
                <a:off x="256817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h261"/>
              <p:cNvSpPr/>
              <p:nvPr/>
            </p:nvSpPr>
            <p:spPr>
              <a:xfrm>
                <a:off x="257743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h262"/>
              <p:cNvSpPr/>
              <p:nvPr/>
            </p:nvSpPr>
            <p:spPr>
              <a:xfrm>
                <a:off x="258670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h263"/>
              <p:cNvSpPr/>
              <p:nvPr/>
            </p:nvSpPr>
            <p:spPr>
              <a:xfrm>
                <a:off x="259596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h264"/>
              <p:cNvSpPr/>
              <p:nvPr/>
            </p:nvSpPr>
            <p:spPr>
              <a:xfrm>
                <a:off x="260522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h265"/>
              <p:cNvSpPr/>
              <p:nvPr/>
            </p:nvSpPr>
            <p:spPr>
              <a:xfrm>
                <a:off x="261448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h266"/>
              <p:cNvSpPr/>
              <p:nvPr/>
            </p:nvSpPr>
            <p:spPr>
              <a:xfrm>
                <a:off x="262375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h267"/>
              <p:cNvSpPr/>
              <p:nvPr/>
            </p:nvSpPr>
            <p:spPr>
              <a:xfrm>
                <a:off x="263301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h268"/>
              <p:cNvSpPr/>
              <p:nvPr/>
            </p:nvSpPr>
            <p:spPr>
              <a:xfrm>
                <a:off x="264227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h269"/>
              <p:cNvSpPr/>
              <p:nvPr/>
            </p:nvSpPr>
            <p:spPr>
              <a:xfrm>
                <a:off x="265153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h270"/>
              <p:cNvSpPr/>
              <p:nvPr/>
            </p:nvSpPr>
            <p:spPr>
              <a:xfrm>
                <a:off x="266079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h271"/>
              <p:cNvSpPr/>
              <p:nvPr/>
            </p:nvSpPr>
            <p:spPr>
              <a:xfrm>
                <a:off x="267006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h272"/>
              <p:cNvSpPr/>
              <p:nvPr/>
            </p:nvSpPr>
            <p:spPr>
              <a:xfrm>
                <a:off x="267932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h273"/>
              <p:cNvSpPr/>
              <p:nvPr/>
            </p:nvSpPr>
            <p:spPr>
              <a:xfrm>
                <a:off x="268858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h274"/>
              <p:cNvSpPr/>
              <p:nvPr/>
            </p:nvSpPr>
            <p:spPr>
              <a:xfrm>
                <a:off x="269784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h275"/>
              <p:cNvSpPr/>
              <p:nvPr/>
            </p:nvSpPr>
            <p:spPr>
              <a:xfrm>
                <a:off x="270711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h276"/>
              <p:cNvSpPr/>
              <p:nvPr/>
            </p:nvSpPr>
            <p:spPr>
              <a:xfrm>
                <a:off x="271637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h277"/>
              <p:cNvSpPr/>
              <p:nvPr/>
            </p:nvSpPr>
            <p:spPr>
              <a:xfrm>
                <a:off x="272563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h278"/>
              <p:cNvSpPr/>
              <p:nvPr/>
            </p:nvSpPr>
            <p:spPr>
              <a:xfrm>
                <a:off x="273489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h279"/>
              <p:cNvSpPr/>
              <p:nvPr/>
            </p:nvSpPr>
            <p:spPr>
              <a:xfrm>
                <a:off x="274415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h280"/>
              <p:cNvSpPr/>
              <p:nvPr/>
            </p:nvSpPr>
            <p:spPr>
              <a:xfrm>
                <a:off x="275342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h281"/>
              <p:cNvSpPr/>
              <p:nvPr/>
            </p:nvSpPr>
            <p:spPr>
              <a:xfrm>
                <a:off x="276268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h282"/>
              <p:cNvSpPr/>
              <p:nvPr/>
            </p:nvSpPr>
            <p:spPr>
              <a:xfrm>
                <a:off x="277194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h283"/>
              <p:cNvSpPr/>
              <p:nvPr/>
            </p:nvSpPr>
            <p:spPr>
              <a:xfrm>
                <a:off x="278120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h284"/>
              <p:cNvSpPr/>
              <p:nvPr/>
            </p:nvSpPr>
            <p:spPr>
              <a:xfrm>
                <a:off x="279047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h285"/>
              <p:cNvSpPr/>
              <p:nvPr/>
            </p:nvSpPr>
            <p:spPr>
              <a:xfrm>
                <a:off x="279973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h286"/>
              <p:cNvSpPr/>
              <p:nvPr/>
            </p:nvSpPr>
            <p:spPr>
              <a:xfrm>
                <a:off x="280899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h287"/>
              <p:cNvSpPr/>
              <p:nvPr/>
            </p:nvSpPr>
            <p:spPr>
              <a:xfrm>
                <a:off x="281825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h288"/>
              <p:cNvSpPr/>
              <p:nvPr/>
            </p:nvSpPr>
            <p:spPr>
              <a:xfrm>
                <a:off x="282751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h289"/>
              <p:cNvSpPr/>
              <p:nvPr/>
            </p:nvSpPr>
            <p:spPr>
              <a:xfrm>
                <a:off x="283678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h290"/>
              <p:cNvSpPr/>
              <p:nvPr/>
            </p:nvSpPr>
            <p:spPr>
              <a:xfrm>
                <a:off x="284604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h291"/>
              <p:cNvSpPr/>
              <p:nvPr/>
            </p:nvSpPr>
            <p:spPr>
              <a:xfrm>
                <a:off x="285530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h292"/>
              <p:cNvSpPr/>
              <p:nvPr/>
            </p:nvSpPr>
            <p:spPr>
              <a:xfrm>
                <a:off x="286456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h293"/>
              <p:cNvSpPr/>
              <p:nvPr/>
            </p:nvSpPr>
            <p:spPr>
              <a:xfrm>
                <a:off x="287383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h294"/>
              <p:cNvSpPr/>
              <p:nvPr/>
            </p:nvSpPr>
            <p:spPr>
              <a:xfrm>
                <a:off x="288309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h295"/>
              <p:cNvSpPr/>
              <p:nvPr/>
            </p:nvSpPr>
            <p:spPr>
              <a:xfrm>
                <a:off x="289235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h296"/>
              <p:cNvSpPr/>
              <p:nvPr/>
            </p:nvSpPr>
            <p:spPr>
              <a:xfrm>
                <a:off x="2901617" y="277441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920"/>
                    </a:lnTo>
                    <a:lnTo>
                      <a:pt x="920670" y="904988"/>
                    </a:lnTo>
                    <a:lnTo>
                      <a:pt x="916221" y="911776"/>
                    </a:lnTo>
                    <a:lnTo>
                      <a:pt x="915251" y="913180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h297"/>
              <p:cNvSpPr/>
              <p:nvPr/>
            </p:nvSpPr>
            <p:spPr>
              <a:xfrm>
                <a:off x="2910879" y="2757179"/>
                <a:ext cx="915992" cy="917158"/>
              </a:xfrm>
              <a:custGeom>
                <a:avLst/>
                <a:gdLst/>
                <a:ahLst/>
                <a:cxnLst/>
                <a:rect l="0" t="0" r="0" b="0"/>
                <a:pathLst>
                  <a:path w="915992" h="917158">
                    <a:moveTo>
                      <a:pt x="914400" y="914400"/>
                    </a:moveTo>
                    <a:lnTo>
                      <a:pt x="915992" y="914400"/>
                    </a:lnTo>
                    <a:lnTo>
                      <a:pt x="915662" y="915019"/>
                    </a:lnTo>
                    <a:lnTo>
                      <a:pt x="914400" y="91715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h298"/>
              <p:cNvSpPr/>
              <p:nvPr/>
            </p:nvSpPr>
            <p:spPr>
              <a:xfrm>
                <a:off x="2466292" y="2739941"/>
                <a:ext cx="914400" cy="9160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049">
                    <a:moveTo>
                      <a:pt x="914400" y="914399"/>
                    </a:moveTo>
                    <a:lnTo>
                      <a:pt x="914400" y="916049"/>
                    </a:lnTo>
                    <a:lnTo>
                      <a:pt x="913961" y="91439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h299"/>
              <p:cNvSpPr/>
              <p:nvPr/>
            </p:nvSpPr>
            <p:spPr>
              <a:xfrm>
                <a:off x="24662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076" y="931638"/>
                    </a:lnTo>
                    <a:lnTo>
                      <a:pt x="918193" y="929041"/>
                    </a:lnTo>
                    <a:lnTo>
                      <a:pt x="915354" y="919636"/>
                    </a:lnTo>
                    <a:lnTo>
                      <a:pt x="914400" y="91604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h300"/>
              <p:cNvSpPr/>
              <p:nvPr/>
            </p:nvSpPr>
            <p:spPr>
              <a:xfrm>
                <a:off x="2475555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h301"/>
              <p:cNvSpPr/>
              <p:nvPr/>
            </p:nvSpPr>
            <p:spPr>
              <a:xfrm>
                <a:off x="24848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h302"/>
              <p:cNvSpPr/>
              <p:nvPr/>
            </p:nvSpPr>
            <p:spPr>
              <a:xfrm>
                <a:off x="249407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h303"/>
              <p:cNvSpPr/>
              <p:nvPr/>
            </p:nvSpPr>
            <p:spPr>
              <a:xfrm>
                <a:off x="250334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h304"/>
              <p:cNvSpPr/>
              <p:nvPr/>
            </p:nvSpPr>
            <p:spPr>
              <a:xfrm>
                <a:off x="251260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h305"/>
              <p:cNvSpPr/>
              <p:nvPr/>
            </p:nvSpPr>
            <p:spPr>
              <a:xfrm>
                <a:off x="252186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h306"/>
              <p:cNvSpPr/>
              <p:nvPr/>
            </p:nvSpPr>
            <p:spPr>
              <a:xfrm>
                <a:off x="253112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h307"/>
              <p:cNvSpPr/>
              <p:nvPr/>
            </p:nvSpPr>
            <p:spPr>
              <a:xfrm>
                <a:off x="254039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h308"/>
              <p:cNvSpPr/>
              <p:nvPr/>
            </p:nvSpPr>
            <p:spPr>
              <a:xfrm>
                <a:off x="254965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h309"/>
              <p:cNvSpPr/>
              <p:nvPr/>
            </p:nvSpPr>
            <p:spPr>
              <a:xfrm>
                <a:off x="255891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h310"/>
              <p:cNvSpPr/>
              <p:nvPr/>
            </p:nvSpPr>
            <p:spPr>
              <a:xfrm>
                <a:off x="256817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h311"/>
              <p:cNvSpPr/>
              <p:nvPr/>
            </p:nvSpPr>
            <p:spPr>
              <a:xfrm>
                <a:off x="257743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h312"/>
              <p:cNvSpPr/>
              <p:nvPr/>
            </p:nvSpPr>
            <p:spPr>
              <a:xfrm>
                <a:off x="258670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h313"/>
              <p:cNvSpPr/>
              <p:nvPr/>
            </p:nvSpPr>
            <p:spPr>
              <a:xfrm>
                <a:off x="259596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h314"/>
              <p:cNvSpPr/>
              <p:nvPr/>
            </p:nvSpPr>
            <p:spPr>
              <a:xfrm>
                <a:off x="260522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h315"/>
              <p:cNvSpPr/>
              <p:nvPr/>
            </p:nvSpPr>
            <p:spPr>
              <a:xfrm>
                <a:off x="261448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h316"/>
              <p:cNvSpPr/>
              <p:nvPr/>
            </p:nvSpPr>
            <p:spPr>
              <a:xfrm>
                <a:off x="262375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h317"/>
              <p:cNvSpPr/>
              <p:nvPr/>
            </p:nvSpPr>
            <p:spPr>
              <a:xfrm>
                <a:off x="263301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h318"/>
              <p:cNvSpPr/>
              <p:nvPr/>
            </p:nvSpPr>
            <p:spPr>
              <a:xfrm>
                <a:off x="264227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h319"/>
              <p:cNvSpPr/>
              <p:nvPr/>
            </p:nvSpPr>
            <p:spPr>
              <a:xfrm>
                <a:off x="265153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h320"/>
              <p:cNvSpPr/>
              <p:nvPr/>
            </p:nvSpPr>
            <p:spPr>
              <a:xfrm>
                <a:off x="266079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h321"/>
              <p:cNvSpPr/>
              <p:nvPr/>
            </p:nvSpPr>
            <p:spPr>
              <a:xfrm>
                <a:off x="267006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h322"/>
              <p:cNvSpPr/>
              <p:nvPr/>
            </p:nvSpPr>
            <p:spPr>
              <a:xfrm>
                <a:off x="267932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h323"/>
              <p:cNvSpPr/>
              <p:nvPr/>
            </p:nvSpPr>
            <p:spPr>
              <a:xfrm>
                <a:off x="268858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h324"/>
              <p:cNvSpPr/>
              <p:nvPr/>
            </p:nvSpPr>
            <p:spPr>
              <a:xfrm>
                <a:off x="269784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h325"/>
              <p:cNvSpPr/>
              <p:nvPr/>
            </p:nvSpPr>
            <p:spPr>
              <a:xfrm>
                <a:off x="270711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h326"/>
              <p:cNvSpPr/>
              <p:nvPr/>
            </p:nvSpPr>
            <p:spPr>
              <a:xfrm>
                <a:off x="271637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h327"/>
              <p:cNvSpPr/>
              <p:nvPr/>
            </p:nvSpPr>
            <p:spPr>
              <a:xfrm>
                <a:off x="272563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h328"/>
              <p:cNvSpPr/>
              <p:nvPr/>
            </p:nvSpPr>
            <p:spPr>
              <a:xfrm>
                <a:off x="273489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h329"/>
              <p:cNvSpPr/>
              <p:nvPr/>
            </p:nvSpPr>
            <p:spPr>
              <a:xfrm>
                <a:off x="274415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h330"/>
              <p:cNvSpPr/>
              <p:nvPr/>
            </p:nvSpPr>
            <p:spPr>
              <a:xfrm>
                <a:off x="275342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h331"/>
              <p:cNvSpPr/>
              <p:nvPr/>
            </p:nvSpPr>
            <p:spPr>
              <a:xfrm>
                <a:off x="276268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h332"/>
              <p:cNvSpPr/>
              <p:nvPr/>
            </p:nvSpPr>
            <p:spPr>
              <a:xfrm>
                <a:off x="277194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h333"/>
              <p:cNvSpPr/>
              <p:nvPr/>
            </p:nvSpPr>
            <p:spPr>
              <a:xfrm>
                <a:off x="278120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h334"/>
              <p:cNvSpPr/>
              <p:nvPr/>
            </p:nvSpPr>
            <p:spPr>
              <a:xfrm>
                <a:off x="279047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h335"/>
              <p:cNvSpPr/>
              <p:nvPr/>
            </p:nvSpPr>
            <p:spPr>
              <a:xfrm>
                <a:off x="279973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h336"/>
              <p:cNvSpPr/>
              <p:nvPr/>
            </p:nvSpPr>
            <p:spPr>
              <a:xfrm>
                <a:off x="280899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h337"/>
              <p:cNvSpPr/>
              <p:nvPr/>
            </p:nvSpPr>
            <p:spPr>
              <a:xfrm>
                <a:off x="281825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h338"/>
              <p:cNvSpPr/>
              <p:nvPr/>
            </p:nvSpPr>
            <p:spPr>
              <a:xfrm>
                <a:off x="282751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h339"/>
              <p:cNvSpPr/>
              <p:nvPr/>
            </p:nvSpPr>
            <p:spPr>
              <a:xfrm>
                <a:off x="283678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h340"/>
              <p:cNvSpPr/>
              <p:nvPr/>
            </p:nvSpPr>
            <p:spPr>
              <a:xfrm>
                <a:off x="284604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h341"/>
              <p:cNvSpPr/>
              <p:nvPr/>
            </p:nvSpPr>
            <p:spPr>
              <a:xfrm>
                <a:off x="285530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h342"/>
              <p:cNvSpPr/>
              <p:nvPr/>
            </p:nvSpPr>
            <p:spPr>
              <a:xfrm>
                <a:off x="286456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h343"/>
              <p:cNvSpPr/>
              <p:nvPr/>
            </p:nvSpPr>
            <p:spPr>
              <a:xfrm>
                <a:off x="287383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h344"/>
              <p:cNvSpPr/>
              <p:nvPr/>
            </p:nvSpPr>
            <p:spPr>
              <a:xfrm>
                <a:off x="28830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h345"/>
              <p:cNvSpPr/>
              <p:nvPr/>
            </p:nvSpPr>
            <p:spPr>
              <a:xfrm>
                <a:off x="289235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h346"/>
              <p:cNvSpPr/>
              <p:nvPr/>
            </p:nvSpPr>
            <p:spPr>
              <a:xfrm>
                <a:off x="29016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h347"/>
              <p:cNvSpPr/>
              <p:nvPr/>
            </p:nvSpPr>
            <p:spPr>
              <a:xfrm>
                <a:off x="2910879" y="27571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148"/>
                    </a:lnTo>
                    <a:lnTo>
                      <a:pt x="923542" y="899424"/>
                    </a:lnTo>
                    <a:lnTo>
                      <a:pt x="919711" y="907411"/>
                    </a:lnTo>
                    <a:lnTo>
                      <a:pt x="915992" y="914400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h348"/>
              <p:cNvSpPr/>
              <p:nvPr/>
            </p:nvSpPr>
            <p:spPr>
              <a:xfrm>
                <a:off x="2920141" y="2739941"/>
                <a:ext cx="915258" cy="916386"/>
              </a:xfrm>
              <a:custGeom>
                <a:avLst/>
                <a:gdLst/>
                <a:ahLst/>
                <a:cxnLst/>
                <a:rect l="0" t="0" r="0" b="0"/>
                <a:pathLst>
                  <a:path w="915258" h="916386">
                    <a:moveTo>
                      <a:pt x="914400" y="914399"/>
                    </a:moveTo>
                    <a:lnTo>
                      <a:pt x="915258" y="914399"/>
                    </a:lnTo>
                    <a:lnTo>
                      <a:pt x="914400" y="916386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h349"/>
              <p:cNvSpPr/>
              <p:nvPr/>
            </p:nvSpPr>
            <p:spPr>
              <a:xfrm>
                <a:off x="2466292" y="27227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961" y="931638"/>
                    </a:lnTo>
                    <a:lnTo>
                      <a:pt x="912782" y="927207"/>
                    </a:lnTo>
                    <a:lnTo>
                      <a:pt x="910484" y="917302"/>
                    </a:lnTo>
                    <a:lnTo>
                      <a:pt x="909906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h350"/>
              <p:cNvSpPr/>
              <p:nvPr/>
            </p:nvSpPr>
            <p:spPr>
              <a:xfrm>
                <a:off x="24662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h351"/>
              <p:cNvSpPr/>
              <p:nvPr/>
            </p:nvSpPr>
            <p:spPr>
              <a:xfrm>
                <a:off x="2475555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h352"/>
              <p:cNvSpPr/>
              <p:nvPr/>
            </p:nvSpPr>
            <p:spPr>
              <a:xfrm>
                <a:off x="24848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h353"/>
              <p:cNvSpPr/>
              <p:nvPr/>
            </p:nvSpPr>
            <p:spPr>
              <a:xfrm>
                <a:off x="24940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h354"/>
              <p:cNvSpPr/>
              <p:nvPr/>
            </p:nvSpPr>
            <p:spPr>
              <a:xfrm>
                <a:off x="250334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h355"/>
              <p:cNvSpPr/>
              <p:nvPr/>
            </p:nvSpPr>
            <p:spPr>
              <a:xfrm>
                <a:off x="251260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h356"/>
              <p:cNvSpPr/>
              <p:nvPr/>
            </p:nvSpPr>
            <p:spPr>
              <a:xfrm>
                <a:off x="252186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h357"/>
              <p:cNvSpPr/>
              <p:nvPr/>
            </p:nvSpPr>
            <p:spPr>
              <a:xfrm>
                <a:off x="253112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h358"/>
              <p:cNvSpPr/>
              <p:nvPr/>
            </p:nvSpPr>
            <p:spPr>
              <a:xfrm>
                <a:off x="254039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h359"/>
              <p:cNvSpPr/>
              <p:nvPr/>
            </p:nvSpPr>
            <p:spPr>
              <a:xfrm>
                <a:off x="254965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h360"/>
              <p:cNvSpPr/>
              <p:nvPr/>
            </p:nvSpPr>
            <p:spPr>
              <a:xfrm>
                <a:off x="255891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h361"/>
              <p:cNvSpPr/>
              <p:nvPr/>
            </p:nvSpPr>
            <p:spPr>
              <a:xfrm>
                <a:off x="256817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h362"/>
              <p:cNvSpPr/>
              <p:nvPr/>
            </p:nvSpPr>
            <p:spPr>
              <a:xfrm>
                <a:off x="257743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h363"/>
              <p:cNvSpPr/>
              <p:nvPr/>
            </p:nvSpPr>
            <p:spPr>
              <a:xfrm>
                <a:off x="258670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h364"/>
              <p:cNvSpPr/>
              <p:nvPr/>
            </p:nvSpPr>
            <p:spPr>
              <a:xfrm>
                <a:off x="259596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h365"/>
              <p:cNvSpPr/>
              <p:nvPr/>
            </p:nvSpPr>
            <p:spPr>
              <a:xfrm>
                <a:off x="260522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h366"/>
              <p:cNvSpPr/>
              <p:nvPr/>
            </p:nvSpPr>
            <p:spPr>
              <a:xfrm>
                <a:off x="261448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h367"/>
              <p:cNvSpPr/>
              <p:nvPr/>
            </p:nvSpPr>
            <p:spPr>
              <a:xfrm>
                <a:off x="262375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h368"/>
              <p:cNvSpPr/>
              <p:nvPr/>
            </p:nvSpPr>
            <p:spPr>
              <a:xfrm>
                <a:off x="263301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h369"/>
              <p:cNvSpPr/>
              <p:nvPr/>
            </p:nvSpPr>
            <p:spPr>
              <a:xfrm>
                <a:off x="264227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h370"/>
              <p:cNvSpPr/>
              <p:nvPr/>
            </p:nvSpPr>
            <p:spPr>
              <a:xfrm>
                <a:off x="265153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h371"/>
              <p:cNvSpPr/>
              <p:nvPr/>
            </p:nvSpPr>
            <p:spPr>
              <a:xfrm>
                <a:off x="266079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h372"/>
              <p:cNvSpPr/>
              <p:nvPr/>
            </p:nvSpPr>
            <p:spPr>
              <a:xfrm>
                <a:off x="267006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h373"/>
              <p:cNvSpPr/>
              <p:nvPr/>
            </p:nvSpPr>
            <p:spPr>
              <a:xfrm>
                <a:off x="267932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h374"/>
              <p:cNvSpPr/>
              <p:nvPr/>
            </p:nvSpPr>
            <p:spPr>
              <a:xfrm>
                <a:off x="268858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h375"/>
              <p:cNvSpPr/>
              <p:nvPr/>
            </p:nvSpPr>
            <p:spPr>
              <a:xfrm>
                <a:off x="269784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h376"/>
              <p:cNvSpPr/>
              <p:nvPr/>
            </p:nvSpPr>
            <p:spPr>
              <a:xfrm>
                <a:off x="270711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h377"/>
              <p:cNvSpPr/>
              <p:nvPr/>
            </p:nvSpPr>
            <p:spPr>
              <a:xfrm>
                <a:off x="271637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h378"/>
              <p:cNvSpPr/>
              <p:nvPr/>
            </p:nvSpPr>
            <p:spPr>
              <a:xfrm>
                <a:off x="272563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h379"/>
              <p:cNvSpPr/>
              <p:nvPr/>
            </p:nvSpPr>
            <p:spPr>
              <a:xfrm>
                <a:off x="273489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h380"/>
              <p:cNvSpPr/>
              <p:nvPr/>
            </p:nvSpPr>
            <p:spPr>
              <a:xfrm>
                <a:off x="274415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h381"/>
              <p:cNvSpPr/>
              <p:nvPr/>
            </p:nvSpPr>
            <p:spPr>
              <a:xfrm>
                <a:off x="275342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h382"/>
              <p:cNvSpPr/>
              <p:nvPr/>
            </p:nvSpPr>
            <p:spPr>
              <a:xfrm>
                <a:off x="276268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h383"/>
              <p:cNvSpPr/>
              <p:nvPr/>
            </p:nvSpPr>
            <p:spPr>
              <a:xfrm>
                <a:off x="277194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h384"/>
              <p:cNvSpPr/>
              <p:nvPr/>
            </p:nvSpPr>
            <p:spPr>
              <a:xfrm>
                <a:off x="278120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h385"/>
              <p:cNvSpPr/>
              <p:nvPr/>
            </p:nvSpPr>
            <p:spPr>
              <a:xfrm>
                <a:off x="279047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h386"/>
              <p:cNvSpPr/>
              <p:nvPr/>
            </p:nvSpPr>
            <p:spPr>
              <a:xfrm>
                <a:off x="279973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h387"/>
              <p:cNvSpPr/>
              <p:nvPr/>
            </p:nvSpPr>
            <p:spPr>
              <a:xfrm>
                <a:off x="280899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h388"/>
              <p:cNvSpPr/>
              <p:nvPr/>
            </p:nvSpPr>
            <p:spPr>
              <a:xfrm>
                <a:off x="281825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h389"/>
              <p:cNvSpPr/>
              <p:nvPr/>
            </p:nvSpPr>
            <p:spPr>
              <a:xfrm>
                <a:off x="282751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h390"/>
              <p:cNvSpPr/>
              <p:nvPr/>
            </p:nvSpPr>
            <p:spPr>
              <a:xfrm>
                <a:off x="283678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h391"/>
              <p:cNvSpPr/>
              <p:nvPr/>
            </p:nvSpPr>
            <p:spPr>
              <a:xfrm>
                <a:off x="284604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h392"/>
              <p:cNvSpPr/>
              <p:nvPr/>
            </p:nvSpPr>
            <p:spPr>
              <a:xfrm>
                <a:off x="285530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h393"/>
              <p:cNvSpPr/>
              <p:nvPr/>
            </p:nvSpPr>
            <p:spPr>
              <a:xfrm>
                <a:off x="286456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h394"/>
              <p:cNvSpPr/>
              <p:nvPr/>
            </p:nvSpPr>
            <p:spPr>
              <a:xfrm>
                <a:off x="287383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h395"/>
              <p:cNvSpPr/>
              <p:nvPr/>
            </p:nvSpPr>
            <p:spPr>
              <a:xfrm>
                <a:off x="28830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h396"/>
              <p:cNvSpPr/>
              <p:nvPr/>
            </p:nvSpPr>
            <p:spPr>
              <a:xfrm>
                <a:off x="289235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h397"/>
              <p:cNvSpPr/>
              <p:nvPr/>
            </p:nvSpPr>
            <p:spPr>
              <a:xfrm>
                <a:off x="29016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h398"/>
              <p:cNvSpPr/>
              <p:nvPr/>
            </p:nvSpPr>
            <p:spPr>
              <a:xfrm>
                <a:off x="29108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h399"/>
              <p:cNvSpPr/>
              <p:nvPr/>
            </p:nvSpPr>
            <p:spPr>
              <a:xfrm>
                <a:off x="2920141" y="2739941"/>
                <a:ext cx="92211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111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2111" y="897161"/>
                    </a:lnTo>
                    <a:lnTo>
                      <a:pt x="921252" y="899635"/>
                    </a:lnTo>
                    <a:lnTo>
                      <a:pt x="917885" y="908317"/>
                    </a:lnTo>
                    <a:lnTo>
                      <a:pt x="915258" y="91439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h400"/>
              <p:cNvSpPr/>
              <p:nvPr/>
            </p:nvSpPr>
            <p:spPr>
              <a:xfrm>
                <a:off x="2466292" y="27054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6" y="931638"/>
                    </a:lnTo>
                    <a:lnTo>
                      <a:pt x="908467" y="924427"/>
                    </a:lnTo>
                    <a:lnTo>
                      <a:pt x="906782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h401"/>
              <p:cNvSpPr/>
              <p:nvPr/>
            </p:nvSpPr>
            <p:spPr>
              <a:xfrm>
                <a:off x="24662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h402"/>
              <p:cNvSpPr/>
              <p:nvPr/>
            </p:nvSpPr>
            <p:spPr>
              <a:xfrm>
                <a:off x="2475555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h403"/>
              <p:cNvSpPr/>
              <p:nvPr/>
            </p:nvSpPr>
            <p:spPr>
              <a:xfrm>
                <a:off x="24848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h404"/>
              <p:cNvSpPr/>
              <p:nvPr/>
            </p:nvSpPr>
            <p:spPr>
              <a:xfrm>
                <a:off x="24940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h405"/>
              <p:cNvSpPr/>
              <p:nvPr/>
            </p:nvSpPr>
            <p:spPr>
              <a:xfrm>
                <a:off x="250334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h406"/>
              <p:cNvSpPr/>
              <p:nvPr/>
            </p:nvSpPr>
            <p:spPr>
              <a:xfrm>
                <a:off x="251260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h407"/>
              <p:cNvSpPr/>
              <p:nvPr/>
            </p:nvSpPr>
            <p:spPr>
              <a:xfrm>
                <a:off x="252186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h408"/>
              <p:cNvSpPr/>
              <p:nvPr/>
            </p:nvSpPr>
            <p:spPr>
              <a:xfrm>
                <a:off x="253112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h409"/>
              <p:cNvSpPr/>
              <p:nvPr/>
            </p:nvSpPr>
            <p:spPr>
              <a:xfrm>
                <a:off x="254039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h410"/>
              <p:cNvSpPr/>
              <p:nvPr/>
            </p:nvSpPr>
            <p:spPr>
              <a:xfrm>
                <a:off x="254965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h411"/>
              <p:cNvSpPr/>
              <p:nvPr/>
            </p:nvSpPr>
            <p:spPr>
              <a:xfrm>
                <a:off x="255891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h412"/>
              <p:cNvSpPr/>
              <p:nvPr/>
            </p:nvSpPr>
            <p:spPr>
              <a:xfrm>
                <a:off x="256817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h413"/>
              <p:cNvSpPr/>
              <p:nvPr/>
            </p:nvSpPr>
            <p:spPr>
              <a:xfrm>
                <a:off x="257743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h414"/>
              <p:cNvSpPr/>
              <p:nvPr/>
            </p:nvSpPr>
            <p:spPr>
              <a:xfrm>
                <a:off x="258670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h415"/>
              <p:cNvSpPr/>
              <p:nvPr/>
            </p:nvSpPr>
            <p:spPr>
              <a:xfrm>
                <a:off x="259596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h416"/>
              <p:cNvSpPr/>
              <p:nvPr/>
            </p:nvSpPr>
            <p:spPr>
              <a:xfrm>
                <a:off x="260522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h417"/>
              <p:cNvSpPr/>
              <p:nvPr/>
            </p:nvSpPr>
            <p:spPr>
              <a:xfrm>
                <a:off x="261448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h418"/>
              <p:cNvSpPr/>
              <p:nvPr/>
            </p:nvSpPr>
            <p:spPr>
              <a:xfrm>
                <a:off x="262375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h419"/>
              <p:cNvSpPr/>
              <p:nvPr/>
            </p:nvSpPr>
            <p:spPr>
              <a:xfrm>
                <a:off x="263301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h420"/>
              <p:cNvSpPr/>
              <p:nvPr/>
            </p:nvSpPr>
            <p:spPr>
              <a:xfrm>
                <a:off x="264227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h421"/>
              <p:cNvSpPr/>
              <p:nvPr/>
            </p:nvSpPr>
            <p:spPr>
              <a:xfrm>
                <a:off x="265153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h422"/>
              <p:cNvSpPr/>
              <p:nvPr/>
            </p:nvSpPr>
            <p:spPr>
              <a:xfrm>
                <a:off x="266079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h423"/>
              <p:cNvSpPr/>
              <p:nvPr/>
            </p:nvSpPr>
            <p:spPr>
              <a:xfrm>
                <a:off x="267006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h424"/>
              <p:cNvSpPr/>
              <p:nvPr/>
            </p:nvSpPr>
            <p:spPr>
              <a:xfrm>
                <a:off x="267932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h425"/>
              <p:cNvSpPr/>
              <p:nvPr/>
            </p:nvSpPr>
            <p:spPr>
              <a:xfrm>
                <a:off x="268858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h426"/>
              <p:cNvSpPr/>
              <p:nvPr/>
            </p:nvSpPr>
            <p:spPr>
              <a:xfrm>
                <a:off x="269784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h427"/>
              <p:cNvSpPr/>
              <p:nvPr/>
            </p:nvSpPr>
            <p:spPr>
              <a:xfrm>
                <a:off x="270711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h428"/>
              <p:cNvSpPr/>
              <p:nvPr/>
            </p:nvSpPr>
            <p:spPr>
              <a:xfrm>
                <a:off x="271637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h429"/>
              <p:cNvSpPr/>
              <p:nvPr/>
            </p:nvSpPr>
            <p:spPr>
              <a:xfrm>
                <a:off x="272563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h430"/>
              <p:cNvSpPr/>
              <p:nvPr/>
            </p:nvSpPr>
            <p:spPr>
              <a:xfrm>
                <a:off x="273489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h431"/>
              <p:cNvSpPr/>
              <p:nvPr/>
            </p:nvSpPr>
            <p:spPr>
              <a:xfrm>
                <a:off x="274415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h432"/>
              <p:cNvSpPr/>
              <p:nvPr/>
            </p:nvSpPr>
            <p:spPr>
              <a:xfrm>
                <a:off x="275342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h433"/>
              <p:cNvSpPr/>
              <p:nvPr/>
            </p:nvSpPr>
            <p:spPr>
              <a:xfrm>
                <a:off x="276268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h434"/>
              <p:cNvSpPr/>
              <p:nvPr/>
            </p:nvSpPr>
            <p:spPr>
              <a:xfrm>
                <a:off x="277194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h435"/>
              <p:cNvSpPr/>
              <p:nvPr/>
            </p:nvSpPr>
            <p:spPr>
              <a:xfrm>
                <a:off x="278120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h436"/>
              <p:cNvSpPr/>
              <p:nvPr/>
            </p:nvSpPr>
            <p:spPr>
              <a:xfrm>
                <a:off x="279047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h437"/>
              <p:cNvSpPr/>
              <p:nvPr/>
            </p:nvSpPr>
            <p:spPr>
              <a:xfrm>
                <a:off x="279973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h438"/>
              <p:cNvSpPr/>
              <p:nvPr/>
            </p:nvSpPr>
            <p:spPr>
              <a:xfrm>
                <a:off x="280899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h439"/>
              <p:cNvSpPr/>
              <p:nvPr/>
            </p:nvSpPr>
            <p:spPr>
              <a:xfrm>
                <a:off x="281825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h440"/>
              <p:cNvSpPr/>
              <p:nvPr/>
            </p:nvSpPr>
            <p:spPr>
              <a:xfrm>
                <a:off x="282751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h441"/>
              <p:cNvSpPr/>
              <p:nvPr/>
            </p:nvSpPr>
            <p:spPr>
              <a:xfrm>
                <a:off x="283678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h442"/>
              <p:cNvSpPr/>
              <p:nvPr/>
            </p:nvSpPr>
            <p:spPr>
              <a:xfrm>
                <a:off x="284604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h443"/>
              <p:cNvSpPr/>
              <p:nvPr/>
            </p:nvSpPr>
            <p:spPr>
              <a:xfrm>
                <a:off x="285530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h444"/>
              <p:cNvSpPr/>
              <p:nvPr/>
            </p:nvSpPr>
            <p:spPr>
              <a:xfrm>
                <a:off x="286456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h445"/>
              <p:cNvSpPr/>
              <p:nvPr/>
            </p:nvSpPr>
            <p:spPr>
              <a:xfrm>
                <a:off x="287383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h446"/>
              <p:cNvSpPr/>
              <p:nvPr/>
            </p:nvSpPr>
            <p:spPr>
              <a:xfrm>
                <a:off x="28830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h447"/>
              <p:cNvSpPr/>
              <p:nvPr/>
            </p:nvSpPr>
            <p:spPr>
              <a:xfrm>
                <a:off x="289235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h448"/>
              <p:cNvSpPr/>
              <p:nvPr/>
            </p:nvSpPr>
            <p:spPr>
              <a:xfrm>
                <a:off x="29016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h449"/>
              <p:cNvSpPr/>
              <p:nvPr/>
            </p:nvSpPr>
            <p:spPr>
              <a:xfrm>
                <a:off x="29108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h450"/>
              <p:cNvSpPr/>
              <p:nvPr/>
            </p:nvSpPr>
            <p:spPr>
              <a:xfrm>
                <a:off x="2920141" y="272270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931"/>
                    </a:lnTo>
                    <a:lnTo>
                      <a:pt x="922111" y="914400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h451"/>
              <p:cNvSpPr/>
              <p:nvPr/>
            </p:nvSpPr>
            <p:spPr>
              <a:xfrm>
                <a:off x="2929403" y="2705464"/>
                <a:ext cx="918371" cy="927170"/>
              </a:xfrm>
              <a:custGeom>
                <a:avLst/>
                <a:gdLst/>
                <a:ahLst/>
                <a:cxnLst/>
                <a:rect l="0" t="0" r="0" b="0"/>
                <a:pathLst>
                  <a:path w="918371" h="927170">
                    <a:moveTo>
                      <a:pt x="914400" y="914400"/>
                    </a:moveTo>
                    <a:lnTo>
                      <a:pt x="918371" y="914400"/>
                    </a:lnTo>
                    <a:lnTo>
                      <a:pt x="917979" y="915835"/>
                    </a:lnTo>
                    <a:lnTo>
                      <a:pt x="915112" y="925118"/>
                    </a:lnTo>
                    <a:lnTo>
                      <a:pt x="914400" y="927170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h452"/>
              <p:cNvSpPr/>
              <p:nvPr/>
            </p:nvSpPr>
            <p:spPr>
              <a:xfrm>
                <a:off x="2457030" y="2688225"/>
                <a:ext cx="914400" cy="9194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52">
                    <a:moveTo>
                      <a:pt x="914400" y="914400"/>
                    </a:moveTo>
                    <a:lnTo>
                      <a:pt x="914400" y="919452"/>
                    </a:lnTo>
                    <a:lnTo>
                      <a:pt x="913852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h453"/>
              <p:cNvSpPr/>
              <p:nvPr/>
            </p:nvSpPr>
            <p:spPr>
              <a:xfrm>
                <a:off x="24570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044" y="931638"/>
                    </a:lnTo>
                    <a:lnTo>
                      <a:pt x="915999" y="931370"/>
                    </a:lnTo>
                    <a:lnTo>
                      <a:pt x="914559" y="920920"/>
                    </a:lnTo>
                    <a:lnTo>
                      <a:pt x="914400" y="919452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h454"/>
              <p:cNvSpPr/>
              <p:nvPr/>
            </p:nvSpPr>
            <p:spPr>
              <a:xfrm>
                <a:off x="24662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h455"/>
              <p:cNvSpPr/>
              <p:nvPr/>
            </p:nvSpPr>
            <p:spPr>
              <a:xfrm>
                <a:off x="2475555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h456"/>
              <p:cNvSpPr/>
              <p:nvPr/>
            </p:nvSpPr>
            <p:spPr>
              <a:xfrm>
                <a:off x="24848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h457"/>
              <p:cNvSpPr/>
              <p:nvPr/>
            </p:nvSpPr>
            <p:spPr>
              <a:xfrm>
                <a:off x="24940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h458"/>
              <p:cNvSpPr/>
              <p:nvPr/>
            </p:nvSpPr>
            <p:spPr>
              <a:xfrm>
                <a:off x="25033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h459"/>
              <p:cNvSpPr/>
              <p:nvPr/>
            </p:nvSpPr>
            <p:spPr>
              <a:xfrm>
                <a:off x="251260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h460"/>
              <p:cNvSpPr/>
              <p:nvPr/>
            </p:nvSpPr>
            <p:spPr>
              <a:xfrm>
                <a:off x="252186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h461"/>
              <p:cNvSpPr/>
              <p:nvPr/>
            </p:nvSpPr>
            <p:spPr>
              <a:xfrm>
                <a:off x="253112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h462"/>
              <p:cNvSpPr/>
              <p:nvPr/>
            </p:nvSpPr>
            <p:spPr>
              <a:xfrm>
                <a:off x="254039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h463"/>
              <p:cNvSpPr/>
              <p:nvPr/>
            </p:nvSpPr>
            <p:spPr>
              <a:xfrm>
                <a:off x="254965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h464"/>
              <p:cNvSpPr/>
              <p:nvPr/>
            </p:nvSpPr>
            <p:spPr>
              <a:xfrm>
                <a:off x="255891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h465"/>
              <p:cNvSpPr/>
              <p:nvPr/>
            </p:nvSpPr>
            <p:spPr>
              <a:xfrm>
                <a:off x="256817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h466"/>
              <p:cNvSpPr/>
              <p:nvPr/>
            </p:nvSpPr>
            <p:spPr>
              <a:xfrm>
                <a:off x="257743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h467"/>
              <p:cNvSpPr/>
              <p:nvPr/>
            </p:nvSpPr>
            <p:spPr>
              <a:xfrm>
                <a:off x="258670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h468"/>
              <p:cNvSpPr/>
              <p:nvPr/>
            </p:nvSpPr>
            <p:spPr>
              <a:xfrm>
                <a:off x="259596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h469"/>
              <p:cNvSpPr/>
              <p:nvPr/>
            </p:nvSpPr>
            <p:spPr>
              <a:xfrm>
                <a:off x="260522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h470"/>
              <p:cNvSpPr/>
              <p:nvPr/>
            </p:nvSpPr>
            <p:spPr>
              <a:xfrm>
                <a:off x="261448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h471"/>
              <p:cNvSpPr/>
              <p:nvPr/>
            </p:nvSpPr>
            <p:spPr>
              <a:xfrm>
                <a:off x="262375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h472"/>
              <p:cNvSpPr/>
              <p:nvPr/>
            </p:nvSpPr>
            <p:spPr>
              <a:xfrm>
                <a:off x="263301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h473"/>
              <p:cNvSpPr/>
              <p:nvPr/>
            </p:nvSpPr>
            <p:spPr>
              <a:xfrm>
                <a:off x="264227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h474"/>
              <p:cNvSpPr/>
              <p:nvPr/>
            </p:nvSpPr>
            <p:spPr>
              <a:xfrm>
                <a:off x="265153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h475"/>
              <p:cNvSpPr/>
              <p:nvPr/>
            </p:nvSpPr>
            <p:spPr>
              <a:xfrm>
                <a:off x="266079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h476"/>
              <p:cNvSpPr/>
              <p:nvPr/>
            </p:nvSpPr>
            <p:spPr>
              <a:xfrm>
                <a:off x="267006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h477"/>
              <p:cNvSpPr/>
              <p:nvPr/>
            </p:nvSpPr>
            <p:spPr>
              <a:xfrm>
                <a:off x="267932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h478"/>
              <p:cNvSpPr/>
              <p:nvPr/>
            </p:nvSpPr>
            <p:spPr>
              <a:xfrm>
                <a:off x="268858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h479"/>
              <p:cNvSpPr/>
              <p:nvPr/>
            </p:nvSpPr>
            <p:spPr>
              <a:xfrm>
                <a:off x="269784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h480"/>
              <p:cNvSpPr/>
              <p:nvPr/>
            </p:nvSpPr>
            <p:spPr>
              <a:xfrm>
                <a:off x="270711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h481"/>
              <p:cNvSpPr/>
              <p:nvPr/>
            </p:nvSpPr>
            <p:spPr>
              <a:xfrm>
                <a:off x="271637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h482"/>
              <p:cNvSpPr/>
              <p:nvPr/>
            </p:nvSpPr>
            <p:spPr>
              <a:xfrm>
                <a:off x="272563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h483"/>
              <p:cNvSpPr/>
              <p:nvPr/>
            </p:nvSpPr>
            <p:spPr>
              <a:xfrm>
                <a:off x="273489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h484"/>
              <p:cNvSpPr/>
              <p:nvPr/>
            </p:nvSpPr>
            <p:spPr>
              <a:xfrm>
                <a:off x="274415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h485"/>
              <p:cNvSpPr/>
              <p:nvPr/>
            </p:nvSpPr>
            <p:spPr>
              <a:xfrm>
                <a:off x="275342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h486"/>
              <p:cNvSpPr/>
              <p:nvPr/>
            </p:nvSpPr>
            <p:spPr>
              <a:xfrm>
                <a:off x="276268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h487"/>
              <p:cNvSpPr/>
              <p:nvPr/>
            </p:nvSpPr>
            <p:spPr>
              <a:xfrm>
                <a:off x="277194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h488"/>
              <p:cNvSpPr/>
              <p:nvPr/>
            </p:nvSpPr>
            <p:spPr>
              <a:xfrm>
                <a:off x="278120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h489"/>
              <p:cNvSpPr/>
              <p:nvPr/>
            </p:nvSpPr>
            <p:spPr>
              <a:xfrm>
                <a:off x="279047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h490"/>
              <p:cNvSpPr/>
              <p:nvPr/>
            </p:nvSpPr>
            <p:spPr>
              <a:xfrm>
                <a:off x="279973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h491"/>
              <p:cNvSpPr/>
              <p:nvPr/>
            </p:nvSpPr>
            <p:spPr>
              <a:xfrm>
                <a:off x="280899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h492"/>
              <p:cNvSpPr/>
              <p:nvPr/>
            </p:nvSpPr>
            <p:spPr>
              <a:xfrm>
                <a:off x="281825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h493"/>
              <p:cNvSpPr/>
              <p:nvPr/>
            </p:nvSpPr>
            <p:spPr>
              <a:xfrm>
                <a:off x="282751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h494"/>
              <p:cNvSpPr/>
              <p:nvPr/>
            </p:nvSpPr>
            <p:spPr>
              <a:xfrm>
                <a:off x="283678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h495"/>
              <p:cNvSpPr/>
              <p:nvPr/>
            </p:nvSpPr>
            <p:spPr>
              <a:xfrm>
                <a:off x="284604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h496"/>
              <p:cNvSpPr/>
              <p:nvPr/>
            </p:nvSpPr>
            <p:spPr>
              <a:xfrm>
                <a:off x="285530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h497"/>
              <p:cNvSpPr/>
              <p:nvPr/>
            </p:nvSpPr>
            <p:spPr>
              <a:xfrm>
                <a:off x="286456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h498"/>
              <p:cNvSpPr/>
              <p:nvPr/>
            </p:nvSpPr>
            <p:spPr>
              <a:xfrm>
                <a:off x="28738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h499"/>
              <p:cNvSpPr/>
              <p:nvPr/>
            </p:nvSpPr>
            <p:spPr>
              <a:xfrm>
                <a:off x="28830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h500"/>
              <p:cNvSpPr/>
              <p:nvPr/>
            </p:nvSpPr>
            <p:spPr>
              <a:xfrm>
                <a:off x="289235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h501"/>
              <p:cNvSpPr/>
              <p:nvPr/>
            </p:nvSpPr>
            <p:spPr>
              <a:xfrm>
                <a:off x="29016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h502"/>
              <p:cNvSpPr/>
              <p:nvPr/>
            </p:nvSpPr>
            <p:spPr>
              <a:xfrm>
                <a:off x="29108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h503"/>
              <p:cNvSpPr/>
              <p:nvPr/>
            </p:nvSpPr>
            <p:spPr>
              <a:xfrm>
                <a:off x="29201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h504"/>
              <p:cNvSpPr/>
              <p:nvPr/>
            </p:nvSpPr>
            <p:spPr>
              <a:xfrm>
                <a:off x="2929403" y="2705464"/>
                <a:ext cx="9227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64" y="897161"/>
                    </a:lnTo>
                    <a:lnTo>
                      <a:pt x="920585" y="906289"/>
                    </a:lnTo>
                    <a:lnTo>
                      <a:pt x="918371" y="914400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h505"/>
              <p:cNvSpPr/>
              <p:nvPr/>
            </p:nvSpPr>
            <p:spPr>
              <a:xfrm>
                <a:off x="2457030" y="26709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52" y="931638"/>
                    </a:lnTo>
                    <a:lnTo>
                      <a:pt x="913413" y="927583"/>
                    </a:lnTo>
                    <a:lnTo>
                      <a:pt x="912565" y="916911"/>
                    </a:lnTo>
                    <a:lnTo>
                      <a:pt x="912437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h506"/>
              <p:cNvSpPr/>
              <p:nvPr/>
            </p:nvSpPr>
            <p:spPr>
              <a:xfrm>
                <a:off x="24570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h507"/>
              <p:cNvSpPr/>
              <p:nvPr/>
            </p:nvSpPr>
            <p:spPr>
              <a:xfrm>
                <a:off x="24662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h508"/>
              <p:cNvSpPr/>
              <p:nvPr/>
            </p:nvSpPr>
            <p:spPr>
              <a:xfrm>
                <a:off x="2475555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h509"/>
              <p:cNvSpPr/>
              <p:nvPr/>
            </p:nvSpPr>
            <p:spPr>
              <a:xfrm>
                <a:off x="24848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h510"/>
              <p:cNvSpPr/>
              <p:nvPr/>
            </p:nvSpPr>
            <p:spPr>
              <a:xfrm>
                <a:off x="24940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h511"/>
              <p:cNvSpPr/>
              <p:nvPr/>
            </p:nvSpPr>
            <p:spPr>
              <a:xfrm>
                <a:off x="25033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h512"/>
              <p:cNvSpPr/>
              <p:nvPr/>
            </p:nvSpPr>
            <p:spPr>
              <a:xfrm>
                <a:off x="251260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h513"/>
              <p:cNvSpPr/>
              <p:nvPr/>
            </p:nvSpPr>
            <p:spPr>
              <a:xfrm>
                <a:off x="252186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h514"/>
              <p:cNvSpPr/>
              <p:nvPr/>
            </p:nvSpPr>
            <p:spPr>
              <a:xfrm>
                <a:off x="253112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h515"/>
              <p:cNvSpPr/>
              <p:nvPr/>
            </p:nvSpPr>
            <p:spPr>
              <a:xfrm>
                <a:off x="254039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h516"/>
              <p:cNvSpPr/>
              <p:nvPr/>
            </p:nvSpPr>
            <p:spPr>
              <a:xfrm>
                <a:off x="254965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h517"/>
              <p:cNvSpPr/>
              <p:nvPr/>
            </p:nvSpPr>
            <p:spPr>
              <a:xfrm>
                <a:off x="255891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h518"/>
              <p:cNvSpPr/>
              <p:nvPr/>
            </p:nvSpPr>
            <p:spPr>
              <a:xfrm>
                <a:off x="256817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h519"/>
              <p:cNvSpPr/>
              <p:nvPr/>
            </p:nvSpPr>
            <p:spPr>
              <a:xfrm>
                <a:off x="257743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h520"/>
              <p:cNvSpPr/>
              <p:nvPr/>
            </p:nvSpPr>
            <p:spPr>
              <a:xfrm>
                <a:off x="258670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h521"/>
              <p:cNvSpPr/>
              <p:nvPr/>
            </p:nvSpPr>
            <p:spPr>
              <a:xfrm>
                <a:off x="259596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h522"/>
              <p:cNvSpPr/>
              <p:nvPr/>
            </p:nvSpPr>
            <p:spPr>
              <a:xfrm>
                <a:off x="260522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h523"/>
              <p:cNvSpPr/>
              <p:nvPr/>
            </p:nvSpPr>
            <p:spPr>
              <a:xfrm>
                <a:off x="261448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h524"/>
              <p:cNvSpPr/>
              <p:nvPr/>
            </p:nvSpPr>
            <p:spPr>
              <a:xfrm>
                <a:off x="262375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h525"/>
              <p:cNvSpPr/>
              <p:nvPr/>
            </p:nvSpPr>
            <p:spPr>
              <a:xfrm>
                <a:off x="263301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h526"/>
              <p:cNvSpPr/>
              <p:nvPr/>
            </p:nvSpPr>
            <p:spPr>
              <a:xfrm>
                <a:off x="264227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h527"/>
              <p:cNvSpPr/>
              <p:nvPr/>
            </p:nvSpPr>
            <p:spPr>
              <a:xfrm>
                <a:off x="265153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h528"/>
              <p:cNvSpPr/>
              <p:nvPr/>
            </p:nvSpPr>
            <p:spPr>
              <a:xfrm>
                <a:off x="266079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h529"/>
              <p:cNvSpPr/>
              <p:nvPr/>
            </p:nvSpPr>
            <p:spPr>
              <a:xfrm>
                <a:off x="267006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h530"/>
              <p:cNvSpPr/>
              <p:nvPr/>
            </p:nvSpPr>
            <p:spPr>
              <a:xfrm>
                <a:off x="267932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h531"/>
              <p:cNvSpPr/>
              <p:nvPr/>
            </p:nvSpPr>
            <p:spPr>
              <a:xfrm>
                <a:off x="268858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h532"/>
              <p:cNvSpPr/>
              <p:nvPr/>
            </p:nvSpPr>
            <p:spPr>
              <a:xfrm>
                <a:off x="269784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h533"/>
              <p:cNvSpPr/>
              <p:nvPr/>
            </p:nvSpPr>
            <p:spPr>
              <a:xfrm>
                <a:off x="270711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h534"/>
              <p:cNvSpPr/>
              <p:nvPr/>
            </p:nvSpPr>
            <p:spPr>
              <a:xfrm>
                <a:off x="271637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h535"/>
              <p:cNvSpPr/>
              <p:nvPr/>
            </p:nvSpPr>
            <p:spPr>
              <a:xfrm>
                <a:off x="272563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h536"/>
              <p:cNvSpPr/>
              <p:nvPr/>
            </p:nvSpPr>
            <p:spPr>
              <a:xfrm>
                <a:off x="273489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h537"/>
              <p:cNvSpPr/>
              <p:nvPr/>
            </p:nvSpPr>
            <p:spPr>
              <a:xfrm>
                <a:off x="274415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h538"/>
              <p:cNvSpPr/>
              <p:nvPr/>
            </p:nvSpPr>
            <p:spPr>
              <a:xfrm>
                <a:off x="275342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h539"/>
              <p:cNvSpPr/>
              <p:nvPr/>
            </p:nvSpPr>
            <p:spPr>
              <a:xfrm>
                <a:off x="276268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h540"/>
              <p:cNvSpPr/>
              <p:nvPr/>
            </p:nvSpPr>
            <p:spPr>
              <a:xfrm>
                <a:off x="277194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h541"/>
              <p:cNvSpPr/>
              <p:nvPr/>
            </p:nvSpPr>
            <p:spPr>
              <a:xfrm>
                <a:off x="278120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h542"/>
              <p:cNvSpPr/>
              <p:nvPr/>
            </p:nvSpPr>
            <p:spPr>
              <a:xfrm>
                <a:off x="279047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h543"/>
              <p:cNvSpPr/>
              <p:nvPr/>
            </p:nvSpPr>
            <p:spPr>
              <a:xfrm>
                <a:off x="279973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h544"/>
              <p:cNvSpPr/>
              <p:nvPr/>
            </p:nvSpPr>
            <p:spPr>
              <a:xfrm>
                <a:off x="280899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h545"/>
              <p:cNvSpPr/>
              <p:nvPr/>
            </p:nvSpPr>
            <p:spPr>
              <a:xfrm>
                <a:off x="281825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h546"/>
              <p:cNvSpPr/>
              <p:nvPr/>
            </p:nvSpPr>
            <p:spPr>
              <a:xfrm>
                <a:off x="282751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h547"/>
              <p:cNvSpPr/>
              <p:nvPr/>
            </p:nvSpPr>
            <p:spPr>
              <a:xfrm>
                <a:off x="283678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h548"/>
              <p:cNvSpPr/>
              <p:nvPr/>
            </p:nvSpPr>
            <p:spPr>
              <a:xfrm>
                <a:off x="284604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h549"/>
              <p:cNvSpPr/>
              <p:nvPr/>
            </p:nvSpPr>
            <p:spPr>
              <a:xfrm>
                <a:off x="285530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h550"/>
              <p:cNvSpPr/>
              <p:nvPr/>
            </p:nvSpPr>
            <p:spPr>
              <a:xfrm>
                <a:off x="286456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h551"/>
              <p:cNvSpPr/>
              <p:nvPr/>
            </p:nvSpPr>
            <p:spPr>
              <a:xfrm>
                <a:off x="28738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h552"/>
              <p:cNvSpPr/>
              <p:nvPr/>
            </p:nvSpPr>
            <p:spPr>
              <a:xfrm>
                <a:off x="28830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h553"/>
              <p:cNvSpPr/>
              <p:nvPr/>
            </p:nvSpPr>
            <p:spPr>
              <a:xfrm>
                <a:off x="289235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h554"/>
              <p:cNvSpPr/>
              <p:nvPr/>
            </p:nvSpPr>
            <p:spPr>
              <a:xfrm>
                <a:off x="29016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h555"/>
              <p:cNvSpPr/>
              <p:nvPr/>
            </p:nvSpPr>
            <p:spPr>
              <a:xfrm>
                <a:off x="29108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h556"/>
              <p:cNvSpPr/>
              <p:nvPr/>
            </p:nvSpPr>
            <p:spPr>
              <a:xfrm>
                <a:off x="29201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h557"/>
              <p:cNvSpPr/>
              <p:nvPr/>
            </p:nvSpPr>
            <p:spPr>
              <a:xfrm>
                <a:off x="2929403" y="26882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151"/>
                    </a:lnTo>
                    <a:lnTo>
                      <a:pt x="922921" y="913742"/>
                    </a:lnTo>
                    <a:lnTo>
                      <a:pt x="922764" y="914400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h558"/>
              <p:cNvSpPr/>
              <p:nvPr/>
            </p:nvSpPr>
            <p:spPr>
              <a:xfrm>
                <a:off x="2938666" y="2670987"/>
                <a:ext cx="916872" cy="927390"/>
              </a:xfrm>
              <a:custGeom>
                <a:avLst/>
                <a:gdLst/>
                <a:ahLst/>
                <a:cxnLst/>
                <a:rect l="0" t="0" r="0" b="0"/>
                <a:pathLst>
                  <a:path w="916872" h="927390">
                    <a:moveTo>
                      <a:pt x="914400" y="914400"/>
                    </a:moveTo>
                    <a:lnTo>
                      <a:pt x="916872" y="914400"/>
                    </a:lnTo>
                    <a:lnTo>
                      <a:pt x="915720" y="920984"/>
                    </a:lnTo>
                    <a:lnTo>
                      <a:pt x="914400" y="927390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h559"/>
              <p:cNvSpPr/>
              <p:nvPr/>
            </p:nvSpPr>
            <p:spPr>
              <a:xfrm>
                <a:off x="2457030" y="26537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437" y="931638"/>
                    </a:lnTo>
                    <a:lnTo>
                      <a:pt x="912018" y="923410"/>
                    </a:lnTo>
                    <a:lnTo>
                      <a:pt x="911812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h560"/>
              <p:cNvSpPr/>
              <p:nvPr/>
            </p:nvSpPr>
            <p:spPr>
              <a:xfrm>
                <a:off x="24570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h561"/>
              <p:cNvSpPr/>
              <p:nvPr/>
            </p:nvSpPr>
            <p:spPr>
              <a:xfrm>
                <a:off x="24662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h562"/>
              <p:cNvSpPr/>
              <p:nvPr/>
            </p:nvSpPr>
            <p:spPr>
              <a:xfrm>
                <a:off x="2475555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h563"/>
              <p:cNvSpPr/>
              <p:nvPr/>
            </p:nvSpPr>
            <p:spPr>
              <a:xfrm>
                <a:off x="24848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h564"/>
              <p:cNvSpPr/>
              <p:nvPr/>
            </p:nvSpPr>
            <p:spPr>
              <a:xfrm>
                <a:off x="24940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h565"/>
              <p:cNvSpPr/>
              <p:nvPr/>
            </p:nvSpPr>
            <p:spPr>
              <a:xfrm>
                <a:off x="25033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h566"/>
              <p:cNvSpPr/>
              <p:nvPr/>
            </p:nvSpPr>
            <p:spPr>
              <a:xfrm>
                <a:off x="25126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h567"/>
              <p:cNvSpPr/>
              <p:nvPr/>
            </p:nvSpPr>
            <p:spPr>
              <a:xfrm>
                <a:off x="252186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h568"/>
              <p:cNvSpPr/>
              <p:nvPr/>
            </p:nvSpPr>
            <p:spPr>
              <a:xfrm>
                <a:off x="253112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h569"/>
              <p:cNvSpPr/>
              <p:nvPr/>
            </p:nvSpPr>
            <p:spPr>
              <a:xfrm>
                <a:off x="254039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h570"/>
              <p:cNvSpPr/>
              <p:nvPr/>
            </p:nvSpPr>
            <p:spPr>
              <a:xfrm>
                <a:off x="254965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h571"/>
              <p:cNvSpPr/>
              <p:nvPr/>
            </p:nvSpPr>
            <p:spPr>
              <a:xfrm>
                <a:off x="255891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h572"/>
              <p:cNvSpPr/>
              <p:nvPr/>
            </p:nvSpPr>
            <p:spPr>
              <a:xfrm>
                <a:off x="256817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h573"/>
              <p:cNvSpPr/>
              <p:nvPr/>
            </p:nvSpPr>
            <p:spPr>
              <a:xfrm>
                <a:off x="257743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h574"/>
              <p:cNvSpPr/>
              <p:nvPr/>
            </p:nvSpPr>
            <p:spPr>
              <a:xfrm>
                <a:off x="258670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h575"/>
              <p:cNvSpPr/>
              <p:nvPr/>
            </p:nvSpPr>
            <p:spPr>
              <a:xfrm>
                <a:off x="259596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h576"/>
              <p:cNvSpPr/>
              <p:nvPr/>
            </p:nvSpPr>
            <p:spPr>
              <a:xfrm>
                <a:off x="260522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h577"/>
              <p:cNvSpPr/>
              <p:nvPr/>
            </p:nvSpPr>
            <p:spPr>
              <a:xfrm>
                <a:off x="261448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h578"/>
              <p:cNvSpPr/>
              <p:nvPr/>
            </p:nvSpPr>
            <p:spPr>
              <a:xfrm>
                <a:off x="262375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h579"/>
              <p:cNvSpPr/>
              <p:nvPr/>
            </p:nvSpPr>
            <p:spPr>
              <a:xfrm>
                <a:off x="263301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h580"/>
              <p:cNvSpPr/>
              <p:nvPr/>
            </p:nvSpPr>
            <p:spPr>
              <a:xfrm>
                <a:off x="264227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h581"/>
              <p:cNvSpPr/>
              <p:nvPr/>
            </p:nvSpPr>
            <p:spPr>
              <a:xfrm>
                <a:off x="265153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h582"/>
              <p:cNvSpPr/>
              <p:nvPr/>
            </p:nvSpPr>
            <p:spPr>
              <a:xfrm>
                <a:off x="266079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h583"/>
              <p:cNvSpPr/>
              <p:nvPr/>
            </p:nvSpPr>
            <p:spPr>
              <a:xfrm>
                <a:off x="267006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h584"/>
              <p:cNvSpPr/>
              <p:nvPr/>
            </p:nvSpPr>
            <p:spPr>
              <a:xfrm>
                <a:off x="267932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h585"/>
              <p:cNvSpPr/>
              <p:nvPr/>
            </p:nvSpPr>
            <p:spPr>
              <a:xfrm>
                <a:off x="268858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h586"/>
              <p:cNvSpPr/>
              <p:nvPr/>
            </p:nvSpPr>
            <p:spPr>
              <a:xfrm>
                <a:off x="269784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9">
                  <a:alpha val="100000"/>
                </a:srgbClr>
              </a:solidFill>
              <a:ln w="5420" cap="flat">
                <a:solidFill>
                  <a:srgbClr val="D7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h587"/>
              <p:cNvSpPr/>
              <p:nvPr/>
            </p:nvSpPr>
            <p:spPr>
              <a:xfrm>
                <a:off x="270711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h588"/>
              <p:cNvSpPr/>
              <p:nvPr/>
            </p:nvSpPr>
            <p:spPr>
              <a:xfrm>
                <a:off x="271637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h589"/>
              <p:cNvSpPr/>
              <p:nvPr/>
            </p:nvSpPr>
            <p:spPr>
              <a:xfrm>
                <a:off x="272563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h590"/>
              <p:cNvSpPr/>
              <p:nvPr/>
            </p:nvSpPr>
            <p:spPr>
              <a:xfrm>
                <a:off x="273489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h591"/>
              <p:cNvSpPr/>
              <p:nvPr/>
            </p:nvSpPr>
            <p:spPr>
              <a:xfrm>
                <a:off x="274415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h592"/>
              <p:cNvSpPr/>
              <p:nvPr/>
            </p:nvSpPr>
            <p:spPr>
              <a:xfrm>
                <a:off x="275342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h593"/>
              <p:cNvSpPr/>
              <p:nvPr/>
            </p:nvSpPr>
            <p:spPr>
              <a:xfrm>
                <a:off x="276268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h594"/>
              <p:cNvSpPr/>
              <p:nvPr/>
            </p:nvSpPr>
            <p:spPr>
              <a:xfrm>
                <a:off x="277194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h595"/>
              <p:cNvSpPr/>
              <p:nvPr/>
            </p:nvSpPr>
            <p:spPr>
              <a:xfrm>
                <a:off x="278120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h596"/>
              <p:cNvSpPr/>
              <p:nvPr/>
            </p:nvSpPr>
            <p:spPr>
              <a:xfrm>
                <a:off x="279047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h597"/>
              <p:cNvSpPr/>
              <p:nvPr/>
            </p:nvSpPr>
            <p:spPr>
              <a:xfrm>
                <a:off x="279973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h598"/>
              <p:cNvSpPr/>
              <p:nvPr/>
            </p:nvSpPr>
            <p:spPr>
              <a:xfrm>
                <a:off x="280899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h599"/>
              <p:cNvSpPr/>
              <p:nvPr/>
            </p:nvSpPr>
            <p:spPr>
              <a:xfrm>
                <a:off x="281825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h600"/>
              <p:cNvSpPr/>
              <p:nvPr/>
            </p:nvSpPr>
            <p:spPr>
              <a:xfrm>
                <a:off x="282751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982">
                  <a:alpha val="100000"/>
                </a:srgbClr>
              </a:solidFill>
              <a:ln w="5420" cap="flat">
                <a:solidFill>
                  <a:srgbClr val="CA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h601"/>
              <p:cNvSpPr/>
              <p:nvPr/>
            </p:nvSpPr>
            <p:spPr>
              <a:xfrm>
                <a:off x="283678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h602"/>
              <p:cNvSpPr/>
              <p:nvPr/>
            </p:nvSpPr>
            <p:spPr>
              <a:xfrm>
                <a:off x="284604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h603"/>
              <p:cNvSpPr/>
              <p:nvPr/>
            </p:nvSpPr>
            <p:spPr>
              <a:xfrm>
                <a:off x="285530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h604"/>
              <p:cNvSpPr/>
              <p:nvPr/>
            </p:nvSpPr>
            <p:spPr>
              <a:xfrm>
                <a:off x="286456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h605"/>
              <p:cNvSpPr/>
              <p:nvPr/>
            </p:nvSpPr>
            <p:spPr>
              <a:xfrm>
                <a:off x="28738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h606"/>
              <p:cNvSpPr/>
              <p:nvPr/>
            </p:nvSpPr>
            <p:spPr>
              <a:xfrm>
                <a:off x="28830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h607"/>
              <p:cNvSpPr/>
              <p:nvPr/>
            </p:nvSpPr>
            <p:spPr>
              <a:xfrm>
                <a:off x="289235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h608"/>
              <p:cNvSpPr/>
              <p:nvPr/>
            </p:nvSpPr>
            <p:spPr>
              <a:xfrm>
                <a:off x="29016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h609"/>
              <p:cNvSpPr/>
              <p:nvPr/>
            </p:nvSpPr>
            <p:spPr>
              <a:xfrm>
                <a:off x="29108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h610"/>
              <p:cNvSpPr/>
              <p:nvPr/>
            </p:nvSpPr>
            <p:spPr>
              <a:xfrm>
                <a:off x="29201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h611"/>
              <p:cNvSpPr/>
              <p:nvPr/>
            </p:nvSpPr>
            <p:spPr>
              <a:xfrm>
                <a:off x="29294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h612"/>
              <p:cNvSpPr/>
              <p:nvPr/>
            </p:nvSpPr>
            <p:spPr>
              <a:xfrm>
                <a:off x="2938666" y="2670987"/>
                <a:ext cx="9193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77" y="897161"/>
                    </a:lnTo>
                    <a:lnTo>
                      <a:pt x="918996" y="900463"/>
                    </a:lnTo>
                    <a:lnTo>
                      <a:pt x="917501" y="910802"/>
                    </a:lnTo>
                    <a:lnTo>
                      <a:pt x="916872" y="914400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h613"/>
              <p:cNvSpPr/>
              <p:nvPr/>
            </p:nvSpPr>
            <p:spPr>
              <a:xfrm>
                <a:off x="2457030" y="26365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812" y="931638"/>
                    </a:lnTo>
                    <a:lnTo>
                      <a:pt x="911772" y="929870"/>
                    </a:lnTo>
                    <a:lnTo>
                      <a:pt x="911828" y="919083"/>
                    </a:lnTo>
                    <a:lnTo>
                      <a:pt x="911984" y="914400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h614"/>
              <p:cNvSpPr/>
              <p:nvPr/>
            </p:nvSpPr>
            <p:spPr>
              <a:xfrm>
                <a:off x="24570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h615"/>
              <p:cNvSpPr/>
              <p:nvPr/>
            </p:nvSpPr>
            <p:spPr>
              <a:xfrm>
                <a:off x="24662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h616"/>
              <p:cNvSpPr/>
              <p:nvPr/>
            </p:nvSpPr>
            <p:spPr>
              <a:xfrm>
                <a:off x="2475555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h617"/>
              <p:cNvSpPr/>
              <p:nvPr/>
            </p:nvSpPr>
            <p:spPr>
              <a:xfrm>
                <a:off x="24848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h618"/>
              <p:cNvSpPr/>
              <p:nvPr/>
            </p:nvSpPr>
            <p:spPr>
              <a:xfrm>
                <a:off x="24940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h619"/>
              <p:cNvSpPr/>
              <p:nvPr/>
            </p:nvSpPr>
            <p:spPr>
              <a:xfrm>
                <a:off x="25033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h620"/>
              <p:cNvSpPr/>
              <p:nvPr/>
            </p:nvSpPr>
            <p:spPr>
              <a:xfrm>
                <a:off x="25126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h621"/>
              <p:cNvSpPr/>
              <p:nvPr/>
            </p:nvSpPr>
            <p:spPr>
              <a:xfrm>
                <a:off x="252186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h622"/>
              <p:cNvSpPr/>
              <p:nvPr/>
            </p:nvSpPr>
            <p:spPr>
              <a:xfrm>
                <a:off x="253112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h623"/>
              <p:cNvSpPr/>
              <p:nvPr/>
            </p:nvSpPr>
            <p:spPr>
              <a:xfrm>
                <a:off x="254039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h624"/>
              <p:cNvSpPr/>
              <p:nvPr/>
            </p:nvSpPr>
            <p:spPr>
              <a:xfrm>
                <a:off x="254965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h625"/>
              <p:cNvSpPr/>
              <p:nvPr/>
            </p:nvSpPr>
            <p:spPr>
              <a:xfrm>
                <a:off x="255891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h626"/>
              <p:cNvSpPr/>
              <p:nvPr/>
            </p:nvSpPr>
            <p:spPr>
              <a:xfrm>
                <a:off x="256817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h627"/>
              <p:cNvSpPr/>
              <p:nvPr/>
            </p:nvSpPr>
            <p:spPr>
              <a:xfrm>
                <a:off x="257743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h628"/>
              <p:cNvSpPr/>
              <p:nvPr/>
            </p:nvSpPr>
            <p:spPr>
              <a:xfrm>
                <a:off x="258670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h629"/>
              <p:cNvSpPr/>
              <p:nvPr/>
            </p:nvSpPr>
            <p:spPr>
              <a:xfrm>
                <a:off x="259596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h630"/>
              <p:cNvSpPr/>
              <p:nvPr/>
            </p:nvSpPr>
            <p:spPr>
              <a:xfrm>
                <a:off x="260522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h631"/>
              <p:cNvSpPr/>
              <p:nvPr/>
            </p:nvSpPr>
            <p:spPr>
              <a:xfrm>
                <a:off x="261448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h632"/>
              <p:cNvSpPr/>
              <p:nvPr/>
            </p:nvSpPr>
            <p:spPr>
              <a:xfrm>
                <a:off x="262375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h633"/>
              <p:cNvSpPr/>
              <p:nvPr/>
            </p:nvSpPr>
            <p:spPr>
              <a:xfrm>
                <a:off x="263301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h634"/>
              <p:cNvSpPr/>
              <p:nvPr/>
            </p:nvSpPr>
            <p:spPr>
              <a:xfrm>
                <a:off x="264227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h635"/>
              <p:cNvSpPr/>
              <p:nvPr/>
            </p:nvSpPr>
            <p:spPr>
              <a:xfrm>
                <a:off x="265153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h636"/>
              <p:cNvSpPr/>
              <p:nvPr/>
            </p:nvSpPr>
            <p:spPr>
              <a:xfrm>
                <a:off x="266079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h637"/>
              <p:cNvSpPr/>
              <p:nvPr/>
            </p:nvSpPr>
            <p:spPr>
              <a:xfrm>
                <a:off x="267006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h638"/>
              <p:cNvSpPr/>
              <p:nvPr/>
            </p:nvSpPr>
            <p:spPr>
              <a:xfrm>
                <a:off x="267932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h639"/>
              <p:cNvSpPr/>
              <p:nvPr/>
            </p:nvSpPr>
            <p:spPr>
              <a:xfrm>
                <a:off x="268858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h640"/>
              <p:cNvSpPr/>
              <p:nvPr/>
            </p:nvSpPr>
            <p:spPr>
              <a:xfrm>
                <a:off x="269784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h641"/>
              <p:cNvSpPr/>
              <p:nvPr/>
            </p:nvSpPr>
            <p:spPr>
              <a:xfrm>
                <a:off x="270711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h642"/>
              <p:cNvSpPr/>
              <p:nvPr/>
            </p:nvSpPr>
            <p:spPr>
              <a:xfrm>
                <a:off x="271637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h643"/>
              <p:cNvSpPr/>
              <p:nvPr/>
            </p:nvSpPr>
            <p:spPr>
              <a:xfrm>
                <a:off x="272563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h644"/>
              <p:cNvSpPr/>
              <p:nvPr/>
            </p:nvSpPr>
            <p:spPr>
              <a:xfrm>
                <a:off x="273489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h645"/>
              <p:cNvSpPr/>
              <p:nvPr/>
            </p:nvSpPr>
            <p:spPr>
              <a:xfrm>
                <a:off x="274415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h646"/>
              <p:cNvSpPr/>
              <p:nvPr/>
            </p:nvSpPr>
            <p:spPr>
              <a:xfrm>
                <a:off x="275342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h647"/>
              <p:cNvSpPr/>
              <p:nvPr/>
            </p:nvSpPr>
            <p:spPr>
              <a:xfrm>
                <a:off x="276268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h648"/>
              <p:cNvSpPr/>
              <p:nvPr/>
            </p:nvSpPr>
            <p:spPr>
              <a:xfrm>
                <a:off x="277194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h649"/>
              <p:cNvSpPr/>
              <p:nvPr/>
            </p:nvSpPr>
            <p:spPr>
              <a:xfrm>
                <a:off x="278120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h650"/>
              <p:cNvSpPr/>
              <p:nvPr/>
            </p:nvSpPr>
            <p:spPr>
              <a:xfrm>
                <a:off x="279047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h651"/>
              <p:cNvSpPr/>
              <p:nvPr/>
            </p:nvSpPr>
            <p:spPr>
              <a:xfrm>
                <a:off x="279973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h652"/>
              <p:cNvSpPr/>
              <p:nvPr/>
            </p:nvSpPr>
            <p:spPr>
              <a:xfrm>
                <a:off x="280899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h653"/>
              <p:cNvSpPr/>
              <p:nvPr/>
            </p:nvSpPr>
            <p:spPr>
              <a:xfrm>
                <a:off x="281825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h654"/>
              <p:cNvSpPr/>
              <p:nvPr/>
            </p:nvSpPr>
            <p:spPr>
              <a:xfrm>
                <a:off x="282751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h655"/>
              <p:cNvSpPr/>
              <p:nvPr/>
            </p:nvSpPr>
            <p:spPr>
              <a:xfrm>
                <a:off x="283678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h656"/>
              <p:cNvSpPr/>
              <p:nvPr/>
            </p:nvSpPr>
            <p:spPr>
              <a:xfrm>
                <a:off x="284604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h657"/>
              <p:cNvSpPr/>
              <p:nvPr/>
            </p:nvSpPr>
            <p:spPr>
              <a:xfrm>
                <a:off x="285530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h658"/>
              <p:cNvSpPr/>
              <p:nvPr/>
            </p:nvSpPr>
            <p:spPr>
              <a:xfrm>
                <a:off x="286456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h659"/>
              <p:cNvSpPr/>
              <p:nvPr/>
            </p:nvSpPr>
            <p:spPr>
              <a:xfrm>
                <a:off x="28738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h660"/>
              <p:cNvSpPr/>
              <p:nvPr/>
            </p:nvSpPr>
            <p:spPr>
              <a:xfrm>
                <a:off x="28830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h661"/>
              <p:cNvSpPr/>
              <p:nvPr/>
            </p:nvSpPr>
            <p:spPr>
              <a:xfrm>
                <a:off x="289235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h662"/>
              <p:cNvSpPr/>
              <p:nvPr/>
            </p:nvSpPr>
            <p:spPr>
              <a:xfrm>
                <a:off x="29016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h663"/>
              <p:cNvSpPr/>
              <p:nvPr/>
            </p:nvSpPr>
            <p:spPr>
              <a:xfrm>
                <a:off x="29108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h664"/>
              <p:cNvSpPr/>
              <p:nvPr/>
            </p:nvSpPr>
            <p:spPr>
              <a:xfrm>
                <a:off x="29201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h665"/>
              <p:cNvSpPr/>
              <p:nvPr/>
            </p:nvSpPr>
            <p:spPr>
              <a:xfrm>
                <a:off x="29294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h666"/>
              <p:cNvSpPr/>
              <p:nvPr/>
            </p:nvSpPr>
            <p:spPr>
              <a:xfrm>
                <a:off x="2938666" y="2653748"/>
                <a:ext cx="9210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072" y="897161"/>
                    </a:lnTo>
                    <a:lnTo>
                      <a:pt x="920202" y="907232"/>
                    </a:lnTo>
                    <a:lnTo>
                      <a:pt x="919377" y="914400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h667"/>
              <p:cNvSpPr/>
              <p:nvPr/>
            </p:nvSpPr>
            <p:spPr>
              <a:xfrm>
                <a:off x="2457030" y="261927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84" y="931638"/>
                    </a:lnTo>
                    <a:lnTo>
                      <a:pt x="912186" y="925554"/>
                    </a:lnTo>
                    <a:lnTo>
                      <a:pt x="912845" y="914836"/>
                    </a:lnTo>
                    <a:lnTo>
                      <a:pt x="912885" y="91440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h668"/>
              <p:cNvSpPr/>
              <p:nvPr/>
            </p:nvSpPr>
            <p:spPr>
              <a:xfrm>
                <a:off x="24570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h669"/>
              <p:cNvSpPr/>
              <p:nvPr/>
            </p:nvSpPr>
            <p:spPr>
              <a:xfrm>
                <a:off x="24662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h670"/>
              <p:cNvSpPr/>
              <p:nvPr/>
            </p:nvSpPr>
            <p:spPr>
              <a:xfrm>
                <a:off x="2475555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h671"/>
              <p:cNvSpPr/>
              <p:nvPr/>
            </p:nvSpPr>
            <p:spPr>
              <a:xfrm>
                <a:off x="24848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h672"/>
              <p:cNvSpPr/>
              <p:nvPr/>
            </p:nvSpPr>
            <p:spPr>
              <a:xfrm>
                <a:off x="24940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h673"/>
              <p:cNvSpPr/>
              <p:nvPr/>
            </p:nvSpPr>
            <p:spPr>
              <a:xfrm>
                <a:off x="25033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h674"/>
              <p:cNvSpPr/>
              <p:nvPr/>
            </p:nvSpPr>
            <p:spPr>
              <a:xfrm>
                <a:off x="25126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h675"/>
              <p:cNvSpPr/>
              <p:nvPr/>
            </p:nvSpPr>
            <p:spPr>
              <a:xfrm>
                <a:off x="252186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h676"/>
              <p:cNvSpPr/>
              <p:nvPr/>
            </p:nvSpPr>
            <p:spPr>
              <a:xfrm>
                <a:off x="253112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h677"/>
              <p:cNvSpPr/>
              <p:nvPr/>
            </p:nvSpPr>
            <p:spPr>
              <a:xfrm>
                <a:off x="254039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h678"/>
              <p:cNvSpPr/>
              <p:nvPr/>
            </p:nvSpPr>
            <p:spPr>
              <a:xfrm>
                <a:off x="254965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h679"/>
              <p:cNvSpPr/>
              <p:nvPr/>
            </p:nvSpPr>
            <p:spPr>
              <a:xfrm>
                <a:off x="255891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h680"/>
              <p:cNvSpPr/>
              <p:nvPr/>
            </p:nvSpPr>
            <p:spPr>
              <a:xfrm>
                <a:off x="256817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h681"/>
              <p:cNvSpPr/>
              <p:nvPr/>
            </p:nvSpPr>
            <p:spPr>
              <a:xfrm>
                <a:off x="257743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h682"/>
              <p:cNvSpPr/>
              <p:nvPr/>
            </p:nvSpPr>
            <p:spPr>
              <a:xfrm>
                <a:off x="258670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h683"/>
              <p:cNvSpPr/>
              <p:nvPr/>
            </p:nvSpPr>
            <p:spPr>
              <a:xfrm>
                <a:off x="259596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h684"/>
              <p:cNvSpPr/>
              <p:nvPr/>
            </p:nvSpPr>
            <p:spPr>
              <a:xfrm>
                <a:off x="260522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h685"/>
              <p:cNvSpPr/>
              <p:nvPr/>
            </p:nvSpPr>
            <p:spPr>
              <a:xfrm>
                <a:off x="261448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h686"/>
              <p:cNvSpPr/>
              <p:nvPr/>
            </p:nvSpPr>
            <p:spPr>
              <a:xfrm>
                <a:off x="262375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h687"/>
              <p:cNvSpPr/>
              <p:nvPr/>
            </p:nvSpPr>
            <p:spPr>
              <a:xfrm>
                <a:off x="263301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h688"/>
              <p:cNvSpPr/>
              <p:nvPr/>
            </p:nvSpPr>
            <p:spPr>
              <a:xfrm>
                <a:off x="264227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h689"/>
              <p:cNvSpPr/>
              <p:nvPr/>
            </p:nvSpPr>
            <p:spPr>
              <a:xfrm>
                <a:off x="265153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h690"/>
              <p:cNvSpPr/>
              <p:nvPr/>
            </p:nvSpPr>
            <p:spPr>
              <a:xfrm>
                <a:off x="266079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h691"/>
              <p:cNvSpPr/>
              <p:nvPr/>
            </p:nvSpPr>
            <p:spPr>
              <a:xfrm>
                <a:off x="267006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h692"/>
              <p:cNvSpPr/>
              <p:nvPr/>
            </p:nvSpPr>
            <p:spPr>
              <a:xfrm>
                <a:off x="267932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h693"/>
              <p:cNvSpPr/>
              <p:nvPr/>
            </p:nvSpPr>
            <p:spPr>
              <a:xfrm>
                <a:off x="268858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h694"/>
              <p:cNvSpPr/>
              <p:nvPr/>
            </p:nvSpPr>
            <p:spPr>
              <a:xfrm>
                <a:off x="269784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h695"/>
              <p:cNvSpPr/>
              <p:nvPr/>
            </p:nvSpPr>
            <p:spPr>
              <a:xfrm>
                <a:off x="270711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h696"/>
              <p:cNvSpPr/>
              <p:nvPr/>
            </p:nvSpPr>
            <p:spPr>
              <a:xfrm>
                <a:off x="271637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h697"/>
              <p:cNvSpPr/>
              <p:nvPr/>
            </p:nvSpPr>
            <p:spPr>
              <a:xfrm>
                <a:off x="272563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h698"/>
              <p:cNvSpPr/>
              <p:nvPr/>
            </p:nvSpPr>
            <p:spPr>
              <a:xfrm>
                <a:off x="273489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h699"/>
              <p:cNvSpPr/>
              <p:nvPr/>
            </p:nvSpPr>
            <p:spPr>
              <a:xfrm>
                <a:off x="274415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h700"/>
              <p:cNvSpPr/>
              <p:nvPr/>
            </p:nvSpPr>
            <p:spPr>
              <a:xfrm>
                <a:off x="275342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h701"/>
              <p:cNvSpPr/>
              <p:nvPr/>
            </p:nvSpPr>
            <p:spPr>
              <a:xfrm>
                <a:off x="276268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h702"/>
              <p:cNvSpPr/>
              <p:nvPr/>
            </p:nvSpPr>
            <p:spPr>
              <a:xfrm>
                <a:off x="277194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h703"/>
              <p:cNvSpPr/>
              <p:nvPr/>
            </p:nvSpPr>
            <p:spPr>
              <a:xfrm>
                <a:off x="278120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h704"/>
              <p:cNvSpPr/>
              <p:nvPr/>
            </p:nvSpPr>
            <p:spPr>
              <a:xfrm>
                <a:off x="279047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h705"/>
              <p:cNvSpPr/>
              <p:nvPr/>
            </p:nvSpPr>
            <p:spPr>
              <a:xfrm>
                <a:off x="279973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h706"/>
              <p:cNvSpPr/>
              <p:nvPr/>
            </p:nvSpPr>
            <p:spPr>
              <a:xfrm>
                <a:off x="280899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h707"/>
              <p:cNvSpPr/>
              <p:nvPr/>
            </p:nvSpPr>
            <p:spPr>
              <a:xfrm>
                <a:off x="281825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h708"/>
              <p:cNvSpPr/>
              <p:nvPr/>
            </p:nvSpPr>
            <p:spPr>
              <a:xfrm>
                <a:off x="282751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2">
                  <a:alpha val="100000"/>
                </a:srgbClr>
              </a:solidFill>
              <a:ln w="5420" cap="flat">
                <a:solidFill>
                  <a:srgbClr val="C9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h709"/>
              <p:cNvSpPr/>
              <p:nvPr/>
            </p:nvSpPr>
            <p:spPr>
              <a:xfrm>
                <a:off x="283678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h710"/>
              <p:cNvSpPr/>
              <p:nvPr/>
            </p:nvSpPr>
            <p:spPr>
              <a:xfrm>
                <a:off x="284604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h711"/>
              <p:cNvSpPr/>
              <p:nvPr/>
            </p:nvSpPr>
            <p:spPr>
              <a:xfrm>
                <a:off x="285530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h712"/>
              <p:cNvSpPr/>
              <p:nvPr/>
            </p:nvSpPr>
            <p:spPr>
              <a:xfrm>
                <a:off x="286456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h713"/>
              <p:cNvSpPr/>
              <p:nvPr/>
            </p:nvSpPr>
            <p:spPr>
              <a:xfrm>
                <a:off x="28738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h714"/>
              <p:cNvSpPr/>
              <p:nvPr/>
            </p:nvSpPr>
            <p:spPr>
              <a:xfrm>
                <a:off x="28830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h715"/>
              <p:cNvSpPr/>
              <p:nvPr/>
            </p:nvSpPr>
            <p:spPr>
              <a:xfrm>
                <a:off x="289235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h716"/>
              <p:cNvSpPr/>
              <p:nvPr/>
            </p:nvSpPr>
            <p:spPr>
              <a:xfrm>
                <a:off x="29016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h717"/>
              <p:cNvSpPr/>
              <p:nvPr/>
            </p:nvSpPr>
            <p:spPr>
              <a:xfrm>
                <a:off x="29108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h718"/>
              <p:cNvSpPr/>
              <p:nvPr/>
            </p:nvSpPr>
            <p:spPr>
              <a:xfrm>
                <a:off x="29201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h719"/>
              <p:cNvSpPr/>
              <p:nvPr/>
            </p:nvSpPr>
            <p:spPr>
              <a:xfrm>
                <a:off x="29294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h720"/>
              <p:cNvSpPr/>
              <p:nvPr/>
            </p:nvSpPr>
            <p:spPr>
              <a:xfrm>
                <a:off x="2938666" y="26365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649"/>
                    </a:lnTo>
                    <a:lnTo>
                      <a:pt x="921398" y="909034"/>
                    </a:lnTo>
                    <a:lnTo>
                      <a:pt x="921115" y="913898"/>
                    </a:lnTo>
                    <a:lnTo>
                      <a:pt x="921072" y="914400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h721"/>
              <p:cNvSpPr/>
              <p:nvPr/>
            </p:nvSpPr>
            <p:spPr>
              <a:xfrm>
                <a:off x="2947928" y="2619272"/>
                <a:ext cx="923662" cy="92488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88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050"/>
                    </a:lnTo>
                    <a:lnTo>
                      <a:pt x="921206" y="920111"/>
                    </a:lnTo>
                    <a:lnTo>
                      <a:pt x="915717" y="924081"/>
                    </a:lnTo>
                    <a:lnTo>
                      <a:pt x="914400" y="924887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h722"/>
              <p:cNvSpPr/>
              <p:nvPr/>
            </p:nvSpPr>
            <p:spPr>
              <a:xfrm>
                <a:off x="2957190" y="2619272"/>
                <a:ext cx="918568" cy="918050"/>
              </a:xfrm>
              <a:custGeom>
                <a:avLst/>
                <a:gdLst/>
                <a:ahLst/>
                <a:cxnLst/>
                <a:rect l="0" t="0" r="0" b="0"/>
                <a:pathLst>
                  <a:path w="918568" h="918050">
                    <a:moveTo>
                      <a:pt x="914400" y="914400"/>
                    </a:moveTo>
                    <a:lnTo>
                      <a:pt x="918568" y="914400"/>
                    </a:lnTo>
                    <a:lnTo>
                      <a:pt x="917312" y="915606"/>
                    </a:lnTo>
                    <a:lnTo>
                      <a:pt x="914400" y="918050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h723"/>
              <p:cNvSpPr/>
              <p:nvPr/>
            </p:nvSpPr>
            <p:spPr>
              <a:xfrm>
                <a:off x="2457030" y="26192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5" y="914400"/>
                    </a:lnTo>
                    <a:lnTo>
                      <a:pt x="913804" y="904196"/>
                    </a:lnTo>
                    <a:lnTo>
                      <a:pt x="914400" y="899201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h724"/>
              <p:cNvSpPr/>
              <p:nvPr/>
            </p:nvSpPr>
            <p:spPr>
              <a:xfrm>
                <a:off x="2466292" y="26020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40"/>
                    </a:lnTo>
                    <a:lnTo>
                      <a:pt x="905380" y="914400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h725"/>
              <p:cNvSpPr/>
              <p:nvPr/>
            </p:nvSpPr>
            <p:spPr>
              <a:xfrm>
                <a:off x="24662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h726"/>
              <p:cNvSpPr/>
              <p:nvPr/>
            </p:nvSpPr>
            <p:spPr>
              <a:xfrm>
                <a:off x="2475555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h727"/>
              <p:cNvSpPr/>
              <p:nvPr/>
            </p:nvSpPr>
            <p:spPr>
              <a:xfrm>
                <a:off x="24848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h728"/>
              <p:cNvSpPr/>
              <p:nvPr/>
            </p:nvSpPr>
            <p:spPr>
              <a:xfrm>
                <a:off x="24940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h729"/>
              <p:cNvSpPr/>
              <p:nvPr/>
            </p:nvSpPr>
            <p:spPr>
              <a:xfrm>
                <a:off x="25033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h730"/>
              <p:cNvSpPr/>
              <p:nvPr/>
            </p:nvSpPr>
            <p:spPr>
              <a:xfrm>
                <a:off x="25126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h731"/>
              <p:cNvSpPr/>
              <p:nvPr/>
            </p:nvSpPr>
            <p:spPr>
              <a:xfrm>
                <a:off x="25218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h732"/>
              <p:cNvSpPr/>
              <p:nvPr/>
            </p:nvSpPr>
            <p:spPr>
              <a:xfrm>
                <a:off x="25311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h733"/>
              <p:cNvSpPr/>
              <p:nvPr/>
            </p:nvSpPr>
            <p:spPr>
              <a:xfrm>
                <a:off x="254039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h734"/>
              <p:cNvSpPr/>
              <p:nvPr/>
            </p:nvSpPr>
            <p:spPr>
              <a:xfrm>
                <a:off x="254965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h735"/>
              <p:cNvSpPr/>
              <p:nvPr/>
            </p:nvSpPr>
            <p:spPr>
              <a:xfrm>
                <a:off x="255891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h736"/>
              <p:cNvSpPr/>
              <p:nvPr/>
            </p:nvSpPr>
            <p:spPr>
              <a:xfrm>
                <a:off x="256817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h737"/>
              <p:cNvSpPr/>
              <p:nvPr/>
            </p:nvSpPr>
            <p:spPr>
              <a:xfrm>
                <a:off x="257743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h738"/>
              <p:cNvSpPr/>
              <p:nvPr/>
            </p:nvSpPr>
            <p:spPr>
              <a:xfrm>
                <a:off x="258670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h739"/>
              <p:cNvSpPr/>
              <p:nvPr/>
            </p:nvSpPr>
            <p:spPr>
              <a:xfrm>
                <a:off x="259596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h740"/>
              <p:cNvSpPr/>
              <p:nvPr/>
            </p:nvSpPr>
            <p:spPr>
              <a:xfrm>
                <a:off x="260522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h741"/>
              <p:cNvSpPr/>
              <p:nvPr/>
            </p:nvSpPr>
            <p:spPr>
              <a:xfrm>
                <a:off x="261448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h742"/>
              <p:cNvSpPr/>
              <p:nvPr/>
            </p:nvSpPr>
            <p:spPr>
              <a:xfrm>
                <a:off x="262375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h743"/>
              <p:cNvSpPr/>
              <p:nvPr/>
            </p:nvSpPr>
            <p:spPr>
              <a:xfrm>
                <a:off x="263301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h744"/>
              <p:cNvSpPr/>
              <p:nvPr/>
            </p:nvSpPr>
            <p:spPr>
              <a:xfrm>
                <a:off x="264227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h745"/>
              <p:cNvSpPr/>
              <p:nvPr/>
            </p:nvSpPr>
            <p:spPr>
              <a:xfrm>
                <a:off x="265153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h746"/>
              <p:cNvSpPr/>
              <p:nvPr/>
            </p:nvSpPr>
            <p:spPr>
              <a:xfrm>
                <a:off x="266079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h747"/>
              <p:cNvSpPr/>
              <p:nvPr/>
            </p:nvSpPr>
            <p:spPr>
              <a:xfrm>
                <a:off x="267006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h748"/>
              <p:cNvSpPr/>
              <p:nvPr/>
            </p:nvSpPr>
            <p:spPr>
              <a:xfrm>
                <a:off x="267932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h749"/>
              <p:cNvSpPr/>
              <p:nvPr/>
            </p:nvSpPr>
            <p:spPr>
              <a:xfrm>
                <a:off x="268858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h750"/>
              <p:cNvSpPr/>
              <p:nvPr/>
            </p:nvSpPr>
            <p:spPr>
              <a:xfrm>
                <a:off x="269784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h751"/>
              <p:cNvSpPr/>
              <p:nvPr/>
            </p:nvSpPr>
            <p:spPr>
              <a:xfrm>
                <a:off x="270711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h752"/>
              <p:cNvSpPr/>
              <p:nvPr/>
            </p:nvSpPr>
            <p:spPr>
              <a:xfrm>
                <a:off x="271637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h753"/>
              <p:cNvSpPr/>
              <p:nvPr/>
            </p:nvSpPr>
            <p:spPr>
              <a:xfrm>
                <a:off x="272563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h754"/>
              <p:cNvSpPr/>
              <p:nvPr/>
            </p:nvSpPr>
            <p:spPr>
              <a:xfrm>
                <a:off x="273489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h755"/>
              <p:cNvSpPr/>
              <p:nvPr/>
            </p:nvSpPr>
            <p:spPr>
              <a:xfrm>
                <a:off x="274415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h756"/>
              <p:cNvSpPr/>
              <p:nvPr/>
            </p:nvSpPr>
            <p:spPr>
              <a:xfrm>
                <a:off x="275342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h757"/>
              <p:cNvSpPr/>
              <p:nvPr/>
            </p:nvSpPr>
            <p:spPr>
              <a:xfrm>
                <a:off x="276268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h758"/>
              <p:cNvSpPr/>
              <p:nvPr/>
            </p:nvSpPr>
            <p:spPr>
              <a:xfrm>
                <a:off x="277194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h759"/>
              <p:cNvSpPr/>
              <p:nvPr/>
            </p:nvSpPr>
            <p:spPr>
              <a:xfrm>
                <a:off x="278120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h760"/>
              <p:cNvSpPr/>
              <p:nvPr/>
            </p:nvSpPr>
            <p:spPr>
              <a:xfrm>
                <a:off x="279047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h761"/>
              <p:cNvSpPr/>
              <p:nvPr/>
            </p:nvSpPr>
            <p:spPr>
              <a:xfrm>
                <a:off x="279973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h762"/>
              <p:cNvSpPr/>
              <p:nvPr/>
            </p:nvSpPr>
            <p:spPr>
              <a:xfrm>
                <a:off x="280899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h763"/>
              <p:cNvSpPr/>
              <p:nvPr/>
            </p:nvSpPr>
            <p:spPr>
              <a:xfrm>
                <a:off x="281825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h764"/>
              <p:cNvSpPr/>
              <p:nvPr/>
            </p:nvSpPr>
            <p:spPr>
              <a:xfrm>
                <a:off x="282751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h765"/>
              <p:cNvSpPr/>
              <p:nvPr/>
            </p:nvSpPr>
            <p:spPr>
              <a:xfrm>
                <a:off x="283678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h766"/>
              <p:cNvSpPr/>
              <p:nvPr/>
            </p:nvSpPr>
            <p:spPr>
              <a:xfrm>
                <a:off x="284604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h767"/>
              <p:cNvSpPr/>
              <p:nvPr/>
            </p:nvSpPr>
            <p:spPr>
              <a:xfrm>
                <a:off x="285530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h768"/>
              <p:cNvSpPr/>
              <p:nvPr/>
            </p:nvSpPr>
            <p:spPr>
              <a:xfrm>
                <a:off x="286456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h769"/>
              <p:cNvSpPr/>
              <p:nvPr/>
            </p:nvSpPr>
            <p:spPr>
              <a:xfrm>
                <a:off x="287383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h770"/>
              <p:cNvSpPr/>
              <p:nvPr/>
            </p:nvSpPr>
            <p:spPr>
              <a:xfrm>
                <a:off x="28830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h771"/>
              <p:cNvSpPr/>
              <p:nvPr/>
            </p:nvSpPr>
            <p:spPr>
              <a:xfrm>
                <a:off x="289235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h772"/>
              <p:cNvSpPr/>
              <p:nvPr/>
            </p:nvSpPr>
            <p:spPr>
              <a:xfrm>
                <a:off x="29016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h773"/>
              <p:cNvSpPr/>
              <p:nvPr/>
            </p:nvSpPr>
            <p:spPr>
              <a:xfrm>
                <a:off x="29108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h774"/>
              <p:cNvSpPr/>
              <p:nvPr/>
            </p:nvSpPr>
            <p:spPr>
              <a:xfrm>
                <a:off x="29201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h775"/>
              <p:cNvSpPr/>
              <p:nvPr/>
            </p:nvSpPr>
            <p:spPr>
              <a:xfrm>
                <a:off x="29294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h776"/>
              <p:cNvSpPr/>
              <p:nvPr/>
            </p:nvSpPr>
            <p:spPr>
              <a:xfrm>
                <a:off x="29386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h777"/>
              <p:cNvSpPr/>
              <p:nvPr/>
            </p:nvSpPr>
            <p:spPr>
              <a:xfrm>
                <a:off x="29479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h778"/>
              <p:cNvSpPr/>
              <p:nvPr/>
            </p:nvSpPr>
            <p:spPr>
              <a:xfrm>
                <a:off x="2957190" y="261927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361"/>
                    </a:lnTo>
                    <a:lnTo>
                      <a:pt x="922545" y="910577"/>
                    </a:lnTo>
                    <a:lnTo>
                      <a:pt x="918568" y="914400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h779"/>
              <p:cNvSpPr/>
              <p:nvPr/>
            </p:nvSpPr>
            <p:spPr>
              <a:xfrm>
                <a:off x="2966452" y="2602033"/>
                <a:ext cx="923662" cy="9265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5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728"/>
                    </a:lnTo>
                    <a:lnTo>
                      <a:pt x="923283" y="916248"/>
                    </a:lnTo>
                    <a:lnTo>
                      <a:pt x="918365" y="922278"/>
                    </a:lnTo>
                    <a:lnTo>
                      <a:pt x="914400" y="92659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h780"/>
              <p:cNvSpPr/>
              <p:nvPr/>
            </p:nvSpPr>
            <p:spPr>
              <a:xfrm>
                <a:off x="2975714" y="2602033"/>
                <a:ext cx="915367" cy="915728"/>
              </a:xfrm>
              <a:custGeom>
                <a:avLst/>
                <a:gdLst/>
                <a:ahLst/>
                <a:cxnLst/>
                <a:rect l="0" t="0" r="0" b="0"/>
                <a:pathLst>
                  <a:path w="915367" h="915728">
                    <a:moveTo>
                      <a:pt x="914400" y="914400"/>
                    </a:moveTo>
                    <a:lnTo>
                      <a:pt x="915367" y="914400"/>
                    </a:lnTo>
                    <a:lnTo>
                      <a:pt x="914400" y="91572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h781"/>
              <p:cNvSpPr/>
              <p:nvPr/>
            </p:nvSpPr>
            <p:spPr>
              <a:xfrm>
                <a:off x="3086861" y="2602033"/>
                <a:ext cx="914400" cy="91710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03">
                    <a:moveTo>
                      <a:pt x="914400" y="914400"/>
                    </a:moveTo>
                    <a:lnTo>
                      <a:pt x="914400" y="917103"/>
                    </a:lnTo>
                    <a:lnTo>
                      <a:pt x="909753" y="915085"/>
                    </a:lnTo>
                    <a:lnTo>
                      <a:pt x="908481" y="914400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h782"/>
              <p:cNvSpPr/>
              <p:nvPr/>
            </p:nvSpPr>
            <p:spPr>
              <a:xfrm>
                <a:off x="3086861" y="2602033"/>
                <a:ext cx="923662" cy="9200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3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039"/>
                    </a:lnTo>
                    <a:lnTo>
                      <a:pt x="921163" y="919458"/>
                    </a:lnTo>
                    <a:lnTo>
                      <a:pt x="915428" y="917550"/>
                    </a:lnTo>
                    <a:lnTo>
                      <a:pt x="914400" y="917103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h783"/>
              <p:cNvSpPr/>
              <p:nvPr/>
            </p:nvSpPr>
            <p:spPr>
              <a:xfrm>
                <a:off x="3096123" y="2602033"/>
                <a:ext cx="923662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90"/>
                    </a:lnTo>
                    <a:lnTo>
                      <a:pt x="923495" y="921583"/>
                    </a:lnTo>
                    <a:lnTo>
                      <a:pt x="917683" y="920803"/>
                    </a:lnTo>
                    <a:lnTo>
                      <a:pt x="914400" y="92003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h784"/>
              <p:cNvSpPr/>
              <p:nvPr/>
            </p:nvSpPr>
            <p:spPr>
              <a:xfrm>
                <a:off x="3105386" y="2602033"/>
                <a:ext cx="923662" cy="921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75"/>
                    </a:lnTo>
                    <a:lnTo>
                      <a:pt x="920058" y="921796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h785"/>
              <p:cNvSpPr/>
              <p:nvPr/>
            </p:nvSpPr>
            <p:spPr>
              <a:xfrm>
                <a:off x="3114648" y="2602033"/>
                <a:ext cx="923662" cy="9215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7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96"/>
                    </a:lnTo>
                    <a:lnTo>
                      <a:pt x="922425" y="920515"/>
                    </a:lnTo>
                    <a:lnTo>
                      <a:pt x="916619" y="921439"/>
                    </a:lnTo>
                    <a:lnTo>
                      <a:pt x="914400" y="921575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h786"/>
              <p:cNvSpPr/>
              <p:nvPr/>
            </p:nvSpPr>
            <p:spPr>
              <a:xfrm>
                <a:off x="3123910" y="2602033"/>
                <a:ext cx="923662" cy="9201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33"/>
                    </a:lnTo>
                    <a:lnTo>
                      <a:pt x="918934" y="919026"/>
                    </a:lnTo>
                    <a:lnTo>
                      <a:pt x="914400" y="920196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h787"/>
              <p:cNvSpPr/>
              <p:nvPr/>
            </p:nvSpPr>
            <p:spPr>
              <a:xfrm>
                <a:off x="3133172" y="2602033"/>
                <a:ext cx="920989" cy="917333"/>
              </a:xfrm>
              <a:custGeom>
                <a:avLst/>
                <a:gdLst/>
                <a:ahLst/>
                <a:cxnLst/>
                <a:rect l="0" t="0" r="0" b="0"/>
                <a:pathLst>
                  <a:path w="920989" h="917333">
                    <a:moveTo>
                      <a:pt x="914400" y="914400"/>
                    </a:moveTo>
                    <a:lnTo>
                      <a:pt x="920989" y="914400"/>
                    </a:lnTo>
                    <a:lnTo>
                      <a:pt x="915394" y="916977"/>
                    </a:lnTo>
                    <a:lnTo>
                      <a:pt x="914400" y="917333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h788"/>
              <p:cNvSpPr/>
              <p:nvPr/>
            </p:nvSpPr>
            <p:spPr>
              <a:xfrm>
                <a:off x="2457030" y="2584795"/>
                <a:ext cx="914400" cy="922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068">
                    <a:moveTo>
                      <a:pt x="914400" y="914400"/>
                    </a:moveTo>
                    <a:lnTo>
                      <a:pt x="914400" y="922068"/>
                    </a:lnTo>
                    <a:lnTo>
                      <a:pt x="913095" y="919498"/>
                    </a:lnTo>
                    <a:lnTo>
                      <a:pt x="911713" y="916778"/>
                    </a:lnTo>
                    <a:lnTo>
                      <a:pt x="910504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h789"/>
              <p:cNvSpPr/>
              <p:nvPr/>
            </p:nvSpPr>
            <p:spPr>
              <a:xfrm>
                <a:off x="24570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43" y="931638"/>
                    </a:lnTo>
                    <a:lnTo>
                      <a:pt x="915059" y="928141"/>
                    </a:lnTo>
                    <a:lnTo>
                      <a:pt x="915609" y="924452"/>
                    </a:lnTo>
                    <a:lnTo>
                      <a:pt x="914476" y="922219"/>
                    </a:lnTo>
                    <a:lnTo>
                      <a:pt x="914400" y="92206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h790"/>
              <p:cNvSpPr/>
              <p:nvPr/>
            </p:nvSpPr>
            <p:spPr>
              <a:xfrm>
                <a:off x="24662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h791"/>
              <p:cNvSpPr/>
              <p:nvPr/>
            </p:nvSpPr>
            <p:spPr>
              <a:xfrm>
                <a:off x="2475555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h792"/>
              <p:cNvSpPr/>
              <p:nvPr/>
            </p:nvSpPr>
            <p:spPr>
              <a:xfrm>
                <a:off x="24848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h793"/>
              <p:cNvSpPr/>
              <p:nvPr/>
            </p:nvSpPr>
            <p:spPr>
              <a:xfrm>
                <a:off x="24940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h794"/>
              <p:cNvSpPr/>
              <p:nvPr/>
            </p:nvSpPr>
            <p:spPr>
              <a:xfrm>
                <a:off x="25033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h795"/>
              <p:cNvSpPr/>
              <p:nvPr/>
            </p:nvSpPr>
            <p:spPr>
              <a:xfrm>
                <a:off x="25126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h796"/>
              <p:cNvSpPr/>
              <p:nvPr/>
            </p:nvSpPr>
            <p:spPr>
              <a:xfrm>
                <a:off x="25218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h797"/>
              <p:cNvSpPr/>
              <p:nvPr/>
            </p:nvSpPr>
            <p:spPr>
              <a:xfrm>
                <a:off x="25311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h798"/>
              <p:cNvSpPr/>
              <p:nvPr/>
            </p:nvSpPr>
            <p:spPr>
              <a:xfrm>
                <a:off x="25403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h799"/>
              <p:cNvSpPr/>
              <p:nvPr/>
            </p:nvSpPr>
            <p:spPr>
              <a:xfrm>
                <a:off x="25496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h800"/>
              <p:cNvSpPr/>
              <p:nvPr/>
            </p:nvSpPr>
            <p:spPr>
              <a:xfrm>
                <a:off x="255891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h801"/>
              <p:cNvSpPr/>
              <p:nvPr/>
            </p:nvSpPr>
            <p:spPr>
              <a:xfrm>
                <a:off x="256817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h802"/>
              <p:cNvSpPr/>
              <p:nvPr/>
            </p:nvSpPr>
            <p:spPr>
              <a:xfrm>
                <a:off x="257743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h803"/>
              <p:cNvSpPr/>
              <p:nvPr/>
            </p:nvSpPr>
            <p:spPr>
              <a:xfrm>
                <a:off x="258670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h804"/>
              <p:cNvSpPr/>
              <p:nvPr/>
            </p:nvSpPr>
            <p:spPr>
              <a:xfrm>
                <a:off x="259596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h805"/>
              <p:cNvSpPr/>
              <p:nvPr/>
            </p:nvSpPr>
            <p:spPr>
              <a:xfrm>
                <a:off x="260522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h806"/>
              <p:cNvSpPr/>
              <p:nvPr/>
            </p:nvSpPr>
            <p:spPr>
              <a:xfrm>
                <a:off x="261448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h807"/>
              <p:cNvSpPr/>
              <p:nvPr/>
            </p:nvSpPr>
            <p:spPr>
              <a:xfrm>
                <a:off x="262375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h808"/>
              <p:cNvSpPr/>
              <p:nvPr/>
            </p:nvSpPr>
            <p:spPr>
              <a:xfrm>
                <a:off x="263301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h809"/>
              <p:cNvSpPr/>
              <p:nvPr/>
            </p:nvSpPr>
            <p:spPr>
              <a:xfrm>
                <a:off x="264227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h810"/>
              <p:cNvSpPr/>
              <p:nvPr/>
            </p:nvSpPr>
            <p:spPr>
              <a:xfrm>
                <a:off x="265153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h811"/>
              <p:cNvSpPr/>
              <p:nvPr/>
            </p:nvSpPr>
            <p:spPr>
              <a:xfrm>
                <a:off x="26607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h812"/>
              <p:cNvSpPr/>
              <p:nvPr/>
            </p:nvSpPr>
            <p:spPr>
              <a:xfrm>
                <a:off x="26700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h813"/>
              <p:cNvSpPr/>
              <p:nvPr/>
            </p:nvSpPr>
            <p:spPr>
              <a:xfrm>
                <a:off x="26793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h814"/>
              <p:cNvSpPr/>
              <p:nvPr/>
            </p:nvSpPr>
            <p:spPr>
              <a:xfrm>
                <a:off x="26885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h815"/>
              <p:cNvSpPr/>
              <p:nvPr/>
            </p:nvSpPr>
            <p:spPr>
              <a:xfrm>
                <a:off x="26978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h816"/>
              <p:cNvSpPr/>
              <p:nvPr/>
            </p:nvSpPr>
            <p:spPr>
              <a:xfrm>
                <a:off x="27071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h817"/>
              <p:cNvSpPr/>
              <p:nvPr/>
            </p:nvSpPr>
            <p:spPr>
              <a:xfrm>
                <a:off x="271637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h818"/>
              <p:cNvSpPr/>
              <p:nvPr/>
            </p:nvSpPr>
            <p:spPr>
              <a:xfrm>
                <a:off x="272563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h819"/>
              <p:cNvSpPr/>
              <p:nvPr/>
            </p:nvSpPr>
            <p:spPr>
              <a:xfrm>
                <a:off x="273489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h820"/>
              <p:cNvSpPr/>
              <p:nvPr/>
            </p:nvSpPr>
            <p:spPr>
              <a:xfrm>
                <a:off x="274415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h821"/>
              <p:cNvSpPr/>
              <p:nvPr/>
            </p:nvSpPr>
            <p:spPr>
              <a:xfrm>
                <a:off x="275342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h822"/>
              <p:cNvSpPr/>
              <p:nvPr/>
            </p:nvSpPr>
            <p:spPr>
              <a:xfrm>
                <a:off x="276268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h823"/>
              <p:cNvSpPr/>
              <p:nvPr/>
            </p:nvSpPr>
            <p:spPr>
              <a:xfrm>
                <a:off x="277194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h824"/>
              <p:cNvSpPr/>
              <p:nvPr/>
            </p:nvSpPr>
            <p:spPr>
              <a:xfrm>
                <a:off x="278120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h825"/>
              <p:cNvSpPr/>
              <p:nvPr/>
            </p:nvSpPr>
            <p:spPr>
              <a:xfrm>
                <a:off x="279047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h826"/>
              <p:cNvSpPr/>
              <p:nvPr/>
            </p:nvSpPr>
            <p:spPr>
              <a:xfrm>
                <a:off x="279973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h827"/>
              <p:cNvSpPr/>
              <p:nvPr/>
            </p:nvSpPr>
            <p:spPr>
              <a:xfrm>
                <a:off x="280899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h828"/>
              <p:cNvSpPr/>
              <p:nvPr/>
            </p:nvSpPr>
            <p:spPr>
              <a:xfrm>
                <a:off x="281825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h829"/>
              <p:cNvSpPr/>
              <p:nvPr/>
            </p:nvSpPr>
            <p:spPr>
              <a:xfrm>
                <a:off x="282751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h830"/>
              <p:cNvSpPr/>
              <p:nvPr/>
            </p:nvSpPr>
            <p:spPr>
              <a:xfrm>
                <a:off x="283678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h831"/>
              <p:cNvSpPr/>
              <p:nvPr/>
            </p:nvSpPr>
            <p:spPr>
              <a:xfrm>
                <a:off x="284604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h832"/>
              <p:cNvSpPr/>
              <p:nvPr/>
            </p:nvSpPr>
            <p:spPr>
              <a:xfrm>
                <a:off x="285530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F">
                  <a:alpha val="100000"/>
                </a:srgbClr>
              </a:solidFill>
              <a:ln w="5420" cap="flat">
                <a:solidFill>
                  <a:srgbClr val="C4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h833"/>
              <p:cNvSpPr/>
              <p:nvPr/>
            </p:nvSpPr>
            <p:spPr>
              <a:xfrm>
                <a:off x="286456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h834"/>
              <p:cNvSpPr/>
              <p:nvPr/>
            </p:nvSpPr>
            <p:spPr>
              <a:xfrm>
                <a:off x="28738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h835"/>
              <p:cNvSpPr/>
              <p:nvPr/>
            </p:nvSpPr>
            <p:spPr>
              <a:xfrm>
                <a:off x="28830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h836"/>
              <p:cNvSpPr/>
              <p:nvPr/>
            </p:nvSpPr>
            <p:spPr>
              <a:xfrm>
                <a:off x="289235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h837"/>
              <p:cNvSpPr/>
              <p:nvPr/>
            </p:nvSpPr>
            <p:spPr>
              <a:xfrm>
                <a:off x="29016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h838"/>
              <p:cNvSpPr/>
              <p:nvPr/>
            </p:nvSpPr>
            <p:spPr>
              <a:xfrm>
                <a:off x="29108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h839"/>
              <p:cNvSpPr/>
              <p:nvPr/>
            </p:nvSpPr>
            <p:spPr>
              <a:xfrm>
                <a:off x="29201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h840"/>
              <p:cNvSpPr/>
              <p:nvPr/>
            </p:nvSpPr>
            <p:spPr>
              <a:xfrm>
                <a:off x="29294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h841"/>
              <p:cNvSpPr/>
              <p:nvPr/>
            </p:nvSpPr>
            <p:spPr>
              <a:xfrm>
                <a:off x="29386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h842"/>
              <p:cNvSpPr/>
              <p:nvPr/>
            </p:nvSpPr>
            <p:spPr>
              <a:xfrm>
                <a:off x="29479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h843"/>
              <p:cNvSpPr/>
              <p:nvPr/>
            </p:nvSpPr>
            <p:spPr>
              <a:xfrm>
                <a:off x="29571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h844"/>
              <p:cNvSpPr/>
              <p:nvPr/>
            </p:nvSpPr>
            <p:spPr>
              <a:xfrm>
                <a:off x="29664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h845"/>
              <p:cNvSpPr/>
              <p:nvPr/>
            </p:nvSpPr>
            <p:spPr>
              <a:xfrm>
                <a:off x="2975714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49"/>
                    </a:lnTo>
                    <a:lnTo>
                      <a:pt x="922640" y="908601"/>
                    </a:lnTo>
                    <a:lnTo>
                      <a:pt x="921054" y="908372"/>
                    </a:lnTo>
                    <a:lnTo>
                      <a:pt x="919774" y="908187"/>
                    </a:lnTo>
                    <a:lnTo>
                      <a:pt x="918760" y="909741"/>
                    </a:lnTo>
                    <a:lnTo>
                      <a:pt x="915367" y="914400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h846"/>
              <p:cNvSpPr/>
              <p:nvPr/>
            </p:nvSpPr>
            <p:spPr>
              <a:xfrm>
                <a:off x="2984977" y="2584795"/>
                <a:ext cx="923662" cy="92733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3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331"/>
                    </a:lnTo>
                    <a:lnTo>
                      <a:pt x="922894" y="927219"/>
                    </a:lnTo>
                    <a:lnTo>
                      <a:pt x="921308" y="926989"/>
                    </a:lnTo>
                    <a:lnTo>
                      <a:pt x="919722" y="926759"/>
                    </a:lnTo>
                    <a:lnTo>
                      <a:pt x="918136" y="926528"/>
                    </a:lnTo>
                    <a:lnTo>
                      <a:pt x="916550" y="926299"/>
                    </a:lnTo>
                    <a:lnTo>
                      <a:pt x="914964" y="926069"/>
                    </a:lnTo>
                    <a:lnTo>
                      <a:pt x="914400" y="925987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h847"/>
              <p:cNvSpPr/>
              <p:nvPr/>
            </p:nvSpPr>
            <p:spPr>
              <a:xfrm>
                <a:off x="2994239" y="2584795"/>
                <a:ext cx="923662" cy="9286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6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682"/>
                    </a:lnTo>
                    <a:lnTo>
                      <a:pt x="923146" y="928606"/>
                    </a:lnTo>
                    <a:lnTo>
                      <a:pt x="921561" y="928375"/>
                    </a:lnTo>
                    <a:lnTo>
                      <a:pt x="919975" y="928143"/>
                    </a:lnTo>
                    <a:lnTo>
                      <a:pt x="918389" y="927912"/>
                    </a:lnTo>
                    <a:lnTo>
                      <a:pt x="916804" y="927681"/>
                    </a:lnTo>
                    <a:lnTo>
                      <a:pt x="915218" y="927450"/>
                    </a:lnTo>
                    <a:lnTo>
                      <a:pt x="914400" y="927331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h848"/>
              <p:cNvSpPr/>
              <p:nvPr/>
            </p:nvSpPr>
            <p:spPr>
              <a:xfrm>
                <a:off x="3003501" y="2584795"/>
                <a:ext cx="923662" cy="92985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5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57"/>
                    </a:lnTo>
                    <a:lnTo>
                      <a:pt x="919833" y="929477"/>
                    </a:lnTo>
                    <a:lnTo>
                      <a:pt x="918641" y="929303"/>
                    </a:lnTo>
                    <a:lnTo>
                      <a:pt x="917055" y="929070"/>
                    </a:lnTo>
                    <a:lnTo>
                      <a:pt x="915470" y="928838"/>
                    </a:lnTo>
                    <a:lnTo>
                      <a:pt x="914400" y="928682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h849"/>
              <p:cNvSpPr/>
              <p:nvPr/>
            </p:nvSpPr>
            <p:spPr>
              <a:xfrm>
                <a:off x="3012763" y="2584795"/>
                <a:ext cx="923662" cy="93006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6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99"/>
                    </a:lnTo>
                    <a:lnTo>
                      <a:pt x="921826" y="930063"/>
                    </a:lnTo>
                    <a:lnTo>
                      <a:pt x="916194" y="930036"/>
                    </a:lnTo>
                    <a:lnTo>
                      <a:pt x="914400" y="929857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h850"/>
              <p:cNvSpPr/>
              <p:nvPr/>
            </p:nvSpPr>
            <p:spPr>
              <a:xfrm>
                <a:off x="3022026" y="2584795"/>
                <a:ext cx="923662" cy="9298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550"/>
                    </a:lnTo>
                    <a:lnTo>
                      <a:pt x="918190" y="929559"/>
                    </a:lnTo>
                    <a:lnTo>
                      <a:pt x="914400" y="92989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h851"/>
              <p:cNvSpPr/>
              <p:nvPr/>
            </p:nvSpPr>
            <p:spPr>
              <a:xfrm>
                <a:off x="3031288" y="2584795"/>
                <a:ext cx="923662" cy="9285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550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25796"/>
                    </a:lnTo>
                    <a:lnTo>
                      <a:pt x="922214" y="926271"/>
                    </a:lnTo>
                    <a:lnTo>
                      <a:pt x="920101" y="926965"/>
                    </a:lnTo>
                    <a:lnTo>
                      <a:pt x="914532" y="928526"/>
                    </a:lnTo>
                    <a:lnTo>
                      <a:pt x="914399" y="928550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h852"/>
              <p:cNvSpPr/>
              <p:nvPr/>
            </p:nvSpPr>
            <p:spPr>
              <a:xfrm>
                <a:off x="3040550" y="2584795"/>
                <a:ext cx="923662" cy="925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58"/>
                    </a:lnTo>
                    <a:lnTo>
                      <a:pt x="923488" y="922815"/>
                    </a:lnTo>
                    <a:lnTo>
                      <a:pt x="921380" y="923506"/>
                    </a:lnTo>
                    <a:lnTo>
                      <a:pt x="919273" y="924197"/>
                    </a:lnTo>
                    <a:lnTo>
                      <a:pt x="917165" y="924888"/>
                    </a:lnTo>
                    <a:lnTo>
                      <a:pt x="915058" y="925579"/>
                    </a:lnTo>
                    <a:lnTo>
                      <a:pt x="914400" y="925796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h853"/>
              <p:cNvSpPr/>
              <p:nvPr/>
            </p:nvSpPr>
            <p:spPr>
              <a:xfrm>
                <a:off x="3049812" y="2584795"/>
                <a:ext cx="923662" cy="9227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5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730"/>
                    </a:lnTo>
                    <a:lnTo>
                      <a:pt x="922658" y="920057"/>
                    </a:lnTo>
                    <a:lnTo>
                      <a:pt x="920550" y="920746"/>
                    </a:lnTo>
                    <a:lnTo>
                      <a:pt x="918441" y="921436"/>
                    </a:lnTo>
                    <a:lnTo>
                      <a:pt x="916333" y="922125"/>
                    </a:lnTo>
                    <a:lnTo>
                      <a:pt x="914400" y="92275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h854"/>
              <p:cNvSpPr/>
              <p:nvPr/>
            </p:nvSpPr>
            <p:spPr>
              <a:xfrm>
                <a:off x="3059074" y="2584795"/>
                <a:ext cx="923662" cy="9238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8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805"/>
                    </a:lnTo>
                    <a:lnTo>
                      <a:pt x="922838" y="923228"/>
                    </a:lnTo>
                    <a:lnTo>
                      <a:pt x="921640" y="922388"/>
                    </a:lnTo>
                    <a:lnTo>
                      <a:pt x="920441" y="921548"/>
                    </a:lnTo>
                    <a:lnTo>
                      <a:pt x="919242" y="920709"/>
                    </a:lnTo>
                    <a:lnTo>
                      <a:pt x="918042" y="919869"/>
                    </a:lnTo>
                    <a:lnTo>
                      <a:pt x="916748" y="918963"/>
                    </a:lnTo>
                    <a:lnTo>
                      <a:pt x="915505" y="919369"/>
                    </a:lnTo>
                    <a:lnTo>
                      <a:pt x="914400" y="919730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h855"/>
              <p:cNvSpPr/>
              <p:nvPr/>
            </p:nvSpPr>
            <p:spPr>
              <a:xfrm>
                <a:off x="3068337" y="2584795"/>
                <a:ext cx="923662" cy="9298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37"/>
                    </a:lnTo>
                    <a:lnTo>
                      <a:pt x="922681" y="929309"/>
                    </a:lnTo>
                    <a:lnTo>
                      <a:pt x="917176" y="925752"/>
                    </a:lnTo>
                    <a:lnTo>
                      <a:pt x="915973" y="924909"/>
                    </a:lnTo>
                    <a:lnTo>
                      <a:pt x="914775" y="924068"/>
                    </a:lnTo>
                    <a:lnTo>
                      <a:pt x="914400" y="923805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h856"/>
              <p:cNvSpPr/>
              <p:nvPr/>
            </p:nvSpPr>
            <p:spPr>
              <a:xfrm>
                <a:off x="30775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43" y="931638"/>
                    </a:lnTo>
                    <a:lnTo>
                      <a:pt x="914400" y="929837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h857"/>
              <p:cNvSpPr/>
              <p:nvPr/>
            </p:nvSpPr>
            <p:spPr>
              <a:xfrm>
                <a:off x="30868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h858"/>
              <p:cNvSpPr/>
              <p:nvPr/>
            </p:nvSpPr>
            <p:spPr>
              <a:xfrm>
                <a:off x="30961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h859"/>
              <p:cNvSpPr/>
              <p:nvPr/>
            </p:nvSpPr>
            <p:spPr>
              <a:xfrm>
                <a:off x="31053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h860"/>
              <p:cNvSpPr/>
              <p:nvPr/>
            </p:nvSpPr>
            <p:spPr>
              <a:xfrm>
                <a:off x="31146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h861"/>
              <p:cNvSpPr/>
              <p:nvPr/>
            </p:nvSpPr>
            <p:spPr>
              <a:xfrm>
                <a:off x="31239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h862"/>
              <p:cNvSpPr/>
              <p:nvPr/>
            </p:nvSpPr>
            <p:spPr>
              <a:xfrm>
                <a:off x="3133172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94"/>
                    </a:lnTo>
                    <a:lnTo>
                      <a:pt x="920989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h863"/>
              <p:cNvSpPr/>
              <p:nvPr/>
            </p:nvSpPr>
            <p:spPr>
              <a:xfrm>
                <a:off x="3142434" y="2584795"/>
                <a:ext cx="923662" cy="93013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3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19"/>
                    </a:lnTo>
                    <a:lnTo>
                      <a:pt x="922841" y="924764"/>
                    </a:lnTo>
                    <a:lnTo>
                      <a:pt x="917363" y="928457"/>
                    </a:lnTo>
                    <a:lnTo>
                      <a:pt x="914400" y="930133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h864"/>
              <p:cNvSpPr/>
              <p:nvPr/>
            </p:nvSpPr>
            <p:spPr>
              <a:xfrm>
                <a:off x="3151697" y="2584795"/>
                <a:ext cx="923662" cy="92411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1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561"/>
                    </a:lnTo>
                    <a:lnTo>
                      <a:pt x="923247" y="916910"/>
                    </a:lnTo>
                    <a:lnTo>
                      <a:pt x="922173" y="917817"/>
                    </a:lnTo>
                    <a:lnTo>
                      <a:pt x="921099" y="918724"/>
                    </a:lnTo>
                    <a:lnTo>
                      <a:pt x="920024" y="919632"/>
                    </a:lnTo>
                    <a:lnTo>
                      <a:pt x="918946" y="920543"/>
                    </a:lnTo>
                    <a:lnTo>
                      <a:pt x="914400" y="92411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h865"/>
              <p:cNvSpPr/>
              <p:nvPr/>
            </p:nvSpPr>
            <p:spPr>
              <a:xfrm>
                <a:off x="3160959" y="2584795"/>
                <a:ext cx="916961" cy="916561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16561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6134" y="915097"/>
                    </a:lnTo>
                    <a:lnTo>
                      <a:pt x="915060" y="916003"/>
                    </a:lnTo>
                    <a:lnTo>
                      <a:pt x="914400" y="916561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h866"/>
              <p:cNvSpPr/>
              <p:nvPr/>
            </p:nvSpPr>
            <p:spPr>
              <a:xfrm>
                <a:off x="2447768" y="2567556"/>
                <a:ext cx="914399" cy="92109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1091">
                    <a:moveTo>
                      <a:pt x="914399" y="914400"/>
                    </a:moveTo>
                    <a:lnTo>
                      <a:pt x="914399" y="921091"/>
                    </a:lnTo>
                    <a:lnTo>
                      <a:pt x="914056" y="920416"/>
                    </a:lnTo>
                    <a:lnTo>
                      <a:pt x="912671" y="917697"/>
                    </a:lnTo>
                    <a:lnTo>
                      <a:pt x="911285" y="914977"/>
                    </a:lnTo>
                    <a:lnTo>
                      <a:pt x="910990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h867"/>
              <p:cNvSpPr/>
              <p:nvPr/>
            </p:nvSpPr>
            <p:spPr>
              <a:xfrm>
                <a:off x="24477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66" y="931638"/>
                    </a:lnTo>
                    <a:lnTo>
                      <a:pt x="919592" y="931296"/>
                    </a:lnTo>
                    <a:lnTo>
                      <a:pt x="918209" y="928576"/>
                    </a:lnTo>
                    <a:lnTo>
                      <a:pt x="916825" y="925856"/>
                    </a:lnTo>
                    <a:lnTo>
                      <a:pt x="915441" y="923136"/>
                    </a:lnTo>
                    <a:lnTo>
                      <a:pt x="914399" y="921091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h868"/>
              <p:cNvSpPr/>
              <p:nvPr/>
            </p:nvSpPr>
            <p:spPr>
              <a:xfrm>
                <a:off x="24570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h869"/>
              <p:cNvSpPr/>
              <p:nvPr/>
            </p:nvSpPr>
            <p:spPr>
              <a:xfrm>
                <a:off x="24662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h870"/>
              <p:cNvSpPr/>
              <p:nvPr/>
            </p:nvSpPr>
            <p:spPr>
              <a:xfrm>
                <a:off x="2475555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h871"/>
              <p:cNvSpPr/>
              <p:nvPr/>
            </p:nvSpPr>
            <p:spPr>
              <a:xfrm>
                <a:off x="24848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h872"/>
              <p:cNvSpPr/>
              <p:nvPr/>
            </p:nvSpPr>
            <p:spPr>
              <a:xfrm>
                <a:off x="24940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h873"/>
              <p:cNvSpPr/>
              <p:nvPr/>
            </p:nvSpPr>
            <p:spPr>
              <a:xfrm>
                <a:off x="25033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h874"/>
              <p:cNvSpPr/>
              <p:nvPr/>
            </p:nvSpPr>
            <p:spPr>
              <a:xfrm>
                <a:off x="25126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h875"/>
              <p:cNvSpPr/>
              <p:nvPr/>
            </p:nvSpPr>
            <p:spPr>
              <a:xfrm>
                <a:off x="25218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h876"/>
              <p:cNvSpPr/>
              <p:nvPr/>
            </p:nvSpPr>
            <p:spPr>
              <a:xfrm>
                <a:off x="25311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h877"/>
              <p:cNvSpPr/>
              <p:nvPr/>
            </p:nvSpPr>
            <p:spPr>
              <a:xfrm>
                <a:off x="25403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h878"/>
              <p:cNvSpPr/>
              <p:nvPr/>
            </p:nvSpPr>
            <p:spPr>
              <a:xfrm>
                <a:off x="25496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h879"/>
              <p:cNvSpPr/>
              <p:nvPr/>
            </p:nvSpPr>
            <p:spPr>
              <a:xfrm>
                <a:off x="25589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h880"/>
              <p:cNvSpPr/>
              <p:nvPr/>
            </p:nvSpPr>
            <p:spPr>
              <a:xfrm>
                <a:off x="25681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h881"/>
              <p:cNvSpPr/>
              <p:nvPr/>
            </p:nvSpPr>
            <p:spPr>
              <a:xfrm>
                <a:off x="25774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h882"/>
              <p:cNvSpPr/>
              <p:nvPr/>
            </p:nvSpPr>
            <p:spPr>
              <a:xfrm>
                <a:off x="25867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h883"/>
              <p:cNvSpPr/>
              <p:nvPr/>
            </p:nvSpPr>
            <p:spPr>
              <a:xfrm>
                <a:off x="25959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h884"/>
              <p:cNvSpPr/>
              <p:nvPr/>
            </p:nvSpPr>
            <p:spPr>
              <a:xfrm>
                <a:off x="26052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h885"/>
              <p:cNvSpPr/>
              <p:nvPr/>
            </p:nvSpPr>
            <p:spPr>
              <a:xfrm>
                <a:off x="26144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h886"/>
              <p:cNvSpPr/>
              <p:nvPr/>
            </p:nvSpPr>
            <p:spPr>
              <a:xfrm>
                <a:off x="26237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h887"/>
              <p:cNvSpPr/>
              <p:nvPr/>
            </p:nvSpPr>
            <p:spPr>
              <a:xfrm>
                <a:off x="26330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h888"/>
              <p:cNvSpPr/>
              <p:nvPr/>
            </p:nvSpPr>
            <p:spPr>
              <a:xfrm>
                <a:off x="26422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h889"/>
              <p:cNvSpPr/>
              <p:nvPr/>
            </p:nvSpPr>
            <p:spPr>
              <a:xfrm>
                <a:off x="26515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h890"/>
              <p:cNvSpPr/>
              <p:nvPr/>
            </p:nvSpPr>
            <p:spPr>
              <a:xfrm>
                <a:off x="26607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h891"/>
              <p:cNvSpPr/>
              <p:nvPr/>
            </p:nvSpPr>
            <p:spPr>
              <a:xfrm>
                <a:off x="26700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h892"/>
              <p:cNvSpPr/>
              <p:nvPr/>
            </p:nvSpPr>
            <p:spPr>
              <a:xfrm>
                <a:off x="26793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h893"/>
              <p:cNvSpPr/>
              <p:nvPr/>
            </p:nvSpPr>
            <p:spPr>
              <a:xfrm>
                <a:off x="26885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h894"/>
              <p:cNvSpPr/>
              <p:nvPr/>
            </p:nvSpPr>
            <p:spPr>
              <a:xfrm>
                <a:off x="26978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h895"/>
              <p:cNvSpPr/>
              <p:nvPr/>
            </p:nvSpPr>
            <p:spPr>
              <a:xfrm>
                <a:off x="27071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h896"/>
              <p:cNvSpPr/>
              <p:nvPr/>
            </p:nvSpPr>
            <p:spPr>
              <a:xfrm>
                <a:off x="27163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h897"/>
              <p:cNvSpPr/>
              <p:nvPr/>
            </p:nvSpPr>
            <p:spPr>
              <a:xfrm>
                <a:off x="27256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h898"/>
              <p:cNvSpPr/>
              <p:nvPr/>
            </p:nvSpPr>
            <p:spPr>
              <a:xfrm>
                <a:off x="27348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h899"/>
              <p:cNvSpPr/>
              <p:nvPr/>
            </p:nvSpPr>
            <p:spPr>
              <a:xfrm>
                <a:off x="274415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h900"/>
              <p:cNvSpPr/>
              <p:nvPr/>
            </p:nvSpPr>
            <p:spPr>
              <a:xfrm>
                <a:off x="275342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h901"/>
              <p:cNvSpPr/>
              <p:nvPr/>
            </p:nvSpPr>
            <p:spPr>
              <a:xfrm>
                <a:off x="276268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h902"/>
              <p:cNvSpPr/>
              <p:nvPr/>
            </p:nvSpPr>
            <p:spPr>
              <a:xfrm>
                <a:off x="277194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h903"/>
              <p:cNvSpPr/>
              <p:nvPr/>
            </p:nvSpPr>
            <p:spPr>
              <a:xfrm>
                <a:off x="278120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h904"/>
              <p:cNvSpPr/>
              <p:nvPr/>
            </p:nvSpPr>
            <p:spPr>
              <a:xfrm>
                <a:off x="279047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h905"/>
              <p:cNvSpPr/>
              <p:nvPr/>
            </p:nvSpPr>
            <p:spPr>
              <a:xfrm>
                <a:off x="279973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h906"/>
              <p:cNvSpPr/>
              <p:nvPr/>
            </p:nvSpPr>
            <p:spPr>
              <a:xfrm>
                <a:off x="280899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2">
                  <a:alpha val="100000"/>
                </a:srgbClr>
              </a:solidFill>
              <a:ln w="5420" cap="flat">
                <a:solidFill>
                  <a:srgbClr val="C9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h907"/>
              <p:cNvSpPr/>
              <p:nvPr/>
            </p:nvSpPr>
            <p:spPr>
              <a:xfrm>
                <a:off x="281825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h908"/>
              <p:cNvSpPr/>
              <p:nvPr/>
            </p:nvSpPr>
            <p:spPr>
              <a:xfrm>
                <a:off x="282751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h909"/>
              <p:cNvSpPr/>
              <p:nvPr/>
            </p:nvSpPr>
            <p:spPr>
              <a:xfrm>
                <a:off x="283678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h910"/>
              <p:cNvSpPr/>
              <p:nvPr/>
            </p:nvSpPr>
            <p:spPr>
              <a:xfrm>
                <a:off x="284604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h911"/>
              <p:cNvSpPr/>
              <p:nvPr/>
            </p:nvSpPr>
            <p:spPr>
              <a:xfrm>
                <a:off x="285530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h912"/>
              <p:cNvSpPr/>
              <p:nvPr/>
            </p:nvSpPr>
            <p:spPr>
              <a:xfrm>
                <a:off x="28645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h913"/>
              <p:cNvSpPr/>
              <p:nvPr/>
            </p:nvSpPr>
            <p:spPr>
              <a:xfrm>
                <a:off x="28738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h914"/>
              <p:cNvSpPr/>
              <p:nvPr/>
            </p:nvSpPr>
            <p:spPr>
              <a:xfrm>
                <a:off x="28830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h915"/>
              <p:cNvSpPr/>
              <p:nvPr/>
            </p:nvSpPr>
            <p:spPr>
              <a:xfrm>
                <a:off x="289235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h916"/>
              <p:cNvSpPr/>
              <p:nvPr/>
            </p:nvSpPr>
            <p:spPr>
              <a:xfrm>
                <a:off x="29016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h917"/>
              <p:cNvSpPr/>
              <p:nvPr/>
            </p:nvSpPr>
            <p:spPr>
              <a:xfrm>
                <a:off x="29108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h918"/>
              <p:cNvSpPr/>
              <p:nvPr/>
            </p:nvSpPr>
            <p:spPr>
              <a:xfrm>
                <a:off x="29201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h919"/>
              <p:cNvSpPr/>
              <p:nvPr/>
            </p:nvSpPr>
            <p:spPr>
              <a:xfrm>
                <a:off x="29294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h920"/>
              <p:cNvSpPr/>
              <p:nvPr/>
            </p:nvSpPr>
            <p:spPr>
              <a:xfrm>
                <a:off x="29386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h921"/>
              <p:cNvSpPr/>
              <p:nvPr/>
            </p:nvSpPr>
            <p:spPr>
              <a:xfrm>
                <a:off x="29479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h922"/>
              <p:cNvSpPr/>
              <p:nvPr/>
            </p:nvSpPr>
            <p:spPr>
              <a:xfrm>
                <a:off x="29571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h923"/>
              <p:cNvSpPr/>
              <p:nvPr/>
            </p:nvSpPr>
            <p:spPr>
              <a:xfrm>
                <a:off x="29664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h924"/>
              <p:cNvSpPr/>
              <p:nvPr/>
            </p:nvSpPr>
            <p:spPr>
              <a:xfrm>
                <a:off x="29757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h925"/>
              <p:cNvSpPr/>
              <p:nvPr/>
            </p:nvSpPr>
            <p:spPr>
              <a:xfrm>
                <a:off x="29849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h926"/>
              <p:cNvSpPr/>
              <p:nvPr/>
            </p:nvSpPr>
            <p:spPr>
              <a:xfrm>
                <a:off x="29942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h927"/>
              <p:cNvSpPr/>
              <p:nvPr/>
            </p:nvSpPr>
            <p:spPr>
              <a:xfrm>
                <a:off x="30035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h928"/>
              <p:cNvSpPr/>
              <p:nvPr/>
            </p:nvSpPr>
            <p:spPr>
              <a:xfrm>
                <a:off x="30127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h929"/>
              <p:cNvSpPr/>
              <p:nvPr/>
            </p:nvSpPr>
            <p:spPr>
              <a:xfrm>
                <a:off x="30220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h930"/>
              <p:cNvSpPr/>
              <p:nvPr/>
            </p:nvSpPr>
            <p:spPr>
              <a:xfrm>
                <a:off x="30312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h931"/>
              <p:cNvSpPr/>
              <p:nvPr/>
            </p:nvSpPr>
            <p:spPr>
              <a:xfrm>
                <a:off x="30405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h932"/>
              <p:cNvSpPr/>
              <p:nvPr/>
            </p:nvSpPr>
            <p:spPr>
              <a:xfrm>
                <a:off x="30498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h933"/>
              <p:cNvSpPr/>
              <p:nvPr/>
            </p:nvSpPr>
            <p:spPr>
              <a:xfrm>
                <a:off x="30590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h934"/>
              <p:cNvSpPr/>
              <p:nvPr/>
            </p:nvSpPr>
            <p:spPr>
              <a:xfrm>
                <a:off x="30683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h935"/>
              <p:cNvSpPr/>
              <p:nvPr/>
            </p:nvSpPr>
            <p:spPr>
              <a:xfrm>
                <a:off x="30775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h936"/>
              <p:cNvSpPr/>
              <p:nvPr/>
            </p:nvSpPr>
            <p:spPr>
              <a:xfrm>
                <a:off x="30868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h937"/>
              <p:cNvSpPr/>
              <p:nvPr/>
            </p:nvSpPr>
            <p:spPr>
              <a:xfrm>
                <a:off x="30961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h938"/>
              <p:cNvSpPr/>
              <p:nvPr/>
            </p:nvSpPr>
            <p:spPr>
              <a:xfrm>
                <a:off x="31053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h939"/>
              <p:cNvSpPr/>
              <p:nvPr/>
            </p:nvSpPr>
            <p:spPr>
              <a:xfrm>
                <a:off x="31146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h940"/>
              <p:cNvSpPr/>
              <p:nvPr/>
            </p:nvSpPr>
            <p:spPr>
              <a:xfrm>
                <a:off x="31239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h941"/>
              <p:cNvSpPr/>
              <p:nvPr/>
            </p:nvSpPr>
            <p:spPr>
              <a:xfrm>
                <a:off x="31331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h942"/>
              <p:cNvSpPr/>
              <p:nvPr/>
            </p:nvSpPr>
            <p:spPr>
              <a:xfrm>
                <a:off x="31424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h943"/>
              <p:cNvSpPr/>
              <p:nvPr/>
            </p:nvSpPr>
            <p:spPr>
              <a:xfrm>
                <a:off x="31516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h944"/>
              <p:cNvSpPr/>
              <p:nvPr/>
            </p:nvSpPr>
            <p:spPr>
              <a:xfrm>
                <a:off x="3160959" y="25847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1" y="908752"/>
                    </a:lnTo>
                    <a:lnTo>
                      <a:pt x="922585" y="909658"/>
                    </a:lnTo>
                    <a:lnTo>
                      <a:pt x="921510" y="910564"/>
                    </a:lnTo>
                    <a:lnTo>
                      <a:pt x="920434" y="911471"/>
                    </a:lnTo>
                    <a:lnTo>
                      <a:pt x="919359" y="912377"/>
                    </a:lnTo>
                    <a:lnTo>
                      <a:pt x="918284" y="913283"/>
                    </a:lnTo>
                    <a:lnTo>
                      <a:pt x="917209" y="914190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h945"/>
              <p:cNvSpPr/>
              <p:nvPr/>
            </p:nvSpPr>
            <p:spPr>
              <a:xfrm>
                <a:off x="3170221" y="2567556"/>
                <a:ext cx="923662" cy="9259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9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732"/>
                    </a:lnTo>
                    <a:lnTo>
                      <a:pt x="922689" y="918722"/>
                    </a:lnTo>
                    <a:lnTo>
                      <a:pt x="917632" y="923269"/>
                    </a:lnTo>
                    <a:lnTo>
                      <a:pt x="916551" y="924178"/>
                    </a:lnTo>
                    <a:lnTo>
                      <a:pt x="915475" y="925084"/>
                    </a:lnTo>
                    <a:lnTo>
                      <a:pt x="914400" y="92599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h946"/>
              <p:cNvSpPr/>
              <p:nvPr/>
            </p:nvSpPr>
            <p:spPr>
              <a:xfrm>
                <a:off x="3179483" y="2567556"/>
                <a:ext cx="917673" cy="917732"/>
              </a:xfrm>
              <a:custGeom>
                <a:avLst/>
                <a:gdLst/>
                <a:ahLst/>
                <a:cxnLst/>
                <a:rect l="0" t="0" r="0" b="0"/>
                <a:pathLst>
                  <a:path w="917673" h="917732">
                    <a:moveTo>
                      <a:pt x="914400" y="914400"/>
                    </a:moveTo>
                    <a:lnTo>
                      <a:pt x="917673" y="914400"/>
                    </a:lnTo>
                    <a:lnTo>
                      <a:pt x="914400" y="917732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h947"/>
              <p:cNvSpPr/>
              <p:nvPr/>
            </p:nvSpPr>
            <p:spPr>
              <a:xfrm>
                <a:off x="2438506" y="2550318"/>
                <a:ext cx="914400" cy="9201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170">
                    <a:moveTo>
                      <a:pt x="914400" y="914400"/>
                    </a:moveTo>
                    <a:lnTo>
                      <a:pt x="914400" y="920170"/>
                    </a:lnTo>
                    <a:lnTo>
                      <a:pt x="913608" y="918622"/>
                    </a:lnTo>
                    <a:lnTo>
                      <a:pt x="912219" y="915904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h948"/>
              <p:cNvSpPr/>
              <p:nvPr/>
            </p:nvSpPr>
            <p:spPr>
              <a:xfrm>
                <a:off x="24385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252" y="931638"/>
                    </a:lnTo>
                    <a:lnTo>
                      <a:pt x="919160" y="929497"/>
                    </a:lnTo>
                    <a:lnTo>
                      <a:pt x="917773" y="926778"/>
                    </a:lnTo>
                    <a:lnTo>
                      <a:pt x="916386" y="924059"/>
                    </a:lnTo>
                    <a:lnTo>
                      <a:pt x="914997" y="921340"/>
                    </a:lnTo>
                    <a:lnTo>
                      <a:pt x="914400" y="920170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h949"/>
              <p:cNvSpPr/>
              <p:nvPr/>
            </p:nvSpPr>
            <p:spPr>
              <a:xfrm>
                <a:off x="24477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h950"/>
              <p:cNvSpPr/>
              <p:nvPr/>
            </p:nvSpPr>
            <p:spPr>
              <a:xfrm>
                <a:off x="24570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h951"/>
              <p:cNvSpPr/>
              <p:nvPr/>
            </p:nvSpPr>
            <p:spPr>
              <a:xfrm>
                <a:off x="24662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h952"/>
              <p:cNvSpPr/>
              <p:nvPr/>
            </p:nvSpPr>
            <p:spPr>
              <a:xfrm>
                <a:off x="2475555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h953"/>
              <p:cNvSpPr/>
              <p:nvPr/>
            </p:nvSpPr>
            <p:spPr>
              <a:xfrm>
                <a:off x="24848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2">
                  <a:alpha val="100000"/>
                </a:srgbClr>
              </a:solidFill>
              <a:ln w="5420" cap="flat">
                <a:solidFill>
                  <a:srgbClr val="DF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h954"/>
              <p:cNvSpPr/>
              <p:nvPr/>
            </p:nvSpPr>
            <p:spPr>
              <a:xfrm>
                <a:off x="24940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h955"/>
              <p:cNvSpPr/>
              <p:nvPr/>
            </p:nvSpPr>
            <p:spPr>
              <a:xfrm>
                <a:off x="25033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h956"/>
              <p:cNvSpPr/>
              <p:nvPr/>
            </p:nvSpPr>
            <p:spPr>
              <a:xfrm>
                <a:off x="25126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h957"/>
              <p:cNvSpPr/>
              <p:nvPr/>
            </p:nvSpPr>
            <p:spPr>
              <a:xfrm>
                <a:off x="25218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h958"/>
              <p:cNvSpPr/>
              <p:nvPr/>
            </p:nvSpPr>
            <p:spPr>
              <a:xfrm>
                <a:off x="25311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h959"/>
              <p:cNvSpPr/>
              <p:nvPr/>
            </p:nvSpPr>
            <p:spPr>
              <a:xfrm>
                <a:off x="25403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h960"/>
              <p:cNvSpPr/>
              <p:nvPr/>
            </p:nvSpPr>
            <p:spPr>
              <a:xfrm>
                <a:off x="25496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h961"/>
              <p:cNvSpPr/>
              <p:nvPr/>
            </p:nvSpPr>
            <p:spPr>
              <a:xfrm>
                <a:off x="25589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h962"/>
              <p:cNvSpPr/>
              <p:nvPr/>
            </p:nvSpPr>
            <p:spPr>
              <a:xfrm>
                <a:off x="25681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h963"/>
              <p:cNvSpPr/>
              <p:nvPr/>
            </p:nvSpPr>
            <p:spPr>
              <a:xfrm>
                <a:off x="25774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h964"/>
              <p:cNvSpPr/>
              <p:nvPr/>
            </p:nvSpPr>
            <p:spPr>
              <a:xfrm>
                <a:off x="25867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h965"/>
              <p:cNvSpPr/>
              <p:nvPr/>
            </p:nvSpPr>
            <p:spPr>
              <a:xfrm>
                <a:off x="25959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h966"/>
              <p:cNvSpPr/>
              <p:nvPr/>
            </p:nvSpPr>
            <p:spPr>
              <a:xfrm>
                <a:off x="26052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h967"/>
              <p:cNvSpPr/>
              <p:nvPr/>
            </p:nvSpPr>
            <p:spPr>
              <a:xfrm>
                <a:off x="26144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h968"/>
              <p:cNvSpPr/>
              <p:nvPr/>
            </p:nvSpPr>
            <p:spPr>
              <a:xfrm>
                <a:off x="26237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h969"/>
              <p:cNvSpPr/>
              <p:nvPr/>
            </p:nvSpPr>
            <p:spPr>
              <a:xfrm>
                <a:off x="26330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h970"/>
              <p:cNvSpPr/>
              <p:nvPr/>
            </p:nvSpPr>
            <p:spPr>
              <a:xfrm>
                <a:off x="26422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h971"/>
              <p:cNvSpPr/>
              <p:nvPr/>
            </p:nvSpPr>
            <p:spPr>
              <a:xfrm>
                <a:off x="26515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h972"/>
              <p:cNvSpPr/>
              <p:nvPr/>
            </p:nvSpPr>
            <p:spPr>
              <a:xfrm>
                <a:off x="26607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h973"/>
              <p:cNvSpPr/>
              <p:nvPr/>
            </p:nvSpPr>
            <p:spPr>
              <a:xfrm>
                <a:off x="26700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h974"/>
              <p:cNvSpPr/>
              <p:nvPr/>
            </p:nvSpPr>
            <p:spPr>
              <a:xfrm>
                <a:off x="26793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h975"/>
              <p:cNvSpPr/>
              <p:nvPr/>
            </p:nvSpPr>
            <p:spPr>
              <a:xfrm>
                <a:off x="26885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h976"/>
              <p:cNvSpPr/>
              <p:nvPr/>
            </p:nvSpPr>
            <p:spPr>
              <a:xfrm>
                <a:off x="26978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h977"/>
              <p:cNvSpPr/>
              <p:nvPr/>
            </p:nvSpPr>
            <p:spPr>
              <a:xfrm>
                <a:off x="27071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h978"/>
              <p:cNvSpPr/>
              <p:nvPr/>
            </p:nvSpPr>
            <p:spPr>
              <a:xfrm>
                <a:off x="27163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h979"/>
              <p:cNvSpPr/>
              <p:nvPr/>
            </p:nvSpPr>
            <p:spPr>
              <a:xfrm>
                <a:off x="27256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h980"/>
              <p:cNvSpPr/>
              <p:nvPr/>
            </p:nvSpPr>
            <p:spPr>
              <a:xfrm>
                <a:off x="27348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h981"/>
              <p:cNvSpPr/>
              <p:nvPr/>
            </p:nvSpPr>
            <p:spPr>
              <a:xfrm>
                <a:off x="27441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h982"/>
              <p:cNvSpPr/>
              <p:nvPr/>
            </p:nvSpPr>
            <p:spPr>
              <a:xfrm>
                <a:off x="27534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h983"/>
              <p:cNvSpPr/>
              <p:nvPr/>
            </p:nvSpPr>
            <p:spPr>
              <a:xfrm>
                <a:off x="276268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h984"/>
              <p:cNvSpPr/>
              <p:nvPr/>
            </p:nvSpPr>
            <p:spPr>
              <a:xfrm>
                <a:off x="277194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h985"/>
              <p:cNvSpPr/>
              <p:nvPr/>
            </p:nvSpPr>
            <p:spPr>
              <a:xfrm>
                <a:off x="278120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h986"/>
              <p:cNvSpPr/>
              <p:nvPr/>
            </p:nvSpPr>
            <p:spPr>
              <a:xfrm>
                <a:off x="279047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h987"/>
              <p:cNvSpPr/>
              <p:nvPr/>
            </p:nvSpPr>
            <p:spPr>
              <a:xfrm>
                <a:off x="279973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h988"/>
              <p:cNvSpPr/>
              <p:nvPr/>
            </p:nvSpPr>
            <p:spPr>
              <a:xfrm>
                <a:off x="280899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h989"/>
              <p:cNvSpPr/>
              <p:nvPr/>
            </p:nvSpPr>
            <p:spPr>
              <a:xfrm>
                <a:off x="281825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h990"/>
              <p:cNvSpPr/>
              <p:nvPr/>
            </p:nvSpPr>
            <p:spPr>
              <a:xfrm>
                <a:off x="282751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h991"/>
              <p:cNvSpPr/>
              <p:nvPr/>
            </p:nvSpPr>
            <p:spPr>
              <a:xfrm>
                <a:off x="283678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h992"/>
              <p:cNvSpPr/>
              <p:nvPr/>
            </p:nvSpPr>
            <p:spPr>
              <a:xfrm>
                <a:off x="284604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h993"/>
              <p:cNvSpPr/>
              <p:nvPr/>
            </p:nvSpPr>
            <p:spPr>
              <a:xfrm>
                <a:off x="28553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h994"/>
              <p:cNvSpPr/>
              <p:nvPr/>
            </p:nvSpPr>
            <p:spPr>
              <a:xfrm>
                <a:off x="28645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h995"/>
              <p:cNvSpPr/>
              <p:nvPr/>
            </p:nvSpPr>
            <p:spPr>
              <a:xfrm>
                <a:off x="28738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h996"/>
              <p:cNvSpPr/>
              <p:nvPr/>
            </p:nvSpPr>
            <p:spPr>
              <a:xfrm>
                <a:off x="28830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h997"/>
              <p:cNvSpPr/>
              <p:nvPr/>
            </p:nvSpPr>
            <p:spPr>
              <a:xfrm>
                <a:off x="289235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h998"/>
              <p:cNvSpPr/>
              <p:nvPr/>
            </p:nvSpPr>
            <p:spPr>
              <a:xfrm>
                <a:off x="29016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h999"/>
              <p:cNvSpPr/>
              <p:nvPr/>
            </p:nvSpPr>
            <p:spPr>
              <a:xfrm>
                <a:off x="29108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h1000"/>
              <p:cNvSpPr/>
              <p:nvPr/>
            </p:nvSpPr>
            <p:spPr>
              <a:xfrm>
                <a:off x="29201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h1001"/>
              <p:cNvSpPr/>
              <p:nvPr/>
            </p:nvSpPr>
            <p:spPr>
              <a:xfrm>
                <a:off x="29294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h1002"/>
              <p:cNvSpPr/>
              <p:nvPr/>
            </p:nvSpPr>
            <p:spPr>
              <a:xfrm>
                <a:off x="29386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h1003"/>
              <p:cNvSpPr/>
              <p:nvPr/>
            </p:nvSpPr>
            <p:spPr>
              <a:xfrm>
                <a:off x="29479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h1004"/>
              <p:cNvSpPr/>
              <p:nvPr/>
            </p:nvSpPr>
            <p:spPr>
              <a:xfrm>
                <a:off x="29571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h1005"/>
              <p:cNvSpPr/>
              <p:nvPr/>
            </p:nvSpPr>
            <p:spPr>
              <a:xfrm>
                <a:off x="29664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h1006"/>
              <p:cNvSpPr/>
              <p:nvPr/>
            </p:nvSpPr>
            <p:spPr>
              <a:xfrm>
                <a:off x="29757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h1007"/>
              <p:cNvSpPr/>
              <p:nvPr/>
            </p:nvSpPr>
            <p:spPr>
              <a:xfrm>
                <a:off x="29849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h1008"/>
              <p:cNvSpPr/>
              <p:nvPr/>
            </p:nvSpPr>
            <p:spPr>
              <a:xfrm>
                <a:off x="29942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h1009"/>
              <p:cNvSpPr/>
              <p:nvPr/>
            </p:nvSpPr>
            <p:spPr>
              <a:xfrm>
                <a:off x="30035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h1010"/>
              <p:cNvSpPr/>
              <p:nvPr/>
            </p:nvSpPr>
            <p:spPr>
              <a:xfrm>
                <a:off x="30127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h1011"/>
              <p:cNvSpPr/>
              <p:nvPr/>
            </p:nvSpPr>
            <p:spPr>
              <a:xfrm>
                <a:off x="30220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h1012"/>
              <p:cNvSpPr/>
              <p:nvPr/>
            </p:nvSpPr>
            <p:spPr>
              <a:xfrm>
                <a:off x="30312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h1013"/>
              <p:cNvSpPr/>
              <p:nvPr/>
            </p:nvSpPr>
            <p:spPr>
              <a:xfrm>
                <a:off x="30405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h1014"/>
              <p:cNvSpPr/>
              <p:nvPr/>
            </p:nvSpPr>
            <p:spPr>
              <a:xfrm>
                <a:off x="30498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h1015"/>
              <p:cNvSpPr/>
              <p:nvPr/>
            </p:nvSpPr>
            <p:spPr>
              <a:xfrm>
                <a:off x="30590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h1016"/>
              <p:cNvSpPr/>
              <p:nvPr/>
            </p:nvSpPr>
            <p:spPr>
              <a:xfrm>
                <a:off x="30683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h1017"/>
              <p:cNvSpPr/>
              <p:nvPr/>
            </p:nvSpPr>
            <p:spPr>
              <a:xfrm>
                <a:off x="30775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h1018"/>
              <p:cNvSpPr/>
              <p:nvPr/>
            </p:nvSpPr>
            <p:spPr>
              <a:xfrm>
                <a:off x="30868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h1019"/>
              <p:cNvSpPr/>
              <p:nvPr/>
            </p:nvSpPr>
            <p:spPr>
              <a:xfrm>
                <a:off x="30961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h1020"/>
              <p:cNvSpPr/>
              <p:nvPr/>
            </p:nvSpPr>
            <p:spPr>
              <a:xfrm>
                <a:off x="31053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h1021"/>
              <p:cNvSpPr/>
              <p:nvPr/>
            </p:nvSpPr>
            <p:spPr>
              <a:xfrm>
                <a:off x="31146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h1022"/>
              <p:cNvSpPr/>
              <p:nvPr/>
            </p:nvSpPr>
            <p:spPr>
              <a:xfrm>
                <a:off x="31239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h1023"/>
              <p:cNvSpPr/>
              <p:nvPr/>
            </p:nvSpPr>
            <p:spPr>
              <a:xfrm>
                <a:off x="31331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h1024"/>
              <p:cNvSpPr/>
              <p:nvPr/>
            </p:nvSpPr>
            <p:spPr>
              <a:xfrm>
                <a:off x="31424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h1025"/>
              <p:cNvSpPr/>
              <p:nvPr/>
            </p:nvSpPr>
            <p:spPr>
              <a:xfrm>
                <a:off x="31516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h1026"/>
              <p:cNvSpPr/>
              <p:nvPr/>
            </p:nvSpPr>
            <p:spPr>
              <a:xfrm>
                <a:off x="31609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h1027"/>
              <p:cNvSpPr/>
              <p:nvPr/>
            </p:nvSpPr>
            <p:spPr>
              <a:xfrm>
                <a:off x="31702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h1028"/>
              <p:cNvSpPr/>
              <p:nvPr/>
            </p:nvSpPr>
            <p:spPr>
              <a:xfrm>
                <a:off x="3179483" y="25675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65"/>
                    </a:lnTo>
                    <a:lnTo>
                      <a:pt x="923139" y="908233"/>
                    </a:lnTo>
                    <a:lnTo>
                      <a:pt x="918354" y="913706"/>
                    </a:lnTo>
                    <a:lnTo>
                      <a:pt x="917673" y="914400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h1029"/>
              <p:cNvSpPr/>
              <p:nvPr/>
            </p:nvSpPr>
            <p:spPr>
              <a:xfrm>
                <a:off x="3188745" y="2550318"/>
                <a:ext cx="922333" cy="924803"/>
              </a:xfrm>
              <a:custGeom>
                <a:avLst/>
                <a:gdLst/>
                <a:ahLst/>
                <a:cxnLst/>
                <a:rect l="0" t="0" r="0" b="0"/>
                <a:pathLst>
                  <a:path w="922333" h="924803">
                    <a:moveTo>
                      <a:pt x="914400" y="914400"/>
                    </a:moveTo>
                    <a:lnTo>
                      <a:pt x="922333" y="914400"/>
                    </a:lnTo>
                    <a:lnTo>
                      <a:pt x="922010" y="914835"/>
                    </a:lnTo>
                    <a:lnTo>
                      <a:pt x="920263" y="917188"/>
                    </a:lnTo>
                    <a:lnTo>
                      <a:pt x="918507" y="919556"/>
                    </a:lnTo>
                    <a:lnTo>
                      <a:pt x="914400" y="924803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h1030"/>
              <p:cNvSpPr/>
              <p:nvPr/>
            </p:nvSpPr>
            <p:spPr>
              <a:xfrm>
                <a:off x="2429243" y="2533079"/>
                <a:ext cx="914400" cy="9191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126">
                    <a:moveTo>
                      <a:pt x="914400" y="914400"/>
                    </a:moveTo>
                    <a:lnTo>
                      <a:pt x="914400" y="919126"/>
                    </a:lnTo>
                    <a:lnTo>
                      <a:pt x="912118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h1031"/>
              <p:cNvSpPr/>
              <p:nvPr/>
            </p:nvSpPr>
            <p:spPr>
              <a:xfrm>
                <a:off x="24292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712" y="931638"/>
                    </a:lnTo>
                    <a:lnTo>
                      <a:pt x="920091" y="930424"/>
                    </a:lnTo>
                    <a:lnTo>
                      <a:pt x="918701" y="927706"/>
                    </a:lnTo>
                    <a:lnTo>
                      <a:pt x="917309" y="924988"/>
                    </a:lnTo>
                    <a:lnTo>
                      <a:pt x="915909" y="922253"/>
                    </a:lnTo>
                    <a:lnTo>
                      <a:pt x="914400" y="919126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h1032"/>
              <p:cNvSpPr/>
              <p:nvPr/>
            </p:nvSpPr>
            <p:spPr>
              <a:xfrm>
                <a:off x="24385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h1033"/>
              <p:cNvSpPr/>
              <p:nvPr/>
            </p:nvSpPr>
            <p:spPr>
              <a:xfrm>
                <a:off x="24477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h1034"/>
              <p:cNvSpPr/>
              <p:nvPr/>
            </p:nvSpPr>
            <p:spPr>
              <a:xfrm>
                <a:off x="24570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h1035"/>
              <p:cNvSpPr/>
              <p:nvPr/>
            </p:nvSpPr>
            <p:spPr>
              <a:xfrm>
                <a:off x="24662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h1036"/>
              <p:cNvSpPr/>
              <p:nvPr/>
            </p:nvSpPr>
            <p:spPr>
              <a:xfrm>
                <a:off x="2475555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h1037"/>
              <p:cNvSpPr/>
              <p:nvPr/>
            </p:nvSpPr>
            <p:spPr>
              <a:xfrm>
                <a:off x="24848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h1038"/>
              <p:cNvSpPr/>
              <p:nvPr/>
            </p:nvSpPr>
            <p:spPr>
              <a:xfrm>
                <a:off x="24940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h1039"/>
              <p:cNvSpPr/>
              <p:nvPr/>
            </p:nvSpPr>
            <p:spPr>
              <a:xfrm>
                <a:off x="25033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h1040"/>
              <p:cNvSpPr/>
              <p:nvPr/>
            </p:nvSpPr>
            <p:spPr>
              <a:xfrm>
                <a:off x="25126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h1041"/>
              <p:cNvSpPr/>
              <p:nvPr/>
            </p:nvSpPr>
            <p:spPr>
              <a:xfrm>
                <a:off x="25218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h1042"/>
              <p:cNvSpPr/>
              <p:nvPr/>
            </p:nvSpPr>
            <p:spPr>
              <a:xfrm>
                <a:off x="25311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h1043"/>
              <p:cNvSpPr/>
              <p:nvPr/>
            </p:nvSpPr>
            <p:spPr>
              <a:xfrm>
                <a:off x="25403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h1044"/>
              <p:cNvSpPr/>
              <p:nvPr/>
            </p:nvSpPr>
            <p:spPr>
              <a:xfrm>
                <a:off x="25496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h1045"/>
              <p:cNvSpPr/>
              <p:nvPr/>
            </p:nvSpPr>
            <p:spPr>
              <a:xfrm>
                <a:off x="25589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h1046"/>
              <p:cNvSpPr/>
              <p:nvPr/>
            </p:nvSpPr>
            <p:spPr>
              <a:xfrm>
                <a:off x="25681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h1047"/>
              <p:cNvSpPr/>
              <p:nvPr/>
            </p:nvSpPr>
            <p:spPr>
              <a:xfrm>
                <a:off x="25774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h1048"/>
              <p:cNvSpPr/>
              <p:nvPr/>
            </p:nvSpPr>
            <p:spPr>
              <a:xfrm>
                <a:off x="25867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h1049"/>
              <p:cNvSpPr/>
              <p:nvPr/>
            </p:nvSpPr>
            <p:spPr>
              <a:xfrm>
                <a:off x="25959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h1050"/>
              <p:cNvSpPr/>
              <p:nvPr/>
            </p:nvSpPr>
            <p:spPr>
              <a:xfrm>
                <a:off x="26052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h1051"/>
              <p:cNvSpPr/>
              <p:nvPr/>
            </p:nvSpPr>
            <p:spPr>
              <a:xfrm>
                <a:off x="26144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h1052"/>
              <p:cNvSpPr/>
              <p:nvPr/>
            </p:nvSpPr>
            <p:spPr>
              <a:xfrm>
                <a:off x="26237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h1053"/>
              <p:cNvSpPr/>
              <p:nvPr/>
            </p:nvSpPr>
            <p:spPr>
              <a:xfrm>
                <a:off x="26330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h1054"/>
              <p:cNvSpPr/>
              <p:nvPr/>
            </p:nvSpPr>
            <p:spPr>
              <a:xfrm>
                <a:off x="26422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h1055"/>
              <p:cNvSpPr/>
              <p:nvPr/>
            </p:nvSpPr>
            <p:spPr>
              <a:xfrm>
                <a:off x="26515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h1056"/>
              <p:cNvSpPr/>
              <p:nvPr/>
            </p:nvSpPr>
            <p:spPr>
              <a:xfrm>
                <a:off x="26607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h1057"/>
              <p:cNvSpPr/>
              <p:nvPr/>
            </p:nvSpPr>
            <p:spPr>
              <a:xfrm>
                <a:off x="26700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h1058"/>
              <p:cNvSpPr/>
              <p:nvPr/>
            </p:nvSpPr>
            <p:spPr>
              <a:xfrm>
                <a:off x="26793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h1059"/>
              <p:cNvSpPr/>
              <p:nvPr/>
            </p:nvSpPr>
            <p:spPr>
              <a:xfrm>
                <a:off x="26885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h1060"/>
              <p:cNvSpPr/>
              <p:nvPr/>
            </p:nvSpPr>
            <p:spPr>
              <a:xfrm>
                <a:off x="26978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h1061"/>
              <p:cNvSpPr/>
              <p:nvPr/>
            </p:nvSpPr>
            <p:spPr>
              <a:xfrm>
                <a:off x="27071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h1062"/>
              <p:cNvSpPr/>
              <p:nvPr/>
            </p:nvSpPr>
            <p:spPr>
              <a:xfrm>
                <a:off x="27163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h1063"/>
              <p:cNvSpPr/>
              <p:nvPr/>
            </p:nvSpPr>
            <p:spPr>
              <a:xfrm>
                <a:off x="27256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h1064"/>
              <p:cNvSpPr/>
              <p:nvPr/>
            </p:nvSpPr>
            <p:spPr>
              <a:xfrm>
                <a:off x="27348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h1065"/>
              <p:cNvSpPr/>
              <p:nvPr/>
            </p:nvSpPr>
            <p:spPr>
              <a:xfrm>
                <a:off x="27441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h1066"/>
              <p:cNvSpPr/>
              <p:nvPr/>
            </p:nvSpPr>
            <p:spPr>
              <a:xfrm>
                <a:off x="27534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h1067"/>
              <p:cNvSpPr/>
              <p:nvPr/>
            </p:nvSpPr>
            <p:spPr>
              <a:xfrm>
                <a:off x="27626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h1068"/>
              <p:cNvSpPr/>
              <p:nvPr/>
            </p:nvSpPr>
            <p:spPr>
              <a:xfrm>
                <a:off x="277194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h1069"/>
              <p:cNvSpPr/>
              <p:nvPr/>
            </p:nvSpPr>
            <p:spPr>
              <a:xfrm>
                <a:off x="278120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h1070"/>
              <p:cNvSpPr/>
              <p:nvPr/>
            </p:nvSpPr>
            <p:spPr>
              <a:xfrm>
                <a:off x="279047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h1071"/>
              <p:cNvSpPr/>
              <p:nvPr/>
            </p:nvSpPr>
            <p:spPr>
              <a:xfrm>
                <a:off x="279973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h1072"/>
              <p:cNvSpPr/>
              <p:nvPr/>
            </p:nvSpPr>
            <p:spPr>
              <a:xfrm>
                <a:off x="280899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h1073"/>
              <p:cNvSpPr/>
              <p:nvPr/>
            </p:nvSpPr>
            <p:spPr>
              <a:xfrm>
                <a:off x="281825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h1074"/>
              <p:cNvSpPr/>
              <p:nvPr/>
            </p:nvSpPr>
            <p:spPr>
              <a:xfrm>
                <a:off x="282751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h1075"/>
              <p:cNvSpPr/>
              <p:nvPr/>
            </p:nvSpPr>
            <p:spPr>
              <a:xfrm>
                <a:off x="283678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h1076"/>
              <p:cNvSpPr/>
              <p:nvPr/>
            </p:nvSpPr>
            <p:spPr>
              <a:xfrm>
                <a:off x="28460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h1077"/>
              <p:cNvSpPr/>
              <p:nvPr/>
            </p:nvSpPr>
            <p:spPr>
              <a:xfrm>
                <a:off x="28553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h1078"/>
              <p:cNvSpPr/>
              <p:nvPr/>
            </p:nvSpPr>
            <p:spPr>
              <a:xfrm>
                <a:off x="28645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h1079"/>
              <p:cNvSpPr/>
              <p:nvPr/>
            </p:nvSpPr>
            <p:spPr>
              <a:xfrm>
                <a:off x="28738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h1080"/>
              <p:cNvSpPr/>
              <p:nvPr/>
            </p:nvSpPr>
            <p:spPr>
              <a:xfrm>
                <a:off x="28830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h1081"/>
              <p:cNvSpPr/>
              <p:nvPr/>
            </p:nvSpPr>
            <p:spPr>
              <a:xfrm>
                <a:off x="289235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h1082"/>
              <p:cNvSpPr/>
              <p:nvPr/>
            </p:nvSpPr>
            <p:spPr>
              <a:xfrm>
                <a:off x="29016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h1083"/>
              <p:cNvSpPr/>
              <p:nvPr/>
            </p:nvSpPr>
            <p:spPr>
              <a:xfrm>
                <a:off x="29108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h1084"/>
              <p:cNvSpPr/>
              <p:nvPr/>
            </p:nvSpPr>
            <p:spPr>
              <a:xfrm>
                <a:off x="29201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h1085"/>
              <p:cNvSpPr/>
              <p:nvPr/>
            </p:nvSpPr>
            <p:spPr>
              <a:xfrm>
                <a:off x="29294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h1086"/>
              <p:cNvSpPr/>
              <p:nvPr/>
            </p:nvSpPr>
            <p:spPr>
              <a:xfrm>
                <a:off x="29386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h1087"/>
              <p:cNvSpPr/>
              <p:nvPr/>
            </p:nvSpPr>
            <p:spPr>
              <a:xfrm>
                <a:off x="29479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h1088"/>
              <p:cNvSpPr/>
              <p:nvPr/>
            </p:nvSpPr>
            <p:spPr>
              <a:xfrm>
                <a:off x="29571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h1089"/>
              <p:cNvSpPr/>
              <p:nvPr/>
            </p:nvSpPr>
            <p:spPr>
              <a:xfrm>
                <a:off x="29664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h1090"/>
              <p:cNvSpPr/>
              <p:nvPr/>
            </p:nvSpPr>
            <p:spPr>
              <a:xfrm>
                <a:off x="29757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h1091"/>
              <p:cNvSpPr/>
              <p:nvPr/>
            </p:nvSpPr>
            <p:spPr>
              <a:xfrm>
                <a:off x="29849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h1092"/>
              <p:cNvSpPr/>
              <p:nvPr/>
            </p:nvSpPr>
            <p:spPr>
              <a:xfrm>
                <a:off x="29942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h1093"/>
              <p:cNvSpPr/>
              <p:nvPr/>
            </p:nvSpPr>
            <p:spPr>
              <a:xfrm>
                <a:off x="30035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h1094"/>
              <p:cNvSpPr/>
              <p:nvPr/>
            </p:nvSpPr>
            <p:spPr>
              <a:xfrm>
                <a:off x="30127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h1095"/>
              <p:cNvSpPr/>
              <p:nvPr/>
            </p:nvSpPr>
            <p:spPr>
              <a:xfrm>
                <a:off x="30220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h1096"/>
              <p:cNvSpPr/>
              <p:nvPr/>
            </p:nvSpPr>
            <p:spPr>
              <a:xfrm>
                <a:off x="30312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h1097"/>
              <p:cNvSpPr/>
              <p:nvPr/>
            </p:nvSpPr>
            <p:spPr>
              <a:xfrm>
                <a:off x="30405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h1098"/>
              <p:cNvSpPr/>
              <p:nvPr/>
            </p:nvSpPr>
            <p:spPr>
              <a:xfrm>
                <a:off x="30498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h1099"/>
              <p:cNvSpPr/>
              <p:nvPr/>
            </p:nvSpPr>
            <p:spPr>
              <a:xfrm>
                <a:off x="30590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h1100"/>
              <p:cNvSpPr/>
              <p:nvPr/>
            </p:nvSpPr>
            <p:spPr>
              <a:xfrm>
                <a:off x="30683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h1101"/>
              <p:cNvSpPr/>
              <p:nvPr/>
            </p:nvSpPr>
            <p:spPr>
              <a:xfrm>
                <a:off x="30775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h1102"/>
              <p:cNvSpPr/>
              <p:nvPr/>
            </p:nvSpPr>
            <p:spPr>
              <a:xfrm>
                <a:off x="30868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h1103"/>
              <p:cNvSpPr/>
              <p:nvPr/>
            </p:nvSpPr>
            <p:spPr>
              <a:xfrm>
                <a:off x="30961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h1104"/>
              <p:cNvSpPr/>
              <p:nvPr/>
            </p:nvSpPr>
            <p:spPr>
              <a:xfrm>
                <a:off x="31053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h1105"/>
              <p:cNvSpPr/>
              <p:nvPr/>
            </p:nvSpPr>
            <p:spPr>
              <a:xfrm>
                <a:off x="31146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h1106"/>
              <p:cNvSpPr/>
              <p:nvPr/>
            </p:nvSpPr>
            <p:spPr>
              <a:xfrm>
                <a:off x="31239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h1107"/>
              <p:cNvSpPr/>
              <p:nvPr/>
            </p:nvSpPr>
            <p:spPr>
              <a:xfrm>
                <a:off x="31331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h1108"/>
              <p:cNvSpPr/>
              <p:nvPr/>
            </p:nvSpPr>
            <p:spPr>
              <a:xfrm>
                <a:off x="31424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h1109"/>
              <p:cNvSpPr/>
              <p:nvPr/>
            </p:nvSpPr>
            <p:spPr>
              <a:xfrm>
                <a:off x="31516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h1110"/>
              <p:cNvSpPr/>
              <p:nvPr/>
            </p:nvSpPr>
            <p:spPr>
              <a:xfrm>
                <a:off x="31609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h1111"/>
              <p:cNvSpPr/>
              <p:nvPr/>
            </p:nvSpPr>
            <p:spPr>
              <a:xfrm>
                <a:off x="31702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h1112"/>
              <p:cNvSpPr/>
              <p:nvPr/>
            </p:nvSpPr>
            <p:spPr>
              <a:xfrm>
                <a:off x="31794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h1113"/>
              <p:cNvSpPr/>
              <p:nvPr/>
            </p:nvSpPr>
            <p:spPr>
              <a:xfrm>
                <a:off x="3188745" y="25503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609"/>
                    </a:lnTo>
                    <a:lnTo>
                      <a:pt x="922333" y="914400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h1114"/>
              <p:cNvSpPr/>
              <p:nvPr/>
            </p:nvSpPr>
            <p:spPr>
              <a:xfrm>
                <a:off x="3198008" y="2533079"/>
                <a:ext cx="923662" cy="92984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4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58"/>
                    </a:lnTo>
                    <a:lnTo>
                      <a:pt x="923251" y="917942"/>
                    </a:lnTo>
                    <a:lnTo>
                      <a:pt x="921491" y="920308"/>
                    </a:lnTo>
                    <a:lnTo>
                      <a:pt x="919741" y="922660"/>
                    </a:lnTo>
                    <a:lnTo>
                      <a:pt x="917992" y="925013"/>
                    </a:lnTo>
                    <a:lnTo>
                      <a:pt x="916243" y="927366"/>
                    </a:lnTo>
                    <a:lnTo>
                      <a:pt x="914495" y="929719"/>
                    </a:lnTo>
                    <a:lnTo>
                      <a:pt x="914400" y="92984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h1115"/>
              <p:cNvSpPr/>
              <p:nvPr/>
            </p:nvSpPr>
            <p:spPr>
              <a:xfrm>
                <a:off x="3207270" y="2533079"/>
                <a:ext cx="916478" cy="917358"/>
              </a:xfrm>
              <a:custGeom>
                <a:avLst/>
                <a:gdLst/>
                <a:ahLst/>
                <a:cxnLst/>
                <a:rect l="0" t="0" r="0" b="0"/>
                <a:pathLst>
                  <a:path w="916478" h="917358">
                    <a:moveTo>
                      <a:pt x="914400" y="914400"/>
                    </a:moveTo>
                    <a:lnTo>
                      <a:pt x="916478" y="914400"/>
                    </a:lnTo>
                    <a:lnTo>
                      <a:pt x="914400" y="91735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h1116"/>
              <p:cNvSpPr/>
              <p:nvPr/>
            </p:nvSpPr>
            <p:spPr>
              <a:xfrm>
                <a:off x="2419981" y="2515841"/>
                <a:ext cx="914400" cy="914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87">
                    <a:moveTo>
                      <a:pt x="914400" y="914400"/>
                    </a:moveTo>
                    <a:lnTo>
                      <a:pt x="914400" y="914787"/>
                    </a:lnTo>
                    <a:lnTo>
                      <a:pt x="914253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h1117"/>
              <p:cNvSpPr/>
              <p:nvPr/>
            </p:nvSpPr>
            <p:spPr>
              <a:xfrm>
                <a:off x="24199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381" y="931638"/>
                    </a:lnTo>
                    <a:lnTo>
                      <a:pt x="920784" y="930403"/>
                    </a:lnTo>
                    <a:lnTo>
                      <a:pt x="916694" y="920848"/>
                    </a:lnTo>
                    <a:lnTo>
                      <a:pt x="914400" y="914787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h1118"/>
              <p:cNvSpPr/>
              <p:nvPr/>
            </p:nvSpPr>
            <p:spPr>
              <a:xfrm>
                <a:off x="24292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h1119"/>
              <p:cNvSpPr/>
              <p:nvPr/>
            </p:nvSpPr>
            <p:spPr>
              <a:xfrm>
                <a:off x="24385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h1120"/>
              <p:cNvSpPr/>
              <p:nvPr/>
            </p:nvSpPr>
            <p:spPr>
              <a:xfrm>
                <a:off x="24477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h1121"/>
              <p:cNvSpPr/>
              <p:nvPr/>
            </p:nvSpPr>
            <p:spPr>
              <a:xfrm>
                <a:off x="24570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h1122"/>
              <p:cNvSpPr/>
              <p:nvPr/>
            </p:nvSpPr>
            <p:spPr>
              <a:xfrm>
                <a:off x="24662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h1123"/>
              <p:cNvSpPr/>
              <p:nvPr/>
            </p:nvSpPr>
            <p:spPr>
              <a:xfrm>
                <a:off x="247555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h1124"/>
              <p:cNvSpPr/>
              <p:nvPr/>
            </p:nvSpPr>
            <p:spPr>
              <a:xfrm>
                <a:off x="24848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h1125"/>
              <p:cNvSpPr/>
              <p:nvPr/>
            </p:nvSpPr>
            <p:spPr>
              <a:xfrm>
                <a:off x="24940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h1126"/>
              <p:cNvSpPr/>
              <p:nvPr/>
            </p:nvSpPr>
            <p:spPr>
              <a:xfrm>
                <a:off x="25033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h1127"/>
              <p:cNvSpPr/>
              <p:nvPr/>
            </p:nvSpPr>
            <p:spPr>
              <a:xfrm>
                <a:off x="25126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h1128"/>
              <p:cNvSpPr/>
              <p:nvPr/>
            </p:nvSpPr>
            <p:spPr>
              <a:xfrm>
                <a:off x="25218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h1129"/>
              <p:cNvSpPr/>
              <p:nvPr/>
            </p:nvSpPr>
            <p:spPr>
              <a:xfrm>
                <a:off x="25311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h1130"/>
              <p:cNvSpPr/>
              <p:nvPr/>
            </p:nvSpPr>
            <p:spPr>
              <a:xfrm>
                <a:off x="25403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h1131"/>
              <p:cNvSpPr/>
              <p:nvPr/>
            </p:nvSpPr>
            <p:spPr>
              <a:xfrm>
                <a:off x="25496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h1132"/>
              <p:cNvSpPr/>
              <p:nvPr/>
            </p:nvSpPr>
            <p:spPr>
              <a:xfrm>
                <a:off x="25589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h1133"/>
              <p:cNvSpPr/>
              <p:nvPr/>
            </p:nvSpPr>
            <p:spPr>
              <a:xfrm>
                <a:off x="25681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h1134"/>
              <p:cNvSpPr/>
              <p:nvPr/>
            </p:nvSpPr>
            <p:spPr>
              <a:xfrm>
                <a:off x="25774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h1135"/>
              <p:cNvSpPr/>
              <p:nvPr/>
            </p:nvSpPr>
            <p:spPr>
              <a:xfrm>
                <a:off x="25867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h1136"/>
              <p:cNvSpPr/>
              <p:nvPr/>
            </p:nvSpPr>
            <p:spPr>
              <a:xfrm>
                <a:off x="25959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h1137"/>
              <p:cNvSpPr/>
              <p:nvPr/>
            </p:nvSpPr>
            <p:spPr>
              <a:xfrm>
                <a:off x="26052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h1138"/>
              <p:cNvSpPr/>
              <p:nvPr/>
            </p:nvSpPr>
            <p:spPr>
              <a:xfrm>
                <a:off x="26144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h1139"/>
              <p:cNvSpPr/>
              <p:nvPr/>
            </p:nvSpPr>
            <p:spPr>
              <a:xfrm>
                <a:off x="26237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h1140"/>
              <p:cNvSpPr/>
              <p:nvPr/>
            </p:nvSpPr>
            <p:spPr>
              <a:xfrm>
                <a:off x="26330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h1141"/>
              <p:cNvSpPr/>
              <p:nvPr/>
            </p:nvSpPr>
            <p:spPr>
              <a:xfrm>
                <a:off x="26422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h1142"/>
              <p:cNvSpPr/>
              <p:nvPr/>
            </p:nvSpPr>
            <p:spPr>
              <a:xfrm>
                <a:off x="26515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h1143"/>
              <p:cNvSpPr/>
              <p:nvPr/>
            </p:nvSpPr>
            <p:spPr>
              <a:xfrm>
                <a:off x="26607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h1144"/>
              <p:cNvSpPr/>
              <p:nvPr/>
            </p:nvSpPr>
            <p:spPr>
              <a:xfrm>
                <a:off x="26700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h1145"/>
              <p:cNvSpPr/>
              <p:nvPr/>
            </p:nvSpPr>
            <p:spPr>
              <a:xfrm>
                <a:off x="26793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h1146"/>
              <p:cNvSpPr/>
              <p:nvPr/>
            </p:nvSpPr>
            <p:spPr>
              <a:xfrm>
                <a:off x="26885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h1147"/>
              <p:cNvSpPr/>
              <p:nvPr/>
            </p:nvSpPr>
            <p:spPr>
              <a:xfrm>
                <a:off x="26978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h1148"/>
              <p:cNvSpPr/>
              <p:nvPr/>
            </p:nvSpPr>
            <p:spPr>
              <a:xfrm>
                <a:off x="27071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h1149"/>
              <p:cNvSpPr/>
              <p:nvPr/>
            </p:nvSpPr>
            <p:spPr>
              <a:xfrm>
                <a:off x="27163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h1150"/>
              <p:cNvSpPr/>
              <p:nvPr/>
            </p:nvSpPr>
            <p:spPr>
              <a:xfrm>
                <a:off x="27256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h1151"/>
              <p:cNvSpPr/>
              <p:nvPr/>
            </p:nvSpPr>
            <p:spPr>
              <a:xfrm>
                <a:off x="27348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h1152"/>
              <p:cNvSpPr/>
              <p:nvPr/>
            </p:nvSpPr>
            <p:spPr>
              <a:xfrm>
                <a:off x="27441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h1153"/>
              <p:cNvSpPr/>
              <p:nvPr/>
            </p:nvSpPr>
            <p:spPr>
              <a:xfrm>
                <a:off x="27534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h1154"/>
              <p:cNvSpPr/>
              <p:nvPr/>
            </p:nvSpPr>
            <p:spPr>
              <a:xfrm>
                <a:off x="27626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h1155"/>
              <p:cNvSpPr/>
              <p:nvPr/>
            </p:nvSpPr>
            <p:spPr>
              <a:xfrm>
                <a:off x="277194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982">
                  <a:alpha val="100000"/>
                </a:srgbClr>
              </a:solidFill>
              <a:ln w="5420" cap="flat">
                <a:solidFill>
                  <a:srgbClr val="CA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h1156"/>
              <p:cNvSpPr/>
              <p:nvPr/>
            </p:nvSpPr>
            <p:spPr>
              <a:xfrm>
                <a:off x="27812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2">
                  <a:alpha val="100000"/>
                </a:srgbClr>
              </a:solidFill>
              <a:ln w="5420" cap="flat">
                <a:solidFill>
                  <a:srgbClr val="C9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h1157"/>
              <p:cNvSpPr/>
              <p:nvPr/>
            </p:nvSpPr>
            <p:spPr>
              <a:xfrm>
                <a:off x="279047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h1158"/>
              <p:cNvSpPr/>
              <p:nvPr/>
            </p:nvSpPr>
            <p:spPr>
              <a:xfrm>
                <a:off x="279973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h1159"/>
              <p:cNvSpPr/>
              <p:nvPr/>
            </p:nvSpPr>
            <p:spPr>
              <a:xfrm>
                <a:off x="280899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h1160"/>
              <p:cNvSpPr/>
              <p:nvPr/>
            </p:nvSpPr>
            <p:spPr>
              <a:xfrm>
                <a:off x="281825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h1161"/>
              <p:cNvSpPr/>
              <p:nvPr/>
            </p:nvSpPr>
            <p:spPr>
              <a:xfrm>
                <a:off x="282751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h1162"/>
              <p:cNvSpPr/>
              <p:nvPr/>
            </p:nvSpPr>
            <p:spPr>
              <a:xfrm>
                <a:off x="28367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h1163"/>
              <p:cNvSpPr/>
              <p:nvPr/>
            </p:nvSpPr>
            <p:spPr>
              <a:xfrm>
                <a:off x="28460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h1164"/>
              <p:cNvSpPr/>
              <p:nvPr/>
            </p:nvSpPr>
            <p:spPr>
              <a:xfrm>
                <a:off x="28553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h1165"/>
              <p:cNvSpPr/>
              <p:nvPr/>
            </p:nvSpPr>
            <p:spPr>
              <a:xfrm>
                <a:off x="28645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h1166"/>
              <p:cNvSpPr/>
              <p:nvPr/>
            </p:nvSpPr>
            <p:spPr>
              <a:xfrm>
                <a:off x="28738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h1167"/>
              <p:cNvSpPr/>
              <p:nvPr/>
            </p:nvSpPr>
            <p:spPr>
              <a:xfrm>
                <a:off x="28830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h1168"/>
              <p:cNvSpPr/>
              <p:nvPr/>
            </p:nvSpPr>
            <p:spPr>
              <a:xfrm>
                <a:off x="289235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h1169"/>
              <p:cNvSpPr/>
              <p:nvPr/>
            </p:nvSpPr>
            <p:spPr>
              <a:xfrm>
                <a:off x="29016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h1170"/>
              <p:cNvSpPr/>
              <p:nvPr/>
            </p:nvSpPr>
            <p:spPr>
              <a:xfrm>
                <a:off x="29108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h1171"/>
              <p:cNvSpPr/>
              <p:nvPr/>
            </p:nvSpPr>
            <p:spPr>
              <a:xfrm>
                <a:off x="29201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h1172"/>
              <p:cNvSpPr/>
              <p:nvPr/>
            </p:nvSpPr>
            <p:spPr>
              <a:xfrm>
                <a:off x="29294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h1173"/>
              <p:cNvSpPr/>
              <p:nvPr/>
            </p:nvSpPr>
            <p:spPr>
              <a:xfrm>
                <a:off x="29386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h1174"/>
              <p:cNvSpPr/>
              <p:nvPr/>
            </p:nvSpPr>
            <p:spPr>
              <a:xfrm>
                <a:off x="29479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h1175"/>
              <p:cNvSpPr/>
              <p:nvPr/>
            </p:nvSpPr>
            <p:spPr>
              <a:xfrm>
                <a:off x="29571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h1176"/>
              <p:cNvSpPr/>
              <p:nvPr/>
            </p:nvSpPr>
            <p:spPr>
              <a:xfrm>
                <a:off x="29664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h1177"/>
              <p:cNvSpPr/>
              <p:nvPr/>
            </p:nvSpPr>
            <p:spPr>
              <a:xfrm>
                <a:off x="29757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h1178"/>
              <p:cNvSpPr/>
              <p:nvPr/>
            </p:nvSpPr>
            <p:spPr>
              <a:xfrm>
                <a:off x="29849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h1179"/>
              <p:cNvSpPr/>
              <p:nvPr/>
            </p:nvSpPr>
            <p:spPr>
              <a:xfrm>
                <a:off x="29942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h1180"/>
              <p:cNvSpPr/>
              <p:nvPr/>
            </p:nvSpPr>
            <p:spPr>
              <a:xfrm>
                <a:off x="30035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h1181"/>
              <p:cNvSpPr/>
              <p:nvPr/>
            </p:nvSpPr>
            <p:spPr>
              <a:xfrm>
                <a:off x="30127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h1182"/>
              <p:cNvSpPr/>
              <p:nvPr/>
            </p:nvSpPr>
            <p:spPr>
              <a:xfrm>
                <a:off x="30220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h1183"/>
              <p:cNvSpPr/>
              <p:nvPr/>
            </p:nvSpPr>
            <p:spPr>
              <a:xfrm>
                <a:off x="30312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h1184"/>
              <p:cNvSpPr/>
              <p:nvPr/>
            </p:nvSpPr>
            <p:spPr>
              <a:xfrm>
                <a:off x="30405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h1185"/>
              <p:cNvSpPr/>
              <p:nvPr/>
            </p:nvSpPr>
            <p:spPr>
              <a:xfrm>
                <a:off x="30498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h1186"/>
              <p:cNvSpPr/>
              <p:nvPr/>
            </p:nvSpPr>
            <p:spPr>
              <a:xfrm>
                <a:off x="30590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h1187"/>
              <p:cNvSpPr/>
              <p:nvPr/>
            </p:nvSpPr>
            <p:spPr>
              <a:xfrm>
                <a:off x="30683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h1188"/>
              <p:cNvSpPr/>
              <p:nvPr/>
            </p:nvSpPr>
            <p:spPr>
              <a:xfrm>
                <a:off x="30775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h1189"/>
              <p:cNvSpPr/>
              <p:nvPr/>
            </p:nvSpPr>
            <p:spPr>
              <a:xfrm>
                <a:off x="30868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h1190"/>
              <p:cNvSpPr/>
              <p:nvPr/>
            </p:nvSpPr>
            <p:spPr>
              <a:xfrm>
                <a:off x="30961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h1191"/>
              <p:cNvSpPr/>
              <p:nvPr/>
            </p:nvSpPr>
            <p:spPr>
              <a:xfrm>
                <a:off x="31053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h1192"/>
              <p:cNvSpPr/>
              <p:nvPr/>
            </p:nvSpPr>
            <p:spPr>
              <a:xfrm>
                <a:off x="31146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h1193"/>
              <p:cNvSpPr/>
              <p:nvPr/>
            </p:nvSpPr>
            <p:spPr>
              <a:xfrm>
                <a:off x="31239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h1194"/>
              <p:cNvSpPr/>
              <p:nvPr/>
            </p:nvSpPr>
            <p:spPr>
              <a:xfrm>
                <a:off x="31331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h1195"/>
              <p:cNvSpPr/>
              <p:nvPr/>
            </p:nvSpPr>
            <p:spPr>
              <a:xfrm>
                <a:off x="31424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h1196"/>
              <p:cNvSpPr/>
              <p:nvPr/>
            </p:nvSpPr>
            <p:spPr>
              <a:xfrm>
                <a:off x="31516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h1197"/>
              <p:cNvSpPr/>
              <p:nvPr/>
            </p:nvSpPr>
            <p:spPr>
              <a:xfrm>
                <a:off x="31609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h1198"/>
              <p:cNvSpPr/>
              <p:nvPr/>
            </p:nvSpPr>
            <p:spPr>
              <a:xfrm>
                <a:off x="31702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h1199"/>
              <p:cNvSpPr/>
              <p:nvPr/>
            </p:nvSpPr>
            <p:spPr>
              <a:xfrm>
                <a:off x="31794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h1200"/>
              <p:cNvSpPr/>
              <p:nvPr/>
            </p:nvSpPr>
            <p:spPr>
              <a:xfrm>
                <a:off x="318874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h1201"/>
              <p:cNvSpPr/>
              <p:nvPr/>
            </p:nvSpPr>
            <p:spPr>
              <a:xfrm>
                <a:off x="31980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h1202"/>
              <p:cNvSpPr/>
              <p:nvPr/>
            </p:nvSpPr>
            <p:spPr>
              <a:xfrm>
                <a:off x="3207270" y="25330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334"/>
                    </a:lnTo>
                    <a:lnTo>
                      <a:pt x="923552" y="903530"/>
                    </a:lnTo>
                    <a:lnTo>
                      <a:pt x="918878" y="910982"/>
                    </a:lnTo>
                    <a:lnTo>
                      <a:pt x="916478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h1203"/>
              <p:cNvSpPr/>
              <p:nvPr/>
            </p:nvSpPr>
            <p:spPr>
              <a:xfrm>
                <a:off x="3216532" y="2515841"/>
                <a:ext cx="917863" cy="920572"/>
              </a:xfrm>
              <a:custGeom>
                <a:avLst/>
                <a:gdLst/>
                <a:ahLst/>
                <a:cxnLst/>
                <a:rect l="0" t="0" r="0" b="0"/>
                <a:pathLst>
                  <a:path w="917863" h="920572">
                    <a:moveTo>
                      <a:pt x="914399" y="914400"/>
                    </a:moveTo>
                    <a:lnTo>
                      <a:pt x="917863" y="914400"/>
                    </a:lnTo>
                    <a:lnTo>
                      <a:pt x="914399" y="920572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h1204"/>
              <p:cNvSpPr/>
              <p:nvPr/>
            </p:nvSpPr>
            <p:spPr>
              <a:xfrm>
                <a:off x="2419981" y="24986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253" y="931638"/>
                    </a:lnTo>
                    <a:lnTo>
                      <a:pt x="912913" y="928100"/>
                    </a:lnTo>
                    <a:lnTo>
                      <a:pt x="912092" y="925788"/>
                    </a:lnTo>
                    <a:lnTo>
                      <a:pt x="911276" y="923491"/>
                    </a:lnTo>
                    <a:lnTo>
                      <a:pt x="910459" y="921194"/>
                    </a:lnTo>
                    <a:lnTo>
                      <a:pt x="909642" y="918897"/>
                    </a:lnTo>
                    <a:lnTo>
                      <a:pt x="908825" y="916600"/>
                    </a:lnTo>
                    <a:lnTo>
                      <a:pt x="908042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h1205"/>
              <p:cNvSpPr/>
              <p:nvPr/>
            </p:nvSpPr>
            <p:spPr>
              <a:xfrm>
                <a:off x="24199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h1206"/>
              <p:cNvSpPr/>
              <p:nvPr/>
            </p:nvSpPr>
            <p:spPr>
              <a:xfrm>
                <a:off x="24292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h1207"/>
              <p:cNvSpPr/>
              <p:nvPr/>
            </p:nvSpPr>
            <p:spPr>
              <a:xfrm>
                <a:off x="24385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h1208"/>
              <p:cNvSpPr/>
              <p:nvPr/>
            </p:nvSpPr>
            <p:spPr>
              <a:xfrm>
                <a:off x="24477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h1209"/>
              <p:cNvSpPr/>
              <p:nvPr/>
            </p:nvSpPr>
            <p:spPr>
              <a:xfrm>
                <a:off x="24570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h1210"/>
              <p:cNvSpPr/>
              <p:nvPr/>
            </p:nvSpPr>
            <p:spPr>
              <a:xfrm>
                <a:off x="24662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h1211"/>
              <p:cNvSpPr/>
              <p:nvPr/>
            </p:nvSpPr>
            <p:spPr>
              <a:xfrm>
                <a:off x="247555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h1212"/>
              <p:cNvSpPr/>
              <p:nvPr/>
            </p:nvSpPr>
            <p:spPr>
              <a:xfrm>
                <a:off x="24848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h1213"/>
              <p:cNvSpPr/>
              <p:nvPr/>
            </p:nvSpPr>
            <p:spPr>
              <a:xfrm>
                <a:off x="24940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h1214"/>
              <p:cNvSpPr/>
              <p:nvPr/>
            </p:nvSpPr>
            <p:spPr>
              <a:xfrm>
                <a:off x="25033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h1215"/>
              <p:cNvSpPr/>
              <p:nvPr/>
            </p:nvSpPr>
            <p:spPr>
              <a:xfrm>
                <a:off x="25126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h1216"/>
              <p:cNvSpPr/>
              <p:nvPr/>
            </p:nvSpPr>
            <p:spPr>
              <a:xfrm>
                <a:off x="25218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h1217"/>
              <p:cNvSpPr/>
              <p:nvPr/>
            </p:nvSpPr>
            <p:spPr>
              <a:xfrm>
                <a:off x="25311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h1218"/>
              <p:cNvSpPr/>
              <p:nvPr/>
            </p:nvSpPr>
            <p:spPr>
              <a:xfrm>
                <a:off x="25403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h1219"/>
              <p:cNvSpPr/>
              <p:nvPr/>
            </p:nvSpPr>
            <p:spPr>
              <a:xfrm>
                <a:off x="25496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h1220"/>
              <p:cNvSpPr/>
              <p:nvPr/>
            </p:nvSpPr>
            <p:spPr>
              <a:xfrm>
                <a:off x="25589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h1221"/>
              <p:cNvSpPr/>
              <p:nvPr/>
            </p:nvSpPr>
            <p:spPr>
              <a:xfrm>
                <a:off x="25681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h1222"/>
              <p:cNvSpPr/>
              <p:nvPr/>
            </p:nvSpPr>
            <p:spPr>
              <a:xfrm>
                <a:off x="25774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h1223"/>
              <p:cNvSpPr/>
              <p:nvPr/>
            </p:nvSpPr>
            <p:spPr>
              <a:xfrm>
                <a:off x="25867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h1224"/>
              <p:cNvSpPr/>
              <p:nvPr/>
            </p:nvSpPr>
            <p:spPr>
              <a:xfrm>
                <a:off x="25959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h1225"/>
              <p:cNvSpPr/>
              <p:nvPr/>
            </p:nvSpPr>
            <p:spPr>
              <a:xfrm>
                <a:off x="26052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h1226"/>
              <p:cNvSpPr/>
              <p:nvPr/>
            </p:nvSpPr>
            <p:spPr>
              <a:xfrm>
                <a:off x="26144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h1227"/>
              <p:cNvSpPr/>
              <p:nvPr/>
            </p:nvSpPr>
            <p:spPr>
              <a:xfrm>
                <a:off x="26237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h1228"/>
              <p:cNvSpPr/>
              <p:nvPr/>
            </p:nvSpPr>
            <p:spPr>
              <a:xfrm>
                <a:off x="26330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h1229"/>
              <p:cNvSpPr/>
              <p:nvPr/>
            </p:nvSpPr>
            <p:spPr>
              <a:xfrm>
                <a:off x="26422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h1230"/>
              <p:cNvSpPr/>
              <p:nvPr/>
            </p:nvSpPr>
            <p:spPr>
              <a:xfrm>
                <a:off x="26515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h1231"/>
              <p:cNvSpPr/>
              <p:nvPr/>
            </p:nvSpPr>
            <p:spPr>
              <a:xfrm>
                <a:off x="26607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h1232"/>
              <p:cNvSpPr/>
              <p:nvPr/>
            </p:nvSpPr>
            <p:spPr>
              <a:xfrm>
                <a:off x="26700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h1233"/>
              <p:cNvSpPr/>
              <p:nvPr/>
            </p:nvSpPr>
            <p:spPr>
              <a:xfrm>
                <a:off x="26793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h1234"/>
              <p:cNvSpPr/>
              <p:nvPr/>
            </p:nvSpPr>
            <p:spPr>
              <a:xfrm>
                <a:off x="26885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h1235"/>
              <p:cNvSpPr/>
              <p:nvPr/>
            </p:nvSpPr>
            <p:spPr>
              <a:xfrm>
                <a:off x="26978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h1236"/>
              <p:cNvSpPr/>
              <p:nvPr/>
            </p:nvSpPr>
            <p:spPr>
              <a:xfrm>
                <a:off x="27071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h1237"/>
              <p:cNvSpPr/>
              <p:nvPr/>
            </p:nvSpPr>
            <p:spPr>
              <a:xfrm>
                <a:off x="27163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h1238"/>
              <p:cNvSpPr/>
              <p:nvPr/>
            </p:nvSpPr>
            <p:spPr>
              <a:xfrm>
                <a:off x="27256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h1239"/>
              <p:cNvSpPr/>
              <p:nvPr/>
            </p:nvSpPr>
            <p:spPr>
              <a:xfrm>
                <a:off x="27348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h1240"/>
              <p:cNvSpPr/>
              <p:nvPr/>
            </p:nvSpPr>
            <p:spPr>
              <a:xfrm>
                <a:off x="27441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h1241"/>
              <p:cNvSpPr/>
              <p:nvPr/>
            </p:nvSpPr>
            <p:spPr>
              <a:xfrm>
                <a:off x="27534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h1242"/>
              <p:cNvSpPr/>
              <p:nvPr/>
            </p:nvSpPr>
            <p:spPr>
              <a:xfrm>
                <a:off x="27626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h1243"/>
              <p:cNvSpPr/>
              <p:nvPr/>
            </p:nvSpPr>
            <p:spPr>
              <a:xfrm>
                <a:off x="277194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h1244"/>
              <p:cNvSpPr/>
              <p:nvPr/>
            </p:nvSpPr>
            <p:spPr>
              <a:xfrm>
                <a:off x="27812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h1245"/>
              <p:cNvSpPr/>
              <p:nvPr/>
            </p:nvSpPr>
            <p:spPr>
              <a:xfrm>
                <a:off x="27904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h1246"/>
              <p:cNvSpPr/>
              <p:nvPr/>
            </p:nvSpPr>
            <p:spPr>
              <a:xfrm>
                <a:off x="279973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h1247"/>
              <p:cNvSpPr/>
              <p:nvPr/>
            </p:nvSpPr>
            <p:spPr>
              <a:xfrm>
                <a:off x="280899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h1248"/>
              <p:cNvSpPr/>
              <p:nvPr/>
            </p:nvSpPr>
            <p:spPr>
              <a:xfrm>
                <a:off x="281825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h1249"/>
              <p:cNvSpPr/>
              <p:nvPr/>
            </p:nvSpPr>
            <p:spPr>
              <a:xfrm>
                <a:off x="282751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h1250"/>
              <p:cNvSpPr/>
              <p:nvPr/>
            </p:nvSpPr>
            <p:spPr>
              <a:xfrm>
                <a:off x="28367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h1251"/>
              <p:cNvSpPr/>
              <p:nvPr/>
            </p:nvSpPr>
            <p:spPr>
              <a:xfrm>
                <a:off x="28460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h1252"/>
              <p:cNvSpPr/>
              <p:nvPr/>
            </p:nvSpPr>
            <p:spPr>
              <a:xfrm>
                <a:off x="28553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h1253"/>
              <p:cNvSpPr/>
              <p:nvPr/>
            </p:nvSpPr>
            <p:spPr>
              <a:xfrm>
                <a:off x="28645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h1254"/>
              <p:cNvSpPr/>
              <p:nvPr/>
            </p:nvSpPr>
            <p:spPr>
              <a:xfrm>
                <a:off x="28738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h1255"/>
              <p:cNvSpPr/>
              <p:nvPr/>
            </p:nvSpPr>
            <p:spPr>
              <a:xfrm>
                <a:off x="28830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h1256"/>
              <p:cNvSpPr/>
              <p:nvPr/>
            </p:nvSpPr>
            <p:spPr>
              <a:xfrm>
                <a:off x="289235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h1257"/>
              <p:cNvSpPr/>
              <p:nvPr/>
            </p:nvSpPr>
            <p:spPr>
              <a:xfrm>
                <a:off x="29016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h1258"/>
              <p:cNvSpPr/>
              <p:nvPr/>
            </p:nvSpPr>
            <p:spPr>
              <a:xfrm>
                <a:off x="29108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h1259"/>
              <p:cNvSpPr/>
              <p:nvPr/>
            </p:nvSpPr>
            <p:spPr>
              <a:xfrm>
                <a:off x="29201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h1260"/>
              <p:cNvSpPr/>
              <p:nvPr/>
            </p:nvSpPr>
            <p:spPr>
              <a:xfrm>
                <a:off x="29294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h1261"/>
              <p:cNvSpPr/>
              <p:nvPr/>
            </p:nvSpPr>
            <p:spPr>
              <a:xfrm>
                <a:off x="29386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h1262"/>
              <p:cNvSpPr/>
              <p:nvPr/>
            </p:nvSpPr>
            <p:spPr>
              <a:xfrm>
                <a:off x="29479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h1263"/>
              <p:cNvSpPr/>
              <p:nvPr/>
            </p:nvSpPr>
            <p:spPr>
              <a:xfrm>
                <a:off x="29571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h1264"/>
              <p:cNvSpPr/>
              <p:nvPr/>
            </p:nvSpPr>
            <p:spPr>
              <a:xfrm>
                <a:off x="29664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h1265"/>
              <p:cNvSpPr/>
              <p:nvPr/>
            </p:nvSpPr>
            <p:spPr>
              <a:xfrm>
                <a:off x="29757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h1266"/>
              <p:cNvSpPr/>
              <p:nvPr/>
            </p:nvSpPr>
            <p:spPr>
              <a:xfrm>
                <a:off x="29849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h1267"/>
              <p:cNvSpPr/>
              <p:nvPr/>
            </p:nvSpPr>
            <p:spPr>
              <a:xfrm>
                <a:off x="29942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h1268"/>
              <p:cNvSpPr/>
              <p:nvPr/>
            </p:nvSpPr>
            <p:spPr>
              <a:xfrm>
                <a:off x="30035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h1269"/>
              <p:cNvSpPr/>
              <p:nvPr/>
            </p:nvSpPr>
            <p:spPr>
              <a:xfrm>
                <a:off x="30127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h1270"/>
              <p:cNvSpPr/>
              <p:nvPr/>
            </p:nvSpPr>
            <p:spPr>
              <a:xfrm>
                <a:off x="30220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h1271"/>
              <p:cNvSpPr/>
              <p:nvPr/>
            </p:nvSpPr>
            <p:spPr>
              <a:xfrm>
                <a:off x="30312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h1272"/>
              <p:cNvSpPr/>
              <p:nvPr/>
            </p:nvSpPr>
            <p:spPr>
              <a:xfrm>
                <a:off x="30405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h1273"/>
              <p:cNvSpPr/>
              <p:nvPr/>
            </p:nvSpPr>
            <p:spPr>
              <a:xfrm>
                <a:off x="30498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h1274"/>
              <p:cNvSpPr/>
              <p:nvPr/>
            </p:nvSpPr>
            <p:spPr>
              <a:xfrm>
                <a:off x="30590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h1275"/>
              <p:cNvSpPr/>
              <p:nvPr/>
            </p:nvSpPr>
            <p:spPr>
              <a:xfrm>
                <a:off x="30683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h1276"/>
              <p:cNvSpPr/>
              <p:nvPr/>
            </p:nvSpPr>
            <p:spPr>
              <a:xfrm>
                <a:off x="30775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h1277"/>
              <p:cNvSpPr/>
              <p:nvPr/>
            </p:nvSpPr>
            <p:spPr>
              <a:xfrm>
                <a:off x="30868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h1278"/>
              <p:cNvSpPr/>
              <p:nvPr/>
            </p:nvSpPr>
            <p:spPr>
              <a:xfrm>
                <a:off x="30961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h1279"/>
              <p:cNvSpPr/>
              <p:nvPr/>
            </p:nvSpPr>
            <p:spPr>
              <a:xfrm>
                <a:off x="31053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h1280"/>
              <p:cNvSpPr/>
              <p:nvPr/>
            </p:nvSpPr>
            <p:spPr>
              <a:xfrm>
                <a:off x="31146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h1281"/>
              <p:cNvSpPr/>
              <p:nvPr/>
            </p:nvSpPr>
            <p:spPr>
              <a:xfrm>
                <a:off x="31239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h1282"/>
              <p:cNvSpPr/>
              <p:nvPr/>
            </p:nvSpPr>
            <p:spPr>
              <a:xfrm>
                <a:off x="31331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h1283"/>
              <p:cNvSpPr/>
              <p:nvPr/>
            </p:nvSpPr>
            <p:spPr>
              <a:xfrm>
                <a:off x="31424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h1284"/>
              <p:cNvSpPr/>
              <p:nvPr/>
            </p:nvSpPr>
            <p:spPr>
              <a:xfrm>
                <a:off x="31516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h1285"/>
              <p:cNvSpPr/>
              <p:nvPr/>
            </p:nvSpPr>
            <p:spPr>
              <a:xfrm>
                <a:off x="31609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h1286"/>
              <p:cNvSpPr/>
              <p:nvPr/>
            </p:nvSpPr>
            <p:spPr>
              <a:xfrm>
                <a:off x="31702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h1287"/>
              <p:cNvSpPr/>
              <p:nvPr/>
            </p:nvSpPr>
            <p:spPr>
              <a:xfrm>
                <a:off x="31794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h1288"/>
              <p:cNvSpPr/>
              <p:nvPr/>
            </p:nvSpPr>
            <p:spPr>
              <a:xfrm>
                <a:off x="318874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h1289"/>
              <p:cNvSpPr/>
              <p:nvPr/>
            </p:nvSpPr>
            <p:spPr>
              <a:xfrm>
                <a:off x="31980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h1290"/>
              <p:cNvSpPr/>
              <p:nvPr/>
            </p:nvSpPr>
            <p:spPr>
              <a:xfrm>
                <a:off x="32072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h1291"/>
              <p:cNvSpPr/>
              <p:nvPr/>
            </p:nvSpPr>
            <p:spPr>
              <a:xfrm>
                <a:off x="3216532" y="25158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3662" y="897161"/>
                    </a:lnTo>
                    <a:lnTo>
                      <a:pt x="923662" y="902864"/>
                    </a:lnTo>
                    <a:lnTo>
                      <a:pt x="922937" y="904476"/>
                    </a:lnTo>
                    <a:lnTo>
                      <a:pt x="918735" y="912845"/>
                    </a:lnTo>
                    <a:lnTo>
                      <a:pt x="917863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h1292"/>
              <p:cNvSpPr/>
              <p:nvPr/>
            </p:nvSpPr>
            <p:spPr>
              <a:xfrm>
                <a:off x="3225794" y="2498602"/>
                <a:ext cx="916961" cy="920102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20102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4400" y="920102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h1293"/>
              <p:cNvSpPr/>
              <p:nvPr/>
            </p:nvSpPr>
            <p:spPr>
              <a:xfrm>
                <a:off x="2410719" y="2481364"/>
                <a:ext cx="914400" cy="9258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34">
                    <a:moveTo>
                      <a:pt x="914400" y="914400"/>
                    </a:moveTo>
                    <a:lnTo>
                      <a:pt x="914400" y="925834"/>
                    </a:lnTo>
                    <a:lnTo>
                      <a:pt x="913777" y="924734"/>
                    </a:lnTo>
                    <a:lnTo>
                      <a:pt x="909801" y="916931"/>
                    </a:lnTo>
                    <a:lnTo>
                      <a:pt x="908639" y="914400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h1294"/>
              <p:cNvSpPr/>
              <p:nvPr/>
            </p:nvSpPr>
            <p:spPr>
              <a:xfrm>
                <a:off x="24107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270" y="931542"/>
                    </a:lnTo>
                    <a:lnTo>
                      <a:pt x="916662" y="929835"/>
                    </a:lnTo>
                    <a:lnTo>
                      <a:pt x="914400" y="925834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h1295"/>
              <p:cNvSpPr/>
              <p:nvPr/>
            </p:nvSpPr>
            <p:spPr>
              <a:xfrm>
                <a:off x="24199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h1296"/>
              <p:cNvSpPr/>
              <p:nvPr/>
            </p:nvSpPr>
            <p:spPr>
              <a:xfrm>
                <a:off x="24292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h1297"/>
              <p:cNvSpPr/>
              <p:nvPr/>
            </p:nvSpPr>
            <p:spPr>
              <a:xfrm>
                <a:off x="24385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h1298"/>
              <p:cNvSpPr/>
              <p:nvPr/>
            </p:nvSpPr>
            <p:spPr>
              <a:xfrm>
                <a:off x="24477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h1299"/>
              <p:cNvSpPr/>
              <p:nvPr/>
            </p:nvSpPr>
            <p:spPr>
              <a:xfrm>
                <a:off x="24570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h1300"/>
              <p:cNvSpPr/>
              <p:nvPr/>
            </p:nvSpPr>
            <p:spPr>
              <a:xfrm>
                <a:off x="24662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h1301"/>
              <p:cNvSpPr/>
              <p:nvPr/>
            </p:nvSpPr>
            <p:spPr>
              <a:xfrm>
                <a:off x="247555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h1302"/>
              <p:cNvSpPr/>
              <p:nvPr/>
            </p:nvSpPr>
            <p:spPr>
              <a:xfrm>
                <a:off x="24848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h1303"/>
              <p:cNvSpPr/>
              <p:nvPr/>
            </p:nvSpPr>
            <p:spPr>
              <a:xfrm>
                <a:off x="24940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h1304"/>
              <p:cNvSpPr/>
              <p:nvPr/>
            </p:nvSpPr>
            <p:spPr>
              <a:xfrm>
                <a:off x="25033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h1305"/>
              <p:cNvSpPr/>
              <p:nvPr/>
            </p:nvSpPr>
            <p:spPr>
              <a:xfrm>
                <a:off x="25126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h1306"/>
              <p:cNvSpPr/>
              <p:nvPr/>
            </p:nvSpPr>
            <p:spPr>
              <a:xfrm>
                <a:off x="25218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h1307"/>
              <p:cNvSpPr/>
              <p:nvPr/>
            </p:nvSpPr>
            <p:spPr>
              <a:xfrm>
                <a:off x="25311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h1308"/>
              <p:cNvSpPr/>
              <p:nvPr/>
            </p:nvSpPr>
            <p:spPr>
              <a:xfrm>
                <a:off x="25403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h1309"/>
              <p:cNvSpPr/>
              <p:nvPr/>
            </p:nvSpPr>
            <p:spPr>
              <a:xfrm>
                <a:off x="25496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h1310"/>
              <p:cNvSpPr/>
              <p:nvPr/>
            </p:nvSpPr>
            <p:spPr>
              <a:xfrm>
                <a:off x="25589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h1311"/>
              <p:cNvSpPr/>
              <p:nvPr/>
            </p:nvSpPr>
            <p:spPr>
              <a:xfrm>
                <a:off x="25681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h1312"/>
              <p:cNvSpPr/>
              <p:nvPr/>
            </p:nvSpPr>
            <p:spPr>
              <a:xfrm>
                <a:off x="25774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h1313"/>
              <p:cNvSpPr/>
              <p:nvPr/>
            </p:nvSpPr>
            <p:spPr>
              <a:xfrm>
                <a:off x="25867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h1314"/>
              <p:cNvSpPr/>
              <p:nvPr/>
            </p:nvSpPr>
            <p:spPr>
              <a:xfrm>
                <a:off x="25959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h1315"/>
              <p:cNvSpPr/>
              <p:nvPr/>
            </p:nvSpPr>
            <p:spPr>
              <a:xfrm>
                <a:off x="26052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h1316"/>
              <p:cNvSpPr/>
              <p:nvPr/>
            </p:nvSpPr>
            <p:spPr>
              <a:xfrm>
                <a:off x="26144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h1317"/>
              <p:cNvSpPr/>
              <p:nvPr/>
            </p:nvSpPr>
            <p:spPr>
              <a:xfrm>
                <a:off x="26237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h1318"/>
              <p:cNvSpPr/>
              <p:nvPr/>
            </p:nvSpPr>
            <p:spPr>
              <a:xfrm>
                <a:off x="26330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h1319"/>
              <p:cNvSpPr/>
              <p:nvPr/>
            </p:nvSpPr>
            <p:spPr>
              <a:xfrm>
                <a:off x="26422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h1320"/>
              <p:cNvSpPr/>
              <p:nvPr/>
            </p:nvSpPr>
            <p:spPr>
              <a:xfrm>
                <a:off x="26515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h1321"/>
              <p:cNvSpPr/>
              <p:nvPr/>
            </p:nvSpPr>
            <p:spPr>
              <a:xfrm>
                <a:off x="26607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h1322"/>
              <p:cNvSpPr/>
              <p:nvPr/>
            </p:nvSpPr>
            <p:spPr>
              <a:xfrm>
                <a:off x="26700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h1323"/>
              <p:cNvSpPr/>
              <p:nvPr/>
            </p:nvSpPr>
            <p:spPr>
              <a:xfrm>
                <a:off x="26793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h1324"/>
              <p:cNvSpPr/>
              <p:nvPr/>
            </p:nvSpPr>
            <p:spPr>
              <a:xfrm>
                <a:off x="26885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h1325"/>
              <p:cNvSpPr/>
              <p:nvPr/>
            </p:nvSpPr>
            <p:spPr>
              <a:xfrm>
                <a:off x="26978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h1326"/>
              <p:cNvSpPr/>
              <p:nvPr/>
            </p:nvSpPr>
            <p:spPr>
              <a:xfrm>
                <a:off x="27071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h1327"/>
              <p:cNvSpPr/>
              <p:nvPr/>
            </p:nvSpPr>
            <p:spPr>
              <a:xfrm>
                <a:off x="27163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h1328"/>
              <p:cNvSpPr/>
              <p:nvPr/>
            </p:nvSpPr>
            <p:spPr>
              <a:xfrm>
                <a:off x="27256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h1329"/>
              <p:cNvSpPr/>
              <p:nvPr/>
            </p:nvSpPr>
            <p:spPr>
              <a:xfrm>
                <a:off x="27348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h1330"/>
              <p:cNvSpPr/>
              <p:nvPr/>
            </p:nvSpPr>
            <p:spPr>
              <a:xfrm>
                <a:off x="27441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h1331"/>
              <p:cNvSpPr/>
              <p:nvPr/>
            </p:nvSpPr>
            <p:spPr>
              <a:xfrm>
                <a:off x="27534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h1332"/>
              <p:cNvSpPr/>
              <p:nvPr/>
            </p:nvSpPr>
            <p:spPr>
              <a:xfrm>
                <a:off x="27626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h1333"/>
              <p:cNvSpPr/>
              <p:nvPr/>
            </p:nvSpPr>
            <p:spPr>
              <a:xfrm>
                <a:off x="277194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h1334"/>
              <p:cNvSpPr/>
              <p:nvPr/>
            </p:nvSpPr>
            <p:spPr>
              <a:xfrm>
                <a:off x="27812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h1335"/>
              <p:cNvSpPr/>
              <p:nvPr/>
            </p:nvSpPr>
            <p:spPr>
              <a:xfrm>
                <a:off x="27904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h1336"/>
              <p:cNvSpPr/>
              <p:nvPr/>
            </p:nvSpPr>
            <p:spPr>
              <a:xfrm>
                <a:off x="27997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h1337"/>
              <p:cNvSpPr/>
              <p:nvPr/>
            </p:nvSpPr>
            <p:spPr>
              <a:xfrm>
                <a:off x="280899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h1338"/>
              <p:cNvSpPr/>
              <p:nvPr/>
            </p:nvSpPr>
            <p:spPr>
              <a:xfrm>
                <a:off x="281825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h1339"/>
              <p:cNvSpPr/>
              <p:nvPr/>
            </p:nvSpPr>
            <p:spPr>
              <a:xfrm>
                <a:off x="28275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h1340"/>
              <p:cNvSpPr/>
              <p:nvPr/>
            </p:nvSpPr>
            <p:spPr>
              <a:xfrm>
                <a:off x="28367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h1341"/>
              <p:cNvSpPr/>
              <p:nvPr/>
            </p:nvSpPr>
            <p:spPr>
              <a:xfrm>
                <a:off x="28460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h1342"/>
              <p:cNvSpPr/>
              <p:nvPr/>
            </p:nvSpPr>
            <p:spPr>
              <a:xfrm>
                <a:off x="28553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h1343"/>
              <p:cNvSpPr/>
              <p:nvPr/>
            </p:nvSpPr>
            <p:spPr>
              <a:xfrm>
                <a:off x="28645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h1344"/>
              <p:cNvSpPr/>
              <p:nvPr/>
            </p:nvSpPr>
            <p:spPr>
              <a:xfrm>
                <a:off x="28738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h1345"/>
              <p:cNvSpPr/>
              <p:nvPr/>
            </p:nvSpPr>
            <p:spPr>
              <a:xfrm>
                <a:off x="28830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h1346"/>
              <p:cNvSpPr/>
              <p:nvPr/>
            </p:nvSpPr>
            <p:spPr>
              <a:xfrm>
                <a:off x="289235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h1347"/>
              <p:cNvSpPr/>
              <p:nvPr/>
            </p:nvSpPr>
            <p:spPr>
              <a:xfrm>
                <a:off x="29016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h1348"/>
              <p:cNvSpPr/>
              <p:nvPr/>
            </p:nvSpPr>
            <p:spPr>
              <a:xfrm>
                <a:off x="29108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h1349"/>
              <p:cNvSpPr/>
              <p:nvPr/>
            </p:nvSpPr>
            <p:spPr>
              <a:xfrm>
                <a:off x="29201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h1350"/>
              <p:cNvSpPr/>
              <p:nvPr/>
            </p:nvSpPr>
            <p:spPr>
              <a:xfrm>
                <a:off x="29294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h1351"/>
              <p:cNvSpPr/>
              <p:nvPr/>
            </p:nvSpPr>
            <p:spPr>
              <a:xfrm>
                <a:off x="29386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h1352"/>
              <p:cNvSpPr/>
              <p:nvPr/>
            </p:nvSpPr>
            <p:spPr>
              <a:xfrm>
                <a:off x="29479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h1353"/>
              <p:cNvSpPr/>
              <p:nvPr/>
            </p:nvSpPr>
            <p:spPr>
              <a:xfrm>
                <a:off x="29571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h1354"/>
              <p:cNvSpPr/>
              <p:nvPr/>
            </p:nvSpPr>
            <p:spPr>
              <a:xfrm>
                <a:off x="29664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h1355"/>
              <p:cNvSpPr/>
              <p:nvPr/>
            </p:nvSpPr>
            <p:spPr>
              <a:xfrm>
                <a:off x="29757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h1356"/>
              <p:cNvSpPr/>
              <p:nvPr/>
            </p:nvSpPr>
            <p:spPr>
              <a:xfrm>
                <a:off x="29849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h1357"/>
              <p:cNvSpPr/>
              <p:nvPr/>
            </p:nvSpPr>
            <p:spPr>
              <a:xfrm>
                <a:off x="29942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h1358"/>
              <p:cNvSpPr/>
              <p:nvPr/>
            </p:nvSpPr>
            <p:spPr>
              <a:xfrm>
                <a:off x="30035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h1359"/>
              <p:cNvSpPr/>
              <p:nvPr/>
            </p:nvSpPr>
            <p:spPr>
              <a:xfrm>
                <a:off x="30127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h1360"/>
              <p:cNvSpPr/>
              <p:nvPr/>
            </p:nvSpPr>
            <p:spPr>
              <a:xfrm>
                <a:off x="30220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h1361"/>
              <p:cNvSpPr/>
              <p:nvPr/>
            </p:nvSpPr>
            <p:spPr>
              <a:xfrm>
                <a:off x="30312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h1362"/>
              <p:cNvSpPr/>
              <p:nvPr/>
            </p:nvSpPr>
            <p:spPr>
              <a:xfrm>
                <a:off x="30405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h1363"/>
              <p:cNvSpPr/>
              <p:nvPr/>
            </p:nvSpPr>
            <p:spPr>
              <a:xfrm>
                <a:off x="30498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h1364"/>
              <p:cNvSpPr/>
              <p:nvPr/>
            </p:nvSpPr>
            <p:spPr>
              <a:xfrm>
                <a:off x="30590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h1365"/>
              <p:cNvSpPr/>
              <p:nvPr/>
            </p:nvSpPr>
            <p:spPr>
              <a:xfrm>
                <a:off x="30683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h1366"/>
              <p:cNvSpPr/>
              <p:nvPr/>
            </p:nvSpPr>
            <p:spPr>
              <a:xfrm>
                <a:off x="30775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h1367"/>
              <p:cNvSpPr/>
              <p:nvPr/>
            </p:nvSpPr>
            <p:spPr>
              <a:xfrm>
                <a:off x="30868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h1368"/>
              <p:cNvSpPr/>
              <p:nvPr/>
            </p:nvSpPr>
            <p:spPr>
              <a:xfrm>
                <a:off x="30961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h1369"/>
              <p:cNvSpPr/>
              <p:nvPr/>
            </p:nvSpPr>
            <p:spPr>
              <a:xfrm>
                <a:off x="31053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h1370"/>
              <p:cNvSpPr/>
              <p:nvPr/>
            </p:nvSpPr>
            <p:spPr>
              <a:xfrm>
                <a:off x="31146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h1371"/>
              <p:cNvSpPr/>
              <p:nvPr/>
            </p:nvSpPr>
            <p:spPr>
              <a:xfrm>
                <a:off x="31239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h1372"/>
              <p:cNvSpPr/>
              <p:nvPr/>
            </p:nvSpPr>
            <p:spPr>
              <a:xfrm>
                <a:off x="31331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h1373"/>
              <p:cNvSpPr/>
              <p:nvPr/>
            </p:nvSpPr>
            <p:spPr>
              <a:xfrm>
                <a:off x="31424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h1374"/>
              <p:cNvSpPr/>
              <p:nvPr/>
            </p:nvSpPr>
            <p:spPr>
              <a:xfrm>
                <a:off x="31516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h1375"/>
              <p:cNvSpPr/>
              <p:nvPr/>
            </p:nvSpPr>
            <p:spPr>
              <a:xfrm>
                <a:off x="31609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h1376"/>
              <p:cNvSpPr/>
              <p:nvPr/>
            </p:nvSpPr>
            <p:spPr>
              <a:xfrm>
                <a:off x="31702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h1377"/>
              <p:cNvSpPr/>
              <p:nvPr/>
            </p:nvSpPr>
            <p:spPr>
              <a:xfrm>
                <a:off x="31794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h1378"/>
              <p:cNvSpPr/>
              <p:nvPr/>
            </p:nvSpPr>
            <p:spPr>
              <a:xfrm>
                <a:off x="318874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h1379"/>
              <p:cNvSpPr/>
              <p:nvPr/>
            </p:nvSpPr>
            <p:spPr>
              <a:xfrm>
                <a:off x="31980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h1380"/>
              <p:cNvSpPr/>
              <p:nvPr/>
            </p:nvSpPr>
            <p:spPr>
              <a:xfrm>
                <a:off x="32072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h1381"/>
              <p:cNvSpPr/>
              <p:nvPr/>
            </p:nvSpPr>
            <p:spPr>
              <a:xfrm>
                <a:off x="32165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h1382"/>
              <p:cNvSpPr/>
              <p:nvPr/>
            </p:nvSpPr>
            <p:spPr>
              <a:xfrm>
                <a:off x="3225794" y="2498602"/>
                <a:ext cx="923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48" y="897161"/>
                    </a:lnTo>
                    <a:lnTo>
                      <a:pt x="921303" y="903744"/>
                    </a:lnTo>
                    <a:lnTo>
                      <a:pt x="917623" y="912926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h1383"/>
              <p:cNvSpPr/>
              <p:nvPr/>
            </p:nvSpPr>
            <p:spPr>
              <a:xfrm>
                <a:off x="2401457" y="2464125"/>
                <a:ext cx="914400" cy="923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787">
                    <a:moveTo>
                      <a:pt x="914400" y="914400"/>
                    </a:moveTo>
                    <a:lnTo>
                      <a:pt x="914400" y="923787"/>
                    </a:lnTo>
                    <a:lnTo>
                      <a:pt x="911790" y="917465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h1384"/>
              <p:cNvSpPr/>
              <p:nvPr/>
            </p:nvSpPr>
            <p:spPr>
              <a:xfrm>
                <a:off x="24014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901" y="931638"/>
                    </a:lnTo>
                    <a:lnTo>
                      <a:pt x="915310" y="925993"/>
                    </a:lnTo>
                    <a:lnTo>
                      <a:pt x="914400" y="923787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h1385"/>
              <p:cNvSpPr/>
              <p:nvPr/>
            </p:nvSpPr>
            <p:spPr>
              <a:xfrm>
                <a:off x="24107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h1386"/>
              <p:cNvSpPr/>
              <p:nvPr/>
            </p:nvSpPr>
            <p:spPr>
              <a:xfrm>
                <a:off x="24199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h1387"/>
              <p:cNvSpPr/>
              <p:nvPr/>
            </p:nvSpPr>
            <p:spPr>
              <a:xfrm>
                <a:off x="24292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h1388"/>
              <p:cNvSpPr/>
              <p:nvPr/>
            </p:nvSpPr>
            <p:spPr>
              <a:xfrm>
                <a:off x="24385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h1389"/>
              <p:cNvSpPr/>
              <p:nvPr/>
            </p:nvSpPr>
            <p:spPr>
              <a:xfrm>
                <a:off x="24477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h1390"/>
              <p:cNvSpPr/>
              <p:nvPr/>
            </p:nvSpPr>
            <p:spPr>
              <a:xfrm>
                <a:off x="24570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h1391"/>
              <p:cNvSpPr/>
              <p:nvPr/>
            </p:nvSpPr>
            <p:spPr>
              <a:xfrm>
                <a:off x="24662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h1392"/>
              <p:cNvSpPr/>
              <p:nvPr/>
            </p:nvSpPr>
            <p:spPr>
              <a:xfrm>
                <a:off x="247555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h1393"/>
              <p:cNvSpPr/>
              <p:nvPr/>
            </p:nvSpPr>
            <p:spPr>
              <a:xfrm>
                <a:off x="24848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h1394"/>
              <p:cNvSpPr/>
              <p:nvPr/>
            </p:nvSpPr>
            <p:spPr>
              <a:xfrm>
                <a:off x="24940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h1395"/>
              <p:cNvSpPr/>
              <p:nvPr/>
            </p:nvSpPr>
            <p:spPr>
              <a:xfrm>
                <a:off x="25033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h1396"/>
              <p:cNvSpPr/>
              <p:nvPr/>
            </p:nvSpPr>
            <p:spPr>
              <a:xfrm>
                <a:off x="25126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h1397"/>
              <p:cNvSpPr/>
              <p:nvPr/>
            </p:nvSpPr>
            <p:spPr>
              <a:xfrm>
                <a:off x="25218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h1398"/>
              <p:cNvSpPr/>
              <p:nvPr/>
            </p:nvSpPr>
            <p:spPr>
              <a:xfrm>
                <a:off x="25311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h1399"/>
              <p:cNvSpPr/>
              <p:nvPr/>
            </p:nvSpPr>
            <p:spPr>
              <a:xfrm>
                <a:off x="25403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h1400"/>
              <p:cNvSpPr/>
              <p:nvPr/>
            </p:nvSpPr>
            <p:spPr>
              <a:xfrm>
                <a:off x="25496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h1401"/>
              <p:cNvSpPr/>
              <p:nvPr/>
            </p:nvSpPr>
            <p:spPr>
              <a:xfrm>
                <a:off x="25589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h1402"/>
              <p:cNvSpPr/>
              <p:nvPr/>
            </p:nvSpPr>
            <p:spPr>
              <a:xfrm>
                <a:off x="25681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h1403"/>
              <p:cNvSpPr/>
              <p:nvPr/>
            </p:nvSpPr>
            <p:spPr>
              <a:xfrm>
                <a:off x="25774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h1404"/>
              <p:cNvSpPr/>
              <p:nvPr/>
            </p:nvSpPr>
            <p:spPr>
              <a:xfrm>
                <a:off x="25867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h1405"/>
              <p:cNvSpPr/>
              <p:nvPr/>
            </p:nvSpPr>
            <p:spPr>
              <a:xfrm>
                <a:off x="25959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h1406"/>
              <p:cNvSpPr/>
              <p:nvPr/>
            </p:nvSpPr>
            <p:spPr>
              <a:xfrm>
                <a:off x="26052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h1407"/>
              <p:cNvSpPr/>
              <p:nvPr/>
            </p:nvSpPr>
            <p:spPr>
              <a:xfrm>
                <a:off x="26144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h1408"/>
              <p:cNvSpPr/>
              <p:nvPr/>
            </p:nvSpPr>
            <p:spPr>
              <a:xfrm>
                <a:off x="26237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h1409"/>
              <p:cNvSpPr/>
              <p:nvPr/>
            </p:nvSpPr>
            <p:spPr>
              <a:xfrm>
                <a:off x="26330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h1410"/>
              <p:cNvSpPr/>
              <p:nvPr/>
            </p:nvSpPr>
            <p:spPr>
              <a:xfrm>
                <a:off x="26422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h1411"/>
              <p:cNvSpPr/>
              <p:nvPr/>
            </p:nvSpPr>
            <p:spPr>
              <a:xfrm>
                <a:off x="26515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h1412"/>
              <p:cNvSpPr/>
              <p:nvPr/>
            </p:nvSpPr>
            <p:spPr>
              <a:xfrm>
                <a:off x="26607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h1413"/>
              <p:cNvSpPr/>
              <p:nvPr/>
            </p:nvSpPr>
            <p:spPr>
              <a:xfrm>
                <a:off x="26700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h1414"/>
              <p:cNvSpPr/>
              <p:nvPr/>
            </p:nvSpPr>
            <p:spPr>
              <a:xfrm>
                <a:off x="26793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h1415"/>
              <p:cNvSpPr/>
              <p:nvPr/>
            </p:nvSpPr>
            <p:spPr>
              <a:xfrm>
                <a:off x="26885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h1416"/>
              <p:cNvSpPr/>
              <p:nvPr/>
            </p:nvSpPr>
            <p:spPr>
              <a:xfrm>
                <a:off x="26978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h1417"/>
              <p:cNvSpPr/>
              <p:nvPr/>
            </p:nvSpPr>
            <p:spPr>
              <a:xfrm>
                <a:off x="27071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h1418"/>
              <p:cNvSpPr/>
              <p:nvPr/>
            </p:nvSpPr>
            <p:spPr>
              <a:xfrm>
                <a:off x="27163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h1419"/>
              <p:cNvSpPr/>
              <p:nvPr/>
            </p:nvSpPr>
            <p:spPr>
              <a:xfrm>
                <a:off x="27256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h1420"/>
              <p:cNvSpPr/>
              <p:nvPr/>
            </p:nvSpPr>
            <p:spPr>
              <a:xfrm>
                <a:off x="27348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h1421"/>
              <p:cNvSpPr/>
              <p:nvPr/>
            </p:nvSpPr>
            <p:spPr>
              <a:xfrm>
                <a:off x="27441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h1422"/>
              <p:cNvSpPr/>
              <p:nvPr/>
            </p:nvSpPr>
            <p:spPr>
              <a:xfrm>
                <a:off x="27534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h1423"/>
              <p:cNvSpPr/>
              <p:nvPr/>
            </p:nvSpPr>
            <p:spPr>
              <a:xfrm>
                <a:off x="27626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h1424"/>
              <p:cNvSpPr/>
              <p:nvPr/>
            </p:nvSpPr>
            <p:spPr>
              <a:xfrm>
                <a:off x="277194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h1425"/>
              <p:cNvSpPr/>
              <p:nvPr/>
            </p:nvSpPr>
            <p:spPr>
              <a:xfrm>
                <a:off x="27812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h1426"/>
              <p:cNvSpPr/>
              <p:nvPr/>
            </p:nvSpPr>
            <p:spPr>
              <a:xfrm>
                <a:off x="27904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h1427"/>
              <p:cNvSpPr/>
              <p:nvPr/>
            </p:nvSpPr>
            <p:spPr>
              <a:xfrm>
                <a:off x="27997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h1428"/>
              <p:cNvSpPr/>
              <p:nvPr/>
            </p:nvSpPr>
            <p:spPr>
              <a:xfrm>
                <a:off x="280899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h1429"/>
              <p:cNvSpPr/>
              <p:nvPr/>
            </p:nvSpPr>
            <p:spPr>
              <a:xfrm>
                <a:off x="28182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h1430"/>
              <p:cNvSpPr/>
              <p:nvPr/>
            </p:nvSpPr>
            <p:spPr>
              <a:xfrm>
                <a:off x="28275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h1431"/>
              <p:cNvSpPr/>
              <p:nvPr/>
            </p:nvSpPr>
            <p:spPr>
              <a:xfrm>
                <a:off x="28367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h1432"/>
              <p:cNvSpPr/>
              <p:nvPr/>
            </p:nvSpPr>
            <p:spPr>
              <a:xfrm>
                <a:off x="28460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h1433"/>
              <p:cNvSpPr/>
              <p:nvPr/>
            </p:nvSpPr>
            <p:spPr>
              <a:xfrm>
                <a:off x="28553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h1434"/>
              <p:cNvSpPr/>
              <p:nvPr/>
            </p:nvSpPr>
            <p:spPr>
              <a:xfrm>
                <a:off x="28645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h1435"/>
              <p:cNvSpPr/>
              <p:nvPr/>
            </p:nvSpPr>
            <p:spPr>
              <a:xfrm>
                <a:off x="28738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h1436"/>
              <p:cNvSpPr/>
              <p:nvPr/>
            </p:nvSpPr>
            <p:spPr>
              <a:xfrm>
                <a:off x="28830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h1437"/>
              <p:cNvSpPr/>
              <p:nvPr/>
            </p:nvSpPr>
            <p:spPr>
              <a:xfrm>
                <a:off x="289235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h1438"/>
              <p:cNvSpPr/>
              <p:nvPr/>
            </p:nvSpPr>
            <p:spPr>
              <a:xfrm>
                <a:off x="29016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h1439"/>
              <p:cNvSpPr/>
              <p:nvPr/>
            </p:nvSpPr>
            <p:spPr>
              <a:xfrm>
                <a:off x="29108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h1440"/>
              <p:cNvSpPr/>
              <p:nvPr/>
            </p:nvSpPr>
            <p:spPr>
              <a:xfrm>
                <a:off x="29201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h1441"/>
              <p:cNvSpPr/>
              <p:nvPr/>
            </p:nvSpPr>
            <p:spPr>
              <a:xfrm>
                <a:off x="29294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h1442"/>
              <p:cNvSpPr/>
              <p:nvPr/>
            </p:nvSpPr>
            <p:spPr>
              <a:xfrm>
                <a:off x="29386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h1443"/>
              <p:cNvSpPr/>
              <p:nvPr/>
            </p:nvSpPr>
            <p:spPr>
              <a:xfrm>
                <a:off x="29479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h1444"/>
              <p:cNvSpPr/>
              <p:nvPr/>
            </p:nvSpPr>
            <p:spPr>
              <a:xfrm>
                <a:off x="29571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h1445"/>
              <p:cNvSpPr/>
              <p:nvPr/>
            </p:nvSpPr>
            <p:spPr>
              <a:xfrm>
                <a:off x="29664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h1446"/>
              <p:cNvSpPr/>
              <p:nvPr/>
            </p:nvSpPr>
            <p:spPr>
              <a:xfrm>
                <a:off x="29757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h1447"/>
              <p:cNvSpPr/>
              <p:nvPr/>
            </p:nvSpPr>
            <p:spPr>
              <a:xfrm>
                <a:off x="29849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h1448"/>
              <p:cNvSpPr/>
              <p:nvPr/>
            </p:nvSpPr>
            <p:spPr>
              <a:xfrm>
                <a:off x="29942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h1449"/>
              <p:cNvSpPr/>
              <p:nvPr/>
            </p:nvSpPr>
            <p:spPr>
              <a:xfrm>
                <a:off x="30035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h1450"/>
              <p:cNvSpPr/>
              <p:nvPr/>
            </p:nvSpPr>
            <p:spPr>
              <a:xfrm>
                <a:off x="30127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h1451"/>
              <p:cNvSpPr/>
              <p:nvPr/>
            </p:nvSpPr>
            <p:spPr>
              <a:xfrm>
                <a:off x="30220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h1452"/>
              <p:cNvSpPr/>
              <p:nvPr/>
            </p:nvSpPr>
            <p:spPr>
              <a:xfrm>
                <a:off x="30312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h1453"/>
              <p:cNvSpPr/>
              <p:nvPr/>
            </p:nvSpPr>
            <p:spPr>
              <a:xfrm>
                <a:off x="30405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h1454"/>
              <p:cNvSpPr/>
              <p:nvPr/>
            </p:nvSpPr>
            <p:spPr>
              <a:xfrm>
                <a:off x="30498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h1455"/>
              <p:cNvSpPr/>
              <p:nvPr/>
            </p:nvSpPr>
            <p:spPr>
              <a:xfrm>
                <a:off x="30590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h1456"/>
              <p:cNvSpPr/>
              <p:nvPr/>
            </p:nvSpPr>
            <p:spPr>
              <a:xfrm>
                <a:off x="30683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h1457"/>
              <p:cNvSpPr/>
              <p:nvPr/>
            </p:nvSpPr>
            <p:spPr>
              <a:xfrm>
                <a:off x="30775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h1458"/>
              <p:cNvSpPr/>
              <p:nvPr/>
            </p:nvSpPr>
            <p:spPr>
              <a:xfrm>
                <a:off x="30868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h1459"/>
              <p:cNvSpPr/>
              <p:nvPr/>
            </p:nvSpPr>
            <p:spPr>
              <a:xfrm>
                <a:off x="30961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h1460"/>
              <p:cNvSpPr/>
              <p:nvPr/>
            </p:nvSpPr>
            <p:spPr>
              <a:xfrm>
                <a:off x="31053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h1461"/>
              <p:cNvSpPr/>
              <p:nvPr/>
            </p:nvSpPr>
            <p:spPr>
              <a:xfrm>
                <a:off x="31146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h1462"/>
              <p:cNvSpPr/>
              <p:nvPr/>
            </p:nvSpPr>
            <p:spPr>
              <a:xfrm>
                <a:off x="31239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h1463"/>
              <p:cNvSpPr/>
              <p:nvPr/>
            </p:nvSpPr>
            <p:spPr>
              <a:xfrm>
                <a:off x="31331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h1464"/>
              <p:cNvSpPr/>
              <p:nvPr/>
            </p:nvSpPr>
            <p:spPr>
              <a:xfrm>
                <a:off x="31424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h1465"/>
              <p:cNvSpPr/>
              <p:nvPr/>
            </p:nvSpPr>
            <p:spPr>
              <a:xfrm>
                <a:off x="31516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h1466"/>
              <p:cNvSpPr/>
              <p:nvPr/>
            </p:nvSpPr>
            <p:spPr>
              <a:xfrm>
                <a:off x="31609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h1467"/>
              <p:cNvSpPr/>
              <p:nvPr/>
            </p:nvSpPr>
            <p:spPr>
              <a:xfrm>
                <a:off x="31702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h1468"/>
              <p:cNvSpPr/>
              <p:nvPr/>
            </p:nvSpPr>
            <p:spPr>
              <a:xfrm>
                <a:off x="31794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h1469"/>
              <p:cNvSpPr/>
              <p:nvPr/>
            </p:nvSpPr>
            <p:spPr>
              <a:xfrm>
                <a:off x="318874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h1470"/>
              <p:cNvSpPr/>
              <p:nvPr/>
            </p:nvSpPr>
            <p:spPr>
              <a:xfrm>
                <a:off x="31980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h1471"/>
              <p:cNvSpPr/>
              <p:nvPr/>
            </p:nvSpPr>
            <p:spPr>
              <a:xfrm>
                <a:off x="32072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h1472"/>
              <p:cNvSpPr/>
              <p:nvPr/>
            </p:nvSpPr>
            <p:spPr>
              <a:xfrm>
                <a:off x="32165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h1473"/>
              <p:cNvSpPr/>
              <p:nvPr/>
            </p:nvSpPr>
            <p:spPr>
              <a:xfrm>
                <a:off x="3225794" y="24813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48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h1474"/>
              <p:cNvSpPr/>
              <p:nvPr/>
            </p:nvSpPr>
            <p:spPr>
              <a:xfrm>
                <a:off x="3235057" y="2464125"/>
                <a:ext cx="919850" cy="931599"/>
              </a:xfrm>
              <a:custGeom>
                <a:avLst/>
                <a:gdLst/>
                <a:ahLst/>
                <a:cxnLst/>
                <a:rect l="0" t="0" r="0" b="0"/>
                <a:pathLst>
                  <a:path w="919850" h="931599">
                    <a:moveTo>
                      <a:pt x="914400" y="914400"/>
                    </a:moveTo>
                    <a:lnTo>
                      <a:pt x="919850" y="914400"/>
                    </a:lnTo>
                    <a:lnTo>
                      <a:pt x="919434" y="915811"/>
                    </a:lnTo>
                    <a:lnTo>
                      <a:pt x="918554" y="918791"/>
                    </a:lnTo>
                    <a:lnTo>
                      <a:pt x="915442" y="928674"/>
                    </a:lnTo>
                    <a:lnTo>
                      <a:pt x="914400" y="93159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h1475"/>
              <p:cNvSpPr/>
              <p:nvPr/>
            </p:nvSpPr>
            <p:spPr>
              <a:xfrm>
                <a:off x="2392195" y="2446887"/>
                <a:ext cx="914399" cy="915485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485">
                    <a:moveTo>
                      <a:pt x="914399" y="914400"/>
                    </a:moveTo>
                    <a:lnTo>
                      <a:pt x="914399" y="915485"/>
                    </a:lnTo>
                    <a:lnTo>
                      <a:pt x="914082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h1476"/>
              <p:cNvSpPr/>
              <p:nvPr/>
            </p:nvSpPr>
            <p:spPr>
              <a:xfrm>
                <a:off x="239219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18" y="931638"/>
                    </a:lnTo>
                    <a:lnTo>
                      <a:pt x="917776" y="925846"/>
                    </a:lnTo>
                    <a:lnTo>
                      <a:pt x="914751" y="916684"/>
                    </a:lnTo>
                    <a:lnTo>
                      <a:pt x="914399" y="915485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h1477"/>
              <p:cNvSpPr/>
              <p:nvPr/>
            </p:nvSpPr>
            <p:spPr>
              <a:xfrm>
                <a:off x="24014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h1478"/>
              <p:cNvSpPr/>
              <p:nvPr/>
            </p:nvSpPr>
            <p:spPr>
              <a:xfrm>
                <a:off x="24107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h1479"/>
              <p:cNvSpPr/>
              <p:nvPr/>
            </p:nvSpPr>
            <p:spPr>
              <a:xfrm>
                <a:off x="24199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h1480"/>
              <p:cNvSpPr/>
              <p:nvPr/>
            </p:nvSpPr>
            <p:spPr>
              <a:xfrm>
                <a:off x="24292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h1481"/>
              <p:cNvSpPr/>
              <p:nvPr/>
            </p:nvSpPr>
            <p:spPr>
              <a:xfrm>
                <a:off x="24385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h1482"/>
              <p:cNvSpPr/>
              <p:nvPr/>
            </p:nvSpPr>
            <p:spPr>
              <a:xfrm>
                <a:off x="24477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h1483"/>
              <p:cNvSpPr/>
              <p:nvPr/>
            </p:nvSpPr>
            <p:spPr>
              <a:xfrm>
                <a:off x="24570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h1484"/>
              <p:cNvSpPr/>
              <p:nvPr/>
            </p:nvSpPr>
            <p:spPr>
              <a:xfrm>
                <a:off x="24662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h1485"/>
              <p:cNvSpPr/>
              <p:nvPr/>
            </p:nvSpPr>
            <p:spPr>
              <a:xfrm>
                <a:off x="247555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h1486"/>
              <p:cNvSpPr/>
              <p:nvPr/>
            </p:nvSpPr>
            <p:spPr>
              <a:xfrm>
                <a:off x="24848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h1487"/>
              <p:cNvSpPr/>
              <p:nvPr/>
            </p:nvSpPr>
            <p:spPr>
              <a:xfrm>
                <a:off x="24940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h1488"/>
              <p:cNvSpPr/>
              <p:nvPr/>
            </p:nvSpPr>
            <p:spPr>
              <a:xfrm>
                <a:off x="25033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h1489"/>
              <p:cNvSpPr/>
              <p:nvPr/>
            </p:nvSpPr>
            <p:spPr>
              <a:xfrm>
                <a:off x="25126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h1490"/>
              <p:cNvSpPr/>
              <p:nvPr/>
            </p:nvSpPr>
            <p:spPr>
              <a:xfrm>
                <a:off x="25218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h1491"/>
              <p:cNvSpPr/>
              <p:nvPr/>
            </p:nvSpPr>
            <p:spPr>
              <a:xfrm>
                <a:off x="25311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h1492"/>
              <p:cNvSpPr/>
              <p:nvPr/>
            </p:nvSpPr>
            <p:spPr>
              <a:xfrm>
                <a:off x="25403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h1493"/>
              <p:cNvSpPr/>
              <p:nvPr/>
            </p:nvSpPr>
            <p:spPr>
              <a:xfrm>
                <a:off x="25496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h1494"/>
              <p:cNvSpPr/>
              <p:nvPr/>
            </p:nvSpPr>
            <p:spPr>
              <a:xfrm>
                <a:off x="25589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h1495"/>
              <p:cNvSpPr/>
              <p:nvPr/>
            </p:nvSpPr>
            <p:spPr>
              <a:xfrm>
                <a:off x="25681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h1496"/>
              <p:cNvSpPr/>
              <p:nvPr/>
            </p:nvSpPr>
            <p:spPr>
              <a:xfrm>
                <a:off x="25774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h1497"/>
              <p:cNvSpPr/>
              <p:nvPr/>
            </p:nvSpPr>
            <p:spPr>
              <a:xfrm>
                <a:off x="25867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h1498"/>
              <p:cNvSpPr/>
              <p:nvPr/>
            </p:nvSpPr>
            <p:spPr>
              <a:xfrm>
                <a:off x="25959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h1499"/>
              <p:cNvSpPr/>
              <p:nvPr/>
            </p:nvSpPr>
            <p:spPr>
              <a:xfrm>
                <a:off x="26052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h1500"/>
              <p:cNvSpPr/>
              <p:nvPr/>
            </p:nvSpPr>
            <p:spPr>
              <a:xfrm>
                <a:off x="26144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h1501"/>
              <p:cNvSpPr/>
              <p:nvPr/>
            </p:nvSpPr>
            <p:spPr>
              <a:xfrm>
                <a:off x="26237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h1502"/>
              <p:cNvSpPr/>
              <p:nvPr/>
            </p:nvSpPr>
            <p:spPr>
              <a:xfrm>
                <a:off x="26330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h1503"/>
              <p:cNvSpPr/>
              <p:nvPr/>
            </p:nvSpPr>
            <p:spPr>
              <a:xfrm>
                <a:off x="26422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h1504"/>
              <p:cNvSpPr/>
              <p:nvPr/>
            </p:nvSpPr>
            <p:spPr>
              <a:xfrm>
                <a:off x="26515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h1505"/>
              <p:cNvSpPr/>
              <p:nvPr/>
            </p:nvSpPr>
            <p:spPr>
              <a:xfrm>
                <a:off x="26607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h1506"/>
              <p:cNvSpPr/>
              <p:nvPr/>
            </p:nvSpPr>
            <p:spPr>
              <a:xfrm>
                <a:off x="26700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h1507"/>
              <p:cNvSpPr/>
              <p:nvPr/>
            </p:nvSpPr>
            <p:spPr>
              <a:xfrm>
                <a:off x="2688586" y="24641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07" y="897161"/>
                    </a:lnTo>
                    <a:lnTo>
                      <a:pt x="909394" y="899586"/>
                    </a:lnTo>
                    <a:lnTo>
                      <a:pt x="909626" y="899513"/>
                    </a:lnTo>
                    <a:lnTo>
                      <a:pt x="909979" y="899402"/>
                    </a:lnTo>
                    <a:lnTo>
                      <a:pt x="910332" y="899291"/>
                    </a:lnTo>
                    <a:lnTo>
                      <a:pt x="910685" y="899180"/>
                    </a:lnTo>
                    <a:lnTo>
                      <a:pt x="911038" y="899069"/>
                    </a:lnTo>
                    <a:lnTo>
                      <a:pt x="911391" y="898958"/>
                    </a:lnTo>
                    <a:lnTo>
                      <a:pt x="911744" y="898847"/>
                    </a:lnTo>
                    <a:lnTo>
                      <a:pt x="912097" y="898736"/>
                    </a:lnTo>
                    <a:lnTo>
                      <a:pt x="912451" y="898625"/>
                    </a:lnTo>
                    <a:lnTo>
                      <a:pt x="912804" y="898515"/>
                    </a:lnTo>
                    <a:lnTo>
                      <a:pt x="913157" y="898404"/>
                    </a:lnTo>
                    <a:lnTo>
                      <a:pt x="913510" y="898293"/>
                    </a:lnTo>
                    <a:lnTo>
                      <a:pt x="913863" y="898182"/>
                    </a:lnTo>
                    <a:lnTo>
                      <a:pt x="914216" y="898071"/>
                    </a:lnTo>
                    <a:lnTo>
                      <a:pt x="914400" y="898014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h1508"/>
              <p:cNvSpPr/>
              <p:nvPr/>
            </p:nvSpPr>
            <p:spPr>
              <a:xfrm>
                <a:off x="2697848" y="24468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252"/>
                    </a:lnTo>
                    <a:lnTo>
                      <a:pt x="905307" y="915199"/>
                    </a:lnTo>
                    <a:lnTo>
                      <a:pt x="905660" y="915088"/>
                    </a:lnTo>
                    <a:lnTo>
                      <a:pt x="906013" y="914977"/>
                    </a:lnTo>
                    <a:lnTo>
                      <a:pt x="906366" y="914866"/>
                    </a:lnTo>
                    <a:lnTo>
                      <a:pt x="906720" y="914756"/>
                    </a:lnTo>
                    <a:lnTo>
                      <a:pt x="907073" y="914645"/>
                    </a:lnTo>
                    <a:lnTo>
                      <a:pt x="907426" y="914534"/>
                    </a:lnTo>
                    <a:lnTo>
                      <a:pt x="907855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h1509"/>
              <p:cNvSpPr/>
              <p:nvPr/>
            </p:nvSpPr>
            <p:spPr>
              <a:xfrm>
                <a:off x="26978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h1510"/>
              <p:cNvSpPr/>
              <p:nvPr/>
            </p:nvSpPr>
            <p:spPr>
              <a:xfrm>
                <a:off x="27071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h1511"/>
              <p:cNvSpPr/>
              <p:nvPr/>
            </p:nvSpPr>
            <p:spPr>
              <a:xfrm>
                <a:off x="27163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h1512"/>
              <p:cNvSpPr/>
              <p:nvPr/>
            </p:nvSpPr>
            <p:spPr>
              <a:xfrm>
                <a:off x="27256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h1513"/>
              <p:cNvSpPr/>
              <p:nvPr/>
            </p:nvSpPr>
            <p:spPr>
              <a:xfrm>
                <a:off x="27348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h1514"/>
              <p:cNvSpPr/>
              <p:nvPr/>
            </p:nvSpPr>
            <p:spPr>
              <a:xfrm>
                <a:off x="27441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h1515"/>
              <p:cNvSpPr/>
              <p:nvPr/>
            </p:nvSpPr>
            <p:spPr>
              <a:xfrm>
                <a:off x="27534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h1516"/>
              <p:cNvSpPr/>
              <p:nvPr/>
            </p:nvSpPr>
            <p:spPr>
              <a:xfrm>
                <a:off x="27626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h1517"/>
              <p:cNvSpPr/>
              <p:nvPr/>
            </p:nvSpPr>
            <p:spPr>
              <a:xfrm>
                <a:off x="277194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h1518"/>
              <p:cNvSpPr/>
              <p:nvPr/>
            </p:nvSpPr>
            <p:spPr>
              <a:xfrm>
                <a:off x="27812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h1519"/>
              <p:cNvSpPr/>
              <p:nvPr/>
            </p:nvSpPr>
            <p:spPr>
              <a:xfrm>
                <a:off x="27904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h1520"/>
              <p:cNvSpPr/>
              <p:nvPr/>
            </p:nvSpPr>
            <p:spPr>
              <a:xfrm>
                <a:off x="27997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h1521"/>
              <p:cNvSpPr/>
              <p:nvPr/>
            </p:nvSpPr>
            <p:spPr>
              <a:xfrm>
                <a:off x="28089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h1522"/>
              <p:cNvSpPr/>
              <p:nvPr/>
            </p:nvSpPr>
            <p:spPr>
              <a:xfrm>
                <a:off x="28182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h1523"/>
              <p:cNvSpPr/>
              <p:nvPr/>
            </p:nvSpPr>
            <p:spPr>
              <a:xfrm>
                <a:off x="28275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h1524"/>
              <p:cNvSpPr/>
              <p:nvPr/>
            </p:nvSpPr>
            <p:spPr>
              <a:xfrm>
                <a:off x="28367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h1525"/>
              <p:cNvSpPr/>
              <p:nvPr/>
            </p:nvSpPr>
            <p:spPr>
              <a:xfrm>
                <a:off x="28460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h1526"/>
              <p:cNvSpPr/>
              <p:nvPr/>
            </p:nvSpPr>
            <p:spPr>
              <a:xfrm>
                <a:off x="28553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h1527"/>
              <p:cNvSpPr/>
              <p:nvPr/>
            </p:nvSpPr>
            <p:spPr>
              <a:xfrm>
                <a:off x="28645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h1528"/>
              <p:cNvSpPr/>
              <p:nvPr/>
            </p:nvSpPr>
            <p:spPr>
              <a:xfrm>
                <a:off x="28738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h1529"/>
              <p:cNvSpPr/>
              <p:nvPr/>
            </p:nvSpPr>
            <p:spPr>
              <a:xfrm>
                <a:off x="28830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h1530"/>
              <p:cNvSpPr/>
              <p:nvPr/>
            </p:nvSpPr>
            <p:spPr>
              <a:xfrm>
                <a:off x="289235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h1531"/>
              <p:cNvSpPr/>
              <p:nvPr/>
            </p:nvSpPr>
            <p:spPr>
              <a:xfrm>
                <a:off x="29016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h1532"/>
              <p:cNvSpPr/>
              <p:nvPr/>
            </p:nvSpPr>
            <p:spPr>
              <a:xfrm>
                <a:off x="29108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h1533"/>
              <p:cNvSpPr/>
              <p:nvPr/>
            </p:nvSpPr>
            <p:spPr>
              <a:xfrm>
                <a:off x="29201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h1534"/>
              <p:cNvSpPr/>
              <p:nvPr/>
            </p:nvSpPr>
            <p:spPr>
              <a:xfrm>
                <a:off x="29294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h1535"/>
              <p:cNvSpPr/>
              <p:nvPr/>
            </p:nvSpPr>
            <p:spPr>
              <a:xfrm>
                <a:off x="29386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h1536"/>
              <p:cNvSpPr/>
              <p:nvPr/>
            </p:nvSpPr>
            <p:spPr>
              <a:xfrm>
                <a:off x="29479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h1537"/>
              <p:cNvSpPr/>
              <p:nvPr/>
            </p:nvSpPr>
            <p:spPr>
              <a:xfrm>
                <a:off x="29571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h1538"/>
              <p:cNvSpPr/>
              <p:nvPr/>
            </p:nvSpPr>
            <p:spPr>
              <a:xfrm>
                <a:off x="29664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h1539"/>
              <p:cNvSpPr/>
              <p:nvPr/>
            </p:nvSpPr>
            <p:spPr>
              <a:xfrm>
                <a:off x="29757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h1540"/>
              <p:cNvSpPr/>
              <p:nvPr/>
            </p:nvSpPr>
            <p:spPr>
              <a:xfrm>
                <a:off x="29849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h1541"/>
              <p:cNvSpPr/>
              <p:nvPr/>
            </p:nvSpPr>
            <p:spPr>
              <a:xfrm>
                <a:off x="29942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h1542"/>
              <p:cNvSpPr/>
              <p:nvPr/>
            </p:nvSpPr>
            <p:spPr>
              <a:xfrm>
                <a:off x="30035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h1543"/>
              <p:cNvSpPr/>
              <p:nvPr/>
            </p:nvSpPr>
            <p:spPr>
              <a:xfrm>
                <a:off x="30127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h1544"/>
              <p:cNvSpPr/>
              <p:nvPr/>
            </p:nvSpPr>
            <p:spPr>
              <a:xfrm>
                <a:off x="30220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h1545"/>
              <p:cNvSpPr/>
              <p:nvPr/>
            </p:nvSpPr>
            <p:spPr>
              <a:xfrm>
                <a:off x="30312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h1546"/>
              <p:cNvSpPr/>
              <p:nvPr/>
            </p:nvSpPr>
            <p:spPr>
              <a:xfrm>
                <a:off x="30405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h1547"/>
              <p:cNvSpPr/>
              <p:nvPr/>
            </p:nvSpPr>
            <p:spPr>
              <a:xfrm>
                <a:off x="30498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h1548"/>
              <p:cNvSpPr/>
              <p:nvPr/>
            </p:nvSpPr>
            <p:spPr>
              <a:xfrm>
                <a:off x="30590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h1549"/>
              <p:cNvSpPr/>
              <p:nvPr/>
            </p:nvSpPr>
            <p:spPr>
              <a:xfrm>
                <a:off x="30683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h1550"/>
              <p:cNvSpPr/>
              <p:nvPr/>
            </p:nvSpPr>
            <p:spPr>
              <a:xfrm>
                <a:off x="30775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h1551"/>
              <p:cNvSpPr/>
              <p:nvPr/>
            </p:nvSpPr>
            <p:spPr>
              <a:xfrm>
                <a:off x="30868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h1552"/>
              <p:cNvSpPr/>
              <p:nvPr/>
            </p:nvSpPr>
            <p:spPr>
              <a:xfrm>
                <a:off x="309612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h1553"/>
              <p:cNvSpPr/>
              <p:nvPr/>
            </p:nvSpPr>
            <p:spPr>
              <a:xfrm>
                <a:off x="310538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h1554"/>
              <p:cNvSpPr/>
              <p:nvPr/>
            </p:nvSpPr>
            <p:spPr>
              <a:xfrm>
                <a:off x="31146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h1555"/>
              <p:cNvSpPr/>
              <p:nvPr/>
            </p:nvSpPr>
            <p:spPr>
              <a:xfrm>
                <a:off x="31239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h1556"/>
              <p:cNvSpPr/>
              <p:nvPr/>
            </p:nvSpPr>
            <p:spPr>
              <a:xfrm>
                <a:off x="31331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h1557"/>
              <p:cNvSpPr/>
              <p:nvPr/>
            </p:nvSpPr>
            <p:spPr>
              <a:xfrm>
                <a:off x="31424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h1558"/>
              <p:cNvSpPr/>
              <p:nvPr/>
            </p:nvSpPr>
            <p:spPr>
              <a:xfrm>
                <a:off x="31516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h1559"/>
              <p:cNvSpPr/>
              <p:nvPr/>
            </p:nvSpPr>
            <p:spPr>
              <a:xfrm>
                <a:off x="31609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h1560"/>
              <p:cNvSpPr/>
              <p:nvPr/>
            </p:nvSpPr>
            <p:spPr>
              <a:xfrm>
                <a:off x="31702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h1561"/>
              <p:cNvSpPr/>
              <p:nvPr/>
            </p:nvSpPr>
            <p:spPr>
              <a:xfrm>
                <a:off x="31794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h1562"/>
              <p:cNvSpPr/>
              <p:nvPr/>
            </p:nvSpPr>
            <p:spPr>
              <a:xfrm>
                <a:off x="318874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h1563"/>
              <p:cNvSpPr/>
              <p:nvPr/>
            </p:nvSpPr>
            <p:spPr>
              <a:xfrm>
                <a:off x="31980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h1564"/>
              <p:cNvSpPr/>
              <p:nvPr/>
            </p:nvSpPr>
            <p:spPr>
              <a:xfrm>
                <a:off x="32072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h1565"/>
              <p:cNvSpPr/>
              <p:nvPr/>
            </p:nvSpPr>
            <p:spPr>
              <a:xfrm>
                <a:off x="32165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h1566"/>
              <p:cNvSpPr/>
              <p:nvPr/>
            </p:nvSpPr>
            <p:spPr>
              <a:xfrm>
                <a:off x="32257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h1567"/>
              <p:cNvSpPr/>
              <p:nvPr/>
            </p:nvSpPr>
            <p:spPr>
              <a:xfrm>
                <a:off x="3235057" y="24641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08"/>
                    </a:lnTo>
                    <a:lnTo>
                      <a:pt x="922935" y="903962"/>
                    </a:lnTo>
                    <a:lnTo>
                      <a:pt x="922059" y="906924"/>
                    </a:lnTo>
                    <a:lnTo>
                      <a:pt x="921184" y="909886"/>
                    </a:lnTo>
                    <a:lnTo>
                      <a:pt x="920308" y="912848"/>
                    </a:lnTo>
                    <a:lnTo>
                      <a:pt x="919850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h1568"/>
              <p:cNvSpPr/>
              <p:nvPr/>
            </p:nvSpPr>
            <p:spPr>
              <a:xfrm>
                <a:off x="3244319" y="2446887"/>
                <a:ext cx="915687" cy="918747"/>
              </a:xfrm>
              <a:custGeom>
                <a:avLst/>
                <a:gdLst/>
                <a:ahLst/>
                <a:cxnLst/>
                <a:rect l="0" t="0" r="0" b="0"/>
                <a:pathLst>
                  <a:path w="915687" h="918747">
                    <a:moveTo>
                      <a:pt x="914400" y="914400"/>
                    </a:moveTo>
                    <a:lnTo>
                      <a:pt x="915687" y="914400"/>
                    </a:lnTo>
                    <a:lnTo>
                      <a:pt x="915427" y="915277"/>
                    </a:lnTo>
                    <a:lnTo>
                      <a:pt x="914550" y="918239"/>
                    </a:lnTo>
                    <a:lnTo>
                      <a:pt x="914400" y="918747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h1569"/>
              <p:cNvSpPr/>
              <p:nvPr/>
            </p:nvSpPr>
            <p:spPr>
              <a:xfrm>
                <a:off x="2392195" y="2429648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14082" y="931638"/>
                    </a:lnTo>
                    <a:lnTo>
                      <a:pt x="911986" y="924480"/>
                    </a:lnTo>
                    <a:lnTo>
                      <a:pt x="909488" y="914783"/>
                    </a:lnTo>
                    <a:lnTo>
                      <a:pt x="909402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h1570"/>
              <p:cNvSpPr/>
              <p:nvPr/>
            </p:nvSpPr>
            <p:spPr>
              <a:xfrm>
                <a:off x="239219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h1571"/>
              <p:cNvSpPr/>
              <p:nvPr/>
            </p:nvSpPr>
            <p:spPr>
              <a:xfrm>
                <a:off x="24014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h1572"/>
              <p:cNvSpPr/>
              <p:nvPr/>
            </p:nvSpPr>
            <p:spPr>
              <a:xfrm>
                <a:off x="24107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h1573"/>
              <p:cNvSpPr/>
              <p:nvPr/>
            </p:nvSpPr>
            <p:spPr>
              <a:xfrm>
                <a:off x="24199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h1574"/>
              <p:cNvSpPr/>
              <p:nvPr/>
            </p:nvSpPr>
            <p:spPr>
              <a:xfrm>
                <a:off x="24292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h1575"/>
              <p:cNvSpPr/>
              <p:nvPr/>
            </p:nvSpPr>
            <p:spPr>
              <a:xfrm>
                <a:off x="24385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h1576"/>
              <p:cNvSpPr/>
              <p:nvPr/>
            </p:nvSpPr>
            <p:spPr>
              <a:xfrm>
                <a:off x="24477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h1577"/>
              <p:cNvSpPr/>
              <p:nvPr/>
            </p:nvSpPr>
            <p:spPr>
              <a:xfrm>
                <a:off x="24570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h1578"/>
              <p:cNvSpPr/>
              <p:nvPr/>
            </p:nvSpPr>
            <p:spPr>
              <a:xfrm>
                <a:off x="24662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h1579"/>
              <p:cNvSpPr/>
              <p:nvPr/>
            </p:nvSpPr>
            <p:spPr>
              <a:xfrm>
                <a:off x="247555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h1580"/>
              <p:cNvSpPr/>
              <p:nvPr/>
            </p:nvSpPr>
            <p:spPr>
              <a:xfrm>
                <a:off x="24848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h1581"/>
              <p:cNvSpPr/>
              <p:nvPr/>
            </p:nvSpPr>
            <p:spPr>
              <a:xfrm>
                <a:off x="24940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h1582"/>
              <p:cNvSpPr/>
              <p:nvPr/>
            </p:nvSpPr>
            <p:spPr>
              <a:xfrm>
                <a:off x="25033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h1583"/>
              <p:cNvSpPr/>
              <p:nvPr/>
            </p:nvSpPr>
            <p:spPr>
              <a:xfrm>
                <a:off x="25126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h1584"/>
              <p:cNvSpPr/>
              <p:nvPr/>
            </p:nvSpPr>
            <p:spPr>
              <a:xfrm>
                <a:off x="25218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h1585"/>
              <p:cNvSpPr/>
              <p:nvPr/>
            </p:nvSpPr>
            <p:spPr>
              <a:xfrm>
                <a:off x="25311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h1586"/>
              <p:cNvSpPr/>
              <p:nvPr/>
            </p:nvSpPr>
            <p:spPr>
              <a:xfrm>
                <a:off x="25403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h1587"/>
              <p:cNvSpPr/>
              <p:nvPr/>
            </p:nvSpPr>
            <p:spPr>
              <a:xfrm>
                <a:off x="25496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h1588"/>
              <p:cNvSpPr/>
              <p:nvPr/>
            </p:nvSpPr>
            <p:spPr>
              <a:xfrm>
                <a:off x="25589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h1589"/>
              <p:cNvSpPr/>
              <p:nvPr/>
            </p:nvSpPr>
            <p:spPr>
              <a:xfrm>
                <a:off x="25681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h1590"/>
              <p:cNvSpPr/>
              <p:nvPr/>
            </p:nvSpPr>
            <p:spPr>
              <a:xfrm>
                <a:off x="25774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h1591"/>
              <p:cNvSpPr/>
              <p:nvPr/>
            </p:nvSpPr>
            <p:spPr>
              <a:xfrm>
                <a:off x="25867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h1592"/>
              <p:cNvSpPr/>
              <p:nvPr/>
            </p:nvSpPr>
            <p:spPr>
              <a:xfrm>
                <a:off x="25959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h1593"/>
              <p:cNvSpPr/>
              <p:nvPr/>
            </p:nvSpPr>
            <p:spPr>
              <a:xfrm>
                <a:off x="26052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h1594"/>
              <p:cNvSpPr/>
              <p:nvPr/>
            </p:nvSpPr>
            <p:spPr>
              <a:xfrm>
                <a:off x="26144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h1595"/>
              <p:cNvSpPr/>
              <p:nvPr/>
            </p:nvSpPr>
            <p:spPr>
              <a:xfrm>
                <a:off x="26237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h1596"/>
              <p:cNvSpPr/>
              <p:nvPr/>
            </p:nvSpPr>
            <p:spPr>
              <a:xfrm>
                <a:off x="26330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h1597"/>
              <p:cNvSpPr/>
              <p:nvPr/>
            </p:nvSpPr>
            <p:spPr>
              <a:xfrm>
                <a:off x="26422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h1598"/>
              <p:cNvSpPr/>
              <p:nvPr/>
            </p:nvSpPr>
            <p:spPr>
              <a:xfrm>
                <a:off x="26515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h1599"/>
              <p:cNvSpPr/>
              <p:nvPr/>
            </p:nvSpPr>
            <p:spPr>
              <a:xfrm>
                <a:off x="26607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h1600"/>
              <p:cNvSpPr/>
              <p:nvPr/>
            </p:nvSpPr>
            <p:spPr>
              <a:xfrm>
                <a:off x="2679323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85" y="897161"/>
                    </a:lnTo>
                    <a:lnTo>
                      <a:pt x="913451" y="897382"/>
                    </a:lnTo>
                    <a:lnTo>
                      <a:pt x="913544" y="897698"/>
                    </a:lnTo>
                    <a:lnTo>
                      <a:pt x="913638" y="898014"/>
                    </a:lnTo>
                    <a:lnTo>
                      <a:pt x="913731" y="898330"/>
                    </a:lnTo>
                    <a:lnTo>
                      <a:pt x="913825" y="898645"/>
                    </a:lnTo>
                    <a:lnTo>
                      <a:pt x="913918" y="898961"/>
                    </a:lnTo>
                    <a:lnTo>
                      <a:pt x="914011" y="899277"/>
                    </a:lnTo>
                    <a:lnTo>
                      <a:pt x="914105" y="899592"/>
                    </a:lnTo>
                    <a:lnTo>
                      <a:pt x="914198" y="899908"/>
                    </a:lnTo>
                    <a:lnTo>
                      <a:pt x="914292" y="900224"/>
                    </a:lnTo>
                    <a:lnTo>
                      <a:pt x="914400" y="900613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h1601"/>
              <p:cNvSpPr/>
              <p:nvPr/>
            </p:nvSpPr>
            <p:spPr>
              <a:xfrm>
                <a:off x="2679323" y="2446887"/>
                <a:ext cx="9180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70" h="914400">
                    <a:moveTo>
                      <a:pt x="914400" y="914400"/>
                    </a:moveTo>
                    <a:lnTo>
                      <a:pt x="914400" y="900613"/>
                    </a:lnTo>
                    <a:lnTo>
                      <a:pt x="917018" y="910053"/>
                    </a:lnTo>
                    <a:lnTo>
                      <a:pt x="918070" y="914400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h1602"/>
              <p:cNvSpPr/>
              <p:nvPr/>
            </p:nvSpPr>
            <p:spPr>
              <a:xfrm>
                <a:off x="2697848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855" y="914400"/>
                    </a:lnTo>
                    <a:lnTo>
                      <a:pt x="908132" y="914313"/>
                    </a:lnTo>
                    <a:lnTo>
                      <a:pt x="908485" y="914202"/>
                    </a:lnTo>
                    <a:lnTo>
                      <a:pt x="908839" y="914091"/>
                    </a:lnTo>
                    <a:lnTo>
                      <a:pt x="909192" y="913980"/>
                    </a:lnTo>
                    <a:lnTo>
                      <a:pt x="909545" y="913870"/>
                    </a:lnTo>
                    <a:lnTo>
                      <a:pt x="909898" y="913759"/>
                    </a:lnTo>
                    <a:lnTo>
                      <a:pt x="910251" y="913648"/>
                    </a:lnTo>
                    <a:lnTo>
                      <a:pt x="910604" y="913538"/>
                    </a:lnTo>
                    <a:lnTo>
                      <a:pt x="910958" y="913427"/>
                    </a:lnTo>
                    <a:lnTo>
                      <a:pt x="911311" y="913316"/>
                    </a:lnTo>
                    <a:lnTo>
                      <a:pt x="911664" y="913206"/>
                    </a:lnTo>
                    <a:lnTo>
                      <a:pt x="912017" y="913095"/>
                    </a:lnTo>
                    <a:lnTo>
                      <a:pt x="912371" y="912985"/>
                    </a:lnTo>
                    <a:lnTo>
                      <a:pt x="912724" y="912874"/>
                    </a:lnTo>
                    <a:lnTo>
                      <a:pt x="913077" y="912763"/>
                    </a:lnTo>
                    <a:lnTo>
                      <a:pt x="913430" y="912653"/>
                    </a:lnTo>
                    <a:lnTo>
                      <a:pt x="913784" y="912542"/>
                    </a:lnTo>
                    <a:lnTo>
                      <a:pt x="914137" y="912432"/>
                    </a:lnTo>
                    <a:lnTo>
                      <a:pt x="914400" y="91234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h1603"/>
              <p:cNvSpPr/>
              <p:nvPr/>
            </p:nvSpPr>
            <p:spPr>
              <a:xfrm>
                <a:off x="2707110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8" y="912321"/>
                    </a:lnTo>
                    <a:lnTo>
                      <a:pt x="905581" y="912210"/>
                    </a:lnTo>
                    <a:lnTo>
                      <a:pt x="905934" y="912100"/>
                    </a:lnTo>
                    <a:lnTo>
                      <a:pt x="906288" y="911989"/>
                    </a:lnTo>
                    <a:lnTo>
                      <a:pt x="906641" y="911879"/>
                    </a:lnTo>
                    <a:lnTo>
                      <a:pt x="906994" y="911768"/>
                    </a:lnTo>
                    <a:lnTo>
                      <a:pt x="907348" y="911658"/>
                    </a:lnTo>
                    <a:lnTo>
                      <a:pt x="907701" y="911547"/>
                    </a:lnTo>
                    <a:lnTo>
                      <a:pt x="908054" y="911437"/>
                    </a:lnTo>
                    <a:lnTo>
                      <a:pt x="908408" y="911326"/>
                    </a:lnTo>
                    <a:lnTo>
                      <a:pt x="908761" y="911216"/>
                    </a:lnTo>
                    <a:lnTo>
                      <a:pt x="909114" y="911106"/>
                    </a:lnTo>
                    <a:lnTo>
                      <a:pt x="909468" y="910995"/>
                    </a:lnTo>
                    <a:lnTo>
                      <a:pt x="909821" y="910885"/>
                    </a:lnTo>
                    <a:lnTo>
                      <a:pt x="910174" y="910774"/>
                    </a:lnTo>
                    <a:lnTo>
                      <a:pt x="910528" y="910664"/>
                    </a:lnTo>
                    <a:lnTo>
                      <a:pt x="910881" y="910553"/>
                    </a:lnTo>
                    <a:lnTo>
                      <a:pt x="911234" y="910443"/>
                    </a:lnTo>
                    <a:lnTo>
                      <a:pt x="911588" y="910333"/>
                    </a:lnTo>
                    <a:lnTo>
                      <a:pt x="911941" y="910222"/>
                    </a:lnTo>
                    <a:lnTo>
                      <a:pt x="912294" y="910112"/>
                    </a:lnTo>
                    <a:lnTo>
                      <a:pt x="912648" y="910002"/>
                    </a:lnTo>
                    <a:lnTo>
                      <a:pt x="912876" y="909930"/>
                    </a:lnTo>
                    <a:lnTo>
                      <a:pt x="913934" y="903657"/>
                    </a:lnTo>
                    <a:lnTo>
                      <a:pt x="914400" y="901341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h1604"/>
              <p:cNvSpPr/>
              <p:nvPr/>
            </p:nvSpPr>
            <p:spPr>
              <a:xfrm>
                <a:off x="2716372" y="24296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580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h1605"/>
              <p:cNvSpPr/>
              <p:nvPr/>
            </p:nvSpPr>
            <p:spPr>
              <a:xfrm>
                <a:off x="27163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h1606"/>
              <p:cNvSpPr/>
              <p:nvPr/>
            </p:nvSpPr>
            <p:spPr>
              <a:xfrm>
                <a:off x="27256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h1607"/>
              <p:cNvSpPr/>
              <p:nvPr/>
            </p:nvSpPr>
            <p:spPr>
              <a:xfrm>
                <a:off x="27348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h1608"/>
              <p:cNvSpPr/>
              <p:nvPr/>
            </p:nvSpPr>
            <p:spPr>
              <a:xfrm>
                <a:off x="27441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h1609"/>
              <p:cNvSpPr/>
              <p:nvPr/>
            </p:nvSpPr>
            <p:spPr>
              <a:xfrm>
                <a:off x="27534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h1610"/>
              <p:cNvSpPr/>
              <p:nvPr/>
            </p:nvSpPr>
            <p:spPr>
              <a:xfrm>
                <a:off x="27626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h1611"/>
              <p:cNvSpPr/>
              <p:nvPr/>
            </p:nvSpPr>
            <p:spPr>
              <a:xfrm>
                <a:off x="277194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h1612"/>
              <p:cNvSpPr/>
              <p:nvPr/>
            </p:nvSpPr>
            <p:spPr>
              <a:xfrm>
                <a:off x="27812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h1613"/>
              <p:cNvSpPr/>
              <p:nvPr/>
            </p:nvSpPr>
            <p:spPr>
              <a:xfrm>
                <a:off x="27904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h1614"/>
              <p:cNvSpPr/>
              <p:nvPr/>
            </p:nvSpPr>
            <p:spPr>
              <a:xfrm>
                <a:off x="27997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h1615"/>
              <p:cNvSpPr/>
              <p:nvPr/>
            </p:nvSpPr>
            <p:spPr>
              <a:xfrm>
                <a:off x="28089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h1616"/>
              <p:cNvSpPr/>
              <p:nvPr/>
            </p:nvSpPr>
            <p:spPr>
              <a:xfrm>
                <a:off x="28182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h1617"/>
              <p:cNvSpPr/>
              <p:nvPr/>
            </p:nvSpPr>
            <p:spPr>
              <a:xfrm>
                <a:off x="28275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h1618"/>
              <p:cNvSpPr/>
              <p:nvPr/>
            </p:nvSpPr>
            <p:spPr>
              <a:xfrm>
                <a:off x="28367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h1619"/>
              <p:cNvSpPr/>
              <p:nvPr/>
            </p:nvSpPr>
            <p:spPr>
              <a:xfrm>
                <a:off x="28460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h1620"/>
              <p:cNvSpPr/>
              <p:nvPr/>
            </p:nvSpPr>
            <p:spPr>
              <a:xfrm>
                <a:off x="28553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h1621"/>
              <p:cNvSpPr/>
              <p:nvPr/>
            </p:nvSpPr>
            <p:spPr>
              <a:xfrm>
                <a:off x="28645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h1622"/>
              <p:cNvSpPr/>
              <p:nvPr/>
            </p:nvSpPr>
            <p:spPr>
              <a:xfrm>
                <a:off x="28738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h1623"/>
              <p:cNvSpPr/>
              <p:nvPr/>
            </p:nvSpPr>
            <p:spPr>
              <a:xfrm>
                <a:off x="28830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h1624"/>
              <p:cNvSpPr/>
              <p:nvPr/>
            </p:nvSpPr>
            <p:spPr>
              <a:xfrm>
                <a:off x="289235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h1625"/>
              <p:cNvSpPr/>
              <p:nvPr/>
            </p:nvSpPr>
            <p:spPr>
              <a:xfrm>
                <a:off x="29016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h1626"/>
              <p:cNvSpPr/>
              <p:nvPr/>
            </p:nvSpPr>
            <p:spPr>
              <a:xfrm>
                <a:off x="29108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h1627"/>
              <p:cNvSpPr/>
              <p:nvPr/>
            </p:nvSpPr>
            <p:spPr>
              <a:xfrm>
                <a:off x="29201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h1628"/>
              <p:cNvSpPr/>
              <p:nvPr/>
            </p:nvSpPr>
            <p:spPr>
              <a:xfrm>
                <a:off x="29294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h1629"/>
              <p:cNvSpPr/>
              <p:nvPr/>
            </p:nvSpPr>
            <p:spPr>
              <a:xfrm>
                <a:off x="29386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h1630"/>
              <p:cNvSpPr/>
              <p:nvPr/>
            </p:nvSpPr>
            <p:spPr>
              <a:xfrm>
                <a:off x="29479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h1631"/>
              <p:cNvSpPr/>
              <p:nvPr/>
            </p:nvSpPr>
            <p:spPr>
              <a:xfrm>
                <a:off x="29571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h1632"/>
              <p:cNvSpPr/>
              <p:nvPr/>
            </p:nvSpPr>
            <p:spPr>
              <a:xfrm>
                <a:off x="29664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h1633"/>
              <p:cNvSpPr/>
              <p:nvPr/>
            </p:nvSpPr>
            <p:spPr>
              <a:xfrm>
                <a:off x="29757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h1634"/>
              <p:cNvSpPr/>
              <p:nvPr/>
            </p:nvSpPr>
            <p:spPr>
              <a:xfrm>
                <a:off x="29849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h1635"/>
              <p:cNvSpPr/>
              <p:nvPr/>
            </p:nvSpPr>
            <p:spPr>
              <a:xfrm>
                <a:off x="29942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h1636"/>
              <p:cNvSpPr/>
              <p:nvPr/>
            </p:nvSpPr>
            <p:spPr>
              <a:xfrm>
                <a:off x="30035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h1637"/>
              <p:cNvSpPr/>
              <p:nvPr/>
            </p:nvSpPr>
            <p:spPr>
              <a:xfrm>
                <a:off x="30127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h1638"/>
              <p:cNvSpPr/>
              <p:nvPr/>
            </p:nvSpPr>
            <p:spPr>
              <a:xfrm>
                <a:off x="30220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h1639"/>
              <p:cNvSpPr/>
              <p:nvPr/>
            </p:nvSpPr>
            <p:spPr>
              <a:xfrm>
                <a:off x="30312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h1640"/>
              <p:cNvSpPr/>
              <p:nvPr/>
            </p:nvSpPr>
            <p:spPr>
              <a:xfrm>
                <a:off x="30405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h1641"/>
              <p:cNvSpPr/>
              <p:nvPr/>
            </p:nvSpPr>
            <p:spPr>
              <a:xfrm>
                <a:off x="30498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h1642"/>
              <p:cNvSpPr/>
              <p:nvPr/>
            </p:nvSpPr>
            <p:spPr>
              <a:xfrm>
                <a:off x="30590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h1643"/>
              <p:cNvSpPr/>
              <p:nvPr/>
            </p:nvSpPr>
            <p:spPr>
              <a:xfrm>
                <a:off x="30683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h1644"/>
              <p:cNvSpPr/>
              <p:nvPr/>
            </p:nvSpPr>
            <p:spPr>
              <a:xfrm>
                <a:off x="30775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h1645"/>
              <p:cNvSpPr/>
              <p:nvPr/>
            </p:nvSpPr>
            <p:spPr>
              <a:xfrm>
                <a:off x="308686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h1646"/>
              <p:cNvSpPr/>
              <p:nvPr/>
            </p:nvSpPr>
            <p:spPr>
              <a:xfrm>
                <a:off x="309612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h1647"/>
              <p:cNvSpPr/>
              <p:nvPr/>
            </p:nvSpPr>
            <p:spPr>
              <a:xfrm>
                <a:off x="310538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h1648"/>
              <p:cNvSpPr/>
              <p:nvPr/>
            </p:nvSpPr>
            <p:spPr>
              <a:xfrm>
                <a:off x="311464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h1649"/>
              <p:cNvSpPr/>
              <p:nvPr/>
            </p:nvSpPr>
            <p:spPr>
              <a:xfrm>
                <a:off x="312391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h1650"/>
              <p:cNvSpPr/>
              <p:nvPr/>
            </p:nvSpPr>
            <p:spPr>
              <a:xfrm>
                <a:off x="31331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h1651"/>
              <p:cNvSpPr/>
              <p:nvPr/>
            </p:nvSpPr>
            <p:spPr>
              <a:xfrm>
                <a:off x="31424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h1652"/>
              <p:cNvSpPr/>
              <p:nvPr/>
            </p:nvSpPr>
            <p:spPr>
              <a:xfrm>
                <a:off x="31516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h1653"/>
              <p:cNvSpPr/>
              <p:nvPr/>
            </p:nvSpPr>
            <p:spPr>
              <a:xfrm>
                <a:off x="31609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h1654"/>
              <p:cNvSpPr/>
              <p:nvPr/>
            </p:nvSpPr>
            <p:spPr>
              <a:xfrm>
                <a:off x="31702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h1655"/>
              <p:cNvSpPr/>
              <p:nvPr/>
            </p:nvSpPr>
            <p:spPr>
              <a:xfrm>
                <a:off x="31794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h1656"/>
              <p:cNvSpPr/>
              <p:nvPr/>
            </p:nvSpPr>
            <p:spPr>
              <a:xfrm>
                <a:off x="318874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h1657"/>
              <p:cNvSpPr/>
              <p:nvPr/>
            </p:nvSpPr>
            <p:spPr>
              <a:xfrm>
                <a:off x="31980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h1658"/>
              <p:cNvSpPr/>
              <p:nvPr/>
            </p:nvSpPr>
            <p:spPr>
              <a:xfrm>
                <a:off x="32072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h1659"/>
              <p:cNvSpPr/>
              <p:nvPr/>
            </p:nvSpPr>
            <p:spPr>
              <a:xfrm>
                <a:off x="32165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h1660"/>
              <p:cNvSpPr/>
              <p:nvPr/>
            </p:nvSpPr>
            <p:spPr>
              <a:xfrm>
                <a:off x="32257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h1661"/>
              <p:cNvSpPr/>
              <p:nvPr/>
            </p:nvSpPr>
            <p:spPr>
              <a:xfrm>
                <a:off x="32350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h1662"/>
              <p:cNvSpPr/>
              <p:nvPr/>
            </p:nvSpPr>
            <p:spPr>
              <a:xfrm>
                <a:off x="3244319" y="2446887"/>
                <a:ext cx="9207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79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99" y="897161"/>
                    </a:lnTo>
                    <a:lnTo>
                      <a:pt x="920696" y="897509"/>
                    </a:lnTo>
                    <a:lnTo>
                      <a:pt x="919817" y="900470"/>
                    </a:lnTo>
                    <a:lnTo>
                      <a:pt x="918938" y="903431"/>
                    </a:lnTo>
                    <a:lnTo>
                      <a:pt x="918059" y="906393"/>
                    </a:lnTo>
                    <a:lnTo>
                      <a:pt x="917181" y="909354"/>
                    </a:lnTo>
                    <a:lnTo>
                      <a:pt x="916304" y="912316"/>
                    </a:lnTo>
                    <a:lnTo>
                      <a:pt x="915687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h1663"/>
              <p:cNvSpPr/>
              <p:nvPr/>
            </p:nvSpPr>
            <p:spPr>
              <a:xfrm>
                <a:off x="2392195" y="2412410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399"/>
                    </a:moveTo>
                    <a:lnTo>
                      <a:pt x="914399" y="931638"/>
                    </a:lnTo>
                    <a:lnTo>
                      <a:pt x="909402" y="931638"/>
                    </a:lnTo>
                    <a:lnTo>
                      <a:pt x="907264" y="922096"/>
                    </a:lnTo>
                    <a:lnTo>
                      <a:pt x="905787" y="91439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h1664"/>
              <p:cNvSpPr/>
              <p:nvPr/>
            </p:nvSpPr>
            <p:spPr>
              <a:xfrm>
                <a:off x="239219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h1665"/>
              <p:cNvSpPr/>
              <p:nvPr/>
            </p:nvSpPr>
            <p:spPr>
              <a:xfrm>
                <a:off x="24014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h1666"/>
              <p:cNvSpPr/>
              <p:nvPr/>
            </p:nvSpPr>
            <p:spPr>
              <a:xfrm>
                <a:off x="24107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h1667"/>
              <p:cNvSpPr/>
              <p:nvPr/>
            </p:nvSpPr>
            <p:spPr>
              <a:xfrm>
                <a:off x="24199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h1668"/>
              <p:cNvSpPr/>
              <p:nvPr/>
            </p:nvSpPr>
            <p:spPr>
              <a:xfrm>
                <a:off x="24292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h1669"/>
              <p:cNvSpPr/>
              <p:nvPr/>
            </p:nvSpPr>
            <p:spPr>
              <a:xfrm>
                <a:off x="24385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h1670"/>
              <p:cNvSpPr/>
              <p:nvPr/>
            </p:nvSpPr>
            <p:spPr>
              <a:xfrm>
                <a:off x="24477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h1671"/>
              <p:cNvSpPr/>
              <p:nvPr/>
            </p:nvSpPr>
            <p:spPr>
              <a:xfrm>
                <a:off x="24570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h1672"/>
              <p:cNvSpPr/>
              <p:nvPr/>
            </p:nvSpPr>
            <p:spPr>
              <a:xfrm>
                <a:off x="24662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h1673"/>
              <p:cNvSpPr/>
              <p:nvPr/>
            </p:nvSpPr>
            <p:spPr>
              <a:xfrm>
                <a:off x="247555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h1674"/>
              <p:cNvSpPr/>
              <p:nvPr/>
            </p:nvSpPr>
            <p:spPr>
              <a:xfrm>
                <a:off x="24848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h1675"/>
              <p:cNvSpPr/>
              <p:nvPr/>
            </p:nvSpPr>
            <p:spPr>
              <a:xfrm>
                <a:off x="24940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h1676"/>
              <p:cNvSpPr/>
              <p:nvPr/>
            </p:nvSpPr>
            <p:spPr>
              <a:xfrm>
                <a:off x="25033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h1677"/>
              <p:cNvSpPr/>
              <p:nvPr/>
            </p:nvSpPr>
            <p:spPr>
              <a:xfrm>
                <a:off x="25126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h1678"/>
              <p:cNvSpPr/>
              <p:nvPr/>
            </p:nvSpPr>
            <p:spPr>
              <a:xfrm>
                <a:off x="25218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h1679"/>
              <p:cNvSpPr/>
              <p:nvPr/>
            </p:nvSpPr>
            <p:spPr>
              <a:xfrm>
                <a:off x="25311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h1680"/>
              <p:cNvSpPr/>
              <p:nvPr/>
            </p:nvSpPr>
            <p:spPr>
              <a:xfrm>
                <a:off x="25403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h1681"/>
              <p:cNvSpPr/>
              <p:nvPr/>
            </p:nvSpPr>
            <p:spPr>
              <a:xfrm>
                <a:off x="25496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h1682"/>
              <p:cNvSpPr/>
              <p:nvPr/>
            </p:nvSpPr>
            <p:spPr>
              <a:xfrm>
                <a:off x="25589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h1683"/>
              <p:cNvSpPr/>
              <p:nvPr/>
            </p:nvSpPr>
            <p:spPr>
              <a:xfrm>
                <a:off x="25681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h1684"/>
              <p:cNvSpPr/>
              <p:nvPr/>
            </p:nvSpPr>
            <p:spPr>
              <a:xfrm>
                <a:off x="25774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h1685"/>
              <p:cNvSpPr/>
              <p:nvPr/>
            </p:nvSpPr>
            <p:spPr>
              <a:xfrm>
                <a:off x="25867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h1686"/>
              <p:cNvSpPr/>
              <p:nvPr/>
            </p:nvSpPr>
            <p:spPr>
              <a:xfrm>
                <a:off x="25959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h1687"/>
              <p:cNvSpPr/>
              <p:nvPr/>
            </p:nvSpPr>
            <p:spPr>
              <a:xfrm>
                <a:off x="26052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h1688"/>
              <p:cNvSpPr/>
              <p:nvPr/>
            </p:nvSpPr>
            <p:spPr>
              <a:xfrm>
                <a:off x="26144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h1689"/>
              <p:cNvSpPr/>
              <p:nvPr/>
            </p:nvSpPr>
            <p:spPr>
              <a:xfrm>
                <a:off x="26237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h1690"/>
              <p:cNvSpPr/>
              <p:nvPr/>
            </p:nvSpPr>
            <p:spPr>
              <a:xfrm>
                <a:off x="26330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h1691"/>
              <p:cNvSpPr/>
              <p:nvPr/>
            </p:nvSpPr>
            <p:spPr>
              <a:xfrm>
                <a:off x="26422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h1692"/>
              <p:cNvSpPr/>
              <p:nvPr/>
            </p:nvSpPr>
            <p:spPr>
              <a:xfrm>
                <a:off x="26515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h1693"/>
              <p:cNvSpPr/>
              <p:nvPr/>
            </p:nvSpPr>
            <p:spPr>
              <a:xfrm>
                <a:off x="26607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h1694"/>
              <p:cNvSpPr/>
              <p:nvPr/>
            </p:nvSpPr>
            <p:spPr>
              <a:xfrm>
                <a:off x="2670061" y="2429648"/>
                <a:ext cx="922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69" y="897262"/>
                    </a:lnTo>
                    <a:lnTo>
                      <a:pt x="917661" y="897574"/>
                    </a:lnTo>
                    <a:lnTo>
                      <a:pt x="917755" y="897889"/>
                    </a:lnTo>
                    <a:lnTo>
                      <a:pt x="917849" y="898205"/>
                    </a:lnTo>
                    <a:lnTo>
                      <a:pt x="917942" y="898521"/>
                    </a:lnTo>
                    <a:lnTo>
                      <a:pt x="918036" y="898836"/>
                    </a:lnTo>
                    <a:lnTo>
                      <a:pt x="918130" y="899152"/>
                    </a:lnTo>
                    <a:lnTo>
                      <a:pt x="918223" y="899468"/>
                    </a:lnTo>
                    <a:lnTo>
                      <a:pt x="918317" y="899783"/>
                    </a:lnTo>
                    <a:lnTo>
                      <a:pt x="918411" y="900099"/>
                    </a:lnTo>
                    <a:lnTo>
                      <a:pt x="918504" y="900415"/>
                    </a:lnTo>
                    <a:lnTo>
                      <a:pt x="918598" y="900730"/>
                    </a:lnTo>
                    <a:lnTo>
                      <a:pt x="918691" y="901046"/>
                    </a:lnTo>
                    <a:lnTo>
                      <a:pt x="918785" y="901362"/>
                    </a:lnTo>
                    <a:lnTo>
                      <a:pt x="918879" y="901677"/>
                    </a:lnTo>
                    <a:lnTo>
                      <a:pt x="918972" y="901993"/>
                    </a:lnTo>
                    <a:lnTo>
                      <a:pt x="919066" y="902309"/>
                    </a:lnTo>
                    <a:lnTo>
                      <a:pt x="919160" y="902625"/>
                    </a:lnTo>
                    <a:lnTo>
                      <a:pt x="919253" y="902940"/>
                    </a:lnTo>
                    <a:lnTo>
                      <a:pt x="919347" y="903256"/>
                    </a:lnTo>
                    <a:lnTo>
                      <a:pt x="919440" y="903572"/>
                    </a:lnTo>
                    <a:lnTo>
                      <a:pt x="919534" y="903887"/>
                    </a:lnTo>
                    <a:lnTo>
                      <a:pt x="919627" y="904203"/>
                    </a:lnTo>
                    <a:lnTo>
                      <a:pt x="919721" y="904519"/>
                    </a:lnTo>
                    <a:lnTo>
                      <a:pt x="919815" y="904834"/>
                    </a:lnTo>
                    <a:lnTo>
                      <a:pt x="919908" y="905150"/>
                    </a:lnTo>
                    <a:lnTo>
                      <a:pt x="920002" y="905466"/>
                    </a:lnTo>
                    <a:lnTo>
                      <a:pt x="920095" y="905781"/>
                    </a:lnTo>
                    <a:lnTo>
                      <a:pt x="920189" y="906097"/>
                    </a:lnTo>
                    <a:lnTo>
                      <a:pt x="920282" y="906413"/>
                    </a:lnTo>
                    <a:lnTo>
                      <a:pt x="920376" y="906728"/>
                    </a:lnTo>
                    <a:lnTo>
                      <a:pt x="920469" y="907044"/>
                    </a:lnTo>
                    <a:lnTo>
                      <a:pt x="920563" y="907360"/>
                    </a:lnTo>
                    <a:lnTo>
                      <a:pt x="920657" y="907676"/>
                    </a:lnTo>
                    <a:lnTo>
                      <a:pt x="920750" y="907991"/>
                    </a:lnTo>
                    <a:lnTo>
                      <a:pt x="920844" y="908307"/>
                    </a:lnTo>
                    <a:lnTo>
                      <a:pt x="920937" y="908623"/>
                    </a:lnTo>
                    <a:lnTo>
                      <a:pt x="921031" y="908938"/>
                    </a:lnTo>
                    <a:lnTo>
                      <a:pt x="921124" y="909254"/>
                    </a:lnTo>
                    <a:lnTo>
                      <a:pt x="921218" y="909570"/>
                    </a:lnTo>
                    <a:lnTo>
                      <a:pt x="921311" y="909885"/>
                    </a:lnTo>
                    <a:lnTo>
                      <a:pt x="921405" y="910201"/>
                    </a:lnTo>
                    <a:lnTo>
                      <a:pt x="921498" y="910517"/>
                    </a:lnTo>
                    <a:lnTo>
                      <a:pt x="921592" y="910832"/>
                    </a:lnTo>
                    <a:lnTo>
                      <a:pt x="921685" y="911148"/>
                    </a:lnTo>
                    <a:lnTo>
                      <a:pt x="921779" y="911464"/>
                    </a:lnTo>
                    <a:lnTo>
                      <a:pt x="921872" y="911780"/>
                    </a:lnTo>
                    <a:lnTo>
                      <a:pt x="921966" y="912095"/>
                    </a:lnTo>
                    <a:lnTo>
                      <a:pt x="922059" y="912411"/>
                    </a:lnTo>
                    <a:lnTo>
                      <a:pt x="922152" y="912727"/>
                    </a:lnTo>
                    <a:lnTo>
                      <a:pt x="922246" y="913042"/>
                    </a:lnTo>
                    <a:lnTo>
                      <a:pt x="922339" y="913358"/>
                    </a:lnTo>
                    <a:lnTo>
                      <a:pt x="922433" y="913674"/>
                    </a:lnTo>
                    <a:lnTo>
                      <a:pt x="922526" y="913989"/>
                    </a:lnTo>
                    <a:lnTo>
                      <a:pt x="922648" y="914400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h1695"/>
              <p:cNvSpPr/>
              <p:nvPr/>
            </p:nvSpPr>
            <p:spPr>
              <a:xfrm>
                <a:off x="2716372" y="24124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977" y="931638"/>
                    </a:lnTo>
                    <a:lnTo>
                      <a:pt x="906755" y="927763"/>
                    </a:lnTo>
                    <a:lnTo>
                      <a:pt x="909133" y="917613"/>
                    </a:lnTo>
                    <a:lnTo>
                      <a:pt x="909999" y="91439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h1696"/>
              <p:cNvSpPr/>
              <p:nvPr/>
            </p:nvSpPr>
            <p:spPr>
              <a:xfrm>
                <a:off x="27163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h1697"/>
              <p:cNvSpPr/>
              <p:nvPr/>
            </p:nvSpPr>
            <p:spPr>
              <a:xfrm>
                <a:off x="27256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h1698"/>
              <p:cNvSpPr/>
              <p:nvPr/>
            </p:nvSpPr>
            <p:spPr>
              <a:xfrm>
                <a:off x="27348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h1699"/>
              <p:cNvSpPr/>
              <p:nvPr/>
            </p:nvSpPr>
            <p:spPr>
              <a:xfrm>
                <a:off x="27441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h1700"/>
              <p:cNvSpPr/>
              <p:nvPr/>
            </p:nvSpPr>
            <p:spPr>
              <a:xfrm>
                <a:off x="27534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h1701"/>
              <p:cNvSpPr/>
              <p:nvPr/>
            </p:nvSpPr>
            <p:spPr>
              <a:xfrm>
                <a:off x="27626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h1702"/>
              <p:cNvSpPr/>
              <p:nvPr/>
            </p:nvSpPr>
            <p:spPr>
              <a:xfrm>
                <a:off x="277194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h1703"/>
              <p:cNvSpPr/>
              <p:nvPr/>
            </p:nvSpPr>
            <p:spPr>
              <a:xfrm>
                <a:off x="27812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h1704"/>
              <p:cNvSpPr/>
              <p:nvPr/>
            </p:nvSpPr>
            <p:spPr>
              <a:xfrm>
                <a:off x="27904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h1705"/>
              <p:cNvSpPr/>
              <p:nvPr/>
            </p:nvSpPr>
            <p:spPr>
              <a:xfrm>
                <a:off x="27997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h1706"/>
              <p:cNvSpPr/>
              <p:nvPr/>
            </p:nvSpPr>
            <p:spPr>
              <a:xfrm>
                <a:off x="28089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h1707"/>
              <p:cNvSpPr/>
              <p:nvPr/>
            </p:nvSpPr>
            <p:spPr>
              <a:xfrm>
                <a:off x="28182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h1708"/>
              <p:cNvSpPr/>
              <p:nvPr/>
            </p:nvSpPr>
            <p:spPr>
              <a:xfrm>
                <a:off x="28275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h1709"/>
              <p:cNvSpPr/>
              <p:nvPr/>
            </p:nvSpPr>
            <p:spPr>
              <a:xfrm>
                <a:off x="28367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h1710"/>
              <p:cNvSpPr/>
              <p:nvPr/>
            </p:nvSpPr>
            <p:spPr>
              <a:xfrm>
                <a:off x="28460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h1711"/>
              <p:cNvSpPr/>
              <p:nvPr/>
            </p:nvSpPr>
            <p:spPr>
              <a:xfrm>
                <a:off x="28553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h1712"/>
              <p:cNvSpPr/>
              <p:nvPr/>
            </p:nvSpPr>
            <p:spPr>
              <a:xfrm>
                <a:off x="28645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h1713"/>
              <p:cNvSpPr/>
              <p:nvPr/>
            </p:nvSpPr>
            <p:spPr>
              <a:xfrm>
                <a:off x="28738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h1714"/>
              <p:cNvSpPr/>
              <p:nvPr/>
            </p:nvSpPr>
            <p:spPr>
              <a:xfrm>
                <a:off x="28830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h1715"/>
              <p:cNvSpPr/>
              <p:nvPr/>
            </p:nvSpPr>
            <p:spPr>
              <a:xfrm>
                <a:off x="289235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h1716"/>
              <p:cNvSpPr/>
              <p:nvPr/>
            </p:nvSpPr>
            <p:spPr>
              <a:xfrm>
                <a:off x="29016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h1717"/>
              <p:cNvSpPr/>
              <p:nvPr/>
            </p:nvSpPr>
            <p:spPr>
              <a:xfrm>
                <a:off x="29108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h1718"/>
              <p:cNvSpPr/>
              <p:nvPr/>
            </p:nvSpPr>
            <p:spPr>
              <a:xfrm>
                <a:off x="29201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h1719"/>
              <p:cNvSpPr/>
              <p:nvPr/>
            </p:nvSpPr>
            <p:spPr>
              <a:xfrm>
                <a:off x="29294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h1720"/>
              <p:cNvSpPr/>
              <p:nvPr/>
            </p:nvSpPr>
            <p:spPr>
              <a:xfrm>
                <a:off x="29386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h1721"/>
              <p:cNvSpPr/>
              <p:nvPr/>
            </p:nvSpPr>
            <p:spPr>
              <a:xfrm>
                <a:off x="29479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h1722"/>
              <p:cNvSpPr/>
              <p:nvPr/>
            </p:nvSpPr>
            <p:spPr>
              <a:xfrm>
                <a:off x="29571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h1723"/>
              <p:cNvSpPr/>
              <p:nvPr/>
            </p:nvSpPr>
            <p:spPr>
              <a:xfrm>
                <a:off x="29664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h1724"/>
              <p:cNvSpPr/>
              <p:nvPr/>
            </p:nvSpPr>
            <p:spPr>
              <a:xfrm>
                <a:off x="29757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h1725"/>
              <p:cNvSpPr/>
              <p:nvPr/>
            </p:nvSpPr>
            <p:spPr>
              <a:xfrm>
                <a:off x="29849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h1726"/>
              <p:cNvSpPr/>
              <p:nvPr/>
            </p:nvSpPr>
            <p:spPr>
              <a:xfrm>
                <a:off x="29942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h1727"/>
              <p:cNvSpPr/>
              <p:nvPr/>
            </p:nvSpPr>
            <p:spPr>
              <a:xfrm>
                <a:off x="30035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h1728"/>
              <p:cNvSpPr/>
              <p:nvPr/>
            </p:nvSpPr>
            <p:spPr>
              <a:xfrm>
                <a:off x="30127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h1729"/>
              <p:cNvSpPr/>
              <p:nvPr/>
            </p:nvSpPr>
            <p:spPr>
              <a:xfrm>
                <a:off x="30220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h1730"/>
              <p:cNvSpPr/>
              <p:nvPr/>
            </p:nvSpPr>
            <p:spPr>
              <a:xfrm>
                <a:off x="30312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h1731"/>
              <p:cNvSpPr/>
              <p:nvPr/>
            </p:nvSpPr>
            <p:spPr>
              <a:xfrm>
                <a:off x="30405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h1732"/>
              <p:cNvSpPr/>
              <p:nvPr/>
            </p:nvSpPr>
            <p:spPr>
              <a:xfrm>
                <a:off x="30498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h1733"/>
              <p:cNvSpPr/>
              <p:nvPr/>
            </p:nvSpPr>
            <p:spPr>
              <a:xfrm>
                <a:off x="30590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h1734"/>
              <p:cNvSpPr/>
              <p:nvPr/>
            </p:nvSpPr>
            <p:spPr>
              <a:xfrm>
                <a:off x="30683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h1735"/>
              <p:cNvSpPr/>
              <p:nvPr/>
            </p:nvSpPr>
            <p:spPr>
              <a:xfrm>
                <a:off x="30775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h1736"/>
              <p:cNvSpPr/>
              <p:nvPr/>
            </p:nvSpPr>
            <p:spPr>
              <a:xfrm>
                <a:off x="308686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h1737"/>
              <p:cNvSpPr/>
              <p:nvPr/>
            </p:nvSpPr>
            <p:spPr>
              <a:xfrm>
                <a:off x="309612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h1738"/>
              <p:cNvSpPr/>
              <p:nvPr/>
            </p:nvSpPr>
            <p:spPr>
              <a:xfrm>
                <a:off x="310538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h1739"/>
              <p:cNvSpPr/>
              <p:nvPr/>
            </p:nvSpPr>
            <p:spPr>
              <a:xfrm>
                <a:off x="311464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h1740"/>
              <p:cNvSpPr/>
              <p:nvPr/>
            </p:nvSpPr>
            <p:spPr>
              <a:xfrm>
                <a:off x="312391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h1741"/>
              <p:cNvSpPr/>
              <p:nvPr/>
            </p:nvSpPr>
            <p:spPr>
              <a:xfrm>
                <a:off x="31331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h1742"/>
              <p:cNvSpPr/>
              <p:nvPr/>
            </p:nvSpPr>
            <p:spPr>
              <a:xfrm>
                <a:off x="31424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h1743"/>
              <p:cNvSpPr/>
              <p:nvPr/>
            </p:nvSpPr>
            <p:spPr>
              <a:xfrm>
                <a:off x="31516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h1744"/>
              <p:cNvSpPr/>
              <p:nvPr/>
            </p:nvSpPr>
            <p:spPr>
              <a:xfrm>
                <a:off x="31609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h1745"/>
              <p:cNvSpPr/>
              <p:nvPr/>
            </p:nvSpPr>
            <p:spPr>
              <a:xfrm>
                <a:off x="31702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h1746"/>
              <p:cNvSpPr/>
              <p:nvPr/>
            </p:nvSpPr>
            <p:spPr>
              <a:xfrm>
                <a:off x="31794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h1747"/>
              <p:cNvSpPr/>
              <p:nvPr/>
            </p:nvSpPr>
            <p:spPr>
              <a:xfrm>
                <a:off x="318874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h1748"/>
              <p:cNvSpPr/>
              <p:nvPr/>
            </p:nvSpPr>
            <p:spPr>
              <a:xfrm>
                <a:off x="31980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h1749"/>
              <p:cNvSpPr/>
              <p:nvPr/>
            </p:nvSpPr>
            <p:spPr>
              <a:xfrm>
                <a:off x="32072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h1750"/>
              <p:cNvSpPr/>
              <p:nvPr/>
            </p:nvSpPr>
            <p:spPr>
              <a:xfrm>
                <a:off x="32165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h1751"/>
              <p:cNvSpPr/>
              <p:nvPr/>
            </p:nvSpPr>
            <p:spPr>
              <a:xfrm>
                <a:off x="32257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h1752"/>
              <p:cNvSpPr/>
              <p:nvPr/>
            </p:nvSpPr>
            <p:spPr>
              <a:xfrm>
                <a:off x="32350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h1753"/>
              <p:cNvSpPr/>
              <p:nvPr/>
            </p:nvSpPr>
            <p:spPr>
              <a:xfrm>
                <a:off x="3244319" y="24296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769"/>
                    </a:lnTo>
                    <a:lnTo>
                      <a:pt x="923336" y="905864"/>
                    </a:lnTo>
                    <a:lnTo>
                      <a:pt x="922456" y="908825"/>
                    </a:lnTo>
                    <a:lnTo>
                      <a:pt x="921576" y="911786"/>
                    </a:lnTo>
                    <a:lnTo>
                      <a:pt x="920799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h1754"/>
              <p:cNvSpPr/>
              <p:nvPr/>
            </p:nvSpPr>
            <p:spPr>
              <a:xfrm>
                <a:off x="3253581" y="2412410"/>
                <a:ext cx="916664" cy="922007"/>
              </a:xfrm>
              <a:custGeom>
                <a:avLst/>
                <a:gdLst/>
                <a:ahLst/>
                <a:cxnLst/>
                <a:rect l="0" t="0" r="0" b="0"/>
                <a:pathLst>
                  <a:path w="916664" h="922007">
                    <a:moveTo>
                      <a:pt x="914400" y="914399"/>
                    </a:moveTo>
                    <a:lnTo>
                      <a:pt x="916664" y="914399"/>
                    </a:lnTo>
                    <a:lnTo>
                      <a:pt x="915836" y="917181"/>
                    </a:lnTo>
                    <a:lnTo>
                      <a:pt x="914955" y="920141"/>
                    </a:lnTo>
                    <a:lnTo>
                      <a:pt x="914400" y="922007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h1755"/>
              <p:cNvSpPr/>
              <p:nvPr/>
            </p:nvSpPr>
            <p:spPr>
              <a:xfrm>
                <a:off x="2382932" y="2395171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925" y="918906"/>
                    </a:lnTo>
                    <a:lnTo>
                      <a:pt x="912335" y="91440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h1756"/>
              <p:cNvSpPr/>
              <p:nvPr/>
            </p:nvSpPr>
            <p:spPr>
              <a:xfrm>
                <a:off x="23829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49" y="931638"/>
                    </a:lnTo>
                    <a:lnTo>
                      <a:pt x="914583" y="929207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h1757"/>
              <p:cNvSpPr/>
              <p:nvPr/>
            </p:nvSpPr>
            <p:spPr>
              <a:xfrm>
                <a:off x="239219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h1758"/>
              <p:cNvSpPr/>
              <p:nvPr/>
            </p:nvSpPr>
            <p:spPr>
              <a:xfrm>
                <a:off x="24014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h1759"/>
              <p:cNvSpPr/>
              <p:nvPr/>
            </p:nvSpPr>
            <p:spPr>
              <a:xfrm>
                <a:off x="24107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h1760"/>
              <p:cNvSpPr/>
              <p:nvPr/>
            </p:nvSpPr>
            <p:spPr>
              <a:xfrm>
                <a:off x="24199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h1761"/>
              <p:cNvSpPr/>
              <p:nvPr/>
            </p:nvSpPr>
            <p:spPr>
              <a:xfrm>
                <a:off x="24292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h1762"/>
              <p:cNvSpPr/>
              <p:nvPr/>
            </p:nvSpPr>
            <p:spPr>
              <a:xfrm>
                <a:off x="24385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h1763"/>
              <p:cNvSpPr/>
              <p:nvPr/>
            </p:nvSpPr>
            <p:spPr>
              <a:xfrm>
                <a:off x="24477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h1764"/>
              <p:cNvSpPr/>
              <p:nvPr/>
            </p:nvSpPr>
            <p:spPr>
              <a:xfrm>
                <a:off x="24570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h1765"/>
              <p:cNvSpPr/>
              <p:nvPr/>
            </p:nvSpPr>
            <p:spPr>
              <a:xfrm>
                <a:off x="24662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h1766"/>
              <p:cNvSpPr/>
              <p:nvPr/>
            </p:nvSpPr>
            <p:spPr>
              <a:xfrm>
                <a:off x="247555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h1767"/>
              <p:cNvSpPr/>
              <p:nvPr/>
            </p:nvSpPr>
            <p:spPr>
              <a:xfrm>
                <a:off x="24848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h1768"/>
              <p:cNvSpPr/>
              <p:nvPr/>
            </p:nvSpPr>
            <p:spPr>
              <a:xfrm>
                <a:off x="24940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h1769"/>
              <p:cNvSpPr/>
              <p:nvPr/>
            </p:nvSpPr>
            <p:spPr>
              <a:xfrm>
                <a:off x="25033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h1770"/>
              <p:cNvSpPr/>
              <p:nvPr/>
            </p:nvSpPr>
            <p:spPr>
              <a:xfrm>
                <a:off x="25126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h1771"/>
              <p:cNvSpPr/>
              <p:nvPr/>
            </p:nvSpPr>
            <p:spPr>
              <a:xfrm>
                <a:off x="25218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h1772"/>
              <p:cNvSpPr/>
              <p:nvPr/>
            </p:nvSpPr>
            <p:spPr>
              <a:xfrm>
                <a:off x="25311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h1773"/>
              <p:cNvSpPr/>
              <p:nvPr/>
            </p:nvSpPr>
            <p:spPr>
              <a:xfrm>
                <a:off x="25403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h1774"/>
              <p:cNvSpPr/>
              <p:nvPr/>
            </p:nvSpPr>
            <p:spPr>
              <a:xfrm>
                <a:off x="25496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h1775"/>
              <p:cNvSpPr/>
              <p:nvPr/>
            </p:nvSpPr>
            <p:spPr>
              <a:xfrm>
                <a:off x="25589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h1776"/>
              <p:cNvSpPr/>
              <p:nvPr/>
            </p:nvSpPr>
            <p:spPr>
              <a:xfrm>
                <a:off x="25681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h1777"/>
              <p:cNvSpPr/>
              <p:nvPr/>
            </p:nvSpPr>
            <p:spPr>
              <a:xfrm>
                <a:off x="25774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h1778"/>
              <p:cNvSpPr/>
              <p:nvPr/>
            </p:nvSpPr>
            <p:spPr>
              <a:xfrm>
                <a:off x="25867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h1779"/>
              <p:cNvSpPr/>
              <p:nvPr/>
            </p:nvSpPr>
            <p:spPr>
              <a:xfrm>
                <a:off x="25959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h1780"/>
              <p:cNvSpPr/>
              <p:nvPr/>
            </p:nvSpPr>
            <p:spPr>
              <a:xfrm>
                <a:off x="26052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h1781"/>
              <p:cNvSpPr/>
              <p:nvPr/>
            </p:nvSpPr>
            <p:spPr>
              <a:xfrm>
                <a:off x="26144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h1782"/>
              <p:cNvSpPr/>
              <p:nvPr/>
            </p:nvSpPr>
            <p:spPr>
              <a:xfrm>
                <a:off x="26237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h1783"/>
              <p:cNvSpPr/>
              <p:nvPr/>
            </p:nvSpPr>
            <p:spPr>
              <a:xfrm>
                <a:off x="26330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h1784"/>
              <p:cNvSpPr/>
              <p:nvPr/>
            </p:nvSpPr>
            <p:spPr>
              <a:xfrm>
                <a:off x="26422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h1785"/>
              <p:cNvSpPr/>
              <p:nvPr/>
            </p:nvSpPr>
            <p:spPr>
              <a:xfrm>
                <a:off x="26515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h1786"/>
              <p:cNvSpPr/>
              <p:nvPr/>
            </p:nvSpPr>
            <p:spPr>
              <a:xfrm>
                <a:off x="2670061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1802" y="897161"/>
                    </a:lnTo>
                    <a:lnTo>
                      <a:pt x="914400" y="904545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h1787"/>
              <p:cNvSpPr/>
              <p:nvPr/>
            </p:nvSpPr>
            <p:spPr>
              <a:xfrm>
                <a:off x="2670061" y="2412410"/>
                <a:ext cx="91753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37" h="914399">
                    <a:moveTo>
                      <a:pt x="914400" y="914399"/>
                    </a:moveTo>
                    <a:lnTo>
                      <a:pt x="914400" y="904545"/>
                    </a:lnTo>
                    <a:lnTo>
                      <a:pt x="914757" y="905562"/>
                    </a:lnTo>
                    <a:lnTo>
                      <a:pt x="917537" y="91439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h1788"/>
              <p:cNvSpPr/>
              <p:nvPr/>
            </p:nvSpPr>
            <p:spPr>
              <a:xfrm>
                <a:off x="2716372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999" y="914399"/>
                    </a:lnTo>
                    <a:lnTo>
                      <a:pt x="911800" y="907715"/>
                    </a:lnTo>
                    <a:lnTo>
                      <a:pt x="914400" y="899231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h1789"/>
              <p:cNvSpPr/>
              <p:nvPr/>
            </p:nvSpPr>
            <p:spPr>
              <a:xfrm>
                <a:off x="2725634" y="23951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70"/>
                    </a:lnTo>
                    <a:lnTo>
                      <a:pt x="905485" y="915336"/>
                    </a:lnTo>
                    <a:lnTo>
                      <a:pt x="905809" y="914400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h1790"/>
              <p:cNvSpPr/>
              <p:nvPr/>
            </p:nvSpPr>
            <p:spPr>
              <a:xfrm>
                <a:off x="27256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h1791"/>
              <p:cNvSpPr/>
              <p:nvPr/>
            </p:nvSpPr>
            <p:spPr>
              <a:xfrm>
                <a:off x="27348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h1792"/>
              <p:cNvSpPr/>
              <p:nvPr/>
            </p:nvSpPr>
            <p:spPr>
              <a:xfrm>
                <a:off x="27441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h1793"/>
              <p:cNvSpPr/>
              <p:nvPr/>
            </p:nvSpPr>
            <p:spPr>
              <a:xfrm>
                <a:off x="27534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h1794"/>
              <p:cNvSpPr/>
              <p:nvPr/>
            </p:nvSpPr>
            <p:spPr>
              <a:xfrm>
                <a:off x="27626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h1795"/>
              <p:cNvSpPr/>
              <p:nvPr/>
            </p:nvSpPr>
            <p:spPr>
              <a:xfrm>
                <a:off x="277194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h1796"/>
              <p:cNvSpPr/>
              <p:nvPr/>
            </p:nvSpPr>
            <p:spPr>
              <a:xfrm>
                <a:off x="27812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h1797"/>
              <p:cNvSpPr/>
              <p:nvPr/>
            </p:nvSpPr>
            <p:spPr>
              <a:xfrm>
                <a:off x="27904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h1798"/>
              <p:cNvSpPr/>
              <p:nvPr/>
            </p:nvSpPr>
            <p:spPr>
              <a:xfrm>
                <a:off x="27997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h1799"/>
              <p:cNvSpPr/>
              <p:nvPr/>
            </p:nvSpPr>
            <p:spPr>
              <a:xfrm>
                <a:off x="28089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h1800"/>
              <p:cNvSpPr/>
              <p:nvPr/>
            </p:nvSpPr>
            <p:spPr>
              <a:xfrm>
                <a:off x="28182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h1801"/>
              <p:cNvSpPr/>
              <p:nvPr/>
            </p:nvSpPr>
            <p:spPr>
              <a:xfrm>
                <a:off x="28275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h1802"/>
              <p:cNvSpPr/>
              <p:nvPr/>
            </p:nvSpPr>
            <p:spPr>
              <a:xfrm>
                <a:off x="28367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h1803"/>
              <p:cNvSpPr/>
              <p:nvPr/>
            </p:nvSpPr>
            <p:spPr>
              <a:xfrm>
                <a:off x="28460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h1804"/>
              <p:cNvSpPr/>
              <p:nvPr/>
            </p:nvSpPr>
            <p:spPr>
              <a:xfrm>
                <a:off x="28553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h1805"/>
              <p:cNvSpPr/>
              <p:nvPr/>
            </p:nvSpPr>
            <p:spPr>
              <a:xfrm>
                <a:off x="28645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h1806"/>
              <p:cNvSpPr/>
              <p:nvPr/>
            </p:nvSpPr>
            <p:spPr>
              <a:xfrm>
                <a:off x="28738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h1807"/>
              <p:cNvSpPr/>
              <p:nvPr/>
            </p:nvSpPr>
            <p:spPr>
              <a:xfrm>
                <a:off x="28830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h1808"/>
              <p:cNvSpPr/>
              <p:nvPr/>
            </p:nvSpPr>
            <p:spPr>
              <a:xfrm>
                <a:off x="289235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h1809"/>
              <p:cNvSpPr/>
              <p:nvPr/>
            </p:nvSpPr>
            <p:spPr>
              <a:xfrm>
                <a:off x="29016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h1810"/>
              <p:cNvSpPr/>
              <p:nvPr/>
            </p:nvSpPr>
            <p:spPr>
              <a:xfrm>
                <a:off x="29108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h1811"/>
              <p:cNvSpPr/>
              <p:nvPr/>
            </p:nvSpPr>
            <p:spPr>
              <a:xfrm>
                <a:off x="29201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h1812"/>
              <p:cNvSpPr/>
              <p:nvPr/>
            </p:nvSpPr>
            <p:spPr>
              <a:xfrm>
                <a:off x="29294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h1813"/>
              <p:cNvSpPr/>
              <p:nvPr/>
            </p:nvSpPr>
            <p:spPr>
              <a:xfrm>
                <a:off x="29386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h1814"/>
              <p:cNvSpPr/>
              <p:nvPr/>
            </p:nvSpPr>
            <p:spPr>
              <a:xfrm>
                <a:off x="29479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h1815"/>
              <p:cNvSpPr/>
              <p:nvPr/>
            </p:nvSpPr>
            <p:spPr>
              <a:xfrm>
                <a:off x="29571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h1816"/>
              <p:cNvSpPr/>
              <p:nvPr/>
            </p:nvSpPr>
            <p:spPr>
              <a:xfrm>
                <a:off x="29664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h1817"/>
              <p:cNvSpPr/>
              <p:nvPr/>
            </p:nvSpPr>
            <p:spPr>
              <a:xfrm>
                <a:off x="29757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h1818"/>
              <p:cNvSpPr/>
              <p:nvPr/>
            </p:nvSpPr>
            <p:spPr>
              <a:xfrm>
                <a:off x="29849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h1819"/>
              <p:cNvSpPr/>
              <p:nvPr/>
            </p:nvSpPr>
            <p:spPr>
              <a:xfrm>
                <a:off x="29942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h1820"/>
              <p:cNvSpPr/>
              <p:nvPr/>
            </p:nvSpPr>
            <p:spPr>
              <a:xfrm>
                <a:off x="30035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h1821"/>
              <p:cNvSpPr/>
              <p:nvPr/>
            </p:nvSpPr>
            <p:spPr>
              <a:xfrm>
                <a:off x="30127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h1822"/>
              <p:cNvSpPr/>
              <p:nvPr/>
            </p:nvSpPr>
            <p:spPr>
              <a:xfrm>
                <a:off x="30220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h1823"/>
              <p:cNvSpPr/>
              <p:nvPr/>
            </p:nvSpPr>
            <p:spPr>
              <a:xfrm>
                <a:off x="30312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h1824"/>
              <p:cNvSpPr/>
              <p:nvPr/>
            </p:nvSpPr>
            <p:spPr>
              <a:xfrm>
                <a:off x="30405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h1825"/>
              <p:cNvSpPr/>
              <p:nvPr/>
            </p:nvSpPr>
            <p:spPr>
              <a:xfrm>
                <a:off x="30498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h1826"/>
              <p:cNvSpPr/>
              <p:nvPr/>
            </p:nvSpPr>
            <p:spPr>
              <a:xfrm>
                <a:off x="30590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h1827"/>
              <p:cNvSpPr/>
              <p:nvPr/>
            </p:nvSpPr>
            <p:spPr>
              <a:xfrm>
                <a:off x="30683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h1828"/>
              <p:cNvSpPr/>
              <p:nvPr/>
            </p:nvSpPr>
            <p:spPr>
              <a:xfrm>
                <a:off x="307759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h1829"/>
              <p:cNvSpPr/>
              <p:nvPr/>
            </p:nvSpPr>
            <p:spPr>
              <a:xfrm>
                <a:off x="308686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h1830"/>
              <p:cNvSpPr/>
              <p:nvPr/>
            </p:nvSpPr>
            <p:spPr>
              <a:xfrm>
                <a:off x="309612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h1831"/>
              <p:cNvSpPr/>
              <p:nvPr/>
            </p:nvSpPr>
            <p:spPr>
              <a:xfrm>
                <a:off x="310538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h1832"/>
              <p:cNvSpPr/>
              <p:nvPr/>
            </p:nvSpPr>
            <p:spPr>
              <a:xfrm>
                <a:off x="311464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h1833"/>
              <p:cNvSpPr/>
              <p:nvPr/>
            </p:nvSpPr>
            <p:spPr>
              <a:xfrm>
                <a:off x="312391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h1834"/>
              <p:cNvSpPr/>
              <p:nvPr/>
            </p:nvSpPr>
            <p:spPr>
              <a:xfrm>
                <a:off x="313317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h1835"/>
              <p:cNvSpPr/>
              <p:nvPr/>
            </p:nvSpPr>
            <p:spPr>
              <a:xfrm>
                <a:off x="31424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h1836"/>
              <p:cNvSpPr/>
              <p:nvPr/>
            </p:nvSpPr>
            <p:spPr>
              <a:xfrm>
                <a:off x="31516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h1837"/>
              <p:cNvSpPr/>
              <p:nvPr/>
            </p:nvSpPr>
            <p:spPr>
              <a:xfrm>
                <a:off x="31609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h1838"/>
              <p:cNvSpPr/>
              <p:nvPr/>
            </p:nvSpPr>
            <p:spPr>
              <a:xfrm>
                <a:off x="31702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h1839"/>
              <p:cNvSpPr/>
              <p:nvPr/>
            </p:nvSpPr>
            <p:spPr>
              <a:xfrm>
                <a:off x="31794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h1840"/>
              <p:cNvSpPr/>
              <p:nvPr/>
            </p:nvSpPr>
            <p:spPr>
              <a:xfrm>
                <a:off x="318874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h1841"/>
              <p:cNvSpPr/>
              <p:nvPr/>
            </p:nvSpPr>
            <p:spPr>
              <a:xfrm>
                <a:off x="31980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h1842"/>
              <p:cNvSpPr/>
              <p:nvPr/>
            </p:nvSpPr>
            <p:spPr>
              <a:xfrm>
                <a:off x="32072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h1843"/>
              <p:cNvSpPr/>
              <p:nvPr/>
            </p:nvSpPr>
            <p:spPr>
              <a:xfrm>
                <a:off x="32165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h1844"/>
              <p:cNvSpPr/>
              <p:nvPr/>
            </p:nvSpPr>
            <p:spPr>
              <a:xfrm>
                <a:off x="32257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h1845"/>
              <p:cNvSpPr/>
              <p:nvPr/>
            </p:nvSpPr>
            <p:spPr>
              <a:xfrm>
                <a:off x="32350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h1846"/>
              <p:cNvSpPr/>
              <p:nvPr/>
            </p:nvSpPr>
            <p:spPr>
              <a:xfrm>
                <a:off x="32443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h1847"/>
              <p:cNvSpPr/>
              <p:nvPr/>
            </p:nvSpPr>
            <p:spPr>
              <a:xfrm>
                <a:off x="3253581" y="2412410"/>
                <a:ext cx="9218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0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1805" y="897161"/>
                    </a:lnTo>
                    <a:lnTo>
                      <a:pt x="921131" y="899417"/>
                    </a:lnTo>
                    <a:lnTo>
                      <a:pt x="920248" y="902378"/>
                    </a:lnTo>
                    <a:lnTo>
                      <a:pt x="919365" y="905338"/>
                    </a:lnTo>
                    <a:lnTo>
                      <a:pt x="918482" y="908299"/>
                    </a:lnTo>
                    <a:lnTo>
                      <a:pt x="917599" y="911259"/>
                    </a:lnTo>
                    <a:lnTo>
                      <a:pt x="916717" y="914220"/>
                    </a:lnTo>
                    <a:lnTo>
                      <a:pt x="916664" y="91439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h1848"/>
              <p:cNvSpPr/>
              <p:nvPr/>
            </p:nvSpPr>
            <p:spPr>
              <a:xfrm>
                <a:off x="2382932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5" y="931638"/>
                    </a:lnTo>
                    <a:lnTo>
                      <a:pt x="911557" y="925697"/>
                    </a:lnTo>
                    <a:lnTo>
                      <a:pt x="910482" y="915130"/>
                    </a:lnTo>
                    <a:lnTo>
                      <a:pt x="910429" y="91439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h1849"/>
              <p:cNvSpPr/>
              <p:nvPr/>
            </p:nvSpPr>
            <p:spPr>
              <a:xfrm>
                <a:off x="23829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h1850"/>
              <p:cNvSpPr/>
              <p:nvPr/>
            </p:nvSpPr>
            <p:spPr>
              <a:xfrm>
                <a:off x="239219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h1851"/>
              <p:cNvSpPr/>
              <p:nvPr/>
            </p:nvSpPr>
            <p:spPr>
              <a:xfrm>
                <a:off x="24014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h1852"/>
              <p:cNvSpPr/>
              <p:nvPr/>
            </p:nvSpPr>
            <p:spPr>
              <a:xfrm>
                <a:off x="24107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h1853"/>
              <p:cNvSpPr/>
              <p:nvPr/>
            </p:nvSpPr>
            <p:spPr>
              <a:xfrm>
                <a:off x="24199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h1854"/>
              <p:cNvSpPr/>
              <p:nvPr/>
            </p:nvSpPr>
            <p:spPr>
              <a:xfrm>
                <a:off x="24292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h1855"/>
              <p:cNvSpPr/>
              <p:nvPr/>
            </p:nvSpPr>
            <p:spPr>
              <a:xfrm>
                <a:off x="24385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h1856"/>
              <p:cNvSpPr/>
              <p:nvPr/>
            </p:nvSpPr>
            <p:spPr>
              <a:xfrm>
                <a:off x="24477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h1857"/>
              <p:cNvSpPr/>
              <p:nvPr/>
            </p:nvSpPr>
            <p:spPr>
              <a:xfrm>
                <a:off x="24570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h1858"/>
              <p:cNvSpPr/>
              <p:nvPr/>
            </p:nvSpPr>
            <p:spPr>
              <a:xfrm>
                <a:off x="24662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h1859"/>
              <p:cNvSpPr/>
              <p:nvPr/>
            </p:nvSpPr>
            <p:spPr>
              <a:xfrm>
                <a:off x="247555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h1860"/>
              <p:cNvSpPr/>
              <p:nvPr/>
            </p:nvSpPr>
            <p:spPr>
              <a:xfrm>
                <a:off x="24848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h1861"/>
              <p:cNvSpPr/>
              <p:nvPr/>
            </p:nvSpPr>
            <p:spPr>
              <a:xfrm>
                <a:off x="24940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h1862"/>
              <p:cNvSpPr/>
              <p:nvPr/>
            </p:nvSpPr>
            <p:spPr>
              <a:xfrm>
                <a:off x="25033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h1863"/>
              <p:cNvSpPr/>
              <p:nvPr/>
            </p:nvSpPr>
            <p:spPr>
              <a:xfrm>
                <a:off x="25126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h1864"/>
              <p:cNvSpPr/>
              <p:nvPr/>
            </p:nvSpPr>
            <p:spPr>
              <a:xfrm>
                <a:off x="25218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h1865"/>
              <p:cNvSpPr/>
              <p:nvPr/>
            </p:nvSpPr>
            <p:spPr>
              <a:xfrm>
                <a:off x="25311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h1866"/>
              <p:cNvSpPr/>
              <p:nvPr/>
            </p:nvSpPr>
            <p:spPr>
              <a:xfrm>
                <a:off x="25403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h1867"/>
              <p:cNvSpPr/>
              <p:nvPr/>
            </p:nvSpPr>
            <p:spPr>
              <a:xfrm>
                <a:off x="25496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h1868"/>
              <p:cNvSpPr/>
              <p:nvPr/>
            </p:nvSpPr>
            <p:spPr>
              <a:xfrm>
                <a:off x="25589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h1869"/>
              <p:cNvSpPr/>
              <p:nvPr/>
            </p:nvSpPr>
            <p:spPr>
              <a:xfrm>
                <a:off x="25681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h1870"/>
              <p:cNvSpPr/>
              <p:nvPr/>
            </p:nvSpPr>
            <p:spPr>
              <a:xfrm>
                <a:off x="25774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h1871"/>
              <p:cNvSpPr/>
              <p:nvPr/>
            </p:nvSpPr>
            <p:spPr>
              <a:xfrm>
                <a:off x="25867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h1872"/>
              <p:cNvSpPr/>
              <p:nvPr/>
            </p:nvSpPr>
            <p:spPr>
              <a:xfrm>
                <a:off x="25959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h1873"/>
              <p:cNvSpPr/>
              <p:nvPr/>
            </p:nvSpPr>
            <p:spPr>
              <a:xfrm>
                <a:off x="26052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h1874"/>
              <p:cNvSpPr/>
              <p:nvPr/>
            </p:nvSpPr>
            <p:spPr>
              <a:xfrm>
                <a:off x="26144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h1875"/>
              <p:cNvSpPr/>
              <p:nvPr/>
            </p:nvSpPr>
            <p:spPr>
              <a:xfrm>
                <a:off x="26237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h1876"/>
              <p:cNvSpPr/>
              <p:nvPr/>
            </p:nvSpPr>
            <p:spPr>
              <a:xfrm>
                <a:off x="26330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h1877"/>
              <p:cNvSpPr/>
              <p:nvPr/>
            </p:nvSpPr>
            <p:spPr>
              <a:xfrm>
                <a:off x="26422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h1878"/>
              <p:cNvSpPr/>
              <p:nvPr/>
            </p:nvSpPr>
            <p:spPr>
              <a:xfrm>
                <a:off x="26515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h1879"/>
              <p:cNvSpPr/>
              <p:nvPr/>
            </p:nvSpPr>
            <p:spPr>
              <a:xfrm>
                <a:off x="2660799" y="2395171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79" y="897161"/>
                    </a:lnTo>
                    <a:lnTo>
                      <a:pt x="919224" y="897955"/>
                    </a:lnTo>
                    <a:lnTo>
                      <a:pt x="916989" y="904142"/>
                    </a:lnTo>
                    <a:lnTo>
                      <a:pt x="917694" y="905766"/>
                    </a:lnTo>
                    <a:lnTo>
                      <a:pt x="920972" y="914136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h1880"/>
              <p:cNvSpPr/>
              <p:nvPr/>
            </p:nvSpPr>
            <p:spPr>
              <a:xfrm>
                <a:off x="2725634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809" y="931638"/>
                    </a:lnTo>
                    <a:lnTo>
                      <a:pt x="908704" y="923263"/>
                    </a:lnTo>
                    <a:lnTo>
                      <a:pt x="912143" y="91439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h1881"/>
              <p:cNvSpPr/>
              <p:nvPr/>
            </p:nvSpPr>
            <p:spPr>
              <a:xfrm>
                <a:off x="27256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h1882"/>
              <p:cNvSpPr/>
              <p:nvPr/>
            </p:nvSpPr>
            <p:spPr>
              <a:xfrm>
                <a:off x="27348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h1883"/>
              <p:cNvSpPr/>
              <p:nvPr/>
            </p:nvSpPr>
            <p:spPr>
              <a:xfrm>
                <a:off x="27441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h1884"/>
              <p:cNvSpPr/>
              <p:nvPr/>
            </p:nvSpPr>
            <p:spPr>
              <a:xfrm>
                <a:off x="27534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h1885"/>
              <p:cNvSpPr/>
              <p:nvPr/>
            </p:nvSpPr>
            <p:spPr>
              <a:xfrm>
                <a:off x="27626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h1886"/>
              <p:cNvSpPr/>
              <p:nvPr/>
            </p:nvSpPr>
            <p:spPr>
              <a:xfrm>
                <a:off x="277194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h1887"/>
              <p:cNvSpPr/>
              <p:nvPr/>
            </p:nvSpPr>
            <p:spPr>
              <a:xfrm>
                <a:off x="27812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h1888"/>
              <p:cNvSpPr/>
              <p:nvPr/>
            </p:nvSpPr>
            <p:spPr>
              <a:xfrm>
                <a:off x="27904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h1889"/>
              <p:cNvSpPr/>
              <p:nvPr/>
            </p:nvSpPr>
            <p:spPr>
              <a:xfrm>
                <a:off x="27997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h1890"/>
              <p:cNvSpPr/>
              <p:nvPr/>
            </p:nvSpPr>
            <p:spPr>
              <a:xfrm>
                <a:off x="28089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h1891"/>
              <p:cNvSpPr/>
              <p:nvPr/>
            </p:nvSpPr>
            <p:spPr>
              <a:xfrm>
                <a:off x="28182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h1892"/>
              <p:cNvSpPr/>
              <p:nvPr/>
            </p:nvSpPr>
            <p:spPr>
              <a:xfrm>
                <a:off x="28275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h1893"/>
              <p:cNvSpPr/>
              <p:nvPr/>
            </p:nvSpPr>
            <p:spPr>
              <a:xfrm>
                <a:off x="28367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h1894"/>
              <p:cNvSpPr/>
              <p:nvPr/>
            </p:nvSpPr>
            <p:spPr>
              <a:xfrm>
                <a:off x="28460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h1895"/>
              <p:cNvSpPr/>
              <p:nvPr/>
            </p:nvSpPr>
            <p:spPr>
              <a:xfrm>
                <a:off x="28553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h1896"/>
              <p:cNvSpPr/>
              <p:nvPr/>
            </p:nvSpPr>
            <p:spPr>
              <a:xfrm>
                <a:off x="28645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h1897"/>
              <p:cNvSpPr/>
              <p:nvPr/>
            </p:nvSpPr>
            <p:spPr>
              <a:xfrm>
                <a:off x="28738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h1898"/>
              <p:cNvSpPr/>
              <p:nvPr/>
            </p:nvSpPr>
            <p:spPr>
              <a:xfrm>
                <a:off x="28830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h1899"/>
              <p:cNvSpPr/>
              <p:nvPr/>
            </p:nvSpPr>
            <p:spPr>
              <a:xfrm>
                <a:off x="289235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h1900"/>
              <p:cNvSpPr/>
              <p:nvPr/>
            </p:nvSpPr>
            <p:spPr>
              <a:xfrm>
                <a:off x="29016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h1901"/>
              <p:cNvSpPr/>
              <p:nvPr/>
            </p:nvSpPr>
            <p:spPr>
              <a:xfrm>
                <a:off x="29108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h1902"/>
              <p:cNvSpPr/>
              <p:nvPr/>
            </p:nvSpPr>
            <p:spPr>
              <a:xfrm>
                <a:off x="29201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h1903"/>
              <p:cNvSpPr/>
              <p:nvPr/>
            </p:nvSpPr>
            <p:spPr>
              <a:xfrm>
                <a:off x="29294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h1904"/>
              <p:cNvSpPr/>
              <p:nvPr/>
            </p:nvSpPr>
            <p:spPr>
              <a:xfrm>
                <a:off x="29386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h1905"/>
              <p:cNvSpPr/>
              <p:nvPr/>
            </p:nvSpPr>
            <p:spPr>
              <a:xfrm>
                <a:off x="29479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h1906"/>
              <p:cNvSpPr/>
              <p:nvPr/>
            </p:nvSpPr>
            <p:spPr>
              <a:xfrm>
                <a:off x="29571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h1907"/>
              <p:cNvSpPr/>
              <p:nvPr/>
            </p:nvSpPr>
            <p:spPr>
              <a:xfrm>
                <a:off x="29664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h1908"/>
              <p:cNvSpPr/>
              <p:nvPr/>
            </p:nvSpPr>
            <p:spPr>
              <a:xfrm>
                <a:off x="29757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h1909"/>
              <p:cNvSpPr/>
              <p:nvPr/>
            </p:nvSpPr>
            <p:spPr>
              <a:xfrm>
                <a:off x="29849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h1910"/>
              <p:cNvSpPr/>
              <p:nvPr/>
            </p:nvSpPr>
            <p:spPr>
              <a:xfrm>
                <a:off x="29942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h1911"/>
              <p:cNvSpPr/>
              <p:nvPr/>
            </p:nvSpPr>
            <p:spPr>
              <a:xfrm>
                <a:off x="30035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h1912"/>
              <p:cNvSpPr/>
              <p:nvPr/>
            </p:nvSpPr>
            <p:spPr>
              <a:xfrm>
                <a:off x="30127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h1913"/>
              <p:cNvSpPr/>
              <p:nvPr/>
            </p:nvSpPr>
            <p:spPr>
              <a:xfrm>
                <a:off x="30220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h1914"/>
              <p:cNvSpPr/>
              <p:nvPr/>
            </p:nvSpPr>
            <p:spPr>
              <a:xfrm>
                <a:off x="30312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h1915"/>
              <p:cNvSpPr/>
              <p:nvPr/>
            </p:nvSpPr>
            <p:spPr>
              <a:xfrm>
                <a:off x="30405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h1916"/>
              <p:cNvSpPr/>
              <p:nvPr/>
            </p:nvSpPr>
            <p:spPr>
              <a:xfrm>
                <a:off x="30498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h1917"/>
              <p:cNvSpPr/>
              <p:nvPr/>
            </p:nvSpPr>
            <p:spPr>
              <a:xfrm>
                <a:off x="30590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h1918"/>
              <p:cNvSpPr/>
              <p:nvPr/>
            </p:nvSpPr>
            <p:spPr>
              <a:xfrm>
                <a:off x="30683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h1919"/>
              <p:cNvSpPr/>
              <p:nvPr/>
            </p:nvSpPr>
            <p:spPr>
              <a:xfrm>
                <a:off x="307759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h1920"/>
              <p:cNvSpPr/>
              <p:nvPr/>
            </p:nvSpPr>
            <p:spPr>
              <a:xfrm>
                <a:off x="308686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h1921"/>
              <p:cNvSpPr/>
              <p:nvPr/>
            </p:nvSpPr>
            <p:spPr>
              <a:xfrm>
                <a:off x="309612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h1922"/>
              <p:cNvSpPr/>
              <p:nvPr/>
            </p:nvSpPr>
            <p:spPr>
              <a:xfrm>
                <a:off x="310538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h1923"/>
              <p:cNvSpPr/>
              <p:nvPr/>
            </p:nvSpPr>
            <p:spPr>
              <a:xfrm>
                <a:off x="311464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h1924"/>
              <p:cNvSpPr/>
              <p:nvPr/>
            </p:nvSpPr>
            <p:spPr>
              <a:xfrm>
                <a:off x="312391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h1925"/>
              <p:cNvSpPr/>
              <p:nvPr/>
            </p:nvSpPr>
            <p:spPr>
              <a:xfrm>
                <a:off x="313317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h1926"/>
              <p:cNvSpPr/>
              <p:nvPr/>
            </p:nvSpPr>
            <p:spPr>
              <a:xfrm>
                <a:off x="31424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h1927"/>
              <p:cNvSpPr/>
              <p:nvPr/>
            </p:nvSpPr>
            <p:spPr>
              <a:xfrm>
                <a:off x="31516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h1928"/>
              <p:cNvSpPr/>
              <p:nvPr/>
            </p:nvSpPr>
            <p:spPr>
              <a:xfrm>
                <a:off x="31609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h1929"/>
              <p:cNvSpPr/>
              <p:nvPr/>
            </p:nvSpPr>
            <p:spPr>
              <a:xfrm>
                <a:off x="31702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h1930"/>
              <p:cNvSpPr/>
              <p:nvPr/>
            </p:nvSpPr>
            <p:spPr>
              <a:xfrm>
                <a:off x="31794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h1931"/>
              <p:cNvSpPr/>
              <p:nvPr/>
            </p:nvSpPr>
            <p:spPr>
              <a:xfrm>
                <a:off x="318874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h1932"/>
              <p:cNvSpPr/>
              <p:nvPr/>
            </p:nvSpPr>
            <p:spPr>
              <a:xfrm>
                <a:off x="31980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h1933"/>
              <p:cNvSpPr/>
              <p:nvPr/>
            </p:nvSpPr>
            <p:spPr>
              <a:xfrm>
                <a:off x="32072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h1934"/>
              <p:cNvSpPr/>
              <p:nvPr/>
            </p:nvSpPr>
            <p:spPr>
              <a:xfrm>
                <a:off x="32165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h1935"/>
              <p:cNvSpPr/>
              <p:nvPr/>
            </p:nvSpPr>
            <p:spPr>
              <a:xfrm>
                <a:off x="32257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h1936"/>
              <p:cNvSpPr/>
              <p:nvPr/>
            </p:nvSpPr>
            <p:spPr>
              <a:xfrm>
                <a:off x="32350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h1937"/>
              <p:cNvSpPr/>
              <p:nvPr/>
            </p:nvSpPr>
            <p:spPr>
              <a:xfrm>
                <a:off x="32443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h1938"/>
              <p:cNvSpPr/>
              <p:nvPr/>
            </p:nvSpPr>
            <p:spPr>
              <a:xfrm>
                <a:off x="3253581" y="23951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86"/>
                    </a:lnTo>
                    <a:lnTo>
                      <a:pt x="922900" y="910735"/>
                    </a:lnTo>
                    <a:lnTo>
                      <a:pt x="922015" y="913695"/>
                    </a:lnTo>
                    <a:lnTo>
                      <a:pt x="921805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h1939"/>
              <p:cNvSpPr/>
              <p:nvPr/>
            </p:nvSpPr>
            <p:spPr>
              <a:xfrm>
                <a:off x="3262843" y="2377933"/>
                <a:ext cx="919168" cy="925424"/>
              </a:xfrm>
              <a:custGeom>
                <a:avLst/>
                <a:gdLst/>
                <a:ahLst/>
                <a:cxnLst/>
                <a:rect l="0" t="0" r="0" b="0"/>
                <a:pathLst>
                  <a:path w="919168" h="925424">
                    <a:moveTo>
                      <a:pt x="914400" y="914399"/>
                    </a:moveTo>
                    <a:lnTo>
                      <a:pt x="919168" y="914399"/>
                    </a:lnTo>
                    <a:lnTo>
                      <a:pt x="917734" y="916810"/>
                    </a:lnTo>
                    <a:lnTo>
                      <a:pt x="916862" y="918274"/>
                    </a:lnTo>
                    <a:lnTo>
                      <a:pt x="916642" y="918831"/>
                    </a:lnTo>
                    <a:lnTo>
                      <a:pt x="915890" y="920727"/>
                    </a:lnTo>
                    <a:lnTo>
                      <a:pt x="915541" y="921608"/>
                    </a:lnTo>
                    <a:lnTo>
                      <a:pt x="915407" y="922054"/>
                    </a:lnTo>
                    <a:lnTo>
                      <a:pt x="914522" y="925014"/>
                    </a:lnTo>
                    <a:lnTo>
                      <a:pt x="914400" y="925424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h1940"/>
              <p:cNvSpPr/>
              <p:nvPr/>
            </p:nvSpPr>
            <p:spPr>
              <a:xfrm>
                <a:off x="2382932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29" y="931638"/>
                    </a:lnTo>
                    <a:lnTo>
                      <a:pt x="909704" y="921713"/>
                    </a:lnTo>
                    <a:lnTo>
                      <a:pt x="909377" y="914400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h1941"/>
              <p:cNvSpPr/>
              <p:nvPr/>
            </p:nvSpPr>
            <p:spPr>
              <a:xfrm>
                <a:off x="23829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h1942"/>
              <p:cNvSpPr/>
              <p:nvPr/>
            </p:nvSpPr>
            <p:spPr>
              <a:xfrm>
                <a:off x="239219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h1943"/>
              <p:cNvSpPr/>
              <p:nvPr/>
            </p:nvSpPr>
            <p:spPr>
              <a:xfrm>
                <a:off x="24014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h1944"/>
              <p:cNvSpPr/>
              <p:nvPr/>
            </p:nvSpPr>
            <p:spPr>
              <a:xfrm>
                <a:off x="24107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h1945"/>
              <p:cNvSpPr/>
              <p:nvPr/>
            </p:nvSpPr>
            <p:spPr>
              <a:xfrm>
                <a:off x="24199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h1946"/>
              <p:cNvSpPr/>
              <p:nvPr/>
            </p:nvSpPr>
            <p:spPr>
              <a:xfrm>
                <a:off x="24292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h1947"/>
              <p:cNvSpPr/>
              <p:nvPr/>
            </p:nvSpPr>
            <p:spPr>
              <a:xfrm>
                <a:off x="24385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h1948"/>
              <p:cNvSpPr/>
              <p:nvPr/>
            </p:nvSpPr>
            <p:spPr>
              <a:xfrm>
                <a:off x="24477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h1949"/>
              <p:cNvSpPr/>
              <p:nvPr/>
            </p:nvSpPr>
            <p:spPr>
              <a:xfrm>
                <a:off x="24570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h1950"/>
              <p:cNvSpPr/>
              <p:nvPr/>
            </p:nvSpPr>
            <p:spPr>
              <a:xfrm>
                <a:off x="24662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h1951"/>
              <p:cNvSpPr/>
              <p:nvPr/>
            </p:nvSpPr>
            <p:spPr>
              <a:xfrm>
                <a:off x="247555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h1952"/>
              <p:cNvSpPr/>
              <p:nvPr/>
            </p:nvSpPr>
            <p:spPr>
              <a:xfrm>
                <a:off x="24848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h1953"/>
              <p:cNvSpPr/>
              <p:nvPr/>
            </p:nvSpPr>
            <p:spPr>
              <a:xfrm>
                <a:off x="24940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h1954"/>
              <p:cNvSpPr/>
              <p:nvPr/>
            </p:nvSpPr>
            <p:spPr>
              <a:xfrm>
                <a:off x="25033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h1955"/>
              <p:cNvSpPr/>
              <p:nvPr/>
            </p:nvSpPr>
            <p:spPr>
              <a:xfrm>
                <a:off x="25126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h1956"/>
              <p:cNvSpPr/>
              <p:nvPr/>
            </p:nvSpPr>
            <p:spPr>
              <a:xfrm>
                <a:off x="25218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h1957"/>
              <p:cNvSpPr/>
              <p:nvPr/>
            </p:nvSpPr>
            <p:spPr>
              <a:xfrm>
                <a:off x="25311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h1958"/>
              <p:cNvSpPr/>
              <p:nvPr/>
            </p:nvSpPr>
            <p:spPr>
              <a:xfrm>
                <a:off x="25403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h1959"/>
              <p:cNvSpPr/>
              <p:nvPr/>
            </p:nvSpPr>
            <p:spPr>
              <a:xfrm>
                <a:off x="25496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h1960"/>
              <p:cNvSpPr/>
              <p:nvPr/>
            </p:nvSpPr>
            <p:spPr>
              <a:xfrm>
                <a:off x="25589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h1961"/>
              <p:cNvSpPr/>
              <p:nvPr/>
            </p:nvSpPr>
            <p:spPr>
              <a:xfrm>
                <a:off x="25681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h1962"/>
              <p:cNvSpPr/>
              <p:nvPr/>
            </p:nvSpPr>
            <p:spPr>
              <a:xfrm>
                <a:off x="25774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h1963"/>
              <p:cNvSpPr/>
              <p:nvPr/>
            </p:nvSpPr>
            <p:spPr>
              <a:xfrm>
                <a:off x="25867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h1964"/>
              <p:cNvSpPr/>
              <p:nvPr/>
            </p:nvSpPr>
            <p:spPr>
              <a:xfrm>
                <a:off x="25959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h1965"/>
              <p:cNvSpPr/>
              <p:nvPr/>
            </p:nvSpPr>
            <p:spPr>
              <a:xfrm>
                <a:off x="26052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h1966"/>
              <p:cNvSpPr/>
              <p:nvPr/>
            </p:nvSpPr>
            <p:spPr>
              <a:xfrm>
                <a:off x="26144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h1967"/>
              <p:cNvSpPr/>
              <p:nvPr/>
            </p:nvSpPr>
            <p:spPr>
              <a:xfrm>
                <a:off x="26237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h1968"/>
              <p:cNvSpPr/>
              <p:nvPr/>
            </p:nvSpPr>
            <p:spPr>
              <a:xfrm>
                <a:off x="26330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h1969"/>
              <p:cNvSpPr/>
              <p:nvPr/>
            </p:nvSpPr>
            <p:spPr>
              <a:xfrm>
                <a:off x="26422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h1970"/>
              <p:cNvSpPr/>
              <p:nvPr/>
            </p:nvSpPr>
            <p:spPr>
              <a:xfrm>
                <a:off x="26515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h1971"/>
              <p:cNvSpPr/>
              <p:nvPr/>
            </p:nvSpPr>
            <p:spPr>
              <a:xfrm>
                <a:off x="2660799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98"/>
                    </a:lnTo>
                    <a:lnTo>
                      <a:pt x="922250" y="905774"/>
                    </a:lnTo>
                    <a:lnTo>
                      <a:pt x="919479" y="91439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h1972"/>
              <p:cNvSpPr/>
              <p:nvPr/>
            </p:nvSpPr>
            <p:spPr>
              <a:xfrm>
                <a:off x="2670061" y="2360695"/>
                <a:ext cx="915431" cy="918036"/>
              </a:xfrm>
              <a:custGeom>
                <a:avLst/>
                <a:gdLst/>
                <a:ahLst/>
                <a:cxnLst/>
                <a:rect l="0" t="0" r="0" b="0"/>
                <a:pathLst>
                  <a:path w="915431" h="918036">
                    <a:moveTo>
                      <a:pt x="914400" y="914400"/>
                    </a:moveTo>
                    <a:lnTo>
                      <a:pt x="915431" y="914400"/>
                    </a:lnTo>
                    <a:lnTo>
                      <a:pt x="914400" y="918036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h1973"/>
              <p:cNvSpPr/>
              <p:nvPr/>
            </p:nvSpPr>
            <p:spPr>
              <a:xfrm>
                <a:off x="2725634" y="23779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87" y="914286"/>
                    </a:lnTo>
                    <a:lnTo>
                      <a:pt x="914400" y="909183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h1974"/>
              <p:cNvSpPr/>
              <p:nvPr/>
            </p:nvSpPr>
            <p:spPr>
              <a:xfrm>
                <a:off x="2734897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421"/>
                    </a:lnTo>
                    <a:lnTo>
                      <a:pt x="906660" y="922908"/>
                    </a:lnTo>
                    <a:lnTo>
                      <a:pt x="906796" y="922612"/>
                    </a:lnTo>
                    <a:lnTo>
                      <a:pt x="906933" y="922312"/>
                    </a:lnTo>
                    <a:lnTo>
                      <a:pt x="907070" y="922012"/>
                    </a:lnTo>
                    <a:lnTo>
                      <a:pt x="907208" y="921712"/>
                    </a:lnTo>
                    <a:lnTo>
                      <a:pt x="907345" y="921412"/>
                    </a:lnTo>
                    <a:lnTo>
                      <a:pt x="907482" y="921113"/>
                    </a:lnTo>
                    <a:lnTo>
                      <a:pt x="907619" y="920813"/>
                    </a:lnTo>
                    <a:lnTo>
                      <a:pt x="907757" y="920513"/>
                    </a:lnTo>
                    <a:lnTo>
                      <a:pt x="907894" y="920213"/>
                    </a:lnTo>
                    <a:lnTo>
                      <a:pt x="908031" y="919914"/>
                    </a:lnTo>
                    <a:lnTo>
                      <a:pt x="908169" y="919614"/>
                    </a:lnTo>
                    <a:lnTo>
                      <a:pt x="908306" y="919314"/>
                    </a:lnTo>
                    <a:lnTo>
                      <a:pt x="908443" y="919014"/>
                    </a:lnTo>
                    <a:lnTo>
                      <a:pt x="908581" y="918714"/>
                    </a:lnTo>
                    <a:lnTo>
                      <a:pt x="908718" y="918415"/>
                    </a:lnTo>
                    <a:lnTo>
                      <a:pt x="908855" y="918115"/>
                    </a:lnTo>
                    <a:lnTo>
                      <a:pt x="908993" y="917815"/>
                    </a:lnTo>
                    <a:lnTo>
                      <a:pt x="909130" y="917515"/>
                    </a:lnTo>
                    <a:lnTo>
                      <a:pt x="909267" y="917216"/>
                    </a:lnTo>
                    <a:lnTo>
                      <a:pt x="909405" y="916916"/>
                    </a:lnTo>
                    <a:lnTo>
                      <a:pt x="909542" y="916616"/>
                    </a:lnTo>
                    <a:lnTo>
                      <a:pt x="909679" y="916316"/>
                    </a:lnTo>
                    <a:lnTo>
                      <a:pt x="909817" y="916017"/>
                    </a:lnTo>
                    <a:lnTo>
                      <a:pt x="909954" y="915717"/>
                    </a:lnTo>
                    <a:lnTo>
                      <a:pt x="910091" y="915417"/>
                    </a:lnTo>
                    <a:lnTo>
                      <a:pt x="910229" y="915117"/>
                    </a:lnTo>
                    <a:lnTo>
                      <a:pt x="910366" y="914818"/>
                    </a:lnTo>
                    <a:lnTo>
                      <a:pt x="910558" y="914400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h1975"/>
              <p:cNvSpPr/>
              <p:nvPr/>
            </p:nvSpPr>
            <p:spPr>
              <a:xfrm>
                <a:off x="27348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h1976"/>
              <p:cNvSpPr/>
              <p:nvPr/>
            </p:nvSpPr>
            <p:spPr>
              <a:xfrm>
                <a:off x="27441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h1977"/>
              <p:cNvSpPr/>
              <p:nvPr/>
            </p:nvSpPr>
            <p:spPr>
              <a:xfrm>
                <a:off x="27534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h1978"/>
              <p:cNvSpPr/>
              <p:nvPr/>
            </p:nvSpPr>
            <p:spPr>
              <a:xfrm>
                <a:off x="27626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h1979"/>
              <p:cNvSpPr/>
              <p:nvPr/>
            </p:nvSpPr>
            <p:spPr>
              <a:xfrm>
                <a:off x="277194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h1980"/>
              <p:cNvSpPr/>
              <p:nvPr/>
            </p:nvSpPr>
            <p:spPr>
              <a:xfrm>
                <a:off x="27812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h1981"/>
              <p:cNvSpPr/>
              <p:nvPr/>
            </p:nvSpPr>
            <p:spPr>
              <a:xfrm>
                <a:off x="27904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h1982"/>
              <p:cNvSpPr/>
              <p:nvPr/>
            </p:nvSpPr>
            <p:spPr>
              <a:xfrm>
                <a:off x="27997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h1983"/>
              <p:cNvSpPr/>
              <p:nvPr/>
            </p:nvSpPr>
            <p:spPr>
              <a:xfrm>
                <a:off x="28089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h1984"/>
              <p:cNvSpPr/>
              <p:nvPr/>
            </p:nvSpPr>
            <p:spPr>
              <a:xfrm>
                <a:off x="28182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h1985"/>
              <p:cNvSpPr/>
              <p:nvPr/>
            </p:nvSpPr>
            <p:spPr>
              <a:xfrm>
                <a:off x="28275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h1986"/>
              <p:cNvSpPr/>
              <p:nvPr/>
            </p:nvSpPr>
            <p:spPr>
              <a:xfrm>
                <a:off x="28367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h1987"/>
              <p:cNvSpPr/>
              <p:nvPr/>
            </p:nvSpPr>
            <p:spPr>
              <a:xfrm>
                <a:off x="28460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h1988"/>
              <p:cNvSpPr/>
              <p:nvPr/>
            </p:nvSpPr>
            <p:spPr>
              <a:xfrm>
                <a:off x="28553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h1989"/>
              <p:cNvSpPr/>
              <p:nvPr/>
            </p:nvSpPr>
            <p:spPr>
              <a:xfrm>
                <a:off x="28645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h1990"/>
              <p:cNvSpPr/>
              <p:nvPr/>
            </p:nvSpPr>
            <p:spPr>
              <a:xfrm>
                <a:off x="28738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h1991"/>
              <p:cNvSpPr/>
              <p:nvPr/>
            </p:nvSpPr>
            <p:spPr>
              <a:xfrm>
                <a:off x="28830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h1992"/>
              <p:cNvSpPr/>
              <p:nvPr/>
            </p:nvSpPr>
            <p:spPr>
              <a:xfrm>
                <a:off x="289235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h1993"/>
              <p:cNvSpPr/>
              <p:nvPr/>
            </p:nvSpPr>
            <p:spPr>
              <a:xfrm>
                <a:off x="29016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h1994"/>
              <p:cNvSpPr/>
              <p:nvPr/>
            </p:nvSpPr>
            <p:spPr>
              <a:xfrm>
                <a:off x="29108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h1995"/>
              <p:cNvSpPr/>
              <p:nvPr/>
            </p:nvSpPr>
            <p:spPr>
              <a:xfrm>
                <a:off x="29201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h1996"/>
              <p:cNvSpPr/>
              <p:nvPr/>
            </p:nvSpPr>
            <p:spPr>
              <a:xfrm>
                <a:off x="29294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h1997"/>
              <p:cNvSpPr/>
              <p:nvPr/>
            </p:nvSpPr>
            <p:spPr>
              <a:xfrm>
                <a:off x="29386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h1998"/>
              <p:cNvSpPr/>
              <p:nvPr/>
            </p:nvSpPr>
            <p:spPr>
              <a:xfrm>
                <a:off x="29479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h1999"/>
              <p:cNvSpPr/>
              <p:nvPr/>
            </p:nvSpPr>
            <p:spPr>
              <a:xfrm>
                <a:off x="29571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h2000"/>
              <p:cNvSpPr/>
              <p:nvPr/>
            </p:nvSpPr>
            <p:spPr>
              <a:xfrm>
                <a:off x="29664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h2001"/>
              <p:cNvSpPr/>
              <p:nvPr/>
            </p:nvSpPr>
            <p:spPr>
              <a:xfrm>
                <a:off x="29757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h2002"/>
              <p:cNvSpPr/>
              <p:nvPr/>
            </p:nvSpPr>
            <p:spPr>
              <a:xfrm>
                <a:off x="29849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h2003"/>
              <p:cNvSpPr/>
              <p:nvPr/>
            </p:nvSpPr>
            <p:spPr>
              <a:xfrm>
                <a:off x="29942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h2004"/>
              <p:cNvSpPr/>
              <p:nvPr/>
            </p:nvSpPr>
            <p:spPr>
              <a:xfrm>
                <a:off x="30035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h2005"/>
              <p:cNvSpPr/>
              <p:nvPr/>
            </p:nvSpPr>
            <p:spPr>
              <a:xfrm>
                <a:off x="30127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h2006"/>
              <p:cNvSpPr/>
              <p:nvPr/>
            </p:nvSpPr>
            <p:spPr>
              <a:xfrm>
                <a:off x="30220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h2007"/>
              <p:cNvSpPr/>
              <p:nvPr/>
            </p:nvSpPr>
            <p:spPr>
              <a:xfrm>
                <a:off x="30312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h2008"/>
              <p:cNvSpPr/>
              <p:nvPr/>
            </p:nvSpPr>
            <p:spPr>
              <a:xfrm>
                <a:off x="30405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h2009"/>
              <p:cNvSpPr/>
              <p:nvPr/>
            </p:nvSpPr>
            <p:spPr>
              <a:xfrm>
                <a:off x="30498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h2010"/>
              <p:cNvSpPr/>
              <p:nvPr/>
            </p:nvSpPr>
            <p:spPr>
              <a:xfrm>
                <a:off x="30590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h2011"/>
              <p:cNvSpPr/>
              <p:nvPr/>
            </p:nvSpPr>
            <p:spPr>
              <a:xfrm>
                <a:off x="30683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h2012"/>
              <p:cNvSpPr/>
              <p:nvPr/>
            </p:nvSpPr>
            <p:spPr>
              <a:xfrm>
                <a:off x="307759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h2013"/>
              <p:cNvSpPr/>
              <p:nvPr/>
            </p:nvSpPr>
            <p:spPr>
              <a:xfrm>
                <a:off x="308686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h2014"/>
              <p:cNvSpPr/>
              <p:nvPr/>
            </p:nvSpPr>
            <p:spPr>
              <a:xfrm>
                <a:off x="309612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h2015"/>
              <p:cNvSpPr/>
              <p:nvPr/>
            </p:nvSpPr>
            <p:spPr>
              <a:xfrm>
                <a:off x="310538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h2016"/>
              <p:cNvSpPr/>
              <p:nvPr/>
            </p:nvSpPr>
            <p:spPr>
              <a:xfrm>
                <a:off x="311464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h2017"/>
              <p:cNvSpPr/>
              <p:nvPr/>
            </p:nvSpPr>
            <p:spPr>
              <a:xfrm>
                <a:off x="312391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h2018"/>
              <p:cNvSpPr/>
              <p:nvPr/>
            </p:nvSpPr>
            <p:spPr>
              <a:xfrm>
                <a:off x="313317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h2019"/>
              <p:cNvSpPr/>
              <p:nvPr/>
            </p:nvSpPr>
            <p:spPr>
              <a:xfrm>
                <a:off x="314243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h2020"/>
              <p:cNvSpPr/>
              <p:nvPr/>
            </p:nvSpPr>
            <p:spPr>
              <a:xfrm>
                <a:off x="31516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h2021"/>
              <p:cNvSpPr/>
              <p:nvPr/>
            </p:nvSpPr>
            <p:spPr>
              <a:xfrm>
                <a:off x="31609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h2022"/>
              <p:cNvSpPr/>
              <p:nvPr/>
            </p:nvSpPr>
            <p:spPr>
              <a:xfrm>
                <a:off x="31702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h2023"/>
              <p:cNvSpPr/>
              <p:nvPr/>
            </p:nvSpPr>
            <p:spPr>
              <a:xfrm>
                <a:off x="31794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h2024"/>
              <p:cNvSpPr/>
              <p:nvPr/>
            </p:nvSpPr>
            <p:spPr>
              <a:xfrm>
                <a:off x="318874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h2025"/>
              <p:cNvSpPr/>
              <p:nvPr/>
            </p:nvSpPr>
            <p:spPr>
              <a:xfrm>
                <a:off x="31980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h2026"/>
              <p:cNvSpPr/>
              <p:nvPr/>
            </p:nvSpPr>
            <p:spPr>
              <a:xfrm>
                <a:off x="32072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h2027"/>
              <p:cNvSpPr/>
              <p:nvPr/>
            </p:nvSpPr>
            <p:spPr>
              <a:xfrm>
                <a:off x="32165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h2028"/>
              <p:cNvSpPr/>
              <p:nvPr/>
            </p:nvSpPr>
            <p:spPr>
              <a:xfrm>
                <a:off x="32257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h2029"/>
              <p:cNvSpPr/>
              <p:nvPr/>
            </p:nvSpPr>
            <p:spPr>
              <a:xfrm>
                <a:off x="32350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h2030"/>
              <p:cNvSpPr/>
              <p:nvPr/>
            </p:nvSpPr>
            <p:spPr>
              <a:xfrm>
                <a:off x="32443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h2031"/>
              <p:cNvSpPr/>
              <p:nvPr/>
            </p:nvSpPr>
            <p:spPr>
              <a:xfrm>
                <a:off x="32535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h2032"/>
              <p:cNvSpPr/>
              <p:nvPr/>
            </p:nvSpPr>
            <p:spPr>
              <a:xfrm>
                <a:off x="3262843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56"/>
                    </a:lnTo>
                    <a:lnTo>
                      <a:pt x="922268" y="909195"/>
                    </a:lnTo>
                    <a:lnTo>
                      <a:pt x="920756" y="911733"/>
                    </a:lnTo>
                    <a:lnTo>
                      <a:pt x="919244" y="914271"/>
                    </a:lnTo>
                    <a:lnTo>
                      <a:pt x="919168" y="91439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h2033"/>
              <p:cNvSpPr/>
              <p:nvPr/>
            </p:nvSpPr>
            <p:spPr>
              <a:xfrm>
                <a:off x="3272105" y="2360695"/>
                <a:ext cx="920184" cy="924095"/>
              </a:xfrm>
              <a:custGeom>
                <a:avLst/>
                <a:gdLst/>
                <a:ahLst/>
                <a:cxnLst/>
                <a:rect l="0" t="0" r="0" b="0"/>
                <a:pathLst>
                  <a:path w="920184" h="924095">
                    <a:moveTo>
                      <a:pt x="914400" y="914400"/>
                    </a:moveTo>
                    <a:lnTo>
                      <a:pt x="920184" y="914400"/>
                    </a:lnTo>
                    <a:lnTo>
                      <a:pt x="919059" y="916284"/>
                    </a:lnTo>
                    <a:lnTo>
                      <a:pt x="917545" y="918821"/>
                    </a:lnTo>
                    <a:lnTo>
                      <a:pt x="916031" y="921358"/>
                    </a:lnTo>
                    <a:lnTo>
                      <a:pt x="914518" y="923896"/>
                    </a:lnTo>
                    <a:lnTo>
                      <a:pt x="914400" y="924095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h2034"/>
              <p:cNvSpPr/>
              <p:nvPr/>
            </p:nvSpPr>
            <p:spPr>
              <a:xfrm>
                <a:off x="2382932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377" y="931638"/>
                    </a:lnTo>
                    <a:lnTo>
                      <a:pt x="909224" y="928235"/>
                    </a:lnTo>
                    <a:lnTo>
                      <a:pt x="909045" y="917486"/>
                    </a:lnTo>
                    <a:lnTo>
                      <a:pt x="909079" y="914400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h2035"/>
              <p:cNvSpPr/>
              <p:nvPr/>
            </p:nvSpPr>
            <p:spPr>
              <a:xfrm>
                <a:off x="23829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h2036"/>
              <p:cNvSpPr/>
              <p:nvPr/>
            </p:nvSpPr>
            <p:spPr>
              <a:xfrm>
                <a:off x="239219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h2037"/>
              <p:cNvSpPr/>
              <p:nvPr/>
            </p:nvSpPr>
            <p:spPr>
              <a:xfrm>
                <a:off x="24014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h2038"/>
              <p:cNvSpPr/>
              <p:nvPr/>
            </p:nvSpPr>
            <p:spPr>
              <a:xfrm>
                <a:off x="24107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h2039"/>
              <p:cNvSpPr/>
              <p:nvPr/>
            </p:nvSpPr>
            <p:spPr>
              <a:xfrm>
                <a:off x="24199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h2040"/>
              <p:cNvSpPr/>
              <p:nvPr/>
            </p:nvSpPr>
            <p:spPr>
              <a:xfrm>
                <a:off x="24292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h2041"/>
              <p:cNvSpPr/>
              <p:nvPr/>
            </p:nvSpPr>
            <p:spPr>
              <a:xfrm>
                <a:off x="24385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h2042"/>
              <p:cNvSpPr/>
              <p:nvPr/>
            </p:nvSpPr>
            <p:spPr>
              <a:xfrm>
                <a:off x="24477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h2043"/>
              <p:cNvSpPr/>
              <p:nvPr/>
            </p:nvSpPr>
            <p:spPr>
              <a:xfrm>
                <a:off x="24570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h2044"/>
              <p:cNvSpPr/>
              <p:nvPr/>
            </p:nvSpPr>
            <p:spPr>
              <a:xfrm>
                <a:off x="24662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h2045"/>
              <p:cNvSpPr/>
              <p:nvPr/>
            </p:nvSpPr>
            <p:spPr>
              <a:xfrm>
                <a:off x="247555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h2046"/>
              <p:cNvSpPr/>
              <p:nvPr/>
            </p:nvSpPr>
            <p:spPr>
              <a:xfrm>
                <a:off x="24848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h2047"/>
              <p:cNvSpPr/>
              <p:nvPr/>
            </p:nvSpPr>
            <p:spPr>
              <a:xfrm>
                <a:off x="24940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h2048"/>
              <p:cNvSpPr/>
              <p:nvPr/>
            </p:nvSpPr>
            <p:spPr>
              <a:xfrm>
                <a:off x="25033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h2049"/>
              <p:cNvSpPr/>
              <p:nvPr/>
            </p:nvSpPr>
            <p:spPr>
              <a:xfrm>
                <a:off x="25126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h2050"/>
              <p:cNvSpPr/>
              <p:nvPr/>
            </p:nvSpPr>
            <p:spPr>
              <a:xfrm>
                <a:off x="25218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h2051"/>
              <p:cNvSpPr/>
              <p:nvPr/>
            </p:nvSpPr>
            <p:spPr>
              <a:xfrm>
                <a:off x="25311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h2052"/>
              <p:cNvSpPr/>
              <p:nvPr/>
            </p:nvSpPr>
            <p:spPr>
              <a:xfrm>
                <a:off x="25403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h2053"/>
              <p:cNvSpPr/>
              <p:nvPr/>
            </p:nvSpPr>
            <p:spPr>
              <a:xfrm>
                <a:off x="25496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h2054"/>
              <p:cNvSpPr/>
              <p:nvPr/>
            </p:nvSpPr>
            <p:spPr>
              <a:xfrm>
                <a:off x="25589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h2055"/>
              <p:cNvSpPr/>
              <p:nvPr/>
            </p:nvSpPr>
            <p:spPr>
              <a:xfrm>
                <a:off x="25681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h2056"/>
              <p:cNvSpPr/>
              <p:nvPr/>
            </p:nvSpPr>
            <p:spPr>
              <a:xfrm>
                <a:off x="25774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h2057"/>
              <p:cNvSpPr/>
              <p:nvPr/>
            </p:nvSpPr>
            <p:spPr>
              <a:xfrm>
                <a:off x="25867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h2058"/>
              <p:cNvSpPr/>
              <p:nvPr/>
            </p:nvSpPr>
            <p:spPr>
              <a:xfrm>
                <a:off x="25959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h2059"/>
              <p:cNvSpPr/>
              <p:nvPr/>
            </p:nvSpPr>
            <p:spPr>
              <a:xfrm>
                <a:off x="26052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h2060"/>
              <p:cNvSpPr/>
              <p:nvPr/>
            </p:nvSpPr>
            <p:spPr>
              <a:xfrm>
                <a:off x="26144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h2061"/>
              <p:cNvSpPr/>
              <p:nvPr/>
            </p:nvSpPr>
            <p:spPr>
              <a:xfrm>
                <a:off x="26237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h2062"/>
              <p:cNvSpPr/>
              <p:nvPr/>
            </p:nvSpPr>
            <p:spPr>
              <a:xfrm>
                <a:off x="26330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h2063"/>
              <p:cNvSpPr/>
              <p:nvPr/>
            </p:nvSpPr>
            <p:spPr>
              <a:xfrm>
                <a:off x="26422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h2064"/>
              <p:cNvSpPr/>
              <p:nvPr/>
            </p:nvSpPr>
            <p:spPr>
              <a:xfrm>
                <a:off x="26515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h2065"/>
              <p:cNvSpPr/>
              <p:nvPr/>
            </p:nvSpPr>
            <p:spPr>
              <a:xfrm>
                <a:off x="26607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h2066"/>
              <p:cNvSpPr/>
              <p:nvPr/>
            </p:nvSpPr>
            <p:spPr>
              <a:xfrm>
                <a:off x="2670061" y="2360695"/>
                <a:ext cx="9195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4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540" y="897161"/>
                    </a:lnTo>
                    <a:lnTo>
                      <a:pt x="918214" y="903345"/>
                    </a:lnTo>
                    <a:lnTo>
                      <a:pt x="915741" y="913308"/>
                    </a:lnTo>
                    <a:lnTo>
                      <a:pt x="915431" y="91440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h2067"/>
              <p:cNvSpPr/>
              <p:nvPr/>
            </p:nvSpPr>
            <p:spPr>
              <a:xfrm>
                <a:off x="2734897" y="23606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558" y="914400"/>
                    </a:lnTo>
                    <a:lnTo>
                      <a:pt x="910641" y="914218"/>
                    </a:lnTo>
                    <a:lnTo>
                      <a:pt x="910778" y="913918"/>
                    </a:lnTo>
                    <a:lnTo>
                      <a:pt x="910916" y="913619"/>
                    </a:lnTo>
                    <a:lnTo>
                      <a:pt x="911053" y="913319"/>
                    </a:lnTo>
                    <a:lnTo>
                      <a:pt x="911191" y="913019"/>
                    </a:lnTo>
                    <a:lnTo>
                      <a:pt x="911328" y="912719"/>
                    </a:lnTo>
                    <a:lnTo>
                      <a:pt x="911466" y="912420"/>
                    </a:lnTo>
                    <a:lnTo>
                      <a:pt x="911603" y="912120"/>
                    </a:lnTo>
                    <a:lnTo>
                      <a:pt x="911741" y="911820"/>
                    </a:lnTo>
                    <a:lnTo>
                      <a:pt x="911878" y="911520"/>
                    </a:lnTo>
                    <a:lnTo>
                      <a:pt x="912015" y="911221"/>
                    </a:lnTo>
                    <a:lnTo>
                      <a:pt x="912153" y="910921"/>
                    </a:lnTo>
                    <a:lnTo>
                      <a:pt x="912290" y="910621"/>
                    </a:lnTo>
                    <a:lnTo>
                      <a:pt x="912428" y="910321"/>
                    </a:lnTo>
                    <a:lnTo>
                      <a:pt x="912565" y="910022"/>
                    </a:lnTo>
                    <a:lnTo>
                      <a:pt x="912703" y="909722"/>
                    </a:lnTo>
                    <a:lnTo>
                      <a:pt x="912840" y="909422"/>
                    </a:lnTo>
                    <a:lnTo>
                      <a:pt x="912978" y="909123"/>
                    </a:lnTo>
                    <a:lnTo>
                      <a:pt x="913115" y="908823"/>
                    </a:lnTo>
                    <a:lnTo>
                      <a:pt x="913253" y="908523"/>
                    </a:lnTo>
                    <a:lnTo>
                      <a:pt x="913391" y="908223"/>
                    </a:lnTo>
                    <a:lnTo>
                      <a:pt x="913528" y="907924"/>
                    </a:lnTo>
                    <a:lnTo>
                      <a:pt x="913666" y="907624"/>
                    </a:lnTo>
                    <a:lnTo>
                      <a:pt x="913803" y="907324"/>
                    </a:lnTo>
                    <a:lnTo>
                      <a:pt x="913941" y="907025"/>
                    </a:lnTo>
                    <a:lnTo>
                      <a:pt x="914078" y="906725"/>
                    </a:lnTo>
                    <a:lnTo>
                      <a:pt x="914216" y="906425"/>
                    </a:lnTo>
                    <a:lnTo>
                      <a:pt x="914400" y="906025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h2068"/>
              <p:cNvSpPr/>
              <p:nvPr/>
            </p:nvSpPr>
            <p:spPr>
              <a:xfrm>
                <a:off x="2744159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264"/>
                    </a:lnTo>
                    <a:lnTo>
                      <a:pt x="905229" y="923064"/>
                    </a:lnTo>
                    <a:lnTo>
                      <a:pt x="905366" y="922764"/>
                    </a:lnTo>
                    <a:lnTo>
                      <a:pt x="905504" y="922465"/>
                    </a:lnTo>
                    <a:lnTo>
                      <a:pt x="905642" y="922165"/>
                    </a:lnTo>
                    <a:lnTo>
                      <a:pt x="905779" y="921865"/>
                    </a:lnTo>
                    <a:lnTo>
                      <a:pt x="905917" y="921566"/>
                    </a:lnTo>
                    <a:lnTo>
                      <a:pt x="906054" y="921266"/>
                    </a:lnTo>
                    <a:lnTo>
                      <a:pt x="906192" y="920966"/>
                    </a:lnTo>
                    <a:lnTo>
                      <a:pt x="909361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h2069"/>
              <p:cNvSpPr/>
              <p:nvPr/>
            </p:nvSpPr>
            <p:spPr>
              <a:xfrm>
                <a:off x="27441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h2070"/>
              <p:cNvSpPr/>
              <p:nvPr/>
            </p:nvSpPr>
            <p:spPr>
              <a:xfrm>
                <a:off x="27534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h2071"/>
              <p:cNvSpPr/>
              <p:nvPr/>
            </p:nvSpPr>
            <p:spPr>
              <a:xfrm>
                <a:off x="27626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h2072"/>
              <p:cNvSpPr/>
              <p:nvPr/>
            </p:nvSpPr>
            <p:spPr>
              <a:xfrm>
                <a:off x="277194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h2073"/>
              <p:cNvSpPr/>
              <p:nvPr/>
            </p:nvSpPr>
            <p:spPr>
              <a:xfrm>
                <a:off x="27812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h2074"/>
              <p:cNvSpPr/>
              <p:nvPr/>
            </p:nvSpPr>
            <p:spPr>
              <a:xfrm>
                <a:off x="27904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h2075"/>
              <p:cNvSpPr/>
              <p:nvPr/>
            </p:nvSpPr>
            <p:spPr>
              <a:xfrm>
                <a:off x="27997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h2076"/>
              <p:cNvSpPr/>
              <p:nvPr/>
            </p:nvSpPr>
            <p:spPr>
              <a:xfrm>
                <a:off x="28089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h2077"/>
              <p:cNvSpPr/>
              <p:nvPr/>
            </p:nvSpPr>
            <p:spPr>
              <a:xfrm>
                <a:off x="28182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h2078"/>
              <p:cNvSpPr/>
              <p:nvPr/>
            </p:nvSpPr>
            <p:spPr>
              <a:xfrm>
                <a:off x="28275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h2079"/>
              <p:cNvSpPr/>
              <p:nvPr/>
            </p:nvSpPr>
            <p:spPr>
              <a:xfrm>
                <a:off x="28367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h2080"/>
              <p:cNvSpPr/>
              <p:nvPr/>
            </p:nvSpPr>
            <p:spPr>
              <a:xfrm>
                <a:off x="28460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h2081"/>
              <p:cNvSpPr/>
              <p:nvPr/>
            </p:nvSpPr>
            <p:spPr>
              <a:xfrm>
                <a:off x="28553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h2082"/>
              <p:cNvSpPr/>
              <p:nvPr/>
            </p:nvSpPr>
            <p:spPr>
              <a:xfrm>
                <a:off x="28645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h2083"/>
              <p:cNvSpPr/>
              <p:nvPr/>
            </p:nvSpPr>
            <p:spPr>
              <a:xfrm>
                <a:off x="28738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h2084"/>
              <p:cNvSpPr/>
              <p:nvPr/>
            </p:nvSpPr>
            <p:spPr>
              <a:xfrm>
                <a:off x="28830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h2085"/>
              <p:cNvSpPr/>
              <p:nvPr/>
            </p:nvSpPr>
            <p:spPr>
              <a:xfrm>
                <a:off x="289235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h2086"/>
              <p:cNvSpPr/>
              <p:nvPr/>
            </p:nvSpPr>
            <p:spPr>
              <a:xfrm>
                <a:off x="29016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h2087"/>
              <p:cNvSpPr/>
              <p:nvPr/>
            </p:nvSpPr>
            <p:spPr>
              <a:xfrm>
                <a:off x="29108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h2088"/>
              <p:cNvSpPr/>
              <p:nvPr/>
            </p:nvSpPr>
            <p:spPr>
              <a:xfrm>
                <a:off x="29201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h2089"/>
              <p:cNvSpPr/>
              <p:nvPr/>
            </p:nvSpPr>
            <p:spPr>
              <a:xfrm>
                <a:off x="29294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h2090"/>
              <p:cNvSpPr/>
              <p:nvPr/>
            </p:nvSpPr>
            <p:spPr>
              <a:xfrm>
                <a:off x="29386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h2091"/>
              <p:cNvSpPr/>
              <p:nvPr/>
            </p:nvSpPr>
            <p:spPr>
              <a:xfrm>
                <a:off x="29479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h2092"/>
              <p:cNvSpPr/>
              <p:nvPr/>
            </p:nvSpPr>
            <p:spPr>
              <a:xfrm>
                <a:off x="29571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h2093"/>
              <p:cNvSpPr/>
              <p:nvPr/>
            </p:nvSpPr>
            <p:spPr>
              <a:xfrm>
                <a:off x="29664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h2094"/>
              <p:cNvSpPr/>
              <p:nvPr/>
            </p:nvSpPr>
            <p:spPr>
              <a:xfrm>
                <a:off x="29757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h2095"/>
              <p:cNvSpPr/>
              <p:nvPr/>
            </p:nvSpPr>
            <p:spPr>
              <a:xfrm>
                <a:off x="29849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h2096"/>
              <p:cNvSpPr/>
              <p:nvPr/>
            </p:nvSpPr>
            <p:spPr>
              <a:xfrm>
                <a:off x="29942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h2097"/>
              <p:cNvSpPr/>
              <p:nvPr/>
            </p:nvSpPr>
            <p:spPr>
              <a:xfrm>
                <a:off x="30035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h2098"/>
              <p:cNvSpPr/>
              <p:nvPr/>
            </p:nvSpPr>
            <p:spPr>
              <a:xfrm>
                <a:off x="30127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h2099"/>
              <p:cNvSpPr/>
              <p:nvPr/>
            </p:nvSpPr>
            <p:spPr>
              <a:xfrm>
                <a:off x="30220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h2100"/>
              <p:cNvSpPr/>
              <p:nvPr/>
            </p:nvSpPr>
            <p:spPr>
              <a:xfrm>
                <a:off x="30312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h2101"/>
              <p:cNvSpPr/>
              <p:nvPr/>
            </p:nvSpPr>
            <p:spPr>
              <a:xfrm>
                <a:off x="30405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h2102"/>
              <p:cNvSpPr/>
              <p:nvPr/>
            </p:nvSpPr>
            <p:spPr>
              <a:xfrm>
                <a:off x="30498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h2103"/>
              <p:cNvSpPr/>
              <p:nvPr/>
            </p:nvSpPr>
            <p:spPr>
              <a:xfrm>
                <a:off x="30590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h2104"/>
              <p:cNvSpPr/>
              <p:nvPr/>
            </p:nvSpPr>
            <p:spPr>
              <a:xfrm>
                <a:off x="30683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h2105"/>
              <p:cNvSpPr/>
              <p:nvPr/>
            </p:nvSpPr>
            <p:spPr>
              <a:xfrm>
                <a:off x="30775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h2106"/>
              <p:cNvSpPr/>
              <p:nvPr/>
            </p:nvSpPr>
            <p:spPr>
              <a:xfrm>
                <a:off x="308686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h2107"/>
              <p:cNvSpPr/>
              <p:nvPr/>
            </p:nvSpPr>
            <p:spPr>
              <a:xfrm>
                <a:off x="309612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h2108"/>
              <p:cNvSpPr/>
              <p:nvPr/>
            </p:nvSpPr>
            <p:spPr>
              <a:xfrm>
                <a:off x="310538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h2109"/>
              <p:cNvSpPr/>
              <p:nvPr/>
            </p:nvSpPr>
            <p:spPr>
              <a:xfrm>
                <a:off x="311464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h2110"/>
              <p:cNvSpPr/>
              <p:nvPr/>
            </p:nvSpPr>
            <p:spPr>
              <a:xfrm>
                <a:off x="312391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h2111"/>
              <p:cNvSpPr/>
              <p:nvPr/>
            </p:nvSpPr>
            <p:spPr>
              <a:xfrm>
                <a:off x="313317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h2112"/>
              <p:cNvSpPr/>
              <p:nvPr/>
            </p:nvSpPr>
            <p:spPr>
              <a:xfrm>
                <a:off x="314243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h2113"/>
              <p:cNvSpPr/>
              <p:nvPr/>
            </p:nvSpPr>
            <p:spPr>
              <a:xfrm>
                <a:off x="315169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h2114"/>
              <p:cNvSpPr/>
              <p:nvPr/>
            </p:nvSpPr>
            <p:spPr>
              <a:xfrm>
                <a:off x="31609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h2115"/>
              <p:cNvSpPr/>
              <p:nvPr/>
            </p:nvSpPr>
            <p:spPr>
              <a:xfrm>
                <a:off x="31702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h2116"/>
              <p:cNvSpPr/>
              <p:nvPr/>
            </p:nvSpPr>
            <p:spPr>
              <a:xfrm>
                <a:off x="31794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h2117"/>
              <p:cNvSpPr/>
              <p:nvPr/>
            </p:nvSpPr>
            <p:spPr>
              <a:xfrm>
                <a:off x="318874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h2118"/>
              <p:cNvSpPr/>
              <p:nvPr/>
            </p:nvSpPr>
            <p:spPr>
              <a:xfrm>
                <a:off x="31980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h2119"/>
              <p:cNvSpPr/>
              <p:nvPr/>
            </p:nvSpPr>
            <p:spPr>
              <a:xfrm>
                <a:off x="32072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h2120"/>
              <p:cNvSpPr/>
              <p:nvPr/>
            </p:nvSpPr>
            <p:spPr>
              <a:xfrm>
                <a:off x="32165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h2121"/>
              <p:cNvSpPr/>
              <p:nvPr/>
            </p:nvSpPr>
            <p:spPr>
              <a:xfrm>
                <a:off x="32257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h2122"/>
              <p:cNvSpPr/>
              <p:nvPr/>
            </p:nvSpPr>
            <p:spPr>
              <a:xfrm>
                <a:off x="32350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h2123"/>
              <p:cNvSpPr/>
              <p:nvPr/>
            </p:nvSpPr>
            <p:spPr>
              <a:xfrm>
                <a:off x="32443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h2124"/>
              <p:cNvSpPr/>
              <p:nvPr/>
            </p:nvSpPr>
            <p:spPr>
              <a:xfrm>
                <a:off x="32535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h2125"/>
              <p:cNvSpPr/>
              <p:nvPr/>
            </p:nvSpPr>
            <p:spPr>
              <a:xfrm>
                <a:off x="32628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h2126"/>
              <p:cNvSpPr/>
              <p:nvPr/>
            </p:nvSpPr>
            <p:spPr>
              <a:xfrm>
                <a:off x="3272105" y="23606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8657"/>
                    </a:lnTo>
                    <a:lnTo>
                      <a:pt x="922090" y="911210"/>
                    </a:lnTo>
                    <a:lnTo>
                      <a:pt x="920574" y="913747"/>
                    </a:lnTo>
                    <a:lnTo>
                      <a:pt x="920184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h2127"/>
              <p:cNvSpPr/>
              <p:nvPr/>
            </p:nvSpPr>
            <p:spPr>
              <a:xfrm>
                <a:off x="3281368" y="2343456"/>
                <a:ext cx="920648" cy="925814"/>
              </a:xfrm>
              <a:custGeom>
                <a:avLst/>
                <a:gdLst/>
                <a:ahLst/>
                <a:cxnLst/>
                <a:rect l="0" t="0" r="0" b="0"/>
                <a:pathLst>
                  <a:path w="920648" h="925814">
                    <a:moveTo>
                      <a:pt x="914400" y="914400"/>
                    </a:moveTo>
                    <a:lnTo>
                      <a:pt x="920648" y="914400"/>
                    </a:lnTo>
                    <a:lnTo>
                      <a:pt x="918437" y="918707"/>
                    </a:lnTo>
                    <a:lnTo>
                      <a:pt x="914400" y="925814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h2128"/>
              <p:cNvSpPr/>
              <p:nvPr/>
            </p:nvSpPr>
            <p:spPr>
              <a:xfrm>
                <a:off x="2382932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79" y="931638"/>
                    </a:lnTo>
                    <a:lnTo>
                      <a:pt x="909165" y="923973"/>
                    </a:lnTo>
                    <a:lnTo>
                      <a:pt x="909541" y="914400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h2129"/>
              <p:cNvSpPr/>
              <p:nvPr/>
            </p:nvSpPr>
            <p:spPr>
              <a:xfrm>
                <a:off x="23829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h2130"/>
              <p:cNvSpPr/>
              <p:nvPr/>
            </p:nvSpPr>
            <p:spPr>
              <a:xfrm>
                <a:off x="239219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h2131"/>
              <p:cNvSpPr/>
              <p:nvPr/>
            </p:nvSpPr>
            <p:spPr>
              <a:xfrm>
                <a:off x="24014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h2132"/>
              <p:cNvSpPr/>
              <p:nvPr/>
            </p:nvSpPr>
            <p:spPr>
              <a:xfrm>
                <a:off x="24107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h2133"/>
              <p:cNvSpPr/>
              <p:nvPr/>
            </p:nvSpPr>
            <p:spPr>
              <a:xfrm>
                <a:off x="24199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h2134"/>
              <p:cNvSpPr/>
              <p:nvPr/>
            </p:nvSpPr>
            <p:spPr>
              <a:xfrm>
                <a:off x="24292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h2135"/>
              <p:cNvSpPr/>
              <p:nvPr/>
            </p:nvSpPr>
            <p:spPr>
              <a:xfrm>
                <a:off x="24385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h2136"/>
              <p:cNvSpPr/>
              <p:nvPr/>
            </p:nvSpPr>
            <p:spPr>
              <a:xfrm>
                <a:off x="24477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h2137"/>
              <p:cNvSpPr/>
              <p:nvPr/>
            </p:nvSpPr>
            <p:spPr>
              <a:xfrm>
                <a:off x="24570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h2138"/>
              <p:cNvSpPr/>
              <p:nvPr/>
            </p:nvSpPr>
            <p:spPr>
              <a:xfrm>
                <a:off x="24662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h2139"/>
              <p:cNvSpPr/>
              <p:nvPr/>
            </p:nvSpPr>
            <p:spPr>
              <a:xfrm>
                <a:off x="247555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h2140"/>
              <p:cNvSpPr/>
              <p:nvPr/>
            </p:nvSpPr>
            <p:spPr>
              <a:xfrm>
                <a:off x="24848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h2141"/>
              <p:cNvSpPr/>
              <p:nvPr/>
            </p:nvSpPr>
            <p:spPr>
              <a:xfrm>
                <a:off x="24940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h2142"/>
              <p:cNvSpPr/>
              <p:nvPr/>
            </p:nvSpPr>
            <p:spPr>
              <a:xfrm>
                <a:off x="25033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h2143"/>
              <p:cNvSpPr/>
              <p:nvPr/>
            </p:nvSpPr>
            <p:spPr>
              <a:xfrm>
                <a:off x="25126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h2144"/>
              <p:cNvSpPr/>
              <p:nvPr/>
            </p:nvSpPr>
            <p:spPr>
              <a:xfrm>
                <a:off x="25218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h2145"/>
              <p:cNvSpPr/>
              <p:nvPr/>
            </p:nvSpPr>
            <p:spPr>
              <a:xfrm>
                <a:off x="25311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h2146"/>
              <p:cNvSpPr/>
              <p:nvPr/>
            </p:nvSpPr>
            <p:spPr>
              <a:xfrm>
                <a:off x="25403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h2147"/>
              <p:cNvSpPr/>
              <p:nvPr/>
            </p:nvSpPr>
            <p:spPr>
              <a:xfrm>
                <a:off x="25496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h2148"/>
              <p:cNvSpPr/>
              <p:nvPr/>
            </p:nvSpPr>
            <p:spPr>
              <a:xfrm>
                <a:off x="25589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h2149"/>
              <p:cNvSpPr/>
              <p:nvPr/>
            </p:nvSpPr>
            <p:spPr>
              <a:xfrm>
                <a:off x="25681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h2150"/>
              <p:cNvSpPr/>
              <p:nvPr/>
            </p:nvSpPr>
            <p:spPr>
              <a:xfrm>
                <a:off x="25774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h2151"/>
              <p:cNvSpPr/>
              <p:nvPr/>
            </p:nvSpPr>
            <p:spPr>
              <a:xfrm>
                <a:off x="25867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h2152"/>
              <p:cNvSpPr/>
              <p:nvPr/>
            </p:nvSpPr>
            <p:spPr>
              <a:xfrm>
                <a:off x="25959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h2153"/>
              <p:cNvSpPr/>
              <p:nvPr/>
            </p:nvSpPr>
            <p:spPr>
              <a:xfrm>
                <a:off x="26052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h2154"/>
              <p:cNvSpPr/>
              <p:nvPr/>
            </p:nvSpPr>
            <p:spPr>
              <a:xfrm>
                <a:off x="26144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h2155"/>
              <p:cNvSpPr/>
              <p:nvPr/>
            </p:nvSpPr>
            <p:spPr>
              <a:xfrm>
                <a:off x="26237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h2156"/>
              <p:cNvSpPr/>
              <p:nvPr/>
            </p:nvSpPr>
            <p:spPr>
              <a:xfrm>
                <a:off x="26330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h2157"/>
              <p:cNvSpPr/>
              <p:nvPr/>
            </p:nvSpPr>
            <p:spPr>
              <a:xfrm>
                <a:off x="26422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h2158"/>
              <p:cNvSpPr/>
              <p:nvPr/>
            </p:nvSpPr>
            <p:spPr>
              <a:xfrm>
                <a:off x="26515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h2159"/>
              <p:cNvSpPr/>
              <p:nvPr/>
            </p:nvSpPr>
            <p:spPr>
              <a:xfrm>
                <a:off x="26607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h2160"/>
              <p:cNvSpPr/>
              <p:nvPr/>
            </p:nvSpPr>
            <p:spPr>
              <a:xfrm>
                <a:off x="2670061" y="2343456"/>
                <a:ext cx="92271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1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19" y="897161"/>
                    </a:lnTo>
                    <a:lnTo>
                      <a:pt x="922292" y="899996"/>
                    </a:lnTo>
                    <a:lnTo>
                      <a:pt x="920400" y="910390"/>
                    </a:lnTo>
                    <a:lnTo>
                      <a:pt x="919540" y="914400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h2161"/>
              <p:cNvSpPr/>
              <p:nvPr/>
            </p:nvSpPr>
            <p:spPr>
              <a:xfrm>
                <a:off x="2744159" y="23434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61" y="914400"/>
                    </a:lnTo>
                    <a:lnTo>
                      <a:pt x="909843" y="913401"/>
                    </a:lnTo>
                    <a:lnTo>
                      <a:pt x="913689" y="906179"/>
                    </a:lnTo>
                    <a:lnTo>
                      <a:pt x="914400" y="904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h2162"/>
              <p:cNvSpPr/>
              <p:nvPr/>
            </p:nvSpPr>
            <p:spPr>
              <a:xfrm>
                <a:off x="2753421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208"/>
                    </a:lnTo>
                    <a:lnTo>
                      <a:pt x="908459" y="916555"/>
                    </a:lnTo>
                    <a:lnTo>
                      <a:pt x="909858" y="914400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h2163"/>
              <p:cNvSpPr/>
              <p:nvPr/>
            </p:nvSpPr>
            <p:spPr>
              <a:xfrm>
                <a:off x="27534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h2164"/>
              <p:cNvSpPr/>
              <p:nvPr/>
            </p:nvSpPr>
            <p:spPr>
              <a:xfrm>
                <a:off x="27626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h2165"/>
              <p:cNvSpPr/>
              <p:nvPr/>
            </p:nvSpPr>
            <p:spPr>
              <a:xfrm>
                <a:off x="277194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h2166"/>
              <p:cNvSpPr/>
              <p:nvPr/>
            </p:nvSpPr>
            <p:spPr>
              <a:xfrm>
                <a:off x="27812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h2167"/>
              <p:cNvSpPr/>
              <p:nvPr/>
            </p:nvSpPr>
            <p:spPr>
              <a:xfrm>
                <a:off x="27904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h2168"/>
              <p:cNvSpPr/>
              <p:nvPr/>
            </p:nvSpPr>
            <p:spPr>
              <a:xfrm>
                <a:off x="27997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h2169"/>
              <p:cNvSpPr/>
              <p:nvPr/>
            </p:nvSpPr>
            <p:spPr>
              <a:xfrm>
                <a:off x="28089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h2170"/>
              <p:cNvSpPr/>
              <p:nvPr/>
            </p:nvSpPr>
            <p:spPr>
              <a:xfrm>
                <a:off x="28182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h2171"/>
              <p:cNvSpPr/>
              <p:nvPr/>
            </p:nvSpPr>
            <p:spPr>
              <a:xfrm>
                <a:off x="28275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h2172"/>
              <p:cNvSpPr/>
              <p:nvPr/>
            </p:nvSpPr>
            <p:spPr>
              <a:xfrm>
                <a:off x="28367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h2173"/>
              <p:cNvSpPr/>
              <p:nvPr/>
            </p:nvSpPr>
            <p:spPr>
              <a:xfrm>
                <a:off x="28460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h2174"/>
              <p:cNvSpPr/>
              <p:nvPr/>
            </p:nvSpPr>
            <p:spPr>
              <a:xfrm>
                <a:off x="28553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h2175"/>
              <p:cNvSpPr/>
              <p:nvPr/>
            </p:nvSpPr>
            <p:spPr>
              <a:xfrm>
                <a:off x="28645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h2176"/>
              <p:cNvSpPr/>
              <p:nvPr/>
            </p:nvSpPr>
            <p:spPr>
              <a:xfrm>
                <a:off x="28738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h2177"/>
              <p:cNvSpPr/>
              <p:nvPr/>
            </p:nvSpPr>
            <p:spPr>
              <a:xfrm>
                <a:off x="28830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h2178"/>
              <p:cNvSpPr/>
              <p:nvPr/>
            </p:nvSpPr>
            <p:spPr>
              <a:xfrm>
                <a:off x="289235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h2179"/>
              <p:cNvSpPr/>
              <p:nvPr/>
            </p:nvSpPr>
            <p:spPr>
              <a:xfrm>
                <a:off x="29016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h2180"/>
              <p:cNvSpPr/>
              <p:nvPr/>
            </p:nvSpPr>
            <p:spPr>
              <a:xfrm>
                <a:off x="29108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h2181"/>
              <p:cNvSpPr/>
              <p:nvPr/>
            </p:nvSpPr>
            <p:spPr>
              <a:xfrm>
                <a:off x="29201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h2182"/>
              <p:cNvSpPr/>
              <p:nvPr/>
            </p:nvSpPr>
            <p:spPr>
              <a:xfrm>
                <a:off x="29294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h2183"/>
              <p:cNvSpPr/>
              <p:nvPr/>
            </p:nvSpPr>
            <p:spPr>
              <a:xfrm>
                <a:off x="29386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h2184"/>
              <p:cNvSpPr/>
              <p:nvPr/>
            </p:nvSpPr>
            <p:spPr>
              <a:xfrm>
                <a:off x="29479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h2185"/>
              <p:cNvSpPr/>
              <p:nvPr/>
            </p:nvSpPr>
            <p:spPr>
              <a:xfrm>
                <a:off x="29571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h2186"/>
              <p:cNvSpPr/>
              <p:nvPr/>
            </p:nvSpPr>
            <p:spPr>
              <a:xfrm>
                <a:off x="29664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h2187"/>
              <p:cNvSpPr/>
              <p:nvPr/>
            </p:nvSpPr>
            <p:spPr>
              <a:xfrm>
                <a:off x="29757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h2188"/>
              <p:cNvSpPr/>
              <p:nvPr/>
            </p:nvSpPr>
            <p:spPr>
              <a:xfrm>
                <a:off x="29849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h2189"/>
              <p:cNvSpPr/>
              <p:nvPr/>
            </p:nvSpPr>
            <p:spPr>
              <a:xfrm>
                <a:off x="29942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h2190"/>
              <p:cNvSpPr/>
              <p:nvPr/>
            </p:nvSpPr>
            <p:spPr>
              <a:xfrm>
                <a:off x="30035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h2191"/>
              <p:cNvSpPr/>
              <p:nvPr/>
            </p:nvSpPr>
            <p:spPr>
              <a:xfrm>
                <a:off x="30127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h2192"/>
              <p:cNvSpPr/>
              <p:nvPr/>
            </p:nvSpPr>
            <p:spPr>
              <a:xfrm>
                <a:off x="30220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h2193"/>
              <p:cNvSpPr/>
              <p:nvPr/>
            </p:nvSpPr>
            <p:spPr>
              <a:xfrm>
                <a:off x="30312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h2194"/>
              <p:cNvSpPr/>
              <p:nvPr/>
            </p:nvSpPr>
            <p:spPr>
              <a:xfrm>
                <a:off x="30405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h2195"/>
              <p:cNvSpPr/>
              <p:nvPr/>
            </p:nvSpPr>
            <p:spPr>
              <a:xfrm>
                <a:off x="30498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h2196"/>
              <p:cNvSpPr/>
              <p:nvPr/>
            </p:nvSpPr>
            <p:spPr>
              <a:xfrm>
                <a:off x="30590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h2197"/>
              <p:cNvSpPr/>
              <p:nvPr/>
            </p:nvSpPr>
            <p:spPr>
              <a:xfrm>
                <a:off x="30683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h2198"/>
              <p:cNvSpPr/>
              <p:nvPr/>
            </p:nvSpPr>
            <p:spPr>
              <a:xfrm>
                <a:off x="30775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h2199"/>
              <p:cNvSpPr/>
              <p:nvPr/>
            </p:nvSpPr>
            <p:spPr>
              <a:xfrm>
                <a:off x="308686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h2200"/>
              <p:cNvSpPr/>
              <p:nvPr/>
            </p:nvSpPr>
            <p:spPr>
              <a:xfrm>
                <a:off x="309612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h2201"/>
              <p:cNvSpPr/>
              <p:nvPr/>
            </p:nvSpPr>
            <p:spPr>
              <a:xfrm>
                <a:off x="310538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h2202"/>
              <p:cNvSpPr/>
              <p:nvPr/>
            </p:nvSpPr>
            <p:spPr>
              <a:xfrm>
                <a:off x="311464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h2203"/>
              <p:cNvSpPr/>
              <p:nvPr/>
            </p:nvSpPr>
            <p:spPr>
              <a:xfrm>
                <a:off x="312391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h2204"/>
              <p:cNvSpPr/>
              <p:nvPr/>
            </p:nvSpPr>
            <p:spPr>
              <a:xfrm>
                <a:off x="313317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h2205"/>
              <p:cNvSpPr/>
              <p:nvPr/>
            </p:nvSpPr>
            <p:spPr>
              <a:xfrm>
                <a:off x="314243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h2206"/>
              <p:cNvSpPr/>
              <p:nvPr/>
            </p:nvSpPr>
            <p:spPr>
              <a:xfrm>
                <a:off x="315169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h2207"/>
              <p:cNvSpPr/>
              <p:nvPr/>
            </p:nvSpPr>
            <p:spPr>
              <a:xfrm>
                <a:off x="316095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h2208"/>
              <p:cNvSpPr/>
              <p:nvPr/>
            </p:nvSpPr>
            <p:spPr>
              <a:xfrm>
                <a:off x="31702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h2209"/>
              <p:cNvSpPr/>
              <p:nvPr/>
            </p:nvSpPr>
            <p:spPr>
              <a:xfrm>
                <a:off x="31794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h2210"/>
              <p:cNvSpPr/>
              <p:nvPr/>
            </p:nvSpPr>
            <p:spPr>
              <a:xfrm>
                <a:off x="318874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h2211"/>
              <p:cNvSpPr/>
              <p:nvPr/>
            </p:nvSpPr>
            <p:spPr>
              <a:xfrm>
                <a:off x="31980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h2212"/>
              <p:cNvSpPr/>
              <p:nvPr/>
            </p:nvSpPr>
            <p:spPr>
              <a:xfrm>
                <a:off x="32072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h2213"/>
              <p:cNvSpPr/>
              <p:nvPr/>
            </p:nvSpPr>
            <p:spPr>
              <a:xfrm>
                <a:off x="32165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h2214"/>
              <p:cNvSpPr/>
              <p:nvPr/>
            </p:nvSpPr>
            <p:spPr>
              <a:xfrm>
                <a:off x="32257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h2215"/>
              <p:cNvSpPr/>
              <p:nvPr/>
            </p:nvSpPr>
            <p:spPr>
              <a:xfrm>
                <a:off x="32350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h2216"/>
              <p:cNvSpPr/>
              <p:nvPr/>
            </p:nvSpPr>
            <p:spPr>
              <a:xfrm>
                <a:off x="32443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h2217"/>
              <p:cNvSpPr/>
              <p:nvPr/>
            </p:nvSpPr>
            <p:spPr>
              <a:xfrm>
                <a:off x="32535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h2218"/>
              <p:cNvSpPr/>
              <p:nvPr/>
            </p:nvSpPr>
            <p:spPr>
              <a:xfrm>
                <a:off x="32628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h2219"/>
              <p:cNvSpPr/>
              <p:nvPr/>
            </p:nvSpPr>
            <p:spPr>
              <a:xfrm>
                <a:off x="327210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h2220"/>
              <p:cNvSpPr/>
              <p:nvPr/>
            </p:nvSpPr>
            <p:spPr>
              <a:xfrm>
                <a:off x="3281368" y="23434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51"/>
                    </a:lnTo>
                    <a:lnTo>
                      <a:pt x="922320" y="911143"/>
                    </a:lnTo>
                    <a:lnTo>
                      <a:pt x="920648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h2221"/>
              <p:cNvSpPr/>
              <p:nvPr/>
            </p:nvSpPr>
            <p:spPr>
              <a:xfrm>
                <a:off x="3290630" y="2326218"/>
                <a:ext cx="919267" cy="925489"/>
              </a:xfrm>
              <a:custGeom>
                <a:avLst/>
                <a:gdLst/>
                <a:ahLst/>
                <a:cxnLst/>
                <a:rect l="0" t="0" r="0" b="0"/>
                <a:pathLst>
                  <a:path w="919267" h="925489">
                    <a:moveTo>
                      <a:pt x="914400" y="914400"/>
                    </a:moveTo>
                    <a:lnTo>
                      <a:pt x="919267" y="914400"/>
                    </a:lnTo>
                    <a:lnTo>
                      <a:pt x="916731" y="920462"/>
                    </a:lnTo>
                    <a:lnTo>
                      <a:pt x="914400" y="92548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h2222"/>
              <p:cNvSpPr/>
              <p:nvPr/>
            </p:nvSpPr>
            <p:spPr>
              <a:xfrm>
                <a:off x="2382932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41" y="931638"/>
                    </a:lnTo>
                    <a:lnTo>
                      <a:pt x="909586" y="930486"/>
                    </a:lnTo>
                    <a:lnTo>
                      <a:pt x="910306" y="919816"/>
                    </a:lnTo>
                    <a:lnTo>
                      <a:pt x="910826" y="9144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h2223"/>
              <p:cNvSpPr/>
              <p:nvPr/>
            </p:nvSpPr>
            <p:spPr>
              <a:xfrm>
                <a:off x="23829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h2224"/>
              <p:cNvSpPr/>
              <p:nvPr/>
            </p:nvSpPr>
            <p:spPr>
              <a:xfrm>
                <a:off x="239219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h2225"/>
              <p:cNvSpPr/>
              <p:nvPr/>
            </p:nvSpPr>
            <p:spPr>
              <a:xfrm>
                <a:off x="24014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h2226"/>
              <p:cNvSpPr/>
              <p:nvPr/>
            </p:nvSpPr>
            <p:spPr>
              <a:xfrm>
                <a:off x="24107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h2227"/>
              <p:cNvSpPr/>
              <p:nvPr/>
            </p:nvSpPr>
            <p:spPr>
              <a:xfrm>
                <a:off x="24199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h2228"/>
              <p:cNvSpPr/>
              <p:nvPr/>
            </p:nvSpPr>
            <p:spPr>
              <a:xfrm>
                <a:off x="24292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h2229"/>
              <p:cNvSpPr/>
              <p:nvPr/>
            </p:nvSpPr>
            <p:spPr>
              <a:xfrm>
                <a:off x="24385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h2230"/>
              <p:cNvSpPr/>
              <p:nvPr/>
            </p:nvSpPr>
            <p:spPr>
              <a:xfrm>
                <a:off x="24477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h2231"/>
              <p:cNvSpPr/>
              <p:nvPr/>
            </p:nvSpPr>
            <p:spPr>
              <a:xfrm>
                <a:off x="24570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h2232"/>
              <p:cNvSpPr/>
              <p:nvPr/>
            </p:nvSpPr>
            <p:spPr>
              <a:xfrm>
                <a:off x="24662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h2233"/>
              <p:cNvSpPr/>
              <p:nvPr/>
            </p:nvSpPr>
            <p:spPr>
              <a:xfrm>
                <a:off x="247555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h2234"/>
              <p:cNvSpPr/>
              <p:nvPr/>
            </p:nvSpPr>
            <p:spPr>
              <a:xfrm>
                <a:off x="24848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h2235"/>
              <p:cNvSpPr/>
              <p:nvPr/>
            </p:nvSpPr>
            <p:spPr>
              <a:xfrm>
                <a:off x="24940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h2236"/>
              <p:cNvSpPr/>
              <p:nvPr/>
            </p:nvSpPr>
            <p:spPr>
              <a:xfrm>
                <a:off x="25033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h2237"/>
              <p:cNvSpPr/>
              <p:nvPr/>
            </p:nvSpPr>
            <p:spPr>
              <a:xfrm>
                <a:off x="25126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h2238"/>
              <p:cNvSpPr/>
              <p:nvPr/>
            </p:nvSpPr>
            <p:spPr>
              <a:xfrm>
                <a:off x="25218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h2239"/>
              <p:cNvSpPr/>
              <p:nvPr/>
            </p:nvSpPr>
            <p:spPr>
              <a:xfrm>
                <a:off x="25311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h2240"/>
              <p:cNvSpPr/>
              <p:nvPr/>
            </p:nvSpPr>
            <p:spPr>
              <a:xfrm>
                <a:off x="25403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h2241"/>
              <p:cNvSpPr/>
              <p:nvPr/>
            </p:nvSpPr>
            <p:spPr>
              <a:xfrm>
                <a:off x="25496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h2242"/>
              <p:cNvSpPr/>
              <p:nvPr/>
            </p:nvSpPr>
            <p:spPr>
              <a:xfrm>
                <a:off x="25589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h2243"/>
              <p:cNvSpPr/>
              <p:nvPr/>
            </p:nvSpPr>
            <p:spPr>
              <a:xfrm>
                <a:off x="25681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h2244"/>
              <p:cNvSpPr/>
              <p:nvPr/>
            </p:nvSpPr>
            <p:spPr>
              <a:xfrm>
                <a:off x="25774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h2245"/>
              <p:cNvSpPr/>
              <p:nvPr/>
            </p:nvSpPr>
            <p:spPr>
              <a:xfrm>
                <a:off x="25867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h2246"/>
              <p:cNvSpPr/>
              <p:nvPr/>
            </p:nvSpPr>
            <p:spPr>
              <a:xfrm>
                <a:off x="25959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h2247"/>
              <p:cNvSpPr/>
              <p:nvPr/>
            </p:nvSpPr>
            <p:spPr>
              <a:xfrm>
                <a:off x="26052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h2248"/>
              <p:cNvSpPr/>
              <p:nvPr/>
            </p:nvSpPr>
            <p:spPr>
              <a:xfrm>
                <a:off x="26144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h2249"/>
              <p:cNvSpPr/>
              <p:nvPr/>
            </p:nvSpPr>
            <p:spPr>
              <a:xfrm>
                <a:off x="26237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h2250"/>
              <p:cNvSpPr/>
              <p:nvPr/>
            </p:nvSpPr>
            <p:spPr>
              <a:xfrm>
                <a:off x="26330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h2251"/>
              <p:cNvSpPr/>
              <p:nvPr/>
            </p:nvSpPr>
            <p:spPr>
              <a:xfrm>
                <a:off x="26422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h2252"/>
              <p:cNvSpPr/>
              <p:nvPr/>
            </p:nvSpPr>
            <p:spPr>
              <a:xfrm>
                <a:off x="26515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h2253"/>
              <p:cNvSpPr/>
              <p:nvPr/>
            </p:nvSpPr>
            <p:spPr>
              <a:xfrm>
                <a:off x="26607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h2254"/>
              <p:cNvSpPr/>
              <p:nvPr/>
            </p:nvSpPr>
            <p:spPr>
              <a:xfrm>
                <a:off x="2670061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49"/>
                    </a:lnTo>
                    <a:lnTo>
                      <a:pt x="922719" y="914400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h2255"/>
              <p:cNvSpPr/>
              <p:nvPr/>
            </p:nvSpPr>
            <p:spPr>
              <a:xfrm>
                <a:off x="2679323" y="2308979"/>
                <a:ext cx="915768" cy="925387"/>
              </a:xfrm>
              <a:custGeom>
                <a:avLst/>
                <a:gdLst/>
                <a:ahLst/>
                <a:cxnLst/>
                <a:rect l="0" t="0" r="0" b="0"/>
                <a:pathLst>
                  <a:path w="915768" h="925387">
                    <a:moveTo>
                      <a:pt x="914400" y="914400"/>
                    </a:moveTo>
                    <a:lnTo>
                      <a:pt x="915768" y="914400"/>
                    </a:lnTo>
                    <a:lnTo>
                      <a:pt x="914623" y="923906"/>
                    </a:lnTo>
                    <a:lnTo>
                      <a:pt x="914400" y="925387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h2256"/>
              <p:cNvSpPr/>
              <p:nvPr/>
            </p:nvSpPr>
            <p:spPr>
              <a:xfrm>
                <a:off x="2753421" y="23262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58" y="914400"/>
                    </a:lnTo>
                    <a:lnTo>
                      <a:pt x="912667" y="910071"/>
                    </a:lnTo>
                    <a:lnTo>
                      <a:pt x="914400" y="90765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h2257"/>
              <p:cNvSpPr/>
              <p:nvPr/>
            </p:nvSpPr>
            <p:spPr>
              <a:xfrm>
                <a:off x="2762683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896"/>
                    </a:lnTo>
                    <a:lnTo>
                      <a:pt x="907779" y="921217"/>
                    </a:lnTo>
                    <a:lnTo>
                      <a:pt x="912309" y="915533"/>
                    </a:lnTo>
                    <a:lnTo>
                      <a:pt x="912511" y="915292"/>
                    </a:lnTo>
                    <a:lnTo>
                      <a:pt x="912716" y="915049"/>
                    </a:lnTo>
                    <a:lnTo>
                      <a:pt x="912920" y="914806"/>
                    </a:lnTo>
                    <a:lnTo>
                      <a:pt x="913124" y="914563"/>
                    </a:lnTo>
                    <a:lnTo>
                      <a:pt x="913262" y="914400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h2258"/>
              <p:cNvSpPr/>
              <p:nvPr/>
            </p:nvSpPr>
            <p:spPr>
              <a:xfrm>
                <a:off x="27626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h2259"/>
              <p:cNvSpPr/>
              <p:nvPr/>
            </p:nvSpPr>
            <p:spPr>
              <a:xfrm>
                <a:off x="277194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h2260"/>
              <p:cNvSpPr/>
              <p:nvPr/>
            </p:nvSpPr>
            <p:spPr>
              <a:xfrm>
                <a:off x="27812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h2261"/>
              <p:cNvSpPr/>
              <p:nvPr/>
            </p:nvSpPr>
            <p:spPr>
              <a:xfrm>
                <a:off x="27904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h2262"/>
              <p:cNvSpPr/>
              <p:nvPr/>
            </p:nvSpPr>
            <p:spPr>
              <a:xfrm>
                <a:off x="27997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h2263"/>
              <p:cNvSpPr/>
              <p:nvPr/>
            </p:nvSpPr>
            <p:spPr>
              <a:xfrm>
                <a:off x="28089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h2264"/>
              <p:cNvSpPr/>
              <p:nvPr/>
            </p:nvSpPr>
            <p:spPr>
              <a:xfrm>
                <a:off x="28182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h2265"/>
              <p:cNvSpPr/>
              <p:nvPr/>
            </p:nvSpPr>
            <p:spPr>
              <a:xfrm>
                <a:off x="28275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h2266"/>
              <p:cNvSpPr/>
              <p:nvPr/>
            </p:nvSpPr>
            <p:spPr>
              <a:xfrm>
                <a:off x="28367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h2267"/>
              <p:cNvSpPr/>
              <p:nvPr/>
            </p:nvSpPr>
            <p:spPr>
              <a:xfrm>
                <a:off x="28460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h2268"/>
              <p:cNvSpPr/>
              <p:nvPr/>
            </p:nvSpPr>
            <p:spPr>
              <a:xfrm>
                <a:off x="28553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h2269"/>
              <p:cNvSpPr/>
              <p:nvPr/>
            </p:nvSpPr>
            <p:spPr>
              <a:xfrm>
                <a:off x="28645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h2270"/>
              <p:cNvSpPr/>
              <p:nvPr/>
            </p:nvSpPr>
            <p:spPr>
              <a:xfrm>
                <a:off x="28738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h2271"/>
              <p:cNvSpPr/>
              <p:nvPr/>
            </p:nvSpPr>
            <p:spPr>
              <a:xfrm>
                <a:off x="28830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h2272"/>
              <p:cNvSpPr/>
              <p:nvPr/>
            </p:nvSpPr>
            <p:spPr>
              <a:xfrm>
                <a:off x="289235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h2273"/>
              <p:cNvSpPr/>
              <p:nvPr/>
            </p:nvSpPr>
            <p:spPr>
              <a:xfrm>
                <a:off x="29016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h2274"/>
              <p:cNvSpPr/>
              <p:nvPr/>
            </p:nvSpPr>
            <p:spPr>
              <a:xfrm>
                <a:off x="29108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h2275"/>
              <p:cNvSpPr/>
              <p:nvPr/>
            </p:nvSpPr>
            <p:spPr>
              <a:xfrm>
                <a:off x="29201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h2276"/>
              <p:cNvSpPr/>
              <p:nvPr/>
            </p:nvSpPr>
            <p:spPr>
              <a:xfrm>
                <a:off x="29294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h2277"/>
              <p:cNvSpPr/>
              <p:nvPr/>
            </p:nvSpPr>
            <p:spPr>
              <a:xfrm>
                <a:off x="29386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h2278"/>
              <p:cNvSpPr/>
              <p:nvPr/>
            </p:nvSpPr>
            <p:spPr>
              <a:xfrm>
                <a:off x="29479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h2279"/>
              <p:cNvSpPr/>
              <p:nvPr/>
            </p:nvSpPr>
            <p:spPr>
              <a:xfrm>
                <a:off x="29571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h2280"/>
              <p:cNvSpPr/>
              <p:nvPr/>
            </p:nvSpPr>
            <p:spPr>
              <a:xfrm>
                <a:off x="29664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h2281"/>
              <p:cNvSpPr/>
              <p:nvPr/>
            </p:nvSpPr>
            <p:spPr>
              <a:xfrm>
                <a:off x="29757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h2282"/>
              <p:cNvSpPr/>
              <p:nvPr/>
            </p:nvSpPr>
            <p:spPr>
              <a:xfrm>
                <a:off x="29849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h2283"/>
              <p:cNvSpPr/>
              <p:nvPr/>
            </p:nvSpPr>
            <p:spPr>
              <a:xfrm>
                <a:off x="29942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h2284"/>
              <p:cNvSpPr/>
              <p:nvPr/>
            </p:nvSpPr>
            <p:spPr>
              <a:xfrm>
                <a:off x="30035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h2285"/>
              <p:cNvSpPr/>
              <p:nvPr/>
            </p:nvSpPr>
            <p:spPr>
              <a:xfrm>
                <a:off x="30127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h2286"/>
              <p:cNvSpPr/>
              <p:nvPr/>
            </p:nvSpPr>
            <p:spPr>
              <a:xfrm>
                <a:off x="30220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h2287"/>
              <p:cNvSpPr/>
              <p:nvPr/>
            </p:nvSpPr>
            <p:spPr>
              <a:xfrm>
                <a:off x="30312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h2288"/>
              <p:cNvSpPr/>
              <p:nvPr/>
            </p:nvSpPr>
            <p:spPr>
              <a:xfrm>
                <a:off x="30405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h2289"/>
              <p:cNvSpPr/>
              <p:nvPr/>
            </p:nvSpPr>
            <p:spPr>
              <a:xfrm>
                <a:off x="30498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h2290"/>
              <p:cNvSpPr/>
              <p:nvPr/>
            </p:nvSpPr>
            <p:spPr>
              <a:xfrm>
                <a:off x="30590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h2291"/>
              <p:cNvSpPr/>
              <p:nvPr/>
            </p:nvSpPr>
            <p:spPr>
              <a:xfrm>
                <a:off x="30683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h2292"/>
              <p:cNvSpPr/>
              <p:nvPr/>
            </p:nvSpPr>
            <p:spPr>
              <a:xfrm>
                <a:off x="30775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h2293"/>
              <p:cNvSpPr/>
              <p:nvPr/>
            </p:nvSpPr>
            <p:spPr>
              <a:xfrm>
                <a:off x="308686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h2294"/>
              <p:cNvSpPr/>
              <p:nvPr/>
            </p:nvSpPr>
            <p:spPr>
              <a:xfrm>
                <a:off x="309612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h2295"/>
              <p:cNvSpPr/>
              <p:nvPr/>
            </p:nvSpPr>
            <p:spPr>
              <a:xfrm>
                <a:off x="310538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h2296"/>
              <p:cNvSpPr/>
              <p:nvPr/>
            </p:nvSpPr>
            <p:spPr>
              <a:xfrm>
                <a:off x="311464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h2297"/>
              <p:cNvSpPr/>
              <p:nvPr/>
            </p:nvSpPr>
            <p:spPr>
              <a:xfrm>
                <a:off x="312391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h2298"/>
              <p:cNvSpPr/>
              <p:nvPr/>
            </p:nvSpPr>
            <p:spPr>
              <a:xfrm>
                <a:off x="313317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h2299"/>
              <p:cNvSpPr/>
              <p:nvPr/>
            </p:nvSpPr>
            <p:spPr>
              <a:xfrm>
                <a:off x="314243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h2300"/>
              <p:cNvSpPr/>
              <p:nvPr/>
            </p:nvSpPr>
            <p:spPr>
              <a:xfrm>
                <a:off x="315169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h2301"/>
              <p:cNvSpPr/>
              <p:nvPr/>
            </p:nvSpPr>
            <p:spPr>
              <a:xfrm>
                <a:off x="316095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h2302"/>
              <p:cNvSpPr/>
              <p:nvPr/>
            </p:nvSpPr>
            <p:spPr>
              <a:xfrm>
                <a:off x="317022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h2303"/>
              <p:cNvSpPr/>
              <p:nvPr/>
            </p:nvSpPr>
            <p:spPr>
              <a:xfrm>
                <a:off x="31794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h2304"/>
              <p:cNvSpPr/>
              <p:nvPr/>
            </p:nvSpPr>
            <p:spPr>
              <a:xfrm>
                <a:off x="318874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h2305"/>
              <p:cNvSpPr/>
              <p:nvPr/>
            </p:nvSpPr>
            <p:spPr>
              <a:xfrm>
                <a:off x="31980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h2306"/>
              <p:cNvSpPr/>
              <p:nvPr/>
            </p:nvSpPr>
            <p:spPr>
              <a:xfrm>
                <a:off x="32072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h2307"/>
              <p:cNvSpPr/>
              <p:nvPr/>
            </p:nvSpPr>
            <p:spPr>
              <a:xfrm>
                <a:off x="32165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h2308"/>
              <p:cNvSpPr/>
              <p:nvPr/>
            </p:nvSpPr>
            <p:spPr>
              <a:xfrm>
                <a:off x="32257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h2309"/>
              <p:cNvSpPr/>
              <p:nvPr/>
            </p:nvSpPr>
            <p:spPr>
              <a:xfrm>
                <a:off x="32350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h2310"/>
              <p:cNvSpPr/>
              <p:nvPr/>
            </p:nvSpPr>
            <p:spPr>
              <a:xfrm>
                <a:off x="32443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h2311"/>
              <p:cNvSpPr/>
              <p:nvPr/>
            </p:nvSpPr>
            <p:spPr>
              <a:xfrm>
                <a:off x="32535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h2312"/>
              <p:cNvSpPr/>
              <p:nvPr/>
            </p:nvSpPr>
            <p:spPr>
              <a:xfrm>
                <a:off x="32628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h2313"/>
              <p:cNvSpPr/>
              <p:nvPr/>
            </p:nvSpPr>
            <p:spPr>
              <a:xfrm>
                <a:off x="327210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h2314"/>
              <p:cNvSpPr/>
              <p:nvPr/>
            </p:nvSpPr>
            <p:spPr>
              <a:xfrm>
                <a:off x="32813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h2315"/>
              <p:cNvSpPr/>
              <p:nvPr/>
            </p:nvSpPr>
            <p:spPr>
              <a:xfrm>
                <a:off x="3290630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87"/>
                    </a:lnTo>
                    <a:lnTo>
                      <a:pt x="923409" y="903638"/>
                    </a:lnTo>
                    <a:lnTo>
                      <a:pt x="920184" y="912207"/>
                    </a:lnTo>
                    <a:lnTo>
                      <a:pt x="919267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h2316"/>
              <p:cNvSpPr/>
              <p:nvPr/>
            </p:nvSpPr>
            <p:spPr>
              <a:xfrm>
                <a:off x="3299892" y="2308979"/>
                <a:ext cx="916330" cy="920126"/>
              </a:xfrm>
              <a:custGeom>
                <a:avLst/>
                <a:gdLst/>
                <a:ahLst/>
                <a:cxnLst/>
                <a:rect l="0" t="0" r="0" b="0"/>
                <a:pathLst>
                  <a:path w="916330" h="920126">
                    <a:moveTo>
                      <a:pt x="914400" y="914400"/>
                    </a:moveTo>
                    <a:lnTo>
                      <a:pt x="916330" y="914400"/>
                    </a:lnTo>
                    <a:lnTo>
                      <a:pt x="914400" y="920126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h2317"/>
              <p:cNvSpPr/>
              <p:nvPr/>
            </p:nvSpPr>
            <p:spPr>
              <a:xfrm>
                <a:off x="2382932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26" y="931638"/>
                    </a:lnTo>
                    <a:lnTo>
                      <a:pt x="911322" y="926469"/>
                    </a:lnTo>
                    <a:lnTo>
                      <a:pt x="912633" y="915995"/>
                    </a:lnTo>
                    <a:lnTo>
                      <a:pt x="912880" y="9144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h2318"/>
              <p:cNvSpPr/>
              <p:nvPr/>
            </p:nvSpPr>
            <p:spPr>
              <a:xfrm>
                <a:off x="23829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h2319"/>
              <p:cNvSpPr/>
              <p:nvPr/>
            </p:nvSpPr>
            <p:spPr>
              <a:xfrm>
                <a:off x="239219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h2320"/>
              <p:cNvSpPr/>
              <p:nvPr/>
            </p:nvSpPr>
            <p:spPr>
              <a:xfrm>
                <a:off x="24014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h2321"/>
              <p:cNvSpPr/>
              <p:nvPr/>
            </p:nvSpPr>
            <p:spPr>
              <a:xfrm>
                <a:off x="24107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h2322"/>
              <p:cNvSpPr/>
              <p:nvPr/>
            </p:nvSpPr>
            <p:spPr>
              <a:xfrm>
                <a:off x="24199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h2323"/>
              <p:cNvSpPr/>
              <p:nvPr/>
            </p:nvSpPr>
            <p:spPr>
              <a:xfrm>
                <a:off x="24292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h2324"/>
              <p:cNvSpPr/>
              <p:nvPr/>
            </p:nvSpPr>
            <p:spPr>
              <a:xfrm>
                <a:off x="24385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h2325"/>
              <p:cNvSpPr/>
              <p:nvPr/>
            </p:nvSpPr>
            <p:spPr>
              <a:xfrm>
                <a:off x="24477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h2326"/>
              <p:cNvSpPr/>
              <p:nvPr/>
            </p:nvSpPr>
            <p:spPr>
              <a:xfrm>
                <a:off x="24570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h2327"/>
              <p:cNvSpPr/>
              <p:nvPr/>
            </p:nvSpPr>
            <p:spPr>
              <a:xfrm>
                <a:off x="24662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h2328"/>
              <p:cNvSpPr/>
              <p:nvPr/>
            </p:nvSpPr>
            <p:spPr>
              <a:xfrm>
                <a:off x="247555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h2329"/>
              <p:cNvSpPr/>
              <p:nvPr/>
            </p:nvSpPr>
            <p:spPr>
              <a:xfrm>
                <a:off x="24848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h2330"/>
              <p:cNvSpPr/>
              <p:nvPr/>
            </p:nvSpPr>
            <p:spPr>
              <a:xfrm>
                <a:off x="24940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h2331"/>
              <p:cNvSpPr/>
              <p:nvPr/>
            </p:nvSpPr>
            <p:spPr>
              <a:xfrm>
                <a:off x="25033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h2332"/>
              <p:cNvSpPr/>
              <p:nvPr/>
            </p:nvSpPr>
            <p:spPr>
              <a:xfrm>
                <a:off x="25126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h2333"/>
              <p:cNvSpPr/>
              <p:nvPr/>
            </p:nvSpPr>
            <p:spPr>
              <a:xfrm>
                <a:off x="25218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h2334"/>
              <p:cNvSpPr/>
              <p:nvPr/>
            </p:nvSpPr>
            <p:spPr>
              <a:xfrm>
                <a:off x="25311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h2335"/>
              <p:cNvSpPr/>
              <p:nvPr/>
            </p:nvSpPr>
            <p:spPr>
              <a:xfrm>
                <a:off x="25403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h2336"/>
              <p:cNvSpPr/>
              <p:nvPr/>
            </p:nvSpPr>
            <p:spPr>
              <a:xfrm>
                <a:off x="25496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h2337"/>
              <p:cNvSpPr/>
              <p:nvPr/>
            </p:nvSpPr>
            <p:spPr>
              <a:xfrm>
                <a:off x="25589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h2338"/>
              <p:cNvSpPr/>
              <p:nvPr/>
            </p:nvSpPr>
            <p:spPr>
              <a:xfrm>
                <a:off x="25681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h2339"/>
              <p:cNvSpPr/>
              <p:nvPr/>
            </p:nvSpPr>
            <p:spPr>
              <a:xfrm>
                <a:off x="25774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h2340"/>
              <p:cNvSpPr/>
              <p:nvPr/>
            </p:nvSpPr>
            <p:spPr>
              <a:xfrm>
                <a:off x="25867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h2341"/>
              <p:cNvSpPr/>
              <p:nvPr/>
            </p:nvSpPr>
            <p:spPr>
              <a:xfrm>
                <a:off x="25959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h2342"/>
              <p:cNvSpPr/>
              <p:nvPr/>
            </p:nvSpPr>
            <p:spPr>
              <a:xfrm>
                <a:off x="26052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h2343"/>
              <p:cNvSpPr/>
              <p:nvPr/>
            </p:nvSpPr>
            <p:spPr>
              <a:xfrm>
                <a:off x="26144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h2344"/>
              <p:cNvSpPr/>
              <p:nvPr/>
            </p:nvSpPr>
            <p:spPr>
              <a:xfrm>
                <a:off x="26237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h2345"/>
              <p:cNvSpPr/>
              <p:nvPr/>
            </p:nvSpPr>
            <p:spPr>
              <a:xfrm>
                <a:off x="26330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h2346"/>
              <p:cNvSpPr/>
              <p:nvPr/>
            </p:nvSpPr>
            <p:spPr>
              <a:xfrm>
                <a:off x="26422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h2347"/>
              <p:cNvSpPr/>
              <p:nvPr/>
            </p:nvSpPr>
            <p:spPr>
              <a:xfrm>
                <a:off x="26515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h2348"/>
              <p:cNvSpPr/>
              <p:nvPr/>
            </p:nvSpPr>
            <p:spPr>
              <a:xfrm>
                <a:off x="26607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h2349"/>
              <p:cNvSpPr/>
              <p:nvPr/>
            </p:nvSpPr>
            <p:spPr>
              <a:xfrm>
                <a:off x="26700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h2350"/>
              <p:cNvSpPr/>
              <p:nvPr/>
            </p:nvSpPr>
            <p:spPr>
              <a:xfrm>
                <a:off x="2679323" y="2308979"/>
                <a:ext cx="9172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18" y="897161"/>
                    </a:lnTo>
                    <a:lnTo>
                      <a:pt x="916896" y="902376"/>
                    </a:lnTo>
                    <a:lnTo>
                      <a:pt x="915913" y="913197"/>
                    </a:lnTo>
                    <a:lnTo>
                      <a:pt x="915768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h2351"/>
              <p:cNvSpPr/>
              <p:nvPr/>
            </p:nvSpPr>
            <p:spPr>
              <a:xfrm>
                <a:off x="2762683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29" y="914320"/>
                    </a:lnTo>
                    <a:lnTo>
                      <a:pt x="913533" y="914077"/>
                    </a:lnTo>
                    <a:lnTo>
                      <a:pt x="913737" y="913834"/>
                    </a:lnTo>
                    <a:lnTo>
                      <a:pt x="913942" y="913591"/>
                    </a:lnTo>
                    <a:lnTo>
                      <a:pt x="914146" y="913348"/>
                    </a:lnTo>
                    <a:lnTo>
                      <a:pt x="914400" y="913047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h2352"/>
              <p:cNvSpPr/>
              <p:nvPr/>
            </p:nvSpPr>
            <p:spPr>
              <a:xfrm>
                <a:off x="2771946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047"/>
                    </a:lnTo>
                    <a:lnTo>
                      <a:pt x="905293" y="912862"/>
                    </a:lnTo>
                    <a:lnTo>
                      <a:pt x="905497" y="912619"/>
                    </a:lnTo>
                    <a:lnTo>
                      <a:pt x="905702" y="912376"/>
                    </a:lnTo>
                    <a:lnTo>
                      <a:pt x="905906" y="912133"/>
                    </a:lnTo>
                    <a:lnTo>
                      <a:pt x="906110" y="911890"/>
                    </a:lnTo>
                    <a:lnTo>
                      <a:pt x="906315" y="911647"/>
                    </a:lnTo>
                    <a:lnTo>
                      <a:pt x="906519" y="911404"/>
                    </a:lnTo>
                    <a:lnTo>
                      <a:pt x="906724" y="911162"/>
                    </a:lnTo>
                    <a:lnTo>
                      <a:pt x="906928" y="910919"/>
                    </a:lnTo>
                    <a:lnTo>
                      <a:pt x="907133" y="910676"/>
                    </a:lnTo>
                    <a:lnTo>
                      <a:pt x="907337" y="910433"/>
                    </a:lnTo>
                    <a:lnTo>
                      <a:pt x="907542" y="910190"/>
                    </a:lnTo>
                    <a:lnTo>
                      <a:pt x="907746" y="909947"/>
                    </a:lnTo>
                    <a:lnTo>
                      <a:pt x="907951" y="909704"/>
                    </a:lnTo>
                    <a:lnTo>
                      <a:pt x="908155" y="909461"/>
                    </a:lnTo>
                    <a:lnTo>
                      <a:pt x="908360" y="909218"/>
                    </a:lnTo>
                    <a:lnTo>
                      <a:pt x="908564" y="908975"/>
                    </a:lnTo>
                    <a:lnTo>
                      <a:pt x="908769" y="908732"/>
                    </a:lnTo>
                    <a:lnTo>
                      <a:pt x="908973" y="908489"/>
                    </a:lnTo>
                    <a:lnTo>
                      <a:pt x="909178" y="908246"/>
                    </a:lnTo>
                    <a:lnTo>
                      <a:pt x="909382" y="908003"/>
                    </a:lnTo>
                    <a:lnTo>
                      <a:pt x="909587" y="907761"/>
                    </a:lnTo>
                    <a:lnTo>
                      <a:pt x="909791" y="907518"/>
                    </a:lnTo>
                    <a:lnTo>
                      <a:pt x="909996" y="907275"/>
                    </a:lnTo>
                    <a:lnTo>
                      <a:pt x="910200" y="907032"/>
                    </a:lnTo>
                    <a:lnTo>
                      <a:pt x="910405" y="906789"/>
                    </a:lnTo>
                    <a:lnTo>
                      <a:pt x="910610" y="906546"/>
                    </a:lnTo>
                    <a:lnTo>
                      <a:pt x="910814" y="906303"/>
                    </a:lnTo>
                    <a:lnTo>
                      <a:pt x="911019" y="906060"/>
                    </a:lnTo>
                    <a:lnTo>
                      <a:pt x="911223" y="905817"/>
                    </a:lnTo>
                    <a:lnTo>
                      <a:pt x="911428" y="905574"/>
                    </a:lnTo>
                    <a:lnTo>
                      <a:pt x="911633" y="905332"/>
                    </a:lnTo>
                    <a:lnTo>
                      <a:pt x="911837" y="905089"/>
                    </a:lnTo>
                    <a:lnTo>
                      <a:pt x="912042" y="904846"/>
                    </a:lnTo>
                    <a:lnTo>
                      <a:pt x="912247" y="904603"/>
                    </a:lnTo>
                    <a:lnTo>
                      <a:pt x="912451" y="904360"/>
                    </a:lnTo>
                    <a:lnTo>
                      <a:pt x="912656" y="904117"/>
                    </a:lnTo>
                    <a:lnTo>
                      <a:pt x="912861" y="903874"/>
                    </a:lnTo>
                    <a:lnTo>
                      <a:pt x="913065" y="903632"/>
                    </a:lnTo>
                    <a:lnTo>
                      <a:pt x="913270" y="903389"/>
                    </a:lnTo>
                    <a:lnTo>
                      <a:pt x="913475" y="903146"/>
                    </a:lnTo>
                    <a:lnTo>
                      <a:pt x="913679" y="902903"/>
                    </a:lnTo>
                    <a:lnTo>
                      <a:pt x="913884" y="902660"/>
                    </a:lnTo>
                    <a:lnTo>
                      <a:pt x="914089" y="902417"/>
                    </a:lnTo>
                    <a:lnTo>
                      <a:pt x="914400" y="90204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h2353"/>
              <p:cNvSpPr/>
              <p:nvPr/>
            </p:nvSpPr>
            <p:spPr>
              <a:xfrm>
                <a:off x="2781208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36" y="919170"/>
                    </a:lnTo>
                    <a:lnTo>
                      <a:pt x="905441" y="918927"/>
                    </a:lnTo>
                    <a:lnTo>
                      <a:pt x="905645" y="918685"/>
                    </a:lnTo>
                    <a:lnTo>
                      <a:pt x="905850" y="918442"/>
                    </a:lnTo>
                    <a:lnTo>
                      <a:pt x="906055" y="918199"/>
                    </a:lnTo>
                    <a:lnTo>
                      <a:pt x="906260" y="917956"/>
                    </a:lnTo>
                    <a:lnTo>
                      <a:pt x="906464" y="917713"/>
                    </a:lnTo>
                    <a:lnTo>
                      <a:pt x="906669" y="917471"/>
                    </a:lnTo>
                    <a:lnTo>
                      <a:pt x="906874" y="917228"/>
                    </a:lnTo>
                    <a:lnTo>
                      <a:pt x="907079" y="916985"/>
                    </a:lnTo>
                    <a:lnTo>
                      <a:pt x="907284" y="916742"/>
                    </a:lnTo>
                    <a:lnTo>
                      <a:pt x="907488" y="916499"/>
                    </a:lnTo>
                    <a:lnTo>
                      <a:pt x="907693" y="916257"/>
                    </a:lnTo>
                    <a:lnTo>
                      <a:pt x="907898" y="916014"/>
                    </a:lnTo>
                    <a:lnTo>
                      <a:pt x="908103" y="915771"/>
                    </a:lnTo>
                    <a:lnTo>
                      <a:pt x="908308" y="915528"/>
                    </a:lnTo>
                    <a:lnTo>
                      <a:pt x="908512" y="915285"/>
                    </a:lnTo>
                    <a:lnTo>
                      <a:pt x="908717" y="915043"/>
                    </a:lnTo>
                    <a:lnTo>
                      <a:pt x="908922" y="914800"/>
                    </a:lnTo>
                    <a:lnTo>
                      <a:pt x="909127" y="914557"/>
                    </a:lnTo>
                    <a:lnTo>
                      <a:pt x="909260" y="914400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h2354"/>
              <p:cNvSpPr/>
              <p:nvPr/>
            </p:nvSpPr>
            <p:spPr>
              <a:xfrm>
                <a:off x="27812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h2355"/>
              <p:cNvSpPr/>
              <p:nvPr/>
            </p:nvSpPr>
            <p:spPr>
              <a:xfrm>
                <a:off x="27904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h2356"/>
              <p:cNvSpPr/>
              <p:nvPr/>
            </p:nvSpPr>
            <p:spPr>
              <a:xfrm>
                <a:off x="27997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h2357"/>
              <p:cNvSpPr/>
              <p:nvPr/>
            </p:nvSpPr>
            <p:spPr>
              <a:xfrm>
                <a:off x="28089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h2358"/>
              <p:cNvSpPr/>
              <p:nvPr/>
            </p:nvSpPr>
            <p:spPr>
              <a:xfrm>
                <a:off x="28182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h2359"/>
              <p:cNvSpPr/>
              <p:nvPr/>
            </p:nvSpPr>
            <p:spPr>
              <a:xfrm>
                <a:off x="28275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h2360"/>
              <p:cNvSpPr/>
              <p:nvPr/>
            </p:nvSpPr>
            <p:spPr>
              <a:xfrm>
                <a:off x="28367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h2361"/>
              <p:cNvSpPr/>
              <p:nvPr/>
            </p:nvSpPr>
            <p:spPr>
              <a:xfrm>
                <a:off x="28460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h2362"/>
              <p:cNvSpPr/>
              <p:nvPr/>
            </p:nvSpPr>
            <p:spPr>
              <a:xfrm>
                <a:off x="28553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h2363"/>
              <p:cNvSpPr/>
              <p:nvPr/>
            </p:nvSpPr>
            <p:spPr>
              <a:xfrm>
                <a:off x="28645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h2364"/>
              <p:cNvSpPr/>
              <p:nvPr/>
            </p:nvSpPr>
            <p:spPr>
              <a:xfrm>
                <a:off x="28738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h2365"/>
              <p:cNvSpPr/>
              <p:nvPr/>
            </p:nvSpPr>
            <p:spPr>
              <a:xfrm>
                <a:off x="28830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h2366"/>
              <p:cNvSpPr/>
              <p:nvPr/>
            </p:nvSpPr>
            <p:spPr>
              <a:xfrm>
                <a:off x="289235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h2367"/>
              <p:cNvSpPr/>
              <p:nvPr/>
            </p:nvSpPr>
            <p:spPr>
              <a:xfrm>
                <a:off x="29016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h2368"/>
              <p:cNvSpPr/>
              <p:nvPr/>
            </p:nvSpPr>
            <p:spPr>
              <a:xfrm>
                <a:off x="29108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h2369"/>
              <p:cNvSpPr/>
              <p:nvPr/>
            </p:nvSpPr>
            <p:spPr>
              <a:xfrm>
                <a:off x="29201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h2370"/>
              <p:cNvSpPr/>
              <p:nvPr/>
            </p:nvSpPr>
            <p:spPr>
              <a:xfrm>
                <a:off x="29294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h2371"/>
              <p:cNvSpPr/>
              <p:nvPr/>
            </p:nvSpPr>
            <p:spPr>
              <a:xfrm>
                <a:off x="29386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h2372"/>
              <p:cNvSpPr/>
              <p:nvPr/>
            </p:nvSpPr>
            <p:spPr>
              <a:xfrm>
                <a:off x="29479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h2373"/>
              <p:cNvSpPr/>
              <p:nvPr/>
            </p:nvSpPr>
            <p:spPr>
              <a:xfrm>
                <a:off x="29571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h2374"/>
              <p:cNvSpPr/>
              <p:nvPr/>
            </p:nvSpPr>
            <p:spPr>
              <a:xfrm>
                <a:off x="29664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h2375"/>
              <p:cNvSpPr/>
              <p:nvPr/>
            </p:nvSpPr>
            <p:spPr>
              <a:xfrm>
                <a:off x="29757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h2376"/>
              <p:cNvSpPr/>
              <p:nvPr/>
            </p:nvSpPr>
            <p:spPr>
              <a:xfrm>
                <a:off x="29849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h2377"/>
              <p:cNvSpPr/>
              <p:nvPr/>
            </p:nvSpPr>
            <p:spPr>
              <a:xfrm>
                <a:off x="29942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h2378"/>
              <p:cNvSpPr/>
              <p:nvPr/>
            </p:nvSpPr>
            <p:spPr>
              <a:xfrm>
                <a:off x="30035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h2379"/>
              <p:cNvSpPr/>
              <p:nvPr/>
            </p:nvSpPr>
            <p:spPr>
              <a:xfrm>
                <a:off x="30127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h2380"/>
              <p:cNvSpPr/>
              <p:nvPr/>
            </p:nvSpPr>
            <p:spPr>
              <a:xfrm>
                <a:off x="30220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h2381"/>
              <p:cNvSpPr/>
              <p:nvPr/>
            </p:nvSpPr>
            <p:spPr>
              <a:xfrm>
                <a:off x="30312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h2382"/>
              <p:cNvSpPr/>
              <p:nvPr/>
            </p:nvSpPr>
            <p:spPr>
              <a:xfrm>
                <a:off x="30405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h2383"/>
              <p:cNvSpPr/>
              <p:nvPr/>
            </p:nvSpPr>
            <p:spPr>
              <a:xfrm>
                <a:off x="30498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h2384"/>
              <p:cNvSpPr/>
              <p:nvPr/>
            </p:nvSpPr>
            <p:spPr>
              <a:xfrm>
                <a:off x="30590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h2385"/>
              <p:cNvSpPr/>
              <p:nvPr/>
            </p:nvSpPr>
            <p:spPr>
              <a:xfrm>
                <a:off x="30683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h2386"/>
              <p:cNvSpPr/>
              <p:nvPr/>
            </p:nvSpPr>
            <p:spPr>
              <a:xfrm>
                <a:off x="30775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h2387"/>
              <p:cNvSpPr/>
              <p:nvPr/>
            </p:nvSpPr>
            <p:spPr>
              <a:xfrm>
                <a:off x="30868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h2388"/>
              <p:cNvSpPr/>
              <p:nvPr/>
            </p:nvSpPr>
            <p:spPr>
              <a:xfrm>
                <a:off x="309612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h2389"/>
              <p:cNvSpPr/>
              <p:nvPr/>
            </p:nvSpPr>
            <p:spPr>
              <a:xfrm>
                <a:off x="310538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h2390"/>
              <p:cNvSpPr/>
              <p:nvPr/>
            </p:nvSpPr>
            <p:spPr>
              <a:xfrm>
                <a:off x="311464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h2391"/>
              <p:cNvSpPr/>
              <p:nvPr/>
            </p:nvSpPr>
            <p:spPr>
              <a:xfrm>
                <a:off x="312391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h2392"/>
              <p:cNvSpPr/>
              <p:nvPr/>
            </p:nvSpPr>
            <p:spPr>
              <a:xfrm>
                <a:off x="313317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h2393"/>
              <p:cNvSpPr/>
              <p:nvPr/>
            </p:nvSpPr>
            <p:spPr>
              <a:xfrm>
                <a:off x="314243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h2394"/>
              <p:cNvSpPr/>
              <p:nvPr/>
            </p:nvSpPr>
            <p:spPr>
              <a:xfrm>
                <a:off x="315169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h2395"/>
              <p:cNvSpPr/>
              <p:nvPr/>
            </p:nvSpPr>
            <p:spPr>
              <a:xfrm>
                <a:off x="316095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h2396"/>
              <p:cNvSpPr/>
              <p:nvPr/>
            </p:nvSpPr>
            <p:spPr>
              <a:xfrm>
                <a:off x="317022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h2397"/>
              <p:cNvSpPr/>
              <p:nvPr/>
            </p:nvSpPr>
            <p:spPr>
              <a:xfrm>
                <a:off x="317948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h2398"/>
              <p:cNvSpPr/>
              <p:nvPr/>
            </p:nvSpPr>
            <p:spPr>
              <a:xfrm>
                <a:off x="318874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h2399"/>
              <p:cNvSpPr/>
              <p:nvPr/>
            </p:nvSpPr>
            <p:spPr>
              <a:xfrm>
                <a:off x="31980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h2400"/>
              <p:cNvSpPr/>
              <p:nvPr/>
            </p:nvSpPr>
            <p:spPr>
              <a:xfrm>
                <a:off x="32072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h2401"/>
              <p:cNvSpPr/>
              <p:nvPr/>
            </p:nvSpPr>
            <p:spPr>
              <a:xfrm>
                <a:off x="32165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h2402"/>
              <p:cNvSpPr/>
              <p:nvPr/>
            </p:nvSpPr>
            <p:spPr>
              <a:xfrm>
                <a:off x="32257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h2403"/>
              <p:cNvSpPr/>
              <p:nvPr/>
            </p:nvSpPr>
            <p:spPr>
              <a:xfrm>
                <a:off x="32350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h2404"/>
              <p:cNvSpPr/>
              <p:nvPr/>
            </p:nvSpPr>
            <p:spPr>
              <a:xfrm>
                <a:off x="32443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h2405"/>
              <p:cNvSpPr/>
              <p:nvPr/>
            </p:nvSpPr>
            <p:spPr>
              <a:xfrm>
                <a:off x="32535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h2406"/>
              <p:cNvSpPr/>
              <p:nvPr/>
            </p:nvSpPr>
            <p:spPr>
              <a:xfrm>
                <a:off x="32628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h2407"/>
              <p:cNvSpPr/>
              <p:nvPr/>
            </p:nvSpPr>
            <p:spPr>
              <a:xfrm>
                <a:off x="327210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h2408"/>
              <p:cNvSpPr/>
              <p:nvPr/>
            </p:nvSpPr>
            <p:spPr>
              <a:xfrm>
                <a:off x="32813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h2409"/>
              <p:cNvSpPr/>
              <p:nvPr/>
            </p:nvSpPr>
            <p:spPr>
              <a:xfrm>
                <a:off x="32906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h2410"/>
              <p:cNvSpPr/>
              <p:nvPr/>
            </p:nvSpPr>
            <p:spPr>
              <a:xfrm>
                <a:off x="3299892" y="2308979"/>
                <a:ext cx="9218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59" y="897194"/>
                    </a:lnTo>
                    <a:lnTo>
                      <a:pt x="921184" y="899309"/>
                    </a:lnTo>
                    <a:lnTo>
                      <a:pt x="920509" y="901425"/>
                    </a:lnTo>
                    <a:lnTo>
                      <a:pt x="919835" y="903540"/>
                    </a:lnTo>
                    <a:lnTo>
                      <a:pt x="919160" y="905655"/>
                    </a:lnTo>
                    <a:lnTo>
                      <a:pt x="918486" y="907770"/>
                    </a:lnTo>
                    <a:lnTo>
                      <a:pt x="917812" y="909885"/>
                    </a:lnTo>
                    <a:lnTo>
                      <a:pt x="917134" y="912014"/>
                    </a:lnTo>
                    <a:lnTo>
                      <a:pt x="916330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h2411"/>
              <p:cNvSpPr/>
              <p:nvPr/>
            </p:nvSpPr>
            <p:spPr>
              <a:xfrm>
                <a:off x="2382932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0" y="914400"/>
                    </a:lnTo>
                    <a:lnTo>
                      <a:pt x="914235" y="905663"/>
                    </a:lnTo>
                    <a:lnTo>
                      <a:pt x="914400" y="904775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h2412"/>
              <p:cNvSpPr/>
              <p:nvPr/>
            </p:nvSpPr>
            <p:spPr>
              <a:xfrm>
                <a:off x="2392195" y="2274502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5137" y="931638"/>
                    </a:lnTo>
                    <a:lnTo>
                      <a:pt x="905137" y="922013"/>
                    </a:lnTo>
                    <a:lnTo>
                      <a:pt x="906551" y="914400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h2413"/>
              <p:cNvSpPr/>
              <p:nvPr/>
            </p:nvSpPr>
            <p:spPr>
              <a:xfrm>
                <a:off x="239219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h2414"/>
              <p:cNvSpPr/>
              <p:nvPr/>
            </p:nvSpPr>
            <p:spPr>
              <a:xfrm>
                <a:off x="24014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h2415"/>
              <p:cNvSpPr/>
              <p:nvPr/>
            </p:nvSpPr>
            <p:spPr>
              <a:xfrm>
                <a:off x="24107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h2416"/>
              <p:cNvSpPr/>
              <p:nvPr/>
            </p:nvSpPr>
            <p:spPr>
              <a:xfrm>
                <a:off x="24199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h2417"/>
              <p:cNvSpPr/>
              <p:nvPr/>
            </p:nvSpPr>
            <p:spPr>
              <a:xfrm>
                <a:off x="24292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h2418"/>
              <p:cNvSpPr/>
              <p:nvPr/>
            </p:nvSpPr>
            <p:spPr>
              <a:xfrm>
                <a:off x="24385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h2419"/>
              <p:cNvSpPr/>
              <p:nvPr/>
            </p:nvSpPr>
            <p:spPr>
              <a:xfrm>
                <a:off x="24477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h2420"/>
              <p:cNvSpPr/>
              <p:nvPr/>
            </p:nvSpPr>
            <p:spPr>
              <a:xfrm>
                <a:off x="24570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h2421"/>
              <p:cNvSpPr/>
              <p:nvPr/>
            </p:nvSpPr>
            <p:spPr>
              <a:xfrm>
                <a:off x="24662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h2422"/>
              <p:cNvSpPr/>
              <p:nvPr/>
            </p:nvSpPr>
            <p:spPr>
              <a:xfrm>
                <a:off x="247555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h2423"/>
              <p:cNvSpPr/>
              <p:nvPr/>
            </p:nvSpPr>
            <p:spPr>
              <a:xfrm>
                <a:off x="24848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h2424"/>
              <p:cNvSpPr/>
              <p:nvPr/>
            </p:nvSpPr>
            <p:spPr>
              <a:xfrm>
                <a:off x="24940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h2425"/>
              <p:cNvSpPr/>
              <p:nvPr/>
            </p:nvSpPr>
            <p:spPr>
              <a:xfrm>
                <a:off x="25033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h2426"/>
              <p:cNvSpPr/>
              <p:nvPr/>
            </p:nvSpPr>
            <p:spPr>
              <a:xfrm>
                <a:off x="25126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h2427"/>
              <p:cNvSpPr/>
              <p:nvPr/>
            </p:nvSpPr>
            <p:spPr>
              <a:xfrm>
                <a:off x="25218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h2428"/>
              <p:cNvSpPr/>
              <p:nvPr/>
            </p:nvSpPr>
            <p:spPr>
              <a:xfrm>
                <a:off x="25311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h2429"/>
              <p:cNvSpPr/>
              <p:nvPr/>
            </p:nvSpPr>
            <p:spPr>
              <a:xfrm>
                <a:off x="25403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h2430"/>
              <p:cNvSpPr/>
              <p:nvPr/>
            </p:nvSpPr>
            <p:spPr>
              <a:xfrm>
                <a:off x="25496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h2431"/>
              <p:cNvSpPr/>
              <p:nvPr/>
            </p:nvSpPr>
            <p:spPr>
              <a:xfrm>
                <a:off x="25589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h2432"/>
              <p:cNvSpPr/>
              <p:nvPr/>
            </p:nvSpPr>
            <p:spPr>
              <a:xfrm>
                <a:off x="25681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h2433"/>
              <p:cNvSpPr/>
              <p:nvPr/>
            </p:nvSpPr>
            <p:spPr>
              <a:xfrm>
                <a:off x="25774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h2434"/>
              <p:cNvSpPr/>
              <p:nvPr/>
            </p:nvSpPr>
            <p:spPr>
              <a:xfrm>
                <a:off x="25867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h2435"/>
              <p:cNvSpPr/>
              <p:nvPr/>
            </p:nvSpPr>
            <p:spPr>
              <a:xfrm>
                <a:off x="25959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h2436"/>
              <p:cNvSpPr/>
              <p:nvPr/>
            </p:nvSpPr>
            <p:spPr>
              <a:xfrm>
                <a:off x="26052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h2437"/>
              <p:cNvSpPr/>
              <p:nvPr/>
            </p:nvSpPr>
            <p:spPr>
              <a:xfrm>
                <a:off x="26144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h2438"/>
              <p:cNvSpPr/>
              <p:nvPr/>
            </p:nvSpPr>
            <p:spPr>
              <a:xfrm>
                <a:off x="26237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h2439"/>
              <p:cNvSpPr/>
              <p:nvPr/>
            </p:nvSpPr>
            <p:spPr>
              <a:xfrm>
                <a:off x="26330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h2440"/>
              <p:cNvSpPr/>
              <p:nvPr/>
            </p:nvSpPr>
            <p:spPr>
              <a:xfrm>
                <a:off x="26422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h2441"/>
              <p:cNvSpPr/>
              <p:nvPr/>
            </p:nvSpPr>
            <p:spPr>
              <a:xfrm>
                <a:off x="26515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h2442"/>
              <p:cNvSpPr/>
              <p:nvPr/>
            </p:nvSpPr>
            <p:spPr>
              <a:xfrm>
                <a:off x="26607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h2443"/>
              <p:cNvSpPr/>
              <p:nvPr/>
            </p:nvSpPr>
            <p:spPr>
              <a:xfrm>
                <a:off x="26700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h2444"/>
              <p:cNvSpPr/>
              <p:nvPr/>
            </p:nvSpPr>
            <p:spPr>
              <a:xfrm>
                <a:off x="2679323" y="2291741"/>
                <a:ext cx="917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3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933" y="897161"/>
                    </a:lnTo>
                    <a:lnTo>
                      <a:pt x="917930" y="897757"/>
                    </a:lnTo>
                    <a:lnTo>
                      <a:pt x="917569" y="908712"/>
                    </a:lnTo>
                    <a:lnTo>
                      <a:pt x="917218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h2445"/>
              <p:cNvSpPr/>
              <p:nvPr/>
            </p:nvSpPr>
            <p:spPr>
              <a:xfrm>
                <a:off x="2781208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32" y="914314"/>
                    </a:lnTo>
                    <a:lnTo>
                      <a:pt x="909537" y="914072"/>
                    </a:lnTo>
                    <a:lnTo>
                      <a:pt x="909742" y="913829"/>
                    </a:lnTo>
                    <a:lnTo>
                      <a:pt x="909947" y="913586"/>
                    </a:lnTo>
                    <a:lnTo>
                      <a:pt x="910151" y="913343"/>
                    </a:lnTo>
                    <a:lnTo>
                      <a:pt x="910356" y="913101"/>
                    </a:lnTo>
                    <a:lnTo>
                      <a:pt x="910561" y="912858"/>
                    </a:lnTo>
                    <a:lnTo>
                      <a:pt x="910766" y="912615"/>
                    </a:lnTo>
                    <a:lnTo>
                      <a:pt x="910971" y="912372"/>
                    </a:lnTo>
                    <a:lnTo>
                      <a:pt x="911176" y="912130"/>
                    </a:lnTo>
                    <a:lnTo>
                      <a:pt x="911381" y="911887"/>
                    </a:lnTo>
                    <a:lnTo>
                      <a:pt x="911586" y="911644"/>
                    </a:lnTo>
                    <a:lnTo>
                      <a:pt x="911791" y="911402"/>
                    </a:lnTo>
                    <a:lnTo>
                      <a:pt x="911996" y="911159"/>
                    </a:lnTo>
                    <a:lnTo>
                      <a:pt x="912201" y="910916"/>
                    </a:lnTo>
                    <a:lnTo>
                      <a:pt x="912406" y="910673"/>
                    </a:lnTo>
                    <a:lnTo>
                      <a:pt x="912611" y="910431"/>
                    </a:lnTo>
                    <a:lnTo>
                      <a:pt x="912816" y="910188"/>
                    </a:lnTo>
                    <a:lnTo>
                      <a:pt x="913021" y="909945"/>
                    </a:lnTo>
                    <a:lnTo>
                      <a:pt x="913226" y="909703"/>
                    </a:lnTo>
                    <a:lnTo>
                      <a:pt x="913431" y="909460"/>
                    </a:lnTo>
                    <a:lnTo>
                      <a:pt x="913636" y="909217"/>
                    </a:lnTo>
                    <a:lnTo>
                      <a:pt x="913841" y="908975"/>
                    </a:lnTo>
                    <a:lnTo>
                      <a:pt x="914046" y="908732"/>
                    </a:lnTo>
                    <a:lnTo>
                      <a:pt x="914251" y="908489"/>
                    </a:lnTo>
                    <a:lnTo>
                      <a:pt x="914400" y="908313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h2446"/>
              <p:cNvSpPr/>
              <p:nvPr/>
            </p:nvSpPr>
            <p:spPr>
              <a:xfrm>
                <a:off x="2790470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94" y="908247"/>
                    </a:lnTo>
                    <a:lnTo>
                      <a:pt x="905399" y="908004"/>
                    </a:lnTo>
                    <a:lnTo>
                      <a:pt x="905604" y="907761"/>
                    </a:lnTo>
                    <a:lnTo>
                      <a:pt x="905809" y="907519"/>
                    </a:lnTo>
                    <a:lnTo>
                      <a:pt x="906014" y="907276"/>
                    </a:lnTo>
                    <a:lnTo>
                      <a:pt x="906219" y="907033"/>
                    </a:lnTo>
                    <a:lnTo>
                      <a:pt x="906424" y="906791"/>
                    </a:lnTo>
                    <a:lnTo>
                      <a:pt x="906629" y="906548"/>
                    </a:lnTo>
                    <a:lnTo>
                      <a:pt x="906835" y="906305"/>
                    </a:lnTo>
                    <a:lnTo>
                      <a:pt x="907040" y="906063"/>
                    </a:lnTo>
                    <a:lnTo>
                      <a:pt x="907245" y="905820"/>
                    </a:lnTo>
                    <a:lnTo>
                      <a:pt x="907450" y="905577"/>
                    </a:lnTo>
                    <a:lnTo>
                      <a:pt x="907655" y="905335"/>
                    </a:lnTo>
                    <a:lnTo>
                      <a:pt x="907860" y="905092"/>
                    </a:lnTo>
                    <a:lnTo>
                      <a:pt x="908065" y="904849"/>
                    </a:lnTo>
                    <a:lnTo>
                      <a:pt x="908271" y="904607"/>
                    </a:lnTo>
                    <a:lnTo>
                      <a:pt x="908476" y="904364"/>
                    </a:lnTo>
                    <a:lnTo>
                      <a:pt x="908681" y="904122"/>
                    </a:lnTo>
                    <a:lnTo>
                      <a:pt x="908886" y="903879"/>
                    </a:lnTo>
                    <a:lnTo>
                      <a:pt x="909091" y="903636"/>
                    </a:lnTo>
                    <a:lnTo>
                      <a:pt x="909296" y="903394"/>
                    </a:lnTo>
                    <a:lnTo>
                      <a:pt x="909502" y="903151"/>
                    </a:lnTo>
                    <a:lnTo>
                      <a:pt x="909707" y="902909"/>
                    </a:lnTo>
                    <a:lnTo>
                      <a:pt x="909912" y="902666"/>
                    </a:lnTo>
                    <a:lnTo>
                      <a:pt x="910117" y="902423"/>
                    </a:lnTo>
                    <a:lnTo>
                      <a:pt x="910323" y="902181"/>
                    </a:lnTo>
                    <a:lnTo>
                      <a:pt x="910528" y="901938"/>
                    </a:lnTo>
                    <a:lnTo>
                      <a:pt x="910733" y="901696"/>
                    </a:lnTo>
                    <a:lnTo>
                      <a:pt x="914400" y="897551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h2447"/>
              <p:cNvSpPr/>
              <p:nvPr/>
            </p:nvSpPr>
            <p:spPr>
              <a:xfrm>
                <a:off x="2799732" y="22745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90"/>
                    </a:lnTo>
                    <a:lnTo>
                      <a:pt x="905263" y="914648"/>
                    </a:lnTo>
                    <a:lnTo>
                      <a:pt x="905504" y="914400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h2448"/>
              <p:cNvSpPr/>
              <p:nvPr/>
            </p:nvSpPr>
            <p:spPr>
              <a:xfrm>
                <a:off x="27997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h2449"/>
              <p:cNvSpPr/>
              <p:nvPr/>
            </p:nvSpPr>
            <p:spPr>
              <a:xfrm>
                <a:off x="28089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h2450"/>
              <p:cNvSpPr/>
              <p:nvPr/>
            </p:nvSpPr>
            <p:spPr>
              <a:xfrm>
                <a:off x="28182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h2451"/>
              <p:cNvSpPr/>
              <p:nvPr/>
            </p:nvSpPr>
            <p:spPr>
              <a:xfrm>
                <a:off x="28275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h2452"/>
              <p:cNvSpPr/>
              <p:nvPr/>
            </p:nvSpPr>
            <p:spPr>
              <a:xfrm>
                <a:off x="28367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h2453"/>
              <p:cNvSpPr/>
              <p:nvPr/>
            </p:nvSpPr>
            <p:spPr>
              <a:xfrm>
                <a:off x="28460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h2454"/>
              <p:cNvSpPr/>
              <p:nvPr/>
            </p:nvSpPr>
            <p:spPr>
              <a:xfrm>
                <a:off x="28553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h2455"/>
              <p:cNvSpPr/>
              <p:nvPr/>
            </p:nvSpPr>
            <p:spPr>
              <a:xfrm>
                <a:off x="28645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h2456"/>
              <p:cNvSpPr/>
              <p:nvPr/>
            </p:nvSpPr>
            <p:spPr>
              <a:xfrm>
                <a:off x="28738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h2457"/>
              <p:cNvSpPr/>
              <p:nvPr/>
            </p:nvSpPr>
            <p:spPr>
              <a:xfrm>
                <a:off x="28830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h2458"/>
              <p:cNvSpPr/>
              <p:nvPr/>
            </p:nvSpPr>
            <p:spPr>
              <a:xfrm>
                <a:off x="289235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h2459"/>
              <p:cNvSpPr/>
              <p:nvPr/>
            </p:nvSpPr>
            <p:spPr>
              <a:xfrm>
                <a:off x="29016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h2460"/>
              <p:cNvSpPr/>
              <p:nvPr/>
            </p:nvSpPr>
            <p:spPr>
              <a:xfrm>
                <a:off x="29108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h2461"/>
              <p:cNvSpPr/>
              <p:nvPr/>
            </p:nvSpPr>
            <p:spPr>
              <a:xfrm>
                <a:off x="29201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h2462"/>
              <p:cNvSpPr/>
              <p:nvPr/>
            </p:nvSpPr>
            <p:spPr>
              <a:xfrm>
                <a:off x="29294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h2463"/>
              <p:cNvSpPr/>
              <p:nvPr/>
            </p:nvSpPr>
            <p:spPr>
              <a:xfrm>
                <a:off x="29386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h2464"/>
              <p:cNvSpPr/>
              <p:nvPr/>
            </p:nvSpPr>
            <p:spPr>
              <a:xfrm>
                <a:off x="29479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h2465"/>
              <p:cNvSpPr/>
              <p:nvPr/>
            </p:nvSpPr>
            <p:spPr>
              <a:xfrm>
                <a:off x="29571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h2466"/>
              <p:cNvSpPr/>
              <p:nvPr/>
            </p:nvSpPr>
            <p:spPr>
              <a:xfrm>
                <a:off x="29664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h2467"/>
              <p:cNvSpPr/>
              <p:nvPr/>
            </p:nvSpPr>
            <p:spPr>
              <a:xfrm>
                <a:off x="29757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h2468"/>
              <p:cNvSpPr/>
              <p:nvPr/>
            </p:nvSpPr>
            <p:spPr>
              <a:xfrm>
                <a:off x="29849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h2469"/>
              <p:cNvSpPr/>
              <p:nvPr/>
            </p:nvSpPr>
            <p:spPr>
              <a:xfrm>
                <a:off x="29942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h2470"/>
              <p:cNvSpPr/>
              <p:nvPr/>
            </p:nvSpPr>
            <p:spPr>
              <a:xfrm>
                <a:off x="30035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h2471"/>
              <p:cNvSpPr/>
              <p:nvPr/>
            </p:nvSpPr>
            <p:spPr>
              <a:xfrm>
                <a:off x="30127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h2472"/>
              <p:cNvSpPr/>
              <p:nvPr/>
            </p:nvSpPr>
            <p:spPr>
              <a:xfrm>
                <a:off x="30220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h2473"/>
              <p:cNvSpPr/>
              <p:nvPr/>
            </p:nvSpPr>
            <p:spPr>
              <a:xfrm>
                <a:off x="30312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h2474"/>
              <p:cNvSpPr/>
              <p:nvPr/>
            </p:nvSpPr>
            <p:spPr>
              <a:xfrm>
                <a:off x="30405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h2475"/>
              <p:cNvSpPr/>
              <p:nvPr/>
            </p:nvSpPr>
            <p:spPr>
              <a:xfrm>
                <a:off x="30498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h2476"/>
              <p:cNvSpPr/>
              <p:nvPr/>
            </p:nvSpPr>
            <p:spPr>
              <a:xfrm>
                <a:off x="30590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h2477"/>
              <p:cNvSpPr/>
              <p:nvPr/>
            </p:nvSpPr>
            <p:spPr>
              <a:xfrm>
                <a:off x="30683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h2478"/>
              <p:cNvSpPr/>
              <p:nvPr/>
            </p:nvSpPr>
            <p:spPr>
              <a:xfrm>
                <a:off x="30775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h2479"/>
              <p:cNvSpPr/>
              <p:nvPr/>
            </p:nvSpPr>
            <p:spPr>
              <a:xfrm>
                <a:off x="30868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h2480"/>
              <p:cNvSpPr/>
              <p:nvPr/>
            </p:nvSpPr>
            <p:spPr>
              <a:xfrm>
                <a:off x="309612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h2481"/>
              <p:cNvSpPr/>
              <p:nvPr/>
            </p:nvSpPr>
            <p:spPr>
              <a:xfrm>
                <a:off x="310538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h2482"/>
              <p:cNvSpPr/>
              <p:nvPr/>
            </p:nvSpPr>
            <p:spPr>
              <a:xfrm>
                <a:off x="311464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h2483"/>
              <p:cNvSpPr/>
              <p:nvPr/>
            </p:nvSpPr>
            <p:spPr>
              <a:xfrm>
                <a:off x="312391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h2484"/>
              <p:cNvSpPr/>
              <p:nvPr/>
            </p:nvSpPr>
            <p:spPr>
              <a:xfrm>
                <a:off x="313317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h2485"/>
              <p:cNvSpPr/>
              <p:nvPr/>
            </p:nvSpPr>
            <p:spPr>
              <a:xfrm>
                <a:off x="314243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h2486"/>
              <p:cNvSpPr/>
              <p:nvPr/>
            </p:nvSpPr>
            <p:spPr>
              <a:xfrm>
                <a:off x="315169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h2487"/>
              <p:cNvSpPr/>
              <p:nvPr/>
            </p:nvSpPr>
            <p:spPr>
              <a:xfrm>
                <a:off x="316095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h2488"/>
              <p:cNvSpPr/>
              <p:nvPr/>
            </p:nvSpPr>
            <p:spPr>
              <a:xfrm>
                <a:off x="317022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h2489"/>
              <p:cNvSpPr/>
              <p:nvPr/>
            </p:nvSpPr>
            <p:spPr>
              <a:xfrm>
                <a:off x="317948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h2490"/>
              <p:cNvSpPr/>
              <p:nvPr/>
            </p:nvSpPr>
            <p:spPr>
              <a:xfrm>
                <a:off x="318874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h2491"/>
              <p:cNvSpPr/>
              <p:nvPr/>
            </p:nvSpPr>
            <p:spPr>
              <a:xfrm>
                <a:off x="319800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h2492"/>
              <p:cNvSpPr/>
              <p:nvPr/>
            </p:nvSpPr>
            <p:spPr>
              <a:xfrm>
                <a:off x="320727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h2493"/>
              <p:cNvSpPr/>
              <p:nvPr/>
            </p:nvSpPr>
            <p:spPr>
              <a:xfrm>
                <a:off x="32165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h2494"/>
              <p:cNvSpPr/>
              <p:nvPr/>
            </p:nvSpPr>
            <p:spPr>
              <a:xfrm>
                <a:off x="32257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h2495"/>
              <p:cNvSpPr/>
              <p:nvPr/>
            </p:nvSpPr>
            <p:spPr>
              <a:xfrm>
                <a:off x="32350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h2496"/>
              <p:cNvSpPr/>
              <p:nvPr/>
            </p:nvSpPr>
            <p:spPr>
              <a:xfrm>
                <a:off x="32443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h2497"/>
              <p:cNvSpPr/>
              <p:nvPr/>
            </p:nvSpPr>
            <p:spPr>
              <a:xfrm>
                <a:off x="32535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h2498"/>
              <p:cNvSpPr/>
              <p:nvPr/>
            </p:nvSpPr>
            <p:spPr>
              <a:xfrm>
                <a:off x="32628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h2499"/>
              <p:cNvSpPr/>
              <p:nvPr/>
            </p:nvSpPr>
            <p:spPr>
              <a:xfrm>
                <a:off x="327210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h2500"/>
              <p:cNvSpPr/>
              <p:nvPr/>
            </p:nvSpPr>
            <p:spPr>
              <a:xfrm>
                <a:off x="32813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h2501"/>
              <p:cNvSpPr/>
              <p:nvPr/>
            </p:nvSpPr>
            <p:spPr>
              <a:xfrm>
                <a:off x="32906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h2502"/>
              <p:cNvSpPr/>
              <p:nvPr/>
            </p:nvSpPr>
            <p:spPr>
              <a:xfrm>
                <a:off x="3299892" y="22917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88"/>
                    </a:lnTo>
                    <a:lnTo>
                      <a:pt x="923210" y="910203"/>
                    </a:lnTo>
                    <a:lnTo>
                      <a:pt x="922534" y="912318"/>
                    </a:lnTo>
                    <a:lnTo>
                      <a:pt x="921870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h2503"/>
              <p:cNvSpPr/>
              <p:nvPr/>
            </p:nvSpPr>
            <p:spPr>
              <a:xfrm>
                <a:off x="3309154" y="2274502"/>
                <a:ext cx="918118" cy="926027"/>
              </a:xfrm>
              <a:custGeom>
                <a:avLst/>
                <a:gdLst/>
                <a:ahLst/>
                <a:cxnLst/>
                <a:rect l="0" t="0" r="0" b="0"/>
                <a:pathLst>
                  <a:path w="918118" h="926027">
                    <a:moveTo>
                      <a:pt x="914400" y="914400"/>
                    </a:moveTo>
                    <a:lnTo>
                      <a:pt x="918118" y="914400"/>
                    </a:lnTo>
                    <a:lnTo>
                      <a:pt x="918005" y="914753"/>
                    </a:lnTo>
                    <a:lnTo>
                      <a:pt x="917328" y="916867"/>
                    </a:lnTo>
                    <a:lnTo>
                      <a:pt x="916652" y="918982"/>
                    </a:lnTo>
                    <a:lnTo>
                      <a:pt x="915975" y="921097"/>
                    </a:lnTo>
                    <a:lnTo>
                      <a:pt x="915299" y="923212"/>
                    </a:lnTo>
                    <a:lnTo>
                      <a:pt x="914623" y="925327"/>
                    </a:lnTo>
                    <a:lnTo>
                      <a:pt x="914400" y="926027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h2504"/>
              <p:cNvSpPr/>
              <p:nvPr/>
            </p:nvSpPr>
            <p:spPr>
              <a:xfrm>
                <a:off x="2392195" y="2257264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6551" y="931638"/>
                    </a:lnTo>
                    <a:lnTo>
                      <a:pt x="906860" y="929976"/>
                    </a:lnTo>
                    <a:lnTo>
                      <a:pt x="909029" y="920009"/>
                    </a:lnTo>
                    <a:lnTo>
                      <a:pt x="910436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h2505"/>
              <p:cNvSpPr/>
              <p:nvPr/>
            </p:nvSpPr>
            <p:spPr>
              <a:xfrm>
                <a:off x="239219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h2506"/>
              <p:cNvSpPr/>
              <p:nvPr/>
            </p:nvSpPr>
            <p:spPr>
              <a:xfrm>
                <a:off x="24014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h2507"/>
              <p:cNvSpPr/>
              <p:nvPr/>
            </p:nvSpPr>
            <p:spPr>
              <a:xfrm>
                <a:off x="24107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h2508"/>
              <p:cNvSpPr/>
              <p:nvPr/>
            </p:nvSpPr>
            <p:spPr>
              <a:xfrm>
                <a:off x="24199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h2509"/>
              <p:cNvSpPr/>
              <p:nvPr/>
            </p:nvSpPr>
            <p:spPr>
              <a:xfrm>
                <a:off x="24292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h2510"/>
              <p:cNvSpPr/>
              <p:nvPr/>
            </p:nvSpPr>
            <p:spPr>
              <a:xfrm>
                <a:off x="24385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h2511"/>
              <p:cNvSpPr/>
              <p:nvPr/>
            </p:nvSpPr>
            <p:spPr>
              <a:xfrm>
                <a:off x="24477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h2512"/>
              <p:cNvSpPr/>
              <p:nvPr/>
            </p:nvSpPr>
            <p:spPr>
              <a:xfrm>
                <a:off x="24570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h2513"/>
              <p:cNvSpPr/>
              <p:nvPr/>
            </p:nvSpPr>
            <p:spPr>
              <a:xfrm>
                <a:off x="24662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h2514"/>
              <p:cNvSpPr/>
              <p:nvPr/>
            </p:nvSpPr>
            <p:spPr>
              <a:xfrm>
                <a:off x="247555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h2515"/>
              <p:cNvSpPr/>
              <p:nvPr/>
            </p:nvSpPr>
            <p:spPr>
              <a:xfrm>
                <a:off x="24848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h2516"/>
              <p:cNvSpPr/>
              <p:nvPr/>
            </p:nvSpPr>
            <p:spPr>
              <a:xfrm>
                <a:off x="24940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h2517"/>
              <p:cNvSpPr/>
              <p:nvPr/>
            </p:nvSpPr>
            <p:spPr>
              <a:xfrm>
                <a:off x="25033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h2518"/>
              <p:cNvSpPr/>
              <p:nvPr/>
            </p:nvSpPr>
            <p:spPr>
              <a:xfrm>
                <a:off x="25126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h2519"/>
              <p:cNvSpPr/>
              <p:nvPr/>
            </p:nvSpPr>
            <p:spPr>
              <a:xfrm>
                <a:off x="25218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h2520"/>
              <p:cNvSpPr/>
              <p:nvPr/>
            </p:nvSpPr>
            <p:spPr>
              <a:xfrm>
                <a:off x="25311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h2521"/>
              <p:cNvSpPr/>
              <p:nvPr/>
            </p:nvSpPr>
            <p:spPr>
              <a:xfrm>
                <a:off x="25403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h2522"/>
              <p:cNvSpPr/>
              <p:nvPr/>
            </p:nvSpPr>
            <p:spPr>
              <a:xfrm>
                <a:off x="25496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h2523"/>
              <p:cNvSpPr/>
              <p:nvPr/>
            </p:nvSpPr>
            <p:spPr>
              <a:xfrm>
                <a:off x="25589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h2524"/>
              <p:cNvSpPr/>
              <p:nvPr/>
            </p:nvSpPr>
            <p:spPr>
              <a:xfrm>
                <a:off x="25681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h2525"/>
              <p:cNvSpPr/>
              <p:nvPr/>
            </p:nvSpPr>
            <p:spPr>
              <a:xfrm>
                <a:off x="25774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h2526"/>
              <p:cNvSpPr/>
              <p:nvPr/>
            </p:nvSpPr>
            <p:spPr>
              <a:xfrm>
                <a:off x="25867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h2527"/>
              <p:cNvSpPr/>
              <p:nvPr/>
            </p:nvSpPr>
            <p:spPr>
              <a:xfrm>
                <a:off x="25959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h2528"/>
              <p:cNvSpPr/>
              <p:nvPr/>
            </p:nvSpPr>
            <p:spPr>
              <a:xfrm>
                <a:off x="26052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h2529"/>
              <p:cNvSpPr/>
              <p:nvPr/>
            </p:nvSpPr>
            <p:spPr>
              <a:xfrm>
                <a:off x="26144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h2530"/>
              <p:cNvSpPr/>
              <p:nvPr/>
            </p:nvSpPr>
            <p:spPr>
              <a:xfrm>
                <a:off x="26237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h2531"/>
              <p:cNvSpPr/>
              <p:nvPr/>
            </p:nvSpPr>
            <p:spPr>
              <a:xfrm>
                <a:off x="26330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h2532"/>
              <p:cNvSpPr/>
              <p:nvPr/>
            </p:nvSpPr>
            <p:spPr>
              <a:xfrm>
                <a:off x="26422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h2533"/>
              <p:cNvSpPr/>
              <p:nvPr/>
            </p:nvSpPr>
            <p:spPr>
              <a:xfrm>
                <a:off x="26515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h2534"/>
              <p:cNvSpPr/>
              <p:nvPr/>
            </p:nvSpPr>
            <p:spPr>
              <a:xfrm>
                <a:off x="26607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h2535"/>
              <p:cNvSpPr/>
              <p:nvPr/>
            </p:nvSpPr>
            <p:spPr>
              <a:xfrm>
                <a:off x="26700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h2536"/>
              <p:cNvSpPr/>
              <p:nvPr/>
            </p:nvSpPr>
            <p:spPr>
              <a:xfrm>
                <a:off x="2679323" y="2274502"/>
                <a:ext cx="917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814" y="897161"/>
                    </a:lnTo>
                    <a:lnTo>
                      <a:pt x="917979" y="904022"/>
                    </a:lnTo>
                    <a:lnTo>
                      <a:pt x="917933" y="914400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h2537"/>
              <p:cNvSpPr/>
              <p:nvPr/>
            </p:nvSpPr>
            <p:spPr>
              <a:xfrm>
                <a:off x="2799732" y="22745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504" y="914400"/>
                    </a:lnTo>
                    <a:lnTo>
                      <a:pt x="909144" y="910647"/>
                    </a:lnTo>
                    <a:lnTo>
                      <a:pt x="909556" y="910241"/>
                    </a:lnTo>
                    <a:lnTo>
                      <a:pt x="909972" y="909832"/>
                    </a:lnTo>
                    <a:lnTo>
                      <a:pt x="910388" y="909423"/>
                    </a:lnTo>
                    <a:lnTo>
                      <a:pt x="910804" y="909014"/>
                    </a:lnTo>
                    <a:lnTo>
                      <a:pt x="911221" y="908605"/>
                    </a:lnTo>
                    <a:lnTo>
                      <a:pt x="911637" y="908196"/>
                    </a:lnTo>
                    <a:lnTo>
                      <a:pt x="912053" y="907787"/>
                    </a:lnTo>
                    <a:lnTo>
                      <a:pt x="912470" y="907378"/>
                    </a:lnTo>
                    <a:lnTo>
                      <a:pt x="912886" y="906969"/>
                    </a:lnTo>
                    <a:lnTo>
                      <a:pt x="913302" y="906560"/>
                    </a:lnTo>
                    <a:lnTo>
                      <a:pt x="913719" y="906151"/>
                    </a:lnTo>
                    <a:lnTo>
                      <a:pt x="914135" y="905742"/>
                    </a:lnTo>
                    <a:lnTo>
                      <a:pt x="914400" y="905483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h2538"/>
              <p:cNvSpPr/>
              <p:nvPr/>
            </p:nvSpPr>
            <p:spPr>
              <a:xfrm>
                <a:off x="2808994" y="22572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721"/>
                    </a:lnTo>
                    <a:lnTo>
                      <a:pt x="905289" y="922572"/>
                    </a:lnTo>
                    <a:lnTo>
                      <a:pt x="905706" y="922163"/>
                    </a:lnTo>
                    <a:lnTo>
                      <a:pt x="906122" y="921754"/>
                    </a:lnTo>
                    <a:lnTo>
                      <a:pt x="906539" y="921345"/>
                    </a:lnTo>
                    <a:lnTo>
                      <a:pt x="906955" y="920936"/>
                    </a:lnTo>
                    <a:lnTo>
                      <a:pt x="907372" y="920528"/>
                    </a:lnTo>
                    <a:lnTo>
                      <a:pt x="907789" y="920119"/>
                    </a:lnTo>
                    <a:lnTo>
                      <a:pt x="908205" y="919710"/>
                    </a:lnTo>
                    <a:lnTo>
                      <a:pt x="908622" y="919301"/>
                    </a:lnTo>
                    <a:lnTo>
                      <a:pt x="909038" y="918892"/>
                    </a:lnTo>
                    <a:lnTo>
                      <a:pt x="909455" y="918484"/>
                    </a:lnTo>
                    <a:lnTo>
                      <a:pt x="909872" y="918075"/>
                    </a:lnTo>
                    <a:lnTo>
                      <a:pt x="910289" y="917666"/>
                    </a:lnTo>
                    <a:lnTo>
                      <a:pt x="910705" y="917257"/>
                    </a:lnTo>
                    <a:lnTo>
                      <a:pt x="911122" y="916849"/>
                    </a:lnTo>
                    <a:lnTo>
                      <a:pt x="911539" y="916440"/>
                    </a:lnTo>
                    <a:lnTo>
                      <a:pt x="911956" y="916031"/>
                    </a:lnTo>
                    <a:lnTo>
                      <a:pt x="912373" y="915623"/>
                    </a:lnTo>
                    <a:lnTo>
                      <a:pt x="912790" y="915214"/>
                    </a:lnTo>
                    <a:lnTo>
                      <a:pt x="913207" y="914805"/>
                    </a:lnTo>
                    <a:lnTo>
                      <a:pt x="913648" y="914400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h2539"/>
              <p:cNvSpPr/>
              <p:nvPr/>
            </p:nvSpPr>
            <p:spPr>
              <a:xfrm>
                <a:off x="28089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h2540"/>
              <p:cNvSpPr/>
              <p:nvPr/>
            </p:nvSpPr>
            <p:spPr>
              <a:xfrm>
                <a:off x="28182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h2541"/>
              <p:cNvSpPr/>
              <p:nvPr/>
            </p:nvSpPr>
            <p:spPr>
              <a:xfrm>
                <a:off x="28275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h2542"/>
              <p:cNvSpPr/>
              <p:nvPr/>
            </p:nvSpPr>
            <p:spPr>
              <a:xfrm>
                <a:off x="28367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h2543"/>
              <p:cNvSpPr/>
              <p:nvPr/>
            </p:nvSpPr>
            <p:spPr>
              <a:xfrm>
                <a:off x="28460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h2544"/>
              <p:cNvSpPr/>
              <p:nvPr/>
            </p:nvSpPr>
            <p:spPr>
              <a:xfrm>
                <a:off x="28553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h2545"/>
              <p:cNvSpPr/>
              <p:nvPr/>
            </p:nvSpPr>
            <p:spPr>
              <a:xfrm>
                <a:off x="28645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h2546"/>
              <p:cNvSpPr/>
              <p:nvPr/>
            </p:nvSpPr>
            <p:spPr>
              <a:xfrm>
                <a:off x="28738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h2547"/>
              <p:cNvSpPr/>
              <p:nvPr/>
            </p:nvSpPr>
            <p:spPr>
              <a:xfrm>
                <a:off x="28830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h2548"/>
              <p:cNvSpPr/>
              <p:nvPr/>
            </p:nvSpPr>
            <p:spPr>
              <a:xfrm>
                <a:off x="289235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h2549"/>
              <p:cNvSpPr/>
              <p:nvPr/>
            </p:nvSpPr>
            <p:spPr>
              <a:xfrm>
                <a:off x="29016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h2550"/>
              <p:cNvSpPr/>
              <p:nvPr/>
            </p:nvSpPr>
            <p:spPr>
              <a:xfrm>
                <a:off x="29108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h2551"/>
              <p:cNvSpPr/>
              <p:nvPr/>
            </p:nvSpPr>
            <p:spPr>
              <a:xfrm>
                <a:off x="29201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h2552"/>
              <p:cNvSpPr/>
              <p:nvPr/>
            </p:nvSpPr>
            <p:spPr>
              <a:xfrm>
                <a:off x="29294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h2553"/>
              <p:cNvSpPr/>
              <p:nvPr/>
            </p:nvSpPr>
            <p:spPr>
              <a:xfrm>
                <a:off x="29386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h2554"/>
              <p:cNvSpPr/>
              <p:nvPr/>
            </p:nvSpPr>
            <p:spPr>
              <a:xfrm>
                <a:off x="29479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h2555"/>
              <p:cNvSpPr/>
              <p:nvPr/>
            </p:nvSpPr>
            <p:spPr>
              <a:xfrm>
                <a:off x="29571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h2556"/>
              <p:cNvSpPr/>
              <p:nvPr/>
            </p:nvSpPr>
            <p:spPr>
              <a:xfrm>
                <a:off x="29664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h2557"/>
              <p:cNvSpPr/>
              <p:nvPr/>
            </p:nvSpPr>
            <p:spPr>
              <a:xfrm>
                <a:off x="29757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h2558"/>
              <p:cNvSpPr/>
              <p:nvPr/>
            </p:nvSpPr>
            <p:spPr>
              <a:xfrm>
                <a:off x="29849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h2559"/>
              <p:cNvSpPr/>
              <p:nvPr/>
            </p:nvSpPr>
            <p:spPr>
              <a:xfrm>
                <a:off x="29942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h2560"/>
              <p:cNvSpPr/>
              <p:nvPr/>
            </p:nvSpPr>
            <p:spPr>
              <a:xfrm>
                <a:off x="30035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h2561"/>
              <p:cNvSpPr/>
              <p:nvPr/>
            </p:nvSpPr>
            <p:spPr>
              <a:xfrm>
                <a:off x="30127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h2562"/>
              <p:cNvSpPr/>
              <p:nvPr/>
            </p:nvSpPr>
            <p:spPr>
              <a:xfrm>
                <a:off x="30220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h2563"/>
              <p:cNvSpPr/>
              <p:nvPr/>
            </p:nvSpPr>
            <p:spPr>
              <a:xfrm>
                <a:off x="30312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h2564"/>
              <p:cNvSpPr/>
              <p:nvPr/>
            </p:nvSpPr>
            <p:spPr>
              <a:xfrm>
                <a:off x="30405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h2565"/>
              <p:cNvSpPr/>
              <p:nvPr/>
            </p:nvSpPr>
            <p:spPr>
              <a:xfrm>
                <a:off x="30498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h2566"/>
              <p:cNvSpPr/>
              <p:nvPr/>
            </p:nvSpPr>
            <p:spPr>
              <a:xfrm>
                <a:off x="30590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h2567"/>
              <p:cNvSpPr/>
              <p:nvPr/>
            </p:nvSpPr>
            <p:spPr>
              <a:xfrm>
                <a:off x="30683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h2568"/>
              <p:cNvSpPr/>
              <p:nvPr/>
            </p:nvSpPr>
            <p:spPr>
              <a:xfrm>
                <a:off x="30775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h2569"/>
              <p:cNvSpPr/>
              <p:nvPr/>
            </p:nvSpPr>
            <p:spPr>
              <a:xfrm>
                <a:off x="30868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h2570"/>
              <p:cNvSpPr/>
              <p:nvPr/>
            </p:nvSpPr>
            <p:spPr>
              <a:xfrm>
                <a:off x="309612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h2571"/>
              <p:cNvSpPr/>
              <p:nvPr/>
            </p:nvSpPr>
            <p:spPr>
              <a:xfrm>
                <a:off x="310538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h2572"/>
              <p:cNvSpPr/>
              <p:nvPr/>
            </p:nvSpPr>
            <p:spPr>
              <a:xfrm>
                <a:off x="311464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h2573"/>
              <p:cNvSpPr/>
              <p:nvPr/>
            </p:nvSpPr>
            <p:spPr>
              <a:xfrm>
                <a:off x="312391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h2574"/>
              <p:cNvSpPr/>
              <p:nvPr/>
            </p:nvSpPr>
            <p:spPr>
              <a:xfrm>
                <a:off x="313317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h2575"/>
              <p:cNvSpPr/>
              <p:nvPr/>
            </p:nvSpPr>
            <p:spPr>
              <a:xfrm>
                <a:off x="314243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h2576"/>
              <p:cNvSpPr/>
              <p:nvPr/>
            </p:nvSpPr>
            <p:spPr>
              <a:xfrm>
                <a:off x="315169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h2577"/>
              <p:cNvSpPr/>
              <p:nvPr/>
            </p:nvSpPr>
            <p:spPr>
              <a:xfrm>
                <a:off x="316095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h2578"/>
              <p:cNvSpPr/>
              <p:nvPr/>
            </p:nvSpPr>
            <p:spPr>
              <a:xfrm>
                <a:off x="317022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h2579"/>
              <p:cNvSpPr/>
              <p:nvPr/>
            </p:nvSpPr>
            <p:spPr>
              <a:xfrm>
                <a:off x="317948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h2580"/>
              <p:cNvSpPr/>
              <p:nvPr/>
            </p:nvSpPr>
            <p:spPr>
              <a:xfrm>
                <a:off x="318874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h2581"/>
              <p:cNvSpPr/>
              <p:nvPr/>
            </p:nvSpPr>
            <p:spPr>
              <a:xfrm>
                <a:off x="319800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h2582"/>
              <p:cNvSpPr/>
              <p:nvPr/>
            </p:nvSpPr>
            <p:spPr>
              <a:xfrm>
                <a:off x="320727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h2583"/>
              <p:cNvSpPr/>
              <p:nvPr/>
            </p:nvSpPr>
            <p:spPr>
              <a:xfrm>
                <a:off x="321653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h2584"/>
              <p:cNvSpPr/>
              <p:nvPr/>
            </p:nvSpPr>
            <p:spPr>
              <a:xfrm>
                <a:off x="32257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h2585"/>
              <p:cNvSpPr/>
              <p:nvPr/>
            </p:nvSpPr>
            <p:spPr>
              <a:xfrm>
                <a:off x="32350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h2586"/>
              <p:cNvSpPr/>
              <p:nvPr/>
            </p:nvSpPr>
            <p:spPr>
              <a:xfrm>
                <a:off x="32443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h2587"/>
              <p:cNvSpPr/>
              <p:nvPr/>
            </p:nvSpPr>
            <p:spPr>
              <a:xfrm>
                <a:off x="32535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h2588"/>
              <p:cNvSpPr/>
              <p:nvPr/>
            </p:nvSpPr>
            <p:spPr>
              <a:xfrm>
                <a:off x="32628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h2589"/>
              <p:cNvSpPr/>
              <p:nvPr/>
            </p:nvSpPr>
            <p:spPr>
              <a:xfrm>
                <a:off x="327210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h2590"/>
              <p:cNvSpPr/>
              <p:nvPr/>
            </p:nvSpPr>
            <p:spPr>
              <a:xfrm>
                <a:off x="32813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h2591"/>
              <p:cNvSpPr/>
              <p:nvPr/>
            </p:nvSpPr>
            <p:spPr>
              <a:xfrm>
                <a:off x="32906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h2592"/>
              <p:cNvSpPr/>
              <p:nvPr/>
            </p:nvSpPr>
            <p:spPr>
              <a:xfrm>
                <a:off x="32998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h2593"/>
              <p:cNvSpPr/>
              <p:nvPr/>
            </p:nvSpPr>
            <p:spPr>
              <a:xfrm>
                <a:off x="3309154" y="2274502"/>
                <a:ext cx="9231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150" y="897161"/>
                    </a:lnTo>
                    <a:lnTo>
                      <a:pt x="921238" y="904212"/>
                    </a:lnTo>
                    <a:lnTo>
                      <a:pt x="918686" y="912624"/>
                    </a:lnTo>
                    <a:lnTo>
                      <a:pt x="918118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h2594"/>
              <p:cNvSpPr/>
              <p:nvPr/>
            </p:nvSpPr>
            <p:spPr>
              <a:xfrm>
                <a:off x="2382932" y="2240025"/>
                <a:ext cx="914400" cy="9149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999">
                    <a:moveTo>
                      <a:pt x="914400" y="914400"/>
                    </a:moveTo>
                    <a:lnTo>
                      <a:pt x="914400" y="914999"/>
                    </a:lnTo>
                    <a:lnTo>
                      <a:pt x="914130" y="914400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h2595"/>
              <p:cNvSpPr/>
              <p:nvPr/>
            </p:nvSpPr>
            <p:spPr>
              <a:xfrm>
                <a:off x="23829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20477" y="928533"/>
                    </a:lnTo>
                    <a:lnTo>
                      <a:pt x="920240" y="928005"/>
                    </a:lnTo>
                    <a:lnTo>
                      <a:pt x="919475" y="926300"/>
                    </a:lnTo>
                    <a:lnTo>
                      <a:pt x="918710" y="924595"/>
                    </a:lnTo>
                    <a:lnTo>
                      <a:pt x="917945" y="922890"/>
                    </a:lnTo>
                    <a:lnTo>
                      <a:pt x="917180" y="921186"/>
                    </a:lnTo>
                    <a:lnTo>
                      <a:pt x="916414" y="919481"/>
                    </a:lnTo>
                    <a:lnTo>
                      <a:pt x="915648" y="917776"/>
                    </a:lnTo>
                    <a:lnTo>
                      <a:pt x="914882" y="916072"/>
                    </a:lnTo>
                    <a:lnTo>
                      <a:pt x="914400" y="91499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h2596"/>
              <p:cNvSpPr/>
              <p:nvPr/>
            </p:nvSpPr>
            <p:spPr>
              <a:xfrm>
                <a:off x="239219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h2597"/>
              <p:cNvSpPr/>
              <p:nvPr/>
            </p:nvSpPr>
            <p:spPr>
              <a:xfrm>
                <a:off x="24014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h2598"/>
              <p:cNvSpPr/>
              <p:nvPr/>
            </p:nvSpPr>
            <p:spPr>
              <a:xfrm>
                <a:off x="24107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h2599"/>
              <p:cNvSpPr/>
              <p:nvPr/>
            </p:nvSpPr>
            <p:spPr>
              <a:xfrm>
                <a:off x="24199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h2600"/>
              <p:cNvSpPr/>
              <p:nvPr/>
            </p:nvSpPr>
            <p:spPr>
              <a:xfrm>
                <a:off x="24292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h2601"/>
              <p:cNvSpPr/>
              <p:nvPr/>
            </p:nvSpPr>
            <p:spPr>
              <a:xfrm>
                <a:off x="24385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h2602"/>
              <p:cNvSpPr/>
              <p:nvPr/>
            </p:nvSpPr>
            <p:spPr>
              <a:xfrm>
                <a:off x="24477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h2603"/>
              <p:cNvSpPr/>
              <p:nvPr/>
            </p:nvSpPr>
            <p:spPr>
              <a:xfrm>
                <a:off x="24570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h2604"/>
              <p:cNvSpPr/>
              <p:nvPr/>
            </p:nvSpPr>
            <p:spPr>
              <a:xfrm>
                <a:off x="24662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h2605"/>
              <p:cNvSpPr/>
              <p:nvPr/>
            </p:nvSpPr>
            <p:spPr>
              <a:xfrm>
                <a:off x="247555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h2606"/>
              <p:cNvSpPr/>
              <p:nvPr/>
            </p:nvSpPr>
            <p:spPr>
              <a:xfrm>
                <a:off x="24848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h2607"/>
              <p:cNvSpPr/>
              <p:nvPr/>
            </p:nvSpPr>
            <p:spPr>
              <a:xfrm>
                <a:off x="24940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h2608"/>
              <p:cNvSpPr/>
              <p:nvPr/>
            </p:nvSpPr>
            <p:spPr>
              <a:xfrm>
                <a:off x="25033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h2609"/>
              <p:cNvSpPr/>
              <p:nvPr/>
            </p:nvSpPr>
            <p:spPr>
              <a:xfrm>
                <a:off x="25126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h2610"/>
              <p:cNvSpPr/>
              <p:nvPr/>
            </p:nvSpPr>
            <p:spPr>
              <a:xfrm>
                <a:off x="25218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h2611"/>
              <p:cNvSpPr/>
              <p:nvPr/>
            </p:nvSpPr>
            <p:spPr>
              <a:xfrm>
                <a:off x="25311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h2612"/>
              <p:cNvSpPr/>
              <p:nvPr/>
            </p:nvSpPr>
            <p:spPr>
              <a:xfrm>
                <a:off x="25403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h2613"/>
              <p:cNvSpPr/>
              <p:nvPr/>
            </p:nvSpPr>
            <p:spPr>
              <a:xfrm>
                <a:off x="25496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h2614"/>
              <p:cNvSpPr/>
              <p:nvPr/>
            </p:nvSpPr>
            <p:spPr>
              <a:xfrm>
                <a:off x="25589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h2615"/>
              <p:cNvSpPr/>
              <p:nvPr/>
            </p:nvSpPr>
            <p:spPr>
              <a:xfrm>
                <a:off x="25681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h2616"/>
              <p:cNvSpPr/>
              <p:nvPr/>
            </p:nvSpPr>
            <p:spPr>
              <a:xfrm>
                <a:off x="25774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h2617"/>
              <p:cNvSpPr/>
              <p:nvPr/>
            </p:nvSpPr>
            <p:spPr>
              <a:xfrm>
                <a:off x="25867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h2618"/>
              <p:cNvSpPr/>
              <p:nvPr/>
            </p:nvSpPr>
            <p:spPr>
              <a:xfrm>
                <a:off x="25959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h2619"/>
              <p:cNvSpPr/>
              <p:nvPr/>
            </p:nvSpPr>
            <p:spPr>
              <a:xfrm>
                <a:off x="26052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h2620"/>
              <p:cNvSpPr/>
              <p:nvPr/>
            </p:nvSpPr>
            <p:spPr>
              <a:xfrm>
                <a:off x="26144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h2621"/>
              <p:cNvSpPr/>
              <p:nvPr/>
            </p:nvSpPr>
            <p:spPr>
              <a:xfrm>
                <a:off x="26237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h2622"/>
              <p:cNvSpPr/>
              <p:nvPr/>
            </p:nvSpPr>
            <p:spPr>
              <a:xfrm>
                <a:off x="26330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h2623"/>
              <p:cNvSpPr/>
              <p:nvPr/>
            </p:nvSpPr>
            <p:spPr>
              <a:xfrm>
                <a:off x="26422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h2624"/>
              <p:cNvSpPr/>
              <p:nvPr/>
            </p:nvSpPr>
            <p:spPr>
              <a:xfrm>
                <a:off x="26515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h2625"/>
              <p:cNvSpPr/>
              <p:nvPr/>
            </p:nvSpPr>
            <p:spPr>
              <a:xfrm>
                <a:off x="26607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h2626"/>
              <p:cNvSpPr/>
              <p:nvPr/>
            </p:nvSpPr>
            <p:spPr>
              <a:xfrm>
                <a:off x="26700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h2627"/>
              <p:cNvSpPr/>
              <p:nvPr/>
            </p:nvSpPr>
            <p:spPr>
              <a:xfrm>
                <a:off x="2679323" y="2257264"/>
                <a:ext cx="9178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1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6959" y="897161"/>
                    </a:lnTo>
                    <a:lnTo>
                      <a:pt x="917139" y="899374"/>
                    </a:lnTo>
                    <a:lnTo>
                      <a:pt x="917715" y="910296"/>
                    </a:lnTo>
                    <a:lnTo>
                      <a:pt x="917814" y="91440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h2628"/>
              <p:cNvSpPr/>
              <p:nvPr/>
            </p:nvSpPr>
            <p:spPr>
              <a:xfrm>
                <a:off x="2808994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8" y="914400"/>
                    </a:lnTo>
                    <a:lnTo>
                      <a:pt x="914400" y="91370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h2629"/>
              <p:cNvSpPr/>
              <p:nvPr/>
            </p:nvSpPr>
            <p:spPr>
              <a:xfrm>
                <a:off x="2818257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708"/>
                    </a:lnTo>
                    <a:lnTo>
                      <a:pt x="909037" y="910119"/>
                    </a:lnTo>
                    <a:lnTo>
                      <a:pt x="914252" y="905924"/>
                    </a:lnTo>
                    <a:lnTo>
                      <a:pt x="914400" y="905813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h2630"/>
              <p:cNvSpPr/>
              <p:nvPr/>
            </p:nvSpPr>
            <p:spPr>
              <a:xfrm>
                <a:off x="2827519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36" y="905739"/>
                    </a:lnTo>
                    <a:lnTo>
                      <a:pt x="905485" y="905553"/>
                    </a:lnTo>
                    <a:lnTo>
                      <a:pt x="905734" y="905367"/>
                    </a:lnTo>
                    <a:lnTo>
                      <a:pt x="905982" y="905180"/>
                    </a:lnTo>
                    <a:lnTo>
                      <a:pt x="906231" y="904994"/>
                    </a:lnTo>
                    <a:lnTo>
                      <a:pt x="906480" y="904808"/>
                    </a:lnTo>
                    <a:lnTo>
                      <a:pt x="906729" y="904622"/>
                    </a:lnTo>
                    <a:lnTo>
                      <a:pt x="906978" y="904435"/>
                    </a:lnTo>
                    <a:lnTo>
                      <a:pt x="907227" y="904249"/>
                    </a:lnTo>
                    <a:lnTo>
                      <a:pt x="907475" y="904063"/>
                    </a:lnTo>
                    <a:lnTo>
                      <a:pt x="907724" y="903877"/>
                    </a:lnTo>
                    <a:lnTo>
                      <a:pt x="907973" y="903690"/>
                    </a:lnTo>
                    <a:lnTo>
                      <a:pt x="908222" y="903504"/>
                    </a:lnTo>
                    <a:lnTo>
                      <a:pt x="908471" y="903318"/>
                    </a:lnTo>
                    <a:lnTo>
                      <a:pt x="908720" y="903132"/>
                    </a:lnTo>
                    <a:lnTo>
                      <a:pt x="908969" y="902946"/>
                    </a:lnTo>
                    <a:lnTo>
                      <a:pt x="909217" y="902759"/>
                    </a:lnTo>
                    <a:lnTo>
                      <a:pt x="909466" y="902573"/>
                    </a:lnTo>
                    <a:lnTo>
                      <a:pt x="909715" y="902387"/>
                    </a:lnTo>
                    <a:lnTo>
                      <a:pt x="909964" y="902201"/>
                    </a:lnTo>
                    <a:lnTo>
                      <a:pt x="910213" y="902015"/>
                    </a:lnTo>
                    <a:lnTo>
                      <a:pt x="910462" y="901829"/>
                    </a:lnTo>
                    <a:lnTo>
                      <a:pt x="910711" y="901642"/>
                    </a:lnTo>
                    <a:lnTo>
                      <a:pt x="910960" y="901456"/>
                    </a:lnTo>
                    <a:lnTo>
                      <a:pt x="911209" y="901270"/>
                    </a:lnTo>
                    <a:lnTo>
                      <a:pt x="911458" y="901084"/>
                    </a:lnTo>
                    <a:lnTo>
                      <a:pt x="911707" y="900898"/>
                    </a:lnTo>
                    <a:lnTo>
                      <a:pt x="911956" y="900712"/>
                    </a:lnTo>
                    <a:lnTo>
                      <a:pt x="912205" y="900526"/>
                    </a:lnTo>
                    <a:lnTo>
                      <a:pt x="912454" y="900339"/>
                    </a:lnTo>
                    <a:lnTo>
                      <a:pt x="912703" y="900153"/>
                    </a:lnTo>
                    <a:lnTo>
                      <a:pt x="912952" y="899967"/>
                    </a:lnTo>
                    <a:lnTo>
                      <a:pt x="913201" y="899781"/>
                    </a:lnTo>
                    <a:lnTo>
                      <a:pt x="913450" y="899595"/>
                    </a:lnTo>
                    <a:lnTo>
                      <a:pt x="913699" y="899409"/>
                    </a:lnTo>
                    <a:lnTo>
                      <a:pt x="913948" y="899223"/>
                    </a:lnTo>
                    <a:lnTo>
                      <a:pt x="914197" y="899037"/>
                    </a:lnTo>
                    <a:lnTo>
                      <a:pt x="914400" y="898885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h2631"/>
              <p:cNvSpPr/>
              <p:nvPr/>
            </p:nvSpPr>
            <p:spPr>
              <a:xfrm>
                <a:off x="2836781" y="22400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83" y="916089"/>
                    </a:lnTo>
                    <a:lnTo>
                      <a:pt x="905433" y="915903"/>
                    </a:lnTo>
                    <a:lnTo>
                      <a:pt x="905682" y="915717"/>
                    </a:lnTo>
                    <a:lnTo>
                      <a:pt x="905931" y="915531"/>
                    </a:lnTo>
                    <a:lnTo>
                      <a:pt x="906180" y="915345"/>
                    </a:lnTo>
                    <a:lnTo>
                      <a:pt x="906429" y="915159"/>
                    </a:lnTo>
                    <a:lnTo>
                      <a:pt x="906678" y="914973"/>
                    </a:lnTo>
                    <a:lnTo>
                      <a:pt x="906927" y="914787"/>
                    </a:lnTo>
                    <a:lnTo>
                      <a:pt x="907176" y="914601"/>
                    </a:lnTo>
                    <a:lnTo>
                      <a:pt x="907445" y="914400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h2632"/>
              <p:cNvSpPr/>
              <p:nvPr/>
            </p:nvSpPr>
            <p:spPr>
              <a:xfrm>
                <a:off x="28367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h2633"/>
              <p:cNvSpPr/>
              <p:nvPr/>
            </p:nvSpPr>
            <p:spPr>
              <a:xfrm>
                <a:off x="28460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h2634"/>
              <p:cNvSpPr/>
              <p:nvPr/>
            </p:nvSpPr>
            <p:spPr>
              <a:xfrm>
                <a:off x="28553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h2635"/>
              <p:cNvSpPr/>
              <p:nvPr/>
            </p:nvSpPr>
            <p:spPr>
              <a:xfrm>
                <a:off x="28645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h2636"/>
              <p:cNvSpPr/>
              <p:nvPr/>
            </p:nvSpPr>
            <p:spPr>
              <a:xfrm>
                <a:off x="28738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h2637"/>
              <p:cNvSpPr/>
              <p:nvPr/>
            </p:nvSpPr>
            <p:spPr>
              <a:xfrm>
                <a:off x="28830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h2638"/>
              <p:cNvSpPr/>
              <p:nvPr/>
            </p:nvSpPr>
            <p:spPr>
              <a:xfrm>
                <a:off x="289235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h2639"/>
              <p:cNvSpPr/>
              <p:nvPr/>
            </p:nvSpPr>
            <p:spPr>
              <a:xfrm>
                <a:off x="29016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h2640"/>
              <p:cNvSpPr/>
              <p:nvPr/>
            </p:nvSpPr>
            <p:spPr>
              <a:xfrm>
                <a:off x="29108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h2641"/>
              <p:cNvSpPr/>
              <p:nvPr/>
            </p:nvSpPr>
            <p:spPr>
              <a:xfrm>
                <a:off x="29201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h2642"/>
              <p:cNvSpPr/>
              <p:nvPr/>
            </p:nvSpPr>
            <p:spPr>
              <a:xfrm>
                <a:off x="29294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h2643"/>
              <p:cNvSpPr/>
              <p:nvPr/>
            </p:nvSpPr>
            <p:spPr>
              <a:xfrm>
                <a:off x="29386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h2644"/>
              <p:cNvSpPr/>
              <p:nvPr/>
            </p:nvSpPr>
            <p:spPr>
              <a:xfrm>
                <a:off x="29479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h2645"/>
              <p:cNvSpPr/>
              <p:nvPr/>
            </p:nvSpPr>
            <p:spPr>
              <a:xfrm>
                <a:off x="29571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h2646"/>
              <p:cNvSpPr/>
              <p:nvPr/>
            </p:nvSpPr>
            <p:spPr>
              <a:xfrm>
                <a:off x="29664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h2647"/>
              <p:cNvSpPr/>
              <p:nvPr/>
            </p:nvSpPr>
            <p:spPr>
              <a:xfrm>
                <a:off x="29757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h2648"/>
              <p:cNvSpPr/>
              <p:nvPr/>
            </p:nvSpPr>
            <p:spPr>
              <a:xfrm>
                <a:off x="29849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h2649"/>
              <p:cNvSpPr/>
              <p:nvPr/>
            </p:nvSpPr>
            <p:spPr>
              <a:xfrm>
                <a:off x="29942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h2650"/>
              <p:cNvSpPr/>
              <p:nvPr/>
            </p:nvSpPr>
            <p:spPr>
              <a:xfrm>
                <a:off x="30035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h2651"/>
              <p:cNvSpPr/>
              <p:nvPr/>
            </p:nvSpPr>
            <p:spPr>
              <a:xfrm>
                <a:off x="30127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h2652"/>
              <p:cNvSpPr/>
              <p:nvPr/>
            </p:nvSpPr>
            <p:spPr>
              <a:xfrm>
                <a:off x="30220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h2653"/>
              <p:cNvSpPr/>
              <p:nvPr/>
            </p:nvSpPr>
            <p:spPr>
              <a:xfrm>
                <a:off x="30312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h2654"/>
              <p:cNvSpPr/>
              <p:nvPr/>
            </p:nvSpPr>
            <p:spPr>
              <a:xfrm>
                <a:off x="30405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h2655"/>
              <p:cNvSpPr/>
              <p:nvPr/>
            </p:nvSpPr>
            <p:spPr>
              <a:xfrm>
                <a:off x="30498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h2656"/>
              <p:cNvSpPr/>
              <p:nvPr/>
            </p:nvSpPr>
            <p:spPr>
              <a:xfrm>
                <a:off x="30590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h2657"/>
              <p:cNvSpPr/>
              <p:nvPr/>
            </p:nvSpPr>
            <p:spPr>
              <a:xfrm>
                <a:off x="30683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h2658"/>
              <p:cNvSpPr/>
              <p:nvPr/>
            </p:nvSpPr>
            <p:spPr>
              <a:xfrm>
                <a:off x="30775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h2659"/>
              <p:cNvSpPr/>
              <p:nvPr/>
            </p:nvSpPr>
            <p:spPr>
              <a:xfrm>
                <a:off x="30868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h2660"/>
              <p:cNvSpPr/>
              <p:nvPr/>
            </p:nvSpPr>
            <p:spPr>
              <a:xfrm>
                <a:off x="309612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h2661"/>
              <p:cNvSpPr/>
              <p:nvPr/>
            </p:nvSpPr>
            <p:spPr>
              <a:xfrm>
                <a:off x="310538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h2662"/>
              <p:cNvSpPr/>
              <p:nvPr/>
            </p:nvSpPr>
            <p:spPr>
              <a:xfrm>
                <a:off x="311464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h2663"/>
              <p:cNvSpPr/>
              <p:nvPr/>
            </p:nvSpPr>
            <p:spPr>
              <a:xfrm>
                <a:off x="312391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h2664"/>
              <p:cNvSpPr/>
              <p:nvPr/>
            </p:nvSpPr>
            <p:spPr>
              <a:xfrm>
                <a:off x="313317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h2665"/>
              <p:cNvSpPr/>
              <p:nvPr/>
            </p:nvSpPr>
            <p:spPr>
              <a:xfrm>
                <a:off x="314243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h2666"/>
              <p:cNvSpPr/>
              <p:nvPr/>
            </p:nvSpPr>
            <p:spPr>
              <a:xfrm>
                <a:off x="315169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h2667"/>
              <p:cNvSpPr/>
              <p:nvPr/>
            </p:nvSpPr>
            <p:spPr>
              <a:xfrm>
                <a:off x="316095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h2668"/>
              <p:cNvSpPr/>
              <p:nvPr/>
            </p:nvSpPr>
            <p:spPr>
              <a:xfrm>
                <a:off x="317022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h2669"/>
              <p:cNvSpPr/>
              <p:nvPr/>
            </p:nvSpPr>
            <p:spPr>
              <a:xfrm>
                <a:off x="317948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h2670"/>
              <p:cNvSpPr/>
              <p:nvPr/>
            </p:nvSpPr>
            <p:spPr>
              <a:xfrm>
                <a:off x="318874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h2671"/>
              <p:cNvSpPr/>
              <p:nvPr/>
            </p:nvSpPr>
            <p:spPr>
              <a:xfrm>
                <a:off x="319800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h2672"/>
              <p:cNvSpPr/>
              <p:nvPr/>
            </p:nvSpPr>
            <p:spPr>
              <a:xfrm>
                <a:off x="320727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h2673"/>
              <p:cNvSpPr/>
              <p:nvPr/>
            </p:nvSpPr>
            <p:spPr>
              <a:xfrm>
                <a:off x="32165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h2674"/>
              <p:cNvSpPr/>
              <p:nvPr/>
            </p:nvSpPr>
            <p:spPr>
              <a:xfrm>
                <a:off x="322579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h2675"/>
              <p:cNvSpPr/>
              <p:nvPr/>
            </p:nvSpPr>
            <p:spPr>
              <a:xfrm>
                <a:off x="32350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h2676"/>
              <p:cNvSpPr/>
              <p:nvPr/>
            </p:nvSpPr>
            <p:spPr>
              <a:xfrm>
                <a:off x="32443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h2677"/>
              <p:cNvSpPr/>
              <p:nvPr/>
            </p:nvSpPr>
            <p:spPr>
              <a:xfrm>
                <a:off x="32535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h2678"/>
              <p:cNvSpPr/>
              <p:nvPr/>
            </p:nvSpPr>
            <p:spPr>
              <a:xfrm>
                <a:off x="32628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h2679"/>
              <p:cNvSpPr/>
              <p:nvPr/>
            </p:nvSpPr>
            <p:spPr>
              <a:xfrm>
                <a:off x="327210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h2680"/>
              <p:cNvSpPr/>
              <p:nvPr/>
            </p:nvSpPr>
            <p:spPr>
              <a:xfrm>
                <a:off x="32813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h2681"/>
              <p:cNvSpPr/>
              <p:nvPr/>
            </p:nvSpPr>
            <p:spPr>
              <a:xfrm>
                <a:off x="32906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h2682"/>
              <p:cNvSpPr/>
              <p:nvPr/>
            </p:nvSpPr>
            <p:spPr>
              <a:xfrm>
                <a:off x="32998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h2683"/>
              <p:cNvSpPr/>
              <p:nvPr/>
            </p:nvSpPr>
            <p:spPr>
              <a:xfrm>
                <a:off x="3309154" y="22572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472"/>
                    </a:lnTo>
                    <a:lnTo>
                      <a:pt x="923577" y="912826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h2684"/>
              <p:cNvSpPr/>
              <p:nvPr/>
            </p:nvSpPr>
            <p:spPr>
              <a:xfrm>
                <a:off x="3318417" y="2240025"/>
                <a:ext cx="917978" cy="929710"/>
              </a:xfrm>
              <a:custGeom>
                <a:avLst/>
                <a:gdLst/>
                <a:ahLst/>
                <a:cxnLst/>
                <a:rect l="0" t="0" r="0" b="0"/>
                <a:pathLst>
                  <a:path w="917978" h="929710">
                    <a:moveTo>
                      <a:pt x="914400" y="914400"/>
                    </a:moveTo>
                    <a:lnTo>
                      <a:pt x="917978" y="914400"/>
                    </a:lnTo>
                    <a:lnTo>
                      <a:pt x="917572" y="916196"/>
                    </a:lnTo>
                    <a:lnTo>
                      <a:pt x="917005" y="918714"/>
                    </a:lnTo>
                    <a:lnTo>
                      <a:pt x="916434" y="921246"/>
                    </a:lnTo>
                    <a:lnTo>
                      <a:pt x="914400" y="929710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h2685"/>
              <p:cNvSpPr/>
              <p:nvPr/>
            </p:nvSpPr>
            <p:spPr>
              <a:xfrm>
                <a:off x="2382932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16" y="931606"/>
                    </a:lnTo>
                    <a:lnTo>
                      <a:pt x="913349" y="929901"/>
                    </a:lnTo>
                    <a:lnTo>
                      <a:pt x="912582" y="928197"/>
                    </a:lnTo>
                    <a:lnTo>
                      <a:pt x="911815" y="926492"/>
                    </a:lnTo>
                    <a:lnTo>
                      <a:pt x="911048" y="924788"/>
                    </a:lnTo>
                    <a:lnTo>
                      <a:pt x="910281" y="923084"/>
                    </a:lnTo>
                    <a:lnTo>
                      <a:pt x="909513" y="921380"/>
                    </a:lnTo>
                    <a:lnTo>
                      <a:pt x="908746" y="919676"/>
                    </a:lnTo>
                    <a:lnTo>
                      <a:pt x="907978" y="917972"/>
                    </a:lnTo>
                    <a:lnTo>
                      <a:pt x="907210" y="916267"/>
                    </a:lnTo>
                    <a:lnTo>
                      <a:pt x="906441" y="914564"/>
                    </a:lnTo>
                    <a:lnTo>
                      <a:pt x="906367" y="914400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h2686"/>
              <p:cNvSpPr/>
              <p:nvPr/>
            </p:nvSpPr>
            <p:spPr>
              <a:xfrm>
                <a:off x="23829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h2687"/>
              <p:cNvSpPr/>
              <p:nvPr/>
            </p:nvSpPr>
            <p:spPr>
              <a:xfrm>
                <a:off x="239219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h2688"/>
              <p:cNvSpPr/>
              <p:nvPr/>
            </p:nvSpPr>
            <p:spPr>
              <a:xfrm>
                <a:off x="24014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h2689"/>
              <p:cNvSpPr/>
              <p:nvPr/>
            </p:nvSpPr>
            <p:spPr>
              <a:xfrm>
                <a:off x="24107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h2690"/>
              <p:cNvSpPr/>
              <p:nvPr/>
            </p:nvSpPr>
            <p:spPr>
              <a:xfrm>
                <a:off x="24199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h2691"/>
              <p:cNvSpPr/>
              <p:nvPr/>
            </p:nvSpPr>
            <p:spPr>
              <a:xfrm>
                <a:off x="24292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h2692"/>
              <p:cNvSpPr/>
              <p:nvPr/>
            </p:nvSpPr>
            <p:spPr>
              <a:xfrm>
                <a:off x="24385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h2693"/>
              <p:cNvSpPr/>
              <p:nvPr/>
            </p:nvSpPr>
            <p:spPr>
              <a:xfrm>
                <a:off x="24477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h2694"/>
              <p:cNvSpPr/>
              <p:nvPr/>
            </p:nvSpPr>
            <p:spPr>
              <a:xfrm>
                <a:off x="24570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h2695"/>
              <p:cNvSpPr/>
              <p:nvPr/>
            </p:nvSpPr>
            <p:spPr>
              <a:xfrm>
                <a:off x="24662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h2696"/>
              <p:cNvSpPr/>
              <p:nvPr/>
            </p:nvSpPr>
            <p:spPr>
              <a:xfrm>
                <a:off x="247555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h2697"/>
              <p:cNvSpPr/>
              <p:nvPr/>
            </p:nvSpPr>
            <p:spPr>
              <a:xfrm>
                <a:off x="24848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h2698"/>
              <p:cNvSpPr/>
              <p:nvPr/>
            </p:nvSpPr>
            <p:spPr>
              <a:xfrm>
                <a:off x="24940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h2699"/>
              <p:cNvSpPr/>
              <p:nvPr/>
            </p:nvSpPr>
            <p:spPr>
              <a:xfrm>
                <a:off x="25033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h2700"/>
              <p:cNvSpPr/>
              <p:nvPr/>
            </p:nvSpPr>
            <p:spPr>
              <a:xfrm>
                <a:off x="25126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h2701"/>
              <p:cNvSpPr/>
              <p:nvPr/>
            </p:nvSpPr>
            <p:spPr>
              <a:xfrm>
                <a:off x="25218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h2702"/>
              <p:cNvSpPr/>
              <p:nvPr/>
            </p:nvSpPr>
            <p:spPr>
              <a:xfrm>
                <a:off x="25311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h2703"/>
              <p:cNvSpPr/>
              <p:nvPr/>
            </p:nvSpPr>
            <p:spPr>
              <a:xfrm>
                <a:off x="25403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h2704"/>
              <p:cNvSpPr/>
              <p:nvPr/>
            </p:nvSpPr>
            <p:spPr>
              <a:xfrm>
                <a:off x="25496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h2705"/>
              <p:cNvSpPr/>
              <p:nvPr/>
            </p:nvSpPr>
            <p:spPr>
              <a:xfrm>
                <a:off x="25589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h2706"/>
              <p:cNvSpPr/>
              <p:nvPr/>
            </p:nvSpPr>
            <p:spPr>
              <a:xfrm>
                <a:off x="25681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h2707"/>
              <p:cNvSpPr/>
              <p:nvPr/>
            </p:nvSpPr>
            <p:spPr>
              <a:xfrm>
                <a:off x="25774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h2708"/>
              <p:cNvSpPr/>
              <p:nvPr/>
            </p:nvSpPr>
            <p:spPr>
              <a:xfrm>
                <a:off x="25867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h2709"/>
              <p:cNvSpPr/>
              <p:nvPr/>
            </p:nvSpPr>
            <p:spPr>
              <a:xfrm>
                <a:off x="25959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h2710"/>
              <p:cNvSpPr/>
              <p:nvPr/>
            </p:nvSpPr>
            <p:spPr>
              <a:xfrm>
                <a:off x="26052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h2711"/>
              <p:cNvSpPr/>
              <p:nvPr/>
            </p:nvSpPr>
            <p:spPr>
              <a:xfrm>
                <a:off x="26144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h2712"/>
              <p:cNvSpPr/>
              <p:nvPr/>
            </p:nvSpPr>
            <p:spPr>
              <a:xfrm>
                <a:off x="26237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h2713"/>
              <p:cNvSpPr/>
              <p:nvPr/>
            </p:nvSpPr>
            <p:spPr>
              <a:xfrm>
                <a:off x="26330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h2714"/>
              <p:cNvSpPr/>
              <p:nvPr/>
            </p:nvSpPr>
            <p:spPr>
              <a:xfrm>
                <a:off x="26422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h2715"/>
              <p:cNvSpPr/>
              <p:nvPr/>
            </p:nvSpPr>
            <p:spPr>
              <a:xfrm>
                <a:off x="26515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h2716"/>
              <p:cNvSpPr/>
              <p:nvPr/>
            </p:nvSpPr>
            <p:spPr>
              <a:xfrm>
                <a:off x="26607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h2717"/>
              <p:cNvSpPr/>
              <p:nvPr/>
            </p:nvSpPr>
            <p:spPr>
              <a:xfrm>
                <a:off x="26700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h2718"/>
              <p:cNvSpPr/>
              <p:nvPr/>
            </p:nvSpPr>
            <p:spPr>
              <a:xfrm>
                <a:off x="2679323" y="2240025"/>
                <a:ext cx="916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297" y="897161"/>
                    </a:lnTo>
                    <a:lnTo>
                      <a:pt x="916253" y="905762"/>
                    </a:lnTo>
                    <a:lnTo>
                      <a:pt x="916959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h2719"/>
              <p:cNvSpPr/>
              <p:nvPr/>
            </p:nvSpPr>
            <p:spPr>
              <a:xfrm>
                <a:off x="2836781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445" y="914400"/>
                    </a:lnTo>
                    <a:lnTo>
                      <a:pt x="907674" y="914229"/>
                    </a:lnTo>
                    <a:lnTo>
                      <a:pt x="907923" y="914043"/>
                    </a:lnTo>
                    <a:lnTo>
                      <a:pt x="908172" y="913857"/>
                    </a:lnTo>
                    <a:lnTo>
                      <a:pt x="908421" y="913671"/>
                    </a:lnTo>
                    <a:lnTo>
                      <a:pt x="908671" y="913485"/>
                    </a:lnTo>
                    <a:lnTo>
                      <a:pt x="908920" y="913299"/>
                    </a:lnTo>
                    <a:lnTo>
                      <a:pt x="909169" y="913113"/>
                    </a:lnTo>
                    <a:lnTo>
                      <a:pt x="909418" y="912927"/>
                    </a:lnTo>
                    <a:lnTo>
                      <a:pt x="909667" y="912741"/>
                    </a:lnTo>
                    <a:lnTo>
                      <a:pt x="909916" y="912555"/>
                    </a:lnTo>
                    <a:lnTo>
                      <a:pt x="910166" y="912369"/>
                    </a:lnTo>
                    <a:lnTo>
                      <a:pt x="910415" y="912183"/>
                    </a:lnTo>
                    <a:lnTo>
                      <a:pt x="910664" y="911997"/>
                    </a:lnTo>
                    <a:lnTo>
                      <a:pt x="910913" y="911811"/>
                    </a:lnTo>
                    <a:lnTo>
                      <a:pt x="911162" y="911625"/>
                    </a:lnTo>
                    <a:lnTo>
                      <a:pt x="911411" y="911439"/>
                    </a:lnTo>
                    <a:lnTo>
                      <a:pt x="911661" y="911253"/>
                    </a:lnTo>
                    <a:lnTo>
                      <a:pt x="914400" y="909313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h2720"/>
              <p:cNvSpPr/>
              <p:nvPr/>
            </p:nvSpPr>
            <p:spPr>
              <a:xfrm>
                <a:off x="2846043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313"/>
                    </a:lnTo>
                    <a:lnTo>
                      <a:pt x="905336" y="909017"/>
                    </a:lnTo>
                    <a:lnTo>
                      <a:pt x="910052" y="902708"/>
                    </a:lnTo>
                    <a:lnTo>
                      <a:pt x="914400" y="897511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h2721"/>
              <p:cNvSpPr/>
              <p:nvPr/>
            </p:nvSpPr>
            <p:spPr>
              <a:xfrm>
                <a:off x="2855306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50"/>
                    </a:lnTo>
                    <a:lnTo>
                      <a:pt x="905430" y="914400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h2722"/>
              <p:cNvSpPr/>
              <p:nvPr/>
            </p:nvSpPr>
            <p:spPr>
              <a:xfrm>
                <a:off x="28553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h2723"/>
              <p:cNvSpPr/>
              <p:nvPr/>
            </p:nvSpPr>
            <p:spPr>
              <a:xfrm>
                <a:off x="28645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h2724"/>
              <p:cNvSpPr/>
              <p:nvPr/>
            </p:nvSpPr>
            <p:spPr>
              <a:xfrm>
                <a:off x="28738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h2725"/>
              <p:cNvSpPr/>
              <p:nvPr/>
            </p:nvSpPr>
            <p:spPr>
              <a:xfrm>
                <a:off x="28830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h2726"/>
              <p:cNvSpPr/>
              <p:nvPr/>
            </p:nvSpPr>
            <p:spPr>
              <a:xfrm>
                <a:off x="28923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h2727"/>
              <p:cNvSpPr/>
              <p:nvPr/>
            </p:nvSpPr>
            <p:spPr>
              <a:xfrm>
                <a:off x="29016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h2728"/>
              <p:cNvSpPr/>
              <p:nvPr/>
            </p:nvSpPr>
            <p:spPr>
              <a:xfrm>
                <a:off x="29108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h2729"/>
              <p:cNvSpPr/>
              <p:nvPr/>
            </p:nvSpPr>
            <p:spPr>
              <a:xfrm>
                <a:off x="29201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h2730"/>
              <p:cNvSpPr/>
              <p:nvPr/>
            </p:nvSpPr>
            <p:spPr>
              <a:xfrm>
                <a:off x="29294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h2731"/>
              <p:cNvSpPr/>
              <p:nvPr/>
            </p:nvSpPr>
            <p:spPr>
              <a:xfrm>
                <a:off x="29386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h2732"/>
              <p:cNvSpPr/>
              <p:nvPr/>
            </p:nvSpPr>
            <p:spPr>
              <a:xfrm>
                <a:off x="29479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h2733"/>
              <p:cNvSpPr/>
              <p:nvPr/>
            </p:nvSpPr>
            <p:spPr>
              <a:xfrm>
                <a:off x="29571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h2734"/>
              <p:cNvSpPr/>
              <p:nvPr/>
            </p:nvSpPr>
            <p:spPr>
              <a:xfrm>
                <a:off x="29664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h2735"/>
              <p:cNvSpPr/>
              <p:nvPr/>
            </p:nvSpPr>
            <p:spPr>
              <a:xfrm>
                <a:off x="29757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h2736"/>
              <p:cNvSpPr/>
              <p:nvPr/>
            </p:nvSpPr>
            <p:spPr>
              <a:xfrm>
                <a:off x="29849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h2737"/>
              <p:cNvSpPr/>
              <p:nvPr/>
            </p:nvSpPr>
            <p:spPr>
              <a:xfrm>
                <a:off x="29942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h2738"/>
              <p:cNvSpPr/>
              <p:nvPr/>
            </p:nvSpPr>
            <p:spPr>
              <a:xfrm>
                <a:off x="30035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h2739"/>
              <p:cNvSpPr/>
              <p:nvPr/>
            </p:nvSpPr>
            <p:spPr>
              <a:xfrm>
                <a:off x="30127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h2740"/>
              <p:cNvSpPr/>
              <p:nvPr/>
            </p:nvSpPr>
            <p:spPr>
              <a:xfrm>
                <a:off x="30220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h2741"/>
              <p:cNvSpPr/>
              <p:nvPr/>
            </p:nvSpPr>
            <p:spPr>
              <a:xfrm>
                <a:off x="30312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h2742"/>
              <p:cNvSpPr/>
              <p:nvPr/>
            </p:nvSpPr>
            <p:spPr>
              <a:xfrm>
                <a:off x="30405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h2743"/>
              <p:cNvSpPr/>
              <p:nvPr/>
            </p:nvSpPr>
            <p:spPr>
              <a:xfrm>
                <a:off x="30498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h2744"/>
              <p:cNvSpPr/>
              <p:nvPr/>
            </p:nvSpPr>
            <p:spPr>
              <a:xfrm>
                <a:off x="30590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h2745"/>
              <p:cNvSpPr/>
              <p:nvPr/>
            </p:nvSpPr>
            <p:spPr>
              <a:xfrm>
                <a:off x="30683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h2746"/>
              <p:cNvSpPr/>
              <p:nvPr/>
            </p:nvSpPr>
            <p:spPr>
              <a:xfrm>
                <a:off x="30775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h2747"/>
              <p:cNvSpPr/>
              <p:nvPr/>
            </p:nvSpPr>
            <p:spPr>
              <a:xfrm>
                <a:off x="30868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h2748"/>
              <p:cNvSpPr/>
              <p:nvPr/>
            </p:nvSpPr>
            <p:spPr>
              <a:xfrm>
                <a:off x="309612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h2749"/>
              <p:cNvSpPr/>
              <p:nvPr/>
            </p:nvSpPr>
            <p:spPr>
              <a:xfrm>
                <a:off x="310538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h2750"/>
              <p:cNvSpPr/>
              <p:nvPr/>
            </p:nvSpPr>
            <p:spPr>
              <a:xfrm>
                <a:off x="311464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h2751"/>
              <p:cNvSpPr/>
              <p:nvPr/>
            </p:nvSpPr>
            <p:spPr>
              <a:xfrm>
                <a:off x="312391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h2752"/>
              <p:cNvSpPr/>
              <p:nvPr/>
            </p:nvSpPr>
            <p:spPr>
              <a:xfrm>
                <a:off x="313317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h2753"/>
              <p:cNvSpPr/>
              <p:nvPr/>
            </p:nvSpPr>
            <p:spPr>
              <a:xfrm>
                <a:off x="314243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h2754"/>
              <p:cNvSpPr/>
              <p:nvPr/>
            </p:nvSpPr>
            <p:spPr>
              <a:xfrm>
                <a:off x="315169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h2755"/>
              <p:cNvSpPr/>
              <p:nvPr/>
            </p:nvSpPr>
            <p:spPr>
              <a:xfrm>
                <a:off x="316095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h2756"/>
              <p:cNvSpPr/>
              <p:nvPr/>
            </p:nvSpPr>
            <p:spPr>
              <a:xfrm>
                <a:off x="317022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h2757"/>
              <p:cNvSpPr/>
              <p:nvPr/>
            </p:nvSpPr>
            <p:spPr>
              <a:xfrm>
                <a:off x="317948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h2758"/>
              <p:cNvSpPr/>
              <p:nvPr/>
            </p:nvSpPr>
            <p:spPr>
              <a:xfrm>
                <a:off x="318874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h2759"/>
              <p:cNvSpPr/>
              <p:nvPr/>
            </p:nvSpPr>
            <p:spPr>
              <a:xfrm>
                <a:off x="319800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h2760"/>
              <p:cNvSpPr/>
              <p:nvPr/>
            </p:nvSpPr>
            <p:spPr>
              <a:xfrm>
                <a:off x="320727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h2761"/>
              <p:cNvSpPr/>
              <p:nvPr/>
            </p:nvSpPr>
            <p:spPr>
              <a:xfrm>
                <a:off x="32165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h2762"/>
              <p:cNvSpPr/>
              <p:nvPr/>
            </p:nvSpPr>
            <p:spPr>
              <a:xfrm>
                <a:off x="322579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h2763"/>
              <p:cNvSpPr/>
              <p:nvPr/>
            </p:nvSpPr>
            <p:spPr>
              <a:xfrm>
                <a:off x="32350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h2764"/>
              <p:cNvSpPr/>
              <p:nvPr/>
            </p:nvSpPr>
            <p:spPr>
              <a:xfrm>
                <a:off x="32443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h2765"/>
              <p:cNvSpPr/>
              <p:nvPr/>
            </p:nvSpPr>
            <p:spPr>
              <a:xfrm>
                <a:off x="32535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h2766"/>
              <p:cNvSpPr/>
              <p:nvPr/>
            </p:nvSpPr>
            <p:spPr>
              <a:xfrm>
                <a:off x="32628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h2767"/>
              <p:cNvSpPr/>
              <p:nvPr/>
            </p:nvSpPr>
            <p:spPr>
              <a:xfrm>
                <a:off x="327210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h2768"/>
              <p:cNvSpPr/>
              <p:nvPr/>
            </p:nvSpPr>
            <p:spPr>
              <a:xfrm>
                <a:off x="32813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h2769"/>
              <p:cNvSpPr/>
              <p:nvPr/>
            </p:nvSpPr>
            <p:spPr>
              <a:xfrm>
                <a:off x="32906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h2770"/>
              <p:cNvSpPr/>
              <p:nvPr/>
            </p:nvSpPr>
            <p:spPr>
              <a:xfrm>
                <a:off x="32998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h2771"/>
              <p:cNvSpPr/>
              <p:nvPr/>
            </p:nvSpPr>
            <p:spPr>
              <a:xfrm>
                <a:off x="33091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h2772"/>
              <p:cNvSpPr/>
              <p:nvPr/>
            </p:nvSpPr>
            <p:spPr>
              <a:xfrm>
                <a:off x="3318417" y="2240025"/>
                <a:ext cx="92187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7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73" y="897161"/>
                    </a:lnTo>
                    <a:lnTo>
                      <a:pt x="921553" y="898573"/>
                    </a:lnTo>
                    <a:lnTo>
                      <a:pt x="920984" y="901090"/>
                    </a:lnTo>
                    <a:lnTo>
                      <a:pt x="920415" y="903608"/>
                    </a:lnTo>
                    <a:lnTo>
                      <a:pt x="919846" y="906125"/>
                    </a:lnTo>
                    <a:lnTo>
                      <a:pt x="919277" y="908643"/>
                    </a:lnTo>
                    <a:lnTo>
                      <a:pt x="918709" y="911161"/>
                    </a:lnTo>
                    <a:lnTo>
                      <a:pt x="918140" y="913678"/>
                    </a:lnTo>
                    <a:lnTo>
                      <a:pt x="917978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h2773"/>
              <p:cNvSpPr/>
              <p:nvPr/>
            </p:nvSpPr>
            <p:spPr>
              <a:xfrm>
                <a:off x="2373670" y="2205548"/>
                <a:ext cx="914400" cy="92891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1">
                    <a:moveTo>
                      <a:pt x="914400" y="914400"/>
                    </a:moveTo>
                    <a:lnTo>
                      <a:pt x="914400" y="928911"/>
                    </a:lnTo>
                    <a:lnTo>
                      <a:pt x="914166" y="928394"/>
                    </a:lnTo>
                    <a:lnTo>
                      <a:pt x="913397" y="926690"/>
                    </a:lnTo>
                    <a:lnTo>
                      <a:pt x="912628" y="924987"/>
                    </a:lnTo>
                    <a:lnTo>
                      <a:pt x="911859" y="923283"/>
                    </a:lnTo>
                    <a:lnTo>
                      <a:pt x="911089" y="921579"/>
                    </a:lnTo>
                    <a:lnTo>
                      <a:pt x="910319" y="919876"/>
                    </a:lnTo>
                    <a:lnTo>
                      <a:pt x="909549" y="918172"/>
                    </a:lnTo>
                    <a:lnTo>
                      <a:pt x="908779" y="916468"/>
                    </a:lnTo>
                    <a:lnTo>
                      <a:pt x="908009" y="914765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h2774"/>
              <p:cNvSpPr/>
              <p:nvPr/>
            </p:nvSpPr>
            <p:spPr>
              <a:xfrm>
                <a:off x="23736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29" y="931638"/>
                    </a:lnTo>
                    <a:lnTo>
                      <a:pt x="914935" y="930098"/>
                    </a:lnTo>
                    <a:lnTo>
                      <a:pt x="914400" y="928911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h2775"/>
              <p:cNvSpPr/>
              <p:nvPr/>
            </p:nvSpPr>
            <p:spPr>
              <a:xfrm>
                <a:off x="23829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h2776"/>
              <p:cNvSpPr/>
              <p:nvPr/>
            </p:nvSpPr>
            <p:spPr>
              <a:xfrm>
                <a:off x="239219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h2777"/>
              <p:cNvSpPr/>
              <p:nvPr/>
            </p:nvSpPr>
            <p:spPr>
              <a:xfrm>
                <a:off x="24014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h2778"/>
              <p:cNvSpPr/>
              <p:nvPr/>
            </p:nvSpPr>
            <p:spPr>
              <a:xfrm>
                <a:off x="24107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h2779"/>
              <p:cNvSpPr/>
              <p:nvPr/>
            </p:nvSpPr>
            <p:spPr>
              <a:xfrm>
                <a:off x="24199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h2780"/>
              <p:cNvSpPr/>
              <p:nvPr/>
            </p:nvSpPr>
            <p:spPr>
              <a:xfrm>
                <a:off x="24292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h2781"/>
              <p:cNvSpPr/>
              <p:nvPr/>
            </p:nvSpPr>
            <p:spPr>
              <a:xfrm>
                <a:off x="243850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h2782"/>
              <p:cNvSpPr/>
              <p:nvPr/>
            </p:nvSpPr>
            <p:spPr>
              <a:xfrm>
                <a:off x="24477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h2783"/>
              <p:cNvSpPr/>
              <p:nvPr/>
            </p:nvSpPr>
            <p:spPr>
              <a:xfrm>
                <a:off x="24570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h2784"/>
              <p:cNvSpPr/>
              <p:nvPr/>
            </p:nvSpPr>
            <p:spPr>
              <a:xfrm>
                <a:off x="24662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h2785"/>
              <p:cNvSpPr/>
              <p:nvPr/>
            </p:nvSpPr>
            <p:spPr>
              <a:xfrm>
                <a:off x="247555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h2786"/>
              <p:cNvSpPr/>
              <p:nvPr/>
            </p:nvSpPr>
            <p:spPr>
              <a:xfrm>
                <a:off x="24848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h2787"/>
              <p:cNvSpPr/>
              <p:nvPr/>
            </p:nvSpPr>
            <p:spPr>
              <a:xfrm>
                <a:off x="24940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h2788"/>
              <p:cNvSpPr/>
              <p:nvPr/>
            </p:nvSpPr>
            <p:spPr>
              <a:xfrm>
                <a:off x="25033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h2789"/>
              <p:cNvSpPr/>
              <p:nvPr/>
            </p:nvSpPr>
            <p:spPr>
              <a:xfrm>
                <a:off x="25126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h2790"/>
              <p:cNvSpPr/>
              <p:nvPr/>
            </p:nvSpPr>
            <p:spPr>
              <a:xfrm>
                <a:off x="25218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h2791"/>
              <p:cNvSpPr/>
              <p:nvPr/>
            </p:nvSpPr>
            <p:spPr>
              <a:xfrm>
                <a:off x="25311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h2792"/>
              <p:cNvSpPr/>
              <p:nvPr/>
            </p:nvSpPr>
            <p:spPr>
              <a:xfrm>
                <a:off x="25403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h2793"/>
              <p:cNvSpPr/>
              <p:nvPr/>
            </p:nvSpPr>
            <p:spPr>
              <a:xfrm>
                <a:off x="25496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h2794"/>
              <p:cNvSpPr/>
              <p:nvPr/>
            </p:nvSpPr>
            <p:spPr>
              <a:xfrm>
                <a:off x="25589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h2795"/>
              <p:cNvSpPr/>
              <p:nvPr/>
            </p:nvSpPr>
            <p:spPr>
              <a:xfrm>
                <a:off x="25681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h2796"/>
              <p:cNvSpPr/>
              <p:nvPr/>
            </p:nvSpPr>
            <p:spPr>
              <a:xfrm>
                <a:off x="25774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h2797"/>
              <p:cNvSpPr/>
              <p:nvPr/>
            </p:nvSpPr>
            <p:spPr>
              <a:xfrm>
                <a:off x="25867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h2798"/>
              <p:cNvSpPr/>
              <p:nvPr/>
            </p:nvSpPr>
            <p:spPr>
              <a:xfrm>
                <a:off x="25959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h2799"/>
              <p:cNvSpPr/>
              <p:nvPr/>
            </p:nvSpPr>
            <p:spPr>
              <a:xfrm>
                <a:off x="26052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h2800"/>
              <p:cNvSpPr/>
              <p:nvPr/>
            </p:nvSpPr>
            <p:spPr>
              <a:xfrm>
                <a:off x="26144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h2801"/>
              <p:cNvSpPr/>
              <p:nvPr/>
            </p:nvSpPr>
            <p:spPr>
              <a:xfrm>
                <a:off x="26237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h2802"/>
              <p:cNvSpPr/>
              <p:nvPr/>
            </p:nvSpPr>
            <p:spPr>
              <a:xfrm>
                <a:off x="26330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h2803"/>
              <p:cNvSpPr/>
              <p:nvPr/>
            </p:nvSpPr>
            <p:spPr>
              <a:xfrm>
                <a:off x="26422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h2804"/>
              <p:cNvSpPr/>
              <p:nvPr/>
            </p:nvSpPr>
            <p:spPr>
              <a:xfrm>
                <a:off x="26515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h2805"/>
              <p:cNvSpPr/>
              <p:nvPr/>
            </p:nvSpPr>
            <p:spPr>
              <a:xfrm>
                <a:off x="26607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h2806"/>
              <p:cNvSpPr/>
              <p:nvPr/>
            </p:nvSpPr>
            <p:spPr>
              <a:xfrm>
                <a:off x="2679323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789" y="897161"/>
                    </a:lnTo>
                    <a:lnTo>
                      <a:pt x="913560" y="901639"/>
                    </a:lnTo>
                    <a:lnTo>
                      <a:pt x="914400" y="907585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h2807"/>
              <p:cNvSpPr/>
              <p:nvPr/>
            </p:nvSpPr>
            <p:spPr>
              <a:xfrm>
                <a:off x="2679323" y="2222787"/>
                <a:ext cx="9152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297" h="914400">
                    <a:moveTo>
                      <a:pt x="914400" y="914400"/>
                    </a:moveTo>
                    <a:lnTo>
                      <a:pt x="914400" y="907585"/>
                    </a:lnTo>
                    <a:lnTo>
                      <a:pt x="915059" y="912254"/>
                    </a:lnTo>
                    <a:lnTo>
                      <a:pt x="915297" y="914400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h2808"/>
              <p:cNvSpPr/>
              <p:nvPr/>
            </p:nvSpPr>
            <p:spPr>
              <a:xfrm>
                <a:off x="2855306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430" y="914400"/>
                    </a:lnTo>
                    <a:lnTo>
                      <a:pt x="905677" y="914105"/>
                    </a:lnTo>
                    <a:lnTo>
                      <a:pt x="910721" y="908746"/>
                    </a:lnTo>
                    <a:lnTo>
                      <a:pt x="914400" y="9053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h2809"/>
              <p:cNvSpPr/>
              <p:nvPr/>
            </p:nvSpPr>
            <p:spPr>
              <a:xfrm>
                <a:off x="2864568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300"/>
                    </a:lnTo>
                    <a:lnTo>
                      <a:pt x="906646" y="903885"/>
                    </a:lnTo>
                    <a:lnTo>
                      <a:pt x="911964" y="899536"/>
                    </a:lnTo>
                    <a:lnTo>
                      <a:pt x="912357" y="899236"/>
                    </a:lnTo>
                    <a:lnTo>
                      <a:pt x="912754" y="898934"/>
                    </a:lnTo>
                    <a:lnTo>
                      <a:pt x="913151" y="898632"/>
                    </a:lnTo>
                    <a:lnTo>
                      <a:pt x="913548" y="898330"/>
                    </a:lnTo>
                    <a:lnTo>
                      <a:pt x="913945" y="898029"/>
                    </a:lnTo>
                    <a:lnTo>
                      <a:pt x="914400" y="897683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h2810"/>
              <p:cNvSpPr/>
              <p:nvPr/>
            </p:nvSpPr>
            <p:spPr>
              <a:xfrm>
                <a:off x="2873830" y="22055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921"/>
                    </a:lnTo>
                    <a:lnTo>
                      <a:pt x="905477" y="914663"/>
                    </a:lnTo>
                    <a:lnTo>
                      <a:pt x="905824" y="914400"/>
                    </a:lnTo>
                    <a:close/>
                  </a:path>
                </a:pathLst>
              </a:custGeom>
              <a:solidFill>
                <a:srgbClr val="A6D86D">
                  <a:alpha val="100000"/>
                </a:srgbClr>
              </a:solidFill>
              <a:ln w="5420" cap="flat">
                <a:solidFill>
                  <a:srgbClr val="A6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h2811"/>
              <p:cNvSpPr/>
              <p:nvPr/>
            </p:nvSpPr>
            <p:spPr>
              <a:xfrm>
                <a:off x="28738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h2812"/>
              <p:cNvSpPr/>
              <p:nvPr/>
            </p:nvSpPr>
            <p:spPr>
              <a:xfrm>
                <a:off x="28830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h2813"/>
              <p:cNvSpPr/>
              <p:nvPr/>
            </p:nvSpPr>
            <p:spPr>
              <a:xfrm>
                <a:off x="28923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h2814"/>
              <p:cNvSpPr/>
              <p:nvPr/>
            </p:nvSpPr>
            <p:spPr>
              <a:xfrm>
                <a:off x="29016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h2815"/>
              <p:cNvSpPr/>
              <p:nvPr/>
            </p:nvSpPr>
            <p:spPr>
              <a:xfrm>
                <a:off x="29108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h2816"/>
              <p:cNvSpPr/>
              <p:nvPr/>
            </p:nvSpPr>
            <p:spPr>
              <a:xfrm>
                <a:off x="29201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h2817"/>
              <p:cNvSpPr/>
              <p:nvPr/>
            </p:nvSpPr>
            <p:spPr>
              <a:xfrm>
                <a:off x="29294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h2818"/>
              <p:cNvSpPr/>
              <p:nvPr/>
            </p:nvSpPr>
            <p:spPr>
              <a:xfrm>
                <a:off x="29386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h2819"/>
              <p:cNvSpPr/>
              <p:nvPr/>
            </p:nvSpPr>
            <p:spPr>
              <a:xfrm>
                <a:off x="29479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h2820"/>
              <p:cNvSpPr/>
              <p:nvPr/>
            </p:nvSpPr>
            <p:spPr>
              <a:xfrm>
                <a:off x="29571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h2821"/>
              <p:cNvSpPr/>
              <p:nvPr/>
            </p:nvSpPr>
            <p:spPr>
              <a:xfrm>
                <a:off x="29664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h2822"/>
              <p:cNvSpPr/>
              <p:nvPr/>
            </p:nvSpPr>
            <p:spPr>
              <a:xfrm>
                <a:off x="29757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h2823"/>
              <p:cNvSpPr/>
              <p:nvPr/>
            </p:nvSpPr>
            <p:spPr>
              <a:xfrm>
                <a:off x="29849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h2824"/>
              <p:cNvSpPr/>
              <p:nvPr/>
            </p:nvSpPr>
            <p:spPr>
              <a:xfrm>
                <a:off x="29942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h2825"/>
              <p:cNvSpPr/>
              <p:nvPr/>
            </p:nvSpPr>
            <p:spPr>
              <a:xfrm>
                <a:off x="30035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h2826"/>
              <p:cNvSpPr/>
              <p:nvPr/>
            </p:nvSpPr>
            <p:spPr>
              <a:xfrm>
                <a:off x="30127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h2827"/>
              <p:cNvSpPr/>
              <p:nvPr/>
            </p:nvSpPr>
            <p:spPr>
              <a:xfrm>
                <a:off x="30220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h2828"/>
              <p:cNvSpPr/>
              <p:nvPr/>
            </p:nvSpPr>
            <p:spPr>
              <a:xfrm>
                <a:off x="30312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h2829"/>
              <p:cNvSpPr/>
              <p:nvPr/>
            </p:nvSpPr>
            <p:spPr>
              <a:xfrm>
                <a:off x="30405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h2830"/>
              <p:cNvSpPr/>
              <p:nvPr/>
            </p:nvSpPr>
            <p:spPr>
              <a:xfrm>
                <a:off x="30498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h2831"/>
              <p:cNvSpPr/>
              <p:nvPr/>
            </p:nvSpPr>
            <p:spPr>
              <a:xfrm>
                <a:off x="30590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h2832"/>
              <p:cNvSpPr/>
              <p:nvPr/>
            </p:nvSpPr>
            <p:spPr>
              <a:xfrm>
                <a:off x="30683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h2833"/>
              <p:cNvSpPr/>
              <p:nvPr/>
            </p:nvSpPr>
            <p:spPr>
              <a:xfrm>
                <a:off x="30775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h2834"/>
              <p:cNvSpPr/>
              <p:nvPr/>
            </p:nvSpPr>
            <p:spPr>
              <a:xfrm>
                <a:off x="308686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h2835"/>
              <p:cNvSpPr/>
              <p:nvPr/>
            </p:nvSpPr>
            <p:spPr>
              <a:xfrm>
                <a:off x="309612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h2836"/>
              <p:cNvSpPr/>
              <p:nvPr/>
            </p:nvSpPr>
            <p:spPr>
              <a:xfrm>
                <a:off x="310538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h2837"/>
              <p:cNvSpPr/>
              <p:nvPr/>
            </p:nvSpPr>
            <p:spPr>
              <a:xfrm>
                <a:off x="311464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h2838"/>
              <p:cNvSpPr/>
              <p:nvPr/>
            </p:nvSpPr>
            <p:spPr>
              <a:xfrm>
                <a:off x="312391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h2839"/>
              <p:cNvSpPr/>
              <p:nvPr/>
            </p:nvSpPr>
            <p:spPr>
              <a:xfrm>
                <a:off x="313317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h2840"/>
              <p:cNvSpPr/>
              <p:nvPr/>
            </p:nvSpPr>
            <p:spPr>
              <a:xfrm>
                <a:off x="314243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h2841"/>
              <p:cNvSpPr/>
              <p:nvPr/>
            </p:nvSpPr>
            <p:spPr>
              <a:xfrm>
                <a:off x="315169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h2842"/>
              <p:cNvSpPr/>
              <p:nvPr/>
            </p:nvSpPr>
            <p:spPr>
              <a:xfrm>
                <a:off x="316095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h2843"/>
              <p:cNvSpPr/>
              <p:nvPr/>
            </p:nvSpPr>
            <p:spPr>
              <a:xfrm>
                <a:off x="317022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h2844"/>
              <p:cNvSpPr/>
              <p:nvPr/>
            </p:nvSpPr>
            <p:spPr>
              <a:xfrm>
                <a:off x="317948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h2845"/>
              <p:cNvSpPr/>
              <p:nvPr/>
            </p:nvSpPr>
            <p:spPr>
              <a:xfrm>
                <a:off x="318874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h2846"/>
              <p:cNvSpPr/>
              <p:nvPr/>
            </p:nvSpPr>
            <p:spPr>
              <a:xfrm>
                <a:off x="319800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h2847"/>
              <p:cNvSpPr/>
              <p:nvPr/>
            </p:nvSpPr>
            <p:spPr>
              <a:xfrm>
                <a:off x="32072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h2848"/>
              <p:cNvSpPr/>
              <p:nvPr/>
            </p:nvSpPr>
            <p:spPr>
              <a:xfrm>
                <a:off x="32165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h2849"/>
              <p:cNvSpPr/>
              <p:nvPr/>
            </p:nvSpPr>
            <p:spPr>
              <a:xfrm>
                <a:off x="322579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h2850"/>
              <p:cNvSpPr/>
              <p:nvPr/>
            </p:nvSpPr>
            <p:spPr>
              <a:xfrm>
                <a:off x="32350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h2851"/>
              <p:cNvSpPr/>
              <p:nvPr/>
            </p:nvSpPr>
            <p:spPr>
              <a:xfrm>
                <a:off x="32443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h2852"/>
              <p:cNvSpPr/>
              <p:nvPr/>
            </p:nvSpPr>
            <p:spPr>
              <a:xfrm>
                <a:off x="32535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h2853"/>
              <p:cNvSpPr/>
              <p:nvPr/>
            </p:nvSpPr>
            <p:spPr>
              <a:xfrm>
                <a:off x="32628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h2854"/>
              <p:cNvSpPr/>
              <p:nvPr/>
            </p:nvSpPr>
            <p:spPr>
              <a:xfrm>
                <a:off x="327210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h2855"/>
              <p:cNvSpPr/>
              <p:nvPr/>
            </p:nvSpPr>
            <p:spPr>
              <a:xfrm>
                <a:off x="32813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h2856"/>
              <p:cNvSpPr/>
              <p:nvPr/>
            </p:nvSpPr>
            <p:spPr>
              <a:xfrm>
                <a:off x="32906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h2857"/>
              <p:cNvSpPr/>
              <p:nvPr/>
            </p:nvSpPr>
            <p:spPr>
              <a:xfrm>
                <a:off x="32998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h2858"/>
              <p:cNvSpPr/>
              <p:nvPr/>
            </p:nvSpPr>
            <p:spPr>
              <a:xfrm>
                <a:off x="33091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h2859"/>
              <p:cNvSpPr/>
              <p:nvPr/>
            </p:nvSpPr>
            <p:spPr>
              <a:xfrm>
                <a:off x="3318417" y="22227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497"/>
                    </a:lnTo>
                    <a:lnTo>
                      <a:pt x="923263" y="908259"/>
                    </a:lnTo>
                    <a:lnTo>
                      <a:pt x="922693" y="910776"/>
                    </a:lnTo>
                    <a:lnTo>
                      <a:pt x="922123" y="913294"/>
                    </a:lnTo>
                    <a:lnTo>
                      <a:pt x="921873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h2860"/>
              <p:cNvSpPr/>
              <p:nvPr/>
            </p:nvSpPr>
            <p:spPr>
              <a:xfrm>
                <a:off x="3327679" y="2205548"/>
                <a:ext cx="916792" cy="923736"/>
              </a:xfrm>
              <a:custGeom>
                <a:avLst/>
                <a:gdLst/>
                <a:ahLst/>
                <a:cxnLst/>
                <a:rect l="0" t="0" r="0" b="0"/>
                <a:pathLst>
                  <a:path w="916792" h="923736">
                    <a:moveTo>
                      <a:pt x="914400" y="914400"/>
                    </a:moveTo>
                    <a:lnTo>
                      <a:pt x="916792" y="914400"/>
                    </a:lnTo>
                    <a:lnTo>
                      <a:pt x="916667" y="914867"/>
                    </a:lnTo>
                    <a:lnTo>
                      <a:pt x="915863" y="917877"/>
                    </a:lnTo>
                    <a:lnTo>
                      <a:pt x="915060" y="920887"/>
                    </a:lnTo>
                    <a:lnTo>
                      <a:pt x="914963" y="921250"/>
                    </a:lnTo>
                    <a:lnTo>
                      <a:pt x="914571" y="922980"/>
                    </a:lnTo>
                    <a:lnTo>
                      <a:pt x="914400" y="923736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h2861"/>
              <p:cNvSpPr/>
              <p:nvPr/>
            </p:nvSpPr>
            <p:spPr>
              <a:xfrm>
                <a:off x="2364408" y="2188310"/>
                <a:ext cx="914399" cy="92565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659">
                    <a:moveTo>
                      <a:pt x="914399" y="914400"/>
                    </a:moveTo>
                    <a:lnTo>
                      <a:pt x="914399" y="925659"/>
                    </a:lnTo>
                    <a:lnTo>
                      <a:pt x="914187" y="925190"/>
                    </a:lnTo>
                    <a:lnTo>
                      <a:pt x="913416" y="923487"/>
                    </a:lnTo>
                    <a:lnTo>
                      <a:pt x="912644" y="921784"/>
                    </a:lnTo>
                    <a:lnTo>
                      <a:pt x="911872" y="920081"/>
                    </a:lnTo>
                    <a:lnTo>
                      <a:pt x="911100" y="918378"/>
                    </a:lnTo>
                    <a:lnTo>
                      <a:pt x="910328" y="916675"/>
                    </a:lnTo>
                    <a:lnTo>
                      <a:pt x="909555" y="914972"/>
                    </a:lnTo>
                    <a:lnTo>
                      <a:pt x="909296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h2862"/>
              <p:cNvSpPr/>
              <p:nvPr/>
            </p:nvSpPr>
            <p:spPr>
              <a:xfrm>
                <a:off x="23644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6500" y="930300"/>
                    </a:lnTo>
                    <a:lnTo>
                      <a:pt x="915729" y="928597"/>
                    </a:lnTo>
                    <a:lnTo>
                      <a:pt x="914958" y="926893"/>
                    </a:lnTo>
                    <a:lnTo>
                      <a:pt x="914399" y="92565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h2863"/>
              <p:cNvSpPr/>
              <p:nvPr/>
            </p:nvSpPr>
            <p:spPr>
              <a:xfrm>
                <a:off x="23736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h2864"/>
              <p:cNvSpPr/>
              <p:nvPr/>
            </p:nvSpPr>
            <p:spPr>
              <a:xfrm>
                <a:off x="23829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h2865"/>
              <p:cNvSpPr/>
              <p:nvPr/>
            </p:nvSpPr>
            <p:spPr>
              <a:xfrm>
                <a:off x="239219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h2866"/>
              <p:cNvSpPr/>
              <p:nvPr/>
            </p:nvSpPr>
            <p:spPr>
              <a:xfrm>
                <a:off x="24014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h2867"/>
              <p:cNvSpPr/>
              <p:nvPr/>
            </p:nvSpPr>
            <p:spPr>
              <a:xfrm>
                <a:off x="24107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h2868"/>
              <p:cNvSpPr/>
              <p:nvPr/>
            </p:nvSpPr>
            <p:spPr>
              <a:xfrm>
                <a:off x="24199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h2869"/>
              <p:cNvSpPr/>
              <p:nvPr/>
            </p:nvSpPr>
            <p:spPr>
              <a:xfrm>
                <a:off x="24292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h2870"/>
              <p:cNvSpPr/>
              <p:nvPr/>
            </p:nvSpPr>
            <p:spPr>
              <a:xfrm>
                <a:off x="243850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h2871"/>
              <p:cNvSpPr/>
              <p:nvPr/>
            </p:nvSpPr>
            <p:spPr>
              <a:xfrm>
                <a:off x="24477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h2872"/>
              <p:cNvSpPr/>
              <p:nvPr/>
            </p:nvSpPr>
            <p:spPr>
              <a:xfrm>
                <a:off x="24570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h2873"/>
              <p:cNvSpPr/>
              <p:nvPr/>
            </p:nvSpPr>
            <p:spPr>
              <a:xfrm>
                <a:off x="24662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h2874"/>
              <p:cNvSpPr/>
              <p:nvPr/>
            </p:nvSpPr>
            <p:spPr>
              <a:xfrm>
                <a:off x="247555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h2875"/>
              <p:cNvSpPr/>
              <p:nvPr/>
            </p:nvSpPr>
            <p:spPr>
              <a:xfrm>
                <a:off x="24848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h2876"/>
              <p:cNvSpPr/>
              <p:nvPr/>
            </p:nvSpPr>
            <p:spPr>
              <a:xfrm>
                <a:off x="24940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h2877"/>
              <p:cNvSpPr/>
              <p:nvPr/>
            </p:nvSpPr>
            <p:spPr>
              <a:xfrm>
                <a:off x="25033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h2878"/>
              <p:cNvSpPr/>
              <p:nvPr/>
            </p:nvSpPr>
            <p:spPr>
              <a:xfrm>
                <a:off x="25126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h2879"/>
              <p:cNvSpPr/>
              <p:nvPr/>
            </p:nvSpPr>
            <p:spPr>
              <a:xfrm>
                <a:off x="25218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h2880"/>
              <p:cNvSpPr/>
              <p:nvPr/>
            </p:nvSpPr>
            <p:spPr>
              <a:xfrm>
                <a:off x="25311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h2881"/>
              <p:cNvSpPr/>
              <p:nvPr/>
            </p:nvSpPr>
            <p:spPr>
              <a:xfrm>
                <a:off x="25403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h2882"/>
              <p:cNvSpPr/>
              <p:nvPr/>
            </p:nvSpPr>
            <p:spPr>
              <a:xfrm>
                <a:off x="25496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h2883"/>
              <p:cNvSpPr/>
              <p:nvPr/>
            </p:nvSpPr>
            <p:spPr>
              <a:xfrm>
                <a:off x="25589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h2884"/>
              <p:cNvSpPr/>
              <p:nvPr/>
            </p:nvSpPr>
            <p:spPr>
              <a:xfrm>
                <a:off x="25681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h2885"/>
              <p:cNvSpPr/>
              <p:nvPr/>
            </p:nvSpPr>
            <p:spPr>
              <a:xfrm>
                <a:off x="25774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h2886"/>
              <p:cNvSpPr/>
              <p:nvPr/>
            </p:nvSpPr>
            <p:spPr>
              <a:xfrm>
                <a:off x="25867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h2887"/>
              <p:cNvSpPr/>
              <p:nvPr/>
            </p:nvSpPr>
            <p:spPr>
              <a:xfrm>
                <a:off x="25959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h2888"/>
              <p:cNvSpPr/>
              <p:nvPr/>
            </p:nvSpPr>
            <p:spPr>
              <a:xfrm>
                <a:off x="26052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h2889"/>
              <p:cNvSpPr/>
              <p:nvPr/>
            </p:nvSpPr>
            <p:spPr>
              <a:xfrm>
                <a:off x="26144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h2890"/>
              <p:cNvSpPr/>
              <p:nvPr/>
            </p:nvSpPr>
            <p:spPr>
              <a:xfrm>
                <a:off x="26237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h2891"/>
              <p:cNvSpPr/>
              <p:nvPr/>
            </p:nvSpPr>
            <p:spPr>
              <a:xfrm>
                <a:off x="26330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h2892"/>
              <p:cNvSpPr/>
              <p:nvPr/>
            </p:nvSpPr>
            <p:spPr>
              <a:xfrm>
                <a:off x="26422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h2893"/>
              <p:cNvSpPr/>
              <p:nvPr/>
            </p:nvSpPr>
            <p:spPr>
              <a:xfrm>
                <a:off x="26515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h2894"/>
              <p:cNvSpPr/>
              <p:nvPr/>
            </p:nvSpPr>
            <p:spPr>
              <a:xfrm>
                <a:off x="26607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h2895"/>
              <p:cNvSpPr/>
              <p:nvPr/>
            </p:nvSpPr>
            <p:spPr>
              <a:xfrm>
                <a:off x="2670061" y="2205548"/>
                <a:ext cx="9220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5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03" y="897161"/>
                    </a:lnTo>
                    <a:lnTo>
                      <a:pt x="918932" y="897316"/>
                    </a:lnTo>
                    <a:lnTo>
                      <a:pt x="919037" y="897871"/>
                    </a:lnTo>
                    <a:lnTo>
                      <a:pt x="919142" y="898427"/>
                    </a:lnTo>
                    <a:lnTo>
                      <a:pt x="919246" y="898982"/>
                    </a:lnTo>
                    <a:lnTo>
                      <a:pt x="919351" y="899538"/>
                    </a:lnTo>
                    <a:lnTo>
                      <a:pt x="919455" y="900093"/>
                    </a:lnTo>
                    <a:lnTo>
                      <a:pt x="919560" y="900649"/>
                    </a:lnTo>
                    <a:lnTo>
                      <a:pt x="919664" y="901204"/>
                    </a:lnTo>
                    <a:lnTo>
                      <a:pt x="919769" y="901760"/>
                    </a:lnTo>
                    <a:lnTo>
                      <a:pt x="919874" y="902316"/>
                    </a:lnTo>
                    <a:lnTo>
                      <a:pt x="919978" y="902871"/>
                    </a:lnTo>
                    <a:lnTo>
                      <a:pt x="920083" y="903427"/>
                    </a:lnTo>
                    <a:lnTo>
                      <a:pt x="920187" y="903982"/>
                    </a:lnTo>
                    <a:lnTo>
                      <a:pt x="920292" y="904538"/>
                    </a:lnTo>
                    <a:lnTo>
                      <a:pt x="920396" y="905093"/>
                    </a:lnTo>
                    <a:lnTo>
                      <a:pt x="920501" y="905649"/>
                    </a:lnTo>
                    <a:lnTo>
                      <a:pt x="920605" y="906204"/>
                    </a:lnTo>
                    <a:lnTo>
                      <a:pt x="920710" y="906760"/>
                    </a:lnTo>
                    <a:lnTo>
                      <a:pt x="920814" y="907315"/>
                    </a:lnTo>
                    <a:lnTo>
                      <a:pt x="920918" y="907871"/>
                    </a:lnTo>
                    <a:lnTo>
                      <a:pt x="921023" y="908426"/>
                    </a:lnTo>
                    <a:lnTo>
                      <a:pt x="922051" y="9144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h2896"/>
              <p:cNvSpPr/>
              <p:nvPr/>
            </p:nvSpPr>
            <p:spPr>
              <a:xfrm>
                <a:off x="2873830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874" y="914361"/>
                    </a:lnTo>
                    <a:lnTo>
                      <a:pt x="906271" y="914060"/>
                    </a:lnTo>
                    <a:lnTo>
                      <a:pt x="906668" y="913758"/>
                    </a:lnTo>
                    <a:lnTo>
                      <a:pt x="907065" y="913456"/>
                    </a:lnTo>
                    <a:lnTo>
                      <a:pt x="907462" y="913154"/>
                    </a:lnTo>
                    <a:lnTo>
                      <a:pt x="907859" y="912852"/>
                    </a:lnTo>
                    <a:lnTo>
                      <a:pt x="908256" y="912551"/>
                    </a:lnTo>
                    <a:lnTo>
                      <a:pt x="908653" y="912249"/>
                    </a:lnTo>
                    <a:lnTo>
                      <a:pt x="909051" y="911947"/>
                    </a:lnTo>
                    <a:lnTo>
                      <a:pt x="909448" y="911646"/>
                    </a:lnTo>
                    <a:lnTo>
                      <a:pt x="909845" y="911344"/>
                    </a:lnTo>
                    <a:lnTo>
                      <a:pt x="910242" y="911042"/>
                    </a:lnTo>
                    <a:lnTo>
                      <a:pt x="910639" y="910740"/>
                    </a:lnTo>
                    <a:lnTo>
                      <a:pt x="911037" y="910439"/>
                    </a:lnTo>
                    <a:lnTo>
                      <a:pt x="911434" y="910137"/>
                    </a:lnTo>
                    <a:lnTo>
                      <a:pt x="911831" y="909836"/>
                    </a:lnTo>
                    <a:lnTo>
                      <a:pt x="912229" y="909534"/>
                    </a:lnTo>
                    <a:lnTo>
                      <a:pt x="912626" y="909232"/>
                    </a:lnTo>
                    <a:lnTo>
                      <a:pt x="913023" y="908931"/>
                    </a:lnTo>
                    <a:lnTo>
                      <a:pt x="913421" y="908629"/>
                    </a:lnTo>
                    <a:lnTo>
                      <a:pt x="913818" y="908327"/>
                    </a:lnTo>
                    <a:lnTo>
                      <a:pt x="914215" y="908026"/>
                    </a:lnTo>
                    <a:lnTo>
                      <a:pt x="914400" y="907886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h2897"/>
              <p:cNvSpPr/>
              <p:nvPr/>
            </p:nvSpPr>
            <p:spPr>
              <a:xfrm>
                <a:off x="2883092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886"/>
                    </a:lnTo>
                    <a:lnTo>
                      <a:pt x="905351" y="907724"/>
                    </a:lnTo>
                    <a:lnTo>
                      <a:pt x="905748" y="907423"/>
                    </a:lnTo>
                    <a:lnTo>
                      <a:pt x="906145" y="907121"/>
                    </a:lnTo>
                    <a:lnTo>
                      <a:pt x="911308" y="903480"/>
                    </a:lnTo>
                    <a:lnTo>
                      <a:pt x="914400" y="901621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h2898"/>
              <p:cNvSpPr/>
              <p:nvPr/>
            </p:nvSpPr>
            <p:spPr>
              <a:xfrm>
                <a:off x="2892354" y="21883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59"/>
                    </a:lnTo>
                    <a:lnTo>
                      <a:pt x="907298" y="917560"/>
                    </a:lnTo>
                    <a:lnTo>
                      <a:pt x="912629" y="914890"/>
                    </a:lnTo>
                    <a:lnTo>
                      <a:pt x="913846" y="914400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h2899"/>
              <p:cNvSpPr/>
              <p:nvPr/>
            </p:nvSpPr>
            <p:spPr>
              <a:xfrm>
                <a:off x="28923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h2900"/>
              <p:cNvSpPr/>
              <p:nvPr/>
            </p:nvSpPr>
            <p:spPr>
              <a:xfrm>
                <a:off x="29016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h2901"/>
              <p:cNvSpPr/>
              <p:nvPr/>
            </p:nvSpPr>
            <p:spPr>
              <a:xfrm>
                <a:off x="29108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h2902"/>
              <p:cNvSpPr/>
              <p:nvPr/>
            </p:nvSpPr>
            <p:spPr>
              <a:xfrm>
                <a:off x="29201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h2903"/>
              <p:cNvSpPr/>
              <p:nvPr/>
            </p:nvSpPr>
            <p:spPr>
              <a:xfrm>
                <a:off x="29294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h2904"/>
              <p:cNvSpPr/>
              <p:nvPr/>
            </p:nvSpPr>
            <p:spPr>
              <a:xfrm>
                <a:off x="29386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h2905"/>
              <p:cNvSpPr/>
              <p:nvPr/>
            </p:nvSpPr>
            <p:spPr>
              <a:xfrm>
                <a:off x="29479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h2906"/>
              <p:cNvSpPr/>
              <p:nvPr/>
            </p:nvSpPr>
            <p:spPr>
              <a:xfrm>
                <a:off x="29571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h2907"/>
              <p:cNvSpPr/>
              <p:nvPr/>
            </p:nvSpPr>
            <p:spPr>
              <a:xfrm>
                <a:off x="29664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h2908"/>
              <p:cNvSpPr/>
              <p:nvPr/>
            </p:nvSpPr>
            <p:spPr>
              <a:xfrm>
                <a:off x="29757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h2909"/>
              <p:cNvSpPr/>
              <p:nvPr/>
            </p:nvSpPr>
            <p:spPr>
              <a:xfrm>
                <a:off x="29849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h2910"/>
              <p:cNvSpPr/>
              <p:nvPr/>
            </p:nvSpPr>
            <p:spPr>
              <a:xfrm>
                <a:off x="29942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h2911"/>
              <p:cNvSpPr/>
              <p:nvPr/>
            </p:nvSpPr>
            <p:spPr>
              <a:xfrm>
                <a:off x="30035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h2912"/>
              <p:cNvSpPr/>
              <p:nvPr/>
            </p:nvSpPr>
            <p:spPr>
              <a:xfrm>
                <a:off x="30127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h2913"/>
              <p:cNvSpPr/>
              <p:nvPr/>
            </p:nvSpPr>
            <p:spPr>
              <a:xfrm>
                <a:off x="30220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h2914"/>
              <p:cNvSpPr/>
              <p:nvPr/>
            </p:nvSpPr>
            <p:spPr>
              <a:xfrm>
                <a:off x="30312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h2915"/>
              <p:cNvSpPr/>
              <p:nvPr/>
            </p:nvSpPr>
            <p:spPr>
              <a:xfrm>
                <a:off x="30405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h2916"/>
              <p:cNvSpPr/>
              <p:nvPr/>
            </p:nvSpPr>
            <p:spPr>
              <a:xfrm>
                <a:off x="30498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h2917"/>
              <p:cNvSpPr/>
              <p:nvPr/>
            </p:nvSpPr>
            <p:spPr>
              <a:xfrm>
                <a:off x="30590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h2918"/>
              <p:cNvSpPr/>
              <p:nvPr/>
            </p:nvSpPr>
            <p:spPr>
              <a:xfrm>
                <a:off x="30683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h2919"/>
              <p:cNvSpPr/>
              <p:nvPr/>
            </p:nvSpPr>
            <p:spPr>
              <a:xfrm>
                <a:off x="30775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h2920"/>
              <p:cNvSpPr/>
              <p:nvPr/>
            </p:nvSpPr>
            <p:spPr>
              <a:xfrm>
                <a:off x="308686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h2921"/>
              <p:cNvSpPr/>
              <p:nvPr/>
            </p:nvSpPr>
            <p:spPr>
              <a:xfrm>
                <a:off x="309612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h2922"/>
              <p:cNvSpPr/>
              <p:nvPr/>
            </p:nvSpPr>
            <p:spPr>
              <a:xfrm>
                <a:off x="310538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h2923"/>
              <p:cNvSpPr/>
              <p:nvPr/>
            </p:nvSpPr>
            <p:spPr>
              <a:xfrm>
                <a:off x="311464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h2924"/>
              <p:cNvSpPr/>
              <p:nvPr/>
            </p:nvSpPr>
            <p:spPr>
              <a:xfrm>
                <a:off x="312391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h2925"/>
              <p:cNvSpPr/>
              <p:nvPr/>
            </p:nvSpPr>
            <p:spPr>
              <a:xfrm>
                <a:off x="313317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h2926"/>
              <p:cNvSpPr/>
              <p:nvPr/>
            </p:nvSpPr>
            <p:spPr>
              <a:xfrm>
                <a:off x="314243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h2927"/>
              <p:cNvSpPr/>
              <p:nvPr/>
            </p:nvSpPr>
            <p:spPr>
              <a:xfrm>
                <a:off x="315169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h2928"/>
              <p:cNvSpPr/>
              <p:nvPr/>
            </p:nvSpPr>
            <p:spPr>
              <a:xfrm>
                <a:off x="316095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h2929"/>
              <p:cNvSpPr/>
              <p:nvPr/>
            </p:nvSpPr>
            <p:spPr>
              <a:xfrm>
                <a:off x="317022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h2930"/>
              <p:cNvSpPr/>
              <p:nvPr/>
            </p:nvSpPr>
            <p:spPr>
              <a:xfrm>
                <a:off x="317948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h2931"/>
              <p:cNvSpPr/>
              <p:nvPr/>
            </p:nvSpPr>
            <p:spPr>
              <a:xfrm>
                <a:off x="318874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h2932"/>
              <p:cNvSpPr/>
              <p:nvPr/>
            </p:nvSpPr>
            <p:spPr>
              <a:xfrm>
                <a:off x="31980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h2933"/>
              <p:cNvSpPr/>
              <p:nvPr/>
            </p:nvSpPr>
            <p:spPr>
              <a:xfrm>
                <a:off x="32072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h2934"/>
              <p:cNvSpPr/>
              <p:nvPr/>
            </p:nvSpPr>
            <p:spPr>
              <a:xfrm>
                <a:off x="32165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h2935"/>
              <p:cNvSpPr/>
              <p:nvPr/>
            </p:nvSpPr>
            <p:spPr>
              <a:xfrm>
                <a:off x="322579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h2936"/>
              <p:cNvSpPr/>
              <p:nvPr/>
            </p:nvSpPr>
            <p:spPr>
              <a:xfrm>
                <a:off x="32350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h2937"/>
              <p:cNvSpPr/>
              <p:nvPr/>
            </p:nvSpPr>
            <p:spPr>
              <a:xfrm>
                <a:off x="32443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h2938"/>
              <p:cNvSpPr/>
              <p:nvPr/>
            </p:nvSpPr>
            <p:spPr>
              <a:xfrm>
                <a:off x="32535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h2939"/>
              <p:cNvSpPr/>
              <p:nvPr/>
            </p:nvSpPr>
            <p:spPr>
              <a:xfrm>
                <a:off x="32628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h2940"/>
              <p:cNvSpPr/>
              <p:nvPr/>
            </p:nvSpPr>
            <p:spPr>
              <a:xfrm>
                <a:off x="327210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h2941"/>
              <p:cNvSpPr/>
              <p:nvPr/>
            </p:nvSpPr>
            <p:spPr>
              <a:xfrm>
                <a:off x="32813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h2942"/>
              <p:cNvSpPr/>
              <p:nvPr/>
            </p:nvSpPr>
            <p:spPr>
              <a:xfrm>
                <a:off x="32906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h2943"/>
              <p:cNvSpPr/>
              <p:nvPr/>
            </p:nvSpPr>
            <p:spPr>
              <a:xfrm>
                <a:off x="32998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h2944"/>
              <p:cNvSpPr/>
              <p:nvPr/>
            </p:nvSpPr>
            <p:spPr>
              <a:xfrm>
                <a:off x="33091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h2945"/>
              <p:cNvSpPr/>
              <p:nvPr/>
            </p:nvSpPr>
            <p:spPr>
              <a:xfrm>
                <a:off x="33184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h2946"/>
              <p:cNvSpPr/>
              <p:nvPr/>
            </p:nvSpPr>
            <p:spPr>
              <a:xfrm>
                <a:off x="3327679" y="2205548"/>
                <a:ext cx="9214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03" y="897161"/>
                    </a:lnTo>
                    <a:lnTo>
                      <a:pt x="920691" y="899818"/>
                    </a:lnTo>
                    <a:lnTo>
                      <a:pt x="919886" y="902828"/>
                    </a:lnTo>
                    <a:lnTo>
                      <a:pt x="919080" y="905838"/>
                    </a:lnTo>
                    <a:lnTo>
                      <a:pt x="918275" y="908847"/>
                    </a:lnTo>
                    <a:lnTo>
                      <a:pt x="917471" y="911857"/>
                    </a:lnTo>
                    <a:lnTo>
                      <a:pt x="916792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h2947"/>
              <p:cNvSpPr/>
              <p:nvPr/>
            </p:nvSpPr>
            <p:spPr>
              <a:xfrm>
                <a:off x="2355146" y="2171071"/>
                <a:ext cx="914400" cy="9224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81">
                    <a:moveTo>
                      <a:pt x="914400" y="914400"/>
                    </a:moveTo>
                    <a:lnTo>
                      <a:pt x="914400" y="922481"/>
                    </a:lnTo>
                    <a:lnTo>
                      <a:pt x="914178" y="921993"/>
                    </a:lnTo>
                    <a:lnTo>
                      <a:pt x="913404" y="920291"/>
                    </a:lnTo>
                    <a:lnTo>
                      <a:pt x="912630" y="918588"/>
                    </a:lnTo>
                    <a:lnTo>
                      <a:pt x="911856" y="916886"/>
                    </a:lnTo>
                    <a:lnTo>
                      <a:pt x="911081" y="915183"/>
                    </a:lnTo>
                    <a:lnTo>
                      <a:pt x="910724" y="914400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h2948"/>
              <p:cNvSpPr/>
              <p:nvPr/>
            </p:nvSpPr>
            <p:spPr>
              <a:xfrm>
                <a:off x="235514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58" y="931638"/>
                    </a:lnTo>
                    <a:lnTo>
                      <a:pt x="918045" y="930507"/>
                    </a:lnTo>
                    <a:lnTo>
                      <a:pt x="917272" y="928804"/>
                    </a:lnTo>
                    <a:lnTo>
                      <a:pt x="916499" y="927101"/>
                    </a:lnTo>
                    <a:lnTo>
                      <a:pt x="915725" y="925399"/>
                    </a:lnTo>
                    <a:lnTo>
                      <a:pt x="914952" y="923696"/>
                    </a:lnTo>
                    <a:lnTo>
                      <a:pt x="914400" y="922481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h2949"/>
              <p:cNvSpPr/>
              <p:nvPr/>
            </p:nvSpPr>
            <p:spPr>
              <a:xfrm>
                <a:off x="23644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h2950"/>
              <p:cNvSpPr/>
              <p:nvPr/>
            </p:nvSpPr>
            <p:spPr>
              <a:xfrm>
                <a:off x="23736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h2951"/>
              <p:cNvSpPr/>
              <p:nvPr/>
            </p:nvSpPr>
            <p:spPr>
              <a:xfrm>
                <a:off x="23829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h2952"/>
              <p:cNvSpPr/>
              <p:nvPr/>
            </p:nvSpPr>
            <p:spPr>
              <a:xfrm>
                <a:off x="239219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h2953"/>
              <p:cNvSpPr/>
              <p:nvPr/>
            </p:nvSpPr>
            <p:spPr>
              <a:xfrm>
                <a:off x="24014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h2954"/>
              <p:cNvSpPr/>
              <p:nvPr/>
            </p:nvSpPr>
            <p:spPr>
              <a:xfrm>
                <a:off x="24107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h2955"/>
              <p:cNvSpPr/>
              <p:nvPr/>
            </p:nvSpPr>
            <p:spPr>
              <a:xfrm>
                <a:off x="24199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h2956"/>
              <p:cNvSpPr/>
              <p:nvPr/>
            </p:nvSpPr>
            <p:spPr>
              <a:xfrm>
                <a:off x="24292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h2957"/>
              <p:cNvSpPr/>
              <p:nvPr/>
            </p:nvSpPr>
            <p:spPr>
              <a:xfrm>
                <a:off x="243850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h2958"/>
              <p:cNvSpPr/>
              <p:nvPr/>
            </p:nvSpPr>
            <p:spPr>
              <a:xfrm>
                <a:off x="24477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h2959"/>
              <p:cNvSpPr/>
              <p:nvPr/>
            </p:nvSpPr>
            <p:spPr>
              <a:xfrm>
                <a:off x="24570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h2960"/>
              <p:cNvSpPr/>
              <p:nvPr/>
            </p:nvSpPr>
            <p:spPr>
              <a:xfrm>
                <a:off x="24662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h2961"/>
              <p:cNvSpPr/>
              <p:nvPr/>
            </p:nvSpPr>
            <p:spPr>
              <a:xfrm>
                <a:off x="247555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h2962"/>
              <p:cNvSpPr/>
              <p:nvPr/>
            </p:nvSpPr>
            <p:spPr>
              <a:xfrm>
                <a:off x="24848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h2963"/>
              <p:cNvSpPr/>
              <p:nvPr/>
            </p:nvSpPr>
            <p:spPr>
              <a:xfrm>
                <a:off x="249407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h2964"/>
              <p:cNvSpPr/>
              <p:nvPr/>
            </p:nvSpPr>
            <p:spPr>
              <a:xfrm>
                <a:off x="250334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h2965"/>
              <p:cNvSpPr/>
              <p:nvPr/>
            </p:nvSpPr>
            <p:spPr>
              <a:xfrm>
                <a:off x="251260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h2966"/>
              <p:cNvSpPr/>
              <p:nvPr/>
            </p:nvSpPr>
            <p:spPr>
              <a:xfrm>
                <a:off x="252186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h2967"/>
              <p:cNvSpPr/>
              <p:nvPr/>
            </p:nvSpPr>
            <p:spPr>
              <a:xfrm>
                <a:off x="253112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h2968"/>
              <p:cNvSpPr/>
              <p:nvPr/>
            </p:nvSpPr>
            <p:spPr>
              <a:xfrm>
                <a:off x="254039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h2969"/>
              <p:cNvSpPr/>
              <p:nvPr/>
            </p:nvSpPr>
            <p:spPr>
              <a:xfrm>
                <a:off x="254965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h2970"/>
              <p:cNvSpPr/>
              <p:nvPr/>
            </p:nvSpPr>
            <p:spPr>
              <a:xfrm>
                <a:off x="255891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h2971"/>
              <p:cNvSpPr/>
              <p:nvPr/>
            </p:nvSpPr>
            <p:spPr>
              <a:xfrm>
                <a:off x="256817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h2972"/>
              <p:cNvSpPr/>
              <p:nvPr/>
            </p:nvSpPr>
            <p:spPr>
              <a:xfrm>
                <a:off x="257743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h2973"/>
              <p:cNvSpPr/>
              <p:nvPr/>
            </p:nvSpPr>
            <p:spPr>
              <a:xfrm>
                <a:off x="258670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h2974"/>
              <p:cNvSpPr/>
              <p:nvPr/>
            </p:nvSpPr>
            <p:spPr>
              <a:xfrm>
                <a:off x="259596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h2975"/>
              <p:cNvSpPr/>
              <p:nvPr/>
            </p:nvSpPr>
            <p:spPr>
              <a:xfrm>
                <a:off x="260522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h2976"/>
              <p:cNvSpPr/>
              <p:nvPr/>
            </p:nvSpPr>
            <p:spPr>
              <a:xfrm>
                <a:off x="261448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h2977"/>
              <p:cNvSpPr/>
              <p:nvPr/>
            </p:nvSpPr>
            <p:spPr>
              <a:xfrm>
                <a:off x="262375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h2978"/>
              <p:cNvSpPr/>
              <p:nvPr/>
            </p:nvSpPr>
            <p:spPr>
              <a:xfrm>
                <a:off x="263301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h2979"/>
              <p:cNvSpPr/>
              <p:nvPr/>
            </p:nvSpPr>
            <p:spPr>
              <a:xfrm>
                <a:off x="264227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h2980"/>
              <p:cNvSpPr/>
              <p:nvPr/>
            </p:nvSpPr>
            <p:spPr>
              <a:xfrm>
                <a:off x="265153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h2981"/>
              <p:cNvSpPr/>
              <p:nvPr/>
            </p:nvSpPr>
            <p:spPr>
              <a:xfrm>
                <a:off x="26607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h2982"/>
              <p:cNvSpPr/>
              <p:nvPr/>
            </p:nvSpPr>
            <p:spPr>
              <a:xfrm>
                <a:off x="2670061" y="2188310"/>
                <a:ext cx="918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652" y="897161"/>
                    </a:lnTo>
                    <a:lnTo>
                      <a:pt x="915685" y="897333"/>
                    </a:lnTo>
                    <a:lnTo>
                      <a:pt x="915790" y="897889"/>
                    </a:lnTo>
                    <a:lnTo>
                      <a:pt x="915895" y="898444"/>
                    </a:lnTo>
                    <a:lnTo>
                      <a:pt x="916000" y="899000"/>
                    </a:lnTo>
                    <a:lnTo>
                      <a:pt x="916104" y="899555"/>
                    </a:lnTo>
                    <a:lnTo>
                      <a:pt x="916209" y="900111"/>
                    </a:lnTo>
                    <a:lnTo>
                      <a:pt x="916314" y="900666"/>
                    </a:lnTo>
                    <a:lnTo>
                      <a:pt x="916419" y="901222"/>
                    </a:lnTo>
                    <a:lnTo>
                      <a:pt x="916524" y="901777"/>
                    </a:lnTo>
                    <a:lnTo>
                      <a:pt x="916629" y="902333"/>
                    </a:lnTo>
                    <a:lnTo>
                      <a:pt x="916733" y="902888"/>
                    </a:lnTo>
                    <a:lnTo>
                      <a:pt x="916838" y="903444"/>
                    </a:lnTo>
                    <a:lnTo>
                      <a:pt x="916943" y="903999"/>
                    </a:lnTo>
                    <a:lnTo>
                      <a:pt x="917048" y="904555"/>
                    </a:lnTo>
                    <a:lnTo>
                      <a:pt x="917153" y="905110"/>
                    </a:lnTo>
                    <a:lnTo>
                      <a:pt x="917257" y="905666"/>
                    </a:lnTo>
                    <a:lnTo>
                      <a:pt x="917362" y="906222"/>
                    </a:lnTo>
                    <a:lnTo>
                      <a:pt x="917467" y="906777"/>
                    </a:lnTo>
                    <a:lnTo>
                      <a:pt x="917572" y="907333"/>
                    </a:lnTo>
                    <a:lnTo>
                      <a:pt x="917676" y="907888"/>
                    </a:lnTo>
                    <a:lnTo>
                      <a:pt x="917781" y="908444"/>
                    </a:lnTo>
                    <a:lnTo>
                      <a:pt x="917886" y="908999"/>
                    </a:lnTo>
                    <a:lnTo>
                      <a:pt x="917990" y="909555"/>
                    </a:lnTo>
                    <a:lnTo>
                      <a:pt x="918095" y="910110"/>
                    </a:lnTo>
                    <a:lnTo>
                      <a:pt x="918200" y="910666"/>
                    </a:lnTo>
                    <a:lnTo>
                      <a:pt x="918305" y="911221"/>
                    </a:lnTo>
                    <a:lnTo>
                      <a:pt x="918409" y="911777"/>
                    </a:lnTo>
                    <a:lnTo>
                      <a:pt x="918514" y="912332"/>
                    </a:lnTo>
                    <a:lnTo>
                      <a:pt x="918618" y="912888"/>
                    </a:lnTo>
                    <a:lnTo>
                      <a:pt x="918723" y="913443"/>
                    </a:lnTo>
                    <a:lnTo>
                      <a:pt x="918828" y="913999"/>
                    </a:lnTo>
                    <a:lnTo>
                      <a:pt x="918903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h2983"/>
              <p:cNvSpPr/>
              <p:nvPr/>
            </p:nvSpPr>
            <p:spPr>
              <a:xfrm>
                <a:off x="289235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46" y="914400"/>
                    </a:lnTo>
                    <a:lnTo>
                      <a:pt x="914400" y="914176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h2984"/>
              <p:cNvSpPr/>
              <p:nvPr/>
            </p:nvSpPr>
            <p:spPr>
              <a:xfrm>
                <a:off x="290161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76"/>
                    </a:lnTo>
                    <a:lnTo>
                      <a:pt x="908763" y="912716"/>
                    </a:lnTo>
                    <a:lnTo>
                      <a:pt x="914209" y="911043"/>
                    </a:lnTo>
                    <a:lnTo>
                      <a:pt x="914400" y="911002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h2985"/>
              <p:cNvSpPr/>
              <p:nvPr/>
            </p:nvSpPr>
            <p:spPr>
              <a:xfrm>
                <a:off x="291087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002"/>
                    </a:lnTo>
                    <a:lnTo>
                      <a:pt x="910432" y="909876"/>
                    </a:lnTo>
                    <a:lnTo>
                      <a:pt x="914400" y="909401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h2986"/>
              <p:cNvSpPr/>
              <p:nvPr/>
            </p:nvSpPr>
            <p:spPr>
              <a:xfrm>
                <a:off x="292014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01"/>
                    </a:lnTo>
                    <a:lnTo>
                      <a:pt x="906679" y="909217"/>
                    </a:lnTo>
                    <a:lnTo>
                      <a:pt x="907068" y="909188"/>
                    </a:lnTo>
                    <a:lnTo>
                      <a:pt x="907460" y="909159"/>
                    </a:lnTo>
                    <a:lnTo>
                      <a:pt x="907851" y="909131"/>
                    </a:lnTo>
                    <a:lnTo>
                      <a:pt x="908242" y="909102"/>
                    </a:lnTo>
                    <a:lnTo>
                      <a:pt x="908633" y="909074"/>
                    </a:lnTo>
                    <a:lnTo>
                      <a:pt x="909025" y="909045"/>
                    </a:lnTo>
                    <a:lnTo>
                      <a:pt x="909416" y="909016"/>
                    </a:lnTo>
                    <a:lnTo>
                      <a:pt x="909807" y="908988"/>
                    </a:lnTo>
                    <a:lnTo>
                      <a:pt x="910199" y="908959"/>
                    </a:lnTo>
                    <a:lnTo>
                      <a:pt x="910590" y="908931"/>
                    </a:lnTo>
                    <a:lnTo>
                      <a:pt x="910981" y="908902"/>
                    </a:lnTo>
                    <a:lnTo>
                      <a:pt x="911373" y="908874"/>
                    </a:lnTo>
                    <a:lnTo>
                      <a:pt x="911764" y="908845"/>
                    </a:lnTo>
                    <a:lnTo>
                      <a:pt x="912155" y="908816"/>
                    </a:lnTo>
                    <a:lnTo>
                      <a:pt x="912547" y="908788"/>
                    </a:lnTo>
                    <a:lnTo>
                      <a:pt x="912938" y="908759"/>
                    </a:lnTo>
                    <a:lnTo>
                      <a:pt x="913329" y="908731"/>
                    </a:lnTo>
                    <a:lnTo>
                      <a:pt x="913721" y="908703"/>
                    </a:lnTo>
                    <a:lnTo>
                      <a:pt x="914112" y="908674"/>
                    </a:lnTo>
                    <a:lnTo>
                      <a:pt x="914400" y="908653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h2987"/>
              <p:cNvSpPr/>
              <p:nvPr/>
            </p:nvSpPr>
            <p:spPr>
              <a:xfrm>
                <a:off x="292940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1" y="908646"/>
                    </a:lnTo>
                    <a:lnTo>
                      <a:pt x="905632" y="908617"/>
                    </a:lnTo>
                    <a:lnTo>
                      <a:pt x="906024" y="908589"/>
                    </a:lnTo>
                    <a:lnTo>
                      <a:pt x="906415" y="908560"/>
                    </a:lnTo>
                    <a:lnTo>
                      <a:pt x="906806" y="908532"/>
                    </a:lnTo>
                    <a:lnTo>
                      <a:pt x="907198" y="908504"/>
                    </a:lnTo>
                    <a:lnTo>
                      <a:pt x="907589" y="908475"/>
                    </a:lnTo>
                    <a:lnTo>
                      <a:pt x="907980" y="908447"/>
                    </a:lnTo>
                    <a:lnTo>
                      <a:pt x="908372" y="908419"/>
                    </a:lnTo>
                    <a:lnTo>
                      <a:pt x="908763" y="908390"/>
                    </a:lnTo>
                    <a:lnTo>
                      <a:pt x="909155" y="908362"/>
                    </a:lnTo>
                    <a:lnTo>
                      <a:pt x="909546" y="908334"/>
                    </a:lnTo>
                    <a:lnTo>
                      <a:pt x="909937" y="908305"/>
                    </a:lnTo>
                    <a:lnTo>
                      <a:pt x="910329" y="908277"/>
                    </a:lnTo>
                    <a:lnTo>
                      <a:pt x="910720" y="908249"/>
                    </a:lnTo>
                    <a:lnTo>
                      <a:pt x="911111" y="908221"/>
                    </a:lnTo>
                    <a:lnTo>
                      <a:pt x="911503" y="908192"/>
                    </a:lnTo>
                    <a:lnTo>
                      <a:pt x="911894" y="908164"/>
                    </a:lnTo>
                    <a:lnTo>
                      <a:pt x="912285" y="908136"/>
                    </a:lnTo>
                    <a:lnTo>
                      <a:pt x="912677" y="908108"/>
                    </a:lnTo>
                    <a:lnTo>
                      <a:pt x="913068" y="908080"/>
                    </a:lnTo>
                    <a:lnTo>
                      <a:pt x="913459" y="908051"/>
                    </a:lnTo>
                    <a:lnTo>
                      <a:pt x="913851" y="908023"/>
                    </a:lnTo>
                    <a:lnTo>
                      <a:pt x="914242" y="907995"/>
                    </a:lnTo>
                    <a:lnTo>
                      <a:pt x="914400" y="907984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h2988"/>
              <p:cNvSpPr/>
              <p:nvPr/>
            </p:nvSpPr>
            <p:spPr>
              <a:xfrm>
                <a:off x="293866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984"/>
                    </a:lnTo>
                    <a:lnTo>
                      <a:pt x="905371" y="907967"/>
                    </a:lnTo>
                    <a:lnTo>
                      <a:pt x="905763" y="907939"/>
                    </a:lnTo>
                    <a:lnTo>
                      <a:pt x="906154" y="907911"/>
                    </a:lnTo>
                    <a:lnTo>
                      <a:pt x="906545" y="907883"/>
                    </a:lnTo>
                    <a:lnTo>
                      <a:pt x="906937" y="907854"/>
                    </a:lnTo>
                    <a:lnTo>
                      <a:pt x="907328" y="907826"/>
                    </a:lnTo>
                    <a:lnTo>
                      <a:pt x="907720" y="907798"/>
                    </a:lnTo>
                    <a:lnTo>
                      <a:pt x="908111" y="907770"/>
                    </a:lnTo>
                    <a:lnTo>
                      <a:pt x="908502" y="907742"/>
                    </a:lnTo>
                    <a:lnTo>
                      <a:pt x="908894" y="907714"/>
                    </a:lnTo>
                    <a:lnTo>
                      <a:pt x="909285" y="907686"/>
                    </a:lnTo>
                    <a:lnTo>
                      <a:pt x="909677" y="907658"/>
                    </a:lnTo>
                    <a:lnTo>
                      <a:pt x="910068" y="907630"/>
                    </a:lnTo>
                    <a:lnTo>
                      <a:pt x="910459" y="907602"/>
                    </a:lnTo>
                    <a:lnTo>
                      <a:pt x="910851" y="907574"/>
                    </a:lnTo>
                    <a:lnTo>
                      <a:pt x="911242" y="907546"/>
                    </a:lnTo>
                    <a:lnTo>
                      <a:pt x="911634" y="907518"/>
                    </a:lnTo>
                    <a:lnTo>
                      <a:pt x="912025" y="907490"/>
                    </a:lnTo>
                    <a:lnTo>
                      <a:pt x="912416" y="907463"/>
                    </a:lnTo>
                    <a:lnTo>
                      <a:pt x="912808" y="907435"/>
                    </a:lnTo>
                    <a:lnTo>
                      <a:pt x="913199" y="907407"/>
                    </a:lnTo>
                    <a:lnTo>
                      <a:pt x="913591" y="907379"/>
                    </a:lnTo>
                    <a:lnTo>
                      <a:pt x="913982" y="907351"/>
                    </a:lnTo>
                    <a:lnTo>
                      <a:pt x="914400" y="907321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h2989"/>
              <p:cNvSpPr/>
              <p:nvPr/>
            </p:nvSpPr>
            <p:spPr>
              <a:xfrm>
                <a:off x="2947928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321"/>
                    </a:lnTo>
                    <a:lnTo>
                      <a:pt x="905503" y="907295"/>
                    </a:lnTo>
                    <a:lnTo>
                      <a:pt x="905894" y="907267"/>
                    </a:lnTo>
                    <a:lnTo>
                      <a:pt x="906285" y="907240"/>
                    </a:lnTo>
                    <a:lnTo>
                      <a:pt x="906677" y="907212"/>
                    </a:lnTo>
                    <a:lnTo>
                      <a:pt x="907068" y="907184"/>
                    </a:lnTo>
                    <a:lnTo>
                      <a:pt x="907460" y="907156"/>
                    </a:lnTo>
                    <a:lnTo>
                      <a:pt x="907851" y="907128"/>
                    </a:lnTo>
                    <a:lnTo>
                      <a:pt x="908243" y="907101"/>
                    </a:lnTo>
                    <a:lnTo>
                      <a:pt x="908634" y="907073"/>
                    </a:lnTo>
                    <a:lnTo>
                      <a:pt x="909025" y="907045"/>
                    </a:lnTo>
                    <a:lnTo>
                      <a:pt x="909417" y="907018"/>
                    </a:lnTo>
                    <a:lnTo>
                      <a:pt x="909808" y="906990"/>
                    </a:lnTo>
                    <a:lnTo>
                      <a:pt x="910200" y="906962"/>
                    </a:lnTo>
                    <a:lnTo>
                      <a:pt x="910591" y="906934"/>
                    </a:lnTo>
                    <a:lnTo>
                      <a:pt x="910983" y="906907"/>
                    </a:lnTo>
                    <a:lnTo>
                      <a:pt x="911374" y="906879"/>
                    </a:lnTo>
                    <a:lnTo>
                      <a:pt x="911765" y="906851"/>
                    </a:lnTo>
                    <a:lnTo>
                      <a:pt x="912157" y="906824"/>
                    </a:lnTo>
                    <a:lnTo>
                      <a:pt x="912548" y="906796"/>
                    </a:lnTo>
                    <a:lnTo>
                      <a:pt x="912940" y="906769"/>
                    </a:lnTo>
                    <a:lnTo>
                      <a:pt x="913331" y="906741"/>
                    </a:lnTo>
                    <a:lnTo>
                      <a:pt x="913723" y="906713"/>
                    </a:lnTo>
                    <a:lnTo>
                      <a:pt x="914114" y="906686"/>
                    </a:lnTo>
                    <a:lnTo>
                      <a:pt x="914400" y="906666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h2990"/>
              <p:cNvSpPr/>
              <p:nvPr/>
            </p:nvSpPr>
            <p:spPr>
              <a:xfrm>
                <a:off x="295719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3" y="906658"/>
                    </a:lnTo>
                    <a:lnTo>
                      <a:pt x="905635" y="906631"/>
                    </a:lnTo>
                    <a:lnTo>
                      <a:pt x="906026" y="906603"/>
                    </a:lnTo>
                    <a:lnTo>
                      <a:pt x="906418" y="906576"/>
                    </a:lnTo>
                    <a:lnTo>
                      <a:pt x="906809" y="906548"/>
                    </a:lnTo>
                    <a:lnTo>
                      <a:pt x="907201" y="906521"/>
                    </a:lnTo>
                    <a:lnTo>
                      <a:pt x="907592" y="906493"/>
                    </a:lnTo>
                    <a:lnTo>
                      <a:pt x="907984" y="906466"/>
                    </a:lnTo>
                    <a:lnTo>
                      <a:pt x="908375" y="906438"/>
                    </a:lnTo>
                    <a:lnTo>
                      <a:pt x="908766" y="906411"/>
                    </a:lnTo>
                    <a:lnTo>
                      <a:pt x="909158" y="906383"/>
                    </a:lnTo>
                    <a:lnTo>
                      <a:pt x="909549" y="906356"/>
                    </a:lnTo>
                    <a:lnTo>
                      <a:pt x="909941" y="906329"/>
                    </a:lnTo>
                    <a:lnTo>
                      <a:pt x="910332" y="906301"/>
                    </a:lnTo>
                    <a:lnTo>
                      <a:pt x="910724" y="906274"/>
                    </a:lnTo>
                    <a:lnTo>
                      <a:pt x="911115" y="906246"/>
                    </a:lnTo>
                    <a:lnTo>
                      <a:pt x="911507" y="906219"/>
                    </a:lnTo>
                    <a:lnTo>
                      <a:pt x="911898" y="906192"/>
                    </a:lnTo>
                    <a:lnTo>
                      <a:pt x="912290" y="906164"/>
                    </a:lnTo>
                    <a:lnTo>
                      <a:pt x="912681" y="906137"/>
                    </a:lnTo>
                    <a:lnTo>
                      <a:pt x="913073" y="906110"/>
                    </a:lnTo>
                    <a:lnTo>
                      <a:pt x="913464" y="906082"/>
                    </a:lnTo>
                    <a:lnTo>
                      <a:pt x="913856" y="906055"/>
                    </a:lnTo>
                    <a:lnTo>
                      <a:pt x="914247" y="906028"/>
                    </a:lnTo>
                    <a:lnTo>
                      <a:pt x="914400" y="906017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h2991"/>
              <p:cNvSpPr/>
              <p:nvPr/>
            </p:nvSpPr>
            <p:spPr>
              <a:xfrm>
                <a:off x="296645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017"/>
                    </a:lnTo>
                    <a:lnTo>
                      <a:pt x="905376" y="906001"/>
                    </a:lnTo>
                    <a:lnTo>
                      <a:pt x="905768" y="905973"/>
                    </a:lnTo>
                    <a:lnTo>
                      <a:pt x="906159" y="905946"/>
                    </a:lnTo>
                    <a:lnTo>
                      <a:pt x="906551" y="905919"/>
                    </a:lnTo>
                    <a:lnTo>
                      <a:pt x="906942" y="905892"/>
                    </a:lnTo>
                    <a:lnTo>
                      <a:pt x="907334" y="905864"/>
                    </a:lnTo>
                    <a:lnTo>
                      <a:pt x="907725" y="905837"/>
                    </a:lnTo>
                    <a:lnTo>
                      <a:pt x="908117" y="905810"/>
                    </a:lnTo>
                    <a:lnTo>
                      <a:pt x="908508" y="905783"/>
                    </a:lnTo>
                    <a:lnTo>
                      <a:pt x="908900" y="905756"/>
                    </a:lnTo>
                    <a:lnTo>
                      <a:pt x="909291" y="905729"/>
                    </a:lnTo>
                    <a:lnTo>
                      <a:pt x="909683" y="905702"/>
                    </a:lnTo>
                    <a:lnTo>
                      <a:pt x="910074" y="905674"/>
                    </a:lnTo>
                    <a:lnTo>
                      <a:pt x="910466" y="905647"/>
                    </a:lnTo>
                    <a:lnTo>
                      <a:pt x="914400" y="905580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h2992"/>
              <p:cNvSpPr/>
              <p:nvPr/>
            </p:nvSpPr>
            <p:spPr>
              <a:xfrm>
                <a:off x="297571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580"/>
                    </a:lnTo>
                    <a:lnTo>
                      <a:pt x="907431" y="905541"/>
                    </a:lnTo>
                    <a:lnTo>
                      <a:pt x="913652" y="906085"/>
                    </a:lnTo>
                    <a:lnTo>
                      <a:pt x="914400" y="90618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h2993"/>
              <p:cNvSpPr/>
              <p:nvPr/>
            </p:nvSpPr>
            <p:spPr>
              <a:xfrm>
                <a:off x="298497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189"/>
                    </a:lnTo>
                    <a:lnTo>
                      <a:pt x="914400" y="907483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h2994"/>
              <p:cNvSpPr/>
              <p:nvPr/>
            </p:nvSpPr>
            <p:spPr>
              <a:xfrm>
                <a:off x="299423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483"/>
                    </a:lnTo>
                    <a:lnTo>
                      <a:pt x="914400" y="908776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h2995"/>
              <p:cNvSpPr/>
              <p:nvPr/>
            </p:nvSpPr>
            <p:spPr>
              <a:xfrm>
                <a:off x="300350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776"/>
                    </a:lnTo>
                    <a:lnTo>
                      <a:pt x="914400" y="91007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h2996"/>
              <p:cNvSpPr/>
              <p:nvPr/>
            </p:nvSpPr>
            <p:spPr>
              <a:xfrm>
                <a:off x="301276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70"/>
                    </a:lnTo>
                    <a:lnTo>
                      <a:pt x="914400" y="911297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h2997"/>
              <p:cNvSpPr/>
              <p:nvPr/>
            </p:nvSpPr>
            <p:spPr>
              <a:xfrm>
                <a:off x="302202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97"/>
                    </a:lnTo>
                    <a:lnTo>
                      <a:pt x="905620" y="911139"/>
                    </a:lnTo>
                    <a:lnTo>
                      <a:pt x="906153" y="910965"/>
                    </a:lnTo>
                    <a:lnTo>
                      <a:pt x="906686" y="910790"/>
                    </a:lnTo>
                    <a:lnTo>
                      <a:pt x="907219" y="910616"/>
                    </a:lnTo>
                    <a:lnTo>
                      <a:pt x="907752" y="910442"/>
                    </a:lnTo>
                    <a:lnTo>
                      <a:pt x="908285" y="910268"/>
                    </a:lnTo>
                    <a:lnTo>
                      <a:pt x="908818" y="910093"/>
                    </a:lnTo>
                    <a:lnTo>
                      <a:pt x="909351" y="909919"/>
                    </a:lnTo>
                    <a:lnTo>
                      <a:pt x="909884" y="909745"/>
                    </a:lnTo>
                    <a:lnTo>
                      <a:pt x="910417" y="909571"/>
                    </a:lnTo>
                    <a:lnTo>
                      <a:pt x="910950" y="909396"/>
                    </a:lnTo>
                    <a:lnTo>
                      <a:pt x="911483" y="909222"/>
                    </a:lnTo>
                    <a:lnTo>
                      <a:pt x="912016" y="909048"/>
                    </a:lnTo>
                    <a:lnTo>
                      <a:pt x="912549" y="908874"/>
                    </a:lnTo>
                    <a:lnTo>
                      <a:pt x="913082" y="908700"/>
                    </a:lnTo>
                    <a:lnTo>
                      <a:pt x="913615" y="908526"/>
                    </a:lnTo>
                    <a:lnTo>
                      <a:pt x="914148" y="908352"/>
                    </a:lnTo>
                    <a:lnTo>
                      <a:pt x="914400" y="90827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h2998"/>
              <p:cNvSpPr/>
              <p:nvPr/>
            </p:nvSpPr>
            <p:spPr>
              <a:xfrm>
                <a:off x="3031288" y="21883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270"/>
                    </a:lnTo>
                    <a:lnTo>
                      <a:pt x="905419" y="908178"/>
                    </a:lnTo>
                    <a:lnTo>
                      <a:pt x="905952" y="908004"/>
                    </a:lnTo>
                    <a:lnTo>
                      <a:pt x="906485" y="907830"/>
                    </a:lnTo>
                    <a:lnTo>
                      <a:pt x="907018" y="907656"/>
                    </a:lnTo>
                    <a:lnTo>
                      <a:pt x="907551" y="907482"/>
                    </a:lnTo>
                    <a:lnTo>
                      <a:pt x="908084" y="907308"/>
                    </a:lnTo>
                    <a:lnTo>
                      <a:pt x="908618" y="907134"/>
                    </a:lnTo>
                    <a:lnTo>
                      <a:pt x="909151" y="906960"/>
                    </a:lnTo>
                    <a:lnTo>
                      <a:pt x="909684" y="906786"/>
                    </a:lnTo>
                    <a:lnTo>
                      <a:pt x="910217" y="906613"/>
                    </a:lnTo>
                    <a:lnTo>
                      <a:pt x="910751" y="906439"/>
                    </a:lnTo>
                    <a:lnTo>
                      <a:pt x="911284" y="906265"/>
                    </a:lnTo>
                    <a:lnTo>
                      <a:pt x="911817" y="906091"/>
                    </a:lnTo>
                    <a:lnTo>
                      <a:pt x="912350" y="905918"/>
                    </a:lnTo>
                    <a:lnTo>
                      <a:pt x="912884" y="905744"/>
                    </a:lnTo>
                    <a:lnTo>
                      <a:pt x="913417" y="905570"/>
                    </a:lnTo>
                    <a:lnTo>
                      <a:pt x="913950" y="905397"/>
                    </a:lnTo>
                    <a:lnTo>
                      <a:pt x="914399" y="90525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h2999"/>
              <p:cNvSpPr/>
              <p:nvPr/>
            </p:nvSpPr>
            <p:spPr>
              <a:xfrm>
                <a:off x="304055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1" y="905223"/>
                    </a:lnTo>
                    <a:lnTo>
                      <a:pt x="905755" y="905049"/>
                    </a:lnTo>
                    <a:lnTo>
                      <a:pt x="906288" y="904876"/>
                    </a:lnTo>
                    <a:lnTo>
                      <a:pt x="911803" y="903345"/>
                    </a:lnTo>
                    <a:lnTo>
                      <a:pt x="914400" y="902871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h3000"/>
              <p:cNvSpPr/>
              <p:nvPr/>
            </p:nvSpPr>
            <p:spPr>
              <a:xfrm>
                <a:off x="304981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871"/>
                    </a:lnTo>
                    <a:lnTo>
                      <a:pt x="908090" y="902331"/>
                    </a:lnTo>
                    <a:lnTo>
                      <a:pt x="913659" y="901837"/>
                    </a:lnTo>
                    <a:lnTo>
                      <a:pt x="913997" y="901823"/>
                    </a:lnTo>
                    <a:lnTo>
                      <a:pt x="914400" y="901806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h3001"/>
              <p:cNvSpPr/>
              <p:nvPr/>
            </p:nvSpPr>
            <p:spPr>
              <a:xfrm>
                <a:off x="305907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06"/>
                    </a:lnTo>
                    <a:lnTo>
                      <a:pt x="905415" y="901794"/>
                    </a:lnTo>
                    <a:lnTo>
                      <a:pt x="905755" y="901780"/>
                    </a:lnTo>
                    <a:lnTo>
                      <a:pt x="906095" y="901765"/>
                    </a:lnTo>
                    <a:lnTo>
                      <a:pt x="906435" y="901751"/>
                    </a:lnTo>
                    <a:lnTo>
                      <a:pt x="906775" y="901737"/>
                    </a:lnTo>
                    <a:lnTo>
                      <a:pt x="907115" y="901723"/>
                    </a:lnTo>
                    <a:lnTo>
                      <a:pt x="907455" y="901709"/>
                    </a:lnTo>
                    <a:lnTo>
                      <a:pt x="907795" y="901694"/>
                    </a:lnTo>
                    <a:lnTo>
                      <a:pt x="908135" y="901680"/>
                    </a:lnTo>
                    <a:lnTo>
                      <a:pt x="908475" y="901666"/>
                    </a:lnTo>
                    <a:lnTo>
                      <a:pt x="908815" y="901652"/>
                    </a:lnTo>
                    <a:lnTo>
                      <a:pt x="909155" y="901638"/>
                    </a:lnTo>
                    <a:lnTo>
                      <a:pt x="909495" y="901623"/>
                    </a:lnTo>
                    <a:lnTo>
                      <a:pt x="909835" y="901609"/>
                    </a:lnTo>
                    <a:lnTo>
                      <a:pt x="910175" y="901595"/>
                    </a:lnTo>
                    <a:lnTo>
                      <a:pt x="910514" y="901581"/>
                    </a:lnTo>
                    <a:lnTo>
                      <a:pt x="910854" y="901567"/>
                    </a:lnTo>
                    <a:lnTo>
                      <a:pt x="911194" y="901553"/>
                    </a:lnTo>
                    <a:lnTo>
                      <a:pt x="911534" y="901539"/>
                    </a:lnTo>
                    <a:lnTo>
                      <a:pt x="911874" y="901524"/>
                    </a:lnTo>
                    <a:lnTo>
                      <a:pt x="912214" y="901510"/>
                    </a:lnTo>
                    <a:lnTo>
                      <a:pt x="912554" y="901496"/>
                    </a:lnTo>
                    <a:lnTo>
                      <a:pt x="912894" y="901482"/>
                    </a:lnTo>
                    <a:lnTo>
                      <a:pt x="913234" y="901468"/>
                    </a:lnTo>
                    <a:lnTo>
                      <a:pt x="913574" y="901454"/>
                    </a:lnTo>
                    <a:lnTo>
                      <a:pt x="913914" y="901440"/>
                    </a:lnTo>
                    <a:lnTo>
                      <a:pt x="914254" y="901426"/>
                    </a:lnTo>
                    <a:lnTo>
                      <a:pt x="914400" y="90142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h3002"/>
              <p:cNvSpPr/>
              <p:nvPr/>
            </p:nvSpPr>
            <p:spPr>
              <a:xfrm>
                <a:off x="306833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420"/>
                    </a:lnTo>
                    <a:lnTo>
                      <a:pt x="905332" y="901412"/>
                    </a:lnTo>
                    <a:lnTo>
                      <a:pt x="905672" y="901398"/>
                    </a:lnTo>
                    <a:lnTo>
                      <a:pt x="906012" y="901384"/>
                    </a:lnTo>
                    <a:lnTo>
                      <a:pt x="906352" y="901370"/>
                    </a:lnTo>
                    <a:lnTo>
                      <a:pt x="906692" y="901356"/>
                    </a:lnTo>
                    <a:lnTo>
                      <a:pt x="907032" y="901342"/>
                    </a:lnTo>
                    <a:lnTo>
                      <a:pt x="907372" y="901328"/>
                    </a:lnTo>
                    <a:lnTo>
                      <a:pt x="907712" y="901314"/>
                    </a:lnTo>
                    <a:lnTo>
                      <a:pt x="908052" y="901300"/>
                    </a:lnTo>
                    <a:lnTo>
                      <a:pt x="908392" y="901286"/>
                    </a:lnTo>
                    <a:lnTo>
                      <a:pt x="908732" y="901272"/>
                    </a:lnTo>
                    <a:lnTo>
                      <a:pt x="909072" y="901258"/>
                    </a:lnTo>
                    <a:lnTo>
                      <a:pt x="909412" y="901244"/>
                    </a:lnTo>
                    <a:lnTo>
                      <a:pt x="909752" y="901230"/>
                    </a:lnTo>
                    <a:lnTo>
                      <a:pt x="910092" y="901216"/>
                    </a:lnTo>
                    <a:lnTo>
                      <a:pt x="910432" y="901203"/>
                    </a:lnTo>
                    <a:lnTo>
                      <a:pt x="910772" y="901189"/>
                    </a:lnTo>
                    <a:lnTo>
                      <a:pt x="911112" y="901175"/>
                    </a:lnTo>
                    <a:lnTo>
                      <a:pt x="911452" y="901161"/>
                    </a:lnTo>
                    <a:lnTo>
                      <a:pt x="911792" y="901147"/>
                    </a:lnTo>
                    <a:lnTo>
                      <a:pt x="912132" y="901133"/>
                    </a:lnTo>
                    <a:lnTo>
                      <a:pt x="912472" y="901119"/>
                    </a:lnTo>
                    <a:lnTo>
                      <a:pt x="912812" y="901106"/>
                    </a:lnTo>
                    <a:lnTo>
                      <a:pt x="913152" y="901092"/>
                    </a:lnTo>
                    <a:lnTo>
                      <a:pt x="913492" y="901078"/>
                    </a:lnTo>
                    <a:lnTo>
                      <a:pt x="913832" y="901064"/>
                    </a:lnTo>
                    <a:lnTo>
                      <a:pt x="914172" y="901050"/>
                    </a:lnTo>
                    <a:lnTo>
                      <a:pt x="914400" y="901041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h3003"/>
              <p:cNvSpPr/>
              <p:nvPr/>
            </p:nvSpPr>
            <p:spPr>
              <a:xfrm>
                <a:off x="3077599" y="21710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50" y="918275"/>
                    </a:lnTo>
                    <a:lnTo>
                      <a:pt x="905590" y="918261"/>
                    </a:lnTo>
                    <a:lnTo>
                      <a:pt x="905930" y="918247"/>
                    </a:lnTo>
                    <a:lnTo>
                      <a:pt x="906270" y="918234"/>
                    </a:lnTo>
                    <a:lnTo>
                      <a:pt x="906610" y="918220"/>
                    </a:lnTo>
                    <a:lnTo>
                      <a:pt x="906950" y="918206"/>
                    </a:lnTo>
                    <a:lnTo>
                      <a:pt x="907290" y="918193"/>
                    </a:lnTo>
                    <a:lnTo>
                      <a:pt x="907630" y="918179"/>
                    </a:lnTo>
                    <a:lnTo>
                      <a:pt x="909268" y="918186"/>
                    </a:lnTo>
                    <a:lnTo>
                      <a:pt x="909378" y="917819"/>
                    </a:lnTo>
                    <a:lnTo>
                      <a:pt x="909492" y="917440"/>
                    </a:lnTo>
                    <a:lnTo>
                      <a:pt x="909605" y="917060"/>
                    </a:lnTo>
                    <a:lnTo>
                      <a:pt x="909719" y="916681"/>
                    </a:lnTo>
                    <a:lnTo>
                      <a:pt x="909833" y="916302"/>
                    </a:lnTo>
                    <a:lnTo>
                      <a:pt x="909946" y="915923"/>
                    </a:lnTo>
                    <a:lnTo>
                      <a:pt x="910060" y="915544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h3004"/>
              <p:cNvSpPr/>
              <p:nvPr/>
            </p:nvSpPr>
            <p:spPr>
              <a:xfrm>
                <a:off x="30775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h3005"/>
              <p:cNvSpPr/>
              <p:nvPr/>
            </p:nvSpPr>
            <p:spPr>
              <a:xfrm>
                <a:off x="308686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h3006"/>
              <p:cNvSpPr/>
              <p:nvPr/>
            </p:nvSpPr>
            <p:spPr>
              <a:xfrm>
                <a:off x="309612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h3007"/>
              <p:cNvSpPr/>
              <p:nvPr/>
            </p:nvSpPr>
            <p:spPr>
              <a:xfrm>
                <a:off x="310538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h3008"/>
              <p:cNvSpPr/>
              <p:nvPr/>
            </p:nvSpPr>
            <p:spPr>
              <a:xfrm>
                <a:off x="311464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h3009"/>
              <p:cNvSpPr/>
              <p:nvPr/>
            </p:nvSpPr>
            <p:spPr>
              <a:xfrm>
                <a:off x="312391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h3010"/>
              <p:cNvSpPr/>
              <p:nvPr/>
            </p:nvSpPr>
            <p:spPr>
              <a:xfrm>
                <a:off x="313317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h3011"/>
              <p:cNvSpPr/>
              <p:nvPr/>
            </p:nvSpPr>
            <p:spPr>
              <a:xfrm>
                <a:off x="314243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h3012"/>
              <p:cNvSpPr/>
              <p:nvPr/>
            </p:nvSpPr>
            <p:spPr>
              <a:xfrm>
                <a:off x="315169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h3013"/>
              <p:cNvSpPr/>
              <p:nvPr/>
            </p:nvSpPr>
            <p:spPr>
              <a:xfrm>
                <a:off x="316095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h3014"/>
              <p:cNvSpPr/>
              <p:nvPr/>
            </p:nvSpPr>
            <p:spPr>
              <a:xfrm>
                <a:off x="317022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h3015"/>
              <p:cNvSpPr/>
              <p:nvPr/>
            </p:nvSpPr>
            <p:spPr>
              <a:xfrm>
                <a:off x="317948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h3016"/>
              <p:cNvSpPr/>
              <p:nvPr/>
            </p:nvSpPr>
            <p:spPr>
              <a:xfrm>
                <a:off x="318874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h3017"/>
              <p:cNvSpPr/>
              <p:nvPr/>
            </p:nvSpPr>
            <p:spPr>
              <a:xfrm>
                <a:off x="31980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h3018"/>
              <p:cNvSpPr/>
              <p:nvPr/>
            </p:nvSpPr>
            <p:spPr>
              <a:xfrm>
                <a:off x="32072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h3019"/>
              <p:cNvSpPr/>
              <p:nvPr/>
            </p:nvSpPr>
            <p:spPr>
              <a:xfrm>
                <a:off x="32165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h3020"/>
              <p:cNvSpPr/>
              <p:nvPr/>
            </p:nvSpPr>
            <p:spPr>
              <a:xfrm>
                <a:off x="322579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h3021"/>
              <p:cNvSpPr/>
              <p:nvPr/>
            </p:nvSpPr>
            <p:spPr>
              <a:xfrm>
                <a:off x="32350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h3022"/>
              <p:cNvSpPr/>
              <p:nvPr/>
            </p:nvSpPr>
            <p:spPr>
              <a:xfrm>
                <a:off x="32443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h3023"/>
              <p:cNvSpPr/>
              <p:nvPr/>
            </p:nvSpPr>
            <p:spPr>
              <a:xfrm>
                <a:off x="32535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h3024"/>
              <p:cNvSpPr/>
              <p:nvPr/>
            </p:nvSpPr>
            <p:spPr>
              <a:xfrm>
                <a:off x="32628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h3025"/>
              <p:cNvSpPr/>
              <p:nvPr/>
            </p:nvSpPr>
            <p:spPr>
              <a:xfrm>
                <a:off x="327210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h3026"/>
              <p:cNvSpPr/>
              <p:nvPr/>
            </p:nvSpPr>
            <p:spPr>
              <a:xfrm>
                <a:off x="32813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h3027"/>
              <p:cNvSpPr/>
              <p:nvPr/>
            </p:nvSpPr>
            <p:spPr>
              <a:xfrm>
                <a:off x="32906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h3028"/>
              <p:cNvSpPr/>
              <p:nvPr/>
            </p:nvSpPr>
            <p:spPr>
              <a:xfrm>
                <a:off x="32998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h3029"/>
              <p:cNvSpPr/>
              <p:nvPr/>
            </p:nvSpPr>
            <p:spPr>
              <a:xfrm>
                <a:off x="330915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h3030"/>
              <p:cNvSpPr/>
              <p:nvPr/>
            </p:nvSpPr>
            <p:spPr>
              <a:xfrm>
                <a:off x="33184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h3031"/>
              <p:cNvSpPr/>
              <p:nvPr/>
            </p:nvSpPr>
            <p:spPr>
              <a:xfrm>
                <a:off x="3327679" y="21883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5973"/>
                    </a:lnTo>
                    <a:lnTo>
                      <a:pt x="923110" y="908029"/>
                    </a:lnTo>
                    <a:lnTo>
                      <a:pt x="922304" y="911038"/>
                    </a:lnTo>
                    <a:lnTo>
                      <a:pt x="921497" y="914047"/>
                    </a:lnTo>
                    <a:lnTo>
                      <a:pt x="921403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h3032"/>
              <p:cNvSpPr/>
              <p:nvPr/>
            </p:nvSpPr>
            <p:spPr>
              <a:xfrm>
                <a:off x="3336941" y="2171071"/>
                <a:ext cx="916765" cy="923212"/>
              </a:xfrm>
              <a:custGeom>
                <a:avLst/>
                <a:gdLst/>
                <a:ahLst/>
                <a:cxnLst/>
                <a:rect l="0" t="0" r="0" b="0"/>
                <a:pathLst>
                  <a:path w="916765" h="923212">
                    <a:moveTo>
                      <a:pt x="914400" y="914400"/>
                    </a:moveTo>
                    <a:lnTo>
                      <a:pt x="916765" y="914400"/>
                    </a:lnTo>
                    <a:lnTo>
                      <a:pt x="916271" y="916240"/>
                    </a:lnTo>
                    <a:lnTo>
                      <a:pt x="915463" y="919249"/>
                    </a:lnTo>
                    <a:lnTo>
                      <a:pt x="914655" y="922258"/>
                    </a:lnTo>
                    <a:lnTo>
                      <a:pt x="914400" y="923212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h3033"/>
              <p:cNvSpPr/>
              <p:nvPr/>
            </p:nvSpPr>
            <p:spPr>
              <a:xfrm>
                <a:off x="2345883" y="2153833"/>
                <a:ext cx="914400" cy="9193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375">
                    <a:moveTo>
                      <a:pt x="914400" y="914400"/>
                    </a:moveTo>
                    <a:lnTo>
                      <a:pt x="914400" y="919375"/>
                    </a:lnTo>
                    <a:lnTo>
                      <a:pt x="914139" y="918804"/>
                    </a:lnTo>
                    <a:lnTo>
                      <a:pt x="913358" y="917091"/>
                    </a:lnTo>
                    <a:lnTo>
                      <a:pt x="912199" y="914400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h3034"/>
              <p:cNvSpPr/>
              <p:nvPr/>
            </p:nvSpPr>
            <p:spPr>
              <a:xfrm>
                <a:off x="23458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87" y="931638"/>
                    </a:lnTo>
                    <a:lnTo>
                      <a:pt x="919569" y="930719"/>
                    </a:lnTo>
                    <a:lnTo>
                      <a:pt x="918794" y="929017"/>
                    </a:lnTo>
                    <a:lnTo>
                      <a:pt x="918018" y="927315"/>
                    </a:lnTo>
                    <a:lnTo>
                      <a:pt x="917243" y="925613"/>
                    </a:lnTo>
                    <a:lnTo>
                      <a:pt x="916467" y="923910"/>
                    </a:lnTo>
                    <a:lnTo>
                      <a:pt x="915692" y="922208"/>
                    </a:lnTo>
                    <a:lnTo>
                      <a:pt x="914916" y="920506"/>
                    </a:lnTo>
                    <a:lnTo>
                      <a:pt x="914400" y="919375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h3035"/>
              <p:cNvSpPr/>
              <p:nvPr/>
            </p:nvSpPr>
            <p:spPr>
              <a:xfrm>
                <a:off x="235514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h3036"/>
              <p:cNvSpPr/>
              <p:nvPr/>
            </p:nvSpPr>
            <p:spPr>
              <a:xfrm>
                <a:off x="23644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h3037"/>
              <p:cNvSpPr/>
              <p:nvPr/>
            </p:nvSpPr>
            <p:spPr>
              <a:xfrm>
                <a:off x="23736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h3038"/>
              <p:cNvSpPr/>
              <p:nvPr/>
            </p:nvSpPr>
            <p:spPr>
              <a:xfrm>
                <a:off x="23829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h3039"/>
              <p:cNvSpPr/>
              <p:nvPr/>
            </p:nvSpPr>
            <p:spPr>
              <a:xfrm>
                <a:off x="239219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h3040"/>
              <p:cNvSpPr/>
              <p:nvPr/>
            </p:nvSpPr>
            <p:spPr>
              <a:xfrm>
                <a:off x="24014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h3041"/>
              <p:cNvSpPr/>
              <p:nvPr/>
            </p:nvSpPr>
            <p:spPr>
              <a:xfrm>
                <a:off x="24107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h3042"/>
              <p:cNvSpPr/>
              <p:nvPr/>
            </p:nvSpPr>
            <p:spPr>
              <a:xfrm>
                <a:off x="24199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h3043"/>
              <p:cNvSpPr/>
              <p:nvPr/>
            </p:nvSpPr>
            <p:spPr>
              <a:xfrm>
                <a:off x="24292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h3044"/>
              <p:cNvSpPr/>
              <p:nvPr/>
            </p:nvSpPr>
            <p:spPr>
              <a:xfrm>
                <a:off x="243850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h3045"/>
              <p:cNvSpPr/>
              <p:nvPr/>
            </p:nvSpPr>
            <p:spPr>
              <a:xfrm>
                <a:off x="24477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h3046"/>
              <p:cNvSpPr/>
              <p:nvPr/>
            </p:nvSpPr>
            <p:spPr>
              <a:xfrm>
                <a:off x="24570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h3047"/>
              <p:cNvSpPr/>
              <p:nvPr/>
            </p:nvSpPr>
            <p:spPr>
              <a:xfrm>
                <a:off x="24662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h3048"/>
              <p:cNvSpPr/>
              <p:nvPr/>
            </p:nvSpPr>
            <p:spPr>
              <a:xfrm>
                <a:off x="247555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h3049"/>
              <p:cNvSpPr/>
              <p:nvPr/>
            </p:nvSpPr>
            <p:spPr>
              <a:xfrm>
                <a:off x="24848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h3050"/>
              <p:cNvSpPr/>
              <p:nvPr/>
            </p:nvSpPr>
            <p:spPr>
              <a:xfrm>
                <a:off x="24940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h3051"/>
              <p:cNvSpPr/>
              <p:nvPr/>
            </p:nvSpPr>
            <p:spPr>
              <a:xfrm>
                <a:off x="250334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h3052"/>
              <p:cNvSpPr/>
              <p:nvPr/>
            </p:nvSpPr>
            <p:spPr>
              <a:xfrm>
                <a:off x="251260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h3053"/>
              <p:cNvSpPr/>
              <p:nvPr/>
            </p:nvSpPr>
            <p:spPr>
              <a:xfrm>
                <a:off x="252186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h3054"/>
              <p:cNvSpPr/>
              <p:nvPr/>
            </p:nvSpPr>
            <p:spPr>
              <a:xfrm>
                <a:off x="253112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h3055"/>
              <p:cNvSpPr/>
              <p:nvPr/>
            </p:nvSpPr>
            <p:spPr>
              <a:xfrm>
                <a:off x="254039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h3056"/>
              <p:cNvSpPr/>
              <p:nvPr/>
            </p:nvSpPr>
            <p:spPr>
              <a:xfrm>
                <a:off x="254965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h3057"/>
              <p:cNvSpPr/>
              <p:nvPr/>
            </p:nvSpPr>
            <p:spPr>
              <a:xfrm>
                <a:off x="255891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h3058"/>
              <p:cNvSpPr/>
              <p:nvPr/>
            </p:nvSpPr>
            <p:spPr>
              <a:xfrm>
                <a:off x="256817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h3059"/>
              <p:cNvSpPr/>
              <p:nvPr/>
            </p:nvSpPr>
            <p:spPr>
              <a:xfrm>
                <a:off x="257743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h3060"/>
              <p:cNvSpPr/>
              <p:nvPr/>
            </p:nvSpPr>
            <p:spPr>
              <a:xfrm>
                <a:off x="258670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h3061"/>
              <p:cNvSpPr/>
              <p:nvPr/>
            </p:nvSpPr>
            <p:spPr>
              <a:xfrm>
                <a:off x="259596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h3062"/>
              <p:cNvSpPr/>
              <p:nvPr/>
            </p:nvSpPr>
            <p:spPr>
              <a:xfrm>
                <a:off x="260522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h3063"/>
              <p:cNvSpPr/>
              <p:nvPr/>
            </p:nvSpPr>
            <p:spPr>
              <a:xfrm>
                <a:off x="261448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h3064"/>
              <p:cNvSpPr/>
              <p:nvPr/>
            </p:nvSpPr>
            <p:spPr>
              <a:xfrm>
                <a:off x="262375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h3065"/>
              <p:cNvSpPr/>
              <p:nvPr/>
            </p:nvSpPr>
            <p:spPr>
              <a:xfrm>
                <a:off x="263301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h3066"/>
              <p:cNvSpPr/>
              <p:nvPr/>
            </p:nvSpPr>
            <p:spPr>
              <a:xfrm>
                <a:off x="264227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h3067"/>
              <p:cNvSpPr/>
              <p:nvPr/>
            </p:nvSpPr>
            <p:spPr>
              <a:xfrm>
                <a:off x="265153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h3068"/>
              <p:cNvSpPr/>
              <p:nvPr/>
            </p:nvSpPr>
            <p:spPr>
              <a:xfrm>
                <a:off x="2670061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0" y="897161"/>
                    </a:lnTo>
                    <a:lnTo>
                      <a:pt x="914322" y="907355"/>
                    </a:lnTo>
                    <a:lnTo>
                      <a:pt x="914400" y="90776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h3069"/>
              <p:cNvSpPr/>
              <p:nvPr/>
            </p:nvSpPr>
            <p:spPr>
              <a:xfrm>
                <a:off x="2670061" y="2171071"/>
                <a:ext cx="9156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52" h="914400">
                    <a:moveTo>
                      <a:pt x="914400" y="914400"/>
                    </a:moveTo>
                    <a:lnTo>
                      <a:pt x="914400" y="907768"/>
                    </a:lnTo>
                    <a:lnTo>
                      <a:pt x="914426" y="907906"/>
                    </a:lnTo>
                    <a:lnTo>
                      <a:pt x="914531" y="908461"/>
                    </a:lnTo>
                    <a:lnTo>
                      <a:pt x="914636" y="909017"/>
                    </a:lnTo>
                    <a:lnTo>
                      <a:pt x="914741" y="909572"/>
                    </a:lnTo>
                    <a:lnTo>
                      <a:pt x="914845" y="910128"/>
                    </a:lnTo>
                    <a:lnTo>
                      <a:pt x="914950" y="910683"/>
                    </a:lnTo>
                    <a:lnTo>
                      <a:pt x="915055" y="911239"/>
                    </a:lnTo>
                    <a:lnTo>
                      <a:pt x="915160" y="911794"/>
                    </a:lnTo>
                    <a:lnTo>
                      <a:pt x="915265" y="912350"/>
                    </a:lnTo>
                    <a:lnTo>
                      <a:pt x="915370" y="912905"/>
                    </a:lnTo>
                    <a:lnTo>
                      <a:pt x="915475" y="913461"/>
                    </a:lnTo>
                    <a:lnTo>
                      <a:pt x="915580" y="914016"/>
                    </a:lnTo>
                    <a:lnTo>
                      <a:pt x="915652" y="914400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h3070"/>
              <p:cNvSpPr/>
              <p:nvPr/>
            </p:nvSpPr>
            <p:spPr>
              <a:xfrm>
                <a:off x="3077599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29" y="914400"/>
                    </a:lnTo>
                    <a:lnTo>
                      <a:pt x="913659" y="904375"/>
                    </a:lnTo>
                    <a:lnTo>
                      <a:pt x="914400" y="902375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h3071"/>
              <p:cNvSpPr/>
              <p:nvPr/>
            </p:nvSpPr>
            <p:spPr>
              <a:xfrm>
                <a:off x="3086861" y="21538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613"/>
                    </a:lnTo>
                    <a:lnTo>
                      <a:pt x="907067" y="914400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h3072"/>
              <p:cNvSpPr/>
              <p:nvPr/>
            </p:nvSpPr>
            <p:spPr>
              <a:xfrm>
                <a:off x="308686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h3073"/>
              <p:cNvSpPr/>
              <p:nvPr/>
            </p:nvSpPr>
            <p:spPr>
              <a:xfrm>
                <a:off x="309612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h3074"/>
              <p:cNvSpPr/>
              <p:nvPr/>
            </p:nvSpPr>
            <p:spPr>
              <a:xfrm>
                <a:off x="310538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h3075"/>
              <p:cNvSpPr/>
              <p:nvPr/>
            </p:nvSpPr>
            <p:spPr>
              <a:xfrm>
                <a:off x="311464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h3076"/>
              <p:cNvSpPr/>
              <p:nvPr/>
            </p:nvSpPr>
            <p:spPr>
              <a:xfrm>
                <a:off x="312391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h3077"/>
              <p:cNvSpPr/>
              <p:nvPr/>
            </p:nvSpPr>
            <p:spPr>
              <a:xfrm>
                <a:off x="313317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h3078"/>
              <p:cNvSpPr/>
              <p:nvPr/>
            </p:nvSpPr>
            <p:spPr>
              <a:xfrm>
                <a:off x="314243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h3079"/>
              <p:cNvSpPr/>
              <p:nvPr/>
            </p:nvSpPr>
            <p:spPr>
              <a:xfrm>
                <a:off x="315169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h3080"/>
              <p:cNvSpPr/>
              <p:nvPr/>
            </p:nvSpPr>
            <p:spPr>
              <a:xfrm>
                <a:off x="316095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h3081"/>
              <p:cNvSpPr/>
              <p:nvPr/>
            </p:nvSpPr>
            <p:spPr>
              <a:xfrm>
                <a:off x="317022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h3082"/>
              <p:cNvSpPr/>
              <p:nvPr/>
            </p:nvSpPr>
            <p:spPr>
              <a:xfrm>
                <a:off x="31794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h3083"/>
              <p:cNvSpPr/>
              <p:nvPr/>
            </p:nvSpPr>
            <p:spPr>
              <a:xfrm>
                <a:off x="318874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h3084"/>
              <p:cNvSpPr/>
              <p:nvPr/>
            </p:nvSpPr>
            <p:spPr>
              <a:xfrm>
                <a:off x="31980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h3085"/>
              <p:cNvSpPr/>
              <p:nvPr/>
            </p:nvSpPr>
            <p:spPr>
              <a:xfrm>
                <a:off x="32072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h3086"/>
              <p:cNvSpPr/>
              <p:nvPr/>
            </p:nvSpPr>
            <p:spPr>
              <a:xfrm>
                <a:off x="32165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h3087"/>
              <p:cNvSpPr/>
              <p:nvPr/>
            </p:nvSpPr>
            <p:spPr>
              <a:xfrm>
                <a:off x="322579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h3088"/>
              <p:cNvSpPr/>
              <p:nvPr/>
            </p:nvSpPr>
            <p:spPr>
              <a:xfrm>
                <a:off x="32350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h3089"/>
              <p:cNvSpPr/>
              <p:nvPr/>
            </p:nvSpPr>
            <p:spPr>
              <a:xfrm>
                <a:off x="32443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h3090"/>
              <p:cNvSpPr/>
              <p:nvPr/>
            </p:nvSpPr>
            <p:spPr>
              <a:xfrm>
                <a:off x="32535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h3091"/>
              <p:cNvSpPr/>
              <p:nvPr/>
            </p:nvSpPr>
            <p:spPr>
              <a:xfrm>
                <a:off x="32628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h3092"/>
              <p:cNvSpPr/>
              <p:nvPr/>
            </p:nvSpPr>
            <p:spPr>
              <a:xfrm>
                <a:off x="327210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h3093"/>
              <p:cNvSpPr/>
              <p:nvPr/>
            </p:nvSpPr>
            <p:spPr>
              <a:xfrm>
                <a:off x="32813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h3094"/>
              <p:cNvSpPr/>
              <p:nvPr/>
            </p:nvSpPr>
            <p:spPr>
              <a:xfrm>
                <a:off x="32906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h3095"/>
              <p:cNvSpPr/>
              <p:nvPr/>
            </p:nvSpPr>
            <p:spPr>
              <a:xfrm>
                <a:off x="32998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h3096"/>
              <p:cNvSpPr/>
              <p:nvPr/>
            </p:nvSpPr>
            <p:spPr>
              <a:xfrm>
                <a:off x="330915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h3097"/>
              <p:cNvSpPr/>
              <p:nvPr/>
            </p:nvSpPr>
            <p:spPr>
              <a:xfrm>
                <a:off x="33184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h3098"/>
              <p:cNvSpPr/>
              <p:nvPr/>
            </p:nvSpPr>
            <p:spPr>
              <a:xfrm>
                <a:off x="33276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h3099"/>
              <p:cNvSpPr/>
              <p:nvPr/>
            </p:nvSpPr>
            <p:spPr>
              <a:xfrm>
                <a:off x="3336941" y="2171071"/>
                <a:ext cx="9209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907" y="897161"/>
                    </a:lnTo>
                    <a:lnTo>
                      <a:pt x="919559" y="903358"/>
                    </a:lnTo>
                    <a:lnTo>
                      <a:pt x="917084" y="913212"/>
                    </a:lnTo>
                    <a:lnTo>
                      <a:pt x="916765" y="914400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h3100"/>
              <p:cNvSpPr/>
              <p:nvPr/>
            </p:nvSpPr>
            <p:spPr>
              <a:xfrm>
                <a:off x="2345883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199" y="931638"/>
                    </a:lnTo>
                    <a:lnTo>
                      <a:pt x="909400" y="925137"/>
                    </a:lnTo>
                    <a:lnTo>
                      <a:pt x="905731" y="915540"/>
                    </a:lnTo>
                    <a:lnTo>
                      <a:pt x="905345" y="914400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h3101"/>
              <p:cNvSpPr/>
              <p:nvPr/>
            </p:nvSpPr>
            <p:spPr>
              <a:xfrm>
                <a:off x="23458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h3102"/>
              <p:cNvSpPr/>
              <p:nvPr/>
            </p:nvSpPr>
            <p:spPr>
              <a:xfrm>
                <a:off x="235514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h3103"/>
              <p:cNvSpPr/>
              <p:nvPr/>
            </p:nvSpPr>
            <p:spPr>
              <a:xfrm>
                <a:off x="23644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h3104"/>
              <p:cNvSpPr/>
              <p:nvPr/>
            </p:nvSpPr>
            <p:spPr>
              <a:xfrm>
                <a:off x="23736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h3105"/>
              <p:cNvSpPr/>
              <p:nvPr/>
            </p:nvSpPr>
            <p:spPr>
              <a:xfrm>
                <a:off x="23829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h3106"/>
              <p:cNvSpPr/>
              <p:nvPr/>
            </p:nvSpPr>
            <p:spPr>
              <a:xfrm>
                <a:off x="239219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h3107"/>
              <p:cNvSpPr/>
              <p:nvPr/>
            </p:nvSpPr>
            <p:spPr>
              <a:xfrm>
                <a:off x="24014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h3108"/>
              <p:cNvSpPr/>
              <p:nvPr/>
            </p:nvSpPr>
            <p:spPr>
              <a:xfrm>
                <a:off x="24107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h3109"/>
              <p:cNvSpPr/>
              <p:nvPr/>
            </p:nvSpPr>
            <p:spPr>
              <a:xfrm>
                <a:off x="24199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h3110"/>
              <p:cNvSpPr/>
              <p:nvPr/>
            </p:nvSpPr>
            <p:spPr>
              <a:xfrm>
                <a:off x="24292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h3111"/>
              <p:cNvSpPr/>
              <p:nvPr/>
            </p:nvSpPr>
            <p:spPr>
              <a:xfrm>
                <a:off x="243850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982">
                  <a:alpha val="100000"/>
                </a:srgbClr>
              </a:solidFill>
              <a:ln w="5420" cap="flat">
                <a:solidFill>
                  <a:srgbClr val="CA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h3112"/>
              <p:cNvSpPr/>
              <p:nvPr/>
            </p:nvSpPr>
            <p:spPr>
              <a:xfrm>
                <a:off x="24477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h3113"/>
              <p:cNvSpPr/>
              <p:nvPr/>
            </p:nvSpPr>
            <p:spPr>
              <a:xfrm>
                <a:off x="24570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h3114"/>
              <p:cNvSpPr/>
              <p:nvPr/>
            </p:nvSpPr>
            <p:spPr>
              <a:xfrm>
                <a:off x="24662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h3115"/>
              <p:cNvSpPr/>
              <p:nvPr/>
            </p:nvSpPr>
            <p:spPr>
              <a:xfrm>
                <a:off x="247555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h3116"/>
              <p:cNvSpPr/>
              <p:nvPr/>
            </p:nvSpPr>
            <p:spPr>
              <a:xfrm>
                <a:off x="24848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h3117"/>
              <p:cNvSpPr/>
              <p:nvPr/>
            </p:nvSpPr>
            <p:spPr>
              <a:xfrm>
                <a:off x="24940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h3118"/>
              <p:cNvSpPr/>
              <p:nvPr/>
            </p:nvSpPr>
            <p:spPr>
              <a:xfrm>
                <a:off x="250334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h3119"/>
              <p:cNvSpPr/>
              <p:nvPr/>
            </p:nvSpPr>
            <p:spPr>
              <a:xfrm>
                <a:off x="251260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h3120"/>
              <p:cNvSpPr/>
              <p:nvPr/>
            </p:nvSpPr>
            <p:spPr>
              <a:xfrm>
                <a:off x="252186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h3121"/>
              <p:cNvSpPr/>
              <p:nvPr/>
            </p:nvSpPr>
            <p:spPr>
              <a:xfrm>
                <a:off x="253112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h3122"/>
              <p:cNvSpPr/>
              <p:nvPr/>
            </p:nvSpPr>
            <p:spPr>
              <a:xfrm>
                <a:off x="254039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h3123"/>
              <p:cNvSpPr/>
              <p:nvPr/>
            </p:nvSpPr>
            <p:spPr>
              <a:xfrm>
                <a:off x="254965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h3124"/>
              <p:cNvSpPr/>
              <p:nvPr/>
            </p:nvSpPr>
            <p:spPr>
              <a:xfrm>
                <a:off x="255891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h3125"/>
              <p:cNvSpPr/>
              <p:nvPr/>
            </p:nvSpPr>
            <p:spPr>
              <a:xfrm>
                <a:off x="256817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h3126"/>
              <p:cNvSpPr/>
              <p:nvPr/>
            </p:nvSpPr>
            <p:spPr>
              <a:xfrm>
                <a:off x="257743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h3127"/>
              <p:cNvSpPr/>
              <p:nvPr/>
            </p:nvSpPr>
            <p:spPr>
              <a:xfrm>
                <a:off x="258670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h3128"/>
              <p:cNvSpPr/>
              <p:nvPr/>
            </p:nvSpPr>
            <p:spPr>
              <a:xfrm>
                <a:off x="259596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h3129"/>
              <p:cNvSpPr/>
              <p:nvPr/>
            </p:nvSpPr>
            <p:spPr>
              <a:xfrm>
                <a:off x="260522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h3130"/>
              <p:cNvSpPr/>
              <p:nvPr/>
            </p:nvSpPr>
            <p:spPr>
              <a:xfrm>
                <a:off x="261448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h3131"/>
              <p:cNvSpPr/>
              <p:nvPr/>
            </p:nvSpPr>
            <p:spPr>
              <a:xfrm>
                <a:off x="262375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h3132"/>
              <p:cNvSpPr/>
              <p:nvPr/>
            </p:nvSpPr>
            <p:spPr>
              <a:xfrm>
                <a:off x="263301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h3133"/>
              <p:cNvSpPr/>
              <p:nvPr/>
            </p:nvSpPr>
            <p:spPr>
              <a:xfrm>
                <a:off x="264227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h3134"/>
              <p:cNvSpPr/>
              <p:nvPr/>
            </p:nvSpPr>
            <p:spPr>
              <a:xfrm>
                <a:off x="265153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h3135"/>
              <p:cNvSpPr/>
              <p:nvPr/>
            </p:nvSpPr>
            <p:spPr>
              <a:xfrm>
                <a:off x="2660799" y="2153833"/>
                <a:ext cx="9214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132" y="897161"/>
                    </a:lnTo>
                    <a:lnTo>
                      <a:pt x="919112" y="904408"/>
                    </a:lnTo>
                    <a:lnTo>
                      <a:pt x="921493" y="914400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h3136"/>
              <p:cNvSpPr/>
              <p:nvPr/>
            </p:nvSpPr>
            <p:spPr>
              <a:xfrm>
                <a:off x="3086861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67" y="931638"/>
                    </a:lnTo>
                    <a:lnTo>
                      <a:pt x="908367" y="928126"/>
                    </a:lnTo>
                    <a:lnTo>
                      <a:pt x="908557" y="927646"/>
                    </a:lnTo>
                    <a:lnTo>
                      <a:pt x="908750" y="927159"/>
                    </a:lnTo>
                    <a:lnTo>
                      <a:pt x="908942" y="926672"/>
                    </a:lnTo>
                    <a:lnTo>
                      <a:pt x="909135" y="926185"/>
                    </a:lnTo>
                    <a:lnTo>
                      <a:pt x="909328" y="925699"/>
                    </a:lnTo>
                    <a:lnTo>
                      <a:pt x="909520" y="925212"/>
                    </a:lnTo>
                    <a:lnTo>
                      <a:pt x="909713" y="924725"/>
                    </a:lnTo>
                    <a:lnTo>
                      <a:pt x="909906" y="924239"/>
                    </a:lnTo>
                    <a:lnTo>
                      <a:pt x="910098" y="923752"/>
                    </a:lnTo>
                    <a:lnTo>
                      <a:pt x="910291" y="923265"/>
                    </a:lnTo>
                    <a:lnTo>
                      <a:pt x="910484" y="922778"/>
                    </a:lnTo>
                    <a:lnTo>
                      <a:pt x="910676" y="922292"/>
                    </a:lnTo>
                    <a:lnTo>
                      <a:pt x="910869" y="921805"/>
                    </a:lnTo>
                    <a:lnTo>
                      <a:pt x="911062" y="921318"/>
                    </a:lnTo>
                    <a:lnTo>
                      <a:pt x="911255" y="920832"/>
                    </a:lnTo>
                    <a:lnTo>
                      <a:pt x="911448" y="920345"/>
                    </a:lnTo>
                    <a:lnTo>
                      <a:pt x="911640" y="919858"/>
                    </a:lnTo>
                    <a:lnTo>
                      <a:pt x="911833" y="919372"/>
                    </a:lnTo>
                    <a:lnTo>
                      <a:pt x="912026" y="918885"/>
                    </a:lnTo>
                    <a:lnTo>
                      <a:pt x="912219" y="918398"/>
                    </a:lnTo>
                    <a:lnTo>
                      <a:pt x="912412" y="917912"/>
                    </a:lnTo>
                    <a:lnTo>
                      <a:pt x="912605" y="917425"/>
                    </a:lnTo>
                    <a:lnTo>
                      <a:pt x="912797" y="916938"/>
                    </a:lnTo>
                    <a:lnTo>
                      <a:pt x="912990" y="916452"/>
                    </a:lnTo>
                    <a:lnTo>
                      <a:pt x="913183" y="915965"/>
                    </a:lnTo>
                    <a:lnTo>
                      <a:pt x="913376" y="915478"/>
                    </a:lnTo>
                    <a:lnTo>
                      <a:pt x="913569" y="914992"/>
                    </a:lnTo>
                    <a:lnTo>
                      <a:pt x="913804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h3137"/>
              <p:cNvSpPr/>
              <p:nvPr/>
            </p:nvSpPr>
            <p:spPr>
              <a:xfrm>
                <a:off x="308686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h3138"/>
              <p:cNvSpPr/>
              <p:nvPr/>
            </p:nvSpPr>
            <p:spPr>
              <a:xfrm>
                <a:off x="309612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h3139"/>
              <p:cNvSpPr/>
              <p:nvPr/>
            </p:nvSpPr>
            <p:spPr>
              <a:xfrm>
                <a:off x="310538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h3140"/>
              <p:cNvSpPr/>
              <p:nvPr/>
            </p:nvSpPr>
            <p:spPr>
              <a:xfrm>
                <a:off x="311464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h3141"/>
              <p:cNvSpPr/>
              <p:nvPr/>
            </p:nvSpPr>
            <p:spPr>
              <a:xfrm>
                <a:off x="312391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h3142"/>
              <p:cNvSpPr/>
              <p:nvPr/>
            </p:nvSpPr>
            <p:spPr>
              <a:xfrm>
                <a:off x="313317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h3143"/>
              <p:cNvSpPr/>
              <p:nvPr/>
            </p:nvSpPr>
            <p:spPr>
              <a:xfrm>
                <a:off x="314243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h3144"/>
              <p:cNvSpPr/>
              <p:nvPr/>
            </p:nvSpPr>
            <p:spPr>
              <a:xfrm>
                <a:off x="315169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h3145"/>
              <p:cNvSpPr/>
              <p:nvPr/>
            </p:nvSpPr>
            <p:spPr>
              <a:xfrm>
                <a:off x="316095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h3146"/>
              <p:cNvSpPr/>
              <p:nvPr/>
            </p:nvSpPr>
            <p:spPr>
              <a:xfrm>
                <a:off x="317022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h3147"/>
              <p:cNvSpPr/>
              <p:nvPr/>
            </p:nvSpPr>
            <p:spPr>
              <a:xfrm>
                <a:off x="31794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h3148"/>
              <p:cNvSpPr/>
              <p:nvPr/>
            </p:nvSpPr>
            <p:spPr>
              <a:xfrm>
                <a:off x="318874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h3149"/>
              <p:cNvSpPr/>
              <p:nvPr/>
            </p:nvSpPr>
            <p:spPr>
              <a:xfrm>
                <a:off x="31980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h3150"/>
              <p:cNvSpPr/>
              <p:nvPr/>
            </p:nvSpPr>
            <p:spPr>
              <a:xfrm>
                <a:off x="32072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h3151"/>
              <p:cNvSpPr/>
              <p:nvPr/>
            </p:nvSpPr>
            <p:spPr>
              <a:xfrm>
                <a:off x="32165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h3152"/>
              <p:cNvSpPr/>
              <p:nvPr/>
            </p:nvSpPr>
            <p:spPr>
              <a:xfrm>
                <a:off x="322579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h3153"/>
              <p:cNvSpPr/>
              <p:nvPr/>
            </p:nvSpPr>
            <p:spPr>
              <a:xfrm>
                <a:off x="32350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h3154"/>
              <p:cNvSpPr/>
              <p:nvPr/>
            </p:nvSpPr>
            <p:spPr>
              <a:xfrm>
                <a:off x="32443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h3155"/>
              <p:cNvSpPr/>
              <p:nvPr/>
            </p:nvSpPr>
            <p:spPr>
              <a:xfrm>
                <a:off x="32535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h3156"/>
              <p:cNvSpPr/>
              <p:nvPr/>
            </p:nvSpPr>
            <p:spPr>
              <a:xfrm>
                <a:off x="32628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h3157"/>
              <p:cNvSpPr/>
              <p:nvPr/>
            </p:nvSpPr>
            <p:spPr>
              <a:xfrm>
                <a:off x="327210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h3158"/>
              <p:cNvSpPr/>
              <p:nvPr/>
            </p:nvSpPr>
            <p:spPr>
              <a:xfrm>
                <a:off x="32813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h3159"/>
              <p:cNvSpPr/>
              <p:nvPr/>
            </p:nvSpPr>
            <p:spPr>
              <a:xfrm>
                <a:off x="32906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h3160"/>
              <p:cNvSpPr/>
              <p:nvPr/>
            </p:nvSpPr>
            <p:spPr>
              <a:xfrm>
                <a:off x="32998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h3161"/>
              <p:cNvSpPr/>
              <p:nvPr/>
            </p:nvSpPr>
            <p:spPr>
              <a:xfrm>
                <a:off x="330915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h3162"/>
              <p:cNvSpPr/>
              <p:nvPr/>
            </p:nvSpPr>
            <p:spPr>
              <a:xfrm>
                <a:off x="33184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h3163"/>
              <p:cNvSpPr/>
              <p:nvPr/>
            </p:nvSpPr>
            <p:spPr>
              <a:xfrm>
                <a:off x="33276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h3164"/>
              <p:cNvSpPr/>
              <p:nvPr/>
            </p:nvSpPr>
            <p:spPr>
              <a:xfrm>
                <a:off x="3336941" y="21538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58" y="900230"/>
                    </a:lnTo>
                    <a:lnTo>
                      <a:pt x="921753" y="910513"/>
                    </a:lnTo>
                    <a:lnTo>
                      <a:pt x="920907" y="914400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h3165"/>
              <p:cNvSpPr/>
              <p:nvPr/>
            </p:nvSpPr>
            <p:spPr>
              <a:xfrm>
                <a:off x="3346203" y="2136594"/>
                <a:ext cx="914869" cy="917447"/>
              </a:xfrm>
              <a:custGeom>
                <a:avLst/>
                <a:gdLst/>
                <a:ahLst/>
                <a:cxnLst/>
                <a:rect l="0" t="0" r="0" b="0"/>
                <a:pathLst>
                  <a:path w="914869" h="917447">
                    <a:moveTo>
                      <a:pt x="914400" y="914400"/>
                    </a:moveTo>
                    <a:lnTo>
                      <a:pt x="914869" y="914400"/>
                    </a:lnTo>
                    <a:lnTo>
                      <a:pt x="914400" y="917447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h3166"/>
              <p:cNvSpPr/>
              <p:nvPr/>
            </p:nvSpPr>
            <p:spPr>
              <a:xfrm>
                <a:off x="2336621" y="2119356"/>
                <a:ext cx="914400" cy="9310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3">
                    <a:moveTo>
                      <a:pt x="914400" y="914400"/>
                    </a:moveTo>
                    <a:lnTo>
                      <a:pt x="914400" y="931023"/>
                    </a:lnTo>
                    <a:lnTo>
                      <a:pt x="911623" y="922808"/>
                    </a:lnTo>
                    <a:lnTo>
                      <a:pt x="911493" y="922374"/>
                    </a:lnTo>
                    <a:lnTo>
                      <a:pt x="908119" y="918196"/>
                    </a:lnTo>
                    <a:lnTo>
                      <a:pt x="905377" y="914400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h3167"/>
              <p:cNvSpPr/>
              <p:nvPr/>
            </p:nvSpPr>
            <p:spPr>
              <a:xfrm>
                <a:off x="23366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07" y="931638"/>
                    </a:lnTo>
                    <a:lnTo>
                      <a:pt x="914400" y="931023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h3168"/>
              <p:cNvSpPr/>
              <p:nvPr/>
            </p:nvSpPr>
            <p:spPr>
              <a:xfrm>
                <a:off x="23458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h3169"/>
              <p:cNvSpPr/>
              <p:nvPr/>
            </p:nvSpPr>
            <p:spPr>
              <a:xfrm>
                <a:off x="235514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h3170"/>
              <p:cNvSpPr/>
              <p:nvPr/>
            </p:nvSpPr>
            <p:spPr>
              <a:xfrm>
                <a:off x="23644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h3171"/>
              <p:cNvSpPr/>
              <p:nvPr/>
            </p:nvSpPr>
            <p:spPr>
              <a:xfrm>
                <a:off x="23736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h3172"/>
              <p:cNvSpPr/>
              <p:nvPr/>
            </p:nvSpPr>
            <p:spPr>
              <a:xfrm>
                <a:off x="23829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h3173"/>
              <p:cNvSpPr/>
              <p:nvPr/>
            </p:nvSpPr>
            <p:spPr>
              <a:xfrm>
                <a:off x="239219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h3174"/>
              <p:cNvSpPr/>
              <p:nvPr/>
            </p:nvSpPr>
            <p:spPr>
              <a:xfrm>
                <a:off x="24014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h3175"/>
              <p:cNvSpPr/>
              <p:nvPr/>
            </p:nvSpPr>
            <p:spPr>
              <a:xfrm>
                <a:off x="24107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h3176"/>
              <p:cNvSpPr/>
              <p:nvPr/>
            </p:nvSpPr>
            <p:spPr>
              <a:xfrm>
                <a:off x="24199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h3177"/>
              <p:cNvSpPr/>
              <p:nvPr/>
            </p:nvSpPr>
            <p:spPr>
              <a:xfrm>
                <a:off x="24292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h3178"/>
              <p:cNvSpPr/>
              <p:nvPr/>
            </p:nvSpPr>
            <p:spPr>
              <a:xfrm>
                <a:off x="243850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h3179"/>
              <p:cNvSpPr/>
              <p:nvPr/>
            </p:nvSpPr>
            <p:spPr>
              <a:xfrm>
                <a:off x="24477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h3180"/>
              <p:cNvSpPr/>
              <p:nvPr/>
            </p:nvSpPr>
            <p:spPr>
              <a:xfrm>
                <a:off x="24570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h3181"/>
              <p:cNvSpPr/>
              <p:nvPr/>
            </p:nvSpPr>
            <p:spPr>
              <a:xfrm>
                <a:off x="24662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h3182"/>
              <p:cNvSpPr/>
              <p:nvPr/>
            </p:nvSpPr>
            <p:spPr>
              <a:xfrm>
                <a:off x="247555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h3183"/>
              <p:cNvSpPr/>
              <p:nvPr/>
            </p:nvSpPr>
            <p:spPr>
              <a:xfrm>
                <a:off x="24848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h3184"/>
              <p:cNvSpPr/>
              <p:nvPr/>
            </p:nvSpPr>
            <p:spPr>
              <a:xfrm>
                <a:off x="24940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h3185"/>
              <p:cNvSpPr/>
              <p:nvPr/>
            </p:nvSpPr>
            <p:spPr>
              <a:xfrm>
                <a:off x="25033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h3186"/>
              <p:cNvSpPr/>
              <p:nvPr/>
            </p:nvSpPr>
            <p:spPr>
              <a:xfrm>
                <a:off x="251260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h3187"/>
              <p:cNvSpPr/>
              <p:nvPr/>
            </p:nvSpPr>
            <p:spPr>
              <a:xfrm>
                <a:off x="252186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h3188"/>
              <p:cNvSpPr/>
              <p:nvPr/>
            </p:nvSpPr>
            <p:spPr>
              <a:xfrm>
                <a:off x="253112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h3189"/>
              <p:cNvSpPr/>
              <p:nvPr/>
            </p:nvSpPr>
            <p:spPr>
              <a:xfrm>
                <a:off x="254039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h3190"/>
              <p:cNvSpPr/>
              <p:nvPr/>
            </p:nvSpPr>
            <p:spPr>
              <a:xfrm>
                <a:off x="254965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h3191"/>
              <p:cNvSpPr/>
              <p:nvPr/>
            </p:nvSpPr>
            <p:spPr>
              <a:xfrm>
                <a:off x="255891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h3192"/>
              <p:cNvSpPr/>
              <p:nvPr/>
            </p:nvSpPr>
            <p:spPr>
              <a:xfrm>
                <a:off x="256817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h3193"/>
              <p:cNvSpPr/>
              <p:nvPr/>
            </p:nvSpPr>
            <p:spPr>
              <a:xfrm>
                <a:off x="257743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h3194"/>
              <p:cNvSpPr/>
              <p:nvPr/>
            </p:nvSpPr>
            <p:spPr>
              <a:xfrm>
                <a:off x="258670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h3195"/>
              <p:cNvSpPr/>
              <p:nvPr/>
            </p:nvSpPr>
            <p:spPr>
              <a:xfrm>
                <a:off x="259596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h3196"/>
              <p:cNvSpPr/>
              <p:nvPr/>
            </p:nvSpPr>
            <p:spPr>
              <a:xfrm>
                <a:off x="260522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h3197"/>
              <p:cNvSpPr/>
              <p:nvPr/>
            </p:nvSpPr>
            <p:spPr>
              <a:xfrm>
                <a:off x="261448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h3198"/>
              <p:cNvSpPr/>
              <p:nvPr/>
            </p:nvSpPr>
            <p:spPr>
              <a:xfrm>
                <a:off x="262375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h3199"/>
              <p:cNvSpPr/>
              <p:nvPr/>
            </p:nvSpPr>
            <p:spPr>
              <a:xfrm>
                <a:off x="263301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h3200"/>
              <p:cNvSpPr/>
              <p:nvPr/>
            </p:nvSpPr>
            <p:spPr>
              <a:xfrm>
                <a:off x="264227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h3201"/>
              <p:cNvSpPr/>
              <p:nvPr/>
            </p:nvSpPr>
            <p:spPr>
              <a:xfrm>
                <a:off x="2660799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1676" y="897161"/>
                    </a:lnTo>
                    <a:lnTo>
                      <a:pt x="913521" y="902450"/>
                    </a:lnTo>
                    <a:lnTo>
                      <a:pt x="914400" y="905284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h3202"/>
              <p:cNvSpPr/>
              <p:nvPr/>
            </p:nvSpPr>
            <p:spPr>
              <a:xfrm>
                <a:off x="2660799" y="2136594"/>
                <a:ext cx="9171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2" h="914400">
                    <a:moveTo>
                      <a:pt x="914400" y="914400"/>
                    </a:moveTo>
                    <a:lnTo>
                      <a:pt x="914400" y="905284"/>
                    </a:lnTo>
                    <a:lnTo>
                      <a:pt x="916453" y="911910"/>
                    </a:lnTo>
                    <a:lnTo>
                      <a:pt x="917132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h3203"/>
              <p:cNvSpPr/>
              <p:nvPr/>
            </p:nvSpPr>
            <p:spPr>
              <a:xfrm>
                <a:off x="3086861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04" y="914400"/>
                    </a:lnTo>
                    <a:lnTo>
                      <a:pt x="913955" y="914018"/>
                    </a:lnTo>
                    <a:lnTo>
                      <a:pt x="914148" y="913532"/>
                    </a:lnTo>
                    <a:lnTo>
                      <a:pt x="914341" y="913045"/>
                    </a:lnTo>
                    <a:lnTo>
                      <a:pt x="914400" y="91289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h3204"/>
              <p:cNvSpPr/>
              <p:nvPr/>
            </p:nvSpPr>
            <p:spPr>
              <a:xfrm>
                <a:off x="3096123" y="21193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136"/>
                    </a:lnTo>
                    <a:lnTo>
                      <a:pt x="905272" y="929797"/>
                    </a:lnTo>
                    <a:lnTo>
                      <a:pt x="905465" y="929310"/>
                    </a:lnTo>
                    <a:lnTo>
                      <a:pt x="905658" y="928823"/>
                    </a:lnTo>
                    <a:lnTo>
                      <a:pt x="905851" y="928337"/>
                    </a:lnTo>
                    <a:lnTo>
                      <a:pt x="906044" y="927850"/>
                    </a:lnTo>
                    <a:lnTo>
                      <a:pt x="906237" y="927364"/>
                    </a:lnTo>
                    <a:lnTo>
                      <a:pt x="906430" y="926877"/>
                    </a:lnTo>
                    <a:lnTo>
                      <a:pt x="906623" y="926390"/>
                    </a:lnTo>
                    <a:lnTo>
                      <a:pt x="906817" y="925904"/>
                    </a:lnTo>
                    <a:lnTo>
                      <a:pt x="907010" y="925417"/>
                    </a:lnTo>
                    <a:lnTo>
                      <a:pt x="907203" y="924930"/>
                    </a:lnTo>
                    <a:lnTo>
                      <a:pt x="907396" y="924444"/>
                    </a:lnTo>
                    <a:lnTo>
                      <a:pt x="907589" y="923957"/>
                    </a:lnTo>
                    <a:lnTo>
                      <a:pt x="907782" y="923471"/>
                    </a:lnTo>
                    <a:lnTo>
                      <a:pt x="907976" y="922984"/>
                    </a:lnTo>
                    <a:lnTo>
                      <a:pt x="908169" y="922497"/>
                    </a:lnTo>
                    <a:lnTo>
                      <a:pt x="908362" y="922011"/>
                    </a:lnTo>
                    <a:lnTo>
                      <a:pt x="908555" y="921524"/>
                    </a:lnTo>
                    <a:lnTo>
                      <a:pt x="908749" y="921038"/>
                    </a:lnTo>
                    <a:lnTo>
                      <a:pt x="908942" y="920551"/>
                    </a:lnTo>
                    <a:lnTo>
                      <a:pt x="909135" y="920064"/>
                    </a:lnTo>
                    <a:lnTo>
                      <a:pt x="909329" y="919578"/>
                    </a:lnTo>
                    <a:lnTo>
                      <a:pt x="909522" y="919091"/>
                    </a:lnTo>
                    <a:lnTo>
                      <a:pt x="909715" y="918605"/>
                    </a:lnTo>
                    <a:lnTo>
                      <a:pt x="909909" y="918118"/>
                    </a:lnTo>
                    <a:lnTo>
                      <a:pt x="910102" y="917631"/>
                    </a:lnTo>
                    <a:lnTo>
                      <a:pt x="910295" y="917145"/>
                    </a:lnTo>
                    <a:lnTo>
                      <a:pt x="910489" y="916658"/>
                    </a:lnTo>
                    <a:lnTo>
                      <a:pt x="910682" y="916172"/>
                    </a:lnTo>
                    <a:lnTo>
                      <a:pt x="910876" y="915685"/>
                    </a:lnTo>
                    <a:lnTo>
                      <a:pt x="911069" y="915199"/>
                    </a:lnTo>
                    <a:lnTo>
                      <a:pt x="911263" y="914712"/>
                    </a:lnTo>
                    <a:lnTo>
                      <a:pt x="911387" y="914400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h3205"/>
              <p:cNvSpPr/>
              <p:nvPr/>
            </p:nvSpPr>
            <p:spPr>
              <a:xfrm>
                <a:off x="309612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h3206"/>
              <p:cNvSpPr/>
              <p:nvPr/>
            </p:nvSpPr>
            <p:spPr>
              <a:xfrm>
                <a:off x="310538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h3207"/>
              <p:cNvSpPr/>
              <p:nvPr/>
            </p:nvSpPr>
            <p:spPr>
              <a:xfrm>
                <a:off x="311464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h3208"/>
              <p:cNvSpPr/>
              <p:nvPr/>
            </p:nvSpPr>
            <p:spPr>
              <a:xfrm>
                <a:off x="312391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h3209"/>
              <p:cNvSpPr/>
              <p:nvPr/>
            </p:nvSpPr>
            <p:spPr>
              <a:xfrm>
                <a:off x="313317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h3210"/>
              <p:cNvSpPr/>
              <p:nvPr/>
            </p:nvSpPr>
            <p:spPr>
              <a:xfrm>
                <a:off x="314243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h3211"/>
              <p:cNvSpPr/>
              <p:nvPr/>
            </p:nvSpPr>
            <p:spPr>
              <a:xfrm>
                <a:off x="315169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h3212"/>
              <p:cNvSpPr/>
              <p:nvPr/>
            </p:nvSpPr>
            <p:spPr>
              <a:xfrm>
                <a:off x="316095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h3213"/>
              <p:cNvSpPr/>
              <p:nvPr/>
            </p:nvSpPr>
            <p:spPr>
              <a:xfrm>
                <a:off x="31702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h3214"/>
              <p:cNvSpPr/>
              <p:nvPr/>
            </p:nvSpPr>
            <p:spPr>
              <a:xfrm>
                <a:off x="31794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h3215"/>
              <p:cNvSpPr/>
              <p:nvPr/>
            </p:nvSpPr>
            <p:spPr>
              <a:xfrm>
                <a:off x="318874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h3216"/>
              <p:cNvSpPr/>
              <p:nvPr/>
            </p:nvSpPr>
            <p:spPr>
              <a:xfrm>
                <a:off x="31980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h3217"/>
              <p:cNvSpPr/>
              <p:nvPr/>
            </p:nvSpPr>
            <p:spPr>
              <a:xfrm>
                <a:off x="32072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h3218"/>
              <p:cNvSpPr/>
              <p:nvPr/>
            </p:nvSpPr>
            <p:spPr>
              <a:xfrm>
                <a:off x="32165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h3219"/>
              <p:cNvSpPr/>
              <p:nvPr/>
            </p:nvSpPr>
            <p:spPr>
              <a:xfrm>
                <a:off x="322579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h3220"/>
              <p:cNvSpPr/>
              <p:nvPr/>
            </p:nvSpPr>
            <p:spPr>
              <a:xfrm>
                <a:off x="32350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h3221"/>
              <p:cNvSpPr/>
              <p:nvPr/>
            </p:nvSpPr>
            <p:spPr>
              <a:xfrm>
                <a:off x="32443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h3222"/>
              <p:cNvSpPr/>
              <p:nvPr/>
            </p:nvSpPr>
            <p:spPr>
              <a:xfrm>
                <a:off x="32535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h3223"/>
              <p:cNvSpPr/>
              <p:nvPr/>
            </p:nvSpPr>
            <p:spPr>
              <a:xfrm>
                <a:off x="32628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h3224"/>
              <p:cNvSpPr/>
              <p:nvPr/>
            </p:nvSpPr>
            <p:spPr>
              <a:xfrm>
                <a:off x="327210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h3225"/>
              <p:cNvSpPr/>
              <p:nvPr/>
            </p:nvSpPr>
            <p:spPr>
              <a:xfrm>
                <a:off x="32813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h3226"/>
              <p:cNvSpPr/>
              <p:nvPr/>
            </p:nvSpPr>
            <p:spPr>
              <a:xfrm>
                <a:off x="32906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h3227"/>
              <p:cNvSpPr/>
              <p:nvPr/>
            </p:nvSpPr>
            <p:spPr>
              <a:xfrm>
                <a:off x="32998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h3228"/>
              <p:cNvSpPr/>
              <p:nvPr/>
            </p:nvSpPr>
            <p:spPr>
              <a:xfrm>
                <a:off x="330915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h3229"/>
              <p:cNvSpPr/>
              <p:nvPr/>
            </p:nvSpPr>
            <p:spPr>
              <a:xfrm>
                <a:off x="33184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h3230"/>
              <p:cNvSpPr/>
              <p:nvPr/>
            </p:nvSpPr>
            <p:spPr>
              <a:xfrm>
                <a:off x="33276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h3231"/>
              <p:cNvSpPr/>
              <p:nvPr/>
            </p:nvSpPr>
            <p:spPr>
              <a:xfrm>
                <a:off x="33369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h3232"/>
              <p:cNvSpPr/>
              <p:nvPr/>
            </p:nvSpPr>
            <p:spPr>
              <a:xfrm>
                <a:off x="3346203" y="2136594"/>
                <a:ext cx="917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3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31" y="897161"/>
                    </a:lnTo>
                    <a:lnTo>
                      <a:pt x="916009" y="907012"/>
                    </a:lnTo>
                    <a:lnTo>
                      <a:pt x="914869" y="914400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h3233"/>
              <p:cNvSpPr/>
              <p:nvPr/>
            </p:nvSpPr>
            <p:spPr>
              <a:xfrm>
                <a:off x="2318097" y="2102118"/>
                <a:ext cx="914400" cy="91676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761">
                    <a:moveTo>
                      <a:pt x="914400" y="914400"/>
                    </a:moveTo>
                    <a:lnTo>
                      <a:pt x="914400" y="916761"/>
                    </a:lnTo>
                    <a:lnTo>
                      <a:pt x="913213" y="914727"/>
                    </a:lnTo>
                    <a:lnTo>
                      <a:pt x="913040" y="914400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h3234"/>
              <p:cNvSpPr/>
              <p:nvPr/>
            </p:nvSpPr>
            <p:spPr>
              <a:xfrm>
                <a:off x="2318097" y="2102118"/>
                <a:ext cx="923662" cy="93130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0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07"/>
                    </a:lnTo>
                    <a:lnTo>
                      <a:pt x="921975" y="928971"/>
                    </a:lnTo>
                    <a:lnTo>
                      <a:pt x="917493" y="922063"/>
                    </a:lnTo>
                    <a:lnTo>
                      <a:pt x="914400" y="916761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h3235"/>
              <p:cNvSpPr/>
              <p:nvPr/>
            </p:nvSpPr>
            <p:spPr>
              <a:xfrm>
                <a:off x="23273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39" y="931638"/>
                    </a:lnTo>
                    <a:lnTo>
                      <a:pt x="914400" y="931307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h3236"/>
              <p:cNvSpPr/>
              <p:nvPr/>
            </p:nvSpPr>
            <p:spPr>
              <a:xfrm>
                <a:off x="23366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h3237"/>
              <p:cNvSpPr/>
              <p:nvPr/>
            </p:nvSpPr>
            <p:spPr>
              <a:xfrm>
                <a:off x="23458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h3238"/>
              <p:cNvSpPr/>
              <p:nvPr/>
            </p:nvSpPr>
            <p:spPr>
              <a:xfrm>
                <a:off x="235514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h3239"/>
              <p:cNvSpPr/>
              <p:nvPr/>
            </p:nvSpPr>
            <p:spPr>
              <a:xfrm>
                <a:off x="23644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h3240"/>
              <p:cNvSpPr/>
              <p:nvPr/>
            </p:nvSpPr>
            <p:spPr>
              <a:xfrm>
                <a:off x="23736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h3241"/>
              <p:cNvSpPr/>
              <p:nvPr/>
            </p:nvSpPr>
            <p:spPr>
              <a:xfrm>
                <a:off x="23829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h3242"/>
              <p:cNvSpPr/>
              <p:nvPr/>
            </p:nvSpPr>
            <p:spPr>
              <a:xfrm>
                <a:off x="239219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h3243"/>
              <p:cNvSpPr/>
              <p:nvPr/>
            </p:nvSpPr>
            <p:spPr>
              <a:xfrm>
                <a:off x="24014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h3244"/>
              <p:cNvSpPr/>
              <p:nvPr/>
            </p:nvSpPr>
            <p:spPr>
              <a:xfrm>
                <a:off x="24107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h3245"/>
              <p:cNvSpPr/>
              <p:nvPr/>
            </p:nvSpPr>
            <p:spPr>
              <a:xfrm>
                <a:off x="24199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h3246"/>
              <p:cNvSpPr/>
              <p:nvPr/>
            </p:nvSpPr>
            <p:spPr>
              <a:xfrm>
                <a:off x="24292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h3247"/>
              <p:cNvSpPr/>
              <p:nvPr/>
            </p:nvSpPr>
            <p:spPr>
              <a:xfrm>
                <a:off x="243850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h3248"/>
              <p:cNvSpPr/>
              <p:nvPr/>
            </p:nvSpPr>
            <p:spPr>
              <a:xfrm>
                <a:off x="24477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h3249"/>
              <p:cNvSpPr/>
              <p:nvPr/>
            </p:nvSpPr>
            <p:spPr>
              <a:xfrm>
                <a:off x="24570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h3250"/>
              <p:cNvSpPr/>
              <p:nvPr/>
            </p:nvSpPr>
            <p:spPr>
              <a:xfrm>
                <a:off x="24662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h3251"/>
              <p:cNvSpPr/>
              <p:nvPr/>
            </p:nvSpPr>
            <p:spPr>
              <a:xfrm>
                <a:off x="247555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h3252"/>
              <p:cNvSpPr/>
              <p:nvPr/>
            </p:nvSpPr>
            <p:spPr>
              <a:xfrm>
                <a:off x="24848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h3253"/>
              <p:cNvSpPr/>
              <p:nvPr/>
            </p:nvSpPr>
            <p:spPr>
              <a:xfrm>
                <a:off x="24940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h3254"/>
              <p:cNvSpPr/>
              <p:nvPr/>
            </p:nvSpPr>
            <p:spPr>
              <a:xfrm>
                <a:off x="25033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h3255"/>
              <p:cNvSpPr/>
              <p:nvPr/>
            </p:nvSpPr>
            <p:spPr>
              <a:xfrm>
                <a:off x="251260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h3256"/>
              <p:cNvSpPr/>
              <p:nvPr/>
            </p:nvSpPr>
            <p:spPr>
              <a:xfrm>
                <a:off x="252186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h3257"/>
              <p:cNvSpPr/>
              <p:nvPr/>
            </p:nvSpPr>
            <p:spPr>
              <a:xfrm>
                <a:off x="253112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h3258"/>
              <p:cNvSpPr/>
              <p:nvPr/>
            </p:nvSpPr>
            <p:spPr>
              <a:xfrm>
                <a:off x="254039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h3259"/>
              <p:cNvSpPr/>
              <p:nvPr/>
            </p:nvSpPr>
            <p:spPr>
              <a:xfrm>
                <a:off x="254965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h3260"/>
              <p:cNvSpPr/>
              <p:nvPr/>
            </p:nvSpPr>
            <p:spPr>
              <a:xfrm>
                <a:off x="255891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h3261"/>
              <p:cNvSpPr/>
              <p:nvPr/>
            </p:nvSpPr>
            <p:spPr>
              <a:xfrm>
                <a:off x="256817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h3262"/>
              <p:cNvSpPr/>
              <p:nvPr/>
            </p:nvSpPr>
            <p:spPr>
              <a:xfrm>
                <a:off x="257743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h3263"/>
              <p:cNvSpPr/>
              <p:nvPr/>
            </p:nvSpPr>
            <p:spPr>
              <a:xfrm>
                <a:off x="258670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h3264"/>
              <p:cNvSpPr/>
              <p:nvPr/>
            </p:nvSpPr>
            <p:spPr>
              <a:xfrm>
                <a:off x="259596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h3265"/>
              <p:cNvSpPr/>
              <p:nvPr/>
            </p:nvSpPr>
            <p:spPr>
              <a:xfrm>
                <a:off x="260522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h3266"/>
              <p:cNvSpPr/>
              <p:nvPr/>
            </p:nvSpPr>
            <p:spPr>
              <a:xfrm>
                <a:off x="261448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h3267"/>
              <p:cNvSpPr/>
              <p:nvPr/>
            </p:nvSpPr>
            <p:spPr>
              <a:xfrm>
                <a:off x="262375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h3268"/>
              <p:cNvSpPr/>
              <p:nvPr/>
            </p:nvSpPr>
            <p:spPr>
              <a:xfrm>
                <a:off x="263301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h3269"/>
              <p:cNvSpPr/>
              <p:nvPr/>
            </p:nvSpPr>
            <p:spPr>
              <a:xfrm>
                <a:off x="2651537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1" y="897161"/>
                    </a:lnTo>
                    <a:lnTo>
                      <a:pt x="914400" y="89770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h3270"/>
              <p:cNvSpPr/>
              <p:nvPr/>
            </p:nvSpPr>
            <p:spPr>
              <a:xfrm>
                <a:off x="2651537" y="2119356"/>
                <a:ext cx="92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8" h="914400">
                    <a:moveTo>
                      <a:pt x="914400" y="914400"/>
                    </a:moveTo>
                    <a:lnTo>
                      <a:pt x="914400" y="897709"/>
                    </a:lnTo>
                    <a:lnTo>
                      <a:pt x="916137" y="901695"/>
                    </a:lnTo>
                    <a:lnTo>
                      <a:pt x="919588" y="910528"/>
                    </a:lnTo>
                    <a:lnTo>
                      <a:pt x="920938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h3271"/>
              <p:cNvSpPr/>
              <p:nvPr/>
            </p:nvSpPr>
            <p:spPr>
              <a:xfrm>
                <a:off x="3096123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87" y="914400"/>
                    </a:lnTo>
                    <a:lnTo>
                      <a:pt x="911456" y="914225"/>
                    </a:lnTo>
                    <a:lnTo>
                      <a:pt x="914400" y="907192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h3272"/>
              <p:cNvSpPr/>
              <p:nvPr/>
            </p:nvSpPr>
            <p:spPr>
              <a:xfrm>
                <a:off x="3105386" y="21021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430"/>
                    </a:lnTo>
                    <a:lnTo>
                      <a:pt x="905552" y="923440"/>
                    </a:lnTo>
                    <a:lnTo>
                      <a:pt x="909118" y="915732"/>
                    </a:lnTo>
                    <a:lnTo>
                      <a:pt x="909798" y="914400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h3273"/>
              <p:cNvSpPr/>
              <p:nvPr/>
            </p:nvSpPr>
            <p:spPr>
              <a:xfrm>
                <a:off x="310538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h3274"/>
              <p:cNvSpPr/>
              <p:nvPr/>
            </p:nvSpPr>
            <p:spPr>
              <a:xfrm>
                <a:off x="311464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h3275"/>
              <p:cNvSpPr/>
              <p:nvPr/>
            </p:nvSpPr>
            <p:spPr>
              <a:xfrm>
                <a:off x="312391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h3276"/>
              <p:cNvSpPr/>
              <p:nvPr/>
            </p:nvSpPr>
            <p:spPr>
              <a:xfrm>
                <a:off x="313317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h3277"/>
              <p:cNvSpPr/>
              <p:nvPr/>
            </p:nvSpPr>
            <p:spPr>
              <a:xfrm>
                <a:off x="314243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h3278"/>
              <p:cNvSpPr/>
              <p:nvPr/>
            </p:nvSpPr>
            <p:spPr>
              <a:xfrm>
                <a:off x="315169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h3279"/>
              <p:cNvSpPr/>
              <p:nvPr/>
            </p:nvSpPr>
            <p:spPr>
              <a:xfrm>
                <a:off x="31609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h3280"/>
              <p:cNvSpPr/>
              <p:nvPr/>
            </p:nvSpPr>
            <p:spPr>
              <a:xfrm>
                <a:off x="31702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h3281"/>
              <p:cNvSpPr/>
              <p:nvPr/>
            </p:nvSpPr>
            <p:spPr>
              <a:xfrm>
                <a:off x="31794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h3282"/>
              <p:cNvSpPr/>
              <p:nvPr/>
            </p:nvSpPr>
            <p:spPr>
              <a:xfrm>
                <a:off x="318874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h3283"/>
              <p:cNvSpPr/>
              <p:nvPr/>
            </p:nvSpPr>
            <p:spPr>
              <a:xfrm>
                <a:off x="31980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h3284"/>
              <p:cNvSpPr/>
              <p:nvPr/>
            </p:nvSpPr>
            <p:spPr>
              <a:xfrm>
                <a:off x="32072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h3285"/>
              <p:cNvSpPr/>
              <p:nvPr/>
            </p:nvSpPr>
            <p:spPr>
              <a:xfrm>
                <a:off x="32165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h3286"/>
              <p:cNvSpPr/>
              <p:nvPr/>
            </p:nvSpPr>
            <p:spPr>
              <a:xfrm>
                <a:off x="322579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h3287"/>
              <p:cNvSpPr/>
              <p:nvPr/>
            </p:nvSpPr>
            <p:spPr>
              <a:xfrm>
                <a:off x="32350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h3288"/>
              <p:cNvSpPr/>
              <p:nvPr/>
            </p:nvSpPr>
            <p:spPr>
              <a:xfrm>
                <a:off x="32443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h3289"/>
              <p:cNvSpPr/>
              <p:nvPr/>
            </p:nvSpPr>
            <p:spPr>
              <a:xfrm>
                <a:off x="32535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h3290"/>
              <p:cNvSpPr/>
              <p:nvPr/>
            </p:nvSpPr>
            <p:spPr>
              <a:xfrm>
                <a:off x="32628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h3291"/>
              <p:cNvSpPr/>
              <p:nvPr/>
            </p:nvSpPr>
            <p:spPr>
              <a:xfrm>
                <a:off x="327210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h3292"/>
              <p:cNvSpPr/>
              <p:nvPr/>
            </p:nvSpPr>
            <p:spPr>
              <a:xfrm>
                <a:off x="32813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h3293"/>
              <p:cNvSpPr/>
              <p:nvPr/>
            </p:nvSpPr>
            <p:spPr>
              <a:xfrm>
                <a:off x="32906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h3294"/>
              <p:cNvSpPr/>
              <p:nvPr/>
            </p:nvSpPr>
            <p:spPr>
              <a:xfrm>
                <a:off x="32998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h3295"/>
              <p:cNvSpPr/>
              <p:nvPr/>
            </p:nvSpPr>
            <p:spPr>
              <a:xfrm>
                <a:off x="330915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h3296"/>
              <p:cNvSpPr/>
              <p:nvPr/>
            </p:nvSpPr>
            <p:spPr>
              <a:xfrm>
                <a:off x="33184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h3297"/>
              <p:cNvSpPr/>
              <p:nvPr/>
            </p:nvSpPr>
            <p:spPr>
              <a:xfrm>
                <a:off x="33276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h3298"/>
              <p:cNvSpPr/>
              <p:nvPr/>
            </p:nvSpPr>
            <p:spPr>
              <a:xfrm>
                <a:off x="33369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h3299"/>
              <p:cNvSpPr/>
              <p:nvPr/>
            </p:nvSpPr>
            <p:spPr>
              <a:xfrm>
                <a:off x="3346203" y="2119356"/>
                <a:ext cx="9187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718" y="897161"/>
                    </a:lnTo>
                    <a:lnTo>
                      <a:pt x="918338" y="902938"/>
                    </a:lnTo>
                    <a:lnTo>
                      <a:pt x="917324" y="913651"/>
                    </a:lnTo>
                    <a:lnTo>
                      <a:pt x="917231" y="91440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h3300"/>
              <p:cNvSpPr/>
              <p:nvPr/>
            </p:nvSpPr>
            <p:spPr>
              <a:xfrm>
                <a:off x="2308835" y="2084879"/>
                <a:ext cx="914400" cy="9157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15">
                    <a:moveTo>
                      <a:pt x="914400" y="914400"/>
                    </a:moveTo>
                    <a:lnTo>
                      <a:pt x="914400" y="915715"/>
                    </a:lnTo>
                    <a:lnTo>
                      <a:pt x="913840" y="914400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h3301"/>
              <p:cNvSpPr/>
              <p:nvPr/>
            </p:nvSpPr>
            <p:spPr>
              <a:xfrm>
                <a:off x="230883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303" y="931638"/>
                    </a:lnTo>
                    <a:lnTo>
                      <a:pt x="918406" y="924224"/>
                    </a:lnTo>
                    <a:lnTo>
                      <a:pt x="914561" y="916095"/>
                    </a:lnTo>
                    <a:lnTo>
                      <a:pt x="914400" y="915715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h3302"/>
              <p:cNvSpPr/>
              <p:nvPr/>
            </p:nvSpPr>
            <p:spPr>
              <a:xfrm>
                <a:off x="23180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h3303"/>
              <p:cNvSpPr/>
              <p:nvPr/>
            </p:nvSpPr>
            <p:spPr>
              <a:xfrm>
                <a:off x="23273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h3304"/>
              <p:cNvSpPr/>
              <p:nvPr/>
            </p:nvSpPr>
            <p:spPr>
              <a:xfrm>
                <a:off x="23366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h3305"/>
              <p:cNvSpPr/>
              <p:nvPr/>
            </p:nvSpPr>
            <p:spPr>
              <a:xfrm>
                <a:off x="23458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h3306"/>
              <p:cNvSpPr/>
              <p:nvPr/>
            </p:nvSpPr>
            <p:spPr>
              <a:xfrm>
                <a:off x="235514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h3307"/>
              <p:cNvSpPr/>
              <p:nvPr/>
            </p:nvSpPr>
            <p:spPr>
              <a:xfrm>
                <a:off x="23644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h3308"/>
              <p:cNvSpPr/>
              <p:nvPr/>
            </p:nvSpPr>
            <p:spPr>
              <a:xfrm>
                <a:off x="23736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h3309"/>
              <p:cNvSpPr/>
              <p:nvPr/>
            </p:nvSpPr>
            <p:spPr>
              <a:xfrm>
                <a:off x="23829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h3310"/>
              <p:cNvSpPr/>
              <p:nvPr/>
            </p:nvSpPr>
            <p:spPr>
              <a:xfrm>
                <a:off x="239219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h3311"/>
              <p:cNvSpPr/>
              <p:nvPr/>
            </p:nvSpPr>
            <p:spPr>
              <a:xfrm>
                <a:off x="24014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h3312"/>
              <p:cNvSpPr/>
              <p:nvPr/>
            </p:nvSpPr>
            <p:spPr>
              <a:xfrm>
                <a:off x="24107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h3313"/>
              <p:cNvSpPr/>
              <p:nvPr/>
            </p:nvSpPr>
            <p:spPr>
              <a:xfrm>
                <a:off x="24199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h3314"/>
              <p:cNvSpPr/>
              <p:nvPr/>
            </p:nvSpPr>
            <p:spPr>
              <a:xfrm>
                <a:off x="24292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h3315"/>
              <p:cNvSpPr/>
              <p:nvPr/>
            </p:nvSpPr>
            <p:spPr>
              <a:xfrm>
                <a:off x="243850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h3316"/>
              <p:cNvSpPr/>
              <p:nvPr/>
            </p:nvSpPr>
            <p:spPr>
              <a:xfrm>
                <a:off x="24477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h3317"/>
              <p:cNvSpPr/>
              <p:nvPr/>
            </p:nvSpPr>
            <p:spPr>
              <a:xfrm>
                <a:off x="24570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h3318"/>
              <p:cNvSpPr/>
              <p:nvPr/>
            </p:nvSpPr>
            <p:spPr>
              <a:xfrm>
                <a:off x="24662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h3319"/>
              <p:cNvSpPr/>
              <p:nvPr/>
            </p:nvSpPr>
            <p:spPr>
              <a:xfrm>
                <a:off x="247555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h3320"/>
              <p:cNvSpPr/>
              <p:nvPr/>
            </p:nvSpPr>
            <p:spPr>
              <a:xfrm>
                <a:off x="24848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h3321"/>
              <p:cNvSpPr/>
              <p:nvPr/>
            </p:nvSpPr>
            <p:spPr>
              <a:xfrm>
                <a:off x="24940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h3322"/>
              <p:cNvSpPr/>
              <p:nvPr/>
            </p:nvSpPr>
            <p:spPr>
              <a:xfrm>
                <a:off x="25033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h3323"/>
              <p:cNvSpPr/>
              <p:nvPr/>
            </p:nvSpPr>
            <p:spPr>
              <a:xfrm>
                <a:off x="251260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h3324"/>
              <p:cNvSpPr/>
              <p:nvPr/>
            </p:nvSpPr>
            <p:spPr>
              <a:xfrm>
                <a:off x="252186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h3325"/>
              <p:cNvSpPr/>
              <p:nvPr/>
            </p:nvSpPr>
            <p:spPr>
              <a:xfrm>
                <a:off x="253112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h3326"/>
              <p:cNvSpPr/>
              <p:nvPr/>
            </p:nvSpPr>
            <p:spPr>
              <a:xfrm>
                <a:off x="254039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h3327"/>
              <p:cNvSpPr/>
              <p:nvPr/>
            </p:nvSpPr>
            <p:spPr>
              <a:xfrm>
                <a:off x="254965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h3328"/>
              <p:cNvSpPr/>
              <p:nvPr/>
            </p:nvSpPr>
            <p:spPr>
              <a:xfrm>
                <a:off x="255891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h3329"/>
              <p:cNvSpPr/>
              <p:nvPr/>
            </p:nvSpPr>
            <p:spPr>
              <a:xfrm>
                <a:off x="256817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h3330"/>
              <p:cNvSpPr/>
              <p:nvPr/>
            </p:nvSpPr>
            <p:spPr>
              <a:xfrm>
                <a:off x="257743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h3331"/>
              <p:cNvSpPr/>
              <p:nvPr/>
            </p:nvSpPr>
            <p:spPr>
              <a:xfrm>
                <a:off x="258670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h3332"/>
              <p:cNvSpPr/>
              <p:nvPr/>
            </p:nvSpPr>
            <p:spPr>
              <a:xfrm>
                <a:off x="259596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h3333"/>
              <p:cNvSpPr/>
              <p:nvPr/>
            </p:nvSpPr>
            <p:spPr>
              <a:xfrm>
                <a:off x="260522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h3334"/>
              <p:cNvSpPr/>
              <p:nvPr/>
            </p:nvSpPr>
            <p:spPr>
              <a:xfrm>
                <a:off x="261448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h3335"/>
              <p:cNvSpPr/>
              <p:nvPr/>
            </p:nvSpPr>
            <p:spPr>
              <a:xfrm>
                <a:off x="262375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h3336"/>
              <p:cNvSpPr/>
              <p:nvPr/>
            </p:nvSpPr>
            <p:spPr>
              <a:xfrm>
                <a:off x="263301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h3337"/>
              <p:cNvSpPr/>
              <p:nvPr/>
            </p:nvSpPr>
            <p:spPr>
              <a:xfrm>
                <a:off x="2642274" y="2102118"/>
                <a:ext cx="9234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76" y="897161"/>
                    </a:lnTo>
                    <a:lnTo>
                      <a:pt x="917771" y="902345"/>
                    </a:lnTo>
                    <a:lnTo>
                      <a:pt x="921703" y="910452"/>
                    </a:lnTo>
                    <a:lnTo>
                      <a:pt x="923423" y="914400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h3338"/>
              <p:cNvSpPr/>
              <p:nvPr/>
            </p:nvSpPr>
            <p:spPr>
              <a:xfrm>
                <a:off x="3105386" y="21021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98" y="914400"/>
                    </a:lnTo>
                    <a:lnTo>
                      <a:pt x="912883" y="908360"/>
                    </a:lnTo>
                    <a:lnTo>
                      <a:pt x="914400" y="9056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h3339"/>
              <p:cNvSpPr/>
              <p:nvPr/>
            </p:nvSpPr>
            <p:spPr>
              <a:xfrm>
                <a:off x="3114648" y="20848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907"/>
                    </a:lnTo>
                    <a:lnTo>
                      <a:pt x="907576" y="918580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h3340"/>
              <p:cNvSpPr/>
              <p:nvPr/>
            </p:nvSpPr>
            <p:spPr>
              <a:xfrm>
                <a:off x="311464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h3341"/>
              <p:cNvSpPr/>
              <p:nvPr/>
            </p:nvSpPr>
            <p:spPr>
              <a:xfrm>
                <a:off x="312391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h3342"/>
              <p:cNvSpPr/>
              <p:nvPr/>
            </p:nvSpPr>
            <p:spPr>
              <a:xfrm>
                <a:off x="313317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h3343"/>
              <p:cNvSpPr/>
              <p:nvPr/>
            </p:nvSpPr>
            <p:spPr>
              <a:xfrm>
                <a:off x="314243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h3344"/>
              <p:cNvSpPr/>
              <p:nvPr/>
            </p:nvSpPr>
            <p:spPr>
              <a:xfrm>
                <a:off x="31516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h3345"/>
              <p:cNvSpPr/>
              <p:nvPr/>
            </p:nvSpPr>
            <p:spPr>
              <a:xfrm>
                <a:off x="31609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h3346"/>
              <p:cNvSpPr/>
              <p:nvPr/>
            </p:nvSpPr>
            <p:spPr>
              <a:xfrm>
                <a:off x="31702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h3347"/>
              <p:cNvSpPr/>
              <p:nvPr/>
            </p:nvSpPr>
            <p:spPr>
              <a:xfrm>
                <a:off x="31794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h3348"/>
              <p:cNvSpPr/>
              <p:nvPr/>
            </p:nvSpPr>
            <p:spPr>
              <a:xfrm>
                <a:off x="318874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h3349"/>
              <p:cNvSpPr/>
              <p:nvPr/>
            </p:nvSpPr>
            <p:spPr>
              <a:xfrm>
                <a:off x="31980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h3350"/>
              <p:cNvSpPr/>
              <p:nvPr/>
            </p:nvSpPr>
            <p:spPr>
              <a:xfrm>
                <a:off x="32072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h3351"/>
              <p:cNvSpPr/>
              <p:nvPr/>
            </p:nvSpPr>
            <p:spPr>
              <a:xfrm>
                <a:off x="32165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h3352"/>
              <p:cNvSpPr/>
              <p:nvPr/>
            </p:nvSpPr>
            <p:spPr>
              <a:xfrm>
                <a:off x="322579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h3353"/>
              <p:cNvSpPr/>
              <p:nvPr/>
            </p:nvSpPr>
            <p:spPr>
              <a:xfrm>
                <a:off x="32350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h3354"/>
              <p:cNvSpPr/>
              <p:nvPr/>
            </p:nvSpPr>
            <p:spPr>
              <a:xfrm>
                <a:off x="32443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h3355"/>
              <p:cNvSpPr/>
              <p:nvPr/>
            </p:nvSpPr>
            <p:spPr>
              <a:xfrm>
                <a:off x="32535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h3356"/>
              <p:cNvSpPr/>
              <p:nvPr/>
            </p:nvSpPr>
            <p:spPr>
              <a:xfrm>
                <a:off x="32628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h3357"/>
              <p:cNvSpPr/>
              <p:nvPr/>
            </p:nvSpPr>
            <p:spPr>
              <a:xfrm>
                <a:off x="327210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h3358"/>
              <p:cNvSpPr/>
              <p:nvPr/>
            </p:nvSpPr>
            <p:spPr>
              <a:xfrm>
                <a:off x="32813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h3359"/>
              <p:cNvSpPr/>
              <p:nvPr/>
            </p:nvSpPr>
            <p:spPr>
              <a:xfrm>
                <a:off x="32906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h3360"/>
              <p:cNvSpPr/>
              <p:nvPr/>
            </p:nvSpPr>
            <p:spPr>
              <a:xfrm>
                <a:off x="32998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h3361"/>
              <p:cNvSpPr/>
              <p:nvPr/>
            </p:nvSpPr>
            <p:spPr>
              <a:xfrm>
                <a:off x="330915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h3362"/>
              <p:cNvSpPr/>
              <p:nvPr/>
            </p:nvSpPr>
            <p:spPr>
              <a:xfrm>
                <a:off x="33184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h3363"/>
              <p:cNvSpPr/>
              <p:nvPr/>
            </p:nvSpPr>
            <p:spPr>
              <a:xfrm>
                <a:off x="33276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h3364"/>
              <p:cNvSpPr/>
              <p:nvPr/>
            </p:nvSpPr>
            <p:spPr>
              <a:xfrm>
                <a:off x="33369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h3365"/>
              <p:cNvSpPr/>
              <p:nvPr/>
            </p:nvSpPr>
            <p:spPr>
              <a:xfrm>
                <a:off x="3346203" y="2102118"/>
                <a:ext cx="919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64" y="897161"/>
                    </a:lnTo>
                    <a:lnTo>
                      <a:pt x="919451" y="898527"/>
                    </a:lnTo>
                    <a:lnTo>
                      <a:pt x="919048" y="909379"/>
                    </a:lnTo>
                    <a:lnTo>
                      <a:pt x="918718" y="914400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h3366"/>
              <p:cNvSpPr/>
              <p:nvPr/>
            </p:nvSpPr>
            <p:spPr>
              <a:xfrm>
                <a:off x="2308835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40" y="931638"/>
                    </a:lnTo>
                    <a:lnTo>
                      <a:pt x="910950" y="924842"/>
                    </a:lnTo>
                    <a:lnTo>
                      <a:pt x="907582" y="916011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h3367"/>
              <p:cNvSpPr/>
              <p:nvPr/>
            </p:nvSpPr>
            <p:spPr>
              <a:xfrm>
                <a:off x="230883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h3368"/>
              <p:cNvSpPr/>
              <p:nvPr/>
            </p:nvSpPr>
            <p:spPr>
              <a:xfrm>
                <a:off x="23180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h3369"/>
              <p:cNvSpPr/>
              <p:nvPr/>
            </p:nvSpPr>
            <p:spPr>
              <a:xfrm>
                <a:off x="23273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h3370"/>
              <p:cNvSpPr/>
              <p:nvPr/>
            </p:nvSpPr>
            <p:spPr>
              <a:xfrm>
                <a:off x="23366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h3371"/>
              <p:cNvSpPr/>
              <p:nvPr/>
            </p:nvSpPr>
            <p:spPr>
              <a:xfrm>
                <a:off x="23458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h3372"/>
              <p:cNvSpPr/>
              <p:nvPr/>
            </p:nvSpPr>
            <p:spPr>
              <a:xfrm>
                <a:off x="235514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h3373"/>
              <p:cNvSpPr/>
              <p:nvPr/>
            </p:nvSpPr>
            <p:spPr>
              <a:xfrm>
                <a:off x="23644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h3374"/>
              <p:cNvSpPr/>
              <p:nvPr/>
            </p:nvSpPr>
            <p:spPr>
              <a:xfrm>
                <a:off x="23736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h3375"/>
              <p:cNvSpPr/>
              <p:nvPr/>
            </p:nvSpPr>
            <p:spPr>
              <a:xfrm>
                <a:off x="23829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h3376"/>
              <p:cNvSpPr/>
              <p:nvPr/>
            </p:nvSpPr>
            <p:spPr>
              <a:xfrm>
                <a:off x="239219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h3377"/>
              <p:cNvSpPr/>
              <p:nvPr/>
            </p:nvSpPr>
            <p:spPr>
              <a:xfrm>
                <a:off x="24014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h3378"/>
              <p:cNvSpPr/>
              <p:nvPr/>
            </p:nvSpPr>
            <p:spPr>
              <a:xfrm>
                <a:off x="24107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h3379"/>
              <p:cNvSpPr/>
              <p:nvPr/>
            </p:nvSpPr>
            <p:spPr>
              <a:xfrm>
                <a:off x="24199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h3380"/>
              <p:cNvSpPr/>
              <p:nvPr/>
            </p:nvSpPr>
            <p:spPr>
              <a:xfrm>
                <a:off x="24292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h3381"/>
              <p:cNvSpPr/>
              <p:nvPr/>
            </p:nvSpPr>
            <p:spPr>
              <a:xfrm>
                <a:off x="243850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h3382"/>
              <p:cNvSpPr/>
              <p:nvPr/>
            </p:nvSpPr>
            <p:spPr>
              <a:xfrm>
                <a:off x="24477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h3383"/>
              <p:cNvSpPr/>
              <p:nvPr/>
            </p:nvSpPr>
            <p:spPr>
              <a:xfrm>
                <a:off x="24570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h3384"/>
              <p:cNvSpPr/>
              <p:nvPr/>
            </p:nvSpPr>
            <p:spPr>
              <a:xfrm>
                <a:off x="24662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h3385"/>
              <p:cNvSpPr/>
              <p:nvPr/>
            </p:nvSpPr>
            <p:spPr>
              <a:xfrm>
                <a:off x="247555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h3386"/>
              <p:cNvSpPr/>
              <p:nvPr/>
            </p:nvSpPr>
            <p:spPr>
              <a:xfrm>
                <a:off x="24848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h3387"/>
              <p:cNvSpPr/>
              <p:nvPr/>
            </p:nvSpPr>
            <p:spPr>
              <a:xfrm>
                <a:off x="24940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h3388"/>
              <p:cNvSpPr/>
              <p:nvPr/>
            </p:nvSpPr>
            <p:spPr>
              <a:xfrm>
                <a:off x="25033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h3389"/>
              <p:cNvSpPr/>
              <p:nvPr/>
            </p:nvSpPr>
            <p:spPr>
              <a:xfrm>
                <a:off x="251260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h3390"/>
              <p:cNvSpPr/>
              <p:nvPr/>
            </p:nvSpPr>
            <p:spPr>
              <a:xfrm>
                <a:off x="252186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h3391"/>
              <p:cNvSpPr/>
              <p:nvPr/>
            </p:nvSpPr>
            <p:spPr>
              <a:xfrm>
                <a:off x="253112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h3392"/>
              <p:cNvSpPr/>
              <p:nvPr/>
            </p:nvSpPr>
            <p:spPr>
              <a:xfrm>
                <a:off x="254039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h3393"/>
              <p:cNvSpPr/>
              <p:nvPr/>
            </p:nvSpPr>
            <p:spPr>
              <a:xfrm>
                <a:off x="254965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h3394"/>
              <p:cNvSpPr/>
              <p:nvPr/>
            </p:nvSpPr>
            <p:spPr>
              <a:xfrm>
                <a:off x="255891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h3395"/>
              <p:cNvSpPr/>
              <p:nvPr/>
            </p:nvSpPr>
            <p:spPr>
              <a:xfrm>
                <a:off x="256817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h3396"/>
              <p:cNvSpPr/>
              <p:nvPr/>
            </p:nvSpPr>
            <p:spPr>
              <a:xfrm>
                <a:off x="257743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h3397"/>
              <p:cNvSpPr/>
              <p:nvPr/>
            </p:nvSpPr>
            <p:spPr>
              <a:xfrm>
                <a:off x="258670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h3398"/>
              <p:cNvSpPr/>
              <p:nvPr/>
            </p:nvSpPr>
            <p:spPr>
              <a:xfrm>
                <a:off x="259596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h3399"/>
              <p:cNvSpPr/>
              <p:nvPr/>
            </p:nvSpPr>
            <p:spPr>
              <a:xfrm>
                <a:off x="260522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h3400"/>
              <p:cNvSpPr/>
              <p:nvPr/>
            </p:nvSpPr>
            <p:spPr>
              <a:xfrm>
                <a:off x="261448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h3401"/>
              <p:cNvSpPr/>
              <p:nvPr/>
            </p:nvSpPr>
            <p:spPr>
              <a:xfrm>
                <a:off x="2633012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512" y="897161"/>
                    </a:lnTo>
                    <a:lnTo>
                      <a:pt x="913938" y="897733"/>
                    </a:lnTo>
                    <a:lnTo>
                      <a:pt x="914400" y="898425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h3402"/>
              <p:cNvSpPr/>
              <p:nvPr/>
            </p:nvSpPr>
            <p:spPr>
              <a:xfrm>
                <a:off x="2642274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425"/>
                    </a:lnTo>
                    <a:lnTo>
                      <a:pt x="909245" y="904584"/>
                    </a:lnTo>
                    <a:lnTo>
                      <a:pt x="913614" y="911874"/>
                    </a:lnTo>
                    <a:lnTo>
                      <a:pt x="914400" y="913331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h3403"/>
              <p:cNvSpPr/>
              <p:nvPr/>
            </p:nvSpPr>
            <p:spPr>
              <a:xfrm>
                <a:off x="2642274" y="2084879"/>
                <a:ext cx="9149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6" h="914400">
                    <a:moveTo>
                      <a:pt x="914400" y="914400"/>
                    </a:moveTo>
                    <a:lnTo>
                      <a:pt x="914400" y="913331"/>
                    </a:lnTo>
                    <a:lnTo>
                      <a:pt x="914976" y="914400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h3404"/>
              <p:cNvSpPr/>
              <p:nvPr/>
            </p:nvSpPr>
            <p:spPr>
              <a:xfrm>
                <a:off x="3114648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051" y="914400"/>
                    </a:lnTo>
                    <a:lnTo>
                      <a:pt x="914400" y="907054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h3405"/>
              <p:cNvSpPr/>
              <p:nvPr/>
            </p:nvSpPr>
            <p:spPr>
              <a:xfrm>
                <a:off x="3123910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292"/>
                    </a:lnTo>
                    <a:lnTo>
                      <a:pt x="909874" y="916215"/>
                    </a:lnTo>
                    <a:lnTo>
                      <a:pt x="909946" y="915894"/>
                    </a:lnTo>
                    <a:lnTo>
                      <a:pt x="910019" y="915572"/>
                    </a:lnTo>
                    <a:lnTo>
                      <a:pt x="910092" y="915251"/>
                    </a:lnTo>
                    <a:lnTo>
                      <a:pt x="910165" y="914929"/>
                    </a:lnTo>
                    <a:lnTo>
                      <a:pt x="910237" y="914607"/>
                    </a:lnTo>
                    <a:lnTo>
                      <a:pt x="910284" y="914400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h3406"/>
              <p:cNvSpPr/>
              <p:nvPr/>
            </p:nvSpPr>
            <p:spPr>
              <a:xfrm>
                <a:off x="312391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h3407"/>
              <p:cNvSpPr/>
              <p:nvPr/>
            </p:nvSpPr>
            <p:spPr>
              <a:xfrm>
                <a:off x="313317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h3408"/>
              <p:cNvSpPr/>
              <p:nvPr/>
            </p:nvSpPr>
            <p:spPr>
              <a:xfrm>
                <a:off x="314243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h3409"/>
              <p:cNvSpPr/>
              <p:nvPr/>
            </p:nvSpPr>
            <p:spPr>
              <a:xfrm>
                <a:off x="31516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h3410"/>
              <p:cNvSpPr/>
              <p:nvPr/>
            </p:nvSpPr>
            <p:spPr>
              <a:xfrm>
                <a:off x="31609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h3411"/>
              <p:cNvSpPr/>
              <p:nvPr/>
            </p:nvSpPr>
            <p:spPr>
              <a:xfrm>
                <a:off x="31702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h3412"/>
              <p:cNvSpPr/>
              <p:nvPr/>
            </p:nvSpPr>
            <p:spPr>
              <a:xfrm>
                <a:off x="31794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h3413"/>
              <p:cNvSpPr/>
              <p:nvPr/>
            </p:nvSpPr>
            <p:spPr>
              <a:xfrm>
                <a:off x="318874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h3414"/>
              <p:cNvSpPr/>
              <p:nvPr/>
            </p:nvSpPr>
            <p:spPr>
              <a:xfrm>
                <a:off x="31980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h3415"/>
              <p:cNvSpPr/>
              <p:nvPr/>
            </p:nvSpPr>
            <p:spPr>
              <a:xfrm>
                <a:off x="32072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h3416"/>
              <p:cNvSpPr/>
              <p:nvPr/>
            </p:nvSpPr>
            <p:spPr>
              <a:xfrm>
                <a:off x="32165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h3417"/>
              <p:cNvSpPr/>
              <p:nvPr/>
            </p:nvSpPr>
            <p:spPr>
              <a:xfrm>
                <a:off x="322579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h3418"/>
              <p:cNvSpPr/>
              <p:nvPr/>
            </p:nvSpPr>
            <p:spPr>
              <a:xfrm>
                <a:off x="32350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h3419"/>
              <p:cNvSpPr/>
              <p:nvPr/>
            </p:nvSpPr>
            <p:spPr>
              <a:xfrm>
                <a:off x="32443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h3420"/>
              <p:cNvSpPr/>
              <p:nvPr/>
            </p:nvSpPr>
            <p:spPr>
              <a:xfrm>
                <a:off x="32535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h3421"/>
              <p:cNvSpPr/>
              <p:nvPr/>
            </p:nvSpPr>
            <p:spPr>
              <a:xfrm>
                <a:off x="32628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h3422"/>
              <p:cNvSpPr/>
              <p:nvPr/>
            </p:nvSpPr>
            <p:spPr>
              <a:xfrm>
                <a:off x="327210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h3423"/>
              <p:cNvSpPr/>
              <p:nvPr/>
            </p:nvSpPr>
            <p:spPr>
              <a:xfrm>
                <a:off x="32813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h3424"/>
              <p:cNvSpPr/>
              <p:nvPr/>
            </p:nvSpPr>
            <p:spPr>
              <a:xfrm>
                <a:off x="32906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h3425"/>
              <p:cNvSpPr/>
              <p:nvPr/>
            </p:nvSpPr>
            <p:spPr>
              <a:xfrm>
                <a:off x="32998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h3426"/>
              <p:cNvSpPr/>
              <p:nvPr/>
            </p:nvSpPr>
            <p:spPr>
              <a:xfrm>
                <a:off x="330915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h3427"/>
              <p:cNvSpPr/>
              <p:nvPr/>
            </p:nvSpPr>
            <p:spPr>
              <a:xfrm>
                <a:off x="33184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h3428"/>
              <p:cNvSpPr/>
              <p:nvPr/>
            </p:nvSpPr>
            <p:spPr>
              <a:xfrm>
                <a:off x="33276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h3429"/>
              <p:cNvSpPr/>
              <p:nvPr/>
            </p:nvSpPr>
            <p:spPr>
              <a:xfrm>
                <a:off x="33369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h3430"/>
              <p:cNvSpPr/>
              <p:nvPr/>
            </p:nvSpPr>
            <p:spPr>
              <a:xfrm>
                <a:off x="3346203" y="2084879"/>
                <a:ext cx="919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0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806" y="897161"/>
                    </a:lnTo>
                    <a:lnTo>
                      <a:pt x="919420" y="898265"/>
                    </a:lnTo>
                    <a:lnTo>
                      <a:pt x="919548" y="904889"/>
                    </a:lnTo>
                    <a:lnTo>
                      <a:pt x="919464" y="914400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h3431"/>
              <p:cNvSpPr/>
              <p:nvPr/>
            </p:nvSpPr>
            <p:spPr>
              <a:xfrm>
                <a:off x="2299572" y="2050402"/>
                <a:ext cx="914400" cy="9260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0">
                    <a:moveTo>
                      <a:pt x="914400" y="914400"/>
                    </a:moveTo>
                    <a:lnTo>
                      <a:pt x="914400" y="926070"/>
                    </a:lnTo>
                    <a:lnTo>
                      <a:pt x="913729" y="924102"/>
                    </a:lnTo>
                    <a:lnTo>
                      <a:pt x="910876" y="914663"/>
                    </a:lnTo>
                    <a:lnTo>
                      <a:pt x="910806" y="914400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h3432"/>
              <p:cNvSpPr/>
              <p:nvPr/>
            </p:nvSpPr>
            <p:spPr>
              <a:xfrm>
                <a:off x="22995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296" y="931638"/>
                    </a:lnTo>
                    <a:lnTo>
                      <a:pt x="914400" y="926070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h3433"/>
              <p:cNvSpPr/>
              <p:nvPr/>
            </p:nvSpPr>
            <p:spPr>
              <a:xfrm>
                <a:off x="230883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h3434"/>
              <p:cNvSpPr/>
              <p:nvPr/>
            </p:nvSpPr>
            <p:spPr>
              <a:xfrm>
                <a:off x="23180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h3435"/>
              <p:cNvSpPr/>
              <p:nvPr/>
            </p:nvSpPr>
            <p:spPr>
              <a:xfrm>
                <a:off x="23273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h3436"/>
              <p:cNvSpPr/>
              <p:nvPr/>
            </p:nvSpPr>
            <p:spPr>
              <a:xfrm>
                <a:off x="23366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h3437"/>
              <p:cNvSpPr/>
              <p:nvPr/>
            </p:nvSpPr>
            <p:spPr>
              <a:xfrm>
                <a:off x="23458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h3438"/>
              <p:cNvSpPr/>
              <p:nvPr/>
            </p:nvSpPr>
            <p:spPr>
              <a:xfrm>
                <a:off x="235514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h3439"/>
              <p:cNvSpPr/>
              <p:nvPr/>
            </p:nvSpPr>
            <p:spPr>
              <a:xfrm>
                <a:off x="23644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h3440"/>
              <p:cNvSpPr/>
              <p:nvPr/>
            </p:nvSpPr>
            <p:spPr>
              <a:xfrm>
                <a:off x="23736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h3441"/>
              <p:cNvSpPr/>
              <p:nvPr/>
            </p:nvSpPr>
            <p:spPr>
              <a:xfrm>
                <a:off x="23829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h3442"/>
              <p:cNvSpPr/>
              <p:nvPr/>
            </p:nvSpPr>
            <p:spPr>
              <a:xfrm>
                <a:off x="239219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h3443"/>
              <p:cNvSpPr/>
              <p:nvPr/>
            </p:nvSpPr>
            <p:spPr>
              <a:xfrm>
                <a:off x="24014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h3444"/>
              <p:cNvSpPr/>
              <p:nvPr/>
            </p:nvSpPr>
            <p:spPr>
              <a:xfrm>
                <a:off x="24107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h3445"/>
              <p:cNvSpPr/>
              <p:nvPr/>
            </p:nvSpPr>
            <p:spPr>
              <a:xfrm>
                <a:off x="24199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h3446"/>
              <p:cNvSpPr/>
              <p:nvPr/>
            </p:nvSpPr>
            <p:spPr>
              <a:xfrm>
                <a:off x="24292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h3447"/>
              <p:cNvSpPr/>
              <p:nvPr/>
            </p:nvSpPr>
            <p:spPr>
              <a:xfrm>
                <a:off x="243850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h3448"/>
              <p:cNvSpPr/>
              <p:nvPr/>
            </p:nvSpPr>
            <p:spPr>
              <a:xfrm>
                <a:off x="24477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h3449"/>
              <p:cNvSpPr/>
              <p:nvPr/>
            </p:nvSpPr>
            <p:spPr>
              <a:xfrm>
                <a:off x="24570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h3450"/>
              <p:cNvSpPr/>
              <p:nvPr/>
            </p:nvSpPr>
            <p:spPr>
              <a:xfrm>
                <a:off x="24662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h3451"/>
              <p:cNvSpPr/>
              <p:nvPr/>
            </p:nvSpPr>
            <p:spPr>
              <a:xfrm>
                <a:off x="247555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h3452"/>
              <p:cNvSpPr/>
              <p:nvPr/>
            </p:nvSpPr>
            <p:spPr>
              <a:xfrm>
                <a:off x="24848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h3453"/>
              <p:cNvSpPr/>
              <p:nvPr/>
            </p:nvSpPr>
            <p:spPr>
              <a:xfrm>
                <a:off x="24940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h3454"/>
              <p:cNvSpPr/>
              <p:nvPr/>
            </p:nvSpPr>
            <p:spPr>
              <a:xfrm>
                <a:off x="25033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h3455"/>
              <p:cNvSpPr/>
              <p:nvPr/>
            </p:nvSpPr>
            <p:spPr>
              <a:xfrm>
                <a:off x="251260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h3456"/>
              <p:cNvSpPr/>
              <p:nvPr/>
            </p:nvSpPr>
            <p:spPr>
              <a:xfrm>
                <a:off x="252186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h3457"/>
              <p:cNvSpPr/>
              <p:nvPr/>
            </p:nvSpPr>
            <p:spPr>
              <a:xfrm>
                <a:off x="253112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h3458"/>
              <p:cNvSpPr/>
              <p:nvPr/>
            </p:nvSpPr>
            <p:spPr>
              <a:xfrm>
                <a:off x="254039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h3459"/>
              <p:cNvSpPr/>
              <p:nvPr/>
            </p:nvSpPr>
            <p:spPr>
              <a:xfrm>
                <a:off x="254965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h3460"/>
              <p:cNvSpPr/>
              <p:nvPr/>
            </p:nvSpPr>
            <p:spPr>
              <a:xfrm>
                <a:off x="255891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h3461"/>
              <p:cNvSpPr/>
              <p:nvPr/>
            </p:nvSpPr>
            <p:spPr>
              <a:xfrm>
                <a:off x="256817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h3462"/>
              <p:cNvSpPr/>
              <p:nvPr/>
            </p:nvSpPr>
            <p:spPr>
              <a:xfrm>
                <a:off x="257743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h3463"/>
              <p:cNvSpPr/>
              <p:nvPr/>
            </p:nvSpPr>
            <p:spPr>
              <a:xfrm>
                <a:off x="258670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h3464"/>
              <p:cNvSpPr/>
              <p:nvPr/>
            </p:nvSpPr>
            <p:spPr>
              <a:xfrm>
                <a:off x="259596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h3465"/>
              <p:cNvSpPr/>
              <p:nvPr/>
            </p:nvSpPr>
            <p:spPr>
              <a:xfrm>
                <a:off x="260522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h3466"/>
              <p:cNvSpPr/>
              <p:nvPr/>
            </p:nvSpPr>
            <p:spPr>
              <a:xfrm>
                <a:off x="2623750" y="2067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417" y="897239"/>
                    </a:lnTo>
                    <a:lnTo>
                      <a:pt x="913510" y="902662"/>
                    </a:lnTo>
                    <a:lnTo>
                      <a:pt x="914400" y="903730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h3467"/>
              <p:cNvSpPr/>
              <p:nvPr/>
            </p:nvSpPr>
            <p:spPr>
              <a:xfrm>
                <a:off x="2623750" y="2067641"/>
                <a:ext cx="9227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74" h="914400">
                    <a:moveTo>
                      <a:pt x="914400" y="914400"/>
                    </a:moveTo>
                    <a:lnTo>
                      <a:pt x="914400" y="903730"/>
                    </a:lnTo>
                    <a:lnTo>
                      <a:pt x="918442" y="908579"/>
                    </a:lnTo>
                    <a:lnTo>
                      <a:pt x="922774" y="914400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h3468"/>
              <p:cNvSpPr/>
              <p:nvPr/>
            </p:nvSpPr>
            <p:spPr>
              <a:xfrm>
                <a:off x="3123910" y="20504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10" y="931524"/>
                    </a:lnTo>
                    <a:lnTo>
                      <a:pt x="910383" y="931203"/>
                    </a:lnTo>
                    <a:lnTo>
                      <a:pt x="910455" y="930881"/>
                    </a:lnTo>
                    <a:lnTo>
                      <a:pt x="910528" y="930559"/>
                    </a:lnTo>
                    <a:lnTo>
                      <a:pt x="910601" y="930238"/>
                    </a:lnTo>
                    <a:lnTo>
                      <a:pt x="910673" y="929916"/>
                    </a:lnTo>
                    <a:lnTo>
                      <a:pt x="910746" y="929595"/>
                    </a:lnTo>
                    <a:lnTo>
                      <a:pt x="910819" y="929273"/>
                    </a:lnTo>
                    <a:lnTo>
                      <a:pt x="910892" y="928951"/>
                    </a:lnTo>
                    <a:lnTo>
                      <a:pt x="910964" y="928630"/>
                    </a:lnTo>
                    <a:lnTo>
                      <a:pt x="911037" y="928308"/>
                    </a:lnTo>
                    <a:lnTo>
                      <a:pt x="911110" y="927987"/>
                    </a:lnTo>
                    <a:lnTo>
                      <a:pt x="911183" y="927665"/>
                    </a:lnTo>
                    <a:lnTo>
                      <a:pt x="911255" y="927343"/>
                    </a:lnTo>
                    <a:lnTo>
                      <a:pt x="911328" y="927022"/>
                    </a:lnTo>
                    <a:lnTo>
                      <a:pt x="911401" y="926700"/>
                    </a:lnTo>
                    <a:lnTo>
                      <a:pt x="911501" y="926258"/>
                    </a:lnTo>
                    <a:lnTo>
                      <a:pt x="911084" y="919836"/>
                    </a:lnTo>
                    <a:lnTo>
                      <a:pt x="910879" y="91440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h3469"/>
              <p:cNvSpPr/>
              <p:nvPr/>
            </p:nvSpPr>
            <p:spPr>
              <a:xfrm>
                <a:off x="312391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h3470"/>
              <p:cNvSpPr/>
              <p:nvPr/>
            </p:nvSpPr>
            <p:spPr>
              <a:xfrm>
                <a:off x="31331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h3471"/>
              <p:cNvSpPr/>
              <p:nvPr/>
            </p:nvSpPr>
            <p:spPr>
              <a:xfrm>
                <a:off x="314243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h3472"/>
              <p:cNvSpPr/>
              <p:nvPr/>
            </p:nvSpPr>
            <p:spPr>
              <a:xfrm>
                <a:off x="31516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h3473"/>
              <p:cNvSpPr/>
              <p:nvPr/>
            </p:nvSpPr>
            <p:spPr>
              <a:xfrm>
                <a:off x="31609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h3474"/>
              <p:cNvSpPr/>
              <p:nvPr/>
            </p:nvSpPr>
            <p:spPr>
              <a:xfrm>
                <a:off x="31702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h3475"/>
              <p:cNvSpPr/>
              <p:nvPr/>
            </p:nvSpPr>
            <p:spPr>
              <a:xfrm>
                <a:off x="31794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h3476"/>
              <p:cNvSpPr/>
              <p:nvPr/>
            </p:nvSpPr>
            <p:spPr>
              <a:xfrm>
                <a:off x="318874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h3477"/>
              <p:cNvSpPr/>
              <p:nvPr/>
            </p:nvSpPr>
            <p:spPr>
              <a:xfrm>
                <a:off x="31980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h3478"/>
              <p:cNvSpPr/>
              <p:nvPr/>
            </p:nvSpPr>
            <p:spPr>
              <a:xfrm>
                <a:off x="32072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h3479"/>
              <p:cNvSpPr/>
              <p:nvPr/>
            </p:nvSpPr>
            <p:spPr>
              <a:xfrm>
                <a:off x="32165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h3480"/>
              <p:cNvSpPr/>
              <p:nvPr/>
            </p:nvSpPr>
            <p:spPr>
              <a:xfrm>
                <a:off x="322579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h3481"/>
              <p:cNvSpPr/>
              <p:nvPr/>
            </p:nvSpPr>
            <p:spPr>
              <a:xfrm>
                <a:off x="32350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h3482"/>
              <p:cNvSpPr/>
              <p:nvPr/>
            </p:nvSpPr>
            <p:spPr>
              <a:xfrm>
                <a:off x="32443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h3483"/>
              <p:cNvSpPr/>
              <p:nvPr/>
            </p:nvSpPr>
            <p:spPr>
              <a:xfrm>
                <a:off x="32535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h3484"/>
              <p:cNvSpPr/>
              <p:nvPr/>
            </p:nvSpPr>
            <p:spPr>
              <a:xfrm>
                <a:off x="32628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h3485"/>
              <p:cNvSpPr/>
              <p:nvPr/>
            </p:nvSpPr>
            <p:spPr>
              <a:xfrm>
                <a:off x="327210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h3486"/>
              <p:cNvSpPr/>
              <p:nvPr/>
            </p:nvSpPr>
            <p:spPr>
              <a:xfrm>
                <a:off x="32813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h3487"/>
              <p:cNvSpPr/>
              <p:nvPr/>
            </p:nvSpPr>
            <p:spPr>
              <a:xfrm>
                <a:off x="32906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h3488"/>
              <p:cNvSpPr/>
              <p:nvPr/>
            </p:nvSpPr>
            <p:spPr>
              <a:xfrm>
                <a:off x="32998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h3489"/>
              <p:cNvSpPr/>
              <p:nvPr/>
            </p:nvSpPr>
            <p:spPr>
              <a:xfrm>
                <a:off x="330915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h3490"/>
              <p:cNvSpPr/>
              <p:nvPr/>
            </p:nvSpPr>
            <p:spPr>
              <a:xfrm>
                <a:off x="33184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h3491"/>
              <p:cNvSpPr/>
              <p:nvPr/>
            </p:nvSpPr>
            <p:spPr>
              <a:xfrm>
                <a:off x="33276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h3492"/>
              <p:cNvSpPr/>
              <p:nvPr/>
            </p:nvSpPr>
            <p:spPr>
              <a:xfrm>
                <a:off x="33369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h3493"/>
              <p:cNvSpPr/>
              <p:nvPr/>
            </p:nvSpPr>
            <p:spPr>
              <a:xfrm>
                <a:off x="3346203" y="20676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44"/>
                    </a:lnTo>
                    <a:lnTo>
                      <a:pt x="922185" y="907587"/>
                    </a:lnTo>
                    <a:lnTo>
                      <a:pt x="919806" y="914400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h3494"/>
              <p:cNvSpPr/>
              <p:nvPr/>
            </p:nvSpPr>
            <p:spPr>
              <a:xfrm>
                <a:off x="3355465" y="2050402"/>
                <a:ext cx="916124" cy="920082"/>
              </a:xfrm>
              <a:custGeom>
                <a:avLst/>
                <a:gdLst/>
                <a:ahLst/>
                <a:cxnLst/>
                <a:rect l="0" t="0" r="0" b="0"/>
                <a:pathLst>
                  <a:path w="916124" h="920082">
                    <a:moveTo>
                      <a:pt x="914400" y="914400"/>
                    </a:moveTo>
                    <a:lnTo>
                      <a:pt x="916124" y="914400"/>
                    </a:lnTo>
                    <a:lnTo>
                      <a:pt x="915784" y="915636"/>
                    </a:lnTo>
                    <a:lnTo>
                      <a:pt x="914400" y="920082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h3495"/>
              <p:cNvSpPr/>
              <p:nvPr/>
            </p:nvSpPr>
            <p:spPr>
              <a:xfrm>
                <a:off x="2299572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06" y="931638"/>
                    </a:lnTo>
                    <a:lnTo>
                      <a:pt x="908292" y="922198"/>
                    </a:lnTo>
                    <a:lnTo>
                      <a:pt x="907781" y="920145"/>
                    </a:lnTo>
                    <a:lnTo>
                      <a:pt x="907272" y="918104"/>
                    </a:lnTo>
                    <a:lnTo>
                      <a:pt x="906764" y="916062"/>
                    </a:lnTo>
                    <a:lnTo>
                      <a:pt x="906349" y="914400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h3496"/>
              <p:cNvSpPr/>
              <p:nvPr/>
            </p:nvSpPr>
            <p:spPr>
              <a:xfrm>
                <a:off x="22995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h3497"/>
              <p:cNvSpPr/>
              <p:nvPr/>
            </p:nvSpPr>
            <p:spPr>
              <a:xfrm>
                <a:off x="230883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h3498"/>
              <p:cNvSpPr/>
              <p:nvPr/>
            </p:nvSpPr>
            <p:spPr>
              <a:xfrm>
                <a:off x="23180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h3499"/>
              <p:cNvSpPr/>
              <p:nvPr/>
            </p:nvSpPr>
            <p:spPr>
              <a:xfrm>
                <a:off x="23273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h3500"/>
              <p:cNvSpPr/>
              <p:nvPr/>
            </p:nvSpPr>
            <p:spPr>
              <a:xfrm>
                <a:off x="23366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h3501"/>
              <p:cNvSpPr/>
              <p:nvPr/>
            </p:nvSpPr>
            <p:spPr>
              <a:xfrm>
                <a:off x="23458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h3502"/>
              <p:cNvSpPr/>
              <p:nvPr/>
            </p:nvSpPr>
            <p:spPr>
              <a:xfrm>
                <a:off x="235514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h3503"/>
              <p:cNvSpPr/>
              <p:nvPr/>
            </p:nvSpPr>
            <p:spPr>
              <a:xfrm>
                <a:off x="23644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h3504"/>
              <p:cNvSpPr/>
              <p:nvPr/>
            </p:nvSpPr>
            <p:spPr>
              <a:xfrm>
                <a:off x="23736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h3505"/>
              <p:cNvSpPr/>
              <p:nvPr/>
            </p:nvSpPr>
            <p:spPr>
              <a:xfrm>
                <a:off x="23829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h3506"/>
              <p:cNvSpPr/>
              <p:nvPr/>
            </p:nvSpPr>
            <p:spPr>
              <a:xfrm>
                <a:off x="239219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h3507"/>
              <p:cNvSpPr/>
              <p:nvPr/>
            </p:nvSpPr>
            <p:spPr>
              <a:xfrm>
                <a:off x="24014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h3508"/>
              <p:cNvSpPr/>
              <p:nvPr/>
            </p:nvSpPr>
            <p:spPr>
              <a:xfrm>
                <a:off x="24107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h3509"/>
              <p:cNvSpPr/>
              <p:nvPr/>
            </p:nvSpPr>
            <p:spPr>
              <a:xfrm>
                <a:off x="24199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h3510"/>
              <p:cNvSpPr/>
              <p:nvPr/>
            </p:nvSpPr>
            <p:spPr>
              <a:xfrm>
                <a:off x="24292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h3511"/>
              <p:cNvSpPr/>
              <p:nvPr/>
            </p:nvSpPr>
            <p:spPr>
              <a:xfrm>
                <a:off x="243850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h3512"/>
              <p:cNvSpPr/>
              <p:nvPr/>
            </p:nvSpPr>
            <p:spPr>
              <a:xfrm>
                <a:off x="24477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h3513"/>
              <p:cNvSpPr/>
              <p:nvPr/>
            </p:nvSpPr>
            <p:spPr>
              <a:xfrm>
                <a:off x="24570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h3514"/>
              <p:cNvSpPr/>
              <p:nvPr/>
            </p:nvSpPr>
            <p:spPr>
              <a:xfrm>
                <a:off x="24662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h3515"/>
              <p:cNvSpPr/>
              <p:nvPr/>
            </p:nvSpPr>
            <p:spPr>
              <a:xfrm>
                <a:off x="247555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h3516"/>
              <p:cNvSpPr/>
              <p:nvPr/>
            </p:nvSpPr>
            <p:spPr>
              <a:xfrm>
                <a:off x="24848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h3517"/>
              <p:cNvSpPr/>
              <p:nvPr/>
            </p:nvSpPr>
            <p:spPr>
              <a:xfrm>
                <a:off x="24940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h3518"/>
              <p:cNvSpPr/>
              <p:nvPr/>
            </p:nvSpPr>
            <p:spPr>
              <a:xfrm>
                <a:off x="25033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h3519"/>
              <p:cNvSpPr/>
              <p:nvPr/>
            </p:nvSpPr>
            <p:spPr>
              <a:xfrm>
                <a:off x="25126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h3520"/>
              <p:cNvSpPr/>
              <p:nvPr/>
            </p:nvSpPr>
            <p:spPr>
              <a:xfrm>
                <a:off x="252186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h3521"/>
              <p:cNvSpPr/>
              <p:nvPr/>
            </p:nvSpPr>
            <p:spPr>
              <a:xfrm>
                <a:off x="253112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h3522"/>
              <p:cNvSpPr/>
              <p:nvPr/>
            </p:nvSpPr>
            <p:spPr>
              <a:xfrm>
                <a:off x="254039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h3523"/>
              <p:cNvSpPr/>
              <p:nvPr/>
            </p:nvSpPr>
            <p:spPr>
              <a:xfrm>
                <a:off x="254965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h3524"/>
              <p:cNvSpPr/>
              <p:nvPr/>
            </p:nvSpPr>
            <p:spPr>
              <a:xfrm>
                <a:off x="255891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h3525"/>
              <p:cNvSpPr/>
              <p:nvPr/>
            </p:nvSpPr>
            <p:spPr>
              <a:xfrm>
                <a:off x="256817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h3526"/>
              <p:cNvSpPr/>
              <p:nvPr/>
            </p:nvSpPr>
            <p:spPr>
              <a:xfrm>
                <a:off x="257743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h3527"/>
              <p:cNvSpPr/>
              <p:nvPr/>
            </p:nvSpPr>
            <p:spPr>
              <a:xfrm>
                <a:off x="2595963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71" y="897209"/>
                    </a:lnTo>
                    <a:lnTo>
                      <a:pt x="914035" y="897380"/>
                    </a:lnTo>
                    <a:lnTo>
                      <a:pt x="914400" y="897615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h3528"/>
              <p:cNvSpPr/>
              <p:nvPr/>
            </p:nvSpPr>
            <p:spPr>
              <a:xfrm>
                <a:off x="2605226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615"/>
                    </a:lnTo>
                    <a:lnTo>
                      <a:pt x="905300" y="897721"/>
                    </a:lnTo>
                    <a:lnTo>
                      <a:pt x="905564" y="897892"/>
                    </a:lnTo>
                    <a:lnTo>
                      <a:pt x="905828" y="898062"/>
                    </a:lnTo>
                    <a:lnTo>
                      <a:pt x="906092" y="898233"/>
                    </a:lnTo>
                    <a:lnTo>
                      <a:pt x="906356" y="898404"/>
                    </a:lnTo>
                    <a:lnTo>
                      <a:pt x="906620" y="898574"/>
                    </a:lnTo>
                    <a:lnTo>
                      <a:pt x="906883" y="898745"/>
                    </a:lnTo>
                    <a:lnTo>
                      <a:pt x="907147" y="898916"/>
                    </a:lnTo>
                    <a:lnTo>
                      <a:pt x="907411" y="899087"/>
                    </a:lnTo>
                    <a:lnTo>
                      <a:pt x="907675" y="899257"/>
                    </a:lnTo>
                    <a:lnTo>
                      <a:pt x="907939" y="899428"/>
                    </a:lnTo>
                    <a:lnTo>
                      <a:pt x="908202" y="899599"/>
                    </a:lnTo>
                    <a:lnTo>
                      <a:pt x="908466" y="899770"/>
                    </a:lnTo>
                    <a:lnTo>
                      <a:pt x="908730" y="899940"/>
                    </a:lnTo>
                    <a:lnTo>
                      <a:pt x="908994" y="900111"/>
                    </a:lnTo>
                    <a:lnTo>
                      <a:pt x="909258" y="900282"/>
                    </a:lnTo>
                    <a:lnTo>
                      <a:pt x="909521" y="900453"/>
                    </a:lnTo>
                    <a:lnTo>
                      <a:pt x="909785" y="900624"/>
                    </a:lnTo>
                    <a:lnTo>
                      <a:pt x="910049" y="900794"/>
                    </a:lnTo>
                    <a:lnTo>
                      <a:pt x="910313" y="900965"/>
                    </a:lnTo>
                    <a:lnTo>
                      <a:pt x="910576" y="901136"/>
                    </a:lnTo>
                    <a:lnTo>
                      <a:pt x="910840" y="901307"/>
                    </a:lnTo>
                    <a:lnTo>
                      <a:pt x="914400" y="903810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h3529"/>
              <p:cNvSpPr/>
              <p:nvPr/>
            </p:nvSpPr>
            <p:spPr>
              <a:xfrm>
                <a:off x="2614488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10"/>
                    </a:lnTo>
                    <a:lnTo>
                      <a:pt x="907067" y="905167"/>
                    </a:lnTo>
                    <a:lnTo>
                      <a:pt x="912439" y="909561"/>
                    </a:lnTo>
                    <a:lnTo>
                      <a:pt x="914400" y="911401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h3530"/>
              <p:cNvSpPr/>
              <p:nvPr/>
            </p:nvSpPr>
            <p:spPr>
              <a:xfrm>
                <a:off x="2614488" y="2050402"/>
                <a:ext cx="917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6" h="914400">
                    <a:moveTo>
                      <a:pt x="914400" y="914400"/>
                    </a:moveTo>
                    <a:lnTo>
                      <a:pt x="914400" y="911401"/>
                    </a:lnTo>
                    <a:lnTo>
                      <a:pt x="917596" y="914400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h3531"/>
              <p:cNvSpPr/>
              <p:nvPr/>
            </p:nvSpPr>
            <p:spPr>
              <a:xfrm>
                <a:off x="3123910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79" y="931638"/>
                    </a:lnTo>
                    <a:lnTo>
                      <a:pt x="910695" y="926770"/>
                    </a:lnTo>
                    <a:lnTo>
                      <a:pt x="910613" y="923435"/>
                    </a:lnTo>
                    <a:lnTo>
                      <a:pt x="910532" y="920103"/>
                    </a:lnTo>
                    <a:lnTo>
                      <a:pt x="910451" y="916770"/>
                    </a:lnTo>
                    <a:lnTo>
                      <a:pt x="910393" y="914400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h3532"/>
              <p:cNvSpPr/>
              <p:nvPr/>
            </p:nvSpPr>
            <p:spPr>
              <a:xfrm>
                <a:off x="312391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h3533"/>
              <p:cNvSpPr/>
              <p:nvPr/>
            </p:nvSpPr>
            <p:spPr>
              <a:xfrm>
                <a:off x="31331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h3534"/>
              <p:cNvSpPr/>
              <p:nvPr/>
            </p:nvSpPr>
            <p:spPr>
              <a:xfrm>
                <a:off x="314243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h3535"/>
              <p:cNvSpPr/>
              <p:nvPr/>
            </p:nvSpPr>
            <p:spPr>
              <a:xfrm>
                <a:off x="31516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h3536"/>
              <p:cNvSpPr/>
              <p:nvPr/>
            </p:nvSpPr>
            <p:spPr>
              <a:xfrm>
                <a:off x="31609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h3537"/>
              <p:cNvSpPr/>
              <p:nvPr/>
            </p:nvSpPr>
            <p:spPr>
              <a:xfrm>
                <a:off x="31702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h3538"/>
              <p:cNvSpPr/>
              <p:nvPr/>
            </p:nvSpPr>
            <p:spPr>
              <a:xfrm>
                <a:off x="31794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h3539"/>
              <p:cNvSpPr/>
              <p:nvPr/>
            </p:nvSpPr>
            <p:spPr>
              <a:xfrm>
                <a:off x="318874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h3540"/>
              <p:cNvSpPr/>
              <p:nvPr/>
            </p:nvSpPr>
            <p:spPr>
              <a:xfrm>
                <a:off x="31980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h3541"/>
              <p:cNvSpPr/>
              <p:nvPr/>
            </p:nvSpPr>
            <p:spPr>
              <a:xfrm>
                <a:off x="32072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h3542"/>
              <p:cNvSpPr/>
              <p:nvPr/>
            </p:nvSpPr>
            <p:spPr>
              <a:xfrm>
                <a:off x="32165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h3543"/>
              <p:cNvSpPr/>
              <p:nvPr/>
            </p:nvSpPr>
            <p:spPr>
              <a:xfrm>
                <a:off x="322579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h3544"/>
              <p:cNvSpPr/>
              <p:nvPr/>
            </p:nvSpPr>
            <p:spPr>
              <a:xfrm>
                <a:off x="32350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h3545"/>
              <p:cNvSpPr/>
              <p:nvPr/>
            </p:nvSpPr>
            <p:spPr>
              <a:xfrm>
                <a:off x="32443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h3546"/>
              <p:cNvSpPr/>
              <p:nvPr/>
            </p:nvSpPr>
            <p:spPr>
              <a:xfrm>
                <a:off x="32535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h3547"/>
              <p:cNvSpPr/>
              <p:nvPr/>
            </p:nvSpPr>
            <p:spPr>
              <a:xfrm>
                <a:off x="32628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h3548"/>
              <p:cNvSpPr/>
              <p:nvPr/>
            </p:nvSpPr>
            <p:spPr>
              <a:xfrm>
                <a:off x="327210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h3549"/>
              <p:cNvSpPr/>
              <p:nvPr/>
            </p:nvSpPr>
            <p:spPr>
              <a:xfrm>
                <a:off x="32813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h3550"/>
              <p:cNvSpPr/>
              <p:nvPr/>
            </p:nvSpPr>
            <p:spPr>
              <a:xfrm>
                <a:off x="32906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h3551"/>
              <p:cNvSpPr/>
              <p:nvPr/>
            </p:nvSpPr>
            <p:spPr>
              <a:xfrm>
                <a:off x="32998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h3552"/>
              <p:cNvSpPr/>
              <p:nvPr/>
            </p:nvSpPr>
            <p:spPr>
              <a:xfrm>
                <a:off x="330915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h3553"/>
              <p:cNvSpPr/>
              <p:nvPr/>
            </p:nvSpPr>
            <p:spPr>
              <a:xfrm>
                <a:off x="33184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h3554"/>
              <p:cNvSpPr/>
              <p:nvPr/>
            </p:nvSpPr>
            <p:spPr>
              <a:xfrm>
                <a:off x="33276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h3555"/>
              <p:cNvSpPr/>
              <p:nvPr/>
            </p:nvSpPr>
            <p:spPr>
              <a:xfrm>
                <a:off x="33369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h3556"/>
              <p:cNvSpPr/>
              <p:nvPr/>
            </p:nvSpPr>
            <p:spPr>
              <a:xfrm>
                <a:off x="33462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h3557"/>
              <p:cNvSpPr/>
              <p:nvPr/>
            </p:nvSpPr>
            <p:spPr>
              <a:xfrm>
                <a:off x="3355465" y="2050402"/>
                <a:ext cx="9205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5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566" y="897161"/>
                    </a:lnTo>
                    <a:lnTo>
                      <a:pt x="918387" y="906185"/>
                    </a:lnTo>
                    <a:lnTo>
                      <a:pt x="916124" y="91440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h3558"/>
              <p:cNvSpPr/>
              <p:nvPr/>
            </p:nvSpPr>
            <p:spPr>
              <a:xfrm>
                <a:off x="2290310" y="2015925"/>
                <a:ext cx="914400" cy="92677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777">
                    <a:moveTo>
                      <a:pt x="914400" y="914400"/>
                    </a:moveTo>
                    <a:lnTo>
                      <a:pt x="914400" y="926777"/>
                    </a:lnTo>
                    <a:lnTo>
                      <a:pt x="913990" y="925136"/>
                    </a:lnTo>
                    <a:lnTo>
                      <a:pt x="913480" y="923095"/>
                    </a:lnTo>
                    <a:lnTo>
                      <a:pt x="913204" y="921986"/>
                    </a:lnTo>
                    <a:lnTo>
                      <a:pt x="911804" y="920224"/>
                    </a:lnTo>
                    <a:lnTo>
                      <a:pt x="907656" y="914400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h3559"/>
              <p:cNvSpPr/>
              <p:nvPr/>
            </p:nvSpPr>
            <p:spPr>
              <a:xfrm>
                <a:off x="22903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12" y="931638"/>
                    </a:lnTo>
                    <a:lnTo>
                      <a:pt x="915517" y="931260"/>
                    </a:lnTo>
                    <a:lnTo>
                      <a:pt x="915008" y="929218"/>
                    </a:lnTo>
                    <a:lnTo>
                      <a:pt x="914499" y="927177"/>
                    </a:lnTo>
                    <a:lnTo>
                      <a:pt x="914400" y="926777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h3560"/>
              <p:cNvSpPr/>
              <p:nvPr/>
            </p:nvSpPr>
            <p:spPr>
              <a:xfrm>
                <a:off x="22995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h3561"/>
              <p:cNvSpPr/>
              <p:nvPr/>
            </p:nvSpPr>
            <p:spPr>
              <a:xfrm>
                <a:off x="230883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h3562"/>
              <p:cNvSpPr/>
              <p:nvPr/>
            </p:nvSpPr>
            <p:spPr>
              <a:xfrm>
                <a:off x="23180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h3563"/>
              <p:cNvSpPr/>
              <p:nvPr/>
            </p:nvSpPr>
            <p:spPr>
              <a:xfrm>
                <a:off x="23273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h3564"/>
              <p:cNvSpPr/>
              <p:nvPr/>
            </p:nvSpPr>
            <p:spPr>
              <a:xfrm>
                <a:off x="23366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h3565"/>
              <p:cNvSpPr/>
              <p:nvPr/>
            </p:nvSpPr>
            <p:spPr>
              <a:xfrm>
                <a:off x="23458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h3566"/>
              <p:cNvSpPr/>
              <p:nvPr/>
            </p:nvSpPr>
            <p:spPr>
              <a:xfrm>
                <a:off x="235514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h3567"/>
              <p:cNvSpPr/>
              <p:nvPr/>
            </p:nvSpPr>
            <p:spPr>
              <a:xfrm>
                <a:off x="23644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h3568"/>
              <p:cNvSpPr/>
              <p:nvPr/>
            </p:nvSpPr>
            <p:spPr>
              <a:xfrm>
                <a:off x="23736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h3569"/>
              <p:cNvSpPr/>
              <p:nvPr/>
            </p:nvSpPr>
            <p:spPr>
              <a:xfrm>
                <a:off x="23829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h3570"/>
              <p:cNvSpPr/>
              <p:nvPr/>
            </p:nvSpPr>
            <p:spPr>
              <a:xfrm>
                <a:off x="239219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h3571"/>
              <p:cNvSpPr/>
              <p:nvPr/>
            </p:nvSpPr>
            <p:spPr>
              <a:xfrm>
                <a:off x="24014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h3572"/>
              <p:cNvSpPr/>
              <p:nvPr/>
            </p:nvSpPr>
            <p:spPr>
              <a:xfrm>
                <a:off x="24107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h3573"/>
              <p:cNvSpPr/>
              <p:nvPr/>
            </p:nvSpPr>
            <p:spPr>
              <a:xfrm>
                <a:off x="24199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h3574"/>
              <p:cNvSpPr/>
              <p:nvPr/>
            </p:nvSpPr>
            <p:spPr>
              <a:xfrm>
                <a:off x="24292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h3575"/>
              <p:cNvSpPr/>
              <p:nvPr/>
            </p:nvSpPr>
            <p:spPr>
              <a:xfrm>
                <a:off x="243850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h3576"/>
              <p:cNvSpPr/>
              <p:nvPr/>
            </p:nvSpPr>
            <p:spPr>
              <a:xfrm>
                <a:off x="24477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h3577"/>
              <p:cNvSpPr/>
              <p:nvPr/>
            </p:nvSpPr>
            <p:spPr>
              <a:xfrm>
                <a:off x="24570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h3578"/>
              <p:cNvSpPr/>
              <p:nvPr/>
            </p:nvSpPr>
            <p:spPr>
              <a:xfrm>
                <a:off x="24662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h3579"/>
              <p:cNvSpPr/>
              <p:nvPr/>
            </p:nvSpPr>
            <p:spPr>
              <a:xfrm>
                <a:off x="247555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h3580"/>
              <p:cNvSpPr/>
              <p:nvPr/>
            </p:nvSpPr>
            <p:spPr>
              <a:xfrm>
                <a:off x="24848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h3581"/>
              <p:cNvSpPr/>
              <p:nvPr/>
            </p:nvSpPr>
            <p:spPr>
              <a:xfrm>
                <a:off x="24940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h3582"/>
              <p:cNvSpPr/>
              <p:nvPr/>
            </p:nvSpPr>
            <p:spPr>
              <a:xfrm>
                <a:off x="25033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h3583"/>
              <p:cNvSpPr/>
              <p:nvPr/>
            </p:nvSpPr>
            <p:spPr>
              <a:xfrm>
                <a:off x="25126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h3584"/>
              <p:cNvSpPr/>
              <p:nvPr/>
            </p:nvSpPr>
            <p:spPr>
              <a:xfrm>
                <a:off x="252186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h3585"/>
              <p:cNvSpPr/>
              <p:nvPr/>
            </p:nvSpPr>
            <p:spPr>
              <a:xfrm>
                <a:off x="253112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h3586"/>
              <p:cNvSpPr/>
              <p:nvPr/>
            </p:nvSpPr>
            <p:spPr>
              <a:xfrm>
                <a:off x="254039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h3587"/>
              <p:cNvSpPr/>
              <p:nvPr/>
            </p:nvSpPr>
            <p:spPr>
              <a:xfrm>
                <a:off x="254965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h3588"/>
              <p:cNvSpPr/>
              <p:nvPr/>
            </p:nvSpPr>
            <p:spPr>
              <a:xfrm>
                <a:off x="255891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h3589"/>
              <p:cNvSpPr/>
              <p:nvPr/>
            </p:nvSpPr>
            <p:spPr>
              <a:xfrm>
                <a:off x="256817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h3590"/>
              <p:cNvSpPr/>
              <p:nvPr/>
            </p:nvSpPr>
            <p:spPr>
              <a:xfrm>
                <a:off x="2586701" y="203316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978" y="897161"/>
                    </a:lnTo>
                    <a:lnTo>
                      <a:pt x="914399" y="897972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h3591"/>
              <p:cNvSpPr/>
              <p:nvPr/>
            </p:nvSpPr>
            <p:spPr>
              <a:xfrm>
                <a:off x="2586701" y="2033164"/>
                <a:ext cx="922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59" h="914400">
                    <a:moveTo>
                      <a:pt x="914399" y="914400"/>
                    </a:moveTo>
                    <a:lnTo>
                      <a:pt x="914399" y="897972"/>
                    </a:lnTo>
                    <a:lnTo>
                      <a:pt x="917196" y="903356"/>
                    </a:lnTo>
                    <a:lnTo>
                      <a:pt x="922505" y="914106"/>
                    </a:lnTo>
                    <a:lnTo>
                      <a:pt x="922769" y="914277"/>
                    </a:lnTo>
                    <a:lnTo>
                      <a:pt x="922959" y="914400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h3592"/>
              <p:cNvSpPr/>
              <p:nvPr/>
            </p:nvSpPr>
            <p:spPr>
              <a:xfrm>
                <a:off x="3123910" y="20159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93" y="931638"/>
                    </a:lnTo>
                    <a:lnTo>
                      <a:pt x="910370" y="930676"/>
                    </a:lnTo>
                    <a:lnTo>
                      <a:pt x="910289" y="927344"/>
                    </a:lnTo>
                    <a:lnTo>
                      <a:pt x="910207" y="924011"/>
                    </a:lnTo>
                    <a:lnTo>
                      <a:pt x="910126" y="920679"/>
                    </a:lnTo>
                    <a:lnTo>
                      <a:pt x="910044" y="917344"/>
                    </a:lnTo>
                    <a:lnTo>
                      <a:pt x="910014" y="914400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h3593"/>
              <p:cNvSpPr/>
              <p:nvPr/>
            </p:nvSpPr>
            <p:spPr>
              <a:xfrm>
                <a:off x="31239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h3594"/>
              <p:cNvSpPr/>
              <p:nvPr/>
            </p:nvSpPr>
            <p:spPr>
              <a:xfrm>
                <a:off x="31331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h3595"/>
              <p:cNvSpPr/>
              <p:nvPr/>
            </p:nvSpPr>
            <p:spPr>
              <a:xfrm>
                <a:off x="314243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h3596"/>
              <p:cNvSpPr/>
              <p:nvPr/>
            </p:nvSpPr>
            <p:spPr>
              <a:xfrm>
                <a:off x="31516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h3597"/>
              <p:cNvSpPr/>
              <p:nvPr/>
            </p:nvSpPr>
            <p:spPr>
              <a:xfrm>
                <a:off x="31609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h3598"/>
              <p:cNvSpPr/>
              <p:nvPr/>
            </p:nvSpPr>
            <p:spPr>
              <a:xfrm>
                <a:off x="31702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h3599"/>
              <p:cNvSpPr/>
              <p:nvPr/>
            </p:nvSpPr>
            <p:spPr>
              <a:xfrm>
                <a:off x="31794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h3600"/>
              <p:cNvSpPr/>
              <p:nvPr/>
            </p:nvSpPr>
            <p:spPr>
              <a:xfrm>
                <a:off x="318874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h3601"/>
              <p:cNvSpPr/>
              <p:nvPr/>
            </p:nvSpPr>
            <p:spPr>
              <a:xfrm>
                <a:off x="31980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h3602"/>
              <p:cNvSpPr/>
              <p:nvPr/>
            </p:nvSpPr>
            <p:spPr>
              <a:xfrm>
                <a:off x="32072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h3603"/>
              <p:cNvSpPr/>
              <p:nvPr/>
            </p:nvSpPr>
            <p:spPr>
              <a:xfrm>
                <a:off x="32165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h3604"/>
              <p:cNvSpPr/>
              <p:nvPr/>
            </p:nvSpPr>
            <p:spPr>
              <a:xfrm>
                <a:off x="322579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h3605"/>
              <p:cNvSpPr/>
              <p:nvPr/>
            </p:nvSpPr>
            <p:spPr>
              <a:xfrm>
                <a:off x="32350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h3606"/>
              <p:cNvSpPr/>
              <p:nvPr/>
            </p:nvSpPr>
            <p:spPr>
              <a:xfrm>
                <a:off x="32443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h3607"/>
              <p:cNvSpPr/>
              <p:nvPr/>
            </p:nvSpPr>
            <p:spPr>
              <a:xfrm>
                <a:off x="32535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h3608"/>
              <p:cNvSpPr/>
              <p:nvPr/>
            </p:nvSpPr>
            <p:spPr>
              <a:xfrm>
                <a:off x="32628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h3609"/>
              <p:cNvSpPr/>
              <p:nvPr/>
            </p:nvSpPr>
            <p:spPr>
              <a:xfrm>
                <a:off x="327210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h3610"/>
              <p:cNvSpPr/>
              <p:nvPr/>
            </p:nvSpPr>
            <p:spPr>
              <a:xfrm>
                <a:off x="32813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h3611"/>
              <p:cNvSpPr/>
              <p:nvPr/>
            </p:nvSpPr>
            <p:spPr>
              <a:xfrm>
                <a:off x="32906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h3612"/>
              <p:cNvSpPr/>
              <p:nvPr/>
            </p:nvSpPr>
            <p:spPr>
              <a:xfrm>
                <a:off x="32998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h3613"/>
              <p:cNvSpPr/>
              <p:nvPr/>
            </p:nvSpPr>
            <p:spPr>
              <a:xfrm>
                <a:off x="330915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h3614"/>
              <p:cNvSpPr/>
              <p:nvPr/>
            </p:nvSpPr>
            <p:spPr>
              <a:xfrm>
                <a:off x="33184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h3615"/>
              <p:cNvSpPr/>
              <p:nvPr/>
            </p:nvSpPr>
            <p:spPr>
              <a:xfrm>
                <a:off x="33276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h3616"/>
              <p:cNvSpPr/>
              <p:nvPr/>
            </p:nvSpPr>
            <p:spPr>
              <a:xfrm>
                <a:off x="33369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h3617"/>
              <p:cNvSpPr/>
              <p:nvPr/>
            </p:nvSpPr>
            <p:spPr>
              <a:xfrm>
                <a:off x="33462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h3618"/>
              <p:cNvSpPr/>
              <p:nvPr/>
            </p:nvSpPr>
            <p:spPr>
              <a:xfrm>
                <a:off x="3355465" y="20331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8967"/>
                    </a:lnTo>
                    <a:lnTo>
                      <a:pt x="922795" y="903839"/>
                    </a:lnTo>
                    <a:lnTo>
                      <a:pt x="920726" y="913737"/>
                    </a:lnTo>
                    <a:lnTo>
                      <a:pt x="920566" y="91440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h3619"/>
              <p:cNvSpPr/>
              <p:nvPr/>
            </p:nvSpPr>
            <p:spPr>
              <a:xfrm>
                <a:off x="3364728" y="2015925"/>
                <a:ext cx="914721" cy="916206"/>
              </a:xfrm>
              <a:custGeom>
                <a:avLst/>
                <a:gdLst/>
                <a:ahLst/>
                <a:cxnLst/>
                <a:rect l="0" t="0" r="0" b="0"/>
                <a:pathLst>
                  <a:path w="914721" h="916206">
                    <a:moveTo>
                      <a:pt x="914400" y="914400"/>
                    </a:moveTo>
                    <a:lnTo>
                      <a:pt x="914721" y="914400"/>
                    </a:lnTo>
                    <a:lnTo>
                      <a:pt x="914400" y="916206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h3620"/>
              <p:cNvSpPr/>
              <p:nvPr/>
            </p:nvSpPr>
            <p:spPr>
              <a:xfrm>
                <a:off x="2281048" y="1998687"/>
                <a:ext cx="914400" cy="92777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774">
                    <a:moveTo>
                      <a:pt x="914400" y="914400"/>
                    </a:moveTo>
                    <a:lnTo>
                      <a:pt x="914400" y="927774"/>
                    </a:lnTo>
                    <a:lnTo>
                      <a:pt x="912093" y="924173"/>
                    </a:lnTo>
                    <a:lnTo>
                      <a:pt x="907894" y="916900"/>
                    </a:lnTo>
                    <a:lnTo>
                      <a:pt x="906592" y="914400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h3621"/>
              <p:cNvSpPr/>
              <p:nvPr/>
            </p:nvSpPr>
            <p:spPr>
              <a:xfrm>
                <a:off x="228104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18" y="931638"/>
                    </a:lnTo>
                    <a:lnTo>
                      <a:pt x="916487" y="931034"/>
                    </a:lnTo>
                    <a:lnTo>
                      <a:pt x="914400" y="927774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h3622"/>
              <p:cNvSpPr/>
              <p:nvPr/>
            </p:nvSpPr>
            <p:spPr>
              <a:xfrm>
                <a:off x="22903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h3623"/>
              <p:cNvSpPr/>
              <p:nvPr/>
            </p:nvSpPr>
            <p:spPr>
              <a:xfrm>
                <a:off x="22995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h3624"/>
              <p:cNvSpPr/>
              <p:nvPr/>
            </p:nvSpPr>
            <p:spPr>
              <a:xfrm>
                <a:off x="230883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h3625"/>
              <p:cNvSpPr/>
              <p:nvPr/>
            </p:nvSpPr>
            <p:spPr>
              <a:xfrm>
                <a:off x="23180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h3626"/>
              <p:cNvSpPr/>
              <p:nvPr/>
            </p:nvSpPr>
            <p:spPr>
              <a:xfrm>
                <a:off x="23273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h3627"/>
              <p:cNvSpPr/>
              <p:nvPr/>
            </p:nvSpPr>
            <p:spPr>
              <a:xfrm>
                <a:off x="23366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h3628"/>
              <p:cNvSpPr/>
              <p:nvPr/>
            </p:nvSpPr>
            <p:spPr>
              <a:xfrm>
                <a:off x="23458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h3629"/>
              <p:cNvSpPr/>
              <p:nvPr/>
            </p:nvSpPr>
            <p:spPr>
              <a:xfrm>
                <a:off x="235514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h3630"/>
              <p:cNvSpPr/>
              <p:nvPr/>
            </p:nvSpPr>
            <p:spPr>
              <a:xfrm>
                <a:off x="23644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h3631"/>
              <p:cNvSpPr/>
              <p:nvPr/>
            </p:nvSpPr>
            <p:spPr>
              <a:xfrm>
                <a:off x="23736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h3632"/>
              <p:cNvSpPr/>
              <p:nvPr/>
            </p:nvSpPr>
            <p:spPr>
              <a:xfrm>
                <a:off x="23829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h3633"/>
              <p:cNvSpPr/>
              <p:nvPr/>
            </p:nvSpPr>
            <p:spPr>
              <a:xfrm>
                <a:off x="239219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h3634"/>
              <p:cNvSpPr/>
              <p:nvPr/>
            </p:nvSpPr>
            <p:spPr>
              <a:xfrm>
                <a:off x="24014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h3635"/>
              <p:cNvSpPr/>
              <p:nvPr/>
            </p:nvSpPr>
            <p:spPr>
              <a:xfrm>
                <a:off x="24107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h3636"/>
              <p:cNvSpPr/>
              <p:nvPr/>
            </p:nvSpPr>
            <p:spPr>
              <a:xfrm>
                <a:off x="24199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h3637"/>
              <p:cNvSpPr/>
              <p:nvPr/>
            </p:nvSpPr>
            <p:spPr>
              <a:xfrm>
                <a:off x="24292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h3638"/>
              <p:cNvSpPr/>
              <p:nvPr/>
            </p:nvSpPr>
            <p:spPr>
              <a:xfrm>
                <a:off x="243850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h3639"/>
              <p:cNvSpPr/>
              <p:nvPr/>
            </p:nvSpPr>
            <p:spPr>
              <a:xfrm>
                <a:off x="24477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h3640"/>
              <p:cNvSpPr/>
              <p:nvPr/>
            </p:nvSpPr>
            <p:spPr>
              <a:xfrm>
                <a:off x="24570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h3641"/>
              <p:cNvSpPr/>
              <p:nvPr/>
            </p:nvSpPr>
            <p:spPr>
              <a:xfrm>
                <a:off x="24662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077">
                  <a:alpha val="100000"/>
                </a:srgbClr>
              </a:solidFill>
              <a:ln w="5420" cap="flat">
                <a:solidFill>
                  <a:srgbClr val="B9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h3642"/>
              <p:cNvSpPr/>
              <p:nvPr/>
            </p:nvSpPr>
            <p:spPr>
              <a:xfrm>
                <a:off x="247555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h3643"/>
              <p:cNvSpPr/>
              <p:nvPr/>
            </p:nvSpPr>
            <p:spPr>
              <a:xfrm>
                <a:off x="24848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h3644"/>
              <p:cNvSpPr/>
              <p:nvPr/>
            </p:nvSpPr>
            <p:spPr>
              <a:xfrm>
                <a:off x="24940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h3645"/>
              <p:cNvSpPr/>
              <p:nvPr/>
            </p:nvSpPr>
            <p:spPr>
              <a:xfrm>
                <a:off x="25033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h3646"/>
              <p:cNvSpPr/>
              <p:nvPr/>
            </p:nvSpPr>
            <p:spPr>
              <a:xfrm>
                <a:off x="25126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h3647"/>
              <p:cNvSpPr/>
              <p:nvPr/>
            </p:nvSpPr>
            <p:spPr>
              <a:xfrm>
                <a:off x="252186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h3648"/>
              <p:cNvSpPr/>
              <p:nvPr/>
            </p:nvSpPr>
            <p:spPr>
              <a:xfrm>
                <a:off x="253112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h3649"/>
              <p:cNvSpPr/>
              <p:nvPr/>
            </p:nvSpPr>
            <p:spPr>
              <a:xfrm>
                <a:off x="254039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h3650"/>
              <p:cNvSpPr/>
              <p:nvPr/>
            </p:nvSpPr>
            <p:spPr>
              <a:xfrm>
                <a:off x="254965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h3651"/>
              <p:cNvSpPr/>
              <p:nvPr/>
            </p:nvSpPr>
            <p:spPr>
              <a:xfrm>
                <a:off x="255891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h3652"/>
              <p:cNvSpPr/>
              <p:nvPr/>
            </p:nvSpPr>
            <p:spPr>
              <a:xfrm>
                <a:off x="2577439" y="20159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11" y="897161"/>
                    </a:lnTo>
                    <a:lnTo>
                      <a:pt x="913216" y="897722"/>
                    </a:lnTo>
                    <a:lnTo>
                      <a:pt x="914400" y="899553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h3653"/>
              <p:cNvSpPr/>
              <p:nvPr/>
            </p:nvSpPr>
            <p:spPr>
              <a:xfrm>
                <a:off x="2577439" y="2015925"/>
                <a:ext cx="92324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41" h="914400">
                    <a:moveTo>
                      <a:pt x="914400" y="914400"/>
                    </a:moveTo>
                    <a:lnTo>
                      <a:pt x="914400" y="899553"/>
                    </a:lnTo>
                    <a:lnTo>
                      <a:pt x="917850" y="904896"/>
                    </a:lnTo>
                    <a:lnTo>
                      <a:pt x="922269" y="912528"/>
                    </a:lnTo>
                    <a:lnTo>
                      <a:pt x="923241" y="914400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h3654"/>
              <p:cNvSpPr/>
              <p:nvPr/>
            </p:nvSpPr>
            <p:spPr>
              <a:xfrm>
                <a:off x="3123910" y="19986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014" y="931638"/>
                    </a:lnTo>
                    <a:lnTo>
                      <a:pt x="909933" y="923600"/>
                    </a:lnTo>
                    <a:lnTo>
                      <a:pt x="910102" y="914400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h3655"/>
              <p:cNvSpPr/>
              <p:nvPr/>
            </p:nvSpPr>
            <p:spPr>
              <a:xfrm>
                <a:off x="31239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h3656"/>
              <p:cNvSpPr/>
              <p:nvPr/>
            </p:nvSpPr>
            <p:spPr>
              <a:xfrm>
                <a:off x="31331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h3657"/>
              <p:cNvSpPr/>
              <p:nvPr/>
            </p:nvSpPr>
            <p:spPr>
              <a:xfrm>
                <a:off x="314243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h3658"/>
              <p:cNvSpPr/>
              <p:nvPr/>
            </p:nvSpPr>
            <p:spPr>
              <a:xfrm>
                <a:off x="31516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h3659"/>
              <p:cNvSpPr/>
              <p:nvPr/>
            </p:nvSpPr>
            <p:spPr>
              <a:xfrm>
                <a:off x="31609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h3660"/>
              <p:cNvSpPr/>
              <p:nvPr/>
            </p:nvSpPr>
            <p:spPr>
              <a:xfrm>
                <a:off x="31702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h3661"/>
              <p:cNvSpPr/>
              <p:nvPr/>
            </p:nvSpPr>
            <p:spPr>
              <a:xfrm>
                <a:off x="31794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h3662"/>
              <p:cNvSpPr/>
              <p:nvPr/>
            </p:nvSpPr>
            <p:spPr>
              <a:xfrm>
                <a:off x="318874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h3663"/>
              <p:cNvSpPr/>
              <p:nvPr/>
            </p:nvSpPr>
            <p:spPr>
              <a:xfrm>
                <a:off x="31980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h3664"/>
              <p:cNvSpPr/>
              <p:nvPr/>
            </p:nvSpPr>
            <p:spPr>
              <a:xfrm>
                <a:off x="32072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h3665"/>
              <p:cNvSpPr/>
              <p:nvPr/>
            </p:nvSpPr>
            <p:spPr>
              <a:xfrm>
                <a:off x="32165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h3666"/>
              <p:cNvSpPr/>
              <p:nvPr/>
            </p:nvSpPr>
            <p:spPr>
              <a:xfrm>
                <a:off x="322579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h3667"/>
              <p:cNvSpPr/>
              <p:nvPr/>
            </p:nvSpPr>
            <p:spPr>
              <a:xfrm>
                <a:off x="32350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h3668"/>
              <p:cNvSpPr/>
              <p:nvPr/>
            </p:nvSpPr>
            <p:spPr>
              <a:xfrm>
                <a:off x="32443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h3669"/>
              <p:cNvSpPr/>
              <p:nvPr/>
            </p:nvSpPr>
            <p:spPr>
              <a:xfrm>
                <a:off x="32535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h3670"/>
              <p:cNvSpPr/>
              <p:nvPr/>
            </p:nvSpPr>
            <p:spPr>
              <a:xfrm>
                <a:off x="32628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h3671"/>
              <p:cNvSpPr/>
              <p:nvPr/>
            </p:nvSpPr>
            <p:spPr>
              <a:xfrm>
                <a:off x="327210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h3672"/>
              <p:cNvSpPr/>
              <p:nvPr/>
            </p:nvSpPr>
            <p:spPr>
              <a:xfrm>
                <a:off x="32813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h3673"/>
              <p:cNvSpPr/>
              <p:nvPr/>
            </p:nvSpPr>
            <p:spPr>
              <a:xfrm>
                <a:off x="32906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h3674"/>
              <p:cNvSpPr/>
              <p:nvPr/>
            </p:nvSpPr>
            <p:spPr>
              <a:xfrm>
                <a:off x="32998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h3675"/>
              <p:cNvSpPr/>
              <p:nvPr/>
            </p:nvSpPr>
            <p:spPr>
              <a:xfrm>
                <a:off x="330915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h3676"/>
              <p:cNvSpPr/>
              <p:nvPr/>
            </p:nvSpPr>
            <p:spPr>
              <a:xfrm>
                <a:off x="33184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h3677"/>
              <p:cNvSpPr/>
              <p:nvPr/>
            </p:nvSpPr>
            <p:spPr>
              <a:xfrm>
                <a:off x="33276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h3678"/>
              <p:cNvSpPr/>
              <p:nvPr/>
            </p:nvSpPr>
            <p:spPr>
              <a:xfrm>
                <a:off x="33369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h3679"/>
              <p:cNvSpPr/>
              <p:nvPr/>
            </p:nvSpPr>
            <p:spPr>
              <a:xfrm>
                <a:off x="33462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h3680"/>
              <p:cNvSpPr/>
              <p:nvPr/>
            </p:nvSpPr>
            <p:spPr>
              <a:xfrm>
                <a:off x="335546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h3681"/>
              <p:cNvSpPr/>
              <p:nvPr/>
            </p:nvSpPr>
            <p:spPr>
              <a:xfrm>
                <a:off x="3364728" y="2015925"/>
                <a:ext cx="9175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79" y="897161"/>
                    </a:lnTo>
                    <a:lnTo>
                      <a:pt x="917290" y="898935"/>
                    </a:lnTo>
                    <a:lnTo>
                      <a:pt x="916799" y="901947"/>
                    </a:lnTo>
                    <a:lnTo>
                      <a:pt x="916309" y="904959"/>
                    </a:lnTo>
                    <a:lnTo>
                      <a:pt x="915818" y="907970"/>
                    </a:lnTo>
                    <a:lnTo>
                      <a:pt x="915326" y="910996"/>
                    </a:lnTo>
                    <a:lnTo>
                      <a:pt x="914721" y="914400"/>
                    </a:lnTo>
                    <a:close/>
                  </a:path>
                </a:pathLst>
              </a:custGeom>
              <a:solidFill>
                <a:srgbClr val="82C75E">
                  <a:alpha val="100000"/>
                </a:srgbClr>
              </a:solidFill>
              <a:ln w="5420" cap="flat">
                <a:solidFill>
                  <a:srgbClr val="82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h3682"/>
              <p:cNvSpPr/>
              <p:nvPr/>
            </p:nvSpPr>
            <p:spPr>
              <a:xfrm>
                <a:off x="2271786" y="1981448"/>
                <a:ext cx="914400" cy="9288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44">
                    <a:moveTo>
                      <a:pt x="914400" y="914400"/>
                    </a:moveTo>
                    <a:lnTo>
                      <a:pt x="914400" y="928844"/>
                    </a:lnTo>
                    <a:lnTo>
                      <a:pt x="913164" y="926472"/>
                    </a:lnTo>
                    <a:lnTo>
                      <a:pt x="909391" y="918432"/>
                    </a:lnTo>
                    <a:lnTo>
                      <a:pt x="907687" y="914400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h3683"/>
              <p:cNvSpPr/>
              <p:nvPr/>
            </p:nvSpPr>
            <p:spPr>
              <a:xfrm>
                <a:off x="227178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54" y="931638"/>
                    </a:lnTo>
                    <a:lnTo>
                      <a:pt x="914400" y="928844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h3684"/>
              <p:cNvSpPr/>
              <p:nvPr/>
            </p:nvSpPr>
            <p:spPr>
              <a:xfrm>
                <a:off x="228104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h3685"/>
              <p:cNvSpPr/>
              <p:nvPr/>
            </p:nvSpPr>
            <p:spPr>
              <a:xfrm>
                <a:off x="22903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h3686"/>
              <p:cNvSpPr/>
              <p:nvPr/>
            </p:nvSpPr>
            <p:spPr>
              <a:xfrm>
                <a:off x="22995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h3687"/>
              <p:cNvSpPr/>
              <p:nvPr/>
            </p:nvSpPr>
            <p:spPr>
              <a:xfrm>
                <a:off x="230883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h3688"/>
              <p:cNvSpPr/>
              <p:nvPr/>
            </p:nvSpPr>
            <p:spPr>
              <a:xfrm>
                <a:off x="23180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h3689"/>
              <p:cNvSpPr/>
              <p:nvPr/>
            </p:nvSpPr>
            <p:spPr>
              <a:xfrm>
                <a:off x="23273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h3690"/>
              <p:cNvSpPr/>
              <p:nvPr/>
            </p:nvSpPr>
            <p:spPr>
              <a:xfrm>
                <a:off x="23366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h3691"/>
              <p:cNvSpPr/>
              <p:nvPr/>
            </p:nvSpPr>
            <p:spPr>
              <a:xfrm>
                <a:off x="23458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h3692"/>
              <p:cNvSpPr/>
              <p:nvPr/>
            </p:nvSpPr>
            <p:spPr>
              <a:xfrm>
                <a:off x="235514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h3693"/>
              <p:cNvSpPr/>
              <p:nvPr/>
            </p:nvSpPr>
            <p:spPr>
              <a:xfrm>
                <a:off x="23644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0DC72">
                  <a:alpha val="100000"/>
                </a:srgbClr>
              </a:solidFill>
              <a:ln w="5420" cap="flat">
                <a:solidFill>
                  <a:srgbClr val="B0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h3694"/>
              <p:cNvSpPr/>
              <p:nvPr/>
            </p:nvSpPr>
            <p:spPr>
              <a:xfrm>
                <a:off x="23736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h3695"/>
              <p:cNvSpPr/>
              <p:nvPr/>
            </p:nvSpPr>
            <p:spPr>
              <a:xfrm>
                <a:off x="23829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h3696"/>
              <p:cNvSpPr/>
              <p:nvPr/>
            </p:nvSpPr>
            <p:spPr>
              <a:xfrm>
                <a:off x="239219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h3697"/>
              <p:cNvSpPr/>
              <p:nvPr/>
            </p:nvSpPr>
            <p:spPr>
              <a:xfrm>
                <a:off x="24014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h3698"/>
              <p:cNvSpPr/>
              <p:nvPr/>
            </p:nvSpPr>
            <p:spPr>
              <a:xfrm>
                <a:off x="24107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h3699"/>
              <p:cNvSpPr/>
              <p:nvPr/>
            </p:nvSpPr>
            <p:spPr>
              <a:xfrm>
                <a:off x="24199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h3700"/>
              <p:cNvSpPr/>
              <p:nvPr/>
            </p:nvSpPr>
            <p:spPr>
              <a:xfrm>
                <a:off x="24292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h3701"/>
              <p:cNvSpPr/>
              <p:nvPr/>
            </p:nvSpPr>
            <p:spPr>
              <a:xfrm>
                <a:off x="243850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h3702"/>
              <p:cNvSpPr/>
              <p:nvPr/>
            </p:nvSpPr>
            <p:spPr>
              <a:xfrm>
                <a:off x="24477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h3703"/>
              <p:cNvSpPr/>
              <p:nvPr/>
            </p:nvSpPr>
            <p:spPr>
              <a:xfrm>
                <a:off x="24570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h3704"/>
              <p:cNvSpPr/>
              <p:nvPr/>
            </p:nvSpPr>
            <p:spPr>
              <a:xfrm>
                <a:off x="24662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h3705"/>
              <p:cNvSpPr/>
              <p:nvPr/>
            </p:nvSpPr>
            <p:spPr>
              <a:xfrm>
                <a:off x="247555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h3706"/>
              <p:cNvSpPr/>
              <p:nvPr/>
            </p:nvSpPr>
            <p:spPr>
              <a:xfrm>
                <a:off x="24848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h3707"/>
              <p:cNvSpPr/>
              <p:nvPr/>
            </p:nvSpPr>
            <p:spPr>
              <a:xfrm>
                <a:off x="24940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h3708"/>
              <p:cNvSpPr/>
              <p:nvPr/>
            </p:nvSpPr>
            <p:spPr>
              <a:xfrm>
                <a:off x="25033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h3709"/>
              <p:cNvSpPr/>
              <p:nvPr/>
            </p:nvSpPr>
            <p:spPr>
              <a:xfrm>
                <a:off x="25126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h3710"/>
              <p:cNvSpPr/>
              <p:nvPr/>
            </p:nvSpPr>
            <p:spPr>
              <a:xfrm>
                <a:off x="252186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h3711"/>
              <p:cNvSpPr/>
              <p:nvPr/>
            </p:nvSpPr>
            <p:spPr>
              <a:xfrm>
                <a:off x="253112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h3712"/>
              <p:cNvSpPr/>
              <p:nvPr/>
            </p:nvSpPr>
            <p:spPr>
              <a:xfrm>
                <a:off x="254039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h3713"/>
              <p:cNvSpPr/>
              <p:nvPr/>
            </p:nvSpPr>
            <p:spPr>
              <a:xfrm>
                <a:off x="254965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h3714"/>
              <p:cNvSpPr/>
              <p:nvPr/>
            </p:nvSpPr>
            <p:spPr>
              <a:xfrm>
                <a:off x="2568177" y="1998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133" y="897161"/>
                    </a:lnTo>
                    <a:lnTo>
                      <a:pt x="912618" y="902065"/>
                    </a:lnTo>
                    <a:lnTo>
                      <a:pt x="914400" y="904263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h3715"/>
              <p:cNvSpPr/>
              <p:nvPr/>
            </p:nvSpPr>
            <p:spPr>
              <a:xfrm>
                <a:off x="2568177" y="1998687"/>
                <a:ext cx="9220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4" h="914400">
                    <a:moveTo>
                      <a:pt x="914400" y="914400"/>
                    </a:moveTo>
                    <a:lnTo>
                      <a:pt x="914400" y="904263"/>
                    </a:lnTo>
                    <a:lnTo>
                      <a:pt x="917642" y="908264"/>
                    </a:lnTo>
                    <a:lnTo>
                      <a:pt x="922074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h3716"/>
              <p:cNvSpPr/>
              <p:nvPr/>
            </p:nvSpPr>
            <p:spPr>
              <a:xfrm>
                <a:off x="3123910" y="19814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02" y="931638"/>
                    </a:lnTo>
                    <a:lnTo>
                      <a:pt x="910135" y="929860"/>
                    </a:lnTo>
                    <a:lnTo>
                      <a:pt x="910649" y="918918"/>
                    </a:lnTo>
                    <a:lnTo>
                      <a:pt x="910992" y="914400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h3717"/>
              <p:cNvSpPr/>
              <p:nvPr/>
            </p:nvSpPr>
            <p:spPr>
              <a:xfrm>
                <a:off x="31239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h3718"/>
              <p:cNvSpPr/>
              <p:nvPr/>
            </p:nvSpPr>
            <p:spPr>
              <a:xfrm>
                <a:off x="31331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h3719"/>
              <p:cNvSpPr/>
              <p:nvPr/>
            </p:nvSpPr>
            <p:spPr>
              <a:xfrm>
                <a:off x="314243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h3720"/>
              <p:cNvSpPr/>
              <p:nvPr/>
            </p:nvSpPr>
            <p:spPr>
              <a:xfrm>
                <a:off x="31516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h3721"/>
              <p:cNvSpPr/>
              <p:nvPr/>
            </p:nvSpPr>
            <p:spPr>
              <a:xfrm>
                <a:off x="31609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h3722"/>
              <p:cNvSpPr/>
              <p:nvPr/>
            </p:nvSpPr>
            <p:spPr>
              <a:xfrm>
                <a:off x="31702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h3723"/>
              <p:cNvSpPr/>
              <p:nvPr/>
            </p:nvSpPr>
            <p:spPr>
              <a:xfrm>
                <a:off x="31794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h3724"/>
              <p:cNvSpPr/>
              <p:nvPr/>
            </p:nvSpPr>
            <p:spPr>
              <a:xfrm>
                <a:off x="318874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h3725"/>
              <p:cNvSpPr/>
              <p:nvPr/>
            </p:nvSpPr>
            <p:spPr>
              <a:xfrm>
                <a:off x="31980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h3726"/>
              <p:cNvSpPr/>
              <p:nvPr/>
            </p:nvSpPr>
            <p:spPr>
              <a:xfrm>
                <a:off x="32072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h3727"/>
              <p:cNvSpPr/>
              <p:nvPr/>
            </p:nvSpPr>
            <p:spPr>
              <a:xfrm>
                <a:off x="32165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h3728"/>
              <p:cNvSpPr/>
              <p:nvPr/>
            </p:nvSpPr>
            <p:spPr>
              <a:xfrm>
                <a:off x="322579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h3729"/>
              <p:cNvSpPr/>
              <p:nvPr/>
            </p:nvSpPr>
            <p:spPr>
              <a:xfrm>
                <a:off x="32350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h3730"/>
              <p:cNvSpPr/>
              <p:nvPr/>
            </p:nvSpPr>
            <p:spPr>
              <a:xfrm>
                <a:off x="32443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h3731"/>
              <p:cNvSpPr/>
              <p:nvPr/>
            </p:nvSpPr>
            <p:spPr>
              <a:xfrm>
                <a:off x="32535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h3732"/>
              <p:cNvSpPr/>
              <p:nvPr/>
            </p:nvSpPr>
            <p:spPr>
              <a:xfrm>
                <a:off x="32628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h3733"/>
              <p:cNvSpPr/>
              <p:nvPr/>
            </p:nvSpPr>
            <p:spPr>
              <a:xfrm>
                <a:off x="327210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h3734"/>
              <p:cNvSpPr/>
              <p:nvPr/>
            </p:nvSpPr>
            <p:spPr>
              <a:xfrm>
                <a:off x="32813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h3735"/>
              <p:cNvSpPr/>
              <p:nvPr/>
            </p:nvSpPr>
            <p:spPr>
              <a:xfrm>
                <a:off x="32906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h3736"/>
              <p:cNvSpPr/>
              <p:nvPr/>
            </p:nvSpPr>
            <p:spPr>
              <a:xfrm>
                <a:off x="32998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h3737"/>
              <p:cNvSpPr/>
              <p:nvPr/>
            </p:nvSpPr>
            <p:spPr>
              <a:xfrm>
                <a:off x="330915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h3738"/>
              <p:cNvSpPr/>
              <p:nvPr/>
            </p:nvSpPr>
            <p:spPr>
              <a:xfrm>
                <a:off x="33184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h3739"/>
              <p:cNvSpPr/>
              <p:nvPr/>
            </p:nvSpPr>
            <p:spPr>
              <a:xfrm>
                <a:off x="33276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h3740"/>
              <p:cNvSpPr/>
              <p:nvPr/>
            </p:nvSpPr>
            <p:spPr>
              <a:xfrm>
                <a:off x="33369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h3741"/>
              <p:cNvSpPr/>
              <p:nvPr/>
            </p:nvSpPr>
            <p:spPr>
              <a:xfrm>
                <a:off x="33462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h3742"/>
              <p:cNvSpPr/>
              <p:nvPr/>
            </p:nvSpPr>
            <p:spPr>
              <a:xfrm>
                <a:off x="335546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h3743"/>
              <p:cNvSpPr/>
              <p:nvPr/>
            </p:nvSpPr>
            <p:spPr>
              <a:xfrm>
                <a:off x="3364728" y="1998687"/>
                <a:ext cx="9202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28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284" y="897161"/>
                    </a:lnTo>
                    <a:lnTo>
                      <a:pt x="919257" y="904113"/>
                    </a:lnTo>
                    <a:lnTo>
                      <a:pt x="918764" y="907138"/>
                    </a:lnTo>
                    <a:lnTo>
                      <a:pt x="918272" y="910150"/>
                    </a:lnTo>
                    <a:lnTo>
                      <a:pt x="917781" y="913162"/>
                    </a:lnTo>
                    <a:lnTo>
                      <a:pt x="917579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h3744"/>
              <p:cNvSpPr/>
              <p:nvPr/>
            </p:nvSpPr>
            <p:spPr>
              <a:xfrm>
                <a:off x="2262523" y="1964210"/>
                <a:ext cx="914400" cy="92541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14">
                    <a:moveTo>
                      <a:pt x="914400" y="914400"/>
                    </a:moveTo>
                    <a:lnTo>
                      <a:pt x="914400" y="925414"/>
                    </a:lnTo>
                    <a:lnTo>
                      <a:pt x="911799" y="918559"/>
                    </a:lnTo>
                    <a:lnTo>
                      <a:pt x="910388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h3745"/>
              <p:cNvSpPr/>
              <p:nvPr/>
            </p:nvSpPr>
            <p:spPr>
              <a:xfrm>
                <a:off x="226252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49" y="931638"/>
                    </a:lnTo>
                    <a:lnTo>
                      <a:pt x="915107" y="927279"/>
                    </a:lnTo>
                    <a:lnTo>
                      <a:pt x="914400" y="925414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h3746"/>
              <p:cNvSpPr/>
              <p:nvPr/>
            </p:nvSpPr>
            <p:spPr>
              <a:xfrm>
                <a:off x="227178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h3747"/>
              <p:cNvSpPr/>
              <p:nvPr/>
            </p:nvSpPr>
            <p:spPr>
              <a:xfrm>
                <a:off x="228104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h3748"/>
              <p:cNvSpPr/>
              <p:nvPr/>
            </p:nvSpPr>
            <p:spPr>
              <a:xfrm>
                <a:off x="22903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h3749"/>
              <p:cNvSpPr/>
              <p:nvPr/>
            </p:nvSpPr>
            <p:spPr>
              <a:xfrm>
                <a:off x="22995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h3750"/>
              <p:cNvSpPr/>
              <p:nvPr/>
            </p:nvSpPr>
            <p:spPr>
              <a:xfrm>
                <a:off x="230883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h3751"/>
              <p:cNvSpPr/>
              <p:nvPr/>
            </p:nvSpPr>
            <p:spPr>
              <a:xfrm>
                <a:off x="23180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h3752"/>
              <p:cNvSpPr/>
              <p:nvPr/>
            </p:nvSpPr>
            <p:spPr>
              <a:xfrm>
                <a:off x="23273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h3753"/>
              <p:cNvSpPr/>
              <p:nvPr/>
            </p:nvSpPr>
            <p:spPr>
              <a:xfrm>
                <a:off x="23366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h3754"/>
              <p:cNvSpPr/>
              <p:nvPr/>
            </p:nvSpPr>
            <p:spPr>
              <a:xfrm>
                <a:off x="23458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h3755"/>
              <p:cNvSpPr/>
              <p:nvPr/>
            </p:nvSpPr>
            <p:spPr>
              <a:xfrm>
                <a:off x="235514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h3756"/>
              <p:cNvSpPr/>
              <p:nvPr/>
            </p:nvSpPr>
            <p:spPr>
              <a:xfrm>
                <a:off x="23644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h3757"/>
              <p:cNvSpPr/>
              <p:nvPr/>
            </p:nvSpPr>
            <p:spPr>
              <a:xfrm>
                <a:off x="23736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h3758"/>
              <p:cNvSpPr/>
              <p:nvPr/>
            </p:nvSpPr>
            <p:spPr>
              <a:xfrm>
                <a:off x="23829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h3759"/>
              <p:cNvSpPr/>
              <p:nvPr/>
            </p:nvSpPr>
            <p:spPr>
              <a:xfrm>
                <a:off x="239219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h3760"/>
              <p:cNvSpPr/>
              <p:nvPr/>
            </p:nvSpPr>
            <p:spPr>
              <a:xfrm>
                <a:off x="24014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h3761"/>
              <p:cNvSpPr/>
              <p:nvPr/>
            </p:nvSpPr>
            <p:spPr>
              <a:xfrm>
                <a:off x="24107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h3762"/>
              <p:cNvSpPr/>
              <p:nvPr/>
            </p:nvSpPr>
            <p:spPr>
              <a:xfrm>
                <a:off x="24199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h3763"/>
              <p:cNvSpPr/>
              <p:nvPr/>
            </p:nvSpPr>
            <p:spPr>
              <a:xfrm>
                <a:off x="24292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h3764"/>
              <p:cNvSpPr/>
              <p:nvPr/>
            </p:nvSpPr>
            <p:spPr>
              <a:xfrm>
                <a:off x="243850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h3765"/>
              <p:cNvSpPr/>
              <p:nvPr/>
            </p:nvSpPr>
            <p:spPr>
              <a:xfrm>
                <a:off x="24477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h3766"/>
              <p:cNvSpPr/>
              <p:nvPr/>
            </p:nvSpPr>
            <p:spPr>
              <a:xfrm>
                <a:off x="24570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h3767"/>
              <p:cNvSpPr/>
              <p:nvPr/>
            </p:nvSpPr>
            <p:spPr>
              <a:xfrm>
                <a:off x="24662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h3768"/>
              <p:cNvSpPr/>
              <p:nvPr/>
            </p:nvSpPr>
            <p:spPr>
              <a:xfrm>
                <a:off x="247555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h3769"/>
              <p:cNvSpPr/>
              <p:nvPr/>
            </p:nvSpPr>
            <p:spPr>
              <a:xfrm>
                <a:off x="24848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h3770"/>
              <p:cNvSpPr/>
              <p:nvPr/>
            </p:nvSpPr>
            <p:spPr>
              <a:xfrm>
                <a:off x="24940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h3771"/>
              <p:cNvSpPr/>
              <p:nvPr/>
            </p:nvSpPr>
            <p:spPr>
              <a:xfrm>
                <a:off x="25033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h3772"/>
              <p:cNvSpPr/>
              <p:nvPr/>
            </p:nvSpPr>
            <p:spPr>
              <a:xfrm>
                <a:off x="25126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h3773"/>
              <p:cNvSpPr/>
              <p:nvPr/>
            </p:nvSpPr>
            <p:spPr>
              <a:xfrm>
                <a:off x="252186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h3774"/>
              <p:cNvSpPr/>
              <p:nvPr/>
            </p:nvSpPr>
            <p:spPr>
              <a:xfrm>
                <a:off x="253112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h3775"/>
              <p:cNvSpPr/>
              <p:nvPr/>
            </p:nvSpPr>
            <p:spPr>
              <a:xfrm>
                <a:off x="2549652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899671"/>
                    </a:lnTo>
                    <a:close/>
                  </a:path>
                </a:pathLst>
              </a:custGeom>
              <a:solidFill>
                <a:srgbClr val="B9E077">
                  <a:alpha val="100000"/>
                </a:srgbClr>
              </a:solidFill>
              <a:ln w="5420" cap="flat">
                <a:solidFill>
                  <a:srgbClr val="B9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h3776"/>
              <p:cNvSpPr/>
              <p:nvPr/>
            </p:nvSpPr>
            <p:spPr>
              <a:xfrm>
                <a:off x="2558914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71"/>
                    </a:lnTo>
                    <a:lnTo>
                      <a:pt x="906977" y="903668"/>
                    </a:lnTo>
                    <a:lnTo>
                      <a:pt x="907198" y="903894"/>
                    </a:lnTo>
                    <a:lnTo>
                      <a:pt x="907419" y="904121"/>
                    </a:lnTo>
                    <a:lnTo>
                      <a:pt x="907639" y="904347"/>
                    </a:lnTo>
                    <a:lnTo>
                      <a:pt x="907860" y="904573"/>
                    </a:lnTo>
                    <a:lnTo>
                      <a:pt x="908081" y="904799"/>
                    </a:lnTo>
                    <a:lnTo>
                      <a:pt x="908301" y="905025"/>
                    </a:lnTo>
                    <a:lnTo>
                      <a:pt x="908522" y="905251"/>
                    </a:lnTo>
                    <a:lnTo>
                      <a:pt x="908743" y="905477"/>
                    </a:lnTo>
                    <a:lnTo>
                      <a:pt x="908964" y="905703"/>
                    </a:lnTo>
                    <a:lnTo>
                      <a:pt x="909184" y="905930"/>
                    </a:lnTo>
                    <a:lnTo>
                      <a:pt x="909405" y="906156"/>
                    </a:lnTo>
                    <a:lnTo>
                      <a:pt x="909626" y="906382"/>
                    </a:lnTo>
                    <a:lnTo>
                      <a:pt x="909846" y="906608"/>
                    </a:lnTo>
                    <a:lnTo>
                      <a:pt x="910067" y="906834"/>
                    </a:lnTo>
                    <a:lnTo>
                      <a:pt x="910288" y="907060"/>
                    </a:lnTo>
                    <a:lnTo>
                      <a:pt x="910508" y="907287"/>
                    </a:lnTo>
                    <a:lnTo>
                      <a:pt x="910729" y="907513"/>
                    </a:lnTo>
                    <a:lnTo>
                      <a:pt x="910950" y="907739"/>
                    </a:lnTo>
                    <a:lnTo>
                      <a:pt x="911170" y="907965"/>
                    </a:lnTo>
                    <a:lnTo>
                      <a:pt x="911391" y="908191"/>
                    </a:lnTo>
                    <a:lnTo>
                      <a:pt x="911611" y="908417"/>
                    </a:lnTo>
                    <a:lnTo>
                      <a:pt x="911832" y="908644"/>
                    </a:lnTo>
                    <a:lnTo>
                      <a:pt x="912053" y="908870"/>
                    </a:lnTo>
                    <a:lnTo>
                      <a:pt x="912273" y="909096"/>
                    </a:lnTo>
                    <a:lnTo>
                      <a:pt x="912494" y="909322"/>
                    </a:lnTo>
                    <a:lnTo>
                      <a:pt x="912714" y="909548"/>
                    </a:lnTo>
                    <a:lnTo>
                      <a:pt x="912935" y="909775"/>
                    </a:lnTo>
                    <a:lnTo>
                      <a:pt x="913155" y="910001"/>
                    </a:lnTo>
                    <a:lnTo>
                      <a:pt x="913376" y="910227"/>
                    </a:lnTo>
                    <a:lnTo>
                      <a:pt x="913596" y="910453"/>
                    </a:lnTo>
                    <a:lnTo>
                      <a:pt x="913817" y="910680"/>
                    </a:lnTo>
                    <a:lnTo>
                      <a:pt x="914037" y="910906"/>
                    </a:lnTo>
                    <a:lnTo>
                      <a:pt x="914258" y="911132"/>
                    </a:lnTo>
                    <a:lnTo>
                      <a:pt x="914400" y="911277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h3777"/>
              <p:cNvSpPr/>
              <p:nvPr/>
            </p:nvSpPr>
            <p:spPr>
              <a:xfrm>
                <a:off x="2558914" y="1981448"/>
                <a:ext cx="9173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95" h="914400">
                    <a:moveTo>
                      <a:pt x="914400" y="914400"/>
                    </a:moveTo>
                    <a:lnTo>
                      <a:pt x="914479" y="911358"/>
                    </a:lnTo>
                    <a:lnTo>
                      <a:pt x="914699" y="911584"/>
                    </a:lnTo>
                    <a:lnTo>
                      <a:pt x="914919" y="911811"/>
                    </a:lnTo>
                    <a:lnTo>
                      <a:pt x="915140" y="912037"/>
                    </a:lnTo>
                    <a:lnTo>
                      <a:pt x="915360" y="912263"/>
                    </a:lnTo>
                    <a:lnTo>
                      <a:pt x="915581" y="912489"/>
                    </a:lnTo>
                    <a:lnTo>
                      <a:pt x="915801" y="912716"/>
                    </a:lnTo>
                    <a:lnTo>
                      <a:pt x="916022" y="912942"/>
                    </a:lnTo>
                    <a:lnTo>
                      <a:pt x="916242" y="913168"/>
                    </a:lnTo>
                    <a:lnTo>
                      <a:pt x="916463" y="913395"/>
                    </a:lnTo>
                    <a:lnTo>
                      <a:pt x="916683" y="913621"/>
                    </a:lnTo>
                    <a:lnTo>
                      <a:pt x="917395" y="914400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h3778"/>
              <p:cNvSpPr/>
              <p:nvPr/>
            </p:nvSpPr>
            <p:spPr>
              <a:xfrm>
                <a:off x="3123910" y="19642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992" y="931638"/>
                    </a:lnTo>
                    <a:lnTo>
                      <a:pt x="911475" y="925280"/>
                    </a:lnTo>
                    <a:lnTo>
                      <a:pt x="912624" y="914400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h3779"/>
              <p:cNvSpPr/>
              <p:nvPr/>
            </p:nvSpPr>
            <p:spPr>
              <a:xfrm>
                <a:off x="31239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h3780"/>
              <p:cNvSpPr/>
              <p:nvPr/>
            </p:nvSpPr>
            <p:spPr>
              <a:xfrm>
                <a:off x="31331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h3781"/>
              <p:cNvSpPr/>
              <p:nvPr/>
            </p:nvSpPr>
            <p:spPr>
              <a:xfrm>
                <a:off x="314243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h3782"/>
              <p:cNvSpPr/>
              <p:nvPr/>
            </p:nvSpPr>
            <p:spPr>
              <a:xfrm>
                <a:off x="31516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h3783"/>
              <p:cNvSpPr/>
              <p:nvPr/>
            </p:nvSpPr>
            <p:spPr>
              <a:xfrm>
                <a:off x="31609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h3784"/>
              <p:cNvSpPr/>
              <p:nvPr/>
            </p:nvSpPr>
            <p:spPr>
              <a:xfrm>
                <a:off x="31702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h3785"/>
              <p:cNvSpPr/>
              <p:nvPr/>
            </p:nvSpPr>
            <p:spPr>
              <a:xfrm>
                <a:off x="31794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h3786"/>
              <p:cNvSpPr/>
              <p:nvPr/>
            </p:nvSpPr>
            <p:spPr>
              <a:xfrm>
                <a:off x="318874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h3787"/>
              <p:cNvSpPr/>
              <p:nvPr/>
            </p:nvSpPr>
            <p:spPr>
              <a:xfrm>
                <a:off x="31980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h3788"/>
              <p:cNvSpPr/>
              <p:nvPr/>
            </p:nvSpPr>
            <p:spPr>
              <a:xfrm>
                <a:off x="32072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h3789"/>
              <p:cNvSpPr/>
              <p:nvPr/>
            </p:nvSpPr>
            <p:spPr>
              <a:xfrm>
                <a:off x="32165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h3790"/>
              <p:cNvSpPr/>
              <p:nvPr/>
            </p:nvSpPr>
            <p:spPr>
              <a:xfrm>
                <a:off x="322579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h3791"/>
              <p:cNvSpPr/>
              <p:nvPr/>
            </p:nvSpPr>
            <p:spPr>
              <a:xfrm>
                <a:off x="32350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h3792"/>
              <p:cNvSpPr/>
              <p:nvPr/>
            </p:nvSpPr>
            <p:spPr>
              <a:xfrm>
                <a:off x="32443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h3793"/>
              <p:cNvSpPr/>
              <p:nvPr/>
            </p:nvSpPr>
            <p:spPr>
              <a:xfrm>
                <a:off x="32535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h3794"/>
              <p:cNvSpPr/>
              <p:nvPr/>
            </p:nvSpPr>
            <p:spPr>
              <a:xfrm>
                <a:off x="32628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h3795"/>
              <p:cNvSpPr/>
              <p:nvPr/>
            </p:nvSpPr>
            <p:spPr>
              <a:xfrm>
                <a:off x="327210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h3796"/>
              <p:cNvSpPr/>
              <p:nvPr/>
            </p:nvSpPr>
            <p:spPr>
              <a:xfrm>
                <a:off x="32813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h3797"/>
              <p:cNvSpPr/>
              <p:nvPr/>
            </p:nvSpPr>
            <p:spPr>
              <a:xfrm>
                <a:off x="32906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h3798"/>
              <p:cNvSpPr/>
              <p:nvPr/>
            </p:nvSpPr>
            <p:spPr>
              <a:xfrm>
                <a:off x="32998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h3799"/>
              <p:cNvSpPr/>
              <p:nvPr/>
            </p:nvSpPr>
            <p:spPr>
              <a:xfrm>
                <a:off x="330915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h3800"/>
              <p:cNvSpPr/>
              <p:nvPr/>
            </p:nvSpPr>
            <p:spPr>
              <a:xfrm>
                <a:off x="33184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h3801"/>
              <p:cNvSpPr/>
              <p:nvPr/>
            </p:nvSpPr>
            <p:spPr>
              <a:xfrm>
                <a:off x="33276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h3802"/>
              <p:cNvSpPr/>
              <p:nvPr/>
            </p:nvSpPr>
            <p:spPr>
              <a:xfrm>
                <a:off x="33369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h3803"/>
              <p:cNvSpPr/>
              <p:nvPr/>
            </p:nvSpPr>
            <p:spPr>
              <a:xfrm>
                <a:off x="33462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h3804"/>
              <p:cNvSpPr/>
              <p:nvPr/>
            </p:nvSpPr>
            <p:spPr>
              <a:xfrm>
                <a:off x="335546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h3805"/>
              <p:cNvSpPr/>
              <p:nvPr/>
            </p:nvSpPr>
            <p:spPr>
              <a:xfrm>
                <a:off x="3364728" y="1981448"/>
                <a:ext cx="9223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33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337" y="897161"/>
                    </a:lnTo>
                    <a:lnTo>
                      <a:pt x="922096" y="899909"/>
                    </a:lnTo>
                    <a:lnTo>
                      <a:pt x="920831" y="910701"/>
                    </a:lnTo>
                    <a:lnTo>
                      <a:pt x="920284" y="91440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h3806"/>
              <p:cNvSpPr/>
              <p:nvPr/>
            </p:nvSpPr>
            <p:spPr>
              <a:xfrm>
                <a:off x="225326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50" y="931638"/>
                    </a:lnTo>
                    <a:lnTo>
                      <a:pt x="917998" y="926770"/>
                    </a:lnTo>
                    <a:lnTo>
                      <a:pt x="915190" y="917462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h3807"/>
              <p:cNvSpPr/>
              <p:nvPr/>
            </p:nvSpPr>
            <p:spPr>
              <a:xfrm>
                <a:off x="226252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h3808"/>
              <p:cNvSpPr/>
              <p:nvPr/>
            </p:nvSpPr>
            <p:spPr>
              <a:xfrm>
                <a:off x="227178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h3809"/>
              <p:cNvSpPr/>
              <p:nvPr/>
            </p:nvSpPr>
            <p:spPr>
              <a:xfrm>
                <a:off x="228104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h3810"/>
              <p:cNvSpPr/>
              <p:nvPr/>
            </p:nvSpPr>
            <p:spPr>
              <a:xfrm>
                <a:off x="229031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h3811"/>
              <p:cNvSpPr/>
              <p:nvPr/>
            </p:nvSpPr>
            <p:spPr>
              <a:xfrm>
                <a:off x="22995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h3812"/>
              <p:cNvSpPr/>
              <p:nvPr/>
            </p:nvSpPr>
            <p:spPr>
              <a:xfrm>
                <a:off x="230883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h3813"/>
              <p:cNvSpPr/>
              <p:nvPr/>
            </p:nvSpPr>
            <p:spPr>
              <a:xfrm>
                <a:off x="23180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h3814"/>
              <p:cNvSpPr/>
              <p:nvPr/>
            </p:nvSpPr>
            <p:spPr>
              <a:xfrm>
                <a:off x="23273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h3815"/>
              <p:cNvSpPr/>
              <p:nvPr/>
            </p:nvSpPr>
            <p:spPr>
              <a:xfrm>
                <a:off x="23366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h3816"/>
              <p:cNvSpPr/>
              <p:nvPr/>
            </p:nvSpPr>
            <p:spPr>
              <a:xfrm>
                <a:off x="23458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h3817"/>
              <p:cNvSpPr/>
              <p:nvPr/>
            </p:nvSpPr>
            <p:spPr>
              <a:xfrm>
                <a:off x="235514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h3818"/>
              <p:cNvSpPr/>
              <p:nvPr/>
            </p:nvSpPr>
            <p:spPr>
              <a:xfrm>
                <a:off x="23644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h3819"/>
              <p:cNvSpPr/>
              <p:nvPr/>
            </p:nvSpPr>
            <p:spPr>
              <a:xfrm>
                <a:off x="23736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h3820"/>
              <p:cNvSpPr/>
              <p:nvPr/>
            </p:nvSpPr>
            <p:spPr>
              <a:xfrm>
                <a:off x="23829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h3821"/>
              <p:cNvSpPr/>
              <p:nvPr/>
            </p:nvSpPr>
            <p:spPr>
              <a:xfrm>
                <a:off x="239219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h3822"/>
              <p:cNvSpPr/>
              <p:nvPr/>
            </p:nvSpPr>
            <p:spPr>
              <a:xfrm>
                <a:off x="24014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h3823"/>
              <p:cNvSpPr/>
              <p:nvPr/>
            </p:nvSpPr>
            <p:spPr>
              <a:xfrm>
                <a:off x="24107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h3824"/>
              <p:cNvSpPr/>
              <p:nvPr/>
            </p:nvSpPr>
            <p:spPr>
              <a:xfrm>
                <a:off x="24199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h3825"/>
              <p:cNvSpPr/>
              <p:nvPr/>
            </p:nvSpPr>
            <p:spPr>
              <a:xfrm>
                <a:off x="24292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h3826"/>
              <p:cNvSpPr/>
              <p:nvPr/>
            </p:nvSpPr>
            <p:spPr>
              <a:xfrm>
                <a:off x="243850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h3827"/>
              <p:cNvSpPr/>
              <p:nvPr/>
            </p:nvSpPr>
            <p:spPr>
              <a:xfrm>
                <a:off x="24477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h3828"/>
              <p:cNvSpPr/>
              <p:nvPr/>
            </p:nvSpPr>
            <p:spPr>
              <a:xfrm>
                <a:off x="24570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h3829"/>
              <p:cNvSpPr/>
              <p:nvPr/>
            </p:nvSpPr>
            <p:spPr>
              <a:xfrm>
                <a:off x="24662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h3830"/>
              <p:cNvSpPr/>
              <p:nvPr/>
            </p:nvSpPr>
            <p:spPr>
              <a:xfrm>
                <a:off x="247555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h3831"/>
              <p:cNvSpPr/>
              <p:nvPr/>
            </p:nvSpPr>
            <p:spPr>
              <a:xfrm>
                <a:off x="24848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h3832"/>
              <p:cNvSpPr/>
              <p:nvPr/>
            </p:nvSpPr>
            <p:spPr>
              <a:xfrm>
                <a:off x="24940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h3833"/>
              <p:cNvSpPr/>
              <p:nvPr/>
            </p:nvSpPr>
            <p:spPr>
              <a:xfrm>
                <a:off x="25033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h3834"/>
              <p:cNvSpPr/>
              <p:nvPr/>
            </p:nvSpPr>
            <p:spPr>
              <a:xfrm>
                <a:off x="25126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h3835"/>
              <p:cNvSpPr/>
              <p:nvPr/>
            </p:nvSpPr>
            <p:spPr>
              <a:xfrm>
                <a:off x="252186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h3836"/>
              <p:cNvSpPr/>
              <p:nvPr/>
            </p:nvSpPr>
            <p:spPr>
              <a:xfrm>
                <a:off x="253112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h3837"/>
              <p:cNvSpPr/>
              <p:nvPr/>
            </p:nvSpPr>
            <p:spPr>
              <a:xfrm>
                <a:off x="2540390" y="1964210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37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h3838"/>
              <p:cNvSpPr/>
              <p:nvPr/>
            </p:nvSpPr>
            <p:spPr>
              <a:xfrm>
                <a:off x="3123910" y="1964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624" y="914400"/>
                    </a:lnTo>
                    <a:lnTo>
                      <a:pt x="914051" y="903848"/>
                    </a:lnTo>
                    <a:lnTo>
                      <a:pt x="914400" y="901752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h3839"/>
              <p:cNvSpPr/>
              <p:nvPr/>
            </p:nvSpPr>
            <p:spPr>
              <a:xfrm>
                <a:off x="3133172" y="19469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991"/>
                    </a:lnTo>
                    <a:lnTo>
                      <a:pt x="905900" y="914400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h3840"/>
              <p:cNvSpPr/>
              <p:nvPr/>
            </p:nvSpPr>
            <p:spPr>
              <a:xfrm>
                <a:off x="31331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h3841"/>
              <p:cNvSpPr/>
              <p:nvPr/>
            </p:nvSpPr>
            <p:spPr>
              <a:xfrm>
                <a:off x="314243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h3842"/>
              <p:cNvSpPr/>
              <p:nvPr/>
            </p:nvSpPr>
            <p:spPr>
              <a:xfrm>
                <a:off x="31516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h3843"/>
              <p:cNvSpPr/>
              <p:nvPr/>
            </p:nvSpPr>
            <p:spPr>
              <a:xfrm>
                <a:off x="31609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h3844"/>
              <p:cNvSpPr/>
              <p:nvPr/>
            </p:nvSpPr>
            <p:spPr>
              <a:xfrm>
                <a:off x="31702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h3845"/>
              <p:cNvSpPr/>
              <p:nvPr/>
            </p:nvSpPr>
            <p:spPr>
              <a:xfrm>
                <a:off x="31794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h3846"/>
              <p:cNvSpPr/>
              <p:nvPr/>
            </p:nvSpPr>
            <p:spPr>
              <a:xfrm>
                <a:off x="318874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h3847"/>
              <p:cNvSpPr/>
              <p:nvPr/>
            </p:nvSpPr>
            <p:spPr>
              <a:xfrm>
                <a:off x="31980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h3848"/>
              <p:cNvSpPr/>
              <p:nvPr/>
            </p:nvSpPr>
            <p:spPr>
              <a:xfrm>
                <a:off x="32072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h3849"/>
              <p:cNvSpPr/>
              <p:nvPr/>
            </p:nvSpPr>
            <p:spPr>
              <a:xfrm>
                <a:off x="32165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h3850"/>
              <p:cNvSpPr/>
              <p:nvPr/>
            </p:nvSpPr>
            <p:spPr>
              <a:xfrm>
                <a:off x="322579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h3851"/>
              <p:cNvSpPr/>
              <p:nvPr/>
            </p:nvSpPr>
            <p:spPr>
              <a:xfrm>
                <a:off x="32350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h3852"/>
              <p:cNvSpPr/>
              <p:nvPr/>
            </p:nvSpPr>
            <p:spPr>
              <a:xfrm>
                <a:off x="32443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h3853"/>
              <p:cNvSpPr/>
              <p:nvPr/>
            </p:nvSpPr>
            <p:spPr>
              <a:xfrm>
                <a:off x="32535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h3854"/>
              <p:cNvSpPr/>
              <p:nvPr/>
            </p:nvSpPr>
            <p:spPr>
              <a:xfrm>
                <a:off x="32628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h3855"/>
              <p:cNvSpPr/>
              <p:nvPr/>
            </p:nvSpPr>
            <p:spPr>
              <a:xfrm>
                <a:off x="327210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h3856"/>
              <p:cNvSpPr/>
              <p:nvPr/>
            </p:nvSpPr>
            <p:spPr>
              <a:xfrm>
                <a:off x="32813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h3857"/>
              <p:cNvSpPr/>
              <p:nvPr/>
            </p:nvSpPr>
            <p:spPr>
              <a:xfrm>
                <a:off x="32906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h3858"/>
              <p:cNvSpPr/>
              <p:nvPr/>
            </p:nvSpPr>
            <p:spPr>
              <a:xfrm>
                <a:off x="32998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h3859"/>
              <p:cNvSpPr/>
              <p:nvPr/>
            </p:nvSpPr>
            <p:spPr>
              <a:xfrm>
                <a:off x="330915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h3860"/>
              <p:cNvSpPr/>
              <p:nvPr/>
            </p:nvSpPr>
            <p:spPr>
              <a:xfrm>
                <a:off x="33184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h3861"/>
              <p:cNvSpPr/>
              <p:nvPr/>
            </p:nvSpPr>
            <p:spPr>
              <a:xfrm>
                <a:off x="33276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h3862"/>
              <p:cNvSpPr/>
              <p:nvPr/>
            </p:nvSpPr>
            <p:spPr>
              <a:xfrm>
                <a:off x="33369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h3863"/>
              <p:cNvSpPr/>
              <p:nvPr/>
            </p:nvSpPr>
            <p:spPr>
              <a:xfrm>
                <a:off x="33462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h3864"/>
              <p:cNvSpPr/>
              <p:nvPr/>
            </p:nvSpPr>
            <p:spPr>
              <a:xfrm>
                <a:off x="335546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h3865"/>
              <p:cNvSpPr/>
              <p:nvPr/>
            </p:nvSpPr>
            <p:spPr>
              <a:xfrm>
                <a:off x="3364728" y="1964210"/>
                <a:ext cx="9235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8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580" y="897161"/>
                    </a:lnTo>
                    <a:lnTo>
                      <a:pt x="923050" y="906245"/>
                    </a:lnTo>
                    <a:lnTo>
                      <a:pt x="922337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h3866"/>
              <p:cNvSpPr/>
              <p:nvPr/>
            </p:nvSpPr>
            <p:spPr>
              <a:xfrm>
                <a:off x="2253261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375" y="931638"/>
                    </a:lnTo>
                    <a:lnTo>
                      <a:pt x="912644" y="925134"/>
                    </a:lnTo>
                    <a:lnTo>
                      <a:pt x="910366" y="915336"/>
                    </a:lnTo>
                    <a:lnTo>
                      <a:pt x="910178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h3867"/>
              <p:cNvSpPr/>
              <p:nvPr/>
            </p:nvSpPr>
            <p:spPr>
              <a:xfrm>
                <a:off x="225326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h3868"/>
              <p:cNvSpPr/>
              <p:nvPr/>
            </p:nvSpPr>
            <p:spPr>
              <a:xfrm>
                <a:off x="226252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h3869"/>
              <p:cNvSpPr/>
              <p:nvPr/>
            </p:nvSpPr>
            <p:spPr>
              <a:xfrm>
                <a:off x="227178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h3870"/>
              <p:cNvSpPr/>
              <p:nvPr/>
            </p:nvSpPr>
            <p:spPr>
              <a:xfrm>
                <a:off x="228104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h3871"/>
              <p:cNvSpPr/>
              <p:nvPr/>
            </p:nvSpPr>
            <p:spPr>
              <a:xfrm>
                <a:off x="229031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h3872"/>
              <p:cNvSpPr/>
              <p:nvPr/>
            </p:nvSpPr>
            <p:spPr>
              <a:xfrm>
                <a:off x="22995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h3873"/>
              <p:cNvSpPr/>
              <p:nvPr/>
            </p:nvSpPr>
            <p:spPr>
              <a:xfrm>
                <a:off x="230883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h3874"/>
              <p:cNvSpPr/>
              <p:nvPr/>
            </p:nvSpPr>
            <p:spPr>
              <a:xfrm>
                <a:off x="23180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h3875"/>
              <p:cNvSpPr/>
              <p:nvPr/>
            </p:nvSpPr>
            <p:spPr>
              <a:xfrm>
                <a:off x="23273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h3876"/>
              <p:cNvSpPr/>
              <p:nvPr/>
            </p:nvSpPr>
            <p:spPr>
              <a:xfrm>
                <a:off x="23366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h3877"/>
              <p:cNvSpPr/>
              <p:nvPr/>
            </p:nvSpPr>
            <p:spPr>
              <a:xfrm>
                <a:off x="23458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h3878"/>
              <p:cNvSpPr/>
              <p:nvPr/>
            </p:nvSpPr>
            <p:spPr>
              <a:xfrm>
                <a:off x="235514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h3879"/>
              <p:cNvSpPr/>
              <p:nvPr/>
            </p:nvSpPr>
            <p:spPr>
              <a:xfrm>
                <a:off x="23644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h3880"/>
              <p:cNvSpPr/>
              <p:nvPr/>
            </p:nvSpPr>
            <p:spPr>
              <a:xfrm>
                <a:off x="23736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h3881"/>
              <p:cNvSpPr/>
              <p:nvPr/>
            </p:nvSpPr>
            <p:spPr>
              <a:xfrm>
                <a:off x="23829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h3882"/>
              <p:cNvSpPr/>
              <p:nvPr/>
            </p:nvSpPr>
            <p:spPr>
              <a:xfrm>
                <a:off x="239219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h3883"/>
              <p:cNvSpPr/>
              <p:nvPr/>
            </p:nvSpPr>
            <p:spPr>
              <a:xfrm>
                <a:off x="24014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h3884"/>
              <p:cNvSpPr/>
              <p:nvPr/>
            </p:nvSpPr>
            <p:spPr>
              <a:xfrm>
                <a:off x="24107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h3885"/>
              <p:cNvSpPr/>
              <p:nvPr/>
            </p:nvSpPr>
            <p:spPr>
              <a:xfrm>
                <a:off x="24199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h3886"/>
              <p:cNvSpPr/>
              <p:nvPr/>
            </p:nvSpPr>
            <p:spPr>
              <a:xfrm>
                <a:off x="24292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h3887"/>
              <p:cNvSpPr/>
              <p:nvPr/>
            </p:nvSpPr>
            <p:spPr>
              <a:xfrm>
                <a:off x="243850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h3888"/>
              <p:cNvSpPr/>
              <p:nvPr/>
            </p:nvSpPr>
            <p:spPr>
              <a:xfrm>
                <a:off x="24477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h3889"/>
              <p:cNvSpPr/>
              <p:nvPr/>
            </p:nvSpPr>
            <p:spPr>
              <a:xfrm>
                <a:off x="24570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h3890"/>
              <p:cNvSpPr/>
              <p:nvPr/>
            </p:nvSpPr>
            <p:spPr>
              <a:xfrm>
                <a:off x="24662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h3891"/>
              <p:cNvSpPr/>
              <p:nvPr/>
            </p:nvSpPr>
            <p:spPr>
              <a:xfrm>
                <a:off x="247555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h3892"/>
              <p:cNvSpPr/>
              <p:nvPr/>
            </p:nvSpPr>
            <p:spPr>
              <a:xfrm>
                <a:off x="24848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h3893"/>
              <p:cNvSpPr/>
              <p:nvPr/>
            </p:nvSpPr>
            <p:spPr>
              <a:xfrm>
                <a:off x="24940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h3894"/>
              <p:cNvSpPr/>
              <p:nvPr/>
            </p:nvSpPr>
            <p:spPr>
              <a:xfrm>
                <a:off x="25033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h3895"/>
              <p:cNvSpPr/>
              <p:nvPr/>
            </p:nvSpPr>
            <p:spPr>
              <a:xfrm>
                <a:off x="25126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h3896"/>
              <p:cNvSpPr/>
              <p:nvPr/>
            </p:nvSpPr>
            <p:spPr>
              <a:xfrm>
                <a:off x="252186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h3897"/>
              <p:cNvSpPr/>
              <p:nvPr/>
            </p:nvSpPr>
            <p:spPr>
              <a:xfrm>
                <a:off x="2540390" y="19469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85" y="897266"/>
                    </a:lnTo>
                    <a:lnTo>
                      <a:pt x="907184" y="897704"/>
                    </a:lnTo>
                    <a:lnTo>
                      <a:pt x="907382" y="898141"/>
                    </a:lnTo>
                    <a:lnTo>
                      <a:pt x="907580" y="898579"/>
                    </a:lnTo>
                    <a:lnTo>
                      <a:pt x="907778" y="899016"/>
                    </a:lnTo>
                    <a:lnTo>
                      <a:pt x="907976" y="899453"/>
                    </a:lnTo>
                    <a:lnTo>
                      <a:pt x="908174" y="899891"/>
                    </a:lnTo>
                    <a:lnTo>
                      <a:pt x="908372" y="900328"/>
                    </a:lnTo>
                    <a:lnTo>
                      <a:pt x="908571" y="900766"/>
                    </a:lnTo>
                    <a:lnTo>
                      <a:pt x="908769" y="901203"/>
                    </a:lnTo>
                    <a:lnTo>
                      <a:pt x="908967" y="901641"/>
                    </a:lnTo>
                    <a:lnTo>
                      <a:pt x="909165" y="902078"/>
                    </a:lnTo>
                    <a:lnTo>
                      <a:pt x="909363" y="902516"/>
                    </a:lnTo>
                    <a:lnTo>
                      <a:pt x="909561" y="902953"/>
                    </a:lnTo>
                    <a:lnTo>
                      <a:pt x="909759" y="903390"/>
                    </a:lnTo>
                    <a:lnTo>
                      <a:pt x="909957" y="903828"/>
                    </a:lnTo>
                    <a:lnTo>
                      <a:pt x="910155" y="904265"/>
                    </a:lnTo>
                    <a:lnTo>
                      <a:pt x="910353" y="904703"/>
                    </a:lnTo>
                    <a:lnTo>
                      <a:pt x="910551" y="905140"/>
                    </a:lnTo>
                    <a:lnTo>
                      <a:pt x="910749" y="905578"/>
                    </a:lnTo>
                    <a:lnTo>
                      <a:pt x="910946" y="906015"/>
                    </a:lnTo>
                    <a:lnTo>
                      <a:pt x="911144" y="906453"/>
                    </a:lnTo>
                    <a:lnTo>
                      <a:pt x="911342" y="906890"/>
                    </a:lnTo>
                    <a:lnTo>
                      <a:pt x="911540" y="907328"/>
                    </a:lnTo>
                    <a:lnTo>
                      <a:pt x="911738" y="907765"/>
                    </a:lnTo>
                    <a:lnTo>
                      <a:pt x="911936" y="908203"/>
                    </a:lnTo>
                    <a:lnTo>
                      <a:pt x="912134" y="908640"/>
                    </a:lnTo>
                    <a:lnTo>
                      <a:pt x="912332" y="909078"/>
                    </a:lnTo>
                    <a:lnTo>
                      <a:pt x="912529" y="909515"/>
                    </a:lnTo>
                    <a:lnTo>
                      <a:pt x="912727" y="909953"/>
                    </a:lnTo>
                    <a:lnTo>
                      <a:pt x="912925" y="910390"/>
                    </a:lnTo>
                    <a:lnTo>
                      <a:pt x="913123" y="910828"/>
                    </a:lnTo>
                    <a:lnTo>
                      <a:pt x="913321" y="911265"/>
                    </a:lnTo>
                    <a:lnTo>
                      <a:pt x="913518" y="911703"/>
                    </a:lnTo>
                    <a:lnTo>
                      <a:pt x="913716" y="912140"/>
                    </a:lnTo>
                    <a:lnTo>
                      <a:pt x="914400" y="913653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h3898"/>
              <p:cNvSpPr/>
              <p:nvPr/>
            </p:nvSpPr>
            <p:spPr>
              <a:xfrm>
                <a:off x="2540390" y="1946971"/>
                <a:ext cx="9147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37" h="914400">
                    <a:moveTo>
                      <a:pt x="914400" y="914400"/>
                    </a:moveTo>
                    <a:lnTo>
                      <a:pt x="914400" y="913653"/>
                    </a:lnTo>
                    <a:lnTo>
                      <a:pt x="914737" y="914400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h3899"/>
              <p:cNvSpPr/>
              <p:nvPr/>
            </p:nvSpPr>
            <p:spPr>
              <a:xfrm>
                <a:off x="3133172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900" y="931638"/>
                    </a:lnTo>
                    <a:lnTo>
                      <a:pt x="906532" y="927831"/>
                    </a:lnTo>
                    <a:lnTo>
                      <a:pt x="908571" y="917523"/>
                    </a:lnTo>
                    <a:lnTo>
                      <a:pt x="909293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h3900"/>
              <p:cNvSpPr/>
              <p:nvPr/>
            </p:nvSpPr>
            <p:spPr>
              <a:xfrm>
                <a:off x="31331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h3901"/>
              <p:cNvSpPr/>
              <p:nvPr/>
            </p:nvSpPr>
            <p:spPr>
              <a:xfrm>
                <a:off x="314243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h3902"/>
              <p:cNvSpPr/>
              <p:nvPr/>
            </p:nvSpPr>
            <p:spPr>
              <a:xfrm>
                <a:off x="31516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h3903"/>
              <p:cNvSpPr/>
              <p:nvPr/>
            </p:nvSpPr>
            <p:spPr>
              <a:xfrm>
                <a:off x="31609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h3904"/>
              <p:cNvSpPr/>
              <p:nvPr/>
            </p:nvSpPr>
            <p:spPr>
              <a:xfrm>
                <a:off x="31702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h3905"/>
              <p:cNvSpPr/>
              <p:nvPr/>
            </p:nvSpPr>
            <p:spPr>
              <a:xfrm>
                <a:off x="31794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h3906"/>
              <p:cNvSpPr/>
              <p:nvPr/>
            </p:nvSpPr>
            <p:spPr>
              <a:xfrm>
                <a:off x="318874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h3907"/>
              <p:cNvSpPr/>
              <p:nvPr/>
            </p:nvSpPr>
            <p:spPr>
              <a:xfrm>
                <a:off x="31980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h3908"/>
              <p:cNvSpPr/>
              <p:nvPr/>
            </p:nvSpPr>
            <p:spPr>
              <a:xfrm>
                <a:off x="32072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h3909"/>
              <p:cNvSpPr/>
              <p:nvPr/>
            </p:nvSpPr>
            <p:spPr>
              <a:xfrm>
                <a:off x="32165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h3910"/>
              <p:cNvSpPr/>
              <p:nvPr/>
            </p:nvSpPr>
            <p:spPr>
              <a:xfrm>
                <a:off x="322579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h3911"/>
              <p:cNvSpPr/>
              <p:nvPr/>
            </p:nvSpPr>
            <p:spPr>
              <a:xfrm>
                <a:off x="32350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h3912"/>
              <p:cNvSpPr/>
              <p:nvPr/>
            </p:nvSpPr>
            <p:spPr>
              <a:xfrm>
                <a:off x="32443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h3913"/>
              <p:cNvSpPr/>
              <p:nvPr/>
            </p:nvSpPr>
            <p:spPr>
              <a:xfrm>
                <a:off x="32535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h3914"/>
              <p:cNvSpPr/>
              <p:nvPr/>
            </p:nvSpPr>
            <p:spPr>
              <a:xfrm>
                <a:off x="32628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h3915"/>
              <p:cNvSpPr/>
              <p:nvPr/>
            </p:nvSpPr>
            <p:spPr>
              <a:xfrm>
                <a:off x="327210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h3916"/>
              <p:cNvSpPr/>
              <p:nvPr/>
            </p:nvSpPr>
            <p:spPr>
              <a:xfrm>
                <a:off x="32813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h3917"/>
              <p:cNvSpPr/>
              <p:nvPr/>
            </p:nvSpPr>
            <p:spPr>
              <a:xfrm>
                <a:off x="32906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h3918"/>
              <p:cNvSpPr/>
              <p:nvPr/>
            </p:nvSpPr>
            <p:spPr>
              <a:xfrm>
                <a:off x="32998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h3919"/>
              <p:cNvSpPr/>
              <p:nvPr/>
            </p:nvSpPr>
            <p:spPr>
              <a:xfrm>
                <a:off x="330915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h3920"/>
              <p:cNvSpPr/>
              <p:nvPr/>
            </p:nvSpPr>
            <p:spPr>
              <a:xfrm>
                <a:off x="33184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h3921"/>
              <p:cNvSpPr/>
              <p:nvPr/>
            </p:nvSpPr>
            <p:spPr>
              <a:xfrm>
                <a:off x="33276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h3922"/>
              <p:cNvSpPr/>
              <p:nvPr/>
            </p:nvSpPr>
            <p:spPr>
              <a:xfrm>
                <a:off x="33369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h3923"/>
              <p:cNvSpPr/>
              <p:nvPr/>
            </p:nvSpPr>
            <p:spPr>
              <a:xfrm>
                <a:off x="33462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h3924"/>
              <p:cNvSpPr/>
              <p:nvPr/>
            </p:nvSpPr>
            <p:spPr>
              <a:xfrm>
                <a:off x="335546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h3925"/>
              <p:cNvSpPr/>
              <p:nvPr/>
            </p:nvSpPr>
            <p:spPr>
              <a:xfrm>
                <a:off x="3364728" y="19469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993"/>
                    </a:lnTo>
                    <a:lnTo>
                      <a:pt x="923580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h3926"/>
              <p:cNvSpPr/>
              <p:nvPr/>
            </p:nvSpPr>
            <p:spPr>
              <a:xfrm>
                <a:off x="3373990" y="1929733"/>
                <a:ext cx="914755" cy="930231"/>
              </a:xfrm>
              <a:custGeom>
                <a:avLst/>
                <a:gdLst/>
                <a:ahLst/>
                <a:cxnLst/>
                <a:rect l="0" t="0" r="0" b="0"/>
                <a:pathLst>
                  <a:path w="914755" h="930231">
                    <a:moveTo>
                      <a:pt x="914400" y="914400"/>
                    </a:moveTo>
                    <a:lnTo>
                      <a:pt x="914755" y="914400"/>
                    </a:lnTo>
                    <a:lnTo>
                      <a:pt x="914752" y="918711"/>
                    </a:lnTo>
                    <a:lnTo>
                      <a:pt x="914428" y="929740"/>
                    </a:lnTo>
                    <a:lnTo>
                      <a:pt x="914400" y="930231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h3927"/>
              <p:cNvSpPr/>
              <p:nvPr/>
            </p:nvSpPr>
            <p:spPr>
              <a:xfrm>
                <a:off x="2253261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78" y="931638"/>
                    </a:lnTo>
                    <a:lnTo>
                      <a:pt x="908363" y="922571"/>
                    </a:lnTo>
                    <a:lnTo>
                      <a:pt x="907135" y="915314"/>
                    </a:lnTo>
                    <a:lnTo>
                      <a:pt x="906714" y="914678"/>
                    </a:lnTo>
                    <a:lnTo>
                      <a:pt x="906548" y="914400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h3928"/>
              <p:cNvSpPr/>
              <p:nvPr/>
            </p:nvSpPr>
            <p:spPr>
              <a:xfrm>
                <a:off x="225326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h3929"/>
              <p:cNvSpPr/>
              <p:nvPr/>
            </p:nvSpPr>
            <p:spPr>
              <a:xfrm>
                <a:off x="226252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h3930"/>
              <p:cNvSpPr/>
              <p:nvPr/>
            </p:nvSpPr>
            <p:spPr>
              <a:xfrm>
                <a:off x="227178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h3931"/>
              <p:cNvSpPr/>
              <p:nvPr/>
            </p:nvSpPr>
            <p:spPr>
              <a:xfrm>
                <a:off x="228104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h3932"/>
              <p:cNvSpPr/>
              <p:nvPr/>
            </p:nvSpPr>
            <p:spPr>
              <a:xfrm>
                <a:off x="229031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h3933"/>
              <p:cNvSpPr/>
              <p:nvPr/>
            </p:nvSpPr>
            <p:spPr>
              <a:xfrm>
                <a:off x="22995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h3934"/>
              <p:cNvSpPr/>
              <p:nvPr/>
            </p:nvSpPr>
            <p:spPr>
              <a:xfrm>
                <a:off x="230883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h3935"/>
              <p:cNvSpPr/>
              <p:nvPr/>
            </p:nvSpPr>
            <p:spPr>
              <a:xfrm>
                <a:off x="23180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h3936"/>
              <p:cNvSpPr/>
              <p:nvPr/>
            </p:nvSpPr>
            <p:spPr>
              <a:xfrm>
                <a:off x="23273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h3937"/>
              <p:cNvSpPr/>
              <p:nvPr/>
            </p:nvSpPr>
            <p:spPr>
              <a:xfrm>
                <a:off x="23366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h3938"/>
              <p:cNvSpPr/>
              <p:nvPr/>
            </p:nvSpPr>
            <p:spPr>
              <a:xfrm>
                <a:off x="23458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h3939"/>
              <p:cNvSpPr/>
              <p:nvPr/>
            </p:nvSpPr>
            <p:spPr>
              <a:xfrm>
                <a:off x="235514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h3940"/>
              <p:cNvSpPr/>
              <p:nvPr/>
            </p:nvSpPr>
            <p:spPr>
              <a:xfrm>
                <a:off x="23644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h3941"/>
              <p:cNvSpPr/>
              <p:nvPr/>
            </p:nvSpPr>
            <p:spPr>
              <a:xfrm>
                <a:off x="23736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h3942"/>
              <p:cNvSpPr/>
              <p:nvPr/>
            </p:nvSpPr>
            <p:spPr>
              <a:xfrm>
                <a:off x="23829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h3943"/>
              <p:cNvSpPr/>
              <p:nvPr/>
            </p:nvSpPr>
            <p:spPr>
              <a:xfrm>
                <a:off x="239219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h3944"/>
              <p:cNvSpPr/>
              <p:nvPr/>
            </p:nvSpPr>
            <p:spPr>
              <a:xfrm>
                <a:off x="24014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h3945"/>
              <p:cNvSpPr/>
              <p:nvPr/>
            </p:nvSpPr>
            <p:spPr>
              <a:xfrm>
                <a:off x="24107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h3946"/>
              <p:cNvSpPr/>
              <p:nvPr/>
            </p:nvSpPr>
            <p:spPr>
              <a:xfrm>
                <a:off x="24199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86D">
                  <a:alpha val="100000"/>
                </a:srgbClr>
              </a:solidFill>
              <a:ln w="5420" cap="flat">
                <a:solidFill>
                  <a:srgbClr val="A7D8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h3947"/>
              <p:cNvSpPr/>
              <p:nvPr/>
            </p:nvSpPr>
            <p:spPr>
              <a:xfrm>
                <a:off x="24292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h3948"/>
              <p:cNvSpPr/>
              <p:nvPr/>
            </p:nvSpPr>
            <p:spPr>
              <a:xfrm>
                <a:off x="243850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h3949"/>
              <p:cNvSpPr/>
              <p:nvPr/>
            </p:nvSpPr>
            <p:spPr>
              <a:xfrm>
                <a:off x="24477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h3950"/>
              <p:cNvSpPr/>
              <p:nvPr/>
            </p:nvSpPr>
            <p:spPr>
              <a:xfrm>
                <a:off x="24570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h3951"/>
              <p:cNvSpPr/>
              <p:nvPr/>
            </p:nvSpPr>
            <p:spPr>
              <a:xfrm>
                <a:off x="24662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h3952"/>
              <p:cNvSpPr/>
              <p:nvPr/>
            </p:nvSpPr>
            <p:spPr>
              <a:xfrm>
                <a:off x="247555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h3953"/>
              <p:cNvSpPr/>
              <p:nvPr/>
            </p:nvSpPr>
            <p:spPr>
              <a:xfrm>
                <a:off x="24848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h3954"/>
              <p:cNvSpPr/>
              <p:nvPr/>
            </p:nvSpPr>
            <p:spPr>
              <a:xfrm>
                <a:off x="24940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h3955"/>
              <p:cNvSpPr/>
              <p:nvPr/>
            </p:nvSpPr>
            <p:spPr>
              <a:xfrm>
                <a:off x="25033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h3956"/>
              <p:cNvSpPr/>
              <p:nvPr/>
            </p:nvSpPr>
            <p:spPr>
              <a:xfrm>
                <a:off x="25126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h3957"/>
              <p:cNvSpPr/>
              <p:nvPr/>
            </p:nvSpPr>
            <p:spPr>
              <a:xfrm>
                <a:off x="2531128" y="1929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378" y="897161"/>
                    </a:lnTo>
                    <a:lnTo>
                      <a:pt x="908508" y="897447"/>
                    </a:lnTo>
                    <a:lnTo>
                      <a:pt x="908707" y="897885"/>
                    </a:lnTo>
                    <a:lnTo>
                      <a:pt x="908905" y="898322"/>
                    </a:lnTo>
                    <a:lnTo>
                      <a:pt x="909104" y="898759"/>
                    </a:lnTo>
                    <a:lnTo>
                      <a:pt x="909303" y="899197"/>
                    </a:lnTo>
                    <a:lnTo>
                      <a:pt x="909501" y="899634"/>
                    </a:lnTo>
                    <a:lnTo>
                      <a:pt x="909700" y="900071"/>
                    </a:lnTo>
                    <a:lnTo>
                      <a:pt x="909899" y="900508"/>
                    </a:lnTo>
                    <a:lnTo>
                      <a:pt x="910097" y="900946"/>
                    </a:lnTo>
                    <a:lnTo>
                      <a:pt x="910296" y="901383"/>
                    </a:lnTo>
                    <a:lnTo>
                      <a:pt x="910495" y="901821"/>
                    </a:lnTo>
                    <a:lnTo>
                      <a:pt x="910693" y="902258"/>
                    </a:lnTo>
                    <a:lnTo>
                      <a:pt x="910892" y="902695"/>
                    </a:lnTo>
                    <a:lnTo>
                      <a:pt x="911090" y="903133"/>
                    </a:lnTo>
                    <a:lnTo>
                      <a:pt x="911289" y="903570"/>
                    </a:lnTo>
                    <a:lnTo>
                      <a:pt x="911487" y="904007"/>
                    </a:lnTo>
                    <a:lnTo>
                      <a:pt x="911686" y="904445"/>
                    </a:lnTo>
                    <a:lnTo>
                      <a:pt x="911884" y="904882"/>
                    </a:lnTo>
                    <a:lnTo>
                      <a:pt x="912083" y="905319"/>
                    </a:lnTo>
                    <a:lnTo>
                      <a:pt x="912281" y="905757"/>
                    </a:lnTo>
                    <a:lnTo>
                      <a:pt x="912480" y="906194"/>
                    </a:lnTo>
                    <a:lnTo>
                      <a:pt x="912678" y="906631"/>
                    </a:lnTo>
                    <a:lnTo>
                      <a:pt x="912877" y="907069"/>
                    </a:lnTo>
                    <a:lnTo>
                      <a:pt x="913075" y="907506"/>
                    </a:lnTo>
                    <a:lnTo>
                      <a:pt x="913273" y="907944"/>
                    </a:lnTo>
                    <a:lnTo>
                      <a:pt x="913472" y="908381"/>
                    </a:lnTo>
                    <a:lnTo>
                      <a:pt x="913670" y="908818"/>
                    </a:lnTo>
                    <a:lnTo>
                      <a:pt x="913868" y="909256"/>
                    </a:lnTo>
                    <a:lnTo>
                      <a:pt x="914067" y="909693"/>
                    </a:lnTo>
                    <a:lnTo>
                      <a:pt x="914265" y="910131"/>
                    </a:lnTo>
                    <a:lnTo>
                      <a:pt x="914400" y="910427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h3958"/>
              <p:cNvSpPr/>
              <p:nvPr/>
            </p:nvSpPr>
            <p:spPr>
              <a:xfrm>
                <a:off x="2531128" y="1929733"/>
                <a:ext cx="916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00" h="914400">
                    <a:moveTo>
                      <a:pt x="914400" y="914400"/>
                    </a:moveTo>
                    <a:lnTo>
                      <a:pt x="914400" y="910427"/>
                    </a:lnTo>
                    <a:lnTo>
                      <a:pt x="914463" y="910568"/>
                    </a:lnTo>
                    <a:lnTo>
                      <a:pt x="914662" y="911005"/>
                    </a:lnTo>
                    <a:lnTo>
                      <a:pt x="914860" y="911443"/>
                    </a:lnTo>
                    <a:lnTo>
                      <a:pt x="915058" y="911880"/>
                    </a:lnTo>
                    <a:lnTo>
                      <a:pt x="915257" y="912318"/>
                    </a:lnTo>
                    <a:lnTo>
                      <a:pt x="915455" y="912755"/>
                    </a:lnTo>
                    <a:lnTo>
                      <a:pt x="915653" y="913192"/>
                    </a:lnTo>
                    <a:lnTo>
                      <a:pt x="915851" y="913630"/>
                    </a:lnTo>
                    <a:lnTo>
                      <a:pt x="916049" y="914067"/>
                    </a:lnTo>
                    <a:lnTo>
                      <a:pt x="916200" y="914400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h3959"/>
              <p:cNvSpPr/>
              <p:nvPr/>
            </p:nvSpPr>
            <p:spPr>
              <a:xfrm>
                <a:off x="3133172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293" y="931638"/>
                    </a:lnTo>
                    <a:lnTo>
                      <a:pt x="910902" y="924670"/>
                    </a:lnTo>
                    <a:lnTo>
                      <a:pt x="913517" y="914822"/>
                    </a:lnTo>
                    <a:lnTo>
                      <a:pt x="913645" y="914400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h3960"/>
              <p:cNvSpPr/>
              <p:nvPr/>
            </p:nvSpPr>
            <p:spPr>
              <a:xfrm>
                <a:off x="31331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h3961"/>
              <p:cNvSpPr/>
              <p:nvPr/>
            </p:nvSpPr>
            <p:spPr>
              <a:xfrm>
                <a:off x="314243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h3962"/>
              <p:cNvSpPr/>
              <p:nvPr/>
            </p:nvSpPr>
            <p:spPr>
              <a:xfrm>
                <a:off x="31516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h3963"/>
              <p:cNvSpPr/>
              <p:nvPr/>
            </p:nvSpPr>
            <p:spPr>
              <a:xfrm>
                <a:off x="31609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h3964"/>
              <p:cNvSpPr/>
              <p:nvPr/>
            </p:nvSpPr>
            <p:spPr>
              <a:xfrm>
                <a:off x="31702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h3965"/>
              <p:cNvSpPr/>
              <p:nvPr/>
            </p:nvSpPr>
            <p:spPr>
              <a:xfrm>
                <a:off x="31794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h3966"/>
              <p:cNvSpPr/>
              <p:nvPr/>
            </p:nvSpPr>
            <p:spPr>
              <a:xfrm>
                <a:off x="318874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h3967"/>
              <p:cNvSpPr/>
              <p:nvPr/>
            </p:nvSpPr>
            <p:spPr>
              <a:xfrm>
                <a:off x="31980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h3968"/>
              <p:cNvSpPr/>
              <p:nvPr/>
            </p:nvSpPr>
            <p:spPr>
              <a:xfrm>
                <a:off x="32072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h3969"/>
              <p:cNvSpPr/>
              <p:nvPr/>
            </p:nvSpPr>
            <p:spPr>
              <a:xfrm>
                <a:off x="32165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ph3970"/>
              <p:cNvSpPr/>
              <p:nvPr/>
            </p:nvSpPr>
            <p:spPr>
              <a:xfrm>
                <a:off x="322579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ph3971"/>
              <p:cNvSpPr/>
              <p:nvPr/>
            </p:nvSpPr>
            <p:spPr>
              <a:xfrm>
                <a:off x="32350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ph3972"/>
              <p:cNvSpPr/>
              <p:nvPr/>
            </p:nvSpPr>
            <p:spPr>
              <a:xfrm>
                <a:off x="32443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ph3973"/>
              <p:cNvSpPr/>
              <p:nvPr/>
            </p:nvSpPr>
            <p:spPr>
              <a:xfrm>
                <a:off x="32535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ph3974"/>
              <p:cNvSpPr/>
              <p:nvPr/>
            </p:nvSpPr>
            <p:spPr>
              <a:xfrm>
                <a:off x="32628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ph3975"/>
              <p:cNvSpPr/>
              <p:nvPr/>
            </p:nvSpPr>
            <p:spPr>
              <a:xfrm>
                <a:off x="327210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ph3976"/>
              <p:cNvSpPr/>
              <p:nvPr/>
            </p:nvSpPr>
            <p:spPr>
              <a:xfrm>
                <a:off x="32813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ph3977"/>
              <p:cNvSpPr/>
              <p:nvPr/>
            </p:nvSpPr>
            <p:spPr>
              <a:xfrm>
                <a:off x="32906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ph3978"/>
              <p:cNvSpPr/>
              <p:nvPr/>
            </p:nvSpPr>
            <p:spPr>
              <a:xfrm>
                <a:off x="32998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9" name="ph3979"/>
              <p:cNvSpPr/>
              <p:nvPr/>
            </p:nvSpPr>
            <p:spPr>
              <a:xfrm>
                <a:off x="330915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ph3980"/>
              <p:cNvSpPr/>
              <p:nvPr/>
            </p:nvSpPr>
            <p:spPr>
              <a:xfrm>
                <a:off x="33184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1" name="ph3981"/>
              <p:cNvSpPr/>
              <p:nvPr/>
            </p:nvSpPr>
            <p:spPr>
              <a:xfrm>
                <a:off x="33276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2" name="ph3982"/>
              <p:cNvSpPr/>
              <p:nvPr/>
            </p:nvSpPr>
            <p:spPr>
              <a:xfrm>
                <a:off x="33369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3" name="ph3983"/>
              <p:cNvSpPr/>
              <p:nvPr/>
            </p:nvSpPr>
            <p:spPr>
              <a:xfrm>
                <a:off x="33462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4" name="ph3984"/>
              <p:cNvSpPr/>
              <p:nvPr/>
            </p:nvSpPr>
            <p:spPr>
              <a:xfrm>
                <a:off x="335546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5" name="ph3985"/>
              <p:cNvSpPr/>
              <p:nvPr/>
            </p:nvSpPr>
            <p:spPr>
              <a:xfrm>
                <a:off x="336472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6" name="ph3986"/>
              <p:cNvSpPr/>
              <p:nvPr/>
            </p:nvSpPr>
            <p:spPr>
              <a:xfrm>
                <a:off x="3373990" y="1929733"/>
                <a:ext cx="9147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0" h="914400">
                    <a:moveTo>
                      <a:pt x="914400" y="914400"/>
                    </a:moveTo>
                    <a:lnTo>
                      <a:pt x="914465" y="897161"/>
                    </a:lnTo>
                    <a:lnTo>
                      <a:pt x="914760" y="907665"/>
                    </a:lnTo>
                    <a:lnTo>
                      <a:pt x="914755" y="914400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7" name="ph3987"/>
              <p:cNvSpPr/>
              <p:nvPr/>
            </p:nvSpPr>
            <p:spPr>
              <a:xfrm>
                <a:off x="2243999" y="1895256"/>
                <a:ext cx="914400" cy="9292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65">
                    <a:moveTo>
                      <a:pt x="914400" y="914400"/>
                    </a:moveTo>
                    <a:lnTo>
                      <a:pt x="914400" y="929265"/>
                    </a:lnTo>
                    <a:lnTo>
                      <a:pt x="911612" y="924575"/>
                    </a:lnTo>
                    <a:lnTo>
                      <a:pt x="907462" y="916813"/>
                    </a:lnTo>
                    <a:lnTo>
                      <a:pt x="906301" y="914400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8" name="ph3988"/>
              <p:cNvSpPr/>
              <p:nvPr/>
            </p:nvSpPr>
            <p:spPr>
              <a:xfrm>
                <a:off x="224399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0" y="931638"/>
                    </a:lnTo>
                    <a:lnTo>
                      <a:pt x="914400" y="929265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9" name="ph3989"/>
              <p:cNvSpPr/>
              <p:nvPr/>
            </p:nvSpPr>
            <p:spPr>
              <a:xfrm>
                <a:off x="225326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0" name="ph3990"/>
              <p:cNvSpPr/>
              <p:nvPr/>
            </p:nvSpPr>
            <p:spPr>
              <a:xfrm>
                <a:off x="226252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1" name="ph3991"/>
              <p:cNvSpPr/>
              <p:nvPr/>
            </p:nvSpPr>
            <p:spPr>
              <a:xfrm>
                <a:off x="227178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2" name="ph3992"/>
              <p:cNvSpPr/>
              <p:nvPr/>
            </p:nvSpPr>
            <p:spPr>
              <a:xfrm>
                <a:off x="228104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h3993"/>
              <p:cNvSpPr/>
              <p:nvPr/>
            </p:nvSpPr>
            <p:spPr>
              <a:xfrm>
                <a:off x="229031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h3994"/>
              <p:cNvSpPr/>
              <p:nvPr/>
            </p:nvSpPr>
            <p:spPr>
              <a:xfrm>
                <a:off x="229957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h3995"/>
              <p:cNvSpPr/>
              <p:nvPr/>
            </p:nvSpPr>
            <p:spPr>
              <a:xfrm>
                <a:off x="230883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h3996"/>
              <p:cNvSpPr/>
              <p:nvPr/>
            </p:nvSpPr>
            <p:spPr>
              <a:xfrm>
                <a:off x="23180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h3997"/>
              <p:cNvSpPr/>
              <p:nvPr/>
            </p:nvSpPr>
            <p:spPr>
              <a:xfrm>
                <a:off x="23273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h3998"/>
              <p:cNvSpPr/>
              <p:nvPr/>
            </p:nvSpPr>
            <p:spPr>
              <a:xfrm>
                <a:off x="23366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h3999"/>
              <p:cNvSpPr/>
              <p:nvPr/>
            </p:nvSpPr>
            <p:spPr>
              <a:xfrm>
                <a:off x="23458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h4000"/>
              <p:cNvSpPr/>
              <p:nvPr/>
            </p:nvSpPr>
            <p:spPr>
              <a:xfrm>
                <a:off x="235514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h4001"/>
              <p:cNvSpPr/>
              <p:nvPr/>
            </p:nvSpPr>
            <p:spPr>
              <a:xfrm>
                <a:off x="23644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h4002"/>
              <p:cNvSpPr/>
              <p:nvPr/>
            </p:nvSpPr>
            <p:spPr>
              <a:xfrm>
                <a:off x="23736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h4003"/>
              <p:cNvSpPr/>
              <p:nvPr/>
            </p:nvSpPr>
            <p:spPr>
              <a:xfrm>
                <a:off x="23829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h4004"/>
              <p:cNvSpPr/>
              <p:nvPr/>
            </p:nvSpPr>
            <p:spPr>
              <a:xfrm>
                <a:off x="239219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h4005"/>
              <p:cNvSpPr/>
              <p:nvPr/>
            </p:nvSpPr>
            <p:spPr>
              <a:xfrm>
                <a:off x="24014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h4006"/>
              <p:cNvSpPr/>
              <p:nvPr/>
            </p:nvSpPr>
            <p:spPr>
              <a:xfrm>
                <a:off x="24107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h4007"/>
              <p:cNvSpPr/>
              <p:nvPr/>
            </p:nvSpPr>
            <p:spPr>
              <a:xfrm>
                <a:off x="24199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ph4008"/>
              <p:cNvSpPr/>
              <p:nvPr/>
            </p:nvSpPr>
            <p:spPr>
              <a:xfrm>
                <a:off x="24292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9" name="ph4009"/>
              <p:cNvSpPr/>
              <p:nvPr/>
            </p:nvSpPr>
            <p:spPr>
              <a:xfrm>
                <a:off x="243850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0" name="ph4010"/>
              <p:cNvSpPr/>
              <p:nvPr/>
            </p:nvSpPr>
            <p:spPr>
              <a:xfrm>
                <a:off x="24477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1" name="ph4011"/>
              <p:cNvSpPr/>
              <p:nvPr/>
            </p:nvSpPr>
            <p:spPr>
              <a:xfrm>
                <a:off x="24570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2" name="ph4012"/>
              <p:cNvSpPr/>
              <p:nvPr/>
            </p:nvSpPr>
            <p:spPr>
              <a:xfrm>
                <a:off x="24662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3" name="ph4013"/>
              <p:cNvSpPr/>
              <p:nvPr/>
            </p:nvSpPr>
            <p:spPr>
              <a:xfrm>
                <a:off x="247555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4" name="ph4014"/>
              <p:cNvSpPr/>
              <p:nvPr/>
            </p:nvSpPr>
            <p:spPr>
              <a:xfrm>
                <a:off x="24848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5" name="ph4015"/>
              <p:cNvSpPr/>
              <p:nvPr/>
            </p:nvSpPr>
            <p:spPr>
              <a:xfrm>
                <a:off x="24940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6" name="ph4016"/>
              <p:cNvSpPr/>
              <p:nvPr/>
            </p:nvSpPr>
            <p:spPr>
              <a:xfrm>
                <a:off x="25033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7" name="ph4017"/>
              <p:cNvSpPr/>
              <p:nvPr/>
            </p:nvSpPr>
            <p:spPr>
              <a:xfrm>
                <a:off x="2521866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90184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8" name="ph4018"/>
              <p:cNvSpPr/>
              <p:nvPr/>
            </p:nvSpPr>
            <p:spPr>
              <a:xfrm>
                <a:off x="2521866" y="19124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901848"/>
                    </a:lnTo>
                    <a:lnTo>
                      <a:pt x="917207" y="913446"/>
                    </a:lnTo>
                    <a:lnTo>
                      <a:pt x="917373" y="913811"/>
                    </a:lnTo>
                    <a:lnTo>
                      <a:pt x="917572" y="91424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9" name="ph4019"/>
              <p:cNvSpPr/>
              <p:nvPr/>
            </p:nvSpPr>
            <p:spPr>
              <a:xfrm>
                <a:off x="3133172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5" y="914400"/>
                    </a:lnTo>
                    <a:lnTo>
                      <a:pt x="914400" y="911902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0" name="ph4020"/>
              <p:cNvSpPr/>
              <p:nvPr/>
            </p:nvSpPr>
            <p:spPr>
              <a:xfrm>
                <a:off x="3142434" y="18952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141"/>
                    </a:lnTo>
                    <a:lnTo>
                      <a:pt x="907148" y="922486"/>
                    </a:lnTo>
                    <a:lnTo>
                      <a:pt x="909904" y="91440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1" name="ph4021"/>
              <p:cNvSpPr/>
              <p:nvPr/>
            </p:nvSpPr>
            <p:spPr>
              <a:xfrm>
                <a:off x="314243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2" name="ph4022"/>
              <p:cNvSpPr/>
              <p:nvPr/>
            </p:nvSpPr>
            <p:spPr>
              <a:xfrm>
                <a:off x="31516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3" name="ph4023"/>
              <p:cNvSpPr/>
              <p:nvPr/>
            </p:nvSpPr>
            <p:spPr>
              <a:xfrm>
                <a:off x="31609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4" name="ph4024"/>
              <p:cNvSpPr/>
              <p:nvPr/>
            </p:nvSpPr>
            <p:spPr>
              <a:xfrm>
                <a:off x="31702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5" name="ph4025"/>
              <p:cNvSpPr/>
              <p:nvPr/>
            </p:nvSpPr>
            <p:spPr>
              <a:xfrm>
                <a:off x="31794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6" name="ph4026"/>
              <p:cNvSpPr/>
              <p:nvPr/>
            </p:nvSpPr>
            <p:spPr>
              <a:xfrm>
                <a:off x="318874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7" name="ph4027"/>
              <p:cNvSpPr/>
              <p:nvPr/>
            </p:nvSpPr>
            <p:spPr>
              <a:xfrm>
                <a:off x="31980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8" name="ph4028"/>
              <p:cNvSpPr/>
              <p:nvPr/>
            </p:nvSpPr>
            <p:spPr>
              <a:xfrm>
                <a:off x="32072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9" name="ph4029"/>
              <p:cNvSpPr/>
              <p:nvPr/>
            </p:nvSpPr>
            <p:spPr>
              <a:xfrm>
                <a:off x="32165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0" name="ph4030"/>
              <p:cNvSpPr/>
              <p:nvPr/>
            </p:nvSpPr>
            <p:spPr>
              <a:xfrm>
                <a:off x="322579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1" name="ph4031"/>
              <p:cNvSpPr/>
              <p:nvPr/>
            </p:nvSpPr>
            <p:spPr>
              <a:xfrm>
                <a:off x="32350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ph4032"/>
              <p:cNvSpPr/>
              <p:nvPr/>
            </p:nvSpPr>
            <p:spPr>
              <a:xfrm>
                <a:off x="32443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ph4033"/>
              <p:cNvSpPr/>
              <p:nvPr/>
            </p:nvSpPr>
            <p:spPr>
              <a:xfrm>
                <a:off x="32535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4" name="ph4034"/>
              <p:cNvSpPr/>
              <p:nvPr/>
            </p:nvSpPr>
            <p:spPr>
              <a:xfrm>
                <a:off x="32628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ph4035"/>
              <p:cNvSpPr/>
              <p:nvPr/>
            </p:nvSpPr>
            <p:spPr>
              <a:xfrm>
                <a:off x="327210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h4036"/>
              <p:cNvSpPr/>
              <p:nvPr/>
            </p:nvSpPr>
            <p:spPr>
              <a:xfrm>
                <a:off x="32813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h4037"/>
              <p:cNvSpPr/>
              <p:nvPr/>
            </p:nvSpPr>
            <p:spPr>
              <a:xfrm>
                <a:off x="32906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h4038"/>
              <p:cNvSpPr/>
              <p:nvPr/>
            </p:nvSpPr>
            <p:spPr>
              <a:xfrm>
                <a:off x="32998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h4039"/>
              <p:cNvSpPr/>
              <p:nvPr/>
            </p:nvSpPr>
            <p:spPr>
              <a:xfrm>
                <a:off x="330915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h4040"/>
              <p:cNvSpPr/>
              <p:nvPr/>
            </p:nvSpPr>
            <p:spPr>
              <a:xfrm>
                <a:off x="33184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h4041"/>
              <p:cNvSpPr/>
              <p:nvPr/>
            </p:nvSpPr>
            <p:spPr>
              <a:xfrm>
                <a:off x="33276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h4042"/>
              <p:cNvSpPr/>
              <p:nvPr/>
            </p:nvSpPr>
            <p:spPr>
              <a:xfrm>
                <a:off x="33369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h4043"/>
              <p:cNvSpPr/>
              <p:nvPr/>
            </p:nvSpPr>
            <p:spPr>
              <a:xfrm>
                <a:off x="334620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h4044"/>
              <p:cNvSpPr/>
              <p:nvPr/>
            </p:nvSpPr>
            <p:spPr>
              <a:xfrm>
                <a:off x="335546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h4045"/>
              <p:cNvSpPr/>
              <p:nvPr/>
            </p:nvSpPr>
            <p:spPr>
              <a:xfrm>
                <a:off x="3373990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32" y="897161"/>
                    </a:lnTo>
                    <a:lnTo>
                      <a:pt x="913825" y="902888"/>
                    </a:lnTo>
                    <a:lnTo>
                      <a:pt x="914400" y="912977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h4046"/>
              <p:cNvSpPr/>
              <p:nvPr/>
            </p:nvSpPr>
            <p:spPr>
              <a:xfrm>
                <a:off x="3373990" y="1912494"/>
                <a:ext cx="914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0" h="914400">
                    <a:moveTo>
                      <a:pt x="914400" y="914400"/>
                    </a:moveTo>
                    <a:lnTo>
                      <a:pt x="914400" y="912977"/>
                    </a:lnTo>
                    <a:lnTo>
                      <a:pt x="914450" y="913872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h4047"/>
              <p:cNvSpPr/>
              <p:nvPr/>
            </p:nvSpPr>
            <p:spPr>
              <a:xfrm>
                <a:off x="2234737" y="1878018"/>
                <a:ext cx="914400" cy="92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17">
                    <a:moveTo>
                      <a:pt x="914400" y="914400"/>
                    </a:moveTo>
                    <a:lnTo>
                      <a:pt x="914400" y="929217"/>
                    </a:lnTo>
                    <a:lnTo>
                      <a:pt x="912801" y="925893"/>
                    </a:lnTo>
                    <a:lnTo>
                      <a:pt x="911658" y="923385"/>
                    </a:lnTo>
                    <a:lnTo>
                      <a:pt x="910523" y="920896"/>
                    </a:lnTo>
                    <a:lnTo>
                      <a:pt x="909387" y="918406"/>
                    </a:lnTo>
                    <a:lnTo>
                      <a:pt x="908251" y="915917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ph4048"/>
              <p:cNvSpPr/>
              <p:nvPr/>
            </p:nvSpPr>
            <p:spPr>
              <a:xfrm>
                <a:off x="223473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564" y="931638"/>
                    </a:lnTo>
                    <a:lnTo>
                      <a:pt x="914400" y="929217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9" name="ph4049"/>
              <p:cNvSpPr/>
              <p:nvPr/>
            </p:nvSpPr>
            <p:spPr>
              <a:xfrm>
                <a:off x="224399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0" name="ph4050"/>
              <p:cNvSpPr/>
              <p:nvPr/>
            </p:nvSpPr>
            <p:spPr>
              <a:xfrm>
                <a:off x="225326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1" name="ph4051"/>
              <p:cNvSpPr/>
              <p:nvPr/>
            </p:nvSpPr>
            <p:spPr>
              <a:xfrm>
                <a:off x="226252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2" name="ph4052"/>
              <p:cNvSpPr/>
              <p:nvPr/>
            </p:nvSpPr>
            <p:spPr>
              <a:xfrm>
                <a:off x="227178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3" name="ph4053"/>
              <p:cNvSpPr/>
              <p:nvPr/>
            </p:nvSpPr>
            <p:spPr>
              <a:xfrm>
                <a:off x="228104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4" name="ph4054"/>
              <p:cNvSpPr/>
              <p:nvPr/>
            </p:nvSpPr>
            <p:spPr>
              <a:xfrm>
                <a:off x="229031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5" name="ph4055"/>
              <p:cNvSpPr/>
              <p:nvPr/>
            </p:nvSpPr>
            <p:spPr>
              <a:xfrm>
                <a:off x="229957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6" name="ph4056"/>
              <p:cNvSpPr/>
              <p:nvPr/>
            </p:nvSpPr>
            <p:spPr>
              <a:xfrm>
                <a:off x="230883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7" name="ph4057"/>
              <p:cNvSpPr/>
              <p:nvPr/>
            </p:nvSpPr>
            <p:spPr>
              <a:xfrm>
                <a:off x="23180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8" name="ph4058"/>
              <p:cNvSpPr/>
              <p:nvPr/>
            </p:nvSpPr>
            <p:spPr>
              <a:xfrm>
                <a:off x="23273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9" name="ph4059"/>
              <p:cNvSpPr/>
              <p:nvPr/>
            </p:nvSpPr>
            <p:spPr>
              <a:xfrm>
                <a:off x="23366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0" name="ph4060"/>
              <p:cNvSpPr/>
              <p:nvPr/>
            </p:nvSpPr>
            <p:spPr>
              <a:xfrm>
                <a:off x="23458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1" name="ph4061"/>
              <p:cNvSpPr/>
              <p:nvPr/>
            </p:nvSpPr>
            <p:spPr>
              <a:xfrm>
                <a:off x="235514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h4062"/>
              <p:cNvSpPr/>
              <p:nvPr/>
            </p:nvSpPr>
            <p:spPr>
              <a:xfrm>
                <a:off x="23644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h4063"/>
              <p:cNvSpPr/>
              <p:nvPr/>
            </p:nvSpPr>
            <p:spPr>
              <a:xfrm>
                <a:off x="23736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h4064"/>
              <p:cNvSpPr/>
              <p:nvPr/>
            </p:nvSpPr>
            <p:spPr>
              <a:xfrm>
                <a:off x="23829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h4065"/>
              <p:cNvSpPr/>
              <p:nvPr/>
            </p:nvSpPr>
            <p:spPr>
              <a:xfrm>
                <a:off x="239219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h4066"/>
              <p:cNvSpPr/>
              <p:nvPr/>
            </p:nvSpPr>
            <p:spPr>
              <a:xfrm>
                <a:off x="24014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h4067"/>
              <p:cNvSpPr/>
              <p:nvPr/>
            </p:nvSpPr>
            <p:spPr>
              <a:xfrm>
                <a:off x="24107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h4068"/>
              <p:cNvSpPr/>
              <p:nvPr/>
            </p:nvSpPr>
            <p:spPr>
              <a:xfrm>
                <a:off x="24199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h4069"/>
              <p:cNvSpPr/>
              <p:nvPr/>
            </p:nvSpPr>
            <p:spPr>
              <a:xfrm>
                <a:off x="24292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h4070"/>
              <p:cNvSpPr/>
              <p:nvPr/>
            </p:nvSpPr>
            <p:spPr>
              <a:xfrm>
                <a:off x="243850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h4071"/>
              <p:cNvSpPr/>
              <p:nvPr/>
            </p:nvSpPr>
            <p:spPr>
              <a:xfrm>
                <a:off x="24477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h4072"/>
              <p:cNvSpPr/>
              <p:nvPr/>
            </p:nvSpPr>
            <p:spPr>
              <a:xfrm>
                <a:off x="24570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h4073"/>
              <p:cNvSpPr/>
              <p:nvPr/>
            </p:nvSpPr>
            <p:spPr>
              <a:xfrm>
                <a:off x="24662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h4074"/>
              <p:cNvSpPr/>
              <p:nvPr/>
            </p:nvSpPr>
            <p:spPr>
              <a:xfrm>
                <a:off x="247555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h4075"/>
              <p:cNvSpPr/>
              <p:nvPr/>
            </p:nvSpPr>
            <p:spPr>
              <a:xfrm>
                <a:off x="24848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h4076"/>
              <p:cNvSpPr/>
              <p:nvPr/>
            </p:nvSpPr>
            <p:spPr>
              <a:xfrm>
                <a:off x="24940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h4077"/>
              <p:cNvSpPr/>
              <p:nvPr/>
            </p:nvSpPr>
            <p:spPr>
              <a:xfrm>
                <a:off x="25033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h4078"/>
              <p:cNvSpPr/>
              <p:nvPr/>
            </p:nvSpPr>
            <p:spPr>
              <a:xfrm>
                <a:off x="2512603" y="1895256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354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h4079"/>
              <p:cNvSpPr/>
              <p:nvPr/>
            </p:nvSpPr>
            <p:spPr>
              <a:xfrm>
                <a:off x="3142434" y="18780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4" y="931638"/>
                    </a:lnTo>
                    <a:lnTo>
                      <a:pt x="910309" y="930449"/>
                    </a:lnTo>
                    <a:lnTo>
                      <a:pt x="911563" y="927167"/>
                    </a:lnTo>
                    <a:lnTo>
                      <a:pt x="911487" y="925215"/>
                    </a:lnTo>
                    <a:lnTo>
                      <a:pt x="911444" y="920297"/>
                    </a:lnTo>
                    <a:lnTo>
                      <a:pt x="910528" y="914953"/>
                    </a:lnTo>
                    <a:lnTo>
                      <a:pt x="910450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h4080"/>
              <p:cNvSpPr/>
              <p:nvPr/>
            </p:nvSpPr>
            <p:spPr>
              <a:xfrm>
                <a:off x="314243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h4081"/>
              <p:cNvSpPr/>
              <p:nvPr/>
            </p:nvSpPr>
            <p:spPr>
              <a:xfrm>
                <a:off x="31516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h4082"/>
              <p:cNvSpPr/>
              <p:nvPr/>
            </p:nvSpPr>
            <p:spPr>
              <a:xfrm>
                <a:off x="31609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h4083"/>
              <p:cNvSpPr/>
              <p:nvPr/>
            </p:nvSpPr>
            <p:spPr>
              <a:xfrm>
                <a:off x="31702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h4084"/>
              <p:cNvSpPr/>
              <p:nvPr/>
            </p:nvSpPr>
            <p:spPr>
              <a:xfrm>
                <a:off x="31794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h4085"/>
              <p:cNvSpPr/>
              <p:nvPr/>
            </p:nvSpPr>
            <p:spPr>
              <a:xfrm>
                <a:off x="318874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h4086"/>
              <p:cNvSpPr/>
              <p:nvPr/>
            </p:nvSpPr>
            <p:spPr>
              <a:xfrm>
                <a:off x="31980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h4087"/>
              <p:cNvSpPr/>
              <p:nvPr/>
            </p:nvSpPr>
            <p:spPr>
              <a:xfrm>
                <a:off x="32072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h4088"/>
              <p:cNvSpPr/>
              <p:nvPr/>
            </p:nvSpPr>
            <p:spPr>
              <a:xfrm>
                <a:off x="32165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h4089"/>
              <p:cNvSpPr/>
              <p:nvPr/>
            </p:nvSpPr>
            <p:spPr>
              <a:xfrm>
                <a:off x="322579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h4090"/>
              <p:cNvSpPr/>
              <p:nvPr/>
            </p:nvSpPr>
            <p:spPr>
              <a:xfrm>
                <a:off x="32350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h4091"/>
              <p:cNvSpPr/>
              <p:nvPr/>
            </p:nvSpPr>
            <p:spPr>
              <a:xfrm>
                <a:off x="32443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h4092"/>
              <p:cNvSpPr/>
              <p:nvPr/>
            </p:nvSpPr>
            <p:spPr>
              <a:xfrm>
                <a:off x="32535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h4093"/>
              <p:cNvSpPr/>
              <p:nvPr/>
            </p:nvSpPr>
            <p:spPr>
              <a:xfrm>
                <a:off x="32628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h4094"/>
              <p:cNvSpPr/>
              <p:nvPr/>
            </p:nvSpPr>
            <p:spPr>
              <a:xfrm>
                <a:off x="327210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h4095"/>
              <p:cNvSpPr/>
              <p:nvPr/>
            </p:nvSpPr>
            <p:spPr>
              <a:xfrm>
                <a:off x="32813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h4096"/>
              <p:cNvSpPr/>
              <p:nvPr/>
            </p:nvSpPr>
            <p:spPr>
              <a:xfrm>
                <a:off x="32906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h4097"/>
              <p:cNvSpPr/>
              <p:nvPr/>
            </p:nvSpPr>
            <p:spPr>
              <a:xfrm>
                <a:off x="32998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h4098"/>
              <p:cNvSpPr/>
              <p:nvPr/>
            </p:nvSpPr>
            <p:spPr>
              <a:xfrm>
                <a:off x="330915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h4099"/>
              <p:cNvSpPr/>
              <p:nvPr/>
            </p:nvSpPr>
            <p:spPr>
              <a:xfrm>
                <a:off x="33184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h4100"/>
              <p:cNvSpPr/>
              <p:nvPr/>
            </p:nvSpPr>
            <p:spPr>
              <a:xfrm>
                <a:off x="33276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h4101"/>
              <p:cNvSpPr/>
              <p:nvPr/>
            </p:nvSpPr>
            <p:spPr>
              <a:xfrm>
                <a:off x="33369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h4102"/>
              <p:cNvSpPr/>
              <p:nvPr/>
            </p:nvSpPr>
            <p:spPr>
              <a:xfrm>
                <a:off x="334620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h4103"/>
              <p:cNvSpPr/>
              <p:nvPr/>
            </p:nvSpPr>
            <p:spPr>
              <a:xfrm>
                <a:off x="335546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h4104"/>
              <p:cNvSpPr/>
              <p:nvPr/>
            </p:nvSpPr>
            <p:spPr>
              <a:xfrm>
                <a:off x="3364728" y="1895256"/>
                <a:ext cx="9225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9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13" y="897161"/>
                    </a:lnTo>
                    <a:lnTo>
                      <a:pt x="920897" y="898421"/>
                    </a:lnTo>
                    <a:lnTo>
                      <a:pt x="922148" y="909219"/>
                    </a:lnTo>
                    <a:lnTo>
                      <a:pt x="922594" y="914400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h4105"/>
              <p:cNvSpPr/>
              <p:nvPr/>
            </p:nvSpPr>
            <p:spPr>
              <a:xfrm>
                <a:off x="2225475" y="1860779"/>
                <a:ext cx="914400" cy="92633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339">
                    <a:moveTo>
                      <a:pt x="914400" y="914400"/>
                    </a:moveTo>
                    <a:lnTo>
                      <a:pt x="914400" y="926339"/>
                    </a:lnTo>
                    <a:lnTo>
                      <a:pt x="914102" y="925687"/>
                    </a:lnTo>
                    <a:lnTo>
                      <a:pt x="912964" y="923198"/>
                    </a:lnTo>
                    <a:lnTo>
                      <a:pt x="911825" y="920709"/>
                    </a:lnTo>
                    <a:lnTo>
                      <a:pt x="910686" y="918220"/>
                    </a:lnTo>
                    <a:lnTo>
                      <a:pt x="909547" y="915732"/>
                    </a:lnTo>
                    <a:lnTo>
                      <a:pt x="908936" y="91440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h4106"/>
              <p:cNvSpPr/>
              <p:nvPr/>
            </p:nvSpPr>
            <p:spPr>
              <a:xfrm>
                <a:off x="222547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820" y="931638"/>
                    </a:lnTo>
                    <a:lnTo>
                      <a:pt x="916377" y="930666"/>
                    </a:lnTo>
                    <a:lnTo>
                      <a:pt x="915239" y="928176"/>
                    </a:lnTo>
                    <a:lnTo>
                      <a:pt x="914400" y="92633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h4107"/>
              <p:cNvSpPr/>
              <p:nvPr/>
            </p:nvSpPr>
            <p:spPr>
              <a:xfrm>
                <a:off x="223473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h4108"/>
              <p:cNvSpPr/>
              <p:nvPr/>
            </p:nvSpPr>
            <p:spPr>
              <a:xfrm>
                <a:off x="224399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h4109"/>
              <p:cNvSpPr/>
              <p:nvPr/>
            </p:nvSpPr>
            <p:spPr>
              <a:xfrm>
                <a:off x="225326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h4110"/>
              <p:cNvSpPr/>
              <p:nvPr/>
            </p:nvSpPr>
            <p:spPr>
              <a:xfrm>
                <a:off x="226252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h4111"/>
              <p:cNvSpPr/>
              <p:nvPr/>
            </p:nvSpPr>
            <p:spPr>
              <a:xfrm>
                <a:off x="227178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h4112"/>
              <p:cNvSpPr/>
              <p:nvPr/>
            </p:nvSpPr>
            <p:spPr>
              <a:xfrm>
                <a:off x="228104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h4113"/>
              <p:cNvSpPr/>
              <p:nvPr/>
            </p:nvSpPr>
            <p:spPr>
              <a:xfrm>
                <a:off x="229031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h4114"/>
              <p:cNvSpPr/>
              <p:nvPr/>
            </p:nvSpPr>
            <p:spPr>
              <a:xfrm>
                <a:off x="229957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h4115"/>
              <p:cNvSpPr/>
              <p:nvPr/>
            </p:nvSpPr>
            <p:spPr>
              <a:xfrm>
                <a:off x="230883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h4116"/>
              <p:cNvSpPr/>
              <p:nvPr/>
            </p:nvSpPr>
            <p:spPr>
              <a:xfrm>
                <a:off x="23180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h4117"/>
              <p:cNvSpPr/>
              <p:nvPr/>
            </p:nvSpPr>
            <p:spPr>
              <a:xfrm>
                <a:off x="23273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h4118"/>
              <p:cNvSpPr/>
              <p:nvPr/>
            </p:nvSpPr>
            <p:spPr>
              <a:xfrm>
                <a:off x="23366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h4119"/>
              <p:cNvSpPr/>
              <p:nvPr/>
            </p:nvSpPr>
            <p:spPr>
              <a:xfrm>
                <a:off x="23458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h4120"/>
              <p:cNvSpPr/>
              <p:nvPr/>
            </p:nvSpPr>
            <p:spPr>
              <a:xfrm>
                <a:off x="235514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h4121"/>
              <p:cNvSpPr/>
              <p:nvPr/>
            </p:nvSpPr>
            <p:spPr>
              <a:xfrm>
                <a:off x="23644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h4122"/>
              <p:cNvSpPr/>
              <p:nvPr/>
            </p:nvSpPr>
            <p:spPr>
              <a:xfrm>
                <a:off x="23736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h4123"/>
              <p:cNvSpPr/>
              <p:nvPr/>
            </p:nvSpPr>
            <p:spPr>
              <a:xfrm>
                <a:off x="23829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h4124"/>
              <p:cNvSpPr/>
              <p:nvPr/>
            </p:nvSpPr>
            <p:spPr>
              <a:xfrm>
                <a:off x="239219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h4125"/>
              <p:cNvSpPr/>
              <p:nvPr/>
            </p:nvSpPr>
            <p:spPr>
              <a:xfrm>
                <a:off x="24014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h4126"/>
              <p:cNvSpPr/>
              <p:nvPr/>
            </p:nvSpPr>
            <p:spPr>
              <a:xfrm>
                <a:off x="24107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h4127"/>
              <p:cNvSpPr/>
              <p:nvPr/>
            </p:nvSpPr>
            <p:spPr>
              <a:xfrm>
                <a:off x="24199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h4128"/>
              <p:cNvSpPr/>
              <p:nvPr/>
            </p:nvSpPr>
            <p:spPr>
              <a:xfrm>
                <a:off x="24292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h4129"/>
              <p:cNvSpPr/>
              <p:nvPr/>
            </p:nvSpPr>
            <p:spPr>
              <a:xfrm>
                <a:off x="243850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h4130"/>
              <p:cNvSpPr/>
              <p:nvPr/>
            </p:nvSpPr>
            <p:spPr>
              <a:xfrm>
                <a:off x="24477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h4131"/>
              <p:cNvSpPr/>
              <p:nvPr/>
            </p:nvSpPr>
            <p:spPr>
              <a:xfrm>
                <a:off x="24570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h4132"/>
              <p:cNvSpPr/>
              <p:nvPr/>
            </p:nvSpPr>
            <p:spPr>
              <a:xfrm>
                <a:off x="24662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h4133"/>
              <p:cNvSpPr/>
              <p:nvPr/>
            </p:nvSpPr>
            <p:spPr>
              <a:xfrm>
                <a:off x="247555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h4134"/>
              <p:cNvSpPr/>
              <p:nvPr/>
            </p:nvSpPr>
            <p:spPr>
              <a:xfrm>
                <a:off x="24848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h4135"/>
              <p:cNvSpPr/>
              <p:nvPr/>
            </p:nvSpPr>
            <p:spPr>
              <a:xfrm>
                <a:off x="24940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h4136"/>
              <p:cNvSpPr/>
              <p:nvPr/>
            </p:nvSpPr>
            <p:spPr>
              <a:xfrm>
                <a:off x="2512603" y="18780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3" y="897161"/>
                    </a:lnTo>
                    <a:lnTo>
                      <a:pt x="914400" y="89807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h4137"/>
              <p:cNvSpPr/>
              <p:nvPr/>
            </p:nvSpPr>
            <p:spPr>
              <a:xfrm>
                <a:off x="2512603" y="1878018"/>
                <a:ext cx="9183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54" h="914400">
                    <a:moveTo>
                      <a:pt x="914400" y="914400"/>
                    </a:moveTo>
                    <a:lnTo>
                      <a:pt x="914410" y="898109"/>
                    </a:lnTo>
                    <a:lnTo>
                      <a:pt x="914553" y="898702"/>
                    </a:lnTo>
                    <a:lnTo>
                      <a:pt x="914699" y="899301"/>
                    </a:lnTo>
                    <a:lnTo>
                      <a:pt x="914844" y="899901"/>
                    </a:lnTo>
                    <a:lnTo>
                      <a:pt x="914989" y="900500"/>
                    </a:lnTo>
                    <a:lnTo>
                      <a:pt x="915134" y="901099"/>
                    </a:lnTo>
                    <a:lnTo>
                      <a:pt x="915279" y="901699"/>
                    </a:lnTo>
                    <a:lnTo>
                      <a:pt x="915425" y="902298"/>
                    </a:lnTo>
                    <a:lnTo>
                      <a:pt x="915570" y="902898"/>
                    </a:lnTo>
                    <a:lnTo>
                      <a:pt x="915715" y="903497"/>
                    </a:lnTo>
                    <a:lnTo>
                      <a:pt x="915860" y="904096"/>
                    </a:lnTo>
                    <a:lnTo>
                      <a:pt x="916005" y="904696"/>
                    </a:lnTo>
                    <a:lnTo>
                      <a:pt x="916150" y="905295"/>
                    </a:lnTo>
                    <a:lnTo>
                      <a:pt x="918354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h4138"/>
              <p:cNvSpPr/>
              <p:nvPr/>
            </p:nvSpPr>
            <p:spPr>
              <a:xfrm>
                <a:off x="3142434" y="18607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50" y="931638"/>
                    </a:lnTo>
                    <a:lnTo>
                      <a:pt x="909065" y="921822"/>
                    </a:lnTo>
                    <a:lnTo>
                      <a:pt x="908235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h4139"/>
              <p:cNvSpPr/>
              <p:nvPr/>
            </p:nvSpPr>
            <p:spPr>
              <a:xfrm>
                <a:off x="314243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h4140"/>
              <p:cNvSpPr/>
              <p:nvPr/>
            </p:nvSpPr>
            <p:spPr>
              <a:xfrm>
                <a:off x="31516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h4141"/>
              <p:cNvSpPr/>
              <p:nvPr/>
            </p:nvSpPr>
            <p:spPr>
              <a:xfrm>
                <a:off x="31609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h4142"/>
              <p:cNvSpPr/>
              <p:nvPr/>
            </p:nvSpPr>
            <p:spPr>
              <a:xfrm>
                <a:off x="31702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h4143"/>
              <p:cNvSpPr/>
              <p:nvPr/>
            </p:nvSpPr>
            <p:spPr>
              <a:xfrm>
                <a:off x="31794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h4144"/>
              <p:cNvSpPr/>
              <p:nvPr/>
            </p:nvSpPr>
            <p:spPr>
              <a:xfrm>
                <a:off x="318874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h4145"/>
              <p:cNvSpPr/>
              <p:nvPr/>
            </p:nvSpPr>
            <p:spPr>
              <a:xfrm>
                <a:off x="31980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h4146"/>
              <p:cNvSpPr/>
              <p:nvPr/>
            </p:nvSpPr>
            <p:spPr>
              <a:xfrm>
                <a:off x="32072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h4147"/>
              <p:cNvSpPr/>
              <p:nvPr/>
            </p:nvSpPr>
            <p:spPr>
              <a:xfrm>
                <a:off x="32165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h4148"/>
              <p:cNvSpPr/>
              <p:nvPr/>
            </p:nvSpPr>
            <p:spPr>
              <a:xfrm>
                <a:off x="322579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h4149"/>
              <p:cNvSpPr/>
              <p:nvPr/>
            </p:nvSpPr>
            <p:spPr>
              <a:xfrm>
                <a:off x="32350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h4150"/>
              <p:cNvSpPr/>
              <p:nvPr/>
            </p:nvSpPr>
            <p:spPr>
              <a:xfrm>
                <a:off x="32443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h4151"/>
              <p:cNvSpPr/>
              <p:nvPr/>
            </p:nvSpPr>
            <p:spPr>
              <a:xfrm>
                <a:off x="32535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h4152"/>
              <p:cNvSpPr/>
              <p:nvPr/>
            </p:nvSpPr>
            <p:spPr>
              <a:xfrm>
                <a:off x="32628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h4153"/>
              <p:cNvSpPr/>
              <p:nvPr/>
            </p:nvSpPr>
            <p:spPr>
              <a:xfrm>
                <a:off x="327210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h4154"/>
              <p:cNvSpPr/>
              <p:nvPr/>
            </p:nvSpPr>
            <p:spPr>
              <a:xfrm>
                <a:off x="32813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h4155"/>
              <p:cNvSpPr/>
              <p:nvPr/>
            </p:nvSpPr>
            <p:spPr>
              <a:xfrm>
                <a:off x="32906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h4156"/>
              <p:cNvSpPr/>
              <p:nvPr/>
            </p:nvSpPr>
            <p:spPr>
              <a:xfrm>
                <a:off x="32998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h4157"/>
              <p:cNvSpPr/>
              <p:nvPr/>
            </p:nvSpPr>
            <p:spPr>
              <a:xfrm>
                <a:off x="330915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h4158"/>
              <p:cNvSpPr/>
              <p:nvPr/>
            </p:nvSpPr>
            <p:spPr>
              <a:xfrm>
                <a:off x="33184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h4159"/>
              <p:cNvSpPr/>
              <p:nvPr/>
            </p:nvSpPr>
            <p:spPr>
              <a:xfrm>
                <a:off x="33276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h4160"/>
              <p:cNvSpPr/>
              <p:nvPr/>
            </p:nvSpPr>
            <p:spPr>
              <a:xfrm>
                <a:off x="333694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h4161"/>
              <p:cNvSpPr/>
              <p:nvPr/>
            </p:nvSpPr>
            <p:spPr>
              <a:xfrm>
                <a:off x="334620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h4162"/>
              <p:cNvSpPr/>
              <p:nvPr/>
            </p:nvSpPr>
            <p:spPr>
              <a:xfrm>
                <a:off x="335546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h4163"/>
              <p:cNvSpPr/>
              <p:nvPr/>
            </p:nvSpPr>
            <p:spPr>
              <a:xfrm>
                <a:off x="3364728" y="18780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312"/>
                    </a:lnTo>
                    <a:lnTo>
                      <a:pt x="921581" y="908229"/>
                    </a:lnTo>
                    <a:lnTo>
                      <a:pt x="920436" y="912510"/>
                    </a:lnTo>
                    <a:lnTo>
                      <a:pt x="920713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h4164"/>
              <p:cNvSpPr/>
              <p:nvPr/>
            </p:nvSpPr>
            <p:spPr>
              <a:xfrm>
                <a:off x="3373990" y="1860779"/>
                <a:ext cx="914861" cy="916550"/>
              </a:xfrm>
              <a:custGeom>
                <a:avLst/>
                <a:gdLst/>
                <a:ahLst/>
                <a:cxnLst/>
                <a:rect l="0" t="0" r="0" b="0"/>
                <a:pathLst>
                  <a:path w="914861" h="916550">
                    <a:moveTo>
                      <a:pt x="914400" y="914400"/>
                    </a:moveTo>
                    <a:lnTo>
                      <a:pt x="914861" y="914400"/>
                    </a:lnTo>
                    <a:lnTo>
                      <a:pt x="914613" y="915637"/>
                    </a:lnTo>
                    <a:lnTo>
                      <a:pt x="914400" y="91655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h4165"/>
              <p:cNvSpPr/>
              <p:nvPr/>
            </p:nvSpPr>
            <p:spPr>
              <a:xfrm>
                <a:off x="2216212" y="1843541"/>
                <a:ext cx="914400" cy="92335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51">
                    <a:moveTo>
                      <a:pt x="914400" y="914400"/>
                    </a:moveTo>
                    <a:lnTo>
                      <a:pt x="914400" y="923351"/>
                    </a:lnTo>
                    <a:lnTo>
                      <a:pt x="914246" y="923016"/>
                    </a:lnTo>
                    <a:lnTo>
                      <a:pt x="913096" y="920510"/>
                    </a:lnTo>
                    <a:lnTo>
                      <a:pt x="910437" y="914400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h4166"/>
              <p:cNvSpPr/>
              <p:nvPr/>
            </p:nvSpPr>
            <p:spPr>
              <a:xfrm>
                <a:off x="221621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99" y="931638"/>
                    </a:lnTo>
                    <a:lnTo>
                      <a:pt x="917669" y="930481"/>
                    </a:lnTo>
                    <a:lnTo>
                      <a:pt x="916528" y="927993"/>
                    </a:lnTo>
                    <a:lnTo>
                      <a:pt x="915388" y="925505"/>
                    </a:lnTo>
                    <a:lnTo>
                      <a:pt x="914400" y="923351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h4167"/>
              <p:cNvSpPr/>
              <p:nvPr/>
            </p:nvSpPr>
            <p:spPr>
              <a:xfrm>
                <a:off x="222547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h4168"/>
              <p:cNvSpPr/>
              <p:nvPr/>
            </p:nvSpPr>
            <p:spPr>
              <a:xfrm>
                <a:off x="223473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h4169"/>
              <p:cNvSpPr/>
              <p:nvPr/>
            </p:nvSpPr>
            <p:spPr>
              <a:xfrm>
                <a:off x="224399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h4170"/>
              <p:cNvSpPr/>
              <p:nvPr/>
            </p:nvSpPr>
            <p:spPr>
              <a:xfrm>
                <a:off x="225326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h4171"/>
              <p:cNvSpPr/>
              <p:nvPr/>
            </p:nvSpPr>
            <p:spPr>
              <a:xfrm>
                <a:off x="226252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h4172"/>
              <p:cNvSpPr/>
              <p:nvPr/>
            </p:nvSpPr>
            <p:spPr>
              <a:xfrm>
                <a:off x="227178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h4173"/>
              <p:cNvSpPr/>
              <p:nvPr/>
            </p:nvSpPr>
            <p:spPr>
              <a:xfrm>
                <a:off x="228104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h4174"/>
              <p:cNvSpPr/>
              <p:nvPr/>
            </p:nvSpPr>
            <p:spPr>
              <a:xfrm>
                <a:off x="229031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h4175"/>
              <p:cNvSpPr/>
              <p:nvPr/>
            </p:nvSpPr>
            <p:spPr>
              <a:xfrm>
                <a:off x="229957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h4176"/>
              <p:cNvSpPr/>
              <p:nvPr/>
            </p:nvSpPr>
            <p:spPr>
              <a:xfrm>
                <a:off x="230883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h4177"/>
              <p:cNvSpPr/>
              <p:nvPr/>
            </p:nvSpPr>
            <p:spPr>
              <a:xfrm>
                <a:off x="23180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h4178"/>
              <p:cNvSpPr/>
              <p:nvPr/>
            </p:nvSpPr>
            <p:spPr>
              <a:xfrm>
                <a:off x="23273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h4179"/>
              <p:cNvSpPr/>
              <p:nvPr/>
            </p:nvSpPr>
            <p:spPr>
              <a:xfrm>
                <a:off x="23366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h4180"/>
              <p:cNvSpPr/>
              <p:nvPr/>
            </p:nvSpPr>
            <p:spPr>
              <a:xfrm>
                <a:off x="23458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h4181"/>
              <p:cNvSpPr/>
              <p:nvPr/>
            </p:nvSpPr>
            <p:spPr>
              <a:xfrm>
                <a:off x="235514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h4182"/>
              <p:cNvSpPr/>
              <p:nvPr/>
            </p:nvSpPr>
            <p:spPr>
              <a:xfrm>
                <a:off x="23644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h4183"/>
              <p:cNvSpPr/>
              <p:nvPr/>
            </p:nvSpPr>
            <p:spPr>
              <a:xfrm>
                <a:off x="23736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h4184"/>
              <p:cNvSpPr/>
              <p:nvPr/>
            </p:nvSpPr>
            <p:spPr>
              <a:xfrm>
                <a:off x="23829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h4185"/>
              <p:cNvSpPr/>
              <p:nvPr/>
            </p:nvSpPr>
            <p:spPr>
              <a:xfrm>
                <a:off x="239219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h4186"/>
              <p:cNvSpPr/>
              <p:nvPr/>
            </p:nvSpPr>
            <p:spPr>
              <a:xfrm>
                <a:off x="24014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h4187"/>
              <p:cNvSpPr/>
              <p:nvPr/>
            </p:nvSpPr>
            <p:spPr>
              <a:xfrm>
                <a:off x="24107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h4188"/>
              <p:cNvSpPr/>
              <p:nvPr/>
            </p:nvSpPr>
            <p:spPr>
              <a:xfrm>
                <a:off x="24199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h4189"/>
              <p:cNvSpPr/>
              <p:nvPr/>
            </p:nvSpPr>
            <p:spPr>
              <a:xfrm>
                <a:off x="24292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h4190"/>
              <p:cNvSpPr/>
              <p:nvPr/>
            </p:nvSpPr>
            <p:spPr>
              <a:xfrm>
                <a:off x="243850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h4191"/>
              <p:cNvSpPr/>
              <p:nvPr/>
            </p:nvSpPr>
            <p:spPr>
              <a:xfrm>
                <a:off x="24477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h4192"/>
              <p:cNvSpPr/>
              <p:nvPr/>
            </p:nvSpPr>
            <p:spPr>
              <a:xfrm>
                <a:off x="24570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h4193"/>
              <p:cNvSpPr/>
              <p:nvPr/>
            </p:nvSpPr>
            <p:spPr>
              <a:xfrm>
                <a:off x="24662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h4194"/>
              <p:cNvSpPr/>
              <p:nvPr/>
            </p:nvSpPr>
            <p:spPr>
              <a:xfrm>
                <a:off x="247555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h4195"/>
              <p:cNvSpPr/>
              <p:nvPr/>
            </p:nvSpPr>
            <p:spPr>
              <a:xfrm>
                <a:off x="24848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h4196"/>
              <p:cNvSpPr/>
              <p:nvPr/>
            </p:nvSpPr>
            <p:spPr>
              <a:xfrm>
                <a:off x="24940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h4197"/>
              <p:cNvSpPr/>
              <p:nvPr/>
            </p:nvSpPr>
            <p:spPr>
              <a:xfrm>
                <a:off x="2503341" y="1860779"/>
                <a:ext cx="923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650" y="897161"/>
                    </a:lnTo>
                    <a:lnTo>
                      <a:pt x="921123" y="905530"/>
                    </a:lnTo>
                    <a:lnTo>
                      <a:pt x="923426" y="914400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h4198"/>
              <p:cNvSpPr/>
              <p:nvPr/>
            </p:nvSpPr>
            <p:spPr>
              <a:xfrm>
                <a:off x="3142434" y="18435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235" y="931638"/>
                    </a:lnTo>
                    <a:lnTo>
                      <a:pt x="907892" y="928564"/>
                    </a:lnTo>
                    <a:lnTo>
                      <a:pt x="907012" y="917969"/>
                    </a:lnTo>
                    <a:lnTo>
                      <a:pt x="906817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h4199"/>
              <p:cNvSpPr/>
              <p:nvPr/>
            </p:nvSpPr>
            <p:spPr>
              <a:xfrm>
                <a:off x="314243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h4200"/>
              <p:cNvSpPr/>
              <p:nvPr/>
            </p:nvSpPr>
            <p:spPr>
              <a:xfrm>
                <a:off x="31516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h4201"/>
              <p:cNvSpPr/>
              <p:nvPr/>
            </p:nvSpPr>
            <p:spPr>
              <a:xfrm>
                <a:off x="31609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h4202"/>
              <p:cNvSpPr/>
              <p:nvPr/>
            </p:nvSpPr>
            <p:spPr>
              <a:xfrm>
                <a:off x="31702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h4203"/>
              <p:cNvSpPr/>
              <p:nvPr/>
            </p:nvSpPr>
            <p:spPr>
              <a:xfrm>
                <a:off x="31794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h4204"/>
              <p:cNvSpPr/>
              <p:nvPr/>
            </p:nvSpPr>
            <p:spPr>
              <a:xfrm>
                <a:off x="318874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h4205"/>
              <p:cNvSpPr/>
              <p:nvPr/>
            </p:nvSpPr>
            <p:spPr>
              <a:xfrm>
                <a:off x="31980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h4206"/>
              <p:cNvSpPr/>
              <p:nvPr/>
            </p:nvSpPr>
            <p:spPr>
              <a:xfrm>
                <a:off x="32072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h4207"/>
              <p:cNvSpPr/>
              <p:nvPr/>
            </p:nvSpPr>
            <p:spPr>
              <a:xfrm>
                <a:off x="32165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h4208"/>
              <p:cNvSpPr/>
              <p:nvPr/>
            </p:nvSpPr>
            <p:spPr>
              <a:xfrm>
                <a:off x="322579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h4209"/>
              <p:cNvSpPr/>
              <p:nvPr/>
            </p:nvSpPr>
            <p:spPr>
              <a:xfrm>
                <a:off x="32350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h4210"/>
              <p:cNvSpPr/>
              <p:nvPr/>
            </p:nvSpPr>
            <p:spPr>
              <a:xfrm>
                <a:off x="32443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h4211"/>
              <p:cNvSpPr/>
              <p:nvPr/>
            </p:nvSpPr>
            <p:spPr>
              <a:xfrm>
                <a:off x="32535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h4212"/>
              <p:cNvSpPr/>
              <p:nvPr/>
            </p:nvSpPr>
            <p:spPr>
              <a:xfrm>
                <a:off x="32628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h4213"/>
              <p:cNvSpPr/>
              <p:nvPr/>
            </p:nvSpPr>
            <p:spPr>
              <a:xfrm>
                <a:off x="327210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h4214"/>
              <p:cNvSpPr/>
              <p:nvPr/>
            </p:nvSpPr>
            <p:spPr>
              <a:xfrm>
                <a:off x="32813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h4215"/>
              <p:cNvSpPr/>
              <p:nvPr/>
            </p:nvSpPr>
            <p:spPr>
              <a:xfrm>
                <a:off x="32906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h4216"/>
              <p:cNvSpPr/>
              <p:nvPr/>
            </p:nvSpPr>
            <p:spPr>
              <a:xfrm>
                <a:off x="32998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h4217"/>
              <p:cNvSpPr/>
              <p:nvPr/>
            </p:nvSpPr>
            <p:spPr>
              <a:xfrm>
                <a:off x="330915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h4218"/>
              <p:cNvSpPr/>
              <p:nvPr/>
            </p:nvSpPr>
            <p:spPr>
              <a:xfrm>
                <a:off x="33184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h4219"/>
              <p:cNvSpPr/>
              <p:nvPr/>
            </p:nvSpPr>
            <p:spPr>
              <a:xfrm>
                <a:off x="33276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h4220"/>
              <p:cNvSpPr/>
              <p:nvPr/>
            </p:nvSpPr>
            <p:spPr>
              <a:xfrm>
                <a:off x="333694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h4221"/>
              <p:cNvSpPr/>
              <p:nvPr/>
            </p:nvSpPr>
            <p:spPr>
              <a:xfrm>
                <a:off x="334620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h4222"/>
              <p:cNvSpPr/>
              <p:nvPr/>
            </p:nvSpPr>
            <p:spPr>
              <a:xfrm>
                <a:off x="335546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h4223"/>
              <p:cNvSpPr/>
              <p:nvPr/>
            </p:nvSpPr>
            <p:spPr>
              <a:xfrm>
                <a:off x="336472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h4224"/>
              <p:cNvSpPr/>
              <p:nvPr/>
            </p:nvSpPr>
            <p:spPr>
              <a:xfrm>
                <a:off x="3373990" y="1860779"/>
                <a:ext cx="918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6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063" y="897161"/>
                    </a:lnTo>
                    <a:lnTo>
                      <a:pt x="916630" y="905598"/>
                    </a:lnTo>
                    <a:lnTo>
                      <a:pt x="914861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h4225"/>
              <p:cNvSpPr/>
              <p:nvPr/>
            </p:nvSpPr>
            <p:spPr>
              <a:xfrm>
                <a:off x="2206950" y="1826302"/>
                <a:ext cx="914400" cy="9180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58">
                    <a:moveTo>
                      <a:pt x="914400" y="914400"/>
                    </a:moveTo>
                    <a:lnTo>
                      <a:pt x="914400" y="918058"/>
                    </a:lnTo>
                    <a:lnTo>
                      <a:pt x="913123" y="914400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h4226"/>
              <p:cNvSpPr/>
              <p:nvPr/>
            </p:nvSpPr>
            <p:spPr>
              <a:xfrm>
                <a:off x="220695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18702" y="929346"/>
                    </a:lnTo>
                    <a:lnTo>
                      <a:pt x="915287" y="920599"/>
                    </a:lnTo>
                    <a:lnTo>
                      <a:pt x="914400" y="91805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h4227"/>
              <p:cNvSpPr/>
              <p:nvPr/>
            </p:nvSpPr>
            <p:spPr>
              <a:xfrm>
                <a:off x="221621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h4228"/>
              <p:cNvSpPr/>
              <p:nvPr/>
            </p:nvSpPr>
            <p:spPr>
              <a:xfrm>
                <a:off x="222547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h4229"/>
              <p:cNvSpPr/>
              <p:nvPr/>
            </p:nvSpPr>
            <p:spPr>
              <a:xfrm>
                <a:off x="223473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h4230"/>
              <p:cNvSpPr/>
              <p:nvPr/>
            </p:nvSpPr>
            <p:spPr>
              <a:xfrm>
                <a:off x="224399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h4231"/>
              <p:cNvSpPr/>
              <p:nvPr/>
            </p:nvSpPr>
            <p:spPr>
              <a:xfrm>
                <a:off x="225326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h4232"/>
              <p:cNvSpPr/>
              <p:nvPr/>
            </p:nvSpPr>
            <p:spPr>
              <a:xfrm>
                <a:off x="226252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h4233"/>
              <p:cNvSpPr/>
              <p:nvPr/>
            </p:nvSpPr>
            <p:spPr>
              <a:xfrm>
                <a:off x="227178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h4234"/>
              <p:cNvSpPr/>
              <p:nvPr/>
            </p:nvSpPr>
            <p:spPr>
              <a:xfrm>
                <a:off x="228104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h4235"/>
              <p:cNvSpPr/>
              <p:nvPr/>
            </p:nvSpPr>
            <p:spPr>
              <a:xfrm>
                <a:off x="229031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h4236"/>
              <p:cNvSpPr/>
              <p:nvPr/>
            </p:nvSpPr>
            <p:spPr>
              <a:xfrm>
                <a:off x="229957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h4237"/>
              <p:cNvSpPr/>
              <p:nvPr/>
            </p:nvSpPr>
            <p:spPr>
              <a:xfrm>
                <a:off x="230883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h4238"/>
              <p:cNvSpPr/>
              <p:nvPr/>
            </p:nvSpPr>
            <p:spPr>
              <a:xfrm>
                <a:off x="23180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h4239"/>
              <p:cNvSpPr/>
              <p:nvPr/>
            </p:nvSpPr>
            <p:spPr>
              <a:xfrm>
                <a:off x="23273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h4240"/>
              <p:cNvSpPr/>
              <p:nvPr/>
            </p:nvSpPr>
            <p:spPr>
              <a:xfrm>
                <a:off x="23366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h4241"/>
              <p:cNvSpPr/>
              <p:nvPr/>
            </p:nvSpPr>
            <p:spPr>
              <a:xfrm>
                <a:off x="23458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h4242"/>
              <p:cNvSpPr/>
              <p:nvPr/>
            </p:nvSpPr>
            <p:spPr>
              <a:xfrm>
                <a:off x="235514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h4243"/>
              <p:cNvSpPr/>
              <p:nvPr/>
            </p:nvSpPr>
            <p:spPr>
              <a:xfrm>
                <a:off x="23644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h4244"/>
              <p:cNvSpPr/>
              <p:nvPr/>
            </p:nvSpPr>
            <p:spPr>
              <a:xfrm>
                <a:off x="23736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h4245"/>
              <p:cNvSpPr/>
              <p:nvPr/>
            </p:nvSpPr>
            <p:spPr>
              <a:xfrm>
                <a:off x="23829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h4246"/>
              <p:cNvSpPr/>
              <p:nvPr/>
            </p:nvSpPr>
            <p:spPr>
              <a:xfrm>
                <a:off x="239219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h4247"/>
              <p:cNvSpPr/>
              <p:nvPr/>
            </p:nvSpPr>
            <p:spPr>
              <a:xfrm>
                <a:off x="24014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h4248"/>
              <p:cNvSpPr/>
              <p:nvPr/>
            </p:nvSpPr>
            <p:spPr>
              <a:xfrm>
                <a:off x="24107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h4249"/>
              <p:cNvSpPr/>
              <p:nvPr/>
            </p:nvSpPr>
            <p:spPr>
              <a:xfrm>
                <a:off x="24199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h4250"/>
              <p:cNvSpPr/>
              <p:nvPr/>
            </p:nvSpPr>
            <p:spPr>
              <a:xfrm>
                <a:off x="24292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h4251"/>
              <p:cNvSpPr/>
              <p:nvPr/>
            </p:nvSpPr>
            <p:spPr>
              <a:xfrm>
                <a:off x="243850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h4252"/>
              <p:cNvSpPr/>
              <p:nvPr/>
            </p:nvSpPr>
            <p:spPr>
              <a:xfrm>
                <a:off x="24477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h4253"/>
              <p:cNvSpPr/>
              <p:nvPr/>
            </p:nvSpPr>
            <p:spPr>
              <a:xfrm>
                <a:off x="24570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h4254"/>
              <p:cNvSpPr/>
              <p:nvPr/>
            </p:nvSpPr>
            <p:spPr>
              <a:xfrm>
                <a:off x="24662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h4255"/>
              <p:cNvSpPr/>
              <p:nvPr/>
            </p:nvSpPr>
            <p:spPr>
              <a:xfrm>
                <a:off x="247555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h4256"/>
              <p:cNvSpPr/>
              <p:nvPr/>
            </p:nvSpPr>
            <p:spPr>
              <a:xfrm>
                <a:off x="24848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h4257"/>
              <p:cNvSpPr/>
              <p:nvPr/>
            </p:nvSpPr>
            <p:spPr>
              <a:xfrm>
                <a:off x="2503341" y="18435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671" y="897161"/>
                    </a:lnTo>
                    <a:lnTo>
                      <a:pt x="914400" y="901782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h4258"/>
              <p:cNvSpPr/>
              <p:nvPr/>
            </p:nvSpPr>
            <p:spPr>
              <a:xfrm>
                <a:off x="2503341" y="1843541"/>
                <a:ext cx="9186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0" h="914400">
                    <a:moveTo>
                      <a:pt x="914400" y="914400"/>
                    </a:moveTo>
                    <a:lnTo>
                      <a:pt x="914400" y="901782"/>
                    </a:lnTo>
                    <a:lnTo>
                      <a:pt x="915210" y="903949"/>
                    </a:lnTo>
                    <a:lnTo>
                      <a:pt x="918300" y="913213"/>
                    </a:lnTo>
                    <a:lnTo>
                      <a:pt x="918650" y="914400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h4259"/>
              <p:cNvSpPr/>
              <p:nvPr/>
            </p:nvSpPr>
            <p:spPr>
              <a:xfrm>
                <a:off x="3142434" y="18263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817" y="931638"/>
                    </a:lnTo>
                    <a:lnTo>
                      <a:pt x="906429" y="924541"/>
                    </a:lnTo>
                    <a:lnTo>
                      <a:pt x="906159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h4260"/>
              <p:cNvSpPr/>
              <p:nvPr/>
            </p:nvSpPr>
            <p:spPr>
              <a:xfrm>
                <a:off x="314243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h4261"/>
              <p:cNvSpPr/>
              <p:nvPr/>
            </p:nvSpPr>
            <p:spPr>
              <a:xfrm>
                <a:off x="31516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h4262"/>
              <p:cNvSpPr/>
              <p:nvPr/>
            </p:nvSpPr>
            <p:spPr>
              <a:xfrm>
                <a:off x="31609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h4263"/>
              <p:cNvSpPr/>
              <p:nvPr/>
            </p:nvSpPr>
            <p:spPr>
              <a:xfrm>
                <a:off x="31702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h4264"/>
              <p:cNvSpPr/>
              <p:nvPr/>
            </p:nvSpPr>
            <p:spPr>
              <a:xfrm>
                <a:off x="31794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h4265"/>
              <p:cNvSpPr/>
              <p:nvPr/>
            </p:nvSpPr>
            <p:spPr>
              <a:xfrm>
                <a:off x="318874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h4266"/>
              <p:cNvSpPr/>
              <p:nvPr/>
            </p:nvSpPr>
            <p:spPr>
              <a:xfrm>
                <a:off x="31980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h4267"/>
              <p:cNvSpPr/>
              <p:nvPr/>
            </p:nvSpPr>
            <p:spPr>
              <a:xfrm>
                <a:off x="32072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h4268"/>
              <p:cNvSpPr/>
              <p:nvPr/>
            </p:nvSpPr>
            <p:spPr>
              <a:xfrm>
                <a:off x="32165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h4269"/>
              <p:cNvSpPr/>
              <p:nvPr/>
            </p:nvSpPr>
            <p:spPr>
              <a:xfrm>
                <a:off x="322579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h4270"/>
              <p:cNvSpPr/>
              <p:nvPr/>
            </p:nvSpPr>
            <p:spPr>
              <a:xfrm>
                <a:off x="32350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h4271"/>
              <p:cNvSpPr/>
              <p:nvPr/>
            </p:nvSpPr>
            <p:spPr>
              <a:xfrm>
                <a:off x="32443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h4272"/>
              <p:cNvSpPr/>
              <p:nvPr/>
            </p:nvSpPr>
            <p:spPr>
              <a:xfrm>
                <a:off x="32535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h4273"/>
              <p:cNvSpPr/>
              <p:nvPr/>
            </p:nvSpPr>
            <p:spPr>
              <a:xfrm>
                <a:off x="32628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h4274"/>
              <p:cNvSpPr/>
              <p:nvPr/>
            </p:nvSpPr>
            <p:spPr>
              <a:xfrm>
                <a:off x="327210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h4275"/>
              <p:cNvSpPr/>
              <p:nvPr/>
            </p:nvSpPr>
            <p:spPr>
              <a:xfrm>
                <a:off x="32813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h4276"/>
              <p:cNvSpPr/>
              <p:nvPr/>
            </p:nvSpPr>
            <p:spPr>
              <a:xfrm>
                <a:off x="32906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h4277"/>
              <p:cNvSpPr/>
              <p:nvPr/>
            </p:nvSpPr>
            <p:spPr>
              <a:xfrm>
                <a:off x="32998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h4278"/>
              <p:cNvSpPr/>
              <p:nvPr/>
            </p:nvSpPr>
            <p:spPr>
              <a:xfrm>
                <a:off x="330915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h4279"/>
              <p:cNvSpPr/>
              <p:nvPr/>
            </p:nvSpPr>
            <p:spPr>
              <a:xfrm>
                <a:off x="33184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h4280"/>
              <p:cNvSpPr/>
              <p:nvPr/>
            </p:nvSpPr>
            <p:spPr>
              <a:xfrm>
                <a:off x="332767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h4281"/>
              <p:cNvSpPr/>
              <p:nvPr/>
            </p:nvSpPr>
            <p:spPr>
              <a:xfrm>
                <a:off x="333694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h4282"/>
              <p:cNvSpPr/>
              <p:nvPr/>
            </p:nvSpPr>
            <p:spPr>
              <a:xfrm>
                <a:off x="334620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h4283"/>
              <p:cNvSpPr/>
              <p:nvPr/>
            </p:nvSpPr>
            <p:spPr>
              <a:xfrm>
                <a:off x="335546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h4284"/>
              <p:cNvSpPr/>
              <p:nvPr/>
            </p:nvSpPr>
            <p:spPr>
              <a:xfrm>
                <a:off x="336472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h4285"/>
              <p:cNvSpPr/>
              <p:nvPr/>
            </p:nvSpPr>
            <p:spPr>
              <a:xfrm>
                <a:off x="3373990" y="1843541"/>
                <a:ext cx="9203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75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375" y="897161"/>
                    </a:lnTo>
                    <a:lnTo>
                      <a:pt x="919815" y="902244"/>
                    </a:lnTo>
                    <a:lnTo>
                      <a:pt x="918366" y="912617"/>
                    </a:lnTo>
                    <a:lnTo>
                      <a:pt x="918063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h4286"/>
              <p:cNvSpPr/>
              <p:nvPr/>
            </p:nvSpPr>
            <p:spPr>
              <a:xfrm>
                <a:off x="2206950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123" y="931638"/>
                    </a:lnTo>
                    <a:lnTo>
                      <a:pt x="912122" y="928771"/>
                    </a:lnTo>
                    <a:lnTo>
                      <a:pt x="909215" y="919408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h4287"/>
              <p:cNvSpPr/>
              <p:nvPr/>
            </p:nvSpPr>
            <p:spPr>
              <a:xfrm>
                <a:off x="220695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h4288"/>
              <p:cNvSpPr/>
              <p:nvPr/>
            </p:nvSpPr>
            <p:spPr>
              <a:xfrm>
                <a:off x="221621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h4289"/>
              <p:cNvSpPr/>
              <p:nvPr/>
            </p:nvSpPr>
            <p:spPr>
              <a:xfrm>
                <a:off x="222547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h4290"/>
              <p:cNvSpPr/>
              <p:nvPr/>
            </p:nvSpPr>
            <p:spPr>
              <a:xfrm>
                <a:off x="223473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h4291"/>
              <p:cNvSpPr/>
              <p:nvPr/>
            </p:nvSpPr>
            <p:spPr>
              <a:xfrm>
                <a:off x="224399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h4292"/>
              <p:cNvSpPr/>
              <p:nvPr/>
            </p:nvSpPr>
            <p:spPr>
              <a:xfrm>
                <a:off x="225326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h4293"/>
              <p:cNvSpPr/>
              <p:nvPr/>
            </p:nvSpPr>
            <p:spPr>
              <a:xfrm>
                <a:off x="226252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h4294"/>
              <p:cNvSpPr/>
              <p:nvPr/>
            </p:nvSpPr>
            <p:spPr>
              <a:xfrm>
                <a:off x="227178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h4295"/>
              <p:cNvSpPr/>
              <p:nvPr/>
            </p:nvSpPr>
            <p:spPr>
              <a:xfrm>
                <a:off x="228104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h4296"/>
              <p:cNvSpPr/>
              <p:nvPr/>
            </p:nvSpPr>
            <p:spPr>
              <a:xfrm>
                <a:off x="229031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h4297"/>
              <p:cNvSpPr/>
              <p:nvPr/>
            </p:nvSpPr>
            <p:spPr>
              <a:xfrm>
                <a:off x="229957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h4298"/>
              <p:cNvSpPr/>
              <p:nvPr/>
            </p:nvSpPr>
            <p:spPr>
              <a:xfrm>
                <a:off x="230883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h4299"/>
              <p:cNvSpPr/>
              <p:nvPr/>
            </p:nvSpPr>
            <p:spPr>
              <a:xfrm>
                <a:off x="23180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h4300"/>
              <p:cNvSpPr/>
              <p:nvPr/>
            </p:nvSpPr>
            <p:spPr>
              <a:xfrm>
                <a:off x="23273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h4301"/>
              <p:cNvSpPr/>
              <p:nvPr/>
            </p:nvSpPr>
            <p:spPr>
              <a:xfrm>
                <a:off x="23366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h4302"/>
              <p:cNvSpPr/>
              <p:nvPr/>
            </p:nvSpPr>
            <p:spPr>
              <a:xfrm>
                <a:off x="23458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h4303"/>
              <p:cNvSpPr/>
              <p:nvPr/>
            </p:nvSpPr>
            <p:spPr>
              <a:xfrm>
                <a:off x="235514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h4304"/>
              <p:cNvSpPr/>
              <p:nvPr/>
            </p:nvSpPr>
            <p:spPr>
              <a:xfrm>
                <a:off x="23644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h4305"/>
              <p:cNvSpPr/>
              <p:nvPr/>
            </p:nvSpPr>
            <p:spPr>
              <a:xfrm>
                <a:off x="23736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h4306"/>
              <p:cNvSpPr/>
              <p:nvPr/>
            </p:nvSpPr>
            <p:spPr>
              <a:xfrm>
                <a:off x="23829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h4307"/>
              <p:cNvSpPr/>
              <p:nvPr/>
            </p:nvSpPr>
            <p:spPr>
              <a:xfrm>
                <a:off x="239219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h4308"/>
              <p:cNvSpPr/>
              <p:nvPr/>
            </p:nvSpPr>
            <p:spPr>
              <a:xfrm>
                <a:off x="24014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h4309"/>
              <p:cNvSpPr/>
              <p:nvPr/>
            </p:nvSpPr>
            <p:spPr>
              <a:xfrm>
                <a:off x="24107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h4310"/>
              <p:cNvSpPr/>
              <p:nvPr/>
            </p:nvSpPr>
            <p:spPr>
              <a:xfrm>
                <a:off x="24199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h4311"/>
              <p:cNvSpPr/>
              <p:nvPr/>
            </p:nvSpPr>
            <p:spPr>
              <a:xfrm>
                <a:off x="24292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h4312"/>
              <p:cNvSpPr/>
              <p:nvPr/>
            </p:nvSpPr>
            <p:spPr>
              <a:xfrm>
                <a:off x="243850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h4313"/>
              <p:cNvSpPr/>
              <p:nvPr/>
            </p:nvSpPr>
            <p:spPr>
              <a:xfrm>
                <a:off x="24477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h4314"/>
              <p:cNvSpPr/>
              <p:nvPr/>
            </p:nvSpPr>
            <p:spPr>
              <a:xfrm>
                <a:off x="24570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h4315"/>
              <p:cNvSpPr/>
              <p:nvPr/>
            </p:nvSpPr>
            <p:spPr>
              <a:xfrm>
                <a:off x="24662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h4316"/>
              <p:cNvSpPr/>
              <p:nvPr/>
            </p:nvSpPr>
            <p:spPr>
              <a:xfrm>
                <a:off x="247555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h4317"/>
              <p:cNvSpPr/>
              <p:nvPr/>
            </p:nvSpPr>
            <p:spPr>
              <a:xfrm>
                <a:off x="24848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h4318"/>
              <p:cNvSpPr/>
              <p:nvPr/>
            </p:nvSpPr>
            <p:spPr>
              <a:xfrm>
                <a:off x="2494079" y="1826302"/>
                <a:ext cx="921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3" h="914400">
                    <a:moveTo>
                      <a:pt x="914400" y="914400"/>
                    </a:moveTo>
                    <a:lnTo>
                      <a:pt x="914518" y="897161"/>
                    </a:lnTo>
                    <a:lnTo>
                      <a:pt x="917528" y="903631"/>
                    </a:lnTo>
                    <a:lnTo>
                      <a:pt x="921124" y="912239"/>
                    </a:lnTo>
                    <a:lnTo>
                      <a:pt x="921933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h4319"/>
              <p:cNvSpPr/>
              <p:nvPr/>
            </p:nvSpPr>
            <p:spPr>
              <a:xfrm>
                <a:off x="3142434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59" y="931638"/>
                    </a:lnTo>
                    <a:lnTo>
                      <a:pt x="906144" y="931072"/>
                    </a:lnTo>
                    <a:lnTo>
                      <a:pt x="906157" y="920351"/>
                    </a:lnTo>
                    <a:lnTo>
                      <a:pt x="906330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h4320"/>
              <p:cNvSpPr/>
              <p:nvPr/>
            </p:nvSpPr>
            <p:spPr>
              <a:xfrm>
                <a:off x="314243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h4321"/>
              <p:cNvSpPr/>
              <p:nvPr/>
            </p:nvSpPr>
            <p:spPr>
              <a:xfrm>
                <a:off x="31516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h4322"/>
              <p:cNvSpPr/>
              <p:nvPr/>
            </p:nvSpPr>
            <p:spPr>
              <a:xfrm>
                <a:off x="31609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h4323"/>
              <p:cNvSpPr/>
              <p:nvPr/>
            </p:nvSpPr>
            <p:spPr>
              <a:xfrm>
                <a:off x="31702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h4324"/>
              <p:cNvSpPr/>
              <p:nvPr/>
            </p:nvSpPr>
            <p:spPr>
              <a:xfrm>
                <a:off x="31794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h4325"/>
              <p:cNvSpPr/>
              <p:nvPr/>
            </p:nvSpPr>
            <p:spPr>
              <a:xfrm>
                <a:off x="318874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h4326"/>
              <p:cNvSpPr/>
              <p:nvPr/>
            </p:nvSpPr>
            <p:spPr>
              <a:xfrm>
                <a:off x="31980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h4327"/>
              <p:cNvSpPr/>
              <p:nvPr/>
            </p:nvSpPr>
            <p:spPr>
              <a:xfrm>
                <a:off x="32072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h4328"/>
              <p:cNvSpPr/>
              <p:nvPr/>
            </p:nvSpPr>
            <p:spPr>
              <a:xfrm>
                <a:off x="32165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h4329"/>
              <p:cNvSpPr/>
              <p:nvPr/>
            </p:nvSpPr>
            <p:spPr>
              <a:xfrm>
                <a:off x="322579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h4330"/>
              <p:cNvSpPr/>
              <p:nvPr/>
            </p:nvSpPr>
            <p:spPr>
              <a:xfrm>
                <a:off x="32350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h4331"/>
              <p:cNvSpPr/>
              <p:nvPr/>
            </p:nvSpPr>
            <p:spPr>
              <a:xfrm>
                <a:off x="32443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h4332"/>
              <p:cNvSpPr/>
              <p:nvPr/>
            </p:nvSpPr>
            <p:spPr>
              <a:xfrm>
                <a:off x="32535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h4333"/>
              <p:cNvSpPr/>
              <p:nvPr/>
            </p:nvSpPr>
            <p:spPr>
              <a:xfrm>
                <a:off x="32628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h4334"/>
              <p:cNvSpPr/>
              <p:nvPr/>
            </p:nvSpPr>
            <p:spPr>
              <a:xfrm>
                <a:off x="327210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h4335"/>
              <p:cNvSpPr/>
              <p:nvPr/>
            </p:nvSpPr>
            <p:spPr>
              <a:xfrm>
                <a:off x="32813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h4336"/>
              <p:cNvSpPr/>
              <p:nvPr/>
            </p:nvSpPr>
            <p:spPr>
              <a:xfrm>
                <a:off x="32906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h4337"/>
              <p:cNvSpPr/>
              <p:nvPr/>
            </p:nvSpPr>
            <p:spPr>
              <a:xfrm>
                <a:off x="32998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h4338"/>
              <p:cNvSpPr/>
              <p:nvPr/>
            </p:nvSpPr>
            <p:spPr>
              <a:xfrm>
                <a:off x="330915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h4339"/>
              <p:cNvSpPr/>
              <p:nvPr/>
            </p:nvSpPr>
            <p:spPr>
              <a:xfrm>
                <a:off x="33184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h4340"/>
              <p:cNvSpPr/>
              <p:nvPr/>
            </p:nvSpPr>
            <p:spPr>
              <a:xfrm>
                <a:off x="332767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h4341"/>
              <p:cNvSpPr/>
              <p:nvPr/>
            </p:nvSpPr>
            <p:spPr>
              <a:xfrm>
                <a:off x="333694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h4342"/>
              <p:cNvSpPr/>
              <p:nvPr/>
            </p:nvSpPr>
            <p:spPr>
              <a:xfrm>
                <a:off x="334620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h4343"/>
              <p:cNvSpPr/>
              <p:nvPr/>
            </p:nvSpPr>
            <p:spPr>
              <a:xfrm>
                <a:off x="335546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h4344"/>
              <p:cNvSpPr/>
              <p:nvPr/>
            </p:nvSpPr>
            <p:spPr>
              <a:xfrm>
                <a:off x="336472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h4345"/>
              <p:cNvSpPr/>
              <p:nvPr/>
            </p:nvSpPr>
            <p:spPr>
              <a:xfrm>
                <a:off x="3373990" y="1826302"/>
                <a:ext cx="921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903" y="897161"/>
                    </a:lnTo>
                    <a:lnTo>
                      <a:pt x="921837" y="898387"/>
                    </a:lnTo>
                    <a:lnTo>
                      <a:pt x="920973" y="908983"/>
                    </a:lnTo>
                    <a:lnTo>
                      <a:pt x="920375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h4346"/>
              <p:cNvSpPr/>
              <p:nvPr/>
            </p:nvSpPr>
            <p:spPr>
              <a:xfrm>
                <a:off x="2197688" y="1791825"/>
                <a:ext cx="914400" cy="92100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008">
                    <a:moveTo>
                      <a:pt x="914400" y="914400"/>
                    </a:moveTo>
                    <a:lnTo>
                      <a:pt x="914400" y="921008"/>
                    </a:lnTo>
                    <a:lnTo>
                      <a:pt x="913979" y="919252"/>
                    </a:lnTo>
                    <a:lnTo>
                      <a:pt x="911860" y="916430"/>
                    </a:lnTo>
                    <a:lnTo>
                      <a:pt x="910493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h4347"/>
              <p:cNvSpPr/>
              <p:nvPr/>
            </p:nvSpPr>
            <p:spPr>
              <a:xfrm>
                <a:off x="219768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5838" y="927014"/>
                    </a:lnTo>
                    <a:lnTo>
                      <a:pt x="914400" y="92100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h4348"/>
              <p:cNvSpPr/>
              <p:nvPr/>
            </p:nvSpPr>
            <p:spPr>
              <a:xfrm>
                <a:off x="220695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h4349"/>
              <p:cNvSpPr/>
              <p:nvPr/>
            </p:nvSpPr>
            <p:spPr>
              <a:xfrm>
                <a:off x="221621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h4350"/>
              <p:cNvSpPr/>
              <p:nvPr/>
            </p:nvSpPr>
            <p:spPr>
              <a:xfrm>
                <a:off x="222547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h4351"/>
              <p:cNvSpPr/>
              <p:nvPr/>
            </p:nvSpPr>
            <p:spPr>
              <a:xfrm>
                <a:off x="223473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h4352"/>
              <p:cNvSpPr/>
              <p:nvPr/>
            </p:nvSpPr>
            <p:spPr>
              <a:xfrm>
                <a:off x="224399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h4353"/>
              <p:cNvSpPr/>
              <p:nvPr/>
            </p:nvSpPr>
            <p:spPr>
              <a:xfrm>
                <a:off x="225326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h4354"/>
              <p:cNvSpPr/>
              <p:nvPr/>
            </p:nvSpPr>
            <p:spPr>
              <a:xfrm>
                <a:off x="226252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h4355"/>
              <p:cNvSpPr/>
              <p:nvPr/>
            </p:nvSpPr>
            <p:spPr>
              <a:xfrm>
                <a:off x="227178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h4356"/>
              <p:cNvSpPr/>
              <p:nvPr/>
            </p:nvSpPr>
            <p:spPr>
              <a:xfrm>
                <a:off x="228104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h4357"/>
              <p:cNvSpPr/>
              <p:nvPr/>
            </p:nvSpPr>
            <p:spPr>
              <a:xfrm>
                <a:off x="229031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h4358"/>
              <p:cNvSpPr/>
              <p:nvPr/>
            </p:nvSpPr>
            <p:spPr>
              <a:xfrm>
                <a:off x="229957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h4359"/>
              <p:cNvSpPr/>
              <p:nvPr/>
            </p:nvSpPr>
            <p:spPr>
              <a:xfrm>
                <a:off x="230883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h4360"/>
              <p:cNvSpPr/>
              <p:nvPr/>
            </p:nvSpPr>
            <p:spPr>
              <a:xfrm>
                <a:off x="23180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h4361"/>
              <p:cNvSpPr/>
              <p:nvPr/>
            </p:nvSpPr>
            <p:spPr>
              <a:xfrm>
                <a:off x="23273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h4362"/>
              <p:cNvSpPr/>
              <p:nvPr/>
            </p:nvSpPr>
            <p:spPr>
              <a:xfrm>
                <a:off x="23366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h4363"/>
              <p:cNvSpPr/>
              <p:nvPr/>
            </p:nvSpPr>
            <p:spPr>
              <a:xfrm>
                <a:off x="23458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h4364"/>
              <p:cNvSpPr/>
              <p:nvPr/>
            </p:nvSpPr>
            <p:spPr>
              <a:xfrm>
                <a:off x="235514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h4365"/>
              <p:cNvSpPr/>
              <p:nvPr/>
            </p:nvSpPr>
            <p:spPr>
              <a:xfrm>
                <a:off x="23644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h4366"/>
              <p:cNvSpPr/>
              <p:nvPr/>
            </p:nvSpPr>
            <p:spPr>
              <a:xfrm>
                <a:off x="23736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h4367"/>
              <p:cNvSpPr/>
              <p:nvPr/>
            </p:nvSpPr>
            <p:spPr>
              <a:xfrm>
                <a:off x="23829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h4368"/>
              <p:cNvSpPr/>
              <p:nvPr/>
            </p:nvSpPr>
            <p:spPr>
              <a:xfrm>
                <a:off x="239219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h4369"/>
              <p:cNvSpPr/>
              <p:nvPr/>
            </p:nvSpPr>
            <p:spPr>
              <a:xfrm>
                <a:off x="24014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h4370"/>
              <p:cNvSpPr/>
              <p:nvPr/>
            </p:nvSpPr>
            <p:spPr>
              <a:xfrm>
                <a:off x="24107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h4371"/>
              <p:cNvSpPr/>
              <p:nvPr/>
            </p:nvSpPr>
            <p:spPr>
              <a:xfrm>
                <a:off x="24199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h4372"/>
              <p:cNvSpPr/>
              <p:nvPr/>
            </p:nvSpPr>
            <p:spPr>
              <a:xfrm>
                <a:off x="24292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h4373"/>
              <p:cNvSpPr/>
              <p:nvPr/>
            </p:nvSpPr>
            <p:spPr>
              <a:xfrm>
                <a:off x="243850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h4374"/>
              <p:cNvSpPr/>
              <p:nvPr/>
            </p:nvSpPr>
            <p:spPr>
              <a:xfrm>
                <a:off x="24477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h4375"/>
              <p:cNvSpPr/>
              <p:nvPr/>
            </p:nvSpPr>
            <p:spPr>
              <a:xfrm>
                <a:off x="24570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h4376"/>
              <p:cNvSpPr/>
              <p:nvPr/>
            </p:nvSpPr>
            <p:spPr>
              <a:xfrm>
                <a:off x="24662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h4377"/>
              <p:cNvSpPr/>
              <p:nvPr/>
            </p:nvSpPr>
            <p:spPr>
              <a:xfrm>
                <a:off x="247555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h4378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5" y="897161"/>
                    </a:lnTo>
                    <a:lnTo>
                      <a:pt x="905349" y="897324"/>
                    </a:lnTo>
                    <a:lnTo>
                      <a:pt x="909629" y="904770"/>
                    </a:lnTo>
                    <a:lnTo>
                      <a:pt x="913692" y="912626"/>
                    </a:ln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h4379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h4380"/>
              <p:cNvSpPr/>
              <p:nvPr/>
            </p:nvSpPr>
            <p:spPr>
              <a:xfrm>
                <a:off x="3142434" y="17918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330" y="931638"/>
                    </a:lnTo>
                    <a:lnTo>
                      <a:pt x="906468" y="926884"/>
                    </a:lnTo>
                    <a:lnTo>
                      <a:pt x="907077" y="916223"/>
                    </a:lnTo>
                    <a:lnTo>
                      <a:pt x="907233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h4381"/>
              <p:cNvSpPr/>
              <p:nvPr/>
            </p:nvSpPr>
            <p:spPr>
              <a:xfrm>
                <a:off x="314243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h4382"/>
              <p:cNvSpPr/>
              <p:nvPr/>
            </p:nvSpPr>
            <p:spPr>
              <a:xfrm>
                <a:off x="31516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h4383"/>
              <p:cNvSpPr/>
              <p:nvPr/>
            </p:nvSpPr>
            <p:spPr>
              <a:xfrm>
                <a:off x="31609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h4384"/>
              <p:cNvSpPr/>
              <p:nvPr/>
            </p:nvSpPr>
            <p:spPr>
              <a:xfrm>
                <a:off x="31702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h4385"/>
              <p:cNvSpPr/>
              <p:nvPr/>
            </p:nvSpPr>
            <p:spPr>
              <a:xfrm>
                <a:off x="31794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h4386"/>
              <p:cNvSpPr/>
              <p:nvPr/>
            </p:nvSpPr>
            <p:spPr>
              <a:xfrm>
                <a:off x="318874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h4387"/>
              <p:cNvSpPr/>
              <p:nvPr/>
            </p:nvSpPr>
            <p:spPr>
              <a:xfrm>
                <a:off x="31980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h4388"/>
              <p:cNvSpPr/>
              <p:nvPr/>
            </p:nvSpPr>
            <p:spPr>
              <a:xfrm>
                <a:off x="32072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h4389"/>
              <p:cNvSpPr/>
              <p:nvPr/>
            </p:nvSpPr>
            <p:spPr>
              <a:xfrm>
                <a:off x="32165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h4390"/>
              <p:cNvSpPr/>
              <p:nvPr/>
            </p:nvSpPr>
            <p:spPr>
              <a:xfrm>
                <a:off x="322579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h4391"/>
              <p:cNvSpPr/>
              <p:nvPr/>
            </p:nvSpPr>
            <p:spPr>
              <a:xfrm>
                <a:off x="32350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h4392"/>
              <p:cNvSpPr/>
              <p:nvPr/>
            </p:nvSpPr>
            <p:spPr>
              <a:xfrm>
                <a:off x="32443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h4393"/>
              <p:cNvSpPr/>
              <p:nvPr/>
            </p:nvSpPr>
            <p:spPr>
              <a:xfrm>
                <a:off x="32535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h4394"/>
              <p:cNvSpPr/>
              <p:nvPr/>
            </p:nvSpPr>
            <p:spPr>
              <a:xfrm>
                <a:off x="32628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h4395"/>
              <p:cNvSpPr/>
              <p:nvPr/>
            </p:nvSpPr>
            <p:spPr>
              <a:xfrm>
                <a:off x="327210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h4396"/>
              <p:cNvSpPr/>
              <p:nvPr/>
            </p:nvSpPr>
            <p:spPr>
              <a:xfrm>
                <a:off x="32813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h4397"/>
              <p:cNvSpPr/>
              <p:nvPr/>
            </p:nvSpPr>
            <p:spPr>
              <a:xfrm>
                <a:off x="32906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h4398"/>
              <p:cNvSpPr/>
              <p:nvPr/>
            </p:nvSpPr>
            <p:spPr>
              <a:xfrm>
                <a:off x="32998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h4399"/>
              <p:cNvSpPr/>
              <p:nvPr/>
            </p:nvSpPr>
            <p:spPr>
              <a:xfrm>
                <a:off x="330915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h4400"/>
              <p:cNvSpPr/>
              <p:nvPr/>
            </p:nvSpPr>
            <p:spPr>
              <a:xfrm>
                <a:off x="331841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h4401"/>
              <p:cNvSpPr/>
              <p:nvPr/>
            </p:nvSpPr>
            <p:spPr>
              <a:xfrm>
                <a:off x="332767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h4402"/>
              <p:cNvSpPr/>
              <p:nvPr/>
            </p:nvSpPr>
            <p:spPr>
              <a:xfrm>
                <a:off x="333694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h4403"/>
              <p:cNvSpPr/>
              <p:nvPr/>
            </p:nvSpPr>
            <p:spPr>
              <a:xfrm>
                <a:off x="334620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h4404"/>
              <p:cNvSpPr/>
              <p:nvPr/>
            </p:nvSpPr>
            <p:spPr>
              <a:xfrm>
                <a:off x="335546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h4405"/>
              <p:cNvSpPr/>
              <p:nvPr/>
            </p:nvSpPr>
            <p:spPr>
              <a:xfrm>
                <a:off x="336472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h4406"/>
              <p:cNvSpPr/>
              <p:nvPr/>
            </p:nvSpPr>
            <p:spPr>
              <a:xfrm>
                <a:off x="3373990" y="1809064"/>
                <a:ext cx="9226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603" y="897161"/>
                    </a:lnTo>
                    <a:lnTo>
                      <a:pt x="922406" y="904960"/>
                    </a:lnTo>
                    <a:lnTo>
                      <a:pt x="921903" y="914400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h4407"/>
              <p:cNvSpPr/>
              <p:nvPr/>
            </p:nvSpPr>
            <p:spPr>
              <a:xfrm>
                <a:off x="2188426" y="1774587"/>
                <a:ext cx="914400" cy="92332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21">
                    <a:moveTo>
                      <a:pt x="914400" y="914400"/>
                    </a:moveTo>
                    <a:lnTo>
                      <a:pt x="914400" y="923321"/>
                    </a:lnTo>
                    <a:lnTo>
                      <a:pt x="912242" y="919758"/>
                    </a:lnTo>
                    <a:lnTo>
                      <a:pt x="909319" y="914400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h4408"/>
              <p:cNvSpPr/>
              <p:nvPr/>
            </p:nvSpPr>
            <p:spPr>
              <a:xfrm>
                <a:off x="218842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55" y="931638"/>
                    </a:lnTo>
                    <a:lnTo>
                      <a:pt x="916585" y="926929"/>
                    </a:lnTo>
                    <a:lnTo>
                      <a:pt x="914400" y="923321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h4409"/>
              <p:cNvSpPr/>
              <p:nvPr/>
            </p:nvSpPr>
            <p:spPr>
              <a:xfrm>
                <a:off x="219768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h4410"/>
              <p:cNvSpPr/>
              <p:nvPr/>
            </p:nvSpPr>
            <p:spPr>
              <a:xfrm>
                <a:off x="220695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h4411"/>
              <p:cNvSpPr/>
              <p:nvPr/>
            </p:nvSpPr>
            <p:spPr>
              <a:xfrm>
                <a:off x="221621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h4412"/>
              <p:cNvSpPr/>
              <p:nvPr/>
            </p:nvSpPr>
            <p:spPr>
              <a:xfrm>
                <a:off x="222547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h4413"/>
              <p:cNvSpPr/>
              <p:nvPr/>
            </p:nvSpPr>
            <p:spPr>
              <a:xfrm>
                <a:off x="223473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h4414"/>
              <p:cNvSpPr/>
              <p:nvPr/>
            </p:nvSpPr>
            <p:spPr>
              <a:xfrm>
                <a:off x="224399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h4415"/>
              <p:cNvSpPr/>
              <p:nvPr/>
            </p:nvSpPr>
            <p:spPr>
              <a:xfrm>
                <a:off x="225326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h4416"/>
              <p:cNvSpPr/>
              <p:nvPr/>
            </p:nvSpPr>
            <p:spPr>
              <a:xfrm>
                <a:off x="226252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h4417"/>
              <p:cNvSpPr/>
              <p:nvPr/>
            </p:nvSpPr>
            <p:spPr>
              <a:xfrm>
                <a:off x="227178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h4418"/>
              <p:cNvSpPr/>
              <p:nvPr/>
            </p:nvSpPr>
            <p:spPr>
              <a:xfrm>
                <a:off x="228104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h4419"/>
              <p:cNvSpPr/>
              <p:nvPr/>
            </p:nvSpPr>
            <p:spPr>
              <a:xfrm>
                <a:off x="229031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h4420"/>
              <p:cNvSpPr/>
              <p:nvPr/>
            </p:nvSpPr>
            <p:spPr>
              <a:xfrm>
                <a:off x="229957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h4421"/>
              <p:cNvSpPr/>
              <p:nvPr/>
            </p:nvSpPr>
            <p:spPr>
              <a:xfrm>
                <a:off x="230883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h4422"/>
              <p:cNvSpPr/>
              <p:nvPr/>
            </p:nvSpPr>
            <p:spPr>
              <a:xfrm>
                <a:off x="23180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h4423"/>
              <p:cNvSpPr/>
              <p:nvPr/>
            </p:nvSpPr>
            <p:spPr>
              <a:xfrm>
                <a:off x="23273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h4424"/>
              <p:cNvSpPr/>
              <p:nvPr/>
            </p:nvSpPr>
            <p:spPr>
              <a:xfrm>
                <a:off x="23366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h4425"/>
              <p:cNvSpPr/>
              <p:nvPr/>
            </p:nvSpPr>
            <p:spPr>
              <a:xfrm>
                <a:off x="23458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h4426"/>
              <p:cNvSpPr/>
              <p:nvPr/>
            </p:nvSpPr>
            <p:spPr>
              <a:xfrm>
                <a:off x="235514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h4427"/>
              <p:cNvSpPr/>
              <p:nvPr/>
            </p:nvSpPr>
            <p:spPr>
              <a:xfrm>
                <a:off x="23644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h4428"/>
              <p:cNvSpPr/>
              <p:nvPr/>
            </p:nvSpPr>
            <p:spPr>
              <a:xfrm>
                <a:off x="23736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h4429"/>
              <p:cNvSpPr/>
              <p:nvPr/>
            </p:nvSpPr>
            <p:spPr>
              <a:xfrm>
                <a:off x="23829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h4430"/>
              <p:cNvSpPr/>
              <p:nvPr/>
            </p:nvSpPr>
            <p:spPr>
              <a:xfrm>
                <a:off x="239219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h4431"/>
              <p:cNvSpPr/>
              <p:nvPr/>
            </p:nvSpPr>
            <p:spPr>
              <a:xfrm>
                <a:off x="24014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h4432"/>
              <p:cNvSpPr/>
              <p:nvPr/>
            </p:nvSpPr>
            <p:spPr>
              <a:xfrm>
                <a:off x="24107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h4433"/>
              <p:cNvSpPr/>
              <p:nvPr/>
            </p:nvSpPr>
            <p:spPr>
              <a:xfrm>
                <a:off x="24199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h4434"/>
              <p:cNvSpPr/>
              <p:nvPr/>
            </p:nvSpPr>
            <p:spPr>
              <a:xfrm>
                <a:off x="24292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h4435"/>
              <p:cNvSpPr/>
              <p:nvPr/>
            </p:nvSpPr>
            <p:spPr>
              <a:xfrm>
                <a:off x="243850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h4436"/>
              <p:cNvSpPr/>
              <p:nvPr/>
            </p:nvSpPr>
            <p:spPr>
              <a:xfrm>
                <a:off x="24477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h4437"/>
              <p:cNvSpPr/>
              <p:nvPr/>
            </p:nvSpPr>
            <p:spPr>
              <a:xfrm>
                <a:off x="24570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h4438"/>
              <p:cNvSpPr/>
              <p:nvPr/>
            </p:nvSpPr>
            <p:spPr>
              <a:xfrm>
                <a:off x="24662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h4439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069" y="897161"/>
                    </a:lnTo>
                    <a:lnTo>
                      <a:pt x="910230" y="905657"/>
                    </a:lnTo>
                    <a:lnTo>
                      <a:pt x="910920" y="908789"/>
                    </a:ln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h4440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h4441"/>
              <p:cNvSpPr/>
              <p:nvPr/>
            </p:nvSpPr>
            <p:spPr>
              <a:xfrm>
                <a:off x="3142434" y="17745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233" y="931638"/>
                    </a:lnTo>
                    <a:lnTo>
                      <a:pt x="907982" y="922873"/>
                    </a:lnTo>
                    <a:lnTo>
                      <a:pt x="908950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h4442"/>
              <p:cNvSpPr/>
              <p:nvPr/>
            </p:nvSpPr>
            <p:spPr>
              <a:xfrm>
                <a:off x="314243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h4443"/>
              <p:cNvSpPr/>
              <p:nvPr/>
            </p:nvSpPr>
            <p:spPr>
              <a:xfrm>
                <a:off x="31516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h4444"/>
              <p:cNvSpPr/>
              <p:nvPr/>
            </p:nvSpPr>
            <p:spPr>
              <a:xfrm>
                <a:off x="31609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h4445"/>
              <p:cNvSpPr/>
              <p:nvPr/>
            </p:nvSpPr>
            <p:spPr>
              <a:xfrm>
                <a:off x="31702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h4446"/>
              <p:cNvSpPr/>
              <p:nvPr/>
            </p:nvSpPr>
            <p:spPr>
              <a:xfrm>
                <a:off x="31794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h4447"/>
              <p:cNvSpPr/>
              <p:nvPr/>
            </p:nvSpPr>
            <p:spPr>
              <a:xfrm>
                <a:off x="318874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h4448"/>
              <p:cNvSpPr/>
              <p:nvPr/>
            </p:nvSpPr>
            <p:spPr>
              <a:xfrm>
                <a:off x="31980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h4449"/>
              <p:cNvSpPr/>
              <p:nvPr/>
            </p:nvSpPr>
            <p:spPr>
              <a:xfrm>
                <a:off x="32072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h4450"/>
              <p:cNvSpPr/>
              <p:nvPr/>
            </p:nvSpPr>
            <p:spPr>
              <a:xfrm>
                <a:off x="32165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h4451"/>
              <p:cNvSpPr/>
              <p:nvPr/>
            </p:nvSpPr>
            <p:spPr>
              <a:xfrm>
                <a:off x="322579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h4452"/>
              <p:cNvSpPr/>
              <p:nvPr/>
            </p:nvSpPr>
            <p:spPr>
              <a:xfrm>
                <a:off x="32350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h4453"/>
              <p:cNvSpPr/>
              <p:nvPr/>
            </p:nvSpPr>
            <p:spPr>
              <a:xfrm>
                <a:off x="32443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h4454"/>
              <p:cNvSpPr/>
              <p:nvPr/>
            </p:nvSpPr>
            <p:spPr>
              <a:xfrm>
                <a:off x="32535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h4455"/>
              <p:cNvSpPr/>
              <p:nvPr/>
            </p:nvSpPr>
            <p:spPr>
              <a:xfrm>
                <a:off x="32628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h4456"/>
              <p:cNvSpPr/>
              <p:nvPr/>
            </p:nvSpPr>
            <p:spPr>
              <a:xfrm>
                <a:off x="327210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h4457"/>
              <p:cNvSpPr/>
              <p:nvPr/>
            </p:nvSpPr>
            <p:spPr>
              <a:xfrm>
                <a:off x="32813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h4458"/>
              <p:cNvSpPr/>
              <p:nvPr/>
            </p:nvSpPr>
            <p:spPr>
              <a:xfrm>
                <a:off x="32906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h4459"/>
              <p:cNvSpPr/>
              <p:nvPr/>
            </p:nvSpPr>
            <p:spPr>
              <a:xfrm>
                <a:off x="32998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h4460"/>
              <p:cNvSpPr/>
              <p:nvPr/>
            </p:nvSpPr>
            <p:spPr>
              <a:xfrm>
                <a:off x="330915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h4461"/>
              <p:cNvSpPr/>
              <p:nvPr/>
            </p:nvSpPr>
            <p:spPr>
              <a:xfrm>
                <a:off x="331841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h4462"/>
              <p:cNvSpPr/>
              <p:nvPr/>
            </p:nvSpPr>
            <p:spPr>
              <a:xfrm>
                <a:off x="332767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h4463"/>
              <p:cNvSpPr/>
              <p:nvPr/>
            </p:nvSpPr>
            <p:spPr>
              <a:xfrm>
                <a:off x="333694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h4464"/>
              <p:cNvSpPr/>
              <p:nvPr/>
            </p:nvSpPr>
            <p:spPr>
              <a:xfrm>
                <a:off x="334620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h4465"/>
              <p:cNvSpPr/>
              <p:nvPr/>
            </p:nvSpPr>
            <p:spPr>
              <a:xfrm>
                <a:off x="335546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h4466"/>
              <p:cNvSpPr/>
              <p:nvPr/>
            </p:nvSpPr>
            <p:spPr>
              <a:xfrm>
                <a:off x="336472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h4467"/>
              <p:cNvSpPr/>
              <p:nvPr/>
            </p:nvSpPr>
            <p:spPr>
              <a:xfrm>
                <a:off x="3373990" y="17918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42"/>
                    </a:lnTo>
                    <a:lnTo>
                      <a:pt x="922916" y="904237"/>
                    </a:lnTo>
                    <a:lnTo>
                      <a:pt x="922753" y="904759"/>
                    </a:lnTo>
                    <a:lnTo>
                      <a:pt x="922736" y="906253"/>
                    </a:lnTo>
                    <a:lnTo>
                      <a:pt x="922706" y="908872"/>
                    </a:lnTo>
                    <a:lnTo>
                      <a:pt x="922676" y="911492"/>
                    </a:lnTo>
                    <a:lnTo>
                      <a:pt x="922603" y="914400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h4468"/>
              <p:cNvSpPr/>
              <p:nvPr/>
            </p:nvSpPr>
            <p:spPr>
              <a:xfrm>
                <a:off x="3383252" y="1774587"/>
                <a:ext cx="915611" cy="918780"/>
              </a:xfrm>
              <a:custGeom>
                <a:avLst/>
                <a:gdLst/>
                <a:ahLst/>
                <a:cxnLst/>
                <a:rect l="0" t="0" r="0" b="0"/>
                <a:pathLst>
                  <a:path w="915611" h="918780">
                    <a:moveTo>
                      <a:pt x="914400" y="914400"/>
                    </a:moveTo>
                    <a:lnTo>
                      <a:pt x="915611" y="914400"/>
                    </a:lnTo>
                    <a:lnTo>
                      <a:pt x="914400" y="91878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h4469"/>
              <p:cNvSpPr/>
              <p:nvPr/>
            </p:nvSpPr>
            <p:spPr>
              <a:xfrm>
                <a:off x="2179163" y="1757348"/>
                <a:ext cx="914400" cy="9233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69">
                    <a:moveTo>
                      <a:pt x="914400" y="914400"/>
                    </a:moveTo>
                    <a:lnTo>
                      <a:pt x="914400" y="923369"/>
                    </a:lnTo>
                    <a:lnTo>
                      <a:pt x="913451" y="921438"/>
                    </a:lnTo>
                    <a:lnTo>
                      <a:pt x="910340" y="914400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h4470"/>
              <p:cNvSpPr/>
              <p:nvPr/>
            </p:nvSpPr>
            <p:spPr>
              <a:xfrm>
                <a:off x="217916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82" y="931638"/>
                    </a:lnTo>
                    <a:lnTo>
                      <a:pt x="917368" y="929413"/>
                    </a:lnTo>
                    <a:lnTo>
                      <a:pt x="914400" y="9233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h4471"/>
              <p:cNvSpPr/>
              <p:nvPr/>
            </p:nvSpPr>
            <p:spPr>
              <a:xfrm>
                <a:off x="218842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h4472"/>
              <p:cNvSpPr/>
              <p:nvPr/>
            </p:nvSpPr>
            <p:spPr>
              <a:xfrm>
                <a:off x="219768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h4473"/>
              <p:cNvSpPr/>
              <p:nvPr/>
            </p:nvSpPr>
            <p:spPr>
              <a:xfrm>
                <a:off x="220695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h4474"/>
              <p:cNvSpPr/>
              <p:nvPr/>
            </p:nvSpPr>
            <p:spPr>
              <a:xfrm>
                <a:off x="221621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h4475"/>
              <p:cNvSpPr/>
              <p:nvPr/>
            </p:nvSpPr>
            <p:spPr>
              <a:xfrm>
                <a:off x="222547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h4476"/>
              <p:cNvSpPr/>
              <p:nvPr/>
            </p:nvSpPr>
            <p:spPr>
              <a:xfrm>
                <a:off x="223473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h4477"/>
              <p:cNvSpPr/>
              <p:nvPr/>
            </p:nvSpPr>
            <p:spPr>
              <a:xfrm>
                <a:off x="224399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h4478"/>
              <p:cNvSpPr/>
              <p:nvPr/>
            </p:nvSpPr>
            <p:spPr>
              <a:xfrm>
                <a:off x="225326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h4479"/>
              <p:cNvSpPr/>
              <p:nvPr/>
            </p:nvSpPr>
            <p:spPr>
              <a:xfrm>
                <a:off x="226252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h4480"/>
              <p:cNvSpPr/>
              <p:nvPr/>
            </p:nvSpPr>
            <p:spPr>
              <a:xfrm>
                <a:off x="227178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h4481"/>
              <p:cNvSpPr/>
              <p:nvPr/>
            </p:nvSpPr>
            <p:spPr>
              <a:xfrm>
                <a:off x="228104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h4482"/>
              <p:cNvSpPr/>
              <p:nvPr/>
            </p:nvSpPr>
            <p:spPr>
              <a:xfrm>
                <a:off x="229031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h4483"/>
              <p:cNvSpPr/>
              <p:nvPr/>
            </p:nvSpPr>
            <p:spPr>
              <a:xfrm>
                <a:off x="229957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h4484"/>
              <p:cNvSpPr/>
              <p:nvPr/>
            </p:nvSpPr>
            <p:spPr>
              <a:xfrm>
                <a:off x="230883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h4485"/>
              <p:cNvSpPr/>
              <p:nvPr/>
            </p:nvSpPr>
            <p:spPr>
              <a:xfrm>
                <a:off x="23180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h4486"/>
              <p:cNvSpPr/>
              <p:nvPr/>
            </p:nvSpPr>
            <p:spPr>
              <a:xfrm>
                <a:off x="23273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h4487"/>
              <p:cNvSpPr/>
              <p:nvPr/>
            </p:nvSpPr>
            <p:spPr>
              <a:xfrm>
                <a:off x="23366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h4488"/>
              <p:cNvSpPr/>
              <p:nvPr/>
            </p:nvSpPr>
            <p:spPr>
              <a:xfrm>
                <a:off x="23458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h4489"/>
              <p:cNvSpPr/>
              <p:nvPr/>
            </p:nvSpPr>
            <p:spPr>
              <a:xfrm>
                <a:off x="235514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h4490"/>
              <p:cNvSpPr/>
              <p:nvPr/>
            </p:nvSpPr>
            <p:spPr>
              <a:xfrm>
                <a:off x="23644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h4491"/>
              <p:cNvSpPr/>
              <p:nvPr/>
            </p:nvSpPr>
            <p:spPr>
              <a:xfrm>
                <a:off x="23736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h4492"/>
              <p:cNvSpPr/>
              <p:nvPr/>
            </p:nvSpPr>
            <p:spPr>
              <a:xfrm>
                <a:off x="23829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h4493"/>
              <p:cNvSpPr/>
              <p:nvPr/>
            </p:nvSpPr>
            <p:spPr>
              <a:xfrm>
                <a:off x="239219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h4494"/>
              <p:cNvSpPr/>
              <p:nvPr/>
            </p:nvSpPr>
            <p:spPr>
              <a:xfrm>
                <a:off x="24014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h4495"/>
              <p:cNvSpPr/>
              <p:nvPr/>
            </p:nvSpPr>
            <p:spPr>
              <a:xfrm>
                <a:off x="24107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h4496"/>
              <p:cNvSpPr/>
              <p:nvPr/>
            </p:nvSpPr>
            <p:spPr>
              <a:xfrm>
                <a:off x="24199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h4497"/>
              <p:cNvSpPr/>
              <p:nvPr/>
            </p:nvSpPr>
            <p:spPr>
              <a:xfrm>
                <a:off x="24292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h4498"/>
              <p:cNvSpPr/>
              <p:nvPr/>
            </p:nvSpPr>
            <p:spPr>
              <a:xfrm>
                <a:off x="243850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h4499"/>
              <p:cNvSpPr/>
              <p:nvPr/>
            </p:nvSpPr>
            <p:spPr>
              <a:xfrm>
                <a:off x="24477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h4500"/>
              <p:cNvSpPr/>
              <p:nvPr/>
            </p:nvSpPr>
            <p:spPr>
              <a:xfrm>
                <a:off x="24570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h4501"/>
              <p:cNvSpPr/>
              <p:nvPr/>
            </p:nvSpPr>
            <p:spPr>
              <a:xfrm>
                <a:off x="2475555" y="17745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145" y="897161"/>
                    </a:lnTo>
                    <a:lnTo>
                      <a:pt x="914215" y="903484"/>
                    </a:lnTo>
                    <a:lnTo>
                      <a:pt x="914399" y="904119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h4502"/>
              <p:cNvSpPr/>
              <p:nvPr/>
            </p:nvSpPr>
            <p:spPr>
              <a:xfrm>
                <a:off x="2475555" y="1774587"/>
                <a:ext cx="9173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31" h="914400">
                    <a:moveTo>
                      <a:pt x="914399" y="914400"/>
                    </a:moveTo>
                    <a:lnTo>
                      <a:pt x="914399" y="904119"/>
                    </a:lnTo>
                    <a:lnTo>
                      <a:pt x="916991" y="913060"/>
                    </a:lnTo>
                    <a:lnTo>
                      <a:pt x="917331" y="91440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h4503"/>
              <p:cNvSpPr/>
              <p:nvPr/>
            </p:nvSpPr>
            <p:spPr>
              <a:xfrm>
                <a:off x="3142434" y="17573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950" y="931638"/>
                    </a:lnTo>
                    <a:lnTo>
                      <a:pt x="909180" y="929625"/>
                    </a:lnTo>
                    <a:lnTo>
                      <a:pt x="910669" y="919268"/>
                    </a:lnTo>
                    <a:lnTo>
                      <a:pt x="911517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h4504"/>
              <p:cNvSpPr/>
              <p:nvPr/>
            </p:nvSpPr>
            <p:spPr>
              <a:xfrm>
                <a:off x="314243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h4505"/>
              <p:cNvSpPr/>
              <p:nvPr/>
            </p:nvSpPr>
            <p:spPr>
              <a:xfrm>
                <a:off x="31516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h4506"/>
              <p:cNvSpPr/>
              <p:nvPr/>
            </p:nvSpPr>
            <p:spPr>
              <a:xfrm>
                <a:off x="31609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h4507"/>
              <p:cNvSpPr/>
              <p:nvPr/>
            </p:nvSpPr>
            <p:spPr>
              <a:xfrm>
                <a:off x="31702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h4508"/>
              <p:cNvSpPr/>
              <p:nvPr/>
            </p:nvSpPr>
            <p:spPr>
              <a:xfrm>
                <a:off x="31794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h4509"/>
              <p:cNvSpPr/>
              <p:nvPr/>
            </p:nvSpPr>
            <p:spPr>
              <a:xfrm>
                <a:off x="318874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h4510"/>
              <p:cNvSpPr/>
              <p:nvPr/>
            </p:nvSpPr>
            <p:spPr>
              <a:xfrm>
                <a:off x="31980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h4511"/>
              <p:cNvSpPr/>
              <p:nvPr/>
            </p:nvSpPr>
            <p:spPr>
              <a:xfrm>
                <a:off x="32072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h4512"/>
              <p:cNvSpPr/>
              <p:nvPr/>
            </p:nvSpPr>
            <p:spPr>
              <a:xfrm>
                <a:off x="32165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h4513"/>
              <p:cNvSpPr/>
              <p:nvPr/>
            </p:nvSpPr>
            <p:spPr>
              <a:xfrm>
                <a:off x="322579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h4514"/>
              <p:cNvSpPr/>
              <p:nvPr/>
            </p:nvSpPr>
            <p:spPr>
              <a:xfrm>
                <a:off x="32350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h4515"/>
              <p:cNvSpPr/>
              <p:nvPr/>
            </p:nvSpPr>
            <p:spPr>
              <a:xfrm>
                <a:off x="32443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h4516"/>
              <p:cNvSpPr/>
              <p:nvPr/>
            </p:nvSpPr>
            <p:spPr>
              <a:xfrm>
                <a:off x="32535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h4517"/>
              <p:cNvSpPr/>
              <p:nvPr/>
            </p:nvSpPr>
            <p:spPr>
              <a:xfrm>
                <a:off x="32628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h4518"/>
              <p:cNvSpPr/>
              <p:nvPr/>
            </p:nvSpPr>
            <p:spPr>
              <a:xfrm>
                <a:off x="327210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h4519"/>
              <p:cNvSpPr/>
              <p:nvPr/>
            </p:nvSpPr>
            <p:spPr>
              <a:xfrm>
                <a:off x="32813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h4520"/>
              <p:cNvSpPr/>
              <p:nvPr/>
            </p:nvSpPr>
            <p:spPr>
              <a:xfrm>
                <a:off x="32906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h4521"/>
              <p:cNvSpPr/>
              <p:nvPr/>
            </p:nvSpPr>
            <p:spPr>
              <a:xfrm>
                <a:off x="329989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h4522"/>
              <p:cNvSpPr/>
              <p:nvPr/>
            </p:nvSpPr>
            <p:spPr>
              <a:xfrm>
                <a:off x="330915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h4523"/>
              <p:cNvSpPr/>
              <p:nvPr/>
            </p:nvSpPr>
            <p:spPr>
              <a:xfrm>
                <a:off x="331841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h4524"/>
              <p:cNvSpPr/>
              <p:nvPr/>
            </p:nvSpPr>
            <p:spPr>
              <a:xfrm>
                <a:off x="332767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h4525"/>
              <p:cNvSpPr/>
              <p:nvPr/>
            </p:nvSpPr>
            <p:spPr>
              <a:xfrm>
                <a:off x="333694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h4526"/>
              <p:cNvSpPr/>
              <p:nvPr/>
            </p:nvSpPr>
            <p:spPr>
              <a:xfrm>
                <a:off x="334620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h4527"/>
              <p:cNvSpPr/>
              <p:nvPr/>
            </p:nvSpPr>
            <p:spPr>
              <a:xfrm>
                <a:off x="335546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h4528"/>
              <p:cNvSpPr/>
              <p:nvPr/>
            </p:nvSpPr>
            <p:spPr>
              <a:xfrm>
                <a:off x="336472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h4529"/>
              <p:cNvSpPr/>
              <p:nvPr/>
            </p:nvSpPr>
            <p:spPr>
              <a:xfrm>
                <a:off x="337399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h4530"/>
              <p:cNvSpPr/>
              <p:nvPr/>
            </p:nvSpPr>
            <p:spPr>
              <a:xfrm>
                <a:off x="3383252" y="1774587"/>
                <a:ext cx="9197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708" y="897161"/>
                    </a:lnTo>
                    <a:lnTo>
                      <a:pt x="918681" y="902071"/>
                    </a:lnTo>
                    <a:lnTo>
                      <a:pt x="916303" y="911895"/>
                    </a:lnTo>
                    <a:lnTo>
                      <a:pt x="915611" y="914400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h4531"/>
              <p:cNvSpPr/>
              <p:nvPr/>
            </p:nvSpPr>
            <p:spPr>
              <a:xfrm>
                <a:off x="2169901" y="1740110"/>
                <a:ext cx="914400" cy="91832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327">
                    <a:moveTo>
                      <a:pt x="914400" y="914400"/>
                    </a:moveTo>
                    <a:lnTo>
                      <a:pt x="914400" y="918327"/>
                    </a:lnTo>
                    <a:lnTo>
                      <a:pt x="913005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h4532"/>
              <p:cNvSpPr/>
              <p:nvPr/>
            </p:nvSpPr>
            <p:spPr>
              <a:xfrm>
                <a:off x="216990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02" y="931638"/>
                    </a:lnTo>
                    <a:lnTo>
                      <a:pt x="919025" y="930332"/>
                    </a:lnTo>
                    <a:lnTo>
                      <a:pt x="915576" y="921640"/>
                    </a:lnTo>
                    <a:lnTo>
                      <a:pt x="914400" y="918327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h4533"/>
              <p:cNvSpPr/>
              <p:nvPr/>
            </p:nvSpPr>
            <p:spPr>
              <a:xfrm>
                <a:off x="217916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h4534"/>
              <p:cNvSpPr/>
              <p:nvPr/>
            </p:nvSpPr>
            <p:spPr>
              <a:xfrm>
                <a:off x="218842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h4535"/>
              <p:cNvSpPr/>
              <p:nvPr/>
            </p:nvSpPr>
            <p:spPr>
              <a:xfrm>
                <a:off x="219768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h4536"/>
              <p:cNvSpPr/>
              <p:nvPr/>
            </p:nvSpPr>
            <p:spPr>
              <a:xfrm>
                <a:off x="220695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h4537"/>
              <p:cNvSpPr/>
              <p:nvPr/>
            </p:nvSpPr>
            <p:spPr>
              <a:xfrm>
                <a:off x="221621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h4538"/>
              <p:cNvSpPr/>
              <p:nvPr/>
            </p:nvSpPr>
            <p:spPr>
              <a:xfrm>
                <a:off x="222547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h4539"/>
              <p:cNvSpPr/>
              <p:nvPr/>
            </p:nvSpPr>
            <p:spPr>
              <a:xfrm>
                <a:off x="223473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h4540"/>
              <p:cNvSpPr/>
              <p:nvPr/>
            </p:nvSpPr>
            <p:spPr>
              <a:xfrm>
                <a:off x="224399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h4541"/>
              <p:cNvSpPr/>
              <p:nvPr/>
            </p:nvSpPr>
            <p:spPr>
              <a:xfrm>
                <a:off x="225326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h4542"/>
              <p:cNvSpPr/>
              <p:nvPr/>
            </p:nvSpPr>
            <p:spPr>
              <a:xfrm>
                <a:off x="226252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h4543"/>
              <p:cNvSpPr/>
              <p:nvPr/>
            </p:nvSpPr>
            <p:spPr>
              <a:xfrm>
                <a:off x="227178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h4544"/>
              <p:cNvSpPr/>
              <p:nvPr/>
            </p:nvSpPr>
            <p:spPr>
              <a:xfrm>
                <a:off x="228104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h4545"/>
              <p:cNvSpPr/>
              <p:nvPr/>
            </p:nvSpPr>
            <p:spPr>
              <a:xfrm>
                <a:off x="229031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h4546"/>
              <p:cNvSpPr/>
              <p:nvPr/>
            </p:nvSpPr>
            <p:spPr>
              <a:xfrm>
                <a:off x="229957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h4547"/>
              <p:cNvSpPr/>
              <p:nvPr/>
            </p:nvSpPr>
            <p:spPr>
              <a:xfrm>
                <a:off x="230883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h4548"/>
              <p:cNvSpPr/>
              <p:nvPr/>
            </p:nvSpPr>
            <p:spPr>
              <a:xfrm>
                <a:off x="23180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h4549"/>
              <p:cNvSpPr/>
              <p:nvPr/>
            </p:nvSpPr>
            <p:spPr>
              <a:xfrm>
                <a:off x="23273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h4550"/>
              <p:cNvSpPr/>
              <p:nvPr/>
            </p:nvSpPr>
            <p:spPr>
              <a:xfrm>
                <a:off x="23366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h4551"/>
              <p:cNvSpPr/>
              <p:nvPr/>
            </p:nvSpPr>
            <p:spPr>
              <a:xfrm>
                <a:off x="23458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h4552"/>
              <p:cNvSpPr/>
              <p:nvPr/>
            </p:nvSpPr>
            <p:spPr>
              <a:xfrm>
                <a:off x="235514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h4553"/>
              <p:cNvSpPr/>
              <p:nvPr/>
            </p:nvSpPr>
            <p:spPr>
              <a:xfrm>
                <a:off x="23644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h4554"/>
              <p:cNvSpPr/>
              <p:nvPr/>
            </p:nvSpPr>
            <p:spPr>
              <a:xfrm>
                <a:off x="23736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h4555"/>
              <p:cNvSpPr/>
              <p:nvPr/>
            </p:nvSpPr>
            <p:spPr>
              <a:xfrm>
                <a:off x="23829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h4556"/>
              <p:cNvSpPr/>
              <p:nvPr/>
            </p:nvSpPr>
            <p:spPr>
              <a:xfrm>
                <a:off x="239219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h4557"/>
              <p:cNvSpPr/>
              <p:nvPr/>
            </p:nvSpPr>
            <p:spPr>
              <a:xfrm>
                <a:off x="24014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h4558"/>
              <p:cNvSpPr/>
              <p:nvPr/>
            </p:nvSpPr>
            <p:spPr>
              <a:xfrm>
                <a:off x="24107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h4559"/>
              <p:cNvSpPr/>
              <p:nvPr/>
            </p:nvSpPr>
            <p:spPr>
              <a:xfrm>
                <a:off x="24199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h4560"/>
              <p:cNvSpPr/>
              <p:nvPr/>
            </p:nvSpPr>
            <p:spPr>
              <a:xfrm>
                <a:off x="24292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h4561"/>
              <p:cNvSpPr/>
              <p:nvPr/>
            </p:nvSpPr>
            <p:spPr>
              <a:xfrm>
                <a:off x="243850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h4562"/>
              <p:cNvSpPr/>
              <p:nvPr/>
            </p:nvSpPr>
            <p:spPr>
              <a:xfrm>
                <a:off x="24477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h4563"/>
              <p:cNvSpPr/>
              <p:nvPr/>
            </p:nvSpPr>
            <p:spPr>
              <a:xfrm>
                <a:off x="24570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h4564"/>
              <p:cNvSpPr/>
              <p:nvPr/>
            </p:nvSpPr>
            <p:spPr>
              <a:xfrm>
                <a:off x="2466292" y="1757348"/>
                <a:ext cx="921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64" y="897161"/>
                    </a:lnTo>
                    <a:lnTo>
                      <a:pt x="917135" y="902449"/>
                    </a:lnTo>
                    <a:lnTo>
                      <a:pt x="920435" y="911430"/>
                    </a:lnTo>
                    <a:lnTo>
                      <a:pt x="921407" y="914400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h4565"/>
              <p:cNvSpPr/>
              <p:nvPr/>
            </p:nvSpPr>
            <p:spPr>
              <a:xfrm>
                <a:off x="3142434" y="17573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517" y="914400"/>
                    </a:lnTo>
                    <a:lnTo>
                      <a:pt x="912444" y="909069"/>
                    </a:lnTo>
                    <a:lnTo>
                      <a:pt x="914400" y="89954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h4566"/>
              <p:cNvSpPr/>
              <p:nvPr/>
            </p:nvSpPr>
            <p:spPr>
              <a:xfrm>
                <a:off x="3151697" y="17401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787"/>
                    </a:lnTo>
                    <a:lnTo>
                      <a:pt x="905239" y="916293"/>
                    </a:lnTo>
                    <a:lnTo>
                      <a:pt x="905359" y="915751"/>
                    </a:lnTo>
                    <a:lnTo>
                      <a:pt x="905480" y="915202"/>
                    </a:lnTo>
                    <a:lnTo>
                      <a:pt x="905602" y="914654"/>
                    </a:lnTo>
                    <a:lnTo>
                      <a:pt x="905658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h4567"/>
              <p:cNvSpPr/>
              <p:nvPr/>
            </p:nvSpPr>
            <p:spPr>
              <a:xfrm>
                <a:off x="31516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h4568"/>
              <p:cNvSpPr/>
              <p:nvPr/>
            </p:nvSpPr>
            <p:spPr>
              <a:xfrm>
                <a:off x="31609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h4569"/>
              <p:cNvSpPr/>
              <p:nvPr/>
            </p:nvSpPr>
            <p:spPr>
              <a:xfrm>
                <a:off x="31702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h4570"/>
              <p:cNvSpPr/>
              <p:nvPr/>
            </p:nvSpPr>
            <p:spPr>
              <a:xfrm>
                <a:off x="31794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h4571"/>
              <p:cNvSpPr/>
              <p:nvPr/>
            </p:nvSpPr>
            <p:spPr>
              <a:xfrm>
                <a:off x="318874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h4572"/>
              <p:cNvSpPr/>
              <p:nvPr/>
            </p:nvSpPr>
            <p:spPr>
              <a:xfrm>
                <a:off x="31980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h4573"/>
              <p:cNvSpPr/>
              <p:nvPr/>
            </p:nvSpPr>
            <p:spPr>
              <a:xfrm>
                <a:off x="32072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h4574"/>
              <p:cNvSpPr/>
              <p:nvPr/>
            </p:nvSpPr>
            <p:spPr>
              <a:xfrm>
                <a:off x="32165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h4575"/>
              <p:cNvSpPr/>
              <p:nvPr/>
            </p:nvSpPr>
            <p:spPr>
              <a:xfrm>
                <a:off x="322579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h4576"/>
              <p:cNvSpPr/>
              <p:nvPr/>
            </p:nvSpPr>
            <p:spPr>
              <a:xfrm>
                <a:off x="32350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h4577"/>
              <p:cNvSpPr/>
              <p:nvPr/>
            </p:nvSpPr>
            <p:spPr>
              <a:xfrm>
                <a:off x="32443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h4578"/>
              <p:cNvSpPr/>
              <p:nvPr/>
            </p:nvSpPr>
            <p:spPr>
              <a:xfrm>
                <a:off x="32535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h4579"/>
              <p:cNvSpPr/>
              <p:nvPr/>
            </p:nvSpPr>
            <p:spPr>
              <a:xfrm>
                <a:off x="32628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h4580"/>
              <p:cNvSpPr/>
              <p:nvPr/>
            </p:nvSpPr>
            <p:spPr>
              <a:xfrm>
                <a:off x="327210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h4581"/>
              <p:cNvSpPr/>
              <p:nvPr/>
            </p:nvSpPr>
            <p:spPr>
              <a:xfrm>
                <a:off x="32813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h4582"/>
              <p:cNvSpPr/>
              <p:nvPr/>
            </p:nvSpPr>
            <p:spPr>
              <a:xfrm>
                <a:off x="32906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h4583"/>
              <p:cNvSpPr/>
              <p:nvPr/>
            </p:nvSpPr>
            <p:spPr>
              <a:xfrm>
                <a:off x="329989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h4584"/>
              <p:cNvSpPr/>
              <p:nvPr/>
            </p:nvSpPr>
            <p:spPr>
              <a:xfrm>
                <a:off x="330915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h4585"/>
              <p:cNvSpPr/>
              <p:nvPr/>
            </p:nvSpPr>
            <p:spPr>
              <a:xfrm>
                <a:off x="331841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h4586"/>
              <p:cNvSpPr/>
              <p:nvPr/>
            </p:nvSpPr>
            <p:spPr>
              <a:xfrm>
                <a:off x="332767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h4587"/>
              <p:cNvSpPr/>
              <p:nvPr/>
            </p:nvSpPr>
            <p:spPr>
              <a:xfrm>
                <a:off x="333694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h4588"/>
              <p:cNvSpPr/>
              <p:nvPr/>
            </p:nvSpPr>
            <p:spPr>
              <a:xfrm>
                <a:off x="334620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h4589"/>
              <p:cNvSpPr/>
              <p:nvPr/>
            </p:nvSpPr>
            <p:spPr>
              <a:xfrm>
                <a:off x="335546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h4590"/>
              <p:cNvSpPr/>
              <p:nvPr/>
            </p:nvSpPr>
            <p:spPr>
              <a:xfrm>
                <a:off x="336472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h4591"/>
              <p:cNvSpPr/>
              <p:nvPr/>
            </p:nvSpPr>
            <p:spPr>
              <a:xfrm>
                <a:off x="337399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h4592"/>
              <p:cNvSpPr/>
              <p:nvPr/>
            </p:nvSpPr>
            <p:spPr>
              <a:xfrm>
                <a:off x="3383252" y="1757348"/>
                <a:ext cx="9228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872" y="897161"/>
                    </a:lnTo>
                    <a:lnTo>
                      <a:pt x="922596" y="899038"/>
                    </a:lnTo>
                    <a:lnTo>
                      <a:pt x="920780" y="909269"/>
                    </a:lnTo>
                    <a:lnTo>
                      <a:pt x="919708" y="914400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h4593"/>
              <p:cNvSpPr/>
              <p:nvPr/>
            </p:nvSpPr>
            <p:spPr>
              <a:xfrm>
                <a:off x="2169901" y="17228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005" y="931638"/>
                    </a:lnTo>
                    <a:lnTo>
                      <a:pt x="912375" y="929863"/>
                    </a:lnTo>
                    <a:lnTo>
                      <a:pt x="909432" y="920549"/>
                    </a:lnTo>
                    <a:lnTo>
                      <a:pt x="907714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h4594"/>
              <p:cNvSpPr/>
              <p:nvPr/>
            </p:nvSpPr>
            <p:spPr>
              <a:xfrm>
                <a:off x="216990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h4595"/>
              <p:cNvSpPr/>
              <p:nvPr/>
            </p:nvSpPr>
            <p:spPr>
              <a:xfrm>
                <a:off x="217916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h4596"/>
              <p:cNvSpPr/>
              <p:nvPr/>
            </p:nvSpPr>
            <p:spPr>
              <a:xfrm>
                <a:off x="218842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h4597"/>
              <p:cNvSpPr/>
              <p:nvPr/>
            </p:nvSpPr>
            <p:spPr>
              <a:xfrm>
                <a:off x="219768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h4598"/>
              <p:cNvSpPr/>
              <p:nvPr/>
            </p:nvSpPr>
            <p:spPr>
              <a:xfrm>
                <a:off x="220695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h4599"/>
              <p:cNvSpPr/>
              <p:nvPr/>
            </p:nvSpPr>
            <p:spPr>
              <a:xfrm>
                <a:off x="221621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h4600"/>
              <p:cNvSpPr/>
              <p:nvPr/>
            </p:nvSpPr>
            <p:spPr>
              <a:xfrm>
                <a:off x="222547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h4601"/>
              <p:cNvSpPr/>
              <p:nvPr/>
            </p:nvSpPr>
            <p:spPr>
              <a:xfrm>
                <a:off x="223473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1">
                  <a:alpha val="100000"/>
                </a:srgbClr>
              </a:solidFill>
              <a:ln w="5420" cap="flat">
                <a:solidFill>
                  <a:srgbClr val="94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h4602"/>
              <p:cNvSpPr/>
              <p:nvPr/>
            </p:nvSpPr>
            <p:spPr>
              <a:xfrm>
                <a:off x="224399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h4603"/>
              <p:cNvSpPr/>
              <p:nvPr/>
            </p:nvSpPr>
            <p:spPr>
              <a:xfrm>
                <a:off x="225326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h4604"/>
              <p:cNvSpPr/>
              <p:nvPr/>
            </p:nvSpPr>
            <p:spPr>
              <a:xfrm>
                <a:off x="226252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h4605"/>
              <p:cNvSpPr/>
              <p:nvPr/>
            </p:nvSpPr>
            <p:spPr>
              <a:xfrm>
                <a:off x="227178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h4606"/>
              <p:cNvSpPr/>
              <p:nvPr/>
            </p:nvSpPr>
            <p:spPr>
              <a:xfrm>
                <a:off x="228104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h4607"/>
              <p:cNvSpPr/>
              <p:nvPr/>
            </p:nvSpPr>
            <p:spPr>
              <a:xfrm>
                <a:off x="229031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h4608"/>
              <p:cNvSpPr/>
              <p:nvPr/>
            </p:nvSpPr>
            <p:spPr>
              <a:xfrm>
                <a:off x="229957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h4609"/>
              <p:cNvSpPr/>
              <p:nvPr/>
            </p:nvSpPr>
            <p:spPr>
              <a:xfrm>
                <a:off x="230883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h4610"/>
              <p:cNvSpPr/>
              <p:nvPr/>
            </p:nvSpPr>
            <p:spPr>
              <a:xfrm>
                <a:off x="23180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h4611"/>
              <p:cNvSpPr/>
              <p:nvPr/>
            </p:nvSpPr>
            <p:spPr>
              <a:xfrm>
                <a:off x="23273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h4612"/>
              <p:cNvSpPr/>
              <p:nvPr/>
            </p:nvSpPr>
            <p:spPr>
              <a:xfrm>
                <a:off x="23366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h4613"/>
              <p:cNvSpPr/>
              <p:nvPr/>
            </p:nvSpPr>
            <p:spPr>
              <a:xfrm>
                <a:off x="23458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h4614"/>
              <p:cNvSpPr/>
              <p:nvPr/>
            </p:nvSpPr>
            <p:spPr>
              <a:xfrm>
                <a:off x="235514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h4615"/>
              <p:cNvSpPr/>
              <p:nvPr/>
            </p:nvSpPr>
            <p:spPr>
              <a:xfrm>
                <a:off x="23644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h4616"/>
              <p:cNvSpPr/>
              <p:nvPr/>
            </p:nvSpPr>
            <p:spPr>
              <a:xfrm>
                <a:off x="23736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h4617"/>
              <p:cNvSpPr/>
              <p:nvPr/>
            </p:nvSpPr>
            <p:spPr>
              <a:xfrm>
                <a:off x="23829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h4618"/>
              <p:cNvSpPr/>
              <p:nvPr/>
            </p:nvSpPr>
            <p:spPr>
              <a:xfrm>
                <a:off x="239219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h4619"/>
              <p:cNvSpPr/>
              <p:nvPr/>
            </p:nvSpPr>
            <p:spPr>
              <a:xfrm>
                <a:off x="24014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h4620"/>
              <p:cNvSpPr/>
              <p:nvPr/>
            </p:nvSpPr>
            <p:spPr>
              <a:xfrm>
                <a:off x="24107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h4621"/>
              <p:cNvSpPr/>
              <p:nvPr/>
            </p:nvSpPr>
            <p:spPr>
              <a:xfrm>
                <a:off x="24199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h4622"/>
              <p:cNvSpPr/>
              <p:nvPr/>
            </p:nvSpPr>
            <p:spPr>
              <a:xfrm>
                <a:off x="24292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h4623"/>
              <p:cNvSpPr/>
              <p:nvPr/>
            </p:nvSpPr>
            <p:spPr>
              <a:xfrm>
                <a:off x="243850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h4624"/>
              <p:cNvSpPr/>
              <p:nvPr/>
            </p:nvSpPr>
            <p:spPr>
              <a:xfrm>
                <a:off x="24477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h4625"/>
              <p:cNvSpPr/>
              <p:nvPr/>
            </p:nvSpPr>
            <p:spPr>
              <a:xfrm>
                <a:off x="2466292" y="17401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52" y="897161"/>
                    </a:lnTo>
                    <a:lnTo>
                      <a:pt x="909796" y="902755"/>
                    </a:lnTo>
                    <a:lnTo>
                      <a:pt x="913585" y="911042"/>
                    </a:lnTo>
                    <a:lnTo>
                      <a:pt x="914400" y="913026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h4626"/>
              <p:cNvSpPr/>
              <p:nvPr/>
            </p:nvSpPr>
            <p:spPr>
              <a:xfrm>
                <a:off x="2466292" y="1740110"/>
                <a:ext cx="9149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64" h="914400">
                    <a:moveTo>
                      <a:pt x="914400" y="914400"/>
                    </a:moveTo>
                    <a:lnTo>
                      <a:pt x="914400" y="913026"/>
                    </a:lnTo>
                    <a:lnTo>
                      <a:pt x="914964" y="914400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h4627"/>
              <p:cNvSpPr/>
              <p:nvPr/>
            </p:nvSpPr>
            <p:spPr>
              <a:xfrm>
                <a:off x="3142434" y="1722871"/>
                <a:ext cx="914400" cy="9212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99">
                    <a:moveTo>
                      <a:pt x="914400" y="914400"/>
                    </a:moveTo>
                    <a:lnTo>
                      <a:pt x="914400" y="921299"/>
                    </a:lnTo>
                    <a:lnTo>
                      <a:pt x="911692" y="919372"/>
                    </a:lnTo>
                    <a:lnTo>
                      <a:pt x="906421" y="915025"/>
                    </a:lnTo>
                    <a:lnTo>
                      <a:pt x="905758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h4628"/>
              <p:cNvSpPr/>
              <p:nvPr/>
            </p:nvSpPr>
            <p:spPr>
              <a:xfrm>
                <a:off x="314243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20" y="931638"/>
                    </a:lnTo>
                    <a:lnTo>
                      <a:pt x="914985" y="931344"/>
                    </a:lnTo>
                    <a:lnTo>
                      <a:pt x="915107" y="930796"/>
                    </a:lnTo>
                    <a:lnTo>
                      <a:pt x="915228" y="930248"/>
                    </a:lnTo>
                    <a:lnTo>
                      <a:pt x="915350" y="929700"/>
                    </a:lnTo>
                    <a:lnTo>
                      <a:pt x="915471" y="929152"/>
                    </a:lnTo>
                    <a:lnTo>
                      <a:pt x="915593" y="928604"/>
                    </a:lnTo>
                    <a:lnTo>
                      <a:pt x="915714" y="928055"/>
                    </a:lnTo>
                    <a:lnTo>
                      <a:pt x="915836" y="927507"/>
                    </a:lnTo>
                    <a:lnTo>
                      <a:pt x="915957" y="926959"/>
                    </a:lnTo>
                    <a:lnTo>
                      <a:pt x="916079" y="926411"/>
                    </a:lnTo>
                    <a:lnTo>
                      <a:pt x="916200" y="925863"/>
                    </a:lnTo>
                    <a:lnTo>
                      <a:pt x="916322" y="925315"/>
                    </a:lnTo>
                    <a:lnTo>
                      <a:pt x="916444" y="924766"/>
                    </a:lnTo>
                    <a:lnTo>
                      <a:pt x="916565" y="924218"/>
                    </a:lnTo>
                    <a:lnTo>
                      <a:pt x="916687" y="923670"/>
                    </a:lnTo>
                    <a:lnTo>
                      <a:pt x="916829" y="923028"/>
                    </a:lnTo>
                    <a:lnTo>
                      <a:pt x="914400" y="92129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h4629"/>
              <p:cNvSpPr/>
              <p:nvPr/>
            </p:nvSpPr>
            <p:spPr>
              <a:xfrm>
                <a:off x="31516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h4630"/>
              <p:cNvSpPr/>
              <p:nvPr/>
            </p:nvSpPr>
            <p:spPr>
              <a:xfrm>
                <a:off x="31609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h4631"/>
              <p:cNvSpPr/>
              <p:nvPr/>
            </p:nvSpPr>
            <p:spPr>
              <a:xfrm>
                <a:off x="31702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h4632"/>
              <p:cNvSpPr/>
              <p:nvPr/>
            </p:nvSpPr>
            <p:spPr>
              <a:xfrm>
                <a:off x="31794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h4633"/>
              <p:cNvSpPr/>
              <p:nvPr/>
            </p:nvSpPr>
            <p:spPr>
              <a:xfrm>
                <a:off x="318874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h4634"/>
              <p:cNvSpPr/>
              <p:nvPr/>
            </p:nvSpPr>
            <p:spPr>
              <a:xfrm>
                <a:off x="31980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h4635"/>
              <p:cNvSpPr/>
              <p:nvPr/>
            </p:nvSpPr>
            <p:spPr>
              <a:xfrm>
                <a:off x="32072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h4636"/>
              <p:cNvSpPr/>
              <p:nvPr/>
            </p:nvSpPr>
            <p:spPr>
              <a:xfrm>
                <a:off x="32165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h4637"/>
              <p:cNvSpPr/>
              <p:nvPr/>
            </p:nvSpPr>
            <p:spPr>
              <a:xfrm>
                <a:off x="322579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h4638"/>
              <p:cNvSpPr/>
              <p:nvPr/>
            </p:nvSpPr>
            <p:spPr>
              <a:xfrm>
                <a:off x="32350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h4639"/>
              <p:cNvSpPr/>
              <p:nvPr/>
            </p:nvSpPr>
            <p:spPr>
              <a:xfrm>
                <a:off x="32443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h4640"/>
              <p:cNvSpPr/>
              <p:nvPr/>
            </p:nvSpPr>
            <p:spPr>
              <a:xfrm>
                <a:off x="32535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h4641"/>
              <p:cNvSpPr/>
              <p:nvPr/>
            </p:nvSpPr>
            <p:spPr>
              <a:xfrm>
                <a:off x="32628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h4642"/>
              <p:cNvSpPr/>
              <p:nvPr/>
            </p:nvSpPr>
            <p:spPr>
              <a:xfrm>
                <a:off x="327210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h4643"/>
              <p:cNvSpPr/>
              <p:nvPr/>
            </p:nvSpPr>
            <p:spPr>
              <a:xfrm>
                <a:off x="32813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h4644"/>
              <p:cNvSpPr/>
              <p:nvPr/>
            </p:nvSpPr>
            <p:spPr>
              <a:xfrm>
                <a:off x="329063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h4645"/>
              <p:cNvSpPr/>
              <p:nvPr/>
            </p:nvSpPr>
            <p:spPr>
              <a:xfrm>
                <a:off x="329989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h4646"/>
              <p:cNvSpPr/>
              <p:nvPr/>
            </p:nvSpPr>
            <p:spPr>
              <a:xfrm>
                <a:off x="330915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h4647"/>
              <p:cNvSpPr/>
              <p:nvPr/>
            </p:nvSpPr>
            <p:spPr>
              <a:xfrm>
                <a:off x="331841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h4648"/>
              <p:cNvSpPr/>
              <p:nvPr/>
            </p:nvSpPr>
            <p:spPr>
              <a:xfrm>
                <a:off x="332767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h4649"/>
              <p:cNvSpPr/>
              <p:nvPr/>
            </p:nvSpPr>
            <p:spPr>
              <a:xfrm>
                <a:off x="333694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h4650"/>
              <p:cNvSpPr/>
              <p:nvPr/>
            </p:nvSpPr>
            <p:spPr>
              <a:xfrm>
                <a:off x="334620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h4651"/>
              <p:cNvSpPr/>
              <p:nvPr/>
            </p:nvSpPr>
            <p:spPr>
              <a:xfrm>
                <a:off x="335546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h4652"/>
              <p:cNvSpPr/>
              <p:nvPr/>
            </p:nvSpPr>
            <p:spPr>
              <a:xfrm>
                <a:off x="336472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h4653"/>
              <p:cNvSpPr/>
              <p:nvPr/>
            </p:nvSpPr>
            <p:spPr>
              <a:xfrm>
                <a:off x="337399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h4654"/>
              <p:cNvSpPr/>
              <p:nvPr/>
            </p:nvSpPr>
            <p:spPr>
              <a:xfrm>
                <a:off x="3383252" y="17401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024"/>
                    </a:lnTo>
                    <a:lnTo>
                      <a:pt x="922872" y="914400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h4655"/>
              <p:cNvSpPr/>
              <p:nvPr/>
            </p:nvSpPr>
            <p:spPr>
              <a:xfrm>
                <a:off x="3392514" y="1722871"/>
                <a:ext cx="918902" cy="926262"/>
              </a:xfrm>
              <a:custGeom>
                <a:avLst/>
                <a:gdLst/>
                <a:ahLst/>
                <a:cxnLst/>
                <a:rect l="0" t="0" r="0" b="0"/>
                <a:pathLst>
                  <a:path w="918902" h="926262">
                    <a:moveTo>
                      <a:pt x="914400" y="914400"/>
                    </a:moveTo>
                    <a:lnTo>
                      <a:pt x="918902" y="914400"/>
                    </a:lnTo>
                    <a:lnTo>
                      <a:pt x="918782" y="914665"/>
                    </a:lnTo>
                    <a:lnTo>
                      <a:pt x="914955" y="922323"/>
                    </a:lnTo>
                    <a:lnTo>
                      <a:pt x="914861" y="923122"/>
                    </a:lnTo>
                    <a:lnTo>
                      <a:pt x="914400" y="926262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h4656"/>
              <p:cNvSpPr/>
              <p:nvPr/>
            </p:nvSpPr>
            <p:spPr>
              <a:xfrm>
                <a:off x="2160639" y="1705633"/>
                <a:ext cx="914400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0">
                    <a:moveTo>
                      <a:pt x="914400" y="914400"/>
                    </a:moveTo>
                    <a:lnTo>
                      <a:pt x="914400" y="921590"/>
                    </a:lnTo>
                    <a:lnTo>
                      <a:pt x="913611" y="918366"/>
                    </a:lnTo>
                    <a:lnTo>
                      <a:pt x="912772" y="914400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h4657"/>
              <p:cNvSpPr/>
              <p:nvPr/>
            </p:nvSpPr>
            <p:spPr>
              <a:xfrm>
                <a:off x="216063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76" y="931638"/>
                    </a:lnTo>
                    <a:lnTo>
                      <a:pt x="916016" y="928201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h4658"/>
              <p:cNvSpPr/>
              <p:nvPr/>
            </p:nvSpPr>
            <p:spPr>
              <a:xfrm>
                <a:off x="216990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h4659"/>
              <p:cNvSpPr/>
              <p:nvPr/>
            </p:nvSpPr>
            <p:spPr>
              <a:xfrm>
                <a:off x="217916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h4660"/>
              <p:cNvSpPr/>
              <p:nvPr/>
            </p:nvSpPr>
            <p:spPr>
              <a:xfrm>
                <a:off x="218842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h4661"/>
              <p:cNvSpPr/>
              <p:nvPr/>
            </p:nvSpPr>
            <p:spPr>
              <a:xfrm>
                <a:off x="219768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h4662"/>
              <p:cNvSpPr/>
              <p:nvPr/>
            </p:nvSpPr>
            <p:spPr>
              <a:xfrm>
                <a:off x="220695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h4663"/>
              <p:cNvSpPr/>
              <p:nvPr/>
            </p:nvSpPr>
            <p:spPr>
              <a:xfrm>
                <a:off x="221621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h4664"/>
              <p:cNvSpPr/>
              <p:nvPr/>
            </p:nvSpPr>
            <p:spPr>
              <a:xfrm>
                <a:off x="222547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h4665"/>
              <p:cNvSpPr/>
              <p:nvPr/>
            </p:nvSpPr>
            <p:spPr>
              <a:xfrm>
                <a:off x="223473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h4666"/>
              <p:cNvSpPr/>
              <p:nvPr/>
            </p:nvSpPr>
            <p:spPr>
              <a:xfrm>
                <a:off x="224399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h4667"/>
              <p:cNvSpPr/>
              <p:nvPr/>
            </p:nvSpPr>
            <p:spPr>
              <a:xfrm>
                <a:off x="225326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h4668"/>
              <p:cNvSpPr/>
              <p:nvPr/>
            </p:nvSpPr>
            <p:spPr>
              <a:xfrm>
                <a:off x="226252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h4669"/>
              <p:cNvSpPr/>
              <p:nvPr/>
            </p:nvSpPr>
            <p:spPr>
              <a:xfrm>
                <a:off x="227178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h4670"/>
              <p:cNvSpPr/>
              <p:nvPr/>
            </p:nvSpPr>
            <p:spPr>
              <a:xfrm>
                <a:off x="228104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h4671"/>
              <p:cNvSpPr/>
              <p:nvPr/>
            </p:nvSpPr>
            <p:spPr>
              <a:xfrm>
                <a:off x="229031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h4672"/>
              <p:cNvSpPr/>
              <p:nvPr/>
            </p:nvSpPr>
            <p:spPr>
              <a:xfrm>
                <a:off x="22995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h4673"/>
              <p:cNvSpPr/>
              <p:nvPr/>
            </p:nvSpPr>
            <p:spPr>
              <a:xfrm>
                <a:off x="230883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h4674"/>
              <p:cNvSpPr/>
              <p:nvPr/>
            </p:nvSpPr>
            <p:spPr>
              <a:xfrm>
                <a:off x="23180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h4675"/>
              <p:cNvSpPr/>
              <p:nvPr/>
            </p:nvSpPr>
            <p:spPr>
              <a:xfrm>
                <a:off x="23273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h4676"/>
              <p:cNvSpPr/>
              <p:nvPr/>
            </p:nvSpPr>
            <p:spPr>
              <a:xfrm>
                <a:off x="23366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h4677"/>
              <p:cNvSpPr/>
              <p:nvPr/>
            </p:nvSpPr>
            <p:spPr>
              <a:xfrm>
                <a:off x="23458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h4678"/>
              <p:cNvSpPr/>
              <p:nvPr/>
            </p:nvSpPr>
            <p:spPr>
              <a:xfrm>
                <a:off x="235514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h4679"/>
              <p:cNvSpPr/>
              <p:nvPr/>
            </p:nvSpPr>
            <p:spPr>
              <a:xfrm>
                <a:off x="23644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h4680"/>
              <p:cNvSpPr/>
              <p:nvPr/>
            </p:nvSpPr>
            <p:spPr>
              <a:xfrm>
                <a:off x="23736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h4681"/>
              <p:cNvSpPr/>
              <p:nvPr/>
            </p:nvSpPr>
            <p:spPr>
              <a:xfrm>
                <a:off x="23829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h4682"/>
              <p:cNvSpPr/>
              <p:nvPr/>
            </p:nvSpPr>
            <p:spPr>
              <a:xfrm>
                <a:off x="239219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h4683"/>
              <p:cNvSpPr/>
              <p:nvPr/>
            </p:nvSpPr>
            <p:spPr>
              <a:xfrm>
                <a:off x="24014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h4684"/>
              <p:cNvSpPr/>
              <p:nvPr/>
            </p:nvSpPr>
            <p:spPr>
              <a:xfrm>
                <a:off x="24107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h4685"/>
              <p:cNvSpPr/>
              <p:nvPr/>
            </p:nvSpPr>
            <p:spPr>
              <a:xfrm>
                <a:off x="24199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h4686"/>
              <p:cNvSpPr/>
              <p:nvPr/>
            </p:nvSpPr>
            <p:spPr>
              <a:xfrm>
                <a:off x="24292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h4687"/>
              <p:cNvSpPr/>
              <p:nvPr/>
            </p:nvSpPr>
            <p:spPr>
              <a:xfrm>
                <a:off x="243850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h4688"/>
              <p:cNvSpPr/>
              <p:nvPr/>
            </p:nvSpPr>
            <p:spPr>
              <a:xfrm>
                <a:off x="2457030" y="17228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218" y="897161"/>
                    </a:lnTo>
                    <a:lnTo>
                      <a:pt x="910576" y="899252"/>
                    </a:lnTo>
                    <a:lnTo>
                      <a:pt x="911500" y="905821"/>
                    </a:lnTo>
                    <a:lnTo>
                      <a:pt x="914400" y="910955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h4689"/>
              <p:cNvSpPr/>
              <p:nvPr/>
            </p:nvSpPr>
            <p:spPr>
              <a:xfrm>
                <a:off x="2457030" y="1722871"/>
                <a:ext cx="9162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14" h="914400">
                    <a:moveTo>
                      <a:pt x="914400" y="914400"/>
                    </a:moveTo>
                    <a:lnTo>
                      <a:pt x="914400" y="910955"/>
                    </a:lnTo>
                    <a:lnTo>
                      <a:pt x="915040" y="912090"/>
                    </a:lnTo>
                    <a:lnTo>
                      <a:pt x="916214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h4690"/>
              <p:cNvSpPr/>
              <p:nvPr/>
            </p:nvSpPr>
            <p:spPr>
              <a:xfrm>
                <a:off x="3123910" y="1705633"/>
                <a:ext cx="914400" cy="9215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1">
                    <a:moveTo>
                      <a:pt x="914400" y="914400"/>
                    </a:moveTo>
                    <a:lnTo>
                      <a:pt x="914400" y="921591"/>
                    </a:lnTo>
                    <a:lnTo>
                      <a:pt x="909954" y="916256"/>
                    </a:lnTo>
                    <a:lnTo>
                      <a:pt x="908571" y="91440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h4691"/>
              <p:cNvSpPr/>
              <p:nvPr/>
            </p:nvSpPr>
            <p:spPr>
              <a:xfrm>
                <a:off x="3123910" y="1705633"/>
                <a:ext cx="923662" cy="93105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05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053"/>
                    </a:lnTo>
                    <a:lnTo>
                      <a:pt x="919802" y="927412"/>
                    </a:lnTo>
                    <a:lnTo>
                      <a:pt x="914800" y="922072"/>
                    </a:lnTo>
                    <a:lnTo>
                      <a:pt x="914400" y="921591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h4692"/>
              <p:cNvSpPr/>
              <p:nvPr/>
            </p:nvSpPr>
            <p:spPr>
              <a:xfrm>
                <a:off x="31331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20" y="931638"/>
                    </a:lnTo>
                    <a:lnTo>
                      <a:pt x="914400" y="931053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h4693"/>
              <p:cNvSpPr/>
              <p:nvPr/>
            </p:nvSpPr>
            <p:spPr>
              <a:xfrm>
                <a:off x="314243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h4694"/>
              <p:cNvSpPr/>
              <p:nvPr/>
            </p:nvSpPr>
            <p:spPr>
              <a:xfrm>
                <a:off x="31516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h4695"/>
              <p:cNvSpPr/>
              <p:nvPr/>
            </p:nvSpPr>
            <p:spPr>
              <a:xfrm>
                <a:off x="31609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h4696"/>
              <p:cNvSpPr/>
              <p:nvPr/>
            </p:nvSpPr>
            <p:spPr>
              <a:xfrm>
                <a:off x="31702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h4697"/>
              <p:cNvSpPr/>
              <p:nvPr/>
            </p:nvSpPr>
            <p:spPr>
              <a:xfrm>
                <a:off x="31794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h4698"/>
              <p:cNvSpPr/>
              <p:nvPr/>
            </p:nvSpPr>
            <p:spPr>
              <a:xfrm>
                <a:off x="318874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h4699"/>
              <p:cNvSpPr/>
              <p:nvPr/>
            </p:nvSpPr>
            <p:spPr>
              <a:xfrm>
                <a:off x="31980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h4700"/>
              <p:cNvSpPr/>
              <p:nvPr/>
            </p:nvSpPr>
            <p:spPr>
              <a:xfrm>
                <a:off x="32072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h4701"/>
              <p:cNvSpPr/>
              <p:nvPr/>
            </p:nvSpPr>
            <p:spPr>
              <a:xfrm>
                <a:off x="32165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h4702"/>
              <p:cNvSpPr/>
              <p:nvPr/>
            </p:nvSpPr>
            <p:spPr>
              <a:xfrm>
                <a:off x="322579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h4703"/>
              <p:cNvSpPr/>
              <p:nvPr/>
            </p:nvSpPr>
            <p:spPr>
              <a:xfrm>
                <a:off x="32350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h4704"/>
              <p:cNvSpPr/>
              <p:nvPr/>
            </p:nvSpPr>
            <p:spPr>
              <a:xfrm>
                <a:off x="32443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h4705"/>
              <p:cNvSpPr/>
              <p:nvPr/>
            </p:nvSpPr>
            <p:spPr>
              <a:xfrm>
                <a:off x="32535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h4706"/>
              <p:cNvSpPr/>
              <p:nvPr/>
            </p:nvSpPr>
            <p:spPr>
              <a:xfrm>
                <a:off x="32628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h4707"/>
              <p:cNvSpPr/>
              <p:nvPr/>
            </p:nvSpPr>
            <p:spPr>
              <a:xfrm>
                <a:off x="327210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h4708"/>
              <p:cNvSpPr/>
              <p:nvPr/>
            </p:nvSpPr>
            <p:spPr>
              <a:xfrm>
                <a:off x="328136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h4709"/>
              <p:cNvSpPr/>
              <p:nvPr/>
            </p:nvSpPr>
            <p:spPr>
              <a:xfrm>
                <a:off x="329063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h4710"/>
              <p:cNvSpPr/>
              <p:nvPr/>
            </p:nvSpPr>
            <p:spPr>
              <a:xfrm>
                <a:off x="329989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h4711"/>
              <p:cNvSpPr/>
              <p:nvPr/>
            </p:nvSpPr>
            <p:spPr>
              <a:xfrm>
                <a:off x="330915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h4712"/>
              <p:cNvSpPr/>
              <p:nvPr/>
            </p:nvSpPr>
            <p:spPr>
              <a:xfrm>
                <a:off x="331841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h4713"/>
              <p:cNvSpPr/>
              <p:nvPr/>
            </p:nvSpPr>
            <p:spPr>
              <a:xfrm>
                <a:off x="332767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h4714"/>
              <p:cNvSpPr/>
              <p:nvPr/>
            </p:nvSpPr>
            <p:spPr>
              <a:xfrm>
                <a:off x="333694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h4715"/>
              <p:cNvSpPr/>
              <p:nvPr/>
            </p:nvSpPr>
            <p:spPr>
              <a:xfrm>
                <a:off x="334620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h4716"/>
              <p:cNvSpPr/>
              <p:nvPr/>
            </p:nvSpPr>
            <p:spPr>
              <a:xfrm>
                <a:off x="335546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h4717"/>
              <p:cNvSpPr/>
              <p:nvPr/>
            </p:nvSpPr>
            <p:spPr>
              <a:xfrm>
                <a:off x="336472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h4718"/>
              <p:cNvSpPr/>
              <p:nvPr/>
            </p:nvSpPr>
            <p:spPr>
              <a:xfrm>
                <a:off x="337399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h4719"/>
              <p:cNvSpPr/>
              <p:nvPr/>
            </p:nvSpPr>
            <p:spPr>
              <a:xfrm>
                <a:off x="338325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h4720"/>
              <p:cNvSpPr/>
              <p:nvPr/>
            </p:nvSpPr>
            <p:spPr>
              <a:xfrm>
                <a:off x="3392514" y="17228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522"/>
                    </a:lnTo>
                    <a:lnTo>
                      <a:pt x="922551" y="906277"/>
                    </a:lnTo>
                    <a:lnTo>
                      <a:pt x="918902" y="914400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h4721"/>
              <p:cNvSpPr/>
              <p:nvPr/>
            </p:nvSpPr>
            <p:spPr>
              <a:xfrm>
                <a:off x="3401777" y="1705633"/>
                <a:ext cx="916948" cy="920761"/>
              </a:xfrm>
              <a:custGeom>
                <a:avLst/>
                <a:gdLst/>
                <a:ahLst/>
                <a:cxnLst/>
                <a:rect l="0" t="0" r="0" b="0"/>
                <a:pathLst>
                  <a:path w="916948" h="920761">
                    <a:moveTo>
                      <a:pt x="914400" y="914400"/>
                    </a:moveTo>
                    <a:lnTo>
                      <a:pt x="916948" y="914400"/>
                    </a:lnTo>
                    <a:lnTo>
                      <a:pt x="916815" y="914768"/>
                    </a:lnTo>
                    <a:lnTo>
                      <a:pt x="914400" y="920761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h4722"/>
              <p:cNvSpPr/>
              <p:nvPr/>
            </p:nvSpPr>
            <p:spPr>
              <a:xfrm>
                <a:off x="2160639" y="16883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772" y="931638"/>
                    </a:lnTo>
                    <a:lnTo>
                      <a:pt x="911485" y="925550"/>
                    </a:lnTo>
                    <a:lnTo>
                      <a:pt x="909644" y="915302"/>
                    </a:lnTo>
                    <a:lnTo>
                      <a:pt x="909509" y="914400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h4723"/>
              <p:cNvSpPr/>
              <p:nvPr/>
            </p:nvSpPr>
            <p:spPr>
              <a:xfrm>
                <a:off x="216063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h4724"/>
              <p:cNvSpPr/>
              <p:nvPr/>
            </p:nvSpPr>
            <p:spPr>
              <a:xfrm>
                <a:off x="216990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h4725"/>
              <p:cNvSpPr/>
              <p:nvPr/>
            </p:nvSpPr>
            <p:spPr>
              <a:xfrm>
                <a:off x="217916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h4726"/>
              <p:cNvSpPr/>
              <p:nvPr/>
            </p:nvSpPr>
            <p:spPr>
              <a:xfrm>
                <a:off x="218842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h4727"/>
              <p:cNvSpPr/>
              <p:nvPr/>
            </p:nvSpPr>
            <p:spPr>
              <a:xfrm>
                <a:off x="219768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h4728"/>
              <p:cNvSpPr/>
              <p:nvPr/>
            </p:nvSpPr>
            <p:spPr>
              <a:xfrm>
                <a:off x="220695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h4729"/>
              <p:cNvSpPr/>
              <p:nvPr/>
            </p:nvSpPr>
            <p:spPr>
              <a:xfrm>
                <a:off x="221621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h4730"/>
              <p:cNvSpPr/>
              <p:nvPr/>
            </p:nvSpPr>
            <p:spPr>
              <a:xfrm>
                <a:off x="222547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h4731"/>
              <p:cNvSpPr/>
              <p:nvPr/>
            </p:nvSpPr>
            <p:spPr>
              <a:xfrm>
                <a:off x="223473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h4732"/>
              <p:cNvSpPr/>
              <p:nvPr/>
            </p:nvSpPr>
            <p:spPr>
              <a:xfrm>
                <a:off x="224399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ph4733"/>
              <p:cNvSpPr/>
              <p:nvPr/>
            </p:nvSpPr>
            <p:spPr>
              <a:xfrm>
                <a:off x="225326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ph4734"/>
              <p:cNvSpPr/>
              <p:nvPr/>
            </p:nvSpPr>
            <p:spPr>
              <a:xfrm>
                <a:off x="226252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ph4735"/>
              <p:cNvSpPr/>
              <p:nvPr/>
            </p:nvSpPr>
            <p:spPr>
              <a:xfrm>
                <a:off x="227178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ph4736"/>
              <p:cNvSpPr/>
              <p:nvPr/>
            </p:nvSpPr>
            <p:spPr>
              <a:xfrm>
                <a:off x="22810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ph4737"/>
              <p:cNvSpPr/>
              <p:nvPr/>
            </p:nvSpPr>
            <p:spPr>
              <a:xfrm>
                <a:off x="22903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8" name="ph4738"/>
              <p:cNvSpPr/>
              <p:nvPr/>
            </p:nvSpPr>
            <p:spPr>
              <a:xfrm>
                <a:off x="22995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9" name="ph4739"/>
              <p:cNvSpPr/>
              <p:nvPr/>
            </p:nvSpPr>
            <p:spPr>
              <a:xfrm>
                <a:off x="230883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0" name="ph4740"/>
              <p:cNvSpPr/>
              <p:nvPr/>
            </p:nvSpPr>
            <p:spPr>
              <a:xfrm>
                <a:off x="23180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1" name="ph4741"/>
              <p:cNvSpPr/>
              <p:nvPr/>
            </p:nvSpPr>
            <p:spPr>
              <a:xfrm>
                <a:off x="23273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2" name="ph4742"/>
              <p:cNvSpPr/>
              <p:nvPr/>
            </p:nvSpPr>
            <p:spPr>
              <a:xfrm>
                <a:off x="23366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3" name="ph4743"/>
              <p:cNvSpPr/>
              <p:nvPr/>
            </p:nvSpPr>
            <p:spPr>
              <a:xfrm>
                <a:off x="23458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4" name="ph4744"/>
              <p:cNvSpPr/>
              <p:nvPr/>
            </p:nvSpPr>
            <p:spPr>
              <a:xfrm>
                <a:off x="235514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5" name="ph4745"/>
              <p:cNvSpPr/>
              <p:nvPr/>
            </p:nvSpPr>
            <p:spPr>
              <a:xfrm>
                <a:off x="23644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6" name="ph4746"/>
              <p:cNvSpPr/>
              <p:nvPr/>
            </p:nvSpPr>
            <p:spPr>
              <a:xfrm>
                <a:off x="23736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7" name="ph4747"/>
              <p:cNvSpPr/>
              <p:nvPr/>
            </p:nvSpPr>
            <p:spPr>
              <a:xfrm>
                <a:off x="23829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8" name="ph4748"/>
              <p:cNvSpPr/>
              <p:nvPr/>
            </p:nvSpPr>
            <p:spPr>
              <a:xfrm>
                <a:off x="239219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9" name="ph4749"/>
              <p:cNvSpPr/>
              <p:nvPr/>
            </p:nvSpPr>
            <p:spPr>
              <a:xfrm>
                <a:off x="24014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0" name="ph4750"/>
              <p:cNvSpPr/>
              <p:nvPr/>
            </p:nvSpPr>
            <p:spPr>
              <a:xfrm>
                <a:off x="24107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1" name="ph4751"/>
              <p:cNvSpPr/>
              <p:nvPr/>
            </p:nvSpPr>
            <p:spPr>
              <a:xfrm>
                <a:off x="24199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2" name="ph4752"/>
              <p:cNvSpPr/>
              <p:nvPr/>
            </p:nvSpPr>
            <p:spPr>
              <a:xfrm>
                <a:off x="24292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3" name="ph4753"/>
              <p:cNvSpPr/>
              <p:nvPr/>
            </p:nvSpPr>
            <p:spPr>
              <a:xfrm>
                <a:off x="243850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4" name="ph4754"/>
              <p:cNvSpPr/>
              <p:nvPr/>
            </p:nvSpPr>
            <p:spPr>
              <a:xfrm>
                <a:off x="2447768" y="1705633"/>
                <a:ext cx="9194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8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6242" y="897161"/>
                    </a:lnTo>
                    <a:lnTo>
                      <a:pt x="918057" y="906094"/>
                    </a:lnTo>
                    <a:lnTo>
                      <a:pt x="919480" y="914400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5" name="ph4755"/>
              <p:cNvSpPr/>
              <p:nvPr/>
            </p:nvSpPr>
            <p:spPr>
              <a:xfrm>
                <a:off x="3114648" y="1688394"/>
                <a:ext cx="914400" cy="92700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09">
                    <a:moveTo>
                      <a:pt x="914400" y="914400"/>
                    </a:moveTo>
                    <a:lnTo>
                      <a:pt x="914400" y="927009"/>
                    </a:lnTo>
                    <a:lnTo>
                      <a:pt x="910043" y="920499"/>
                    </a:lnTo>
                    <a:lnTo>
                      <a:pt x="906369" y="914400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6" name="ph4756"/>
              <p:cNvSpPr/>
              <p:nvPr/>
            </p:nvSpPr>
            <p:spPr>
              <a:xfrm>
                <a:off x="31146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833" y="931638"/>
                    </a:lnTo>
                    <a:lnTo>
                      <a:pt x="914539" y="927218"/>
                    </a:lnTo>
                    <a:lnTo>
                      <a:pt x="914400" y="92700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7" name="ph4757"/>
              <p:cNvSpPr/>
              <p:nvPr/>
            </p:nvSpPr>
            <p:spPr>
              <a:xfrm>
                <a:off x="31239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8" name="ph4758"/>
              <p:cNvSpPr/>
              <p:nvPr/>
            </p:nvSpPr>
            <p:spPr>
              <a:xfrm>
                <a:off x="31331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9" name="ph4759"/>
              <p:cNvSpPr/>
              <p:nvPr/>
            </p:nvSpPr>
            <p:spPr>
              <a:xfrm>
                <a:off x="314243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0" name="ph4760"/>
              <p:cNvSpPr/>
              <p:nvPr/>
            </p:nvSpPr>
            <p:spPr>
              <a:xfrm>
                <a:off x="31516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1" name="ph4761"/>
              <p:cNvSpPr/>
              <p:nvPr/>
            </p:nvSpPr>
            <p:spPr>
              <a:xfrm>
                <a:off x="31609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2" name="ph4762"/>
              <p:cNvSpPr/>
              <p:nvPr/>
            </p:nvSpPr>
            <p:spPr>
              <a:xfrm>
                <a:off x="31702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3" name="ph4763"/>
              <p:cNvSpPr/>
              <p:nvPr/>
            </p:nvSpPr>
            <p:spPr>
              <a:xfrm>
                <a:off x="31794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4" name="ph4764"/>
              <p:cNvSpPr/>
              <p:nvPr/>
            </p:nvSpPr>
            <p:spPr>
              <a:xfrm>
                <a:off x="318874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5" name="ph4765"/>
              <p:cNvSpPr/>
              <p:nvPr/>
            </p:nvSpPr>
            <p:spPr>
              <a:xfrm>
                <a:off x="31980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6" name="ph4766"/>
              <p:cNvSpPr/>
              <p:nvPr/>
            </p:nvSpPr>
            <p:spPr>
              <a:xfrm>
                <a:off x="32072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7" name="ph4767"/>
              <p:cNvSpPr/>
              <p:nvPr/>
            </p:nvSpPr>
            <p:spPr>
              <a:xfrm>
                <a:off x="32165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8" name="ph4768"/>
              <p:cNvSpPr/>
              <p:nvPr/>
            </p:nvSpPr>
            <p:spPr>
              <a:xfrm>
                <a:off x="322579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9" name="ph4769"/>
              <p:cNvSpPr/>
              <p:nvPr/>
            </p:nvSpPr>
            <p:spPr>
              <a:xfrm>
                <a:off x="32350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0" name="ph4770"/>
              <p:cNvSpPr/>
              <p:nvPr/>
            </p:nvSpPr>
            <p:spPr>
              <a:xfrm>
                <a:off x="32443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1" name="ph4771"/>
              <p:cNvSpPr/>
              <p:nvPr/>
            </p:nvSpPr>
            <p:spPr>
              <a:xfrm>
                <a:off x="32535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2" name="ph4772"/>
              <p:cNvSpPr/>
              <p:nvPr/>
            </p:nvSpPr>
            <p:spPr>
              <a:xfrm>
                <a:off x="32628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3" name="ph4773"/>
              <p:cNvSpPr/>
              <p:nvPr/>
            </p:nvSpPr>
            <p:spPr>
              <a:xfrm>
                <a:off x="327210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4" name="ph4774"/>
              <p:cNvSpPr/>
              <p:nvPr/>
            </p:nvSpPr>
            <p:spPr>
              <a:xfrm>
                <a:off x="328136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5" name="ph4775"/>
              <p:cNvSpPr/>
              <p:nvPr/>
            </p:nvSpPr>
            <p:spPr>
              <a:xfrm>
                <a:off x="329063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6" name="ph4776"/>
              <p:cNvSpPr/>
              <p:nvPr/>
            </p:nvSpPr>
            <p:spPr>
              <a:xfrm>
                <a:off x="329989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7" name="ph4777"/>
              <p:cNvSpPr/>
              <p:nvPr/>
            </p:nvSpPr>
            <p:spPr>
              <a:xfrm>
                <a:off x="330915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8" name="ph4778"/>
              <p:cNvSpPr/>
              <p:nvPr/>
            </p:nvSpPr>
            <p:spPr>
              <a:xfrm>
                <a:off x="331841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9" name="ph4779"/>
              <p:cNvSpPr/>
              <p:nvPr/>
            </p:nvSpPr>
            <p:spPr>
              <a:xfrm>
                <a:off x="332767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0" name="ph4780"/>
              <p:cNvSpPr/>
              <p:nvPr/>
            </p:nvSpPr>
            <p:spPr>
              <a:xfrm>
                <a:off x="333694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1" name="ph4781"/>
              <p:cNvSpPr/>
              <p:nvPr/>
            </p:nvSpPr>
            <p:spPr>
              <a:xfrm>
                <a:off x="334620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2" name="ph4782"/>
              <p:cNvSpPr/>
              <p:nvPr/>
            </p:nvSpPr>
            <p:spPr>
              <a:xfrm>
                <a:off x="335546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3" name="ph4783"/>
              <p:cNvSpPr/>
              <p:nvPr/>
            </p:nvSpPr>
            <p:spPr>
              <a:xfrm>
                <a:off x="336472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4" name="ph4784"/>
              <p:cNvSpPr/>
              <p:nvPr/>
            </p:nvSpPr>
            <p:spPr>
              <a:xfrm>
                <a:off x="337399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5" name="ph4785"/>
              <p:cNvSpPr/>
              <p:nvPr/>
            </p:nvSpPr>
            <p:spPr>
              <a:xfrm>
                <a:off x="338325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6" name="ph4786"/>
              <p:cNvSpPr/>
              <p:nvPr/>
            </p:nvSpPr>
            <p:spPr>
              <a:xfrm>
                <a:off x="339251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h4787"/>
              <p:cNvSpPr/>
              <p:nvPr/>
            </p:nvSpPr>
            <p:spPr>
              <a:xfrm>
                <a:off x="3401777" y="17056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80"/>
                    </a:lnTo>
                    <a:lnTo>
                      <a:pt x="922269" y="901517"/>
                    </a:lnTo>
                    <a:lnTo>
                      <a:pt x="921251" y="902054"/>
                    </a:lnTo>
                    <a:lnTo>
                      <a:pt x="920087" y="905686"/>
                    </a:lnTo>
                    <a:lnTo>
                      <a:pt x="916948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h4788"/>
              <p:cNvSpPr/>
              <p:nvPr/>
            </p:nvSpPr>
            <p:spPr>
              <a:xfrm>
                <a:off x="3411039" y="1688394"/>
                <a:ext cx="921256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21256" h="918019">
                    <a:moveTo>
                      <a:pt x="914400" y="914400"/>
                    </a:moveTo>
                    <a:lnTo>
                      <a:pt x="921256" y="914400"/>
                    </a:lnTo>
                    <a:lnTo>
                      <a:pt x="920054" y="915034"/>
                    </a:lnTo>
                    <a:lnTo>
                      <a:pt x="918644" y="915778"/>
                    </a:lnTo>
                    <a:lnTo>
                      <a:pt x="917234" y="916522"/>
                    </a:lnTo>
                    <a:lnTo>
                      <a:pt x="915825" y="917266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h4789"/>
              <p:cNvSpPr/>
              <p:nvPr/>
            </p:nvSpPr>
            <p:spPr>
              <a:xfrm>
                <a:off x="2160639" y="16711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09" y="931638"/>
                    </a:lnTo>
                    <a:lnTo>
                      <a:pt x="908093" y="922128"/>
                    </a:lnTo>
                    <a:lnTo>
                      <a:pt x="907172" y="914400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h4790"/>
              <p:cNvSpPr/>
              <p:nvPr/>
            </p:nvSpPr>
            <p:spPr>
              <a:xfrm>
                <a:off x="216063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h4791"/>
              <p:cNvSpPr/>
              <p:nvPr/>
            </p:nvSpPr>
            <p:spPr>
              <a:xfrm>
                <a:off x="216990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h4792"/>
              <p:cNvSpPr/>
              <p:nvPr/>
            </p:nvSpPr>
            <p:spPr>
              <a:xfrm>
                <a:off x="217916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h4793"/>
              <p:cNvSpPr/>
              <p:nvPr/>
            </p:nvSpPr>
            <p:spPr>
              <a:xfrm>
                <a:off x="218842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h4794"/>
              <p:cNvSpPr/>
              <p:nvPr/>
            </p:nvSpPr>
            <p:spPr>
              <a:xfrm>
                <a:off x="219768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h4795"/>
              <p:cNvSpPr/>
              <p:nvPr/>
            </p:nvSpPr>
            <p:spPr>
              <a:xfrm>
                <a:off x="220695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h4796"/>
              <p:cNvSpPr/>
              <p:nvPr/>
            </p:nvSpPr>
            <p:spPr>
              <a:xfrm>
                <a:off x="221621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h4797"/>
              <p:cNvSpPr/>
              <p:nvPr/>
            </p:nvSpPr>
            <p:spPr>
              <a:xfrm>
                <a:off x="222547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8" name="ph4798"/>
              <p:cNvSpPr/>
              <p:nvPr/>
            </p:nvSpPr>
            <p:spPr>
              <a:xfrm>
                <a:off x="223473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9" name="ph4799"/>
              <p:cNvSpPr/>
              <p:nvPr/>
            </p:nvSpPr>
            <p:spPr>
              <a:xfrm>
                <a:off x="224399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0" name="ph4800"/>
              <p:cNvSpPr/>
              <p:nvPr/>
            </p:nvSpPr>
            <p:spPr>
              <a:xfrm>
                <a:off x="225326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ph4801"/>
              <p:cNvSpPr/>
              <p:nvPr/>
            </p:nvSpPr>
            <p:spPr>
              <a:xfrm>
                <a:off x="226252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2" name="ph4802"/>
              <p:cNvSpPr/>
              <p:nvPr/>
            </p:nvSpPr>
            <p:spPr>
              <a:xfrm>
                <a:off x="22717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3" name="ph4803"/>
              <p:cNvSpPr/>
              <p:nvPr/>
            </p:nvSpPr>
            <p:spPr>
              <a:xfrm>
                <a:off x="22810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4" name="ph4804"/>
              <p:cNvSpPr/>
              <p:nvPr/>
            </p:nvSpPr>
            <p:spPr>
              <a:xfrm>
                <a:off x="22903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5" name="ph4805"/>
              <p:cNvSpPr/>
              <p:nvPr/>
            </p:nvSpPr>
            <p:spPr>
              <a:xfrm>
                <a:off x="22995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6" name="ph4806"/>
              <p:cNvSpPr/>
              <p:nvPr/>
            </p:nvSpPr>
            <p:spPr>
              <a:xfrm>
                <a:off x="230883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7" name="ph4807"/>
              <p:cNvSpPr/>
              <p:nvPr/>
            </p:nvSpPr>
            <p:spPr>
              <a:xfrm>
                <a:off x="23180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8" name="ph4808"/>
              <p:cNvSpPr/>
              <p:nvPr/>
            </p:nvSpPr>
            <p:spPr>
              <a:xfrm>
                <a:off x="23273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9" name="ph4809"/>
              <p:cNvSpPr/>
              <p:nvPr/>
            </p:nvSpPr>
            <p:spPr>
              <a:xfrm>
                <a:off x="23366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0" name="ph4810"/>
              <p:cNvSpPr/>
              <p:nvPr/>
            </p:nvSpPr>
            <p:spPr>
              <a:xfrm>
                <a:off x="23458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1" name="ph4811"/>
              <p:cNvSpPr/>
              <p:nvPr/>
            </p:nvSpPr>
            <p:spPr>
              <a:xfrm>
                <a:off x="235514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2" name="ph4812"/>
              <p:cNvSpPr/>
              <p:nvPr/>
            </p:nvSpPr>
            <p:spPr>
              <a:xfrm>
                <a:off x="23644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3" name="ph4813"/>
              <p:cNvSpPr/>
              <p:nvPr/>
            </p:nvSpPr>
            <p:spPr>
              <a:xfrm>
                <a:off x="23736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4" name="ph4814"/>
              <p:cNvSpPr/>
              <p:nvPr/>
            </p:nvSpPr>
            <p:spPr>
              <a:xfrm>
                <a:off x="23829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5" name="ph4815"/>
              <p:cNvSpPr/>
              <p:nvPr/>
            </p:nvSpPr>
            <p:spPr>
              <a:xfrm>
                <a:off x="239219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6" name="ph4816"/>
              <p:cNvSpPr/>
              <p:nvPr/>
            </p:nvSpPr>
            <p:spPr>
              <a:xfrm>
                <a:off x="24014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7" name="ph4817"/>
              <p:cNvSpPr/>
              <p:nvPr/>
            </p:nvSpPr>
            <p:spPr>
              <a:xfrm>
                <a:off x="24107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8" name="ph4818"/>
              <p:cNvSpPr/>
              <p:nvPr/>
            </p:nvSpPr>
            <p:spPr>
              <a:xfrm>
                <a:off x="24199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9" name="ph4819"/>
              <p:cNvSpPr/>
              <p:nvPr/>
            </p:nvSpPr>
            <p:spPr>
              <a:xfrm>
                <a:off x="24292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0" name="ph4820"/>
              <p:cNvSpPr/>
              <p:nvPr/>
            </p:nvSpPr>
            <p:spPr>
              <a:xfrm>
                <a:off x="2447768" y="168839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005" y="897161"/>
                    </a:lnTo>
                    <a:lnTo>
                      <a:pt x="913623" y="903135"/>
                    </a:lnTo>
                    <a:lnTo>
                      <a:pt x="914399" y="90642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1" name="ph4821"/>
              <p:cNvSpPr/>
              <p:nvPr/>
            </p:nvSpPr>
            <p:spPr>
              <a:xfrm>
                <a:off x="2447768" y="1688394"/>
                <a:ext cx="9162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2" h="914400">
                    <a:moveTo>
                      <a:pt x="914399" y="914400"/>
                    </a:moveTo>
                    <a:lnTo>
                      <a:pt x="914399" y="906420"/>
                    </a:lnTo>
                    <a:lnTo>
                      <a:pt x="915983" y="913125"/>
                    </a:lnTo>
                    <a:lnTo>
                      <a:pt x="916242" y="914400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2" name="ph4822"/>
              <p:cNvSpPr/>
              <p:nvPr/>
            </p:nvSpPr>
            <p:spPr>
              <a:xfrm>
                <a:off x="3105386" y="1671156"/>
                <a:ext cx="914400" cy="92948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483">
                    <a:moveTo>
                      <a:pt x="914400" y="914400"/>
                    </a:moveTo>
                    <a:lnTo>
                      <a:pt x="914400" y="929483"/>
                    </a:lnTo>
                    <a:lnTo>
                      <a:pt x="910904" y="923043"/>
                    </a:lnTo>
                    <a:lnTo>
                      <a:pt x="907022" y="915108"/>
                    </a:lnTo>
                    <a:lnTo>
                      <a:pt x="906710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3" name="ph4823"/>
              <p:cNvSpPr/>
              <p:nvPr/>
            </p:nvSpPr>
            <p:spPr>
              <a:xfrm>
                <a:off x="31053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32" y="931638"/>
                    </a:lnTo>
                    <a:lnTo>
                      <a:pt x="915002" y="930593"/>
                    </a:lnTo>
                    <a:lnTo>
                      <a:pt x="914400" y="929483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4" name="ph4824"/>
              <p:cNvSpPr/>
              <p:nvPr/>
            </p:nvSpPr>
            <p:spPr>
              <a:xfrm>
                <a:off x="31146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5" name="ph4825"/>
              <p:cNvSpPr/>
              <p:nvPr/>
            </p:nvSpPr>
            <p:spPr>
              <a:xfrm>
                <a:off x="31239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6" name="ph4826"/>
              <p:cNvSpPr/>
              <p:nvPr/>
            </p:nvSpPr>
            <p:spPr>
              <a:xfrm>
                <a:off x="31331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7" name="ph4827"/>
              <p:cNvSpPr/>
              <p:nvPr/>
            </p:nvSpPr>
            <p:spPr>
              <a:xfrm>
                <a:off x="314243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8" name="ph4828"/>
              <p:cNvSpPr/>
              <p:nvPr/>
            </p:nvSpPr>
            <p:spPr>
              <a:xfrm>
                <a:off x="31516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9" name="ph4829"/>
              <p:cNvSpPr/>
              <p:nvPr/>
            </p:nvSpPr>
            <p:spPr>
              <a:xfrm>
                <a:off x="31609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0" name="ph4830"/>
              <p:cNvSpPr/>
              <p:nvPr/>
            </p:nvSpPr>
            <p:spPr>
              <a:xfrm>
                <a:off x="31702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1" name="ph4831"/>
              <p:cNvSpPr/>
              <p:nvPr/>
            </p:nvSpPr>
            <p:spPr>
              <a:xfrm>
                <a:off x="31794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2" name="ph4832"/>
              <p:cNvSpPr/>
              <p:nvPr/>
            </p:nvSpPr>
            <p:spPr>
              <a:xfrm>
                <a:off x="318874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3" name="ph4833"/>
              <p:cNvSpPr/>
              <p:nvPr/>
            </p:nvSpPr>
            <p:spPr>
              <a:xfrm>
                <a:off x="31980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4" name="ph4834"/>
              <p:cNvSpPr/>
              <p:nvPr/>
            </p:nvSpPr>
            <p:spPr>
              <a:xfrm>
                <a:off x="32072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5" name="ph4835"/>
              <p:cNvSpPr/>
              <p:nvPr/>
            </p:nvSpPr>
            <p:spPr>
              <a:xfrm>
                <a:off x="32165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6" name="ph4836"/>
              <p:cNvSpPr/>
              <p:nvPr/>
            </p:nvSpPr>
            <p:spPr>
              <a:xfrm>
                <a:off x="322579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7" name="ph4837"/>
              <p:cNvSpPr/>
              <p:nvPr/>
            </p:nvSpPr>
            <p:spPr>
              <a:xfrm>
                <a:off x="32350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8" name="ph4838"/>
              <p:cNvSpPr/>
              <p:nvPr/>
            </p:nvSpPr>
            <p:spPr>
              <a:xfrm>
                <a:off x="32443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9" name="ph4839"/>
              <p:cNvSpPr/>
              <p:nvPr/>
            </p:nvSpPr>
            <p:spPr>
              <a:xfrm>
                <a:off x="32535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0" name="ph4840"/>
              <p:cNvSpPr/>
              <p:nvPr/>
            </p:nvSpPr>
            <p:spPr>
              <a:xfrm>
                <a:off x="32628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1" name="ph4841"/>
              <p:cNvSpPr/>
              <p:nvPr/>
            </p:nvSpPr>
            <p:spPr>
              <a:xfrm>
                <a:off x="327210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2" name="ph4842"/>
              <p:cNvSpPr/>
              <p:nvPr/>
            </p:nvSpPr>
            <p:spPr>
              <a:xfrm>
                <a:off x="328136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3" name="ph4843"/>
              <p:cNvSpPr/>
              <p:nvPr/>
            </p:nvSpPr>
            <p:spPr>
              <a:xfrm>
                <a:off x="329063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4" name="ph4844"/>
              <p:cNvSpPr/>
              <p:nvPr/>
            </p:nvSpPr>
            <p:spPr>
              <a:xfrm>
                <a:off x="329989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5" name="ph4845"/>
              <p:cNvSpPr/>
              <p:nvPr/>
            </p:nvSpPr>
            <p:spPr>
              <a:xfrm>
                <a:off x="330915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6" name="ph4846"/>
              <p:cNvSpPr/>
              <p:nvPr/>
            </p:nvSpPr>
            <p:spPr>
              <a:xfrm>
                <a:off x="331841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7" name="ph4847"/>
              <p:cNvSpPr/>
              <p:nvPr/>
            </p:nvSpPr>
            <p:spPr>
              <a:xfrm>
                <a:off x="332767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8" name="ph4848"/>
              <p:cNvSpPr/>
              <p:nvPr/>
            </p:nvSpPr>
            <p:spPr>
              <a:xfrm>
                <a:off x="333694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9" name="ph4849"/>
              <p:cNvSpPr/>
              <p:nvPr/>
            </p:nvSpPr>
            <p:spPr>
              <a:xfrm>
                <a:off x="334620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0" name="ph4850"/>
              <p:cNvSpPr/>
              <p:nvPr/>
            </p:nvSpPr>
            <p:spPr>
              <a:xfrm>
                <a:off x="335546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1" name="ph4851"/>
              <p:cNvSpPr/>
              <p:nvPr/>
            </p:nvSpPr>
            <p:spPr>
              <a:xfrm>
                <a:off x="336472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2" name="ph4852"/>
              <p:cNvSpPr/>
              <p:nvPr/>
            </p:nvSpPr>
            <p:spPr>
              <a:xfrm>
                <a:off x="337399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3" name="ph4853"/>
              <p:cNvSpPr/>
              <p:nvPr/>
            </p:nvSpPr>
            <p:spPr>
              <a:xfrm>
                <a:off x="338325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4" name="ph4854"/>
              <p:cNvSpPr/>
              <p:nvPr/>
            </p:nvSpPr>
            <p:spPr>
              <a:xfrm>
                <a:off x="339251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5" name="ph4855"/>
              <p:cNvSpPr/>
              <p:nvPr/>
            </p:nvSpPr>
            <p:spPr>
              <a:xfrm>
                <a:off x="340177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6" name="ph4856"/>
              <p:cNvSpPr/>
              <p:nvPr/>
            </p:nvSpPr>
            <p:spPr>
              <a:xfrm>
                <a:off x="3411039" y="16883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131"/>
                    </a:lnTo>
                    <a:lnTo>
                      <a:pt x="922875" y="913546"/>
                    </a:lnTo>
                    <a:lnTo>
                      <a:pt x="921464" y="914290"/>
                    </a:lnTo>
                    <a:lnTo>
                      <a:pt x="921256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7" name="ph4857"/>
              <p:cNvSpPr/>
              <p:nvPr/>
            </p:nvSpPr>
            <p:spPr>
              <a:xfrm>
                <a:off x="3420301" y="1671156"/>
                <a:ext cx="923662" cy="93037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7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925"/>
                    </a:lnTo>
                    <a:lnTo>
                      <a:pt x="921676" y="926274"/>
                    </a:lnTo>
                    <a:lnTo>
                      <a:pt x="916438" y="929295"/>
                    </a:lnTo>
                    <a:lnTo>
                      <a:pt x="915023" y="930041"/>
                    </a:lnTo>
                    <a:lnTo>
                      <a:pt x="914400" y="93037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8" name="ph4858"/>
              <p:cNvSpPr/>
              <p:nvPr/>
            </p:nvSpPr>
            <p:spPr>
              <a:xfrm>
                <a:off x="3429563" y="1671156"/>
                <a:ext cx="923662" cy="92492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92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72"/>
                    </a:lnTo>
                    <a:lnTo>
                      <a:pt x="922617" y="918808"/>
                    </a:lnTo>
                    <a:lnTo>
                      <a:pt x="917565" y="922775"/>
                    </a:lnTo>
                    <a:lnTo>
                      <a:pt x="914400" y="924925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9" name="ph4859"/>
              <p:cNvSpPr/>
              <p:nvPr/>
            </p:nvSpPr>
            <p:spPr>
              <a:xfrm>
                <a:off x="3438825" y="1671156"/>
                <a:ext cx="918275" cy="917872"/>
              </a:xfrm>
              <a:custGeom>
                <a:avLst/>
                <a:gdLst/>
                <a:ahLst/>
                <a:cxnLst/>
                <a:rect l="0" t="0" r="0" b="0"/>
                <a:pathLst>
                  <a:path w="918275" h="917872">
                    <a:moveTo>
                      <a:pt x="914400" y="914400"/>
                    </a:moveTo>
                    <a:lnTo>
                      <a:pt x="918275" y="914400"/>
                    </a:lnTo>
                    <a:lnTo>
                      <a:pt x="914400" y="917872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0" name="ph4860"/>
              <p:cNvSpPr/>
              <p:nvPr/>
            </p:nvSpPr>
            <p:spPr>
              <a:xfrm>
                <a:off x="2160639" y="16539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172" y="931638"/>
                    </a:lnTo>
                    <a:lnTo>
                      <a:pt x="906836" y="928818"/>
                    </a:lnTo>
                    <a:lnTo>
                      <a:pt x="905877" y="918161"/>
                    </a:lnTo>
                    <a:lnTo>
                      <a:pt x="905646" y="914400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1" name="ph4861"/>
              <p:cNvSpPr/>
              <p:nvPr/>
            </p:nvSpPr>
            <p:spPr>
              <a:xfrm>
                <a:off x="21606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2" name="ph4862"/>
              <p:cNvSpPr/>
              <p:nvPr/>
            </p:nvSpPr>
            <p:spPr>
              <a:xfrm>
                <a:off x="21699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3" name="ph4863"/>
              <p:cNvSpPr/>
              <p:nvPr/>
            </p:nvSpPr>
            <p:spPr>
              <a:xfrm>
                <a:off x="21791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4" name="ph4864"/>
              <p:cNvSpPr/>
              <p:nvPr/>
            </p:nvSpPr>
            <p:spPr>
              <a:xfrm>
                <a:off x="218842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5" name="ph4865"/>
              <p:cNvSpPr/>
              <p:nvPr/>
            </p:nvSpPr>
            <p:spPr>
              <a:xfrm>
                <a:off x="219768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6" name="ph4866"/>
              <p:cNvSpPr/>
              <p:nvPr/>
            </p:nvSpPr>
            <p:spPr>
              <a:xfrm>
                <a:off x="220695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7" name="ph4867"/>
              <p:cNvSpPr/>
              <p:nvPr/>
            </p:nvSpPr>
            <p:spPr>
              <a:xfrm>
                <a:off x="221621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8" name="ph4868"/>
              <p:cNvSpPr/>
              <p:nvPr/>
            </p:nvSpPr>
            <p:spPr>
              <a:xfrm>
                <a:off x="222547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9" name="ph4869"/>
              <p:cNvSpPr/>
              <p:nvPr/>
            </p:nvSpPr>
            <p:spPr>
              <a:xfrm>
                <a:off x="223473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0" name="ph4870"/>
              <p:cNvSpPr/>
              <p:nvPr/>
            </p:nvSpPr>
            <p:spPr>
              <a:xfrm>
                <a:off x="224399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1" name="ph4871"/>
              <p:cNvSpPr/>
              <p:nvPr/>
            </p:nvSpPr>
            <p:spPr>
              <a:xfrm>
                <a:off x="225326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2" name="ph4872"/>
              <p:cNvSpPr/>
              <p:nvPr/>
            </p:nvSpPr>
            <p:spPr>
              <a:xfrm>
                <a:off x="22625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3" name="ph4873"/>
              <p:cNvSpPr/>
              <p:nvPr/>
            </p:nvSpPr>
            <p:spPr>
              <a:xfrm>
                <a:off x="22717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4" name="ph4874"/>
              <p:cNvSpPr/>
              <p:nvPr/>
            </p:nvSpPr>
            <p:spPr>
              <a:xfrm>
                <a:off x="22810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5" name="ph4875"/>
              <p:cNvSpPr/>
              <p:nvPr/>
            </p:nvSpPr>
            <p:spPr>
              <a:xfrm>
                <a:off x="22903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6" name="ph4876"/>
              <p:cNvSpPr/>
              <p:nvPr/>
            </p:nvSpPr>
            <p:spPr>
              <a:xfrm>
                <a:off x="22995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7" name="ph4877"/>
              <p:cNvSpPr/>
              <p:nvPr/>
            </p:nvSpPr>
            <p:spPr>
              <a:xfrm>
                <a:off x="230883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8" name="ph4878"/>
              <p:cNvSpPr/>
              <p:nvPr/>
            </p:nvSpPr>
            <p:spPr>
              <a:xfrm>
                <a:off x="23180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9" name="ph4879"/>
              <p:cNvSpPr/>
              <p:nvPr/>
            </p:nvSpPr>
            <p:spPr>
              <a:xfrm>
                <a:off x="23273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0" name="ph4880"/>
              <p:cNvSpPr/>
              <p:nvPr/>
            </p:nvSpPr>
            <p:spPr>
              <a:xfrm>
                <a:off x="23366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1" name="ph4881"/>
              <p:cNvSpPr/>
              <p:nvPr/>
            </p:nvSpPr>
            <p:spPr>
              <a:xfrm>
                <a:off x="23458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2" name="ph4882"/>
              <p:cNvSpPr/>
              <p:nvPr/>
            </p:nvSpPr>
            <p:spPr>
              <a:xfrm>
                <a:off x="235514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3" name="ph4883"/>
              <p:cNvSpPr/>
              <p:nvPr/>
            </p:nvSpPr>
            <p:spPr>
              <a:xfrm>
                <a:off x="23644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4" name="ph4884"/>
              <p:cNvSpPr/>
              <p:nvPr/>
            </p:nvSpPr>
            <p:spPr>
              <a:xfrm>
                <a:off x="23736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5" name="ph4885"/>
              <p:cNvSpPr/>
              <p:nvPr/>
            </p:nvSpPr>
            <p:spPr>
              <a:xfrm>
                <a:off x="23829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6" name="ph4886"/>
              <p:cNvSpPr/>
              <p:nvPr/>
            </p:nvSpPr>
            <p:spPr>
              <a:xfrm>
                <a:off x="239219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7" name="ph4887"/>
              <p:cNvSpPr/>
              <p:nvPr/>
            </p:nvSpPr>
            <p:spPr>
              <a:xfrm>
                <a:off x="24014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8" name="ph4888"/>
              <p:cNvSpPr/>
              <p:nvPr/>
            </p:nvSpPr>
            <p:spPr>
              <a:xfrm>
                <a:off x="24107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9" name="ph4889"/>
              <p:cNvSpPr/>
              <p:nvPr/>
            </p:nvSpPr>
            <p:spPr>
              <a:xfrm>
                <a:off x="24199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0" name="ph4890"/>
              <p:cNvSpPr/>
              <p:nvPr/>
            </p:nvSpPr>
            <p:spPr>
              <a:xfrm>
                <a:off x="24292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1" name="ph4891"/>
              <p:cNvSpPr/>
              <p:nvPr/>
            </p:nvSpPr>
            <p:spPr>
              <a:xfrm>
                <a:off x="2438506" y="1671156"/>
                <a:ext cx="9212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6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950" y="897161"/>
                    </a:lnTo>
                    <a:lnTo>
                      <a:pt x="917334" y="901158"/>
                    </a:lnTo>
                    <a:lnTo>
                      <a:pt x="920246" y="910629"/>
                    </a:lnTo>
                    <a:lnTo>
                      <a:pt x="921267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2" name="ph4892"/>
              <p:cNvSpPr/>
              <p:nvPr/>
            </p:nvSpPr>
            <p:spPr>
              <a:xfrm>
                <a:off x="3096123" y="1653917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629" y="924048"/>
                    </a:lnTo>
                    <a:lnTo>
                      <a:pt x="909209" y="915407"/>
                    </a:lnTo>
                    <a:lnTo>
                      <a:pt x="908852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3" name="ph4893"/>
              <p:cNvSpPr/>
              <p:nvPr/>
            </p:nvSpPr>
            <p:spPr>
              <a:xfrm>
                <a:off x="30961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972" y="931638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4" name="ph4894"/>
              <p:cNvSpPr/>
              <p:nvPr/>
            </p:nvSpPr>
            <p:spPr>
              <a:xfrm>
                <a:off x="31053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5" name="ph4895"/>
              <p:cNvSpPr/>
              <p:nvPr/>
            </p:nvSpPr>
            <p:spPr>
              <a:xfrm>
                <a:off x="31146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6" name="ph4896"/>
              <p:cNvSpPr/>
              <p:nvPr/>
            </p:nvSpPr>
            <p:spPr>
              <a:xfrm>
                <a:off x="31239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7" name="ph4897"/>
              <p:cNvSpPr/>
              <p:nvPr/>
            </p:nvSpPr>
            <p:spPr>
              <a:xfrm>
                <a:off x="31331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8" name="ph4898"/>
              <p:cNvSpPr/>
              <p:nvPr/>
            </p:nvSpPr>
            <p:spPr>
              <a:xfrm>
                <a:off x="314243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9" name="ph4899"/>
              <p:cNvSpPr/>
              <p:nvPr/>
            </p:nvSpPr>
            <p:spPr>
              <a:xfrm>
                <a:off x="31516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0" name="ph4900"/>
              <p:cNvSpPr/>
              <p:nvPr/>
            </p:nvSpPr>
            <p:spPr>
              <a:xfrm>
                <a:off x="31609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1" name="ph4901"/>
              <p:cNvSpPr/>
              <p:nvPr/>
            </p:nvSpPr>
            <p:spPr>
              <a:xfrm>
                <a:off x="31702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2" name="ph4902"/>
              <p:cNvSpPr/>
              <p:nvPr/>
            </p:nvSpPr>
            <p:spPr>
              <a:xfrm>
                <a:off x="31794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3" name="ph4903"/>
              <p:cNvSpPr/>
              <p:nvPr/>
            </p:nvSpPr>
            <p:spPr>
              <a:xfrm>
                <a:off x="318874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4" name="ph4904"/>
              <p:cNvSpPr/>
              <p:nvPr/>
            </p:nvSpPr>
            <p:spPr>
              <a:xfrm>
                <a:off x="31980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5" name="ph4905"/>
              <p:cNvSpPr/>
              <p:nvPr/>
            </p:nvSpPr>
            <p:spPr>
              <a:xfrm>
                <a:off x="32072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6" name="ph4906"/>
              <p:cNvSpPr/>
              <p:nvPr/>
            </p:nvSpPr>
            <p:spPr>
              <a:xfrm>
                <a:off x="32165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7" name="ph4907"/>
              <p:cNvSpPr/>
              <p:nvPr/>
            </p:nvSpPr>
            <p:spPr>
              <a:xfrm>
                <a:off x="322579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8" name="ph4908"/>
              <p:cNvSpPr/>
              <p:nvPr/>
            </p:nvSpPr>
            <p:spPr>
              <a:xfrm>
                <a:off x="32350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9" name="ph4909"/>
              <p:cNvSpPr/>
              <p:nvPr/>
            </p:nvSpPr>
            <p:spPr>
              <a:xfrm>
                <a:off x="32443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0" name="ph4910"/>
              <p:cNvSpPr/>
              <p:nvPr/>
            </p:nvSpPr>
            <p:spPr>
              <a:xfrm>
                <a:off x="32535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1" name="ph4911"/>
              <p:cNvSpPr/>
              <p:nvPr/>
            </p:nvSpPr>
            <p:spPr>
              <a:xfrm>
                <a:off x="32628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2" name="ph4912"/>
              <p:cNvSpPr/>
              <p:nvPr/>
            </p:nvSpPr>
            <p:spPr>
              <a:xfrm>
                <a:off x="327210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3" name="ph4913"/>
              <p:cNvSpPr/>
              <p:nvPr/>
            </p:nvSpPr>
            <p:spPr>
              <a:xfrm>
                <a:off x="328136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4" name="ph4914"/>
              <p:cNvSpPr/>
              <p:nvPr/>
            </p:nvSpPr>
            <p:spPr>
              <a:xfrm>
                <a:off x="329063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5" name="ph4915"/>
              <p:cNvSpPr/>
              <p:nvPr/>
            </p:nvSpPr>
            <p:spPr>
              <a:xfrm>
                <a:off x="329989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6" name="ph4916"/>
              <p:cNvSpPr/>
              <p:nvPr/>
            </p:nvSpPr>
            <p:spPr>
              <a:xfrm>
                <a:off x="330915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7" name="ph4917"/>
              <p:cNvSpPr/>
              <p:nvPr/>
            </p:nvSpPr>
            <p:spPr>
              <a:xfrm>
                <a:off x="331841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8" name="ph4918"/>
              <p:cNvSpPr/>
              <p:nvPr/>
            </p:nvSpPr>
            <p:spPr>
              <a:xfrm>
                <a:off x="332767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9" name="ph4919"/>
              <p:cNvSpPr/>
              <p:nvPr/>
            </p:nvSpPr>
            <p:spPr>
              <a:xfrm>
                <a:off x="333694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0" name="ph4920"/>
              <p:cNvSpPr/>
              <p:nvPr/>
            </p:nvSpPr>
            <p:spPr>
              <a:xfrm>
                <a:off x="334620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1" name="ph4921"/>
              <p:cNvSpPr/>
              <p:nvPr/>
            </p:nvSpPr>
            <p:spPr>
              <a:xfrm>
                <a:off x="335546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2" name="ph4922"/>
              <p:cNvSpPr/>
              <p:nvPr/>
            </p:nvSpPr>
            <p:spPr>
              <a:xfrm>
                <a:off x="336472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3" name="ph4923"/>
              <p:cNvSpPr/>
              <p:nvPr/>
            </p:nvSpPr>
            <p:spPr>
              <a:xfrm>
                <a:off x="337399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4" name="ph4924"/>
              <p:cNvSpPr/>
              <p:nvPr/>
            </p:nvSpPr>
            <p:spPr>
              <a:xfrm>
                <a:off x="338325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5" name="ph4925"/>
              <p:cNvSpPr/>
              <p:nvPr/>
            </p:nvSpPr>
            <p:spPr>
              <a:xfrm>
                <a:off x="339251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6" name="ph4926"/>
              <p:cNvSpPr/>
              <p:nvPr/>
            </p:nvSpPr>
            <p:spPr>
              <a:xfrm>
                <a:off x="340177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7" name="ph4927"/>
              <p:cNvSpPr/>
              <p:nvPr/>
            </p:nvSpPr>
            <p:spPr>
              <a:xfrm>
                <a:off x="34110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8" name="ph4928"/>
              <p:cNvSpPr/>
              <p:nvPr/>
            </p:nvSpPr>
            <p:spPr>
              <a:xfrm>
                <a:off x="34203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9" name="ph4929"/>
              <p:cNvSpPr/>
              <p:nvPr/>
            </p:nvSpPr>
            <p:spPr>
              <a:xfrm>
                <a:off x="34295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0" name="ph4930"/>
              <p:cNvSpPr/>
              <p:nvPr/>
            </p:nvSpPr>
            <p:spPr>
              <a:xfrm>
                <a:off x="3438825" y="16711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885"/>
                    </a:lnTo>
                    <a:lnTo>
                      <a:pt x="923113" y="909507"/>
                    </a:lnTo>
                    <a:lnTo>
                      <a:pt x="918275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1" name="ph4931"/>
              <p:cNvSpPr/>
              <p:nvPr/>
            </p:nvSpPr>
            <p:spPr>
              <a:xfrm>
                <a:off x="3448088" y="1653917"/>
                <a:ext cx="923662" cy="9261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12"/>
                    </a:lnTo>
                    <a:lnTo>
                      <a:pt x="923069" y="915701"/>
                    </a:lnTo>
                    <a:lnTo>
                      <a:pt x="918533" y="921435"/>
                    </a:lnTo>
                    <a:lnTo>
                      <a:pt x="914400" y="926123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2" name="ph4932"/>
              <p:cNvSpPr/>
              <p:nvPr/>
            </p:nvSpPr>
            <p:spPr>
              <a:xfrm>
                <a:off x="3457350" y="1653917"/>
                <a:ext cx="914784" cy="914912"/>
              </a:xfrm>
              <a:custGeom>
                <a:avLst/>
                <a:gdLst/>
                <a:ahLst/>
                <a:cxnLst/>
                <a:rect l="0" t="0" r="0" b="0"/>
                <a:pathLst>
                  <a:path w="914784" h="914912">
                    <a:moveTo>
                      <a:pt x="914400" y="914400"/>
                    </a:moveTo>
                    <a:lnTo>
                      <a:pt x="914784" y="914400"/>
                    </a:lnTo>
                    <a:lnTo>
                      <a:pt x="914400" y="914912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3" name="ph4933"/>
              <p:cNvSpPr/>
              <p:nvPr/>
            </p:nvSpPr>
            <p:spPr>
              <a:xfrm>
                <a:off x="2151377" y="1636679"/>
                <a:ext cx="914400" cy="92222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220">
                    <a:moveTo>
                      <a:pt x="914400" y="914400"/>
                    </a:moveTo>
                    <a:lnTo>
                      <a:pt x="914400" y="922220"/>
                    </a:lnTo>
                    <a:lnTo>
                      <a:pt x="914141" y="914400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4" name="ph4934"/>
              <p:cNvSpPr/>
              <p:nvPr/>
            </p:nvSpPr>
            <p:spPr>
              <a:xfrm>
                <a:off x="21513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08" y="931638"/>
                    </a:lnTo>
                    <a:lnTo>
                      <a:pt x="914480" y="924664"/>
                    </a:lnTo>
                    <a:lnTo>
                      <a:pt x="914400" y="922220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5" name="ph4935"/>
              <p:cNvSpPr/>
              <p:nvPr/>
            </p:nvSpPr>
            <p:spPr>
              <a:xfrm>
                <a:off x="21606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6" name="ph4936"/>
              <p:cNvSpPr/>
              <p:nvPr/>
            </p:nvSpPr>
            <p:spPr>
              <a:xfrm>
                <a:off x="21699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7" name="ph4937"/>
              <p:cNvSpPr/>
              <p:nvPr/>
            </p:nvSpPr>
            <p:spPr>
              <a:xfrm>
                <a:off x="21791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8" name="ph4938"/>
              <p:cNvSpPr/>
              <p:nvPr/>
            </p:nvSpPr>
            <p:spPr>
              <a:xfrm>
                <a:off x="218842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9" name="ph4939"/>
              <p:cNvSpPr/>
              <p:nvPr/>
            </p:nvSpPr>
            <p:spPr>
              <a:xfrm>
                <a:off x="21976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0" name="ph4940"/>
              <p:cNvSpPr/>
              <p:nvPr/>
            </p:nvSpPr>
            <p:spPr>
              <a:xfrm>
                <a:off x="220695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1" name="ph4941"/>
              <p:cNvSpPr/>
              <p:nvPr/>
            </p:nvSpPr>
            <p:spPr>
              <a:xfrm>
                <a:off x="221621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2" name="ph4942"/>
              <p:cNvSpPr/>
              <p:nvPr/>
            </p:nvSpPr>
            <p:spPr>
              <a:xfrm>
                <a:off x="222547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3" name="ph4943"/>
              <p:cNvSpPr/>
              <p:nvPr/>
            </p:nvSpPr>
            <p:spPr>
              <a:xfrm>
                <a:off x="223473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4" name="ph4944"/>
              <p:cNvSpPr/>
              <p:nvPr/>
            </p:nvSpPr>
            <p:spPr>
              <a:xfrm>
                <a:off x="224399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5" name="ph4945"/>
              <p:cNvSpPr/>
              <p:nvPr/>
            </p:nvSpPr>
            <p:spPr>
              <a:xfrm>
                <a:off x="22532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6" name="ph4946"/>
              <p:cNvSpPr/>
              <p:nvPr/>
            </p:nvSpPr>
            <p:spPr>
              <a:xfrm>
                <a:off x="22625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7" name="ph4947"/>
              <p:cNvSpPr/>
              <p:nvPr/>
            </p:nvSpPr>
            <p:spPr>
              <a:xfrm>
                <a:off x="22717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8" name="ph4948"/>
              <p:cNvSpPr/>
              <p:nvPr/>
            </p:nvSpPr>
            <p:spPr>
              <a:xfrm>
                <a:off x="22810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9" name="ph4949"/>
              <p:cNvSpPr/>
              <p:nvPr/>
            </p:nvSpPr>
            <p:spPr>
              <a:xfrm>
                <a:off x="22903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0" name="ph4950"/>
              <p:cNvSpPr/>
              <p:nvPr/>
            </p:nvSpPr>
            <p:spPr>
              <a:xfrm>
                <a:off x="22995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1" name="ph4951"/>
              <p:cNvSpPr/>
              <p:nvPr/>
            </p:nvSpPr>
            <p:spPr>
              <a:xfrm>
                <a:off x="230883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2" name="ph4952"/>
              <p:cNvSpPr/>
              <p:nvPr/>
            </p:nvSpPr>
            <p:spPr>
              <a:xfrm>
                <a:off x="23180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3" name="ph4953"/>
              <p:cNvSpPr/>
              <p:nvPr/>
            </p:nvSpPr>
            <p:spPr>
              <a:xfrm>
                <a:off x="23273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4" name="ph4954"/>
              <p:cNvSpPr/>
              <p:nvPr/>
            </p:nvSpPr>
            <p:spPr>
              <a:xfrm>
                <a:off x="23366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5" name="ph4955"/>
              <p:cNvSpPr/>
              <p:nvPr/>
            </p:nvSpPr>
            <p:spPr>
              <a:xfrm>
                <a:off x="23458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6" name="ph4956"/>
              <p:cNvSpPr/>
              <p:nvPr/>
            </p:nvSpPr>
            <p:spPr>
              <a:xfrm>
                <a:off x="235514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7" name="ph4957"/>
              <p:cNvSpPr/>
              <p:nvPr/>
            </p:nvSpPr>
            <p:spPr>
              <a:xfrm>
                <a:off x="23644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8" name="ph4958"/>
              <p:cNvSpPr/>
              <p:nvPr/>
            </p:nvSpPr>
            <p:spPr>
              <a:xfrm>
                <a:off x="23736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9" name="ph4959"/>
              <p:cNvSpPr/>
              <p:nvPr/>
            </p:nvSpPr>
            <p:spPr>
              <a:xfrm>
                <a:off x="23829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0" name="ph4960"/>
              <p:cNvSpPr/>
              <p:nvPr/>
            </p:nvSpPr>
            <p:spPr>
              <a:xfrm>
                <a:off x="239219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1" name="ph4961"/>
              <p:cNvSpPr/>
              <p:nvPr/>
            </p:nvSpPr>
            <p:spPr>
              <a:xfrm>
                <a:off x="24014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2" name="ph4962"/>
              <p:cNvSpPr/>
              <p:nvPr/>
            </p:nvSpPr>
            <p:spPr>
              <a:xfrm>
                <a:off x="24107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3" name="ph4963"/>
              <p:cNvSpPr/>
              <p:nvPr/>
            </p:nvSpPr>
            <p:spPr>
              <a:xfrm>
                <a:off x="24199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4" name="ph4964"/>
              <p:cNvSpPr/>
              <p:nvPr/>
            </p:nvSpPr>
            <p:spPr>
              <a:xfrm>
                <a:off x="2438506" y="16539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34" y="897161"/>
                    </a:lnTo>
                    <a:lnTo>
                      <a:pt x="910725" y="900376"/>
                    </a:lnTo>
                    <a:lnTo>
                      <a:pt x="914157" y="909224"/>
                    </a:lnTo>
                    <a:lnTo>
                      <a:pt x="914400" y="909923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5" name="ph4965"/>
              <p:cNvSpPr/>
              <p:nvPr/>
            </p:nvSpPr>
            <p:spPr>
              <a:xfrm>
                <a:off x="2438506" y="1653917"/>
                <a:ext cx="9159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0" h="914400">
                    <a:moveTo>
                      <a:pt x="914400" y="914400"/>
                    </a:moveTo>
                    <a:lnTo>
                      <a:pt x="914400" y="909923"/>
                    </a:lnTo>
                    <a:lnTo>
                      <a:pt x="915950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6" name="ph4966"/>
              <p:cNvSpPr/>
              <p:nvPr/>
            </p:nvSpPr>
            <p:spPr>
              <a:xfrm>
                <a:off x="3086861" y="1636679"/>
                <a:ext cx="914400" cy="9208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841">
                    <a:moveTo>
                      <a:pt x="914400" y="914400"/>
                    </a:moveTo>
                    <a:lnTo>
                      <a:pt x="914400" y="920841"/>
                    </a:lnTo>
                    <a:lnTo>
                      <a:pt x="912368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7" name="ph4967"/>
              <p:cNvSpPr/>
              <p:nvPr/>
            </p:nvSpPr>
            <p:spPr>
              <a:xfrm>
                <a:off x="30868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15" y="931638"/>
                    </a:lnTo>
                    <a:lnTo>
                      <a:pt x="915297" y="923686"/>
                    </a:lnTo>
                    <a:lnTo>
                      <a:pt x="914400" y="920841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8" name="ph4968"/>
              <p:cNvSpPr/>
              <p:nvPr/>
            </p:nvSpPr>
            <p:spPr>
              <a:xfrm>
                <a:off x="30961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9" name="ph4969"/>
              <p:cNvSpPr/>
              <p:nvPr/>
            </p:nvSpPr>
            <p:spPr>
              <a:xfrm>
                <a:off x="31053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0" name="ph4970"/>
              <p:cNvSpPr/>
              <p:nvPr/>
            </p:nvSpPr>
            <p:spPr>
              <a:xfrm>
                <a:off x="31146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1" name="ph4971"/>
              <p:cNvSpPr/>
              <p:nvPr/>
            </p:nvSpPr>
            <p:spPr>
              <a:xfrm>
                <a:off x="31239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2" name="ph4972"/>
              <p:cNvSpPr/>
              <p:nvPr/>
            </p:nvSpPr>
            <p:spPr>
              <a:xfrm>
                <a:off x="31331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3" name="ph4973"/>
              <p:cNvSpPr/>
              <p:nvPr/>
            </p:nvSpPr>
            <p:spPr>
              <a:xfrm>
                <a:off x="314243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4" name="ph4974"/>
              <p:cNvSpPr/>
              <p:nvPr/>
            </p:nvSpPr>
            <p:spPr>
              <a:xfrm>
                <a:off x="31516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5" name="ph4975"/>
              <p:cNvSpPr/>
              <p:nvPr/>
            </p:nvSpPr>
            <p:spPr>
              <a:xfrm>
                <a:off x="31609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6" name="ph4976"/>
              <p:cNvSpPr/>
              <p:nvPr/>
            </p:nvSpPr>
            <p:spPr>
              <a:xfrm>
                <a:off x="31702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7" name="ph4977"/>
              <p:cNvSpPr/>
              <p:nvPr/>
            </p:nvSpPr>
            <p:spPr>
              <a:xfrm>
                <a:off x="31794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8" name="ph4978"/>
              <p:cNvSpPr/>
              <p:nvPr/>
            </p:nvSpPr>
            <p:spPr>
              <a:xfrm>
                <a:off x="318874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9" name="ph4979"/>
              <p:cNvSpPr/>
              <p:nvPr/>
            </p:nvSpPr>
            <p:spPr>
              <a:xfrm>
                <a:off x="31980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0" name="ph4980"/>
              <p:cNvSpPr/>
              <p:nvPr/>
            </p:nvSpPr>
            <p:spPr>
              <a:xfrm>
                <a:off x="32072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1" name="ph4981"/>
              <p:cNvSpPr/>
              <p:nvPr/>
            </p:nvSpPr>
            <p:spPr>
              <a:xfrm>
                <a:off x="32165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2" name="ph4982"/>
              <p:cNvSpPr/>
              <p:nvPr/>
            </p:nvSpPr>
            <p:spPr>
              <a:xfrm>
                <a:off x="322579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3" name="ph4983"/>
              <p:cNvSpPr/>
              <p:nvPr/>
            </p:nvSpPr>
            <p:spPr>
              <a:xfrm>
                <a:off x="32350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4" name="ph4984"/>
              <p:cNvSpPr/>
              <p:nvPr/>
            </p:nvSpPr>
            <p:spPr>
              <a:xfrm>
                <a:off x="32443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5" name="ph4985"/>
              <p:cNvSpPr/>
              <p:nvPr/>
            </p:nvSpPr>
            <p:spPr>
              <a:xfrm>
                <a:off x="32535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6" name="ph4986"/>
              <p:cNvSpPr/>
              <p:nvPr/>
            </p:nvSpPr>
            <p:spPr>
              <a:xfrm>
                <a:off x="326284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7" name="ph4987"/>
              <p:cNvSpPr/>
              <p:nvPr/>
            </p:nvSpPr>
            <p:spPr>
              <a:xfrm>
                <a:off x="327210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8" name="ph4988"/>
              <p:cNvSpPr/>
              <p:nvPr/>
            </p:nvSpPr>
            <p:spPr>
              <a:xfrm>
                <a:off x="328136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9" name="ph4989"/>
              <p:cNvSpPr/>
              <p:nvPr/>
            </p:nvSpPr>
            <p:spPr>
              <a:xfrm>
                <a:off x="329063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0" name="ph4990"/>
              <p:cNvSpPr/>
              <p:nvPr/>
            </p:nvSpPr>
            <p:spPr>
              <a:xfrm>
                <a:off x="329989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1" name="ph4991"/>
              <p:cNvSpPr/>
              <p:nvPr/>
            </p:nvSpPr>
            <p:spPr>
              <a:xfrm>
                <a:off x="330915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2" name="ph4992"/>
              <p:cNvSpPr/>
              <p:nvPr/>
            </p:nvSpPr>
            <p:spPr>
              <a:xfrm>
                <a:off x="331841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3" name="ph4993"/>
              <p:cNvSpPr/>
              <p:nvPr/>
            </p:nvSpPr>
            <p:spPr>
              <a:xfrm>
                <a:off x="332767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4" name="ph4994"/>
              <p:cNvSpPr/>
              <p:nvPr/>
            </p:nvSpPr>
            <p:spPr>
              <a:xfrm>
                <a:off x="333694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5" name="ph4995"/>
              <p:cNvSpPr/>
              <p:nvPr/>
            </p:nvSpPr>
            <p:spPr>
              <a:xfrm>
                <a:off x="334620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6" name="ph4996"/>
              <p:cNvSpPr/>
              <p:nvPr/>
            </p:nvSpPr>
            <p:spPr>
              <a:xfrm>
                <a:off x="335546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7" name="ph4997"/>
              <p:cNvSpPr/>
              <p:nvPr/>
            </p:nvSpPr>
            <p:spPr>
              <a:xfrm>
                <a:off x="336472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8" name="ph4998"/>
              <p:cNvSpPr/>
              <p:nvPr/>
            </p:nvSpPr>
            <p:spPr>
              <a:xfrm>
                <a:off x="337399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9" name="ph4999"/>
              <p:cNvSpPr/>
              <p:nvPr/>
            </p:nvSpPr>
            <p:spPr>
              <a:xfrm>
                <a:off x="338325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0" name="ph5000"/>
              <p:cNvSpPr/>
              <p:nvPr/>
            </p:nvSpPr>
            <p:spPr>
              <a:xfrm>
                <a:off x="339251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1" name="ph5001"/>
              <p:cNvSpPr/>
              <p:nvPr/>
            </p:nvSpPr>
            <p:spPr>
              <a:xfrm>
                <a:off x="34017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2" name="ph5002"/>
              <p:cNvSpPr/>
              <p:nvPr/>
            </p:nvSpPr>
            <p:spPr>
              <a:xfrm>
                <a:off x="34110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3" name="ph5003"/>
              <p:cNvSpPr/>
              <p:nvPr/>
            </p:nvSpPr>
            <p:spPr>
              <a:xfrm>
                <a:off x="34203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4" name="ph5004"/>
              <p:cNvSpPr/>
              <p:nvPr/>
            </p:nvSpPr>
            <p:spPr>
              <a:xfrm>
                <a:off x="34295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5" name="ph5005"/>
              <p:cNvSpPr/>
              <p:nvPr/>
            </p:nvSpPr>
            <p:spPr>
              <a:xfrm>
                <a:off x="343882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6" name="ph5006"/>
              <p:cNvSpPr/>
              <p:nvPr/>
            </p:nvSpPr>
            <p:spPr>
              <a:xfrm>
                <a:off x="34480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7" name="ph5007"/>
              <p:cNvSpPr/>
              <p:nvPr/>
            </p:nvSpPr>
            <p:spPr>
              <a:xfrm>
                <a:off x="3457350" y="16539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11"/>
                    </a:lnTo>
                    <a:lnTo>
                      <a:pt x="923046" y="907822"/>
                    </a:lnTo>
                    <a:lnTo>
                      <a:pt x="921821" y="908440"/>
                    </a:lnTo>
                    <a:lnTo>
                      <a:pt x="920596" y="909059"/>
                    </a:lnTo>
                    <a:lnTo>
                      <a:pt x="919371" y="909677"/>
                    </a:lnTo>
                    <a:lnTo>
                      <a:pt x="918147" y="910296"/>
                    </a:lnTo>
                    <a:lnTo>
                      <a:pt x="917693" y="910525"/>
                    </a:lnTo>
                    <a:lnTo>
                      <a:pt x="917551" y="910714"/>
                    </a:lnTo>
                    <a:lnTo>
                      <a:pt x="916305" y="912373"/>
                    </a:lnTo>
                    <a:lnTo>
                      <a:pt x="915060" y="914032"/>
                    </a:lnTo>
                    <a:lnTo>
                      <a:pt x="914784" y="914400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8" name="ph5008"/>
              <p:cNvSpPr/>
              <p:nvPr/>
            </p:nvSpPr>
            <p:spPr>
              <a:xfrm>
                <a:off x="3466612" y="1636679"/>
                <a:ext cx="923662" cy="92474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74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7" y="920117"/>
                    </a:lnTo>
                    <a:lnTo>
                      <a:pt x="922361" y="920734"/>
                    </a:lnTo>
                    <a:lnTo>
                      <a:pt x="921135" y="921352"/>
                    </a:lnTo>
                    <a:lnTo>
                      <a:pt x="919910" y="921970"/>
                    </a:lnTo>
                    <a:lnTo>
                      <a:pt x="918684" y="922587"/>
                    </a:lnTo>
                    <a:lnTo>
                      <a:pt x="917459" y="923205"/>
                    </a:lnTo>
                    <a:lnTo>
                      <a:pt x="916234" y="923823"/>
                    </a:lnTo>
                    <a:lnTo>
                      <a:pt x="915008" y="924442"/>
                    </a:lnTo>
                    <a:lnTo>
                      <a:pt x="914400" y="92474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9" name="ph5009"/>
              <p:cNvSpPr/>
              <p:nvPr/>
            </p:nvSpPr>
            <p:spPr>
              <a:xfrm>
                <a:off x="3475874" y="1636679"/>
                <a:ext cx="923662" cy="9200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186"/>
                    </a:lnTo>
                    <a:lnTo>
                      <a:pt x="919234" y="917646"/>
                    </a:lnTo>
                    <a:lnTo>
                      <a:pt x="918003" y="918265"/>
                    </a:lnTo>
                    <a:lnTo>
                      <a:pt x="916777" y="918882"/>
                    </a:lnTo>
                    <a:lnTo>
                      <a:pt x="915551" y="919499"/>
                    </a:lnTo>
                    <a:lnTo>
                      <a:pt x="914400" y="92007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0" name="ph5010"/>
              <p:cNvSpPr/>
              <p:nvPr/>
            </p:nvSpPr>
            <p:spPr>
              <a:xfrm>
                <a:off x="3485137" y="1636679"/>
                <a:ext cx="915767" cy="915186"/>
              </a:xfrm>
              <a:custGeom>
                <a:avLst/>
                <a:gdLst/>
                <a:ahLst/>
                <a:cxnLst/>
                <a:rect l="0" t="0" r="0" b="0"/>
                <a:pathLst>
                  <a:path w="915767" h="915186">
                    <a:moveTo>
                      <a:pt x="914400" y="914400"/>
                    </a:moveTo>
                    <a:lnTo>
                      <a:pt x="915767" y="914400"/>
                    </a:lnTo>
                    <a:lnTo>
                      <a:pt x="915514" y="914567"/>
                    </a:lnTo>
                    <a:lnTo>
                      <a:pt x="914400" y="915186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1" name="ph5011"/>
              <p:cNvSpPr/>
              <p:nvPr/>
            </p:nvSpPr>
            <p:spPr>
              <a:xfrm>
                <a:off x="2151377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41" y="931638"/>
                    </a:lnTo>
                    <a:lnTo>
                      <a:pt x="914124" y="931117"/>
                    </a:lnTo>
                    <a:lnTo>
                      <a:pt x="914070" y="920312"/>
                    </a:lnTo>
                    <a:lnTo>
                      <a:pt x="914207" y="914400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2" name="ph5012"/>
              <p:cNvSpPr/>
              <p:nvPr/>
            </p:nvSpPr>
            <p:spPr>
              <a:xfrm>
                <a:off x="21513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3" name="ph5013"/>
              <p:cNvSpPr/>
              <p:nvPr/>
            </p:nvSpPr>
            <p:spPr>
              <a:xfrm>
                <a:off x="21606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4" name="ph5014"/>
              <p:cNvSpPr/>
              <p:nvPr/>
            </p:nvSpPr>
            <p:spPr>
              <a:xfrm>
                <a:off x="21699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5" name="ph5015"/>
              <p:cNvSpPr/>
              <p:nvPr/>
            </p:nvSpPr>
            <p:spPr>
              <a:xfrm>
                <a:off x="21791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6" name="ph5016"/>
              <p:cNvSpPr/>
              <p:nvPr/>
            </p:nvSpPr>
            <p:spPr>
              <a:xfrm>
                <a:off x="218842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7" name="ph5017"/>
              <p:cNvSpPr/>
              <p:nvPr/>
            </p:nvSpPr>
            <p:spPr>
              <a:xfrm>
                <a:off x="21976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8" name="ph5018"/>
              <p:cNvSpPr/>
              <p:nvPr/>
            </p:nvSpPr>
            <p:spPr>
              <a:xfrm>
                <a:off x="22069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9" name="ph5019"/>
              <p:cNvSpPr/>
              <p:nvPr/>
            </p:nvSpPr>
            <p:spPr>
              <a:xfrm>
                <a:off x="22162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0" name="ph5020"/>
              <p:cNvSpPr/>
              <p:nvPr/>
            </p:nvSpPr>
            <p:spPr>
              <a:xfrm>
                <a:off x="222547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1" name="ph5021"/>
              <p:cNvSpPr/>
              <p:nvPr/>
            </p:nvSpPr>
            <p:spPr>
              <a:xfrm>
                <a:off x="223473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2" name="ph5022"/>
              <p:cNvSpPr/>
              <p:nvPr/>
            </p:nvSpPr>
            <p:spPr>
              <a:xfrm>
                <a:off x="224399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3" name="ph5023"/>
              <p:cNvSpPr/>
              <p:nvPr/>
            </p:nvSpPr>
            <p:spPr>
              <a:xfrm>
                <a:off x="22532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4" name="ph5024"/>
              <p:cNvSpPr/>
              <p:nvPr/>
            </p:nvSpPr>
            <p:spPr>
              <a:xfrm>
                <a:off x="22625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5" name="ph5025"/>
              <p:cNvSpPr/>
              <p:nvPr/>
            </p:nvSpPr>
            <p:spPr>
              <a:xfrm>
                <a:off x="22717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6" name="ph5026"/>
              <p:cNvSpPr/>
              <p:nvPr/>
            </p:nvSpPr>
            <p:spPr>
              <a:xfrm>
                <a:off x="22810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7" name="ph5027"/>
              <p:cNvSpPr/>
              <p:nvPr/>
            </p:nvSpPr>
            <p:spPr>
              <a:xfrm>
                <a:off x="22903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8" name="ph5028"/>
              <p:cNvSpPr/>
              <p:nvPr/>
            </p:nvSpPr>
            <p:spPr>
              <a:xfrm>
                <a:off x="22995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9" name="ph5029"/>
              <p:cNvSpPr/>
              <p:nvPr/>
            </p:nvSpPr>
            <p:spPr>
              <a:xfrm>
                <a:off x="230883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0" name="ph5030"/>
              <p:cNvSpPr/>
              <p:nvPr/>
            </p:nvSpPr>
            <p:spPr>
              <a:xfrm>
                <a:off x="23180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1" name="ph5031"/>
              <p:cNvSpPr/>
              <p:nvPr/>
            </p:nvSpPr>
            <p:spPr>
              <a:xfrm>
                <a:off x="23273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2" name="ph5032"/>
              <p:cNvSpPr/>
              <p:nvPr/>
            </p:nvSpPr>
            <p:spPr>
              <a:xfrm>
                <a:off x="23366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3" name="ph5033"/>
              <p:cNvSpPr/>
              <p:nvPr/>
            </p:nvSpPr>
            <p:spPr>
              <a:xfrm>
                <a:off x="23458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4" name="ph5034"/>
              <p:cNvSpPr/>
              <p:nvPr/>
            </p:nvSpPr>
            <p:spPr>
              <a:xfrm>
                <a:off x="235514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5" name="ph5035"/>
              <p:cNvSpPr/>
              <p:nvPr/>
            </p:nvSpPr>
            <p:spPr>
              <a:xfrm>
                <a:off x="23644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6" name="ph5036"/>
              <p:cNvSpPr/>
              <p:nvPr/>
            </p:nvSpPr>
            <p:spPr>
              <a:xfrm>
                <a:off x="23736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7" name="ph5037"/>
              <p:cNvSpPr/>
              <p:nvPr/>
            </p:nvSpPr>
            <p:spPr>
              <a:xfrm>
                <a:off x="23829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8" name="ph5038"/>
              <p:cNvSpPr/>
              <p:nvPr/>
            </p:nvSpPr>
            <p:spPr>
              <a:xfrm>
                <a:off x="239219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9" name="ph5039"/>
              <p:cNvSpPr/>
              <p:nvPr/>
            </p:nvSpPr>
            <p:spPr>
              <a:xfrm>
                <a:off x="24014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0" name="ph5040"/>
              <p:cNvSpPr/>
              <p:nvPr/>
            </p:nvSpPr>
            <p:spPr>
              <a:xfrm>
                <a:off x="24107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1" name="ph5041"/>
              <p:cNvSpPr/>
              <p:nvPr/>
            </p:nvSpPr>
            <p:spPr>
              <a:xfrm>
                <a:off x="2429243" y="16366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347" y="897161"/>
                    </a:lnTo>
                    <a:lnTo>
                      <a:pt x="912396" y="900989"/>
                    </a:lnTo>
                    <a:lnTo>
                      <a:pt x="914400" y="90514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2" name="ph5042"/>
              <p:cNvSpPr/>
              <p:nvPr/>
            </p:nvSpPr>
            <p:spPr>
              <a:xfrm>
                <a:off x="2429243" y="1636679"/>
                <a:ext cx="918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97" h="914400">
                    <a:moveTo>
                      <a:pt x="914400" y="914400"/>
                    </a:moveTo>
                    <a:lnTo>
                      <a:pt x="914400" y="905149"/>
                    </a:lnTo>
                    <a:lnTo>
                      <a:pt x="916310" y="909115"/>
                    </a:lnTo>
                    <a:lnTo>
                      <a:pt x="918597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3" name="ph5043"/>
              <p:cNvSpPr/>
              <p:nvPr/>
            </p:nvSpPr>
            <p:spPr>
              <a:xfrm>
                <a:off x="3086861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68" y="931638"/>
                    </a:lnTo>
                    <a:lnTo>
                      <a:pt x="909718" y="922148"/>
                    </a:lnTo>
                    <a:lnTo>
                      <a:pt x="907823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4" name="ph5044"/>
              <p:cNvSpPr/>
              <p:nvPr/>
            </p:nvSpPr>
            <p:spPr>
              <a:xfrm>
                <a:off x="30868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5" name="ph5045"/>
              <p:cNvSpPr/>
              <p:nvPr/>
            </p:nvSpPr>
            <p:spPr>
              <a:xfrm>
                <a:off x="30961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6" name="ph5046"/>
              <p:cNvSpPr/>
              <p:nvPr/>
            </p:nvSpPr>
            <p:spPr>
              <a:xfrm>
                <a:off x="31053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7" name="ph5047"/>
              <p:cNvSpPr/>
              <p:nvPr/>
            </p:nvSpPr>
            <p:spPr>
              <a:xfrm>
                <a:off x="31146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8" name="ph5048"/>
              <p:cNvSpPr/>
              <p:nvPr/>
            </p:nvSpPr>
            <p:spPr>
              <a:xfrm>
                <a:off x="31239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9" name="ph5049"/>
              <p:cNvSpPr/>
              <p:nvPr/>
            </p:nvSpPr>
            <p:spPr>
              <a:xfrm>
                <a:off x="31331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0" name="ph5050"/>
              <p:cNvSpPr/>
              <p:nvPr/>
            </p:nvSpPr>
            <p:spPr>
              <a:xfrm>
                <a:off x="314243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1" name="ph5051"/>
              <p:cNvSpPr/>
              <p:nvPr/>
            </p:nvSpPr>
            <p:spPr>
              <a:xfrm>
                <a:off x="31516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2" name="ph5052"/>
              <p:cNvSpPr/>
              <p:nvPr/>
            </p:nvSpPr>
            <p:spPr>
              <a:xfrm>
                <a:off x="31609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3" name="ph5053"/>
              <p:cNvSpPr/>
              <p:nvPr/>
            </p:nvSpPr>
            <p:spPr>
              <a:xfrm>
                <a:off x="31702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4" name="ph5054"/>
              <p:cNvSpPr/>
              <p:nvPr/>
            </p:nvSpPr>
            <p:spPr>
              <a:xfrm>
                <a:off x="31794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5" name="ph5055"/>
              <p:cNvSpPr/>
              <p:nvPr/>
            </p:nvSpPr>
            <p:spPr>
              <a:xfrm>
                <a:off x="318874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6" name="ph5056"/>
              <p:cNvSpPr/>
              <p:nvPr/>
            </p:nvSpPr>
            <p:spPr>
              <a:xfrm>
                <a:off x="31980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7" name="ph5057"/>
              <p:cNvSpPr/>
              <p:nvPr/>
            </p:nvSpPr>
            <p:spPr>
              <a:xfrm>
                <a:off x="32072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8" name="ph5058"/>
              <p:cNvSpPr/>
              <p:nvPr/>
            </p:nvSpPr>
            <p:spPr>
              <a:xfrm>
                <a:off x="32165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9" name="ph5059"/>
              <p:cNvSpPr/>
              <p:nvPr/>
            </p:nvSpPr>
            <p:spPr>
              <a:xfrm>
                <a:off x="322579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0" name="ph5060"/>
              <p:cNvSpPr/>
              <p:nvPr/>
            </p:nvSpPr>
            <p:spPr>
              <a:xfrm>
                <a:off x="32350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1" name="ph5061"/>
              <p:cNvSpPr/>
              <p:nvPr/>
            </p:nvSpPr>
            <p:spPr>
              <a:xfrm>
                <a:off x="32443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2" name="ph5062"/>
              <p:cNvSpPr/>
              <p:nvPr/>
            </p:nvSpPr>
            <p:spPr>
              <a:xfrm>
                <a:off x="325358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3" name="ph5063"/>
              <p:cNvSpPr/>
              <p:nvPr/>
            </p:nvSpPr>
            <p:spPr>
              <a:xfrm>
                <a:off x="326284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4" name="ph5064"/>
              <p:cNvSpPr/>
              <p:nvPr/>
            </p:nvSpPr>
            <p:spPr>
              <a:xfrm>
                <a:off x="327210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5" name="ph5065"/>
              <p:cNvSpPr/>
              <p:nvPr/>
            </p:nvSpPr>
            <p:spPr>
              <a:xfrm>
                <a:off x="328136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6" name="ph5066"/>
              <p:cNvSpPr/>
              <p:nvPr/>
            </p:nvSpPr>
            <p:spPr>
              <a:xfrm>
                <a:off x="329063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7" name="ph5067"/>
              <p:cNvSpPr/>
              <p:nvPr/>
            </p:nvSpPr>
            <p:spPr>
              <a:xfrm>
                <a:off x="329989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8" name="ph5068"/>
              <p:cNvSpPr/>
              <p:nvPr/>
            </p:nvSpPr>
            <p:spPr>
              <a:xfrm>
                <a:off x="330915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9" name="ph5069"/>
              <p:cNvSpPr/>
              <p:nvPr/>
            </p:nvSpPr>
            <p:spPr>
              <a:xfrm>
                <a:off x="331841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0" name="ph5070"/>
              <p:cNvSpPr/>
              <p:nvPr/>
            </p:nvSpPr>
            <p:spPr>
              <a:xfrm>
                <a:off x="332767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1" name="ph5071"/>
              <p:cNvSpPr/>
              <p:nvPr/>
            </p:nvSpPr>
            <p:spPr>
              <a:xfrm>
                <a:off x="333694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2" name="ph5072"/>
              <p:cNvSpPr/>
              <p:nvPr/>
            </p:nvSpPr>
            <p:spPr>
              <a:xfrm>
                <a:off x="334620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3" name="ph5073"/>
              <p:cNvSpPr/>
              <p:nvPr/>
            </p:nvSpPr>
            <p:spPr>
              <a:xfrm>
                <a:off x="335546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4" name="ph5074"/>
              <p:cNvSpPr/>
              <p:nvPr/>
            </p:nvSpPr>
            <p:spPr>
              <a:xfrm>
                <a:off x="336472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5" name="ph5075"/>
              <p:cNvSpPr/>
              <p:nvPr/>
            </p:nvSpPr>
            <p:spPr>
              <a:xfrm>
                <a:off x="337399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6" name="ph5076"/>
              <p:cNvSpPr/>
              <p:nvPr/>
            </p:nvSpPr>
            <p:spPr>
              <a:xfrm>
                <a:off x="338325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7" name="ph5077"/>
              <p:cNvSpPr/>
              <p:nvPr/>
            </p:nvSpPr>
            <p:spPr>
              <a:xfrm>
                <a:off x="339251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8" name="ph5078"/>
              <p:cNvSpPr/>
              <p:nvPr/>
            </p:nvSpPr>
            <p:spPr>
              <a:xfrm>
                <a:off x="34017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9" name="ph5079"/>
              <p:cNvSpPr/>
              <p:nvPr/>
            </p:nvSpPr>
            <p:spPr>
              <a:xfrm>
                <a:off x="34110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0" name="ph5080"/>
              <p:cNvSpPr/>
              <p:nvPr/>
            </p:nvSpPr>
            <p:spPr>
              <a:xfrm>
                <a:off x="34203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1" name="ph5081"/>
              <p:cNvSpPr/>
              <p:nvPr/>
            </p:nvSpPr>
            <p:spPr>
              <a:xfrm>
                <a:off x="34295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2" name="ph5082"/>
              <p:cNvSpPr/>
              <p:nvPr/>
            </p:nvSpPr>
            <p:spPr>
              <a:xfrm>
                <a:off x="343882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3" name="ph5083"/>
              <p:cNvSpPr/>
              <p:nvPr/>
            </p:nvSpPr>
            <p:spPr>
              <a:xfrm>
                <a:off x="34480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4" name="ph5084"/>
              <p:cNvSpPr/>
              <p:nvPr/>
            </p:nvSpPr>
            <p:spPr>
              <a:xfrm>
                <a:off x="34573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5" name="ph5085"/>
              <p:cNvSpPr/>
              <p:nvPr/>
            </p:nvSpPr>
            <p:spPr>
              <a:xfrm>
                <a:off x="34666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6" name="ph5086"/>
              <p:cNvSpPr/>
              <p:nvPr/>
            </p:nvSpPr>
            <p:spPr>
              <a:xfrm>
                <a:off x="347587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7" name="ph5087"/>
              <p:cNvSpPr/>
              <p:nvPr/>
            </p:nvSpPr>
            <p:spPr>
              <a:xfrm>
                <a:off x="3485137" y="16366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067"/>
                    </a:lnTo>
                    <a:lnTo>
                      <a:pt x="922143" y="910442"/>
                    </a:lnTo>
                    <a:lnTo>
                      <a:pt x="921508" y="910534"/>
                    </a:lnTo>
                    <a:lnTo>
                      <a:pt x="920962" y="910957"/>
                    </a:lnTo>
                    <a:lnTo>
                      <a:pt x="915767" y="914400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8" name="ph5088"/>
              <p:cNvSpPr/>
              <p:nvPr/>
            </p:nvSpPr>
            <p:spPr>
              <a:xfrm>
                <a:off x="3494399" y="1619441"/>
                <a:ext cx="923662" cy="9273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520"/>
                    </a:lnTo>
                    <a:lnTo>
                      <a:pt x="918791" y="926221"/>
                    </a:lnTo>
                    <a:lnTo>
                      <a:pt x="914400" y="927305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9" name="ph5089"/>
              <p:cNvSpPr/>
              <p:nvPr/>
            </p:nvSpPr>
            <p:spPr>
              <a:xfrm>
                <a:off x="3503661" y="1619441"/>
                <a:ext cx="923662" cy="9245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5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54"/>
                    </a:lnTo>
                    <a:lnTo>
                      <a:pt x="921179" y="921547"/>
                    </a:lnTo>
                    <a:lnTo>
                      <a:pt x="915387" y="924175"/>
                    </a:lnTo>
                    <a:lnTo>
                      <a:pt x="914400" y="92452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0" name="ph5090"/>
              <p:cNvSpPr/>
              <p:nvPr/>
            </p:nvSpPr>
            <p:spPr>
              <a:xfrm>
                <a:off x="3512923" y="1619441"/>
                <a:ext cx="923662" cy="92015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5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628"/>
                    </a:lnTo>
                    <a:lnTo>
                      <a:pt x="922645" y="915254"/>
                    </a:lnTo>
                    <a:lnTo>
                      <a:pt x="920973" y="916283"/>
                    </a:lnTo>
                    <a:lnTo>
                      <a:pt x="919301" y="917312"/>
                    </a:lnTo>
                    <a:lnTo>
                      <a:pt x="917624" y="918345"/>
                    </a:lnTo>
                    <a:lnTo>
                      <a:pt x="914400" y="920154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1" name="ph5091"/>
              <p:cNvSpPr/>
              <p:nvPr/>
            </p:nvSpPr>
            <p:spPr>
              <a:xfrm>
                <a:off x="3522185" y="1619441"/>
                <a:ext cx="914771" cy="914628"/>
              </a:xfrm>
              <a:custGeom>
                <a:avLst/>
                <a:gdLst/>
                <a:ahLst/>
                <a:cxnLst/>
                <a:rect l="0" t="0" r="0" b="0"/>
                <a:pathLst>
                  <a:path w="914771" h="914628">
                    <a:moveTo>
                      <a:pt x="914400" y="914400"/>
                    </a:moveTo>
                    <a:lnTo>
                      <a:pt x="914771" y="914400"/>
                    </a:lnTo>
                    <a:lnTo>
                      <a:pt x="914400" y="91462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2" name="ph5092"/>
              <p:cNvSpPr/>
              <p:nvPr/>
            </p:nvSpPr>
            <p:spPr>
              <a:xfrm>
                <a:off x="2151377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7" y="914400"/>
                    </a:lnTo>
                    <a:lnTo>
                      <a:pt x="914319" y="909517"/>
                    </a:lnTo>
                    <a:lnTo>
                      <a:pt x="914341" y="908925"/>
                    </a:lnTo>
                    <a:lnTo>
                      <a:pt x="914364" y="908332"/>
                    </a:lnTo>
                    <a:lnTo>
                      <a:pt x="914386" y="907739"/>
                    </a:lnTo>
                    <a:lnTo>
                      <a:pt x="914400" y="907366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3" name="ph5093"/>
              <p:cNvSpPr/>
              <p:nvPr/>
            </p:nvSpPr>
            <p:spPr>
              <a:xfrm>
                <a:off x="2160639" y="16022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04"/>
                    </a:lnTo>
                    <a:lnTo>
                      <a:pt x="905145" y="924384"/>
                    </a:lnTo>
                    <a:lnTo>
                      <a:pt x="905168" y="923791"/>
                    </a:lnTo>
                    <a:lnTo>
                      <a:pt x="905190" y="923197"/>
                    </a:lnTo>
                    <a:lnTo>
                      <a:pt x="905212" y="922604"/>
                    </a:lnTo>
                    <a:lnTo>
                      <a:pt x="905234" y="922011"/>
                    </a:lnTo>
                    <a:lnTo>
                      <a:pt x="905256" y="921418"/>
                    </a:lnTo>
                    <a:lnTo>
                      <a:pt x="905278" y="920825"/>
                    </a:lnTo>
                    <a:lnTo>
                      <a:pt x="905300" y="920231"/>
                    </a:lnTo>
                    <a:lnTo>
                      <a:pt x="905322" y="919638"/>
                    </a:lnTo>
                    <a:lnTo>
                      <a:pt x="905344" y="919045"/>
                    </a:lnTo>
                    <a:lnTo>
                      <a:pt x="905366" y="918452"/>
                    </a:lnTo>
                    <a:lnTo>
                      <a:pt x="905388" y="917858"/>
                    </a:lnTo>
                    <a:lnTo>
                      <a:pt x="905411" y="917265"/>
                    </a:lnTo>
                    <a:lnTo>
                      <a:pt x="905433" y="916672"/>
                    </a:lnTo>
                    <a:lnTo>
                      <a:pt x="905455" y="916079"/>
                    </a:lnTo>
                    <a:lnTo>
                      <a:pt x="905477" y="915486"/>
                    </a:lnTo>
                    <a:lnTo>
                      <a:pt x="905499" y="914892"/>
                    </a:lnTo>
                    <a:lnTo>
                      <a:pt x="905517" y="91439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4" name="ph5094"/>
              <p:cNvSpPr/>
              <p:nvPr/>
            </p:nvSpPr>
            <p:spPr>
              <a:xfrm>
                <a:off x="21606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5" name="ph5095"/>
              <p:cNvSpPr/>
              <p:nvPr/>
            </p:nvSpPr>
            <p:spPr>
              <a:xfrm>
                <a:off x="21699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6" name="ph5096"/>
              <p:cNvSpPr/>
              <p:nvPr/>
            </p:nvSpPr>
            <p:spPr>
              <a:xfrm>
                <a:off x="21791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7" name="ph5097"/>
              <p:cNvSpPr/>
              <p:nvPr/>
            </p:nvSpPr>
            <p:spPr>
              <a:xfrm>
                <a:off x="218842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8" name="ph5098"/>
              <p:cNvSpPr/>
              <p:nvPr/>
            </p:nvSpPr>
            <p:spPr>
              <a:xfrm>
                <a:off x="21976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9" name="ph5099"/>
              <p:cNvSpPr/>
              <p:nvPr/>
            </p:nvSpPr>
            <p:spPr>
              <a:xfrm>
                <a:off x="22069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0" name="ph5100"/>
              <p:cNvSpPr/>
              <p:nvPr/>
            </p:nvSpPr>
            <p:spPr>
              <a:xfrm>
                <a:off x="22162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1" name="ph5101"/>
              <p:cNvSpPr/>
              <p:nvPr/>
            </p:nvSpPr>
            <p:spPr>
              <a:xfrm>
                <a:off x="222547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2" name="ph5102"/>
              <p:cNvSpPr/>
              <p:nvPr/>
            </p:nvSpPr>
            <p:spPr>
              <a:xfrm>
                <a:off x="22347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3" name="ph5103"/>
              <p:cNvSpPr/>
              <p:nvPr/>
            </p:nvSpPr>
            <p:spPr>
              <a:xfrm>
                <a:off x="22439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4" name="ph5104"/>
              <p:cNvSpPr/>
              <p:nvPr/>
            </p:nvSpPr>
            <p:spPr>
              <a:xfrm>
                <a:off x="22532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5" name="ph5105"/>
              <p:cNvSpPr/>
              <p:nvPr/>
            </p:nvSpPr>
            <p:spPr>
              <a:xfrm>
                <a:off x="22625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6" name="ph5106"/>
              <p:cNvSpPr/>
              <p:nvPr/>
            </p:nvSpPr>
            <p:spPr>
              <a:xfrm>
                <a:off x="22717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7" name="ph5107"/>
              <p:cNvSpPr/>
              <p:nvPr/>
            </p:nvSpPr>
            <p:spPr>
              <a:xfrm>
                <a:off x="22810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8" name="ph5108"/>
              <p:cNvSpPr/>
              <p:nvPr/>
            </p:nvSpPr>
            <p:spPr>
              <a:xfrm>
                <a:off x="22903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9" name="ph5109"/>
              <p:cNvSpPr/>
              <p:nvPr/>
            </p:nvSpPr>
            <p:spPr>
              <a:xfrm>
                <a:off x="22995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0" name="ph5110"/>
              <p:cNvSpPr/>
              <p:nvPr/>
            </p:nvSpPr>
            <p:spPr>
              <a:xfrm>
                <a:off x="230883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1" name="ph5111"/>
              <p:cNvSpPr/>
              <p:nvPr/>
            </p:nvSpPr>
            <p:spPr>
              <a:xfrm>
                <a:off x="23180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2" name="ph5112"/>
              <p:cNvSpPr/>
              <p:nvPr/>
            </p:nvSpPr>
            <p:spPr>
              <a:xfrm>
                <a:off x="23273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3" name="ph5113"/>
              <p:cNvSpPr/>
              <p:nvPr/>
            </p:nvSpPr>
            <p:spPr>
              <a:xfrm>
                <a:off x="23366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4" name="ph5114"/>
              <p:cNvSpPr/>
              <p:nvPr/>
            </p:nvSpPr>
            <p:spPr>
              <a:xfrm>
                <a:off x="23458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5" name="ph5115"/>
              <p:cNvSpPr/>
              <p:nvPr/>
            </p:nvSpPr>
            <p:spPr>
              <a:xfrm>
                <a:off x="235514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6" name="ph5116"/>
              <p:cNvSpPr/>
              <p:nvPr/>
            </p:nvSpPr>
            <p:spPr>
              <a:xfrm>
                <a:off x="23644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7" name="ph5117"/>
              <p:cNvSpPr/>
              <p:nvPr/>
            </p:nvSpPr>
            <p:spPr>
              <a:xfrm>
                <a:off x="23736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8" name="ph5118"/>
              <p:cNvSpPr/>
              <p:nvPr/>
            </p:nvSpPr>
            <p:spPr>
              <a:xfrm>
                <a:off x="23829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9" name="ph5119"/>
              <p:cNvSpPr/>
              <p:nvPr/>
            </p:nvSpPr>
            <p:spPr>
              <a:xfrm>
                <a:off x="239219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0" name="ph5120"/>
              <p:cNvSpPr/>
              <p:nvPr/>
            </p:nvSpPr>
            <p:spPr>
              <a:xfrm>
                <a:off x="24014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1" name="ph5121"/>
              <p:cNvSpPr/>
              <p:nvPr/>
            </p:nvSpPr>
            <p:spPr>
              <a:xfrm>
                <a:off x="2419981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181" y="897161"/>
                    </a:lnTo>
                    <a:lnTo>
                      <a:pt x="913168" y="903183"/>
                    </a:lnTo>
                    <a:lnTo>
                      <a:pt x="914400" y="905252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2" name="ph5122"/>
              <p:cNvSpPr/>
              <p:nvPr/>
            </p:nvSpPr>
            <p:spPr>
              <a:xfrm>
                <a:off x="2419981" y="1619441"/>
                <a:ext cx="9196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09" h="914400">
                    <a:moveTo>
                      <a:pt x="914400" y="914400"/>
                    </a:moveTo>
                    <a:lnTo>
                      <a:pt x="914400" y="905252"/>
                    </a:lnTo>
                    <a:lnTo>
                      <a:pt x="917520" y="910497"/>
                    </a:lnTo>
                    <a:lnTo>
                      <a:pt x="919609" y="914400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3" name="ph5123"/>
              <p:cNvSpPr/>
              <p:nvPr/>
            </p:nvSpPr>
            <p:spPr>
              <a:xfrm>
                <a:off x="3077599" y="1602202"/>
                <a:ext cx="914400" cy="91920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05">
                    <a:moveTo>
                      <a:pt x="914400" y="914399"/>
                    </a:moveTo>
                    <a:lnTo>
                      <a:pt x="914400" y="919205"/>
                    </a:lnTo>
                    <a:lnTo>
                      <a:pt x="913534" y="91439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4" name="ph5124"/>
              <p:cNvSpPr/>
              <p:nvPr/>
            </p:nvSpPr>
            <p:spPr>
              <a:xfrm>
                <a:off x="30775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7085" y="931638"/>
                    </a:lnTo>
                    <a:lnTo>
                      <a:pt x="916591" y="929619"/>
                    </a:lnTo>
                    <a:lnTo>
                      <a:pt x="914477" y="919635"/>
                    </a:lnTo>
                    <a:lnTo>
                      <a:pt x="914400" y="919205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5" name="ph5125"/>
              <p:cNvSpPr/>
              <p:nvPr/>
            </p:nvSpPr>
            <p:spPr>
              <a:xfrm>
                <a:off x="30868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6" name="ph5126"/>
              <p:cNvSpPr/>
              <p:nvPr/>
            </p:nvSpPr>
            <p:spPr>
              <a:xfrm>
                <a:off x="30961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7" name="ph5127"/>
              <p:cNvSpPr/>
              <p:nvPr/>
            </p:nvSpPr>
            <p:spPr>
              <a:xfrm>
                <a:off x="31053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8" name="ph5128"/>
              <p:cNvSpPr/>
              <p:nvPr/>
            </p:nvSpPr>
            <p:spPr>
              <a:xfrm>
                <a:off x="31146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9" name="ph5129"/>
              <p:cNvSpPr/>
              <p:nvPr/>
            </p:nvSpPr>
            <p:spPr>
              <a:xfrm>
                <a:off x="31239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0" name="ph5130"/>
              <p:cNvSpPr/>
              <p:nvPr/>
            </p:nvSpPr>
            <p:spPr>
              <a:xfrm>
                <a:off x="31331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1" name="ph5131"/>
              <p:cNvSpPr/>
              <p:nvPr/>
            </p:nvSpPr>
            <p:spPr>
              <a:xfrm>
                <a:off x="314243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2" name="ph5132"/>
              <p:cNvSpPr/>
              <p:nvPr/>
            </p:nvSpPr>
            <p:spPr>
              <a:xfrm>
                <a:off x="31516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3" name="ph5133"/>
              <p:cNvSpPr/>
              <p:nvPr/>
            </p:nvSpPr>
            <p:spPr>
              <a:xfrm>
                <a:off x="31609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4" name="ph5134"/>
              <p:cNvSpPr/>
              <p:nvPr/>
            </p:nvSpPr>
            <p:spPr>
              <a:xfrm>
                <a:off x="31702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5" name="ph5135"/>
              <p:cNvSpPr/>
              <p:nvPr/>
            </p:nvSpPr>
            <p:spPr>
              <a:xfrm>
                <a:off x="31794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6" name="ph5136"/>
              <p:cNvSpPr/>
              <p:nvPr/>
            </p:nvSpPr>
            <p:spPr>
              <a:xfrm>
                <a:off x="318874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7" name="ph5137"/>
              <p:cNvSpPr/>
              <p:nvPr/>
            </p:nvSpPr>
            <p:spPr>
              <a:xfrm>
                <a:off x="31980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8" name="ph5138"/>
              <p:cNvSpPr/>
              <p:nvPr/>
            </p:nvSpPr>
            <p:spPr>
              <a:xfrm>
                <a:off x="32072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9" name="ph5139"/>
              <p:cNvSpPr/>
              <p:nvPr/>
            </p:nvSpPr>
            <p:spPr>
              <a:xfrm>
                <a:off x="32165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0" name="ph5140"/>
              <p:cNvSpPr/>
              <p:nvPr/>
            </p:nvSpPr>
            <p:spPr>
              <a:xfrm>
                <a:off x="322579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1" name="ph5141"/>
              <p:cNvSpPr/>
              <p:nvPr/>
            </p:nvSpPr>
            <p:spPr>
              <a:xfrm>
                <a:off x="32350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2" name="ph5142"/>
              <p:cNvSpPr/>
              <p:nvPr/>
            </p:nvSpPr>
            <p:spPr>
              <a:xfrm>
                <a:off x="324431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3" name="ph5143"/>
              <p:cNvSpPr/>
              <p:nvPr/>
            </p:nvSpPr>
            <p:spPr>
              <a:xfrm>
                <a:off x="325358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4" name="ph5144"/>
              <p:cNvSpPr/>
              <p:nvPr/>
            </p:nvSpPr>
            <p:spPr>
              <a:xfrm>
                <a:off x="326284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5" name="ph5145"/>
              <p:cNvSpPr/>
              <p:nvPr/>
            </p:nvSpPr>
            <p:spPr>
              <a:xfrm>
                <a:off x="327210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6" name="ph5146"/>
              <p:cNvSpPr/>
              <p:nvPr/>
            </p:nvSpPr>
            <p:spPr>
              <a:xfrm>
                <a:off x="328136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7" name="ph5147"/>
              <p:cNvSpPr/>
              <p:nvPr/>
            </p:nvSpPr>
            <p:spPr>
              <a:xfrm>
                <a:off x="329063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8" name="ph5148"/>
              <p:cNvSpPr/>
              <p:nvPr/>
            </p:nvSpPr>
            <p:spPr>
              <a:xfrm>
                <a:off x="329989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9" name="ph5149"/>
              <p:cNvSpPr/>
              <p:nvPr/>
            </p:nvSpPr>
            <p:spPr>
              <a:xfrm>
                <a:off x="330915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0" name="ph5150"/>
              <p:cNvSpPr/>
              <p:nvPr/>
            </p:nvSpPr>
            <p:spPr>
              <a:xfrm>
                <a:off x="331841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1" name="ph5151"/>
              <p:cNvSpPr/>
              <p:nvPr/>
            </p:nvSpPr>
            <p:spPr>
              <a:xfrm>
                <a:off x="332767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2" name="ph5152"/>
              <p:cNvSpPr/>
              <p:nvPr/>
            </p:nvSpPr>
            <p:spPr>
              <a:xfrm>
                <a:off x="333694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3" name="ph5153"/>
              <p:cNvSpPr/>
              <p:nvPr/>
            </p:nvSpPr>
            <p:spPr>
              <a:xfrm>
                <a:off x="334620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4" name="ph5154"/>
              <p:cNvSpPr/>
              <p:nvPr/>
            </p:nvSpPr>
            <p:spPr>
              <a:xfrm>
                <a:off x="335546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5" name="ph5155"/>
              <p:cNvSpPr/>
              <p:nvPr/>
            </p:nvSpPr>
            <p:spPr>
              <a:xfrm>
                <a:off x="336472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6" name="ph5156"/>
              <p:cNvSpPr/>
              <p:nvPr/>
            </p:nvSpPr>
            <p:spPr>
              <a:xfrm>
                <a:off x="337399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7" name="ph5157"/>
              <p:cNvSpPr/>
              <p:nvPr/>
            </p:nvSpPr>
            <p:spPr>
              <a:xfrm>
                <a:off x="338325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8" name="ph5158"/>
              <p:cNvSpPr/>
              <p:nvPr/>
            </p:nvSpPr>
            <p:spPr>
              <a:xfrm>
                <a:off x="339251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9" name="ph5159"/>
              <p:cNvSpPr/>
              <p:nvPr/>
            </p:nvSpPr>
            <p:spPr>
              <a:xfrm>
                <a:off x="340177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0" name="ph5160"/>
              <p:cNvSpPr/>
              <p:nvPr/>
            </p:nvSpPr>
            <p:spPr>
              <a:xfrm>
                <a:off x="34110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1" name="ph5161"/>
              <p:cNvSpPr/>
              <p:nvPr/>
            </p:nvSpPr>
            <p:spPr>
              <a:xfrm>
                <a:off x="34203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2" name="ph5162"/>
              <p:cNvSpPr/>
              <p:nvPr/>
            </p:nvSpPr>
            <p:spPr>
              <a:xfrm>
                <a:off x="34295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3" name="ph5163"/>
              <p:cNvSpPr/>
              <p:nvPr/>
            </p:nvSpPr>
            <p:spPr>
              <a:xfrm>
                <a:off x="343882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4" name="ph5164"/>
              <p:cNvSpPr/>
              <p:nvPr/>
            </p:nvSpPr>
            <p:spPr>
              <a:xfrm>
                <a:off x="34480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5" name="ph5165"/>
              <p:cNvSpPr/>
              <p:nvPr/>
            </p:nvSpPr>
            <p:spPr>
              <a:xfrm>
                <a:off x="34573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6" name="ph5166"/>
              <p:cNvSpPr/>
              <p:nvPr/>
            </p:nvSpPr>
            <p:spPr>
              <a:xfrm>
                <a:off x="34666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7" name="ph5167"/>
              <p:cNvSpPr/>
              <p:nvPr/>
            </p:nvSpPr>
            <p:spPr>
              <a:xfrm>
                <a:off x="347587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8" name="ph5168"/>
              <p:cNvSpPr/>
              <p:nvPr/>
            </p:nvSpPr>
            <p:spPr>
              <a:xfrm>
                <a:off x="34851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9" name="ph5169"/>
              <p:cNvSpPr/>
              <p:nvPr/>
            </p:nvSpPr>
            <p:spPr>
              <a:xfrm>
                <a:off x="34943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0" name="ph5170"/>
              <p:cNvSpPr/>
              <p:nvPr/>
            </p:nvSpPr>
            <p:spPr>
              <a:xfrm>
                <a:off x="35036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1" name="ph5171"/>
              <p:cNvSpPr/>
              <p:nvPr/>
            </p:nvSpPr>
            <p:spPr>
              <a:xfrm>
                <a:off x="35129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2" name="ph5172"/>
              <p:cNvSpPr/>
              <p:nvPr/>
            </p:nvSpPr>
            <p:spPr>
              <a:xfrm>
                <a:off x="3522185" y="16194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936"/>
                    </a:lnTo>
                    <a:lnTo>
                      <a:pt x="923421" y="909084"/>
                    </a:lnTo>
                    <a:lnTo>
                      <a:pt x="921747" y="910112"/>
                    </a:lnTo>
                    <a:lnTo>
                      <a:pt x="920074" y="911140"/>
                    </a:lnTo>
                    <a:lnTo>
                      <a:pt x="918401" y="912168"/>
                    </a:lnTo>
                    <a:lnTo>
                      <a:pt x="916728" y="913196"/>
                    </a:lnTo>
                    <a:lnTo>
                      <a:pt x="915055" y="914225"/>
                    </a:lnTo>
                    <a:lnTo>
                      <a:pt x="914771" y="91440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3" name="ph5173"/>
              <p:cNvSpPr/>
              <p:nvPr/>
            </p:nvSpPr>
            <p:spPr>
              <a:xfrm>
                <a:off x="3531448" y="1602202"/>
                <a:ext cx="923662" cy="9261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7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495"/>
                    </a:lnTo>
                    <a:lnTo>
                      <a:pt x="922532" y="921187"/>
                    </a:lnTo>
                    <a:lnTo>
                      <a:pt x="920857" y="922214"/>
                    </a:lnTo>
                    <a:lnTo>
                      <a:pt x="919182" y="923241"/>
                    </a:lnTo>
                    <a:lnTo>
                      <a:pt x="917507" y="924268"/>
                    </a:lnTo>
                    <a:lnTo>
                      <a:pt x="915833" y="925295"/>
                    </a:lnTo>
                    <a:lnTo>
                      <a:pt x="914400" y="926175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4" name="ph5174"/>
              <p:cNvSpPr/>
              <p:nvPr/>
            </p:nvSpPr>
            <p:spPr>
              <a:xfrm>
                <a:off x="3540710" y="1602202"/>
                <a:ext cx="923494" cy="920495"/>
              </a:xfrm>
              <a:custGeom>
                <a:avLst/>
                <a:gdLst/>
                <a:ahLst/>
                <a:cxnLst/>
                <a:rect l="0" t="0" r="0" b="0"/>
                <a:pathLst>
                  <a:path w="923494" h="920495">
                    <a:moveTo>
                      <a:pt x="914400" y="914399"/>
                    </a:moveTo>
                    <a:lnTo>
                      <a:pt x="923494" y="914399"/>
                    </a:lnTo>
                    <a:lnTo>
                      <a:pt x="921276" y="916070"/>
                    </a:lnTo>
                    <a:lnTo>
                      <a:pt x="916627" y="919131"/>
                    </a:lnTo>
                    <a:lnTo>
                      <a:pt x="914946" y="920161"/>
                    </a:lnTo>
                    <a:lnTo>
                      <a:pt x="914400" y="920495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5" name="ph5175"/>
              <p:cNvSpPr/>
              <p:nvPr/>
            </p:nvSpPr>
            <p:spPr>
              <a:xfrm>
                <a:off x="216063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21" y="931538"/>
                    </a:lnTo>
                    <a:lnTo>
                      <a:pt x="905543" y="930944"/>
                    </a:lnTo>
                    <a:lnTo>
                      <a:pt x="905565" y="930351"/>
                    </a:lnTo>
                    <a:lnTo>
                      <a:pt x="905587" y="929758"/>
                    </a:lnTo>
                    <a:lnTo>
                      <a:pt x="905610" y="929165"/>
                    </a:lnTo>
                    <a:lnTo>
                      <a:pt x="905632" y="928571"/>
                    </a:lnTo>
                    <a:lnTo>
                      <a:pt x="905654" y="927978"/>
                    </a:lnTo>
                    <a:lnTo>
                      <a:pt x="905676" y="927385"/>
                    </a:lnTo>
                    <a:lnTo>
                      <a:pt x="905698" y="926792"/>
                    </a:lnTo>
                    <a:lnTo>
                      <a:pt x="905720" y="926199"/>
                    </a:lnTo>
                    <a:lnTo>
                      <a:pt x="905742" y="925605"/>
                    </a:lnTo>
                    <a:lnTo>
                      <a:pt x="905764" y="925012"/>
                    </a:lnTo>
                    <a:lnTo>
                      <a:pt x="905994" y="920473"/>
                    </a:lnTo>
                    <a:lnTo>
                      <a:pt x="905975" y="920322"/>
                    </a:lnTo>
                    <a:lnTo>
                      <a:pt x="905700" y="918137"/>
                    </a:lnTo>
                    <a:lnTo>
                      <a:pt x="905424" y="915953"/>
                    </a:lnTo>
                    <a:lnTo>
                      <a:pt x="905229" y="91439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6" name="ph5176"/>
              <p:cNvSpPr/>
              <p:nvPr/>
            </p:nvSpPr>
            <p:spPr>
              <a:xfrm>
                <a:off x="21606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7" name="ph5177"/>
              <p:cNvSpPr/>
              <p:nvPr/>
            </p:nvSpPr>
            <p:spPr>
              <a:xfrm>
                <a:off x="21699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8" name="ph5178"/>
              <p:cNvSpPr/>
              <p:nvPr/>
            </p:nvSpPr>
            <p:spPr>
              <a:xfrm>
                <a:off x="21791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9" name="ph5179"/>
              <p:cNvSpPr/>
              <p:nvPr/>
            </p:nvSpPr>
            <p:spPr>
              <a:xfrm>
                <a:off x="218842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0" name="ph5180"/>
              <p:cNvSpPr/>
              <p:nvPr/>
            </p:nvSpPr>
            <p:spPr>
              <a:xfrm>
                <a:off x="21976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1" name="ph5181"/>
              <p:cNvSpPr/>
              <p:nvPr/>
            </p:nvSpPr>
            <p:spPr>
              <a:xfrm>
                <a:off x="22069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2" name="ph5182"/>
              <p:cNvSpPr/>
              <p:nvPr/>
            </p:nvSpPr>
            <p:spPr>
              <a:xfrm>
                <a:off x="22162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3" name="ph5183"/>
              <p:cNvSpPr/>
              <p:nvPr/>
            </p:nvSpPr>
            <p:spPr>
              <a:xfrm>
                <a:off x="222547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4" name="ph5184"/>
              <p:cNvSpPr/>
              <p:nvPr/>
            </p:nvSpPr>
            <p:spPr>
              <a:xfrm>
                <a:off x="22347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5" name="ph5185"/>
              <p:cNvSpPr/>
              <p:nvPr/>
            </p:nvSpPr>
            <p:spPr>
              <a:xfrm>
                <a:off x="22439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6" name="ph5186"/>
              <p:cNvSpPr/>
              <p:nvPr/>
            </p:nvSpPr>
            <p:spPr>
              <a:xfrm>
                <a:off x="22532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7" name="ph5187"/>
              <p:cNvSpPr/>
              <p:nvPr/>
            </p:nvSpPr>
            <p:spPr>
              <a:xfrm>
                <a:off x="22625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8" name="ph5188"/>
              <p:cNvSpPr/>
              <p:nvPr/>
            </p:nvSpPr>
            <p:spPr>
              <a:xfrm>
                <a:off x="22717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9" name="ph5189"/>
              <p:cNvSpPr/>
              <p:nvPr/>
            </p:nvSpPr>
            <p:spPr>
              <a:xfrm>
                <a:off x="22810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0" name="ph5190"/>
              <p:cNvSpPr/>
              <p:nvPr/>
            </p:nvSpPr>
            <p:spPr>
              <a:xfrm>
                <a:off x="22903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1" name="ph5191"/>
              <p:cNvSpPr/>
              <p:nvPr/>
            </p:nvSpPr>
            <p:spPr>
              <a:xfrm>
                <a:off x="22995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2" name="ph5192"/>
              <p:cNvSpPr/>
              <p:nvPr/>
            </p:nvSpPr>
            <p:spPr>
              <a:xfrm>
                <a:off x="230883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3" name="ph5193"/>
              <p:cNvSpPr/>
              <p:nvPr/>
            </p:nvSpPr>
            <p:spPr>
              <a:xfrm>
                <a:off x="23180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4" name="ph5194"/>
              <p:cNvSpPr/>
              <p:nvPr/>
            </p:nvSpPr>
            <p:spPr>
              <a:xfrm>
                <a:off x="23273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5" name="ph5195"/>
              <p:cNvSpPr/>
              <p:nvPr/>
            </p:nvSpPr>
            <p:spPr>
              <a:xfrm>
                <a:off x="23366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6" name="ph5196"/>
              <p:cNvSpPr/>
              <p:nvPr/>
            </p:nvSpPr>
            <p:spPr>
              <a:xfrm>
                <a:off x="23458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7" name="ph5197"/>
              <p:cNvSpPr/>
              <p:nvPr/>
            </p:nvSpPr>
            <p:spPr>
              <a:xfrm>
                <a:off x="235514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8" name="ph5198"/>
              <p:cNvSpPr/>
              <p:nvPr/>
            </p:nvSpPr>
            <p:spPr>
              <a:xfrm>
                <a:off x="23644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9" name="ph5199"/>
              <p:cNvSpPr/>
              <p:nvPr/>
            </p:nvSpPr>
            <p:spPr>
              <a:xfrm>
                <a:off x="23736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0" name="ph5200"/>
              <p:cNvSpPr/>
              <p:nvPr/>
            </p:nvSpPr>
            <p:spPr>
              <a:xfrm>
                <a:off x="23829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1" name="ph5201"/>
              <p:cNvSpPr/>
              <p:nvPr/>
            </p:nvSpPr>
            <p:spPr>
              <a:xfrm>
                <a:off x="239219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2" name="ph5202"/>
              <p:cNvSpPr/>
              <p:nvPr/>
            </p:nvSpPr>
            <p:spPr>
              <a:xfrm>
                <a:off x="2410719" y="160220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7078" y="897161"/>
                    </a:lnTo>
                    <a:lnTo>
                      <a:pt x="907567" y="900478"/>
                    </a:lnTo>
                    <a:lnTo>
                      <a:pt x="908220" y="901179"/>
                    </a:lnTo>
                    <a:lnTo>
                      <a:pt x="913136" y="907125"/>
                    </a:lnTo>
                    <a:lnTo>
                      <a:pt x="914400" y="908835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3" name="ph5203"/>
              <p:cNvSpPr/>
              <p:nvPr/>
            </p:nvSpPr>
            <p:spPr>
              <a:xfrm>
                <a:off x="2410719" y="1602202"/>
                <a:ext cx="91844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444" h="914399">
                    <a:moveTo>
                      <a:pt x="914400" y="914399"/>
                    </a:moveTo>
                    <a:lnTo>
                      <a:pt x="914400" y="908835"/>
                    </a:lnTo>
                    <a:lnTo>
                      <a:pt x="917878" y="913545"/>
                    </a:lnTo>
                    <a:lnTo>
                      <a:pt x="918444" y="91439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4" name="ph5204"/>
              <p:cNvSpPr/>
              <p:nvPr/>
            </p:nvSpPr>
            <p:spPr>
              <a:xfrm>
                <a:off x="307759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3534" y="931638"/>
                    </a:lnTo>
                    <a:lnTo>
                      <a:pt x="912644" y="926698"/>
                    </a:lnTo>
                    <a:lnTo>
                      <a:pt x="911097" y="916360"/>
                    </a:lnTo>
                    <a:lnTo>
                      <a:pt x="910861" y="91439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5" name="ph5205"/>
              <p:cNvSpPr/>
              <p:nvPr/>
            </p:nvSpPr>
            <p:spPr>
              <a:xfrm>
                <a:off x="30775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6" name="ph5206"/>
              <p:cNvSpPr/>
              <p:nvPr/>
            </p:nvSpPr>
            <p:spPr>
              <a:xfrm>
                <a:off x="30868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7" name="ph5207"/>
              <p:cNvSpPr/>
              <p:nvPr/>
            </p:nvSpPr>
            <p:spPr>
              <a:xfrm>
                <a:off x="30961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8" name="ph5208"/>
              <p:cNvSpPr/>
              <p:nvPr/>
            </p:nvSpPr>
            <p:spPr>
              <a:xfrm>
                <a:off x="31053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9" name="ph5209"/>
              <p:cNvSpPr/>
              <p:nvPr/>
            </p:nvSpPr>
            <p:spPr>
              <a:xfrm>
                <a:off x="31146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0" name="ph5210"/>
              <p:cNvSpPr/>
              <p:nvPr/>
            </p:nvSpPr>
            <p:spPr>
              <a:xfrm>
                <a:off x="31239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1" name="ph5211"/>
              <p:cNvSpPr/>
              <p:nvPr/>
            </p:nvSpPr>
            <p:spPr>
              <a:xfrm>
                <a:off x="31331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2" name="ph5212"/>
              <p:cNvSpPr/>
              <p:nvPr/>
            </p:nvSpPr>
            <p:spPr>
              <a:xfrm>
                <a:off x="314243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3" name="ph5213"/>
              <p:cNvSpPr/>
              <p:nvPr/>
            </p:nvSpPr>
            <p:spPr>
              <a:xfrm>
                <a:off x="31516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4" name="ph5214"/>
              <p:cNvSpPr/>
              <p:nvPr/>
            </p:nvSpPr>
            <p:spPr>
              <a:xfrm>
                <a:off x="31609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5" name="ph5215"/>
              <p:cNvSpPr/>
              <p:nvPr/>
            </p:nvSpPr>
            <p:spPr>
              <a:xfrm>
                <a:off x="31702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6" name="ph5216"/>
              <p:cNvSpPr/>
              <p:nvPr/>
            </p:nvSpPr>
            <p:spPr>
              <a:xfrm>
                <a:off x="31794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7" name="ph5217"/>
              <p:cNvSpPr/>
              <p:nvPr/>
            </p:nvSpPr>
            <p:spPr>
              <a:xfrm>
                <a:off x="318874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8" name="ph5218"/>
              <p:cNvSpPr/>
              <p:nvPr/>
            </p:nvSpPr>
            <p:spPr>
              <a:xfrm>
                <a:off x="31980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9" name="ph5219"/>
              <p:cNvSpPr/>
              <p:nvPr/>
            </p:nvSpPr>
            <p:spPr>
              <a:xfrm>
                <a:off x="32072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0" name="ph5220"/>
              <p:cNvSpPr/>
              <p:nvPr/>
            </p:nvSpPr>
            <p:spPr>
              <a:xfrm>
                <a:off x="32165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1" name="ph5221"/>
              <p:cNvSpPr/>
              <p:nvPr/>
            </p:nvSpPr>
            <p:spPr>
              <a:xfrm>
                <a:off x="322579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2" name="ph5222"/>
              <p:cNvSpPr/>
              <p:nvPr/>
            </p:nvSpPr>
            <p:spPr>
              <a:xfrm>
                <a:off x="323505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3" name="ph5223"/>
              <p:cNvSpPr/>
              <p:nvPr/>
            </p:nvSpPr>
            <p:spPr>
              <a:xfrm>
                <a:off x="324431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4" name="ph5224"/>
              <p:cNvSpPr/>
              <p:nvPr/>
            </p:nvSpPr>
            <p:spPr>
              <a:xfrm>
                <a:off x="325358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5" name="ph5225"/>
              <p:cNvSpPr/>
              <p:nvPr/>
            </p:nvSpPr>
            <p:spPr>
              <a:xfrm>
                <a:off x="326284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6" name="ph5226"/>
              <p:cNvSpPr/>
              <p:nvPr/>
            </p:nvSpPr>
            <p:spPr>
              <a:xfrm>
                <a:off x="327210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7" name="ph5227"/>
              <p:cNvSpPr/>
              <p:nvPr/>
            </p:nvSpPr>
            <p:spPr>
              <a:xfrm>
                <a:off x="328136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8" name="ph5228"/>
              <p:cNvSpPr/>
              <p:nvPr/>
            </p:nvSpPr>
            <p:spPr>
              <a:xfrm>
                <a:off x="329063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9" name="ph5229"/>
              <p:cNvSpPr/>
              <p:nvPr/>
            </p:nvSpPr>
            <p:spPr>
              <a:xfrm>
                <a:off x="329989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0" name="ph5230"/>
              <p:cNvSpPr/>
              <p:nvPr/>
            </p:nvSpPr>
            <p:spPr>
              <a:xfrm>
                <a:off x="330915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1" name="ph5231"/>
              <p:cNvSpPr/>
              <p:nvPr/>
            </p:nvSpPr>
            <p:spPr>
              <a:xfrm>
                <a:off x="331841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2" name="ph5232"/>
              <p:cNvSpPr/>
              <p:nvPr/>
            </p:nvSpPr>
            <p:spPr>
              <a:xfrm>
                <a:off x="332767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3" name="ph5233"/>
              <p:cNvSpPr/>
              <p:nvPr/>
            </p:nvSpPr>
            <p:spPr>
              <a:xfrm>
                <a:off x="333694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4" name="ph5234"/>
              <p:cNvSpPr/>
              <p:nvPr/>
            </p:nvSpPr>
            <p:spPr>
              <a:xfrm>
                <a:off x="334620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5" name="ph5235"/>
              <p:cNvSpPr/>
              <p:nvPr/>
            </p:nvSpPr>
            <p:spPr>
              <a:xfrm>
                <a:off x="335546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6" name="ph5236"/>
              <p:cNvSpPr/>
              <p:nvPr/>
            </p:nvSpPr>
            <p:spPr>
              <a:xfrm>
                <a:off x="336472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7" name="ph5237"/>
              <p:cNvSpPr/>
              <p:nvPr/>
            </p:nvSpPr>
            <p:spPr>
              <a:xfrm>
                <a:off x="337399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8" name="ph5238"/>
              <p:cNvSpPr/>
              <p:nvPr/>
            </p:nvSpPr>
            <p:spPr>
              <a:xfrm>
                <a:off x="338325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9" name="ph5239"/>
              <p:cNvSpPr/>
              <p:nvPr/>
            </p:nvSpPr>
            <p:spPr>
              <a:xfrm>
                <a:off x="339251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0" name="ph5240"/>
              <p:cNvSpPr/>
              <p:nvPr/>
            </p:nvSpPr>
            <p:spPr>
              <a:xfrm>
                <a:off x="340177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1" name="ph5241"/>
              <p:cNvSpPr/>
              <p:nvPr/>
            </p:nvSpPr>
            <p:spPr>
              <a:xfrm>
                <a:off x="34110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2" name="ph5242"/>
              <p:cNvSpPr/>
              <p:nvPr/>
            </p:nvSpPr>
            <p:spPr>
              <a:xfrm>
                <a:off x="34203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3" name="ph5243"/>
              <p:cNvSpPr/>
              <p:nvPr/>
            </p:nvSpPr>
            <p:spPr>
              <a:xfrm>
                <a:off x="34295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4" name="ph5244"/>
              <p:cNvSpPr/>
              <p:nvPr/>
            </p:nvSpPr>
            <p:spPr>
              <a:xfrm>
                <a:off x="343882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5" name="ph5245"/>
              <p:cNvSpPr/>
              <p:nvPr/>
            </p:nvSpPr>
            <p:spPr>
              <a:xfrm>
                <a:off x="34480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6" name="ph5246"/>
              <p:cNvSpPr/>
              <p:nvPr/>
            </p:nvSpPr>
            <p:spPr>
              <a:xfrm>
                <a:off x="34573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7" name="ph5247"/>
              <p:cNvSpPr/>
              <p:nvPr/>
            </p:nvSpPr>
            <p:spPr>
              <a:xfrm>
                <a:off x="34666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8" name="ph5248"/>
              <p:cNvSpPr/>
              <p:nvPr/>
            </p:nvSpPr>
            <p:spPr>
              <a:xfrm>
                <a:off x="347587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9" name="ph5249"/>
              <p:cNvSpPr/>
              <p:nvPr/>
            </p:nvSpPr>
            <p:spPr>
              <a:xfrm>
                <a:off x="34851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0" name="ph5250"/>
              <p:cNvSpPr/>
              <p:nvPr/>
            </p:nvSpPr>
            <p:spPr>
              <a:xfrm>
                <a:off x="34943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1" name="ph5251"/>
              <p:cNvSpPr/>
              <p:nvPr/>
            </p:nvSpPr>
            <p:spPr>
              <a:xfrm>
                <a:off x="35036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2" name="ph5252"/>
              <p:cNvSpPr/>
              <p:nvPr/>
            </p:nvSpPr>
            <p:spPr>
              <a:xfrm>
                <a:off x="35129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3" name="ph5253"/>
              <p:cNvSpPr/>
              <p:nvPr/>
            </p:nvSpPr>
            <p:spPr>
              <a:xfrm>
                <a:off x="352218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4" name="ph5254"/>
              <p:cNvSpPr/>
              <p:nvPr/>
            </p:nvSpPr>
            <p:spPr>
              <a:xfrm>
                <a:off x="35314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5" name="ph5255"/>
              <p:cNvSpPr/>
              <p:nvPr/>
            </p:nvSpPr>
            <p:spPr>
              <a:xfrm>
                <a:off x="3540710" y="160220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73"/>
                    </a:lnTo>
                    <a:lnTo>
                      <a:pt x="923494" y="91439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6" name="ph5256"/>
              <p:cNvSpPr/>
              <p:nvPr/>
            </p:nvSpPr>
            <p:spPr>
              <a:xfrm>
                <a:off x="3549972" y="1584964"/>
                <a:ext cx="923662" cy="93151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512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715"/>
                    </a:lnTo>
                    <a:lnTo>
                      <a:pt x="922489" y="924771"/>
                    </a:lnTo>
                    <a:lnTo>
                      <a:pt x="921068" y="926052"/>
                    </a:lnTo>
                    <a:lnTo>
                      <a:pt x="916584" y="929867"/>
                    </a:lnTo>
                    <a:lnTo>
                      <a:pt x="914400" y="931512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7" name="ph5257"/>
              <p:cNvSpPr/>
              <p:nvPr/>
            </p:nvSpPr>
            <p:spPr>
              <a:xfrm>
                <a:off x="3559234" y="1584964"/>
                <a:ext cx="923662" cy="9237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7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381"/>
                    </a:lnTo>
                    <a:lnTo>
                      <a:pt x="923138" y="915851"/>
                    </a:lnTo>
                    <a:lnTo>
                      <a:pt x="921721" y="917125"/>
                    </a:lnTo>
                    <a:lnTo>
                      <a:pt x="920305" y="918399"/>
                    </a:lnTo>
                    <a:lnTo>
                      <a:pt x="918889" y="919673"/>
                    </a:lnTo>
                    <a:lnTo>
                      <a:pt x="917473" y="920947"/>
                    </a:lnTo>
                    <a:lnTo>
                      <a:pt x="916057" y="922222"/>
                    </a:lnTo>
                    <a:lnTo>
                      <a:pt x="914642" y="923496"/>
                    </a:lnTo>
                    <a:lnTo>
                      <a:pt x="914400" y="923715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8" name="ph5258"/>
              <p:cNvSpPr/>
              <p:nvPr/>
            </p:nvSpPr>
            <p:spPr>
              <a:xfrm>
                <a:off x="3568497" y="1584964"/>
                <a:ext cx="915845" cy="915381"/>
              </a:xfrm>
              <a:custGeom>
                <a:avLst/>
                <a:gdLst/>
                <a:ahLst/>
                <a:cxnLst/>
                <a:rect l="0" t="0" r="0" b="0"/>
                <a:pathLst>
                  <a:path w="915845" h="915381">
                    <a:moveTo>
                      <a:pt x="914400" y="914399"/>
                    </a:moveTo>
                    <a:lnTo>
                      <a:pt x="915845" y="914399"/>
                    </a:lnTo>
                    <a:lnTo>
                      <a:pt x="915105" y="914746"/>
                    </a:lnTo>
                    <a:lnTo>
                      <a:pt x="914400" y="915381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9" name="ph5259"/>
              <p:cNvSpPr/>
              <p:nvPr/>
            </p:nvSpPr>
            <p:spPr>
              <a:xfrm>
                <a:off x="2151377" y="1567725"/>
                <a:ext cx="914400" cy="930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912">
                    <a:moveTo>
                      <a:pt x="914400" y="914400"/>
                    </a:moveTo>
                    <a:lnTo>
                      <a:pt x="914400" y="930912"/>
                    </a:lnTo>
                    <a:lnTo>
                      <a:pt x="914136" y="928822"/>
                    </a:lnTo>
                    <a:lnTo>
                      <a:pt x="913861" y="926638"/>
                    </a:lnTo>
                    <a:lnTo>
                      <a:pt x="913585" y="924453"/>
                    </a:lnTo>
                    <a:lnTo>
                      <a:pt x="913310" y="922269"/>
                    </a:lnTo>
                    <a:lnTo>
                      <a:pt x="913034" y="920084"/>
                    </a:lnTo>
                    <a:lnTo>
                      <a:pt x="912758" y="917900"/>
                    </a:lnTo>
                    <a:lnTo>
                      <a:pt x="912481" y="915707"/>
                    </a:lnTo>
                    <a:lnTo>
                      <a:pt x="912334" y="914400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0" name="ph5260"/>
              <p:cNvSpPr/>
              <p:nvPr/>
            </p:nvSpPr>
            <p:spPr>
              <a:xfrm>
                <a:off x="21513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91" y="931638"/>
                    </a:lnTo>
                    <a:lnTo>
                      <a:pt x="914400" y="930912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1" name="ph5261"/>
              <p:cNvSpPr/>
              <p:nvPr/>
            </p:nvSpPr>
            <p:spPr>
              <a:xfrm>
                <a:off x="21606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982">
                  <a:alpha val="100000"/>
                </a:srgbClr>
              </a:solidFill>
              <a:ln w="5420" cap="flat">
                <a:solidFill>
                  <a:srgbClr val="CA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2" name="ph5262"/>
              <p:cNvSpPr/>
              <p:nvPr/>
            </p:nvSpPr>
            <p:spPr>
              <a:xfrm>
                <a:off x="21699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982">
                  <a:alpha val="100000"/>
                </a:srgbClr>
              </a:solidFill>
              <a:ln w="5420" cap="flat">
                <a:solidFill>
                  <a:srgbClr val="CA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3" name="ph5263"/>
              <p:cNvSpPr/>
              <p:nvPr/>
            </p:nvSpPr>
            <p:spPr>
              <a:xfrm>
                <a:off x="21791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982">
                  <a:alpha val="100000"/>
                </a:srgbClr>
              </a:solidFill>
              <a:ln w="5420" cap="flat">
                <a:solidFill>
                  <a:srgbClr val="CA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4" name="ph5264"/>
              <p:cNvSpPr/>
              <p:nvPr/>
            </p:nvSpPr>
            <p:spPr>
              <a:xfrm>
                <a:off x="218842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5" name="ph5265"/>
              <p:cNvSpPr/>
              <p:nvPr/>
            </p:nvSpPr>
            <p:spPr>
              <a:xfrm>
                <a:off x="21976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6" name="ph5266"/>
              <p:cNvSpPr/>
              <p:nvPr/>
            </p:nvSpPr>
            <p:spPr>
              <a:xfrm>
                <a:off x="22069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7" name="ph5267"/>
              <p:cNvSpPr/>
              <p:nvPr/>
            </p:nvSpPr>
            <p:spPr>
              <a:xfrm>
                <a:off x="22162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8" name="ph5268"/>
              <p:cNvSpPr/>
              <p:nvPr/>
            </p:nvSpPr>
            <p:spPr>
              <a:xfrm>
                <a:off x="222547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9" name="ph5269"/>
              <p:cNvSpPr/>
              <p:nvPr/>
            </p:nvSpPr>
            <p:spPr>
              <a:xfrm>
                <a:off x="22347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0" name="ph5270"/>
              <p:cNvSpPr/>
              <p:nvPr/>
            </p:nvSpPr>
            <p:spPr>
              <a:xfrm>
                <a:off x="22439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1" name="ph5271"/>
              <p:cNvSpPr/>
              <p:nvPr/>
            </p:nvSpPr>
            <p:spPr>
              <a:xfrm>
                <a:off x="22532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2" name="ph5272"/>
              <p:cNvSpPr/>
              <p:nvPr/>
            </p:nvSpPr>
            <p:spPr>
              <a:xfrm>
                <a:off x="22625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3" name="ph5273"/>
              <p:cNvSpPr/>
              <p:nvPr/>
            </p:nvSpPr>
            <p:spPr>
              <a:xfrm>
                <a:off x="22717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4" name="ph5274"/>
              <p:cNvSpPr/>
              <p:nvPr/>
            </p:nvSpPr>
            <p:spPr>
              <a:xfrm>
                <a:off x="22810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5" name="ph5275"/>
              <p:cNvSpPr/>
              <p:nvPr/>
            </p:nvSpPr>
            <p:spPr>
              <a:xfrm>
                <a:off x="22903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6" name="ph5276"/>
              <p:cNvSpPr/>
              <p:nvPr/>
            </p:nvSpPr>
            <p:spPr>
              <a:xfrm>
                <a:off x="22995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7" name="ph5277"/>
              <p:cNvSpPr/>
              <p:nvPr/>
            </p:nvSpPr>
            <p:spPr>
              <a:xfrm>
                <a:off x="230883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8" name="ph5278"/>
              <p:cNvSpPr/>
              <p:nvPr/>
            </p:nvSpPr>
            <p:spPr>
              <a:xfrm>
                <a:off x="23180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9" name="ph5279"/>
              <p:cNvSpPr/>
              <p:nvPr/>
            </p:nvSpPr>
            <p:spPr>
              <a:xfrm>
                <a:off x="23273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0" name="ph5280"/>
              <p:cNvSpPr/>
              <p:nvPr/>
            </p:nvSpPr>
            <p:spPr>
              <a:xfrm>
                <a:off x="23366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1" name="ph5281"/>
              <p:cNvSpPr/>
              <p:nvPr/>
            </p:nvSpPr>
            <p:spPr>
              <a:xfrm>
                <a:off x="23458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2" name="ph5282"/>
              <p:cNvSpPr/>
              <p:nvPr/>
            </p:nvSpPr>
            <p:spPr>
              <a:xfrm>
                <a:off x="235514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3" name="ph5283"/>
              <p:cNvSpPr/>
              <p:nvPr/>
            </p:nvSpPr>
            <p:spPr>
              <a:xfrm>
                <a:off x="23644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4" name="ph5284"/>
              <p:cNvSpPr/>
              <p:nvPr/>
            </p:nvSpPr>
            <p:spPr>
              <a:xfrm>
                <a:off x="23736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5" name="ph5285"/>
              <p:cNvSpPr/>
              <p:nvPr/>
            </p:nvSpPr>
            <p:spPr>
              <a:xfrm>
                <a:off x="23829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6" name="ph5286"/>
              <p:cNvSpPr/>
              <p:nvPr/>
            </p:nvSpPr>
            <p:spPr>
              <a:xfrm>
                <a:off x="2401457" y="158496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426" y="897161"/>
                    </a:lnTo>
                    <a:lnTo>
                      <a:pt x="913591" y="897942"/>
                    </a:lnTo>
                    <a:lnTo>
                      <a:pt x="914400" y="902473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7" name="ph5287"/>
              <p:cNvSpPr/>
              <p:nvPr/>
            </p:nvSpPr>
            <p:spPr>
              <a:xfrm>
                <a:off x="2401457" y="1584964"/>
                <a:ext cx="9163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40" h="914399">
                    <a:moveTo>
                      <a:pt x="914400" y="914399"/>
                    </a:moveTo>
                    <a:lnTo>
                      <a:pt x="914400" y="902473"/>
                    </a:lnTo>
                    <a:lnTo>
                      <a:pt x="915441" y="908307"/>
                    </a:lnTo>
                    <a:lnTo>
                      <a:pt x="916340" y="91439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8" name="ph5288"/>
              <p:cNvSpPr/>
              <p:nvPr/>
            </p:nvSpPr>
            <p:spPr>
              <a:xfrm>
                <a:off x="3077599" y="15677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61" y="931638"/>
                    </a:lnTo>
                    <a:lnTo>
                      <a:pt x="909840" y="923125"/>
                    </a:lnTo>
                    <a:lnTo>
                      <a:pt x="909045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9" name="ph5289"/>
              <p:cNvSpPr/>
              <p:nvPr/>
            </p:nvSpPr>
            <p:spPr>
              <a:xfrm>
                <a:off x="30775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0" name="ph5290"/>
              <p:cNvSpPr/>
              <p:nvPr/>
            </p:nvSpPr>
            <p:spPr>
              <a:xfrm>
                <a:off x="30868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1" name="ph5291"/>
              <p:cNvSpPr/>
              <p:nvPr/>
            </p:nvSpPr>
            <p:spPr>
              <a:xfrm>
                <a:off x="30961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2" name="ph5292"/>
              <p:cNvSpPr/>
              <p:nvPr/>
            </p:nvSpPr>
            <p:spPr>
              <a:xfrm>
                <a:off x="31053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3" name="ph5293"/>
              <p:cNvSpPr/>
              <p:nvPr/>
            </p:nvSpPr>
            <p:spPr>
              <a:xfrm>
                <a:off x="31146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4" name="ph5294"/>
              <p:cNvSpPr/>
              <p:nvPr/>
            </p:nvSpPr>
            <p:spPr>
              <a:xfrm>
                <a:off x="31239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5" name="ph5295"/>
              <p:cNvSpPr/>
              <p:nvPr/>
            </p:nvSpPr>
            <p:spPr>
              <a:xfrm>
                <a:off x="31331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6" name="ph5296"/>
              <p:cNvSpPr/>
              <p:nvPr/>
            </p:nvSpPr>
            <p:spPr>
              <a:xfrm>
                <a:off x="31424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7" name="ph5297"/>
              <p:cNvSpPr/>
              <p:nvPr/>
            </p:nvSpPr>
            <p:spPr>
              <a:xfrm>
                <a:off x="31516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8" name="ph5298"/>
              <p:cNvSpPr/>
              <p:nvPr/>
            </p:nvSpPr>
            <p:spPr>
              <a:xfrm>
                <a:off x="31609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9" name="ph5299"/>
              <p:cNvSpPr/>
              <p:nvPr/>
            </p:nvSpPr>
            <p:spPr>
              <a:xfrm>
                <a:off x="31702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0" name="ph5300"/>
              <p:cNvSpPr/>
              <p:nvPr/>
            </p:nvSpPr>
            <p:spPr>
              <a:xfrm>
                <a:off x="31794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1" name="ph5301"/>
              <p:cNvSpPr/>
              <p:nvPr/>
            </p:nvSpPr>
            <p:spPr>
              <a:xfrm>
                <a:off x="318874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2" name="ph5302"/>
              <p:cNvSpPr/>
              <p:nvPr/>
            </p:nvSpPr>
            <p:spPr>
              <a:xfrm>
                <a:off x="31980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3" name="ph5303"/>
              <p:cNvSpPr/>
              <p:nvPr/>
            </p:nvSpPr>
            <p:spPr>
              <a:xfrm>
                <a:off x="32072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4" name="ph5304"/>
              <p:cNvSpPr/>
              <p:nvPr/>
            </p:nvSpPr>
            <p:spPr>
              <a:xfrm>
                <a:off x="32165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5" name="ph5305"/>
              <p:cNvSpPr/>
              <p:nvPr/>
            </p:nvSpPr>
            <p:spPr>
              <a:xfrm>
                <a:off x="322579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6" name="ph5306"/>
              <p:cNvSpPr/>
              <p:nvPr/>
            </p:nvSpPr>
            <p:spPr>
              <a:xfrm>
                <a:off x="323505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7" name="ph5307"/>
              <p:cNvSpPr/>
              <p:nvPr/>
            </p:nvSpPr>
            <p:spPr>
              <a:xfrm>
                <a:off x="324431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8" name="ph5308"/>
              <p:cNvSpPr/>
              <p:nvPr/>
            </p:nvSpPr>
            <p:spPr>
              <a:xfrm>
                <a:off x="325358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9" name="ph5309"/>
              <p:cNvSpPr/>
              <p:nvPr/>
            </p:nvSpPr>
            <p:spPr>
              <a:xfrm>
                <a:off x="326284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0" name="ph5310"/>
              <p:cNvSpPr/>
              <p:nvPr/>
            </p:nvSpPr>
            <p:spPr>
              <a:xfrm>
                <a:off x="327210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1" name="ph5311"/>
              <p:cNvSpPr/>
              <p:nvPr/>
            </p:nvSpPr>
            <p:spPr>
              <a:xfrm>
                <a:off x="328136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2" name="ph5312"/>
              <p:cNvSpPr/>
              <p:nvPr/>
            </p:nvSpPr>
            <p:spPr>
              <a:xfrm>
                <a:off x="329063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3" name="ph5313"/>
              <p:cNvSpPr/>
              <p:nvPr/>
            </p:nvSpPr>
            <p:spPr>
              <a:xfrm>
                <a:off x="329989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4" name="ph5314"/>
              <p:cNvSpPr/>
              <p:nvPr/>
            </p:nvSpPr>
            <p:spPr>
              <a:xfrm>
                <a:off x="330915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5" name="ph5315"/>
              <p:cNvSpPr/>
              <p:nvPr/>
            </p:nvSpPr>
            <p:spPr>
              <a:xfrm>
                <a:off x="331841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6" name="ph5316"/>
              <p:cNvSpPr/>
              <p:nvPr/>
            </p:nvSpPr>
            <p:spPr>
              <a:xfrm>
                <a:off x="332767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7" name="ph5317"/>
              <p:cNvSpPr/>
              <p:nvPr/>
            </p:nvSpPr>
            <p:spPr>
              <a:xfrm>
                <a:off x="333694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8" name="ph5318"/>
              <p:cNvSpPr/>
              <p:nvPr/>
            </p:nvSpPr>
            <p:spPr>
              <a:xfrm>
                <a:off x="334620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9" name="ph5319"/>
              <p:cNvSpPr/>
              <p:nvPr/>
            </p:nvSpPr>
            <p:spPr>
              <a:xfrm>
                <a:off x="335546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0" name="ph5320"/>
              <p:cNvSpPr/>
              <p:nvPr/>
            </p:nvSpPr>
            <p:spPr>
              <a:xfrm>
                <a:off x="336472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1" name="ph5321"/>
              <p:cNvSpPr/>
              <p:nvPr/>
            </p:nvSpPr>
            <p:spPr>
              <a:xfrm>
                <a:off x="337399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2" name="ph5322"/>
              <p:cNvSpPr/>
              <p:nvPr/>
            </p:nvSpPr>
            <p:spPr>
              <a:xfrm>
                <a:off x="338325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3" name="ph5323"/>
              <p:cNvSpPr/>
              <p:nvPr/>
            </p:nvSpPr>
            <p:spPr>
              <a:xfrm>
                <a:off x="339251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4" name="ph5324"/>
              <p:cNvSpPr/>
              <p:nvPr/>
            </p:nvSpPr>
            <p:spPr>
              <a:xfrm>
                <a:off x="34017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5" name="ph5325"/>
              <p:cNvSpPr/>
              <p:nvPr/>
            </p:nvSpPr>
            <p:spPr>
              <a:xfrm>
                <a:off x="34110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6" name="ph5326"/>
              <p:cNvSpPr/>
              <p:nvPr/>
            </p:nvSpPr>
            <p:spPr>
              <a:xfrm>
                <a:off x="34203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7" name="ph5327"/>
              <p:cNvSpPr/>
              <p:nvPr/>
            </p:nvSpPr>
            <p:spPr>
              <a:xfrm>
                <a:off x="34295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8" name="ph5328"/>
              <p:cNvSpPr/>
              <p:nvPr/>
            </p:nvSpPr>
            <p:spPr>
              <a:xfrm>
                <a:off x="343882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9" name="ph5329"/>
              <p:cNvSpPr/>
              <p:nvPr/>
            </p:nvSpPr>
            <p:spPr>
              <a:xfrm>
                <a:off x="34480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0" name="ph5330"/>
              <p:cNvSpPr/>
              <p:nvPr/>
            </p:nvSpPr>
            <p:spPr>
              <a:xfrm>
                <a:off x="34573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1" name="ph5331"/>
              <p:cNvSpPr/>
              <p:nvPr/>
            </p:nvSpPr>
            <p:spPr>
              <a:xfrm>
                <a:off x="34666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2" name="ph5332"/>
              <p:cNvSpPr/>
              <p:nvPr/>
            </p:nvSpPr>
            <p:spPr>
              <a:xfrm>
                <a:off x="347587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3" name="ph5333"/>
              <p:cNvSpPr/>
              <p:nvPr/>
            </p:nvSpPr>
            <p:spPr>
              <a:xfrm>
                <a:off x="34851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4" name="ph5334"/>
              <p:cNvSpPr/>
              <p:nvPr/>
            </p:nvSpPr>
            <p:spPr>
              <a:xfrm>
                <a:off x="34943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5" name="ph5335"/>
              <p:cNvSpPr/>
              <p:nvPr/>
            </p:nvSpPr>
            <p:spPr>
              <a:xfrm>
                <a:off x="35036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6" name="ph5336"/>
              <p:cNvSpPr/>
              <p:nvPr/>
            </p:nvSpPr>
            <p:spPr>
              <a:xfrm>
                <a:off x="35129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7" name="ph5337"/>
              <p:cNvSpPr/>
              <p:nvPr/>
            </p:nvSpPr>
            <p:spPr>
              <a:xfrm>
                <a:off x="352218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8" name="ph5338"/>
              <p:cNvSpPr/>
              <p:nvPr/>
            </p:nvSpPr>
            <p:spPr>
              <a:xfrm>
                <a:off x="35314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9" name="ph5339"/>
              <p:cNvSpPr/>
              <p:nvPr/>
            </p:nvSpPr>
            <p:spPr>
              <a:xfrm>
                <a:off x="35407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0" name="ph5340"/>
              <p:cNvSpPr/>
              <p:nvPr/>
            </p:nvSpPr>
            <p:spPr>
              <a:xfrm>
                <a:off x="35499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1" name="ph5341"/>
              <p:cNvSpPr/>
              <p:nvPr/>
            </p:nvSpPr>
            <p:spPr>
              <a:xfrm>
                <a:off x="35592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2" name="ph5342"/>
              <p:cNvSpPr/>
              <p:nvPr/>
            </p:nvSpPr>
            <p:spPr>
              <a:xfrm>
                <a:off x="3568497" y="1584964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571" y="910782"/>
                    </a:lnTo>
                    <a:lnTo>
                      <a:pt x="922494" y="911286"/>
                    </a:lnTo>
                    <a:lnTo>
                      <a:pt x="921417" y="911790"/>
                    </a:lnTo>
                    <a:lnTo>
                      <a:pt x="920340" y="912294"/>
                    </a:lnTo>
                    <a:lnTo>
                      <a:pt x="919264" y="912798"/>
                    </a:lnTo>
                    <a:lnTo>
                      <a:pt x="918187" y="913303"/>
                    </a:lnTo>
                    <a:lnTo>
                      <a:pt x="917110" y="913807"/>
                    </a:lnTo>
                    <a:lnTo>
                      <a:pt x="916034" y="914311"/>
                    </a:lnTo>
                    <a:lnTo>
                      <a:pt x="915845" y="91439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3" name="ph5343"/>
              <p:cNvSpPr/>
              <p:nvPr/>
            </p:nvSpPr>
            <p:spPr>
              <a:xfrm>
                <a:off x="3577759" y="1567725"/>
                <a:ext cx="923662" cy="9279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9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652"/>
                    </a:lnTo>
                    <a:lnTo>
                      <a:pt x="922929" y="923993"/>
                    </a:lnTo>
                    <a:lnTo>
                      <a:pt x="921852" y="924496"/>
                    </a:lnTo>
                    <a:lnTo>
                      <a:pt x="920774" y="925000"/>
                    </a:lnTo>
                    <a:lnTo>
                      <a:pt x="919696" y="925503"/>
                    </a:lnTo>
                    <a:lnTo>
                      <a:pt x="918619" y="926006"/>
                    </a:lnTo>
                    <a:lnTo>
                      <a:pt x="917541" y="926510"/>
                    </a:lnTo>
                    <a:lnTo>
                      <a:pt x="916464" y="927013"/>
                    </a:lnTo>
                    <a:lnTo>
                      <a:pt x="915386" y="927517"/>
                    </a:lnTo>
                    <a:lnTo>
                      <a:pt x="914400" y="927979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4" name="ph5344"/>
              <p:cNvSpPr/>
              <p:nvPr/>
            </p:nvSpPr>
            <p:spPr>
              <a:xfrm>
                <a:off x="3587021" y="1567725"/>
                <a:ext cx="923662" cy="92365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65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151"/>
                    </a:lnTo>
                    <a:lnTo>
                      <a:pt x="920140" y="920975"/>
                    </a:lnTo>
                    <a:lnTo>
                      <a:pt x="919058" y="921479"/>
                    </a:lnTo>
                    <a:lnTo>
                      <a:pt x="917980" y="921982"/>
                    </a:lnTo>
                    <a:lnTo>
                      <a:pt x="916901" y="922484"/>
                    </a:lnTo>
                    <a:lnTo>
                      <a:pt x="915823" y="922987"/>
                    </a:lnTo>
                    <a:lnTo>
                      <a:pt x="914745" y="923490"/>
                    </a:lnTo>
                    <a:lnTo>
                      <a:pt x="914400" y="923652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5" name="ph5345"/>
              <p:cNvSpPr/>
              <p:nvPr/>
            </p:nvSpPr>
            <p:spPr>
              <a:xfrm>
                <a:off x="3596283" y="1567725"/>
                <a:ext cx="922301" cy="919151"/>
              </a:xfrm>
              <a:custGeom>
                <a:avLst/>
                <a:gdLst/>
                <a:ahLst/>
                <a:cxnLst/>
                <a:rect l="0" t="0" r="0" b="0"/>
                <a:pathLst>
                  <a:path w="922301" h="919151">
                    <a:moveTo>
                      <a:pt x="914400" y="914400"/>
                    </a:moveTo>
                    <a:lnTo>
                      <a:pt x="922301" y="914400"/>
                    </a:lnTo>
                    <a:lnTo>
                      <a:pt x="921953" y="914655"/>
                    </a:lnTo>
                    <a:lnTo>
                      <a:pt x="916460" y="918084"/>
                    </a:lnTo>
                    <a:lnTo>
                      <a:pt x="914400" y="919151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6" name="ph5346"/>
              <p:cNvSpPr/>
              <p:nvPr/>
            </p:nvSpPr>
            <p:spPr>
              <a:xfrm>
                <a:off x="2151377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4" y="931638"/>
                    </a:lnTo>
                    <a:lnTo>
                      <a:pt x="911371" y="923082"/>
                    </a:lnTo>
                    <a:lnTo>
                      <a:pt x="910628" y="91439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7" name="ph5347"/>
              <p:cNvSpPr/>
              <p:nvPr/>
            </p:nvSpPr>
            <p:spPr>
              <a:xfrm>
                <a:off x="21513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8" name="ph5348"/>
              <p:cNvSpPr/>
              <p:nvPr/>
            </p:nvSpPr>
            <p:spPr>
              <a:xfrm>
                <a:off x="21606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9" name="ph5349"/>
              <p:cNvSpPr/>
              <p:nvPr/>
            </p:nvSpPr>
            <p:spPr>
              <a:xfrm>
                <a:off x="21699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0" name="ph5350"/>
              <p:cNvSpPr/>
              <p:nvPr/>
            </p:nvSpPr>
            <p:spPr>
              <a:xfrm>
                <a:off x="21791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1" name="ph5351"/>
              <p:cNvSpPr/>
              <p:nvPr/>
            </p:nvSpPr>
            <p:spPr>
              <a:xfrm>
                <a:off x="218842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2" name="ph5352"/>
              <p:cNvSpPr/>
              <p:nvPr/>
            </p:nvSpPr>
            <p:spPr>
              <a:xfrm>
                <a:off x="21976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3" name="ph5353"/>
              <p:cNvSpPr/>
              <p:nvPr/>
            </p:nvSpPr>
            <p:spPr>
              <a:xfrm>
                <a:off x="22069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4" name="ph5354"/>
              <p:cNvSpPr/>
              <p:nvPr/>
            </p:nvSpPr>
            <p:spPr>
              <a:xfrm>
                <a:off x="22162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5" name="ph5355"/>
              <p:cNvSpPr/>
              <p:nvPr/>
            </p:nvSpPr>
            <p:spPr>
              <a:xfrm>
                <a:off x="222547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6" name="ph5356"/>
              <p:cNvSpPr/>
              <p:nvPr/>
            </p:nvSpPr>
            <p:spPr>
              <a:xfrm>
                <a:off x="22347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7" name="ph5357"/>
              <p:cNvSpPr/>
              <p:nvPr/>
            </p:nvSpPr>
            <p:spPr>
              <a:xfrm>
                <a:off x="22439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8" name="ph5358"/>
              <p:cNvSpPr/>
              <p:nvPr/>
            </p:nvSpPr>
            <p:spPr>
              <a:xfrm>
                <a:off x="22532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9" name="ph5359"/>
              <p:cNvSpPr/>
              <p:nvPr/>
            </p:nvSpPr>
            <p:spPr>
              <a:xfrm>
                <a:off x="22625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0" name="ph5360"/>
              <p:cNvSpPr/>
              <p:nvPr/>
            </p:nvSpPr>
            <p:spPr>
              <a:xfrm>
                <a:off x="22717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1" name="ph5361"/>
              <p:cNvSpPr/>
              <p:nvPr/>
            </p:nvSpPr>
            <p:spPr>
              <a:xfrm>
                <a:off x="22810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2" name="ph5362"/>
              <p:cNvSpPr/>
              <p:nvPr/>
            </p:nvSpPr>
            <p:spPr>
              <a:xfrm>
                <a:off x="22903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3" name="ph5363"/>
              <p:cNvSpPr/>
              <p:nvPr/>
            </p:nvSpPr>
            <p:spPr>
              <a:xfrm>
                <a:off x="22995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4" name="ph5364"/>
              <p:cNvSpPr/>
              <p:nvPr/>
            </p:nvSpPr>
            <p:spPr>
              <a:xfrm>
                <a:off x="230883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5" name="ph5365"/>
              <p:cNvSpPr/>
              <p:nvPr/>
            </p:nvSpPr>
            <p:spPr>
              <a:xfrm>
                <a:off x="23180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6" name="ph5366"/>
              <p:cNvSpPr/>
              <p:nvPr/>
            </p:nvSpPr>
            <p:spPr>
              <a:xfrm>
                <a:off x="23273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7" name="ph5367"/>
              <p:cNvSpPr/>
              <p:nvPr/>
            </p:nvSpPr>
            <p:spPr>
              <a:xfrm>
                <a:off x="23366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8" name="ph5368"/>
              <p:cNvSpPr/>
              <p:nvPr/>
            </p:nvSpPr>
            <p:spPr>
              <a:xfrm>
                <a:off x="23458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9" name="ph5369"/>
              <p:cNvSpPr/>
              <p:nvPr/>
            </p:nvSpPr>
            <p:spPr>
              <a:xfrm>
                <a:off x="235514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0" name="ph5370"/>
              <p:cNvSpPr/>
              <p:nvPr/>
            </p:nvSpPr>
            <p:spPr>
              <a:xfrm>
                <a:off x="23644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1" name="ph5371"/>
              <p:cNvSpPr/>
              <p:nvPr/>
            </p:nvSpPr>
            <p:spPr>
              <a:xfrm>
                <a:off x="23736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2" name="ph5372"/>
              <p:cNvSpPr/>
              <p:nvPr/>
            </p:nvSpPr>
            <p:spPr>
              <a:xfrm>
                <a:off x="23829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3" name="ph5373"/>
              <p:cNvSpPr/>
              <p:nvPr/>
            </p:nvSpPr>
            <p:spPr>
              <a:xfrm>
                <a:off x="2392195" y="1567725"/>
                <a:ext cx="9226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8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795" y="897161"/>
                    </a:lnTo>
                    <a:lnTo>
                      <a:pt x="920711" y="905012"/>
                    </a:lnTo>
                    <a:lnTo>
                      <a:pt x="922688" y="914400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4" name="ph5374"/>
              <p:cNvSpPr/>
              <p:nvPr/>
            </p:nvSpPr>
            <p:spPr>
              <a:xfrm>
                <a:off x="3077599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9045" y="931638"/>
                    </a:lnTo>
                    <a:lnTo>
                      <a:pt x="908876" y="929783"/>
                    </a:lnTo>
                    <a:lnTo>
                      <a:pt x="908209" y="919123"/>
                    </a:lnTo>
                    <a:lnTo>
                      <a:pt x="908046" y="91439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5" name="ph5375"/>
              <p:cNvSpPr/>
              <p:nvPr/>
            </p:nvSpPr>
            <p:spPr>
              <a:xfrm>
                <a:off x="30775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6" name="ph5376"/>
              <p:cNvSpPr/>
              <p:nvPr/>
            </p:nvSpPr>
            <p:spPr>
              <a:xfrm>
                <a:off x="30868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7" name="ph5377"/>
              <p:cNvSpPr/>
              <p:nvPr/>
            </p:nvSpPr>
            <p:spPr>
              <a:xfrm>
                <a:off x="30961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8" name="ph5378"/>
              <p:cNvSpPr/>
              <p:nvPr/>
            </p:nvSpPr>
            <p:spPr>
              <a:xfrm>
                <a:off x="31053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9" name="ph5379"/>
              <p:cNvSpPr/>
              <p:nvPr/>
            </p:nvSpPr>
            <p:spPr>
              <a:xfrm>
                <a:off x="31146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0" name="ph5380"/>
              <p:cNvSpPr/>
              <p:nvPr/>
            </p:nvSpPr>
            <p:spPr>
              <a:xfrm>
                <a:off x="31239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1" name="ph5381"/>
              <p:cNvSpPr/>
              <p:nvPr/>
            </p:nvSpPr>
            <p:spPr>
              <a:xfrm>
                <a:off x="31331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2" name="ph5382"/>
              <p:cNvSpPr/>
              <p:nvPr/>
            </p:nvSpPr>
            <p:spPr>
              <a:xfrm>
                <a:off x="31424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3" name="ph5383"/>
              <p:cNvSpPr/>
              <p:nvPr/>
            </p:nvSpPr>
            <p:spPr>
              <a:xfrm>
                <a:off x="31516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4" name="ph5384"/>
              <p:cNvSpPr/>
              <p:nvPr/>
            </p:nvSpPr>
            <p:spPr>
              <a:xfrm>
                <a:off x="31609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5" name="ph5385"/>
              <p:cNvSpPr/>
              <p:nvPr/>
            </p:nvSpPr>
            <p:spPr>
              <a:xfrm>
                <a:off x="31702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6" name="ph5386"/>
              <p:cNvSpPr/>
              <p:nvPr/>
            </p:nvSpPr>
            <p:spPr>
              <a:xfrm>
                <a:off x="31794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7" name="ph5387"/>
              <p:cNvSpPr/>
              <p:nvPr/>
            </p:nvSpPr>
            <p:spPr>
              <a:xfrm>
                <a:off x="318874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8" name="ph5388"/>
              <p:cNvSpPr/>
              <p:nvPr/>
            </p:nvSpPr>
            <p:spPr>
              <a:xfrm>
                <a:off x="31980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9" name="ph5389"/>
              <p:cNvSpPr/>
              <p:nvPr/>
            </p:nvSpPr>
            <p:spPr>
              <a:xfrm>
                <a:off x="32072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0" name="ph5390"/>
              <p:cNvSpPr/>
              <p:nvPr/>
            </p:nvSpPr>
            <p:spPr>
              <a:xfrm>
                <a:off x="32165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1" name="ph5391"/>
              <p:cNvSpPr/>
              <p:nvPr/>
            </p:nvSpPr>
            <p:spPr>
              <a:xfrm>
                <a:off x="322579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2" name="ph5392"/>
              <p:cNvSpPr/>
              <p:nvPr/>
            </p:nvSpPr>
            <p:spPr>
              <a:xfrm>
                <a:off x="323505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3" name="ph5393"/>
              <p:cNvSpPr/>
              <p:nvPr/>
            </p:nvSpPr>
            <p:spPr>
              <a:xfrm>
                <a:off x="324431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4" name="ph5394"/>
              <p:cNvSpPr/>
              <p:nvPr/>
            </p:nvSpPr>
            <p:spPr>
              <a:xfrm>
                <a:off x="325358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5" name="ph5395"/>
              <p:cNvSpPr/>
              <p:nvPr/>
            </p:nvSpPr>
            <p:spPr>
              <a:xfrm>
                <a:off x="326284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6" name="ph5396"/>
              <p:cNvSpPr/>
              <p:nvPr/>
            </p:nvSpPr>
            <p:spPr>
              <a:xfrm>
                <a:off x="327210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7" name="ph5397"/>
              <p:cNvSpPr/>
              <p:nvPr/>
            </p:nvSpPr>
            <p:spPr>
              <a:xfrm>
                <a:off x="328136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8" name="ph5398"/>
              <p:cNvSpPr/>
              <p:nvPr/>
            </p:nvSpPr>
            <p:spPr>
              <a:xfrm>
                <a:off x="329063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9" name="ph5399"/>
              <p:cNvSpPr/>
              <p:nvPr/>
            </p:nvSpPr>
            <p:spPr>
              <a:xfrm>
                <a:off x="329989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0" name="ph5400"/>
              <p:cNvSpPr/>
              <p:nvPr/>
            </p:nvSpPr>
            <p:spPr>
              <a:xfrm>
                <a:off x="330915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1" name="ph5401"/>
              <p:cNvSpPr/>
              <p:nvPr/>
            </p:nvSpPr>
            <p:spPr>
              <a:xfrm>
                <a:off x="331841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2" name="ph5402"/>
              <p:cNvSpPr/>
              <p:nvPr/>
            </p:nvSpPr>
            <p:spPr>
              <a:xfrm>
                <a:off x="332767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3" name="ph5403"/>
              <p:cNvSpPr/>
              <p:nvPr/>
            </p:nvSpPr>
            <p:spPr>
              <a:xfrm>
                <a:off x="333694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4" name="ph5404"/>
              <p:cNvSpPr/>
              <p:nvPr/>
            </p:nvSpPr>
            <p:spPr>
              <a:xfrm>
                <a:off x="334620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5" name="ph5405"/>
              <p:cNvSpPr/>
              <p:nvPr/>
            </p:nvSpPr>
            <p:spPr>
              <a:xfrm>
                <a:off x="335546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6" name="ph5406"/>
              <p:cNvSpPr/>
              <p:nvPr/>
            </p:nvSpPr>
            <p:spPr>
              <a:xfrm>
                <a:off x="336472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7" name="ph5407"/>
              <p:cNvSpPr/>
              <p:nvPr/>
            </p:nvSpPr>
            <p:spPr>
              <a:xfrm>
                <a:off x="337399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8" name="ph5408"/>
              <p:cNvSpPr/>
              <p:nvPr/>
            </p:nvSpPr>
            <p:spPr>
              <a:xfrm>
                <a:off x="338325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9" name="ph5409"/>
              <p:cNvSpPr/>
              <p:nvPr/>
            </p:nvSpPr>
            <p:spPr>
              <a:xfrm>
                <a:off x="339251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0" name="ph5410"/>
              <p:cNvSpPr/>
              <p:nvPr/>
            </p:nvSpPr>
            <p:spPr>
              <a:xfrm>
                <a:off x="34017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1" name="ph5411"/>
              <p:cNvSpPr/>
              <p:nvPr/>
            </p:nvSpPr>
            <p:spPr>
              <a:xfrm>
                <a:off x="34110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2" name="ph5412"/>
              <p:cNvSpPr/>
              <p:nvPr/>
            </p:nvSpPr>
            <p:spPr>
              <a:xfrm>
                <a:off x="34203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3" name="ph5413"/>
              <p:cNvSpPr/>
              <p:nvPr/>
            </p:nvSpPr>
            <p:spPr>
              <a:xfrm>
                <a:off x="34295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4" name="ph5414"/>
              <p:cNvSpPr/>
              <p:nvPr/>
            </p:nvSpPr>
            <p:spPr>
              <a:xfrm>
                <a:off x="343882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5" name="ph5415"/>
              <p:cNvSpPr/>
              <p:nvPr/>
            </p:nvSpPr>
            <p:spPr>
              <a:xfrm>
                <a:off x="34480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6" name="ph5416"/>
              <p:cNvSpPr/>
              <p:nvPr/>
            </p:nvSpPr>
            <p:spPr>
              <a:xfrm>
                <a:off x="34573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7" name="ph5417"/>
              <p:cNvSpPr/>
              <p:nvPr/>
            </p:nvSpPr>
            <p:spPr>
              <a:xfrm>
                <a:off x="34666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8" name="ph5418"/>
              <p:cNvSpPr/>
              <p:nvPr/>
            </p:nvSpPr>
            <p:spPr>
              <a:xfrm>
                <a:off x="347587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9" name="ph5419"/>
              <p:cNvSpPr/>
              <p:nvPr/>
            </p:nvSpPr>
            <p:spPr>
              <a:xfrm>
                <a:off x="34851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0" name="ph5420"/>
              <p:cNvSpPr/>
              <p:nvPr/>
            </p:nvSpPr>
            <p:spPr>
              <a:xfrm>
                <a:off x="34943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1" name="ph5421"/>
              <p:cNvSpPr/>
              <p:nvPr/>
            </p:nvSpPr>
            <p:spPr>
              <a:xfrm>
                <a:off x="35036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2" name="ph5422"/>
              <p:cNvSpPr/>
              <p:nvPr/>
            </p:nvSpPr>
            <p:spPr>
              <a:xfrm>
                <a:off x="35129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3" name="ph5423"/>
              <p:cNvSpPr/>
              <p:nvPr/>
            </p:nvSpPr>
            <p:spPr>
              <a:xfrm>
                <a:off x="352218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4" name="ph5424"/>
              <p:cNvSpPr/>
              <p:nvPr/>
            </p:nvSpPr>
            <p:spPr>
              <a:xfrm>
                <a:off x="35314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5" name="ph5425"/>
              <p:cNvSpPr/>
              <p:nvPr/>
            </p:nvSpPr>
            <p:spPr>
              <a:xfrm>
                <a:off x="35407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6" name="ph5426"/>
              <p:cNvSpPr/>
              <p:nvPr/>
            </p:nvSpPr>
            <p:spPr>
              <a:xfrm>
                <a:off x="35499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7" name="ph5427"/>
              <p:cNvSpPr/>
              <p:nvPr/>
            </p:nvSpPr>
            <p:spPr>
              <a:xfrm>
                <a:off x="35592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8" name="ph5428"/>
              <p:cNvSpPr/>
              <p:nvPr/>
            </p:nvSpPr>
            <p:spPr>
              <a:xfrm>
                <a:off x="35684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9" name="ph5429"/>
              <p:cNvSpPr/>
              <p:nvPr/>
            </p:nvSpPr>
            <p:spPr>
              <a:xfrm>
                <a:off x="35777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0" name="ph5430"/>
              <p:cNvSpPr/>
              <p:nvPr/>
            </p:nvSpPr>
            <p:spPr>
              <a:xfrm>
                <a:off x="35870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1" name="ph5431"/>
              <p:cNvSpPr/>
              <p:nvPr/>
            </p:nvSpPr>
            <p:spPr>
              <a:xfrm>
                <a:off x="3596283" y="15677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401"/>
                    </a:lnTo>
                    <a:lnTo>
                      <a:pt x="922301" y="914400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2" name="ph5432"/>
              <p:cNvSpPr/>
              <p:nvPr/>
            </p:nvSpPr>
            <p:spPr>
              <a:xfrm>
                <a:off x="3605545" y="1550487"/>
                <a:ext cx="923662" cy="9306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639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163"/>
                    </a:lnTo>
                    <a:lnTo>
                      <a:pt x="923353" y="923462"/>
                    </a:lnTo>
                    <a:lnTo>
                      <a:pt x="918081" y="927937"/>
                    </a:lnTo>
                    <a:lnTo>
                      <a:pt x="914400" y="93063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3" name="ph5433"/>
              <p:cNvSpPr/>
              <p:nvPr/>
            </p:nvSpPr>
            <p:spPr>
              <a:xfrm>
                <a:off x="3614808" y="1550487"/>
                <a:ext cx="922956" cy="923163"/>
              </a:xfrm>
              <a:custGeom>
                <a:avLst/>
                <a:gdLst/>
                <a:ahLst/>
                <a:cxnLst/>
                <a:rect l="0" t="0" r="0" b="0"/>
                <a:pathLst>
                  <a:path w="922956" h="923163">
                    <a:moveTo>
                      <a:pt x="914400" y="914399"/>
                    </a:moveTo>
                    <a:lnTo>
                      <a:pt x="922956" y="914399"/>
                    </a:lnTo>
                    <a:lnTo>
                      <a:pt x="919230" y="918483"/>
                    </a:lnTo>
                    <a:lnTo>
                      <a:pt x="914400" y="923163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4" name="ph5434"/>
              <p:cNvSpPr/>
              <p:nvPr/>
            </p:nvSpPr>
            <p:spPr>
              <a:xfrm>
                <a:off x="2142115" y="1533248"/>
                <a:ext cx="914400" cy="9194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34">
                    <a:moveTo>
                      <a:pt x="914400" y="914399"/>
                    </a:moveTo>
                    <a:lnTo>
                      <a:pt x="914400" y="919434"/>
                    </a:lnTo>
                    <a:lnTo>
                      <a:pt x="912019" y="917566"/>
                    </a:lnTo>
                    <a:lnTo>
                      <a:pt x="908500" y="91439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5" name="ph5435"/>
              <p:cNvSpPr/>
              <p:nvPr/>
            </p:nvSpPr>
            <p:spPr>
              <a:xfrm>
                <a:off x="214211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891" y="931638"/>
                    </a:lnTo>
                    <a:lnTo>
                      <a:pt x="919782" y="930369"/>
                    </a:lnTo>
                    <a:lnTo>
                      <a:pt x="919354" y="923093"/>
                    </a:lnTo>
                    <a:lnTo>
                      <a:pt x="917264" y="921682"/>
                    </a:lnTo>
                    <a:lnTo>
                      <a:pt x="914400" y="919434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6" name="ph5436"/>
              <p:cNvSpPr/>
              <p:nvPr/>
            </p:nvSpPr>
            <p:spPr>
              <a:xfrm>
                <a:off x="21513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7" name="ph5437"/>
              <p:cNvSpPr/>
              <p:nvPr/>
            </p:nvSpPr>
            <p:spPr>
              <a:xfrm>
                <a:off x="21606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8" name="ph5438"/>
              <p:cNvSpPr/>
              <p:nvPr/>
            </p:nvSpPr>
            <p:spPr>
              <a:xfrm>
                <a:off x="21699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9" name="ph5439"/>
              <p:cNvSpPr/>
              <p:nvPr/>
            </p:nvSpPr>
            <p:spPr>
              <a:xfrm>
                <a:off x="21791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0" name="ph5440"/>
              <p:cNvSpPr/>
              <p:nvPr/>
            </p:nvSpPr>
            <p:spPr>
              <a:xfrm>
                <a:off x="218842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1" name="ph5441"/>
              <p:cNvSpPr/>
              <p:nvPr/>
            </p:nvSpPr>
            <p:spPr>
              <a:xfrm>
                <a:off x="21976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2" name="ph5442"/>
              <p:cNvSpPr/>
              <p:nvPr/>
            </p:nvSpPr>
            <p:spPr>
              <a:xfrm>
                <a:off x="22069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3" name="ph5443"/>
              <p:cNvSpPr/>
              <p:nvPr/>
            </p:nvSpPr>
            <p:spPr>
              <a:xfrm>
                <a:off x="22162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4" name="ph5444"/>
              <p:cNvSpPr/>
              <p:nvPr/>
            </p:nvSpPr>
            <p:spPr>
              <a:xfrm>
                <a:off x="222547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5" name="ph5445"/>
              <p:cNvSpPr/>
              <p:nvPr/>
            </p:nvSpPr>
            <p:spPr>
              <a:xfrm>
                <a:off x="22347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6" name="ph5446"/>
              <p:cNvSpPr/>
              <p:nvPr/>
            </p:nvSpPr>
            <p:spPr>
              <a:xfrm>
                <a:off x="22439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7" name="ph5447"/>
              <p:cNvSpPr/>
              <p:nvPr/>
            </p:nvSpPr>
            <p:spPr>
              <a:xfrm>
                <a:off x="22532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8" name="ph5448"/>
              <p:cNvSpPr/>
              <p:nvPr/>
            </p:nvSpPr>
            <p:spPr>
              <a:xfrm>
                <a:off x="22625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9" name="ph5449"/>
              <p:cNvSpPr/>
              <p:nvPr/>
            </p:nvSpPr>
            <p:spPr>
              <a:xfrm>
                <a:off x="22717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0" name="ph5450"/>
              <p:cNvSpPr/>
              <p:nvPr/>
            </p:nvSpPr>
            <p:spPr>
              <a:xfrm>
                <a:off x="22810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1" name="ph5451"/>
              <p:cNvSpPr/>
              <p:nvPr/>
            </p:nvSpPr>
            <p:spPr>
              <a:xfrm>
                <a:off x="22903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2" name="ph5452"/>
              <p:cNvSpPr/>
              <p:nvPr/>
            </p:nvSpPr>
            <p:spPr>
              <a:xfrm>
                <a:off x="22995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3" name="ph5453"/>
              <p:cNvSpPr/>
              <p:nvPr/>
            </p:nvSpPr>
            <p:spPr>
              <a:xfrm>
                <a:off x="230883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4" name="ph5454"/>
              <p:cNvSpPr/>
              <p:nvPr/>
            </p:nvSpPr>
            <p:spPr>
              <a:xfrm>
                <a:off x="23180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5" name="ph5455"/>
              <p:cNvSpPr/>
              <p:nvPr/>
            </p:nvSpPr>
            <p:spPr>
              <a:xfrm>
                <a:off x="23273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6" name="ph5456"/>
              <p:cNvSpPr/>
              <p:nvPr/>
            </p:nvSpPr>
            <p:spPr>
              <a:xfrm>
                <a:off x="23366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7" name="ph5457"/>
              <p:cNvSpPr/>
              <p:nvPr/>
            </p:nvSpPr>
            <p:spPr>
              <a:xfrm>
                <a:off x="23458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8" name="ph5458"/>
              <p:cNvSpPr/>
              <p:nvPr/>
            </p:nvSpPr>
            <p:spPr>
              <a:xfrm>
                <a:off x="235514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9" name="ph5459"/>
              <p:cNvSpPr/>
              <p:nvPr/>
            </p:nvSpPr>
            <p:spPr>
              <a:xfrm>
                <a:off x="23644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0" name="ph5460"/>
              <p:cNvSpPr/>
              <p:nvPr/>
            </p:nvSpPr>
            <p:spPr>
              <a:xfrm>
                <a:off x="23736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1" name="ph5461"/>
              <p:cNvSpPr/>
              <p:nvPr/>
            </p:nvSpPr>
            <p:spPr>
              <a:xfrm>
                <a:off x="2392195" y="1550487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853" y="897161"/>
                    </a:lnTo>
                    <a:lnTo>
                      <a:pt x="914399" y="89888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2" name="ph5462"/>
              <p:cNvSpPr/>
              <p:nvPr/>
            </p:nvSpPr>
            <p:spPr>
              <a:xfrm>
                <a:off x="2392195" y="1550487"/>
                <a:ext cx="91879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795" h="914399">
                    <a:moveTo>
                      <a:pt x="914399" y="914399"/>
                    </a:moveTo>
                    <a:lnTo>
                      <a:pt x="914399" y="898889"/>
                    </a:lnTo>
                    <a:lnTo>
                      <a:pt x="915578" y="902616"/>
                    </a:lnTo>
                    <a:lnTo>
                      <a:pt x="918284" y="912307"/>
                    </a:lnTo>
                    <a:lnTo>
                      <a:pt x="918795" y="91439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3" name="ph5463"/>
              <p:cNvSpPr/>
              <p:nvPr/>
            </p:nvSpPr>
            <p:spPr>
              <a:xfrm>
                <a:off x="3077599" y="15332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046" y="931638"/>
                    </a:lnTo>
                    <a:lnTo>
                      <a:pt x="907840" y="925652"/>
                    </a:lnTo>
                    <a:lnTo>
                      <a:pt x="907769" y="914921"/>
                    </a:lnTo>
                    <a:lnTo>
                      <a:pt x="907780" y="91439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4" name="ph5464"/>
              <p:cNvSpPr/>
              <p:nvPr/>
            </p:nvSpPr>
            <p:spPr>
              <a:xfrm>
                <a:off x="30775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5" name="ph5465"/>
              <p:cNvSpPr/>
              <p:nvPr/>
            </p:nvSpPr>
            <p:spPr>
              <a:xfrm>
                <a:off x="30868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6" name="ph5466"/>
              <p:cNvSpPr/>
              <p:nvPr/>
            </p:nvSpPr>
            <p:spPr>
              <a:xfrm>
                <a:off x="30961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7" name="ph5467"/>
              <p:cNvSpPr/>
              <p:nvPr/>
            </p:nvSpPr>
            <p:spPr>
              <a:xfrm>
                <a:off x="31053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8" name="ph5468"/>
              <p:cNvSpPr/>
              <p:nvPr/>
            </p:nvSpPr>
            <p:spPr>
              <a:xfrm>
                <a:off x="31146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9" name="ph5469"/>
              <p:cNvSpPr/>
              <p:nvPr/>
            </p:nvSpPr>
            <p:spPr>
              <a:xfrm>
                <a:off x="31239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0" name="ph5470"/>
              <p:cNvSpPr/>
              <p:nvPr/>
            </p:nvSpPr>
            <p:spPr>
              <a:xfrm>
                <a:off x="31331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1" name="ph5471"/>
              <p:cNvSpPr/>
              <p:nvPr/>
            </p:nvSpPr>
            <p:spPr>
              <a:xfrm>
                <a:off x="31424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2" name="ph5472"/>
              <p:cNvSpPr/>
              <p:nvPr/>
            </p:nvSpPr>
            <p:spPr>
              <a:xfrm>
                <a:off x="31516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3" name="ph5473"/>
              <p:cNvSpPr/>
              <p:nvPr/>
            </p:nvSpPr>
            <p:spPr>
              <a:xfrm>
                <a:off x="31609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4" name="ph5474"/>
              <p:cNvSpPr/>
              <p:nvPr/>
            </p:nvSpPr>
            <p:spPr>
              <a:xfrm>
                <a:off x="31702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5" name="ph5475"/>
              <p:cNvSpPr/>
              <p:nvPr/>
            </p:nvSpPr>
            <p:spPr>
              <a:xfrm>
                <a:off x="31794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6" name="ph5476"/>
              <p:cNvSpPr/>
              <p:nvPr/>
            </p:nvSpPr>
            <p:spPr>
              <a:xfrm>
                <a:off x="31887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7" name="ph5477"/>
              <p:cNvSpPr/>
              <p:nvPr/>
            </p:nvSpPr>
            <p:spPr>
              <a:xfrm>
                <a:off x="31980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8" name="ph5478"/>
              <p:cNvSpPr/>
              <p:nvPr/>
            </p:nvSpPr>
            <p:spPr>
              <a:xfrm>
                <a:off x="32072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9" name="ph5479"/>
              <p:cNvSpPr/>
              <p:nvPr/>
            </p:nvSpPr>
            <p:spPr>
              <a:xfrm>
                <a:off x="321653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0" name="ph5480"/>
              <p:cNvSpPr/>
              <p:nvPr/>
            </p:nvSpPr>
            <p:spPr>
              <a:xfrm>
                <a:off x="322579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1" name="ph5481"/>
              <p:cNvSpPr/>
              <p:nvPr/>
            </p:nvSpPr>
            <p:spPr>
              <a:xfrm>
                <a:off x="323505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2" name="ph5482"/>
              <p:cNvSpPr/>
              <p:nvPr/>
            </p:nvSpPr>
            <p:spPr>
              <a:xfrm>
                <a:off x="324431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3" name="ph5483"/>
              <p:cNvSpPr/>
              <p:nvPr/>
            </p:nvSpPr>
            <p:spPr>
              <a:xfrm>
                <a:off x="325358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4" name="ph5484"/>
              <p:cNvSpPr/>
              <p:nvPr/>
            </p:nvSpPr>
            <p:spPr>
              <a:xfrm>
                <a:off x="326284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5" name="ph5485"/>
              <p:cNvSpPr/>
              <p:nvPr/>
            </p:nvSpPr>
            <p:spPr>
              <a:xfrm>
                <a:off x="327210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6" name="ph5486"/>
              <p:cNvSpPr/>
              <p:nvPr/>
            </p:nvSpPr>
            <p:spPr>
              <a:xfrm>
                <a:off x="328136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7" name="ph5487"/>
              <p:cNvSpPr/>
              <p:nvPr/>
            </p:nvSpPr>
            <p:spPr>
              <a:xfrm>
                <a:off x="329063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8" name="ph5488"/>
              <p:cNvSpPr/>
              <p:nvPr/>
            </p:nvSpPr>
            <p:spPr>
              <a:xfrm>
                <a:off x="329989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9" name="ph5489"/>
              <p:cNvSpPr/>
              <p:nvPr/>
            </p:nvSpPr>
            <p:spPr>
              <a:xfrm>
                <a:off x="330915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0" name="ph5490"/>
              <p:cNvSpPr/>
              <p:nvPr/>
            </p:nvSpPr>
            <p:spPr>
              <a:xfrm>
                <a:off x="331841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1" name="ph5491"/>
              <p:cNvSpPr/>
              <p:nvPr/>
            </p:nvSpPr>
            <p:spPr>
              <a:xfrm>
                <a:off x="332767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2" name="ph5492"/>
              <p:cNvSpPr/>
              <p:nvPr/>
            </p:nvSpPr>
            <p:spPr>
              <a:xfrm>
                <a:off x="333694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3" name="ph5493"/>
              <p:cNvSpPr/>
              <p:nvPr/>
            </p:nvSpPr>
            <p:spPr>
              <a:xfrm>
                <a:off x="334620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4" name="ph5494"/>
              <p:cNvSpPr/>
              <p:nvPr/>
            </p:nvSpPr>
            <p:spPr>
              <a:xfrm>
                <a:off x="335546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5" name="ph5495"/>
              <p:cNvSpPr/>
              <p:nvPr/>
            </p:nvSpPr>
            <p:spPr>
              <a:xfrm>
                <a:off x="336472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6" name="ph5496"/>
              <p:cNvSpPr/>
              <p:nvPr/>
            </p:nvSpPr>
            <p:spPr>
              <a:xfrm>
                <a:off x="337399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7" name="ph5497"/>
              <p:cNvSpPr/>
              <p:nvPr/>
            </p:nvSpPr>
            <p:spPr>
              <a:xfrm>
                <a:off x="338325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8" name="ph5498"/>
              <p:cNvSpPr/>
              <p:nvPr/>
            </p:nvSpPr>
            <p:spPr>
              <a:xfrm>
                <a:off x="339251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9" name="ph5499"/>
              <p:cNvSpPr/>
              <p:nvPr/>
            </p:nvSpPr>
            <p:spPr>
              <a:xfrm>
                <a:off x="34017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0" name="ph5500"/>
              <p:cNvSpPr/>
              <p:nvPr/>
            </p:nvSpPr>
            <p:spPr>
              <a:xfrm>
                <a:off x="34110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1" name="ph5501"/>
              <p:cNvSpPr/>
              <p:nvPr/>
            </p:nvSpPr>
            <p:spPr>
              <a:xfrm>
                <a:off x="34203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2" name="ph5502"/>
              <p:cNvSpPr/>
              <p:nvPr/>
            </p:nvSpPr>
            <p:spPr>
              <a:xfrm>
                <a:off x="34295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3" name="ph5503"/>
              <p:cNvSpPr/>
              <p:nvPr/>
            </p:nvSpPr>
            <p:spPr>
              <a:xfrm>
                <a:off x="343882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4" name="ph5504"/>
              <p:cNvSpPr/>
              <p:nvPr/>
            </p:nvSpPr>
            <p:spPr>
              <a:xfrm>
                <a:off x="34480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5" name="ph5505"/>
              <p:cNvSpPr/>
              <p:nvPr/>
            </p:nvSpPr>
            <p:spPr>
              <a:xfrm>
                <a:off x="34573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6" name="ph5506"/>
              <p:cNvSpPr/>
              <p:nvPr/>
            </p:nvSpPr>
            <p:spPr>
              <a:xfrm>
                <a:off x="34666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7" name="ph5507"/>
              <p:cNvSpPr/>
              <p:nvPr/>
            </p:nvSpPr>
            <p:spPr>
              <a:xfrm>
                <a:off x="347587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8" name="ph5508"/>
              <p:cNvSpPr/>
              <p:nvPr/>
            </p:nvSpPr>
            <p:spPr>
              <a:xfrm>
                <a:off x="34851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9" name="ph5509"/>
              <p:cNvSpPr/>
              <p:nvPr/>
            </p:nvSpPr>
            <p:spPr>
              <a:xfrm>
                <a:off x="34943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0" name="ph5510"/>
              <p:cNvSpPr/>
              <p:nvPr/>
            </p:nvSpPr>
            <p:spPr>
              <a:xfrm>
                <a:off x="35036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1" name="ph5511"/>
              <p:cNvSpPr/>
              <p:nvPr/>
            </p:nvSpPr>
            <p:spPr>
              <a:xfrm>
                <a:off x="35129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2" name="ph5512"/>
              <p:cNvSpPr/>
              <p:nvPr/>
            </p:nvSpPr>
            <p:spPr>
              <a:xfrm>
                <a:off x="352218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3" name="ph5513"/>
              <p:cNvSpPr/>
              <p:nvPr/>
            </p:nvSpPr>
            <p:spPr>
              <a:xfrm>
                <a:off x="35314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4" name="ph5514"/>
              <p:cNvSpPr/>
              <p:nvPr/>
            </p:nvSpPr>
            <p:spPr>
              <a:xfrm>
                <a:off x="35407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5" name="ph5515"/>
              <p:cNvSpPr/>
              <p:nvPr/>
            </p:nvSpPr>
            <p:spPr>
              <a:xfrm>
                <a:off x="35499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6" name="ph5516"/>
              <p:cNvSpPr/>
              <p:nvPr/>
            </p:nvSpPr>
            <p:spPr>
              <a:xfrm>
                <a:off x="35592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7" name="ph5517"/>
              <p:cNvSpPr/>
              <p:nvPr/>
            </p:nvSpPr>
            <p:spPr>
              <a:xfrm>
                <a:off x="35684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8" name="ph5518"/>
              <p:cNvSpPr/>
              <p:nvPr/>
            </p:nvSpPr>
            <p:spPr>
              <a:xfrm>
                <a:off x="35777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9" name="ph5519"/>
              <p:cNvSpPr/>
              <p:nvPr/>
            </p:nvSpPr>
            <p:spPr>
              <a:xfrm>
                <a:off x="35870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0" name="ph5520"/>
              <p:cNvSpPr/>
              <p:nvPr/>
            </p:nvSpPr>
            <p:spPr>
              <a:xfrm>
                <a:off x="35962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1" name="ph5521"/>
              <p:cNvSpPr/>
              <p:nvPr/>
            </p:nvSpPr>
            <p:spPr>
              <a:xfrm>
                <a:off x="36055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2" name="ph5522"/>
              <p:cNvSpPr/>
              <p:nvPr/>
            </p:nvSpPr>
            <p:spPr>
              <a:xfrm>
                <a:off x="3614808" y="1550487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627"/>
                    </a:lnTo>
                    <a:lnTo>
                      <a:pt x="922956" y="91439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3" name="ph5523"/>
              <p:cNvSpPr/>
              <p:nvPr/>
            </p:nvSpPr>
            <p:spPr>
              <a:xfrm>
                <a:off x="3624070" y="1533248"/>
                <a:ext cx="923662" cy="9308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8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022"/>
                    </a:lnTo>
                    <a:lnTo>
                      <a:pt x="921688" y="922437"/>
                    </a:lnTo>
                    <a:lnTo>
                      <a:pt x="920001" y="924396"/>
                    </a:lnTo>
                    <a:lnTo>
                      <a:pt x="918323" y="926343"/>
                    </a:lnTo>
                    <a:lnTo>
                      <a:pt x="916647" y="928291"/>
                    </a:lnTo>
                    <a:lnTo>
                      <a:pt x="914961" y="930250"/>
                    </a:lnTo>
                    <a:lnTo>
                      <a:pt x="914400" y="930865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4" name="ph5524"/>
              <p:cNvSpPr/>
              <p:nvPr/>
            </p:nvSpPr>
            <p:spPr>
              <a:xfrm>
                <a:off x="3633332" y="1533248"/>
                <a:ext cx="918789" cy="920022"/>
              </a:xfrm>
              <a:custGeom>
                <a:avLst/>
                <a:gdLst/>
                <a:ahLst/>
                <a:cxnLst/>
                <a:rect l="0" t="0" r="0" b="0"/>
                <a:pathLst>
                  <a:path w="918789" h="920022">
                    <a:moveTo>
                      <a:pt x="914400" y="914399"/>
                    </a:moveTo>
                    <a:lnTo>
                      <a:pt x="918789" y="914399"/>
                    </a:lnTo>
                    <a:lnTo>
                      <a:pt x="916892" y="916972"/>
                    </a:lnTo>
                    <a:lnTo>
                      <a:pt x="914400" y="920022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5" name="ph5525"/>
              <p:cNvSpPr/>
              <p:nvPr/>
            </p:nvSpPr>
            <p:spPr>
              <a:xfrm>
                <a:off x="2123590" y="1516010"/>
                <a:ext cx="914400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19">
                    <a:moveTo>
                      <a:pt x="914400" y="914400"/>
                    </a:moveTo>
                    <a:lnTo>
                      <a:pt x="914400" y="918019"/>
                    </a:lnTo>
                    <a:lnTo>
                      <a:pt x="911581" y="914400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6" name="ph5526"/>
              <p:cNvSpPr/>
              <p:nvPr/>
            </p:nvSpPr>
            <p:spPr>
              <a:xfrm>
                <a:off x="2123590" y="1516010"/>
                <a:ext cx="923662" cy="92840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0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401"/>
                    </a:lnTo>
                    <a:lnTo>
                      <a:pt x="920429" y="925102"/>
                    </a:lnTo>
                    <a:lnTo>
                      <a:pt x="915585" y="919541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7" name="ph5527"/>
              <p:cNvSpPr/>
              <p:nvPr/>
            </p:nvSpPr>
            <p:spPr>
              <a:xfrm>
                <a:off x="21328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62" y="931638"/>
                    </a:lnTo>
                    <a:lnTo>
                      <a:pt x="916157" y="930194"/>
                    </a:lnTo>
                    <a:lnTo>
                      <a:pt x="914400" y="928401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8" name="ph5528"/>
              <p:cNvSpPr/>
              <p:nvPr/>
            </p:nvSpPr>
            <p:spPr>
              <a:xfrm>
                <a:off x="214211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9" name="ph5529"/>
              <p:cNvSpPr/>
              <p:nvPr/>
            </p:nvSpPr>
            <p:spPr>
              <a:xfrm>
                <a:off x="21513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0" name="ph5530"/>
              <p:cNvSpPr/>
              <p:nvPr/>
            </p:nvSpPr>
            <p:spPr>
              <a:xfrm>
                <a:off x="21606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1" name="ph5531"/>
              <p:cNvSpPr/>
              <p:nvPr/>
            </p:nvSpPr>
            <p:spPr>
              <a:xfrm>
                <a:off x="21699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2" name="ph5532"/>
              <p:cNvSpPr/>
              <p:nvPr/>
            </p:nvSpPr>
            <p:spPr>
              <a:xfrm>
                <a:off x="21791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3" name="ph5533"/>
              <p:cNvSpPr/>
              <p:nvPr/>
            </p:nvSpPr>
            <p:spPr>
              <a:xfrm>
                <a:off x="218842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4" name="ph5534"/>
              <p:cNvSpPr/>
              <p:nvPr/>
            </p:nvSpPr>
            <p:spPr>
              <a:xfrm>
                <a:off x="21976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5" name="ph5535"/>
              <p:cNvSpPr/>
              <p:nvPr/>
            </p:nvSpPr>
            <p:spPr>
              <a:xfrm>
                <a:off x="22069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6" name="ph5536"/>
              <p:cNvSpPr/>
              <p:nvPr/>
            </p:nvSpPr>
            <p:spPr>
              <a:xfrm>
                <a:off x="22162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7" name="ph5537"/>
              <p:cNvSpPr/>
              <p:nvPr/>
            </p:nvSpPr>
            <p:spPr>
              <a:xfrm>
                <a:off x="222547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8" name="ph5538"/>
              <p:cNvSpPr/>
              <p:nvPr/>
            </p:nvSpPr>
            <p:spPr>
              <a:xfrm>
                <a:off x="22347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9" name="ph5539"/>
              <p:cNvSpPr/>
              <p:nvPr/>
            </p:nvSpPr>
            <p:spPr>
              <a:xfrm>
                <a:off x="22439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0" name="ph5540"/>
              <p:cNvSpPr/>
              <p:nvPr/>
            </p:nvSpPr>
            <p:spPr>
              <a:xfrm>
                <a:off x="22532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1" name="ph5541"/>
              <p:cNvSpPr/>
              <p:nvPr/>
            </p:nvSpPr>
            <p:spPr>
              <a:xfrm>
                <a:off x="22625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2" name="ph5542"/>
              <p:cNvSpPr/>
              <p:nvPr/>
            </p:nvSpPr>
            <p:spPr>
              <a:xfrm>
                <a:off x="22717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3" name="ph5543"/>
              <p:cNvSpPr/>
              <p:nvPr/>
            </p:nvSpPr>
            <p:spPr>
              <a:xfrm>
                <a:off x="22810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4" name="ph5544"/>
              <p:cNvSpPr/>
              <p:nvPr/>
            </p:nvSpPr>
            <p:spPr>
              <a:xfrm>
                <a:off x="22903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5" name="ph5545"/>
              <p:cNvSpPr/>
              <p:nvPr/>
            </p:nvSpPr>
            <p:spPr>
              <a:xfrm>
                <a:off x="22995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6" name="ph5546"/>
              <p:cNvSpPr/>
              <p:nvPr/>
            </p:nvSpPr>
            <p:spPr>
              <a:xfrm>
                <a:off x="230883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7" name="ph5547"/>
              <p:cNvSpPr/>
              <p:nvPr/>
            </p:nvSpPr>
            <p:spPr>
              <a:xfrm>
                <a:off x="23180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8" name="ph5548"/>
              <p:cNvSpPr/>
              <p:nvPr/>
            </p:nvSpPr>
            <p:spPr>
              <a:xfrm>
                <a:off x="23273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9" name="ph5549"/>
              <p:cNvSpPr/>
              <p:nvPr/>
            </p:nvSpPr>
            <p:spPr>
              <a:xfrm>
                <a:off x="23366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0" name="ph5550"/>
              <p:cNvSpPr/>
              <p:nvPr/>
            </p:nvSpPr>
            <p:spPr>
              <a:xfrm>
                <a:off x="23458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1" name="ph5551"/>
              <p:cNvSpPr/>
              <p:nvPr/>
            </p:nvSpPr>
            <p:spPr>
              <a:xfrm>
                <a:off x="235514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2" name="ph5552"/>
              <p:cNvSpPr/>
              <p:nvPr/>
            </p:nvSpPr>
            <p:spPr>
              <a:xfrm>
                <a:off x="23644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3" name="ph5553"/>
              <p:cNvSpPr/>
              <p:nvPr/>
            </p:nvSpPr>
            <p:spPr>
              <a:xfrm>
                <a:off x="23736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4" name="ph5554"/>
              <p:cNvSpPr/>
              <p:nvPr/>
            </p:nvSpPr>
            <p:spPr>
              <a:xfrm>
                <a:off x="2382932" y="1533248"/>
                <a:ext cx="92311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11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963" y="897161"/>
                    </a:lnTo>
                    <a:lnTo>
                      <a:pt x="918624" y="901335"/>
                    </a:lnTo>
                    <a:lnTo>
                      <a:pt x="921864" y="910442"/>
                    </a:lnTo>
                    <a:lnTo>
                      <a:pt x="923115" y="91439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5" name="ph5555"/>
              <p:cNvSpPr/>
              <p:nvPr/>
            </p:nvSpPr>
            <p:spPr>
              <a:xfrm>
                <a:off x="3077599" y="15160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780" y="931638"/>
                    </a:lnTo>
                    <a:lnTo>
                      <a:pt x="907998" y="921436"/>
                    </a:lnTo>
                    <a:lnTo>
                      <a:pt x="908345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6" name="ph5556"/>
              <p:cNvSpPr/>
              <p:nvPr/>
            </p:nvSpPr>
            <p:spPr>
              <a:xfrm>
                <a:off x="30775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7" name="ph5557"/>
              <p:cNvSpPr/>
              <p:nvPr/>
            </p:nvSpPr>
            <p:spPr>
              <a:xfrm>
                <a:off x="30868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8" name="ph5558"/>
              <p:cNvSpPr/>
              <p:nvPr/>
            </p:nvSpPr>
            <p:spPr>
              <a:xfrm>
                <a:off x="30961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9" name="ph5559"/>
              <p:cNvSpPr/>
              <p:nvPr/>
            </p:nvSpPr>
            <p:spPr>
              <a:xfrm>
                <a:off x="31053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0" name="ph5560"/>
              <p:cNvSpPr/>
              <p:nvPr/>
            </p:nvSpPr>
            <p:spPr>
              <a:xfrm>
                <a:off x="31146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1" name="ph5561"/>
              <p:cNvSpPr/>
              <p:nvPr/>
            </p:nvSpPr>
            <p:spPr>
              <a:xfrm>
                <a:off x="31239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2" name="ph5562"/>
              <p:cNvSpPr/>
              <p:nvPr/>
            </p:nvSpPr>
            <p:spPr>
              <a:xfrm>
                <a:off x="31331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3" name="ph5563"/>
              <p:cNvSpPr/>
              <p:nvPr/>
            </p:nvSpPr>
            <p:spPr>
              <a:xfrm>
                <a:off x="31424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4" name="ph5564"/>
              <p:cNvSpPr/>
              <p:nvPr/>
            </p:nvSpPr>
            <p:spPr>
              <a:xfrm>
                <a:off x="31516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5" name="ph5565"/>
              <p:cNvSpPr/>
              <p:nvPr/>
            </p:nvSpPr>
            <p:spPr>
              <a:xfrm>
                <a:off x="31609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6" name="ph5566"/>
              <p:cNvSpPr/>
              <p:nvPr/>
            </p:nvSpPr>
            <p:spPr>
              <a:xfrm>
                <a:off x="31702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7" name="ph5567"/>
              <p:cNvSpPr/>
              <p:nvPr/>
            </p:nvSpPr>
            <p:spPr>
              <a:xfrm>
                <a:off x="31794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8" name="ph5568"/>
              <p:cNvSpPr/>
              <p:nvPr/>
            </p:nvSpPr>
            <p:spPr>
              <a:xfrm>
                <a:off x="31887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9" name="ph5569"/>
              <p:cNvSpPr/>
              <p:nvPr/>
            </p:nvSpPr>
            <p:spPr>
              <a:xfrm>
                <a:off x="31980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0" name="ph5570"/>
              <p:cNvSpPr/>
              <p:nvPr/>
            </p:nvSpPr>
            <p:spPr>
              <a:xfrm>
                <a:off x="32072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1" name="ph5571"/>
              <p:cNvSpPr/>
              <p:nvPr/>
            </p:nvSpPr>
            <p:spPr>
              <a:xfrm>
                <a:off x="321653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2" name="ph5572"/>
              <p:cNvSpPr/>
              <p:nvPr/>
            </p:nvSpPr>
            <p:spPr>
              <a:xfrm>
                <a:off x="322579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3" name="ph5573"/>
              <p:cNvSpPr/>
              <p:nvPr/>
            </p:nvSpPr>
            <p:spPr>
              <a:xfrm>
                <a:off x="323505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4" name="ph5574"/>
              <p:cNvSpPr/>
              <p:nvPr/>
            </p:nvSpPr>
            <p:spPr>
              <a:xfrm>
                <a:off x="324431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5" name="ph5575"/>
              <p:cNvSpPr/>
              <p:nvPr/>
            </p:nvSpPr>
            <p:spPr>
              <a:xfrm>
                <a:off x="325358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6" name="ph5576"/>
              <p:cNvSpPr/>
              <p:nvPr/>
            </p:nvSpPr>
            <p:spPr>
              <a:xfrm>
                <a:off x="326284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7" name="ph5577"/>
              <p:cNvSpPr/>
              <p:nvPr/>
            </p:nvSpPr>
            <p:spPr>
              <a:xfrm>
                <a:off x="327210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8" name="ph5578"/>
              <p:cNvSpPr/>
              <p:nvPr/>
            </p:nvSpPr>
            <p:spPr>
              <a:xfrm>
                <a:off x="328136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9" name="ph5579"/>
              <p:cNvSpPr/>
              <p:nvPr/>
            </p:nvSpPr>
            <p:spPr>
              <a:xfrm>
                <a:off x="329063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0" name="ph5580"/>
              <p:cNvSpPr/>
              <p:nvPr/>
            </p:nvSpPr>
            <p:spPr>
              <a:xfrm>
                <a:off x="329989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1" name="ph5581"/>
              <p:cNvSpPr/>
              <p:nvPr/>
            </p:nvSpPr>
            <p:spPr>
              <a:xfrm>
                <a:off x="330915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2" name="ph5582"/>
              <p:cNvSpPr/>
              <p:nvPr/>
            </p:nvSpPr>
            <p:spPr>
              <a:xfrm>
                <a:off x="331841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3" name="ph5583"/>
              <p:cNvSpPr/>
              <p:nvPr/>
            </p:nvSpPr>
            <p:spPr>
              <a:xfrm>
                <a:off x="332767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4" name="ph5584"/>
              <p:cNvSpPr/>
              <p:nvPr/>
            </p:nvSpPr>
            <p:spPr>
              <a:xfrm>
                <a:off x="333694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5" name="ph5585"/>
              <p:cNvSpPr/>
              <p:nvPr/>
            </p:nvSpPr>
            <p:spPr>
              <a:xfrm>
                <a:off x="334620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6" name="ph5586"/>
              <p:cNvSpPr/>
              <p:nvPr/>
            </p:nvSpPr>
            <p:spPr>
              <a:xfrm>
                <a:off x="335546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7" name="ph5587"/>
              <p:cNvSpPr/>
              <p:nvPr/>
            </p:nvSpPr>
            <p:spPr>
              <a:xfrm>
                <a:off x="336472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8" name="ph5588"/>
              <p:cNvSpPr/>
              <p:nvPr/>
            </p:nvSpPr>
            <p:spPr>
              <a:xfrm>
                <a:off x="337399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9" name="ph5589"/>
              <p:cNvSpPr/>
              <p:nvPr/>
            </p:nvSpPr>
            <p:spPr>
              <a:xfrm>
                <a:off x="33832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0" name="ph5590"/>
              <p:cNvSpPr/>
              <p:nvPr/>
            </p:nvSpPr>
            <p:spPr>
              <a:xfrm>
                <a:off x="339251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1" name="ph5591"/>
              <p:cNvSpPr/>
              <p:nvPr/>
            </p:nvSpPr>
            <p:spPr>
              <a:xfrm>
                <a:off x="34017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2" name="ph5592"/>
              <p:cNvSpPr/>
              <p:nvPr/>
            </p:nvSpPr>
            <p:spPr>
              <a:xfrm>
                <a:off x="34110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3" name="ph5593"/>
              <p:cNvSpPr/>
              <p:nvPr/>
            </p:nvSpPr>
            <p:spPr>
              <a:xfrm>
                <a:off x="34203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4" name="ph5594"/>
              <p:cNvSpPr/>
              <p:nvPr/>
            </p:nvSpPr>
            <p:spPr>
              <a:xfrm>
                <a:off x="34295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5" name="ph5595"/>
              <p:cNvSpPr/>
              <p:nvPr/>
            </p:nvSpPr>
            <p:spPr>
              <a:xfrm>
                <a:off x="343882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6" name="ph5596"/>
              <p:cNvSpPr/>
              <p:nvPr/>
            </p:nvSpPr>
            <p:spPr>
              <a:xfrm>
                <a:off x="34480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7" name="ph5597"/>
              <p:cNvSpPr/>
              <p:nvPr/>
            </p:nvSpPr>
            <p:spPr>
              <a:xfrm>
                <a:off x="34573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8" name="ph5598"/>
              <p:cNvSpPr/>
              <p:nvPr/>
            </p:nvSpPr>
            <p:spPr>
              <a:xfrm>
                <a:off x="34666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9" name="ph5599"/>
              <p:cNvSpPr/>
              <p:nvPr/>
            </p:nvSpPr>
            <p:spPr>
              <a:xfrm>
                <a:off x="347587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0" name="ph5600"/>
              <p:cNvSpPr/>
              <p:nvPr/>
            </p:nvSpPr>
            <p:spPr>
              <a:xfrm>
                <a:off x="34851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1" name="ph5601"/>
              <p:cNvSpPr/>
              <p:nvPr/>
            </p:nvSpPr>
            <p:spPr>
              <a:xfrm>
                <a:off x="34943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2" name="ph5602"/>
              <p:cNvSpPr/>
              <p:nvPr/>
            </p:nvSpPr>
            <p:spPr>
              <a:xfrm>
                <a:off x="35036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3" name="ph5603"/>
              <p:cNvSpPr/>
              <p:nvPr/>
            </p:nvSpPr>
            <p:spPr>
              <a:xfrm>
                <a:off x="35129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4" name="ph5604"/>
              <p:cNvSpPr/>
              <p:nvPr/>
            </p:nvSpPr>
            <p:spPr>
              <a:xfrm>
                <a:off x="352218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5" name="ph5605"/>
              <p:cNvSpPr/>
              <p:nvPr/>
            </p:nvSpPr>
            <p:spPr>
              <a:xfrm>
                <a:off x="35314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6" name="ph5606"/>
              <p:cNvSpPr/>
              <p:nvPr/>
            </p:nvSpPr>
            <p:spPr>
              <a:xfrm>
                <a:off x="35407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7" name="ph5607"/>
              <p:cNvSpPr/>
              <p:nvPr/>
            </p:nvSpPr>
            <p:spPr>
              <a:xfrm>
                <a:off x="35499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8" name="ph5608"/>
              <p:cNvSpPr/>
              <p:nvPr/>
            </p:nvSpPr>
            <p:spPr>
              <a:xfrm>
                <a:off x="35592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9" name="ph5609"/>
              <p:cNvSpPr/>
              <p:nvPr/>
            </p:nvSpPr>
            <p:spPr>
              <a:xfrm>
                <a:off x="35684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0" name="ph5610"/>
              <p:cNvSpPr/>
              <p:nvPr/>
            </p:nvSpPr>
            <p:spPr>
              <a:xfrm>
                <a:off x="35777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1" name="ph5611"/>
              <p:cNvSpPr/>
              <p:nvPr/>
            </p:nvSpPr>
            <p:spPr>
              <a:xfrm>
                <a:off x="35870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2" name="ph5612"/>
              <p:cNvSpPr/>
              <p:nvPr/>
            </p:nvSpPr>
            <p:spPr>
              <a:xfrm>
                <a:off x="35962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3" name="ph5613"/>
              <p:cNvSpPr/>
              <p:nvPr/>
            </p:nvSpPr>
            <p:spPr>
              <a:xfrm>
                <a:off x="36055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4" name="ph5614"/>
              <p:cNvSpPr/>
              <p:nvPr/>
            </p:nvSpPr>
            <p:spPr>
              <a:xfrm>
                <a:off x="36148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5" name="ph5615"/>
              <p:cNvSpPr/>
              <p:nvPr/>
            </p:nvSpPr>
            <p:spPr>
              <a:xfrm>
                <a:off x="36240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6" name="ph5616"/>
              <p:cNvSpPr/>
              <p:nvPr/>
            </p:nvSpPr>
            <p:spPr>
              <a:xfrm>
                <a:off x="3633332" y="153324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443"/>
                    </a:lnTo>
                    <a:lnTo>
                      <a:pt x="921212" y="911114"/>
                    </a:lnTo>
                    <a:lnTo>
                      <a:pt x="918789" y="91439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7" name="ph5617"/>
              <p:cNvSpPr/>
              <p:nvPr/>
            </p:nvSpPr>
            <p:spPr>
              <a:xfrm>
                <a:off x="3642594" y="1516010"/>
                <a:ext cx="920751" cy="924681"/>
              </a:xfrm>
              <a:custGeom>
                <a:avLst/>
                <a:gdLst/>
                <a:ahLst/>
                <a:cxnLst/>
                <a:rect l="0" t="0" r="0" b="0"/>
                <a:pathLst>
                  <a:path w="920751" h="924681">
                    <a:moveTo>
                      <a:pt x="914400" y="914400"/>
                    </a:moveTo>
                    <a:lnTo>
                      <a:pt x="920751" y="914400"/>
                    </a:lnTo>
                    <a:lnTo>
                      <a:pt x="920110" y="915510"/>
                    </a:lnTo>
                    <a:lnTo>
                      <a:pt x="916113" y="922114"/>
                    </a:lnTo>
                    <a:lnTo>
                      <a:pt x="914400" y="924681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8" name="ph5618"/>
              <p:cNvSpPr/>
              <p:nvPr/>
            </p:nvSpPr>
            <p:spPr>
              <a:xfrm>
                <a:off x="2114328" y="1498771"/>
                <a:ext cx="914400" cy="9223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26">
                    <a:moveTo>
                      <a:pt x="914400" y="914400"/>
                    </a:moveTo>
                    <a:lnTo>
                      <a:pt x="914400" y="922326"/>
                    </a:lnTo>
                    <a:lnTo>
                      <a:pt x="911319" y="917434"/>
                    </a:lnTo>
                    <a:lnTo>
                      <a:pt x="909595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9" name="ph5619"/>
              <p:cNvSpPr/>
              <p:nvPr/>
            </p:nvSpPr>
            <p:spPr>
              <a:xfrm>
                <a:off x="21143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843" y="931638"/>
                    </a:lnTo>
                    <a:lnTo>
                      <a:pt x="920162" y="930764"/>
                    </a:lnTo>
                    <a:lnTo>
                      <a:pt x="915649" y="924310"/>
                    </a:lnTo>
                    <a:lnTo>
                      <a:pt x="914400" y="922326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0" name="ph5620"/>
              <p:cNvSpPr/>
              <p:nvPr/>
            </p:nvSpPr>
            <p:spPr>
              <a:xfrm>
                <a:off x="21235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1" name="ph5621"/>
              <p:cNvSpPr/>
              <p:nvPr/>
            </p:nvSpPr>
            <p:spPr>
              <a:xfrm>
                <a:off x="21328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2" name="ph5622"/>
              <p:cNvSpPr/>
              <p:nvPr/>
            </p:nvSpPr>
            <p:spPr>
              <a:xfrm>
                <a:off x="214211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3" name="ph5623"/>
              <p:cNvSpPr/>
              <p:nvPr/>
            </p:nvSpPr>
            <p:spPr>
              <a:xfrm>
                <a:off x="21513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4" name="ph5624"/>
              <p:cNvSpPr/>
              <p:nvPr/>
            </p:nvSpPr>
            <p:spPr>
              <a:xfrm>
                <a:off x="21606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5" name="ph5625"/>
              <p:cNvSpPr/>
              <p:nvPr/>
            </p:nvSpPr>
            <p:spPr>
              <a:xfrm>
                <a:off x="21699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6" name="ph5626"/>
              <p:cNvSpPr/>
              <p:nvPr/>
            </p:nvSpPr>
            <p:spPr>
              <a:xfrm>
                <a:off x="21791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7" name="ph5627"/>
              <p:cNvSpPr/>
              <p:nvPr/>
            </p:nvSpPr>
            <p:spPr>
              <a:xfrm>
                <a:off x="218842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8" name="ph5628"/>
              <p:cNvSpPr/>
              <p:nvPr/>
            </p:nvSpPr>
            <p:spPr>
              <a:xfrm>
                <a:off x="21976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9" name="ph5629"/>
              <p:cNvSpPr/>
              <p:nvPr/>
            </p:nvSpPr>
            <p:spPr>
              <a:xfrm>
                <a:off x="22069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0" name="ph5630"/>
              <p:cNvSpPr/>
              <p:nvPr/>
            </p:nvSpPr>
            <p:spPr>
              <a:xfrm>
                <a:off x="22162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1" name="ph5631"/>
              <p:cNvSpPr/>
              <p:nvPr/>
            </p:nvSpPr>
            <p:spPr>
              <a:xfrm>
                <a:off x="222547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2" name="ph5632"/>
              <p:cNvSpPr/>
              <p:nvPr/>
            </p:nvSpPr>
            <p:spPr>
              <a:xfrm>
                <a:off x="22347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3" name="ph5633"/>
              <p:cNvSpPr/>
              <p:nvPr/>
            </p:nvSpPr>
            <p:spPr>
              <a:xfrm>
                <a:off x="22439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4" name="ph5634"/>
              <p:cNvSpPr/>
              <p:nvPr/>
            </p:nvSpPr>
            <p:spPr>
              <a:xfrm>
                <a:off x="22532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5" name="ph5635"/>
              <p:cNvSpPr/>
              <p:nvPr/>
            </p:nvSpPr>
            <p:spPr>
              <a:xfrm>
                <a:off x="22625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6" name="ph5636"/>
              <p:cNvSpPr/>
              <p:nvPr/>
            </p:nvSpPr>
            <p:spPr>
              <a:xfrm>
                <a:off x="22717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7" name="ph5637"/>
              <p:cNvSpPr/>
              <p:nvPr/>
            </p:nvSpPr>
            <p:spPr>
              <a:xfrm>
                <a:off x="22810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8" name="ph5638"/>
              <p:cNvSpPr/>
              <p:nvPr/>
            </p:nvSpPr>
            <p:spPr>
              <a:xfrm>
                <a:off x="22903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9" name="ph5639"/>
              <p:cNvSpPr/>
              <p:nvPr/>
            </p:nvSpPr>
            <p:spPr>
              <a:xfrm>
                <a:off x="22995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0" name="ph5640"/>
              <p:cNvSpPr/>
              <p:nvPr/>
            </p:nvSpPr>
            <p:spPr>
              <a:xfrm>
                <a:off x="230883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1" name="ph5641"/>
              <p:cNvSpPr/>
              <p:nvPr/>
            </p:nvSpPr>
            <p:spPr>
              <a:xfrm>
                <a:off x="23180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2" name="ph5642"/>
              <p:cNvSpPr/>
              <p:nvPr/>
            </p:nvSpPr>
            <p:spPr>
              <a:xfrm>
                <a:off x="23273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3" name="ph5643"/>
              <p:cNvSpPr/>
              <p:nvPr/>
            </p:nvSpPr>
            <p:spPr>
              <a:xfrm>
                <a:off x="23366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4" name="ph5644"/>
              <p:cNvSpPr/>
              <p:nvPr/>
            </p:nvSpPr>
            <p:spPr>
              <a:xfrm>
                <a:off x="23458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5" name="ph5645"/>
              <p:cNvSpPr/>
              <p:nvPr/>
            </p:nvSpPr>
            <p:spPr>
              <a:xfrm>
                <a:off x="235514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6" name="ph5646"/>
              <p:cNvSpPr/>
              <p:nvPr/>
            </p:nvSpPr>
            <p:spPr>
              <a:xfrm>
                <a:off x="23644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7" name="ph5647"/>
              <p:cNvSpPr/>
              <p:nvPr/>
            </p:nvSpPr>
            <p:spPr>
              <a:xfrm>
                <a:off x="2382932" y="15160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400" y="897161"/>
                    </a:lnTo>
                    <a:lnTo>
                      <a:pt x="914400" y="904996"/>
                    </a:lnTo>
                    <a:lnTo>
                      <a:pt x="913815" y="906834"/>
                    </a:lnTo>
                    <a:lnTo>
                      <a:pt x="914400" y="90815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8" name="ph5648"/>
              <p:cNvSpPr/>
              <p:nvPr/>
            </p:nvSpPr>
            <p:spPr>
              <a:xfrm>
                <a:off x="2382932" y="1516010"/>
                <a:ext cx="9169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3" h="914400">
                    <a:moveTo>
                      <a:pt x="914400" y="914400"/>
                    </a:moveTo>
                    <a:lnTo>
                      <a:pt x="914400" y="908150"/>
                    </a:lnTo>
                    <a:lnTo>
                      <a:pt x="915131" y="909798"/>
                    </a:lnTo>
                    <a:lnTo>
                      <a:pt x="916963" y="914400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9" name="ph5649"/>
              <p:cNvSpPr/>
              <p:nvPr/>
            </p:nvSpPr>
            <p:spPr>
              <a:xfrm>
                <a:off x="2382932" y="1498771"/>
                <a:ext cx="916866" cy="922235"/>
              </a:xfrm>
              <a:custGeom>
                <a:avLst/>
                <a:gdLst/>
                <a:ahLst/>
                <a:cxnLst/>
                <a:rect l="0" t="0" r="0" b="0"/>
                <a:pathLst>
                  <a:path w="916866" h="922235">
                    <a:moveTo>
                      <a:pt x="914400" y="914400"/>
                    </a:moveTo>
                    <a:lnTo>
                      <a:pt x="916866" y="914400"/>
                    </a:lnTo>
                    <a:lnTo>
                      <a:pt x="916675" y="915078"/>
                    </a:lnTo>
                    <a:lnTo>
                      <a:pt x="914400" y="922235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0" name="ph5650"/>
              <p:cNvSpPr/>
              <p:nvPr/>
            </p:nvSpPr>
            <p:spPr>
              <a:xfrm>
                <a:off x="3077599" y="14987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345" y="931638"/>
                    </a:lnTo>
                    <a:lnTo>
                      <a:pt x="908525" y="927988"/>
                    </a:lnTo>
                    <a:lnTo>
                      <a:pt x="909349" y="917366"/>
                    </a:lnTo>
                    <a:lnTo>
                      <a:pt x="909665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1" name="ph5651"/>
              <p:cNvSpPr/>
              <p:nvPr/>
            </p:nvSpPr>
            <p:spPr>
              <a:xfrm>
                <a:off x="30775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2" name="ph5652"/>
              <p:cNvSpPr/>
              <p:nvPr/>
            </p:nvSpPr>
            <p:spPr>
              <a:xfrm>
                <a:off x="30868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3" name="ph5653"/>
              <p:cNvSpPr/>
              <p:nvPr/>
            </p:nvSpPr>
            <p:spPr>
              <a:xfrm>
                <a:off x="30961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4" name="ph5654"/>
              <p:cNvSpPr/>
              <p:nvPr/>
            </p:nvSpPr>
            <p:spPr>
              <a:xfrm>
                <a:off x="31053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5" name="ph5655"/>
              <p:cNvSpPr/>
              <p:nvPr/>
            </p:nvSpPr>
            <p:spPr>
              <a:xfrm>
                <a:off x="31146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6" name="ph5656"/>
              <p:cNvSpPr/>
              <p:nvPr/>
            </p:nvSpPr>
            <p:spPr>
              <a:xfrm>
                <a:off x="31239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7" name="ph5657"/>
              <p:cNvSpPr/>
              <p:nvPr/>
            </p:nvSpPr>
            <p:spPr>
              <a:xfrm>
                <a:off x="31331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8" name="ph5658"/>
              <p:cNvSpPr/>
              <p:nvPr/>
            </p:nvSpPr>
            <p:spPr>
              <a:xfrm>
                <a:off x="31424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9" name="ph5659"/>
              <p:cNvSpPr/>
              <p:nvPr/>
            </p:nvSpPr>
            <p:spPr>
              <a:xfrm>
                <a:off x="31516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0" name="ph5660"/>
              <p:cNvSpPr/>
              <p:nvPr/>
            </p:nvSpPr>
            <p:spPr>
              <a:xfrm>
                <a:off x="31609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1" name="ph5661"/>
              <p:cNvSpPr/>
              <p:nvPr/>
            </p:nvSpPr>
            <p:spPr>
              <a:xfrm>
                <a:off x="31702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2" name="ph5662"/>
              <p:cNvSpPr/>
              <p:nvPr/>
            </p:nvSpPr>
            <p:spPr>
              <a:xfrm>
                <a:off x="31794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3" name="ph5663"/>
              <p:cNvSpPr/>
              <p:nvPr/>
            </p:nvSpPr>
            <p:spPr>
              <a:xfrm>
                <a:off x="31887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4" name="ph5664"/>
              <p:cNvSpPr/>
              <p:nvPr/>
            </p:nvSpPr>
            <p:spPr>
              <a:xfrm>
                <a:off x="31980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5" name="ph5665"/>
              <p:cNvSpPr/>
              <p:nvPr/>
            </p:nvSpPr>
            <p:spPr>
              <a:xfrm>
                <a:off x="32072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6" name="ph5666"/>
              <p:cNvSpPr/>
              <p:nvPr/>
            </p:nvSpPr>
            <p:spPr>
              <a:xfrm>
                <a:off x="32165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7" name="ph5667"/>
              <p:cNvSpPr/>
              <p:nvPr/>
            </p:nvSpPr>
            <p:spPr>
              <a:xfrm>
                <a:off x="322579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8" name="ph5668"/>
              <p:cNvSpPr/>
              <p:nvPr/>
            </p:nvSpPr>
            <p:spPr>
              <a:xfrm>
                <a:off x="323505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9" name="ph5669"/>
              <p:cNvSpPr/>
              <p:nvPr/>
            </p:nvSpPr>
            <p:spPr>
              <a:xfrm>
                <a:off x="324431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0" name="ph5670"/>
              <p:cNvSpPr/>
              <p:nvPr/>
            </p:nvSpPr>
            <p:spPr>
              <a:xfrm>
                <a:off x="325358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1" name="ph5671"/>
              <p:cNvSpPr/>
              <p:nvPr/>
            </p:nvSpPr>
            <p:spPr>
              <a:xfrm>
                <a:off x="326284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2" name="ph5672"/>
              <p:cNvSpPr/>
              <p:nvPr/>
            </p:nvSpPr>
            <p:spPr>
              <a:xfrm>
                <a:off x="327210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3" name="ph5673"/>
              <p:cNvSpPr/>
              <p:nvPr/>
            </p:nvSpPr>
            <p:spPr>
              <a:xfrm>
                <a:off x="328136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4" name="ph5674"/>
              <p:cNvSpPr/>
              <p:nvPr/>
            </p:nvSpPr>
            <p:spPr>
              <a:xfrm>
                <a:off x="329063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5" name="ph5675"/>
              <p:cNvSpPr/>
              <p:nvPr/>
            </p:nvSpPr>
            <p:spPr>
              <a:xfrm>
                <a:off x="329989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6" name="ph5676"/>
              <p:cNvSpPr/>
              <p:nvPr/>
            </p:nvSpPr>
            <p:spPr>
              <a:xfrm>
                <a:off x="330915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7" name="ph5677"/>
              <p:cNvSpPr/>
              <p:nvPr/>
            </p:nvSpPr>
            <p:spPr>
              <a:xfrm>
                <a:off x="331841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8" name="ph5678"/>
              <p:cNvSpPr/>
              <p:nvPr/>
            </p:nvSpPr>
            <p:spPr>
              <a:xfrm>
                <a:off x="332767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9" name="ph5679"/>
              <p:cNvSpPr/>
              <p:nvPr/>
            </p:nvSpPr>
            <p:spPr>
              <a:xfrm>
                <a:off x="333694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0" name="ph5680"/>
              <p:cNvSpPr/>
              <p:nvPr/>
            </p:nvSpPr>
            <p:spPr>
              <a:xfrm>
                <a:off x="334620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1" name="ph5681"/>
              <p:cNvSpPr/>
              <p:nvPr/>
            </p:nvSpPr>
            <p:spPr>
              <a:xfrm>
                <a:off x="335546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2" name="ph5682"/>
              <p:cNvSpPr/>
              <p:nvPr/>
            </p:nvSpPr>
            <p:spPr>
              <a:xfrm>
                <a:off x="33647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3" name="ph5683"/>
              <p:cNvSpPr/>
              <p:nvPr/>
            </p:nvSpPr>
            <p:spPr>
              <a:xfrm>
                <a:off x="33739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4" name="ph5684"/>
              <p:cNvSpPr/>
              <p:nvPr/>
            </p:nvSpPr>
            <p:spPr>
              <a:xfrm>
                <a:off x="33832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5" name="ph5685"/>
              <p:cNvSpPr/>
              <p:nvPr/>
            </p:nvSpPr>
            <p:spPr>
              <a:xfrm>
                <a:off x="339251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6" name="ph5686"/>
              <p:cNvSpPr/>
              <p:nvPr/>
            </p:nvSpPr>
            <p:spPr>
              <a:xfrm>
                <a:off x="34017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7" name="ph5687"/>
              <p:cNvSpPr/>
              <p:nvPr/>
            </p:nvSpPr>
            <p:spPr>
              <a:xfrm>
                <a:off x="34110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8" name="ph5688"/>
              <p:cNvSpPr/>
              <p:nvPr/>
            </p:nvSpPr>
            <p:spPr>
              <a:xfrm>
                <a:off x="34203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9" name="ph5689"/>
              <p:cNvSpPr/>
              <p:nvPr/>
            </p:nvSpPr>
            <p:spPr>
              <a:xfrm>
                <a:off x="34295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0" name="ph5690"/>
              <p:cNvSpPr/>
              <p:nvPr/>
            </p:nvSpPr>
            <p:spPr>
              <a:xfrm>
                <a:off x="343882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1" name="ph5691"/>
              <p:cNvSpPr/>
              <p:nvPr/>
            </p:nvSpPr>
            <p:spPr>
              <a:xfrm>
                <a:off x="34480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2" name="ph5692"/>
              <p:cNvSpPr/>
              <p:nvPr/>
            </p:nvSpPr>
            <p:spPr>
              <a:xfrm>
                <a:off x="34573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3" name="ph5693"/>
              <p:cNvSpPr/>
              <p:nvPr/>
            </p:nvSpPr>
            <p:spPr>
              <a:xfrm>
                <a:off x="34666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4" name="ph5694"/>
              <p:cNvSpPr/>
              <p:nvPr/>
            </p:nvSpPr>
            <p:spPr>
              <a:xfrm>
                <a:off x="347587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5" name="ph5695"/>
              <p:cNvSpPr/>
              <p:nvPr/>
            </p:nvSpPr>
            <p:spPr>
              <a:xfrm>
                <a:off x="34851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6" name="ph5696"/>
              <p:cNvSpPr/>
              <p:nvPr/>
            </p:nvSpPr>
            <p:spPr>
              <a:xfrm>
                <a:off x="34943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7" name="ph5697"/>
              <p:cNvSpPr/>
              <p:nvPr/>
            </p:nvSpPr>
            <p:spPr>
              <a:xfrm>
                <a:off x="35036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8" name="ph5698"/>
              <p:cNvSpPr/>
              <p:nvPr/>
            </p:nvSpPr>
            <p:spPr>
              <a:xfrm>
                <a:off x="35129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9" name="ph5699"/>
              <p:cNvSpPr/>
              <p:nvPr/>
            </p:nvSpPr>
            <p:spPr>
              <a:xfrm>
                <a:off x="352218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0" name="ph5700"/>
              <p:cNvSpPr/>
              <p:nvPr/>
            </p:nvSpPr>
            <p:spPr>
              <a:xfrm>
                <a:off x="35314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1" name="ph5701"/>
              <p:cNvSpPr/>
              <p:nvPr/>
            </p:nvSpPr>
            <p:spPr>
              <a:xfrm>
                <a:off x="35407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2" name="ph5702"/>
              <p:cNvSpPr/>
              <p:nvPr/>
            </p:nvSpPr>
            <p:spPr>
              <a:xfrm>
                <a:off x="35499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3" name="ph5703"/>
              <p:cNvSpPr/>
              <p:nvPr/>
            </p:nvSpPr>
            <p:spPr>
              <a:xfrm>
                <a:off x="35592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4" name="ph5704"/>
              <p:cNvSpPr/>
              <p:nvPr/>
            </p:nvSpPr>
            <p:spPr>
              <a:xfrm>
                <a:off x="35684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5" name="ph5705"/>
              <p:cNvSpPr/>
              <p:nvPr/>
            </p:nvSpPr>
            <p:spPr>
              <a:xfrm>
                <a:off x="35777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6" name="ph5706"/>
              <p:cNvSpPr/>
              <p:nvPr/>
            </p:nvSpPr>
            <p:spPr>
              <a:xfrm>
                <a:off x="35870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7" name="ph5707"/>
              <p:cNvSpPr/>
              <p:nvPr/>
            </p:nvSpPr>
            <p:spPr>
              <a:xfrm>
                <a:off x="35962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8" name="ph5708"/>
              <p:cNvSpPr/>
              <p:nvPr/>
            </p:nvSpPr>
            <p:spPr>
              <a:xfrm>
                <a:off x="36055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9" name="ph5709"/>
              <p:cNvSpPr/>
              <p:nvPr/>
            </p:nvSpPr>
            <p:spPr>
              <a:xfrm>
                <a:off x="36148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0" name="ph5710"/>
              <p:cNvSpPr/>
              <p:nvPr/>
            </p:nvSpPr>
            <p:spPr>
              <a:xfrm>
                <a:off x="36240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1" name="ph5711"/>
              <p:cNvSpPr/>
              <p:nvPr/>
            </p:nvSpPr>
            <p:spPr>
              <a:xfrm>
                <a:off x="36333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2" name="ph5712"/>
              <p:cNvSpPr/>
              <p:nvPr/>
            </p:nvSpPr>
            <p:spPr>
              <a:xfrm>
                <a:off x="3642594" y="15160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9437"/>
                    </a:lnTo>
                    <a:lnTo>
                      <a:pt x="922449" y="911457"/>
                    </a:lnTo>
                    <a:lnTo>
                      <a:pt x="921284" y="913476"/>
                    </a:lnTo>
                    <a:lnTo>
                      <a:pt x="920751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3" name="ph5713"/>
              <p:cNvSpPr/>
              <p:nvPr/>
            </p:nvSpPr>
            <p:spPr>
              <a:xfrm>
                <a:off x="3651857" y="1498771"/>
                <a:ext cx="921385" cy="926595"/>
              </a:xfrm>
              <a:custGeom>
                <a:avLst/>
                <a:gdLst/>
                <a:ahLst/>
                <a:cxnLst/>
                <a:rect l="0" t="0" r="0" b="0"/>
                <a:pathLst>
                  <a:path w="921385" h="926595">
                    <a:moveTo>
                      <a:pt x="914400" y="914400"/>
                    </a:moveTo>
                    <a:lnTo>
                      <a:pt x="921385" y="914400"/>
                    </a:lnTo>
                    <a:lnTo>
                      <a:pt x="920196" y="916565"/>
                    </a:lnTo>
                    <a:lnTo>
                      <a:pt x="919020" y="918599"/>
                    </a:lnTo>
                    <a:lnTo>
                      <a:pt x="917852" y="920618"/>
                    </a:lnTo>
                    <a:lnTo>
                      <a:pt x="916685" y="922637"/>
                    </a:lnTo>
                    <a:lnTo>
                      <a:pt x="915519" y="924656"/>
                    </a:lnTo>
                    <a:lnTo>
                      <a:pt x="914400" y="926595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4" name="ph5714"/>
              <p:cNvSpPr/>
              <p:nvPr/>
            </p:nvSpPr>
            <p:spPr>
              <a:xfrm>
                <a:off x="2105066" y="1481533"/>
                <a:ext cx="914400" cy="923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2">
                    <a:moveTo>
                      <a:pt x="914400" y="914400"/>
                    </a:moveTo>
                    <a:lnTo>
                      <a:pt x="914400" y="923402"/>
                    </a:lnTo>
                    <a:lnTo>
                      <a:pt x="912517" y="919731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5" name="ph5715"/>
              <p:cNvSpPr/>
              <p:nvPr/>
            </p:nvSpPr>
            <p:spPr>
              <a:xfrm>
                <a:off x="210506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857" y="931638"/>
                    </a:lnTo>
                    <a:lnTo>
                      <a:pt x="916446" y="927394"/>
                    </a:lnTo>
                    <a:lnTo>
                      <a:pt x="914400" y="923402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6" name="ph5716"/>
              <p:cNvSpPr/>
              <p:nvPr/>
            </p:nvSpPr>
            <p:spPr>
              <a:xfrm>
                <a:off x="21143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7" name="ph5717"/>
              <p:cNvSpPr/>
              <p:nvPr/>
            </p:nvSpPr>
            <p:spPr>
              <a:xfrm>
                <a:off x="21235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8" name="ph5718"/>
              <p:cNvSpPr/>
              <p:nvPr/>
            </p:nvSpPr>
            <p:spPr>
              <a:xfrm>
                <a:off x="21328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9" name="ph5719"/>
              <p:cNvSpPr/>
              <p:nvPr/>
            </p:nvSpPr>
            <p:spPr>
              <a:xfrm>
                <a:off x="214211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0" name="ph5720"/>
              <p:cNvSpPr/>
              <p:nvPr/>
            </p:nvSpPr>
            <p:spPr>
              <a:xfrm>
                <a:off x="21513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1" name="ph5721"/>
              <p:cNvSpPr/>
              <p:nvPr/>
            </p:nvSpPr>
            <p:spPr>
              <a:xfrm>
                <a:off x="21606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2" name="ph5722"/>
              <p:cNvSpPr/>
              <p:nvPr/>
            </p:nvSpPr>
            <p:spPr>
              <a:xfrm>
                <a:off x="21699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3" name="ph5723"/>
              <p:cNvSpPr/>
              <p:nvPr/>
            </p:nvSpPr>
            <p:spPr>
              <a:xfrm>
                <a:off x="21791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4" name="ph5724"/>
              <p:cNvSpPr/>
              <p:nvPr/>
            </p:nvSpPr>
            <p:spPr>
              <a:xfrm>
                <a:off x="218842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5" name="ph5725"/>
              <p:cNvSpPr/>
              <p:nvPr/>
            </p:nvSpPr>
            <p:spPr>
              <a:xfrm>
                <a:off x="21976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6" name="ph5726"/>
              <p:cNvSpPr/>
              <p:nvPr/>
            </p:nvSpPr>
            <p:spPr>
              <a:xfrm>
                <a:off x="22069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7" name="ph5727"/>
              <p:cNvSpPr/>
              <p:nvPr/>
            </p:nvSpPr>
            <p:spPr>
              <a:xfrm>
                <a:off x="22162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8" name="ph5728"/>
              <p:cNvSpPr/>
              <p:nvPr/>
            </p:nvSpPr>
            <p:spPr>
              <a:xfrm>
                <a:off x="222547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9" name="ph5729"/>
              <p:cNvSpPr/>
              <p:nvPr/>
            </p:nvSpPr>
            <p:spPr>
              <a:xfrm>
                <a:off x="22347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0" name="ph5730"/>
              <p:cNvSpPr/>
              <p:nvPr/>
            </p:nvSpPr>
            <p:spPr>
              <a:xfrm>
                <a:off x="22439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1" name="ph5731"/>
              <p:cNvSpPr/>
              <p:nvPr/>
            </p:nvSpPr>
            <p:spPr>
              <a:xfrm>
                <a:off x="22532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2" name="ph5732"/>
              <p:cNvSpPr/>
              <p:nvPr/>
            </p:nvSpPr>
            <p:spPr>
              <a:xfrm>
                <a:off x="22625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3" name="ph5733"/>
              <p:cNvSpPr/>
              <p:nvPr/>
            </p:nvSpPr>
            <p:spPr>
              <a:xfrm>
                <a:off x="22717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4" name="ph5734"/>
              <p:cNvSpPr/>
              <p:nvPr/>
            </p:nvSpPr>
            <p:spPr>
              <a:xfrm>
                <a:off x="22810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5" name="ph5735"/>
              <p:cNvSpPr/>
              <p:nvPr/>
            </p:nvSpPr>
            <p:spPr>
              <a:xfrm>
                <a:off x="22903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6" name="ph5736"/>
              <p:cNvSpPr/>
              <p:nvPr/>
            </p:nvSpPr>
            <p:spPr>
              <a:xfrm>
                <a:off x="22995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7" name="ph5737"/>
              <p:cNvSpPr/>
              <p:nvPr/>
            </p:nvSpPr>
            <p:spPr>
              <a:xfrm>
                <a:off x="230883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8" name="ph5738"/>
              <p:cNvSpPr/>
              <p:nvPr/>
            </p:nvSpPr>
            <p:spPr>
              <a:xfrm>
                <a:off x="23180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9" name="ph5739"/>
              <p:cNvSpPr/>
              <p:nvPr/>
            </p:nvSpPr>
            <p:spPr>
              <a:xfrm>
                <a:off x="23273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0" name="ph5740"/>
              <p:cNvSpPr/>
              <p:nvPr/>
            </p:nvSpPr>
            <p:spPr>
              <a:xfrm>
                <a:off x="23366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1" name="ph5741"/>
              <p:cNvSpPr/>
              <p:nvPr/>
            </p:nvSpPr>
            <p:spPr>
              <a:xfrm>
                <a:off x="23458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2" name="ph5742"/>
              <p:cNvSpPr/>
              <p:nvPr/>
            </p:nvSpPr>
            <p:spPr>
              <a:xfrm>
                <a:off x="235514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3" name="ph5743"/>
              <p:cNvSpPr/>
              <p:nvPr/>
            </p:nvSpPr>
            <p:spPr>
              <a:xfrm>
                <a:off x="23644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4" name="ph5744"/>
              <p:cNvSpPr/>
              <p:nvPr/>
            </p:nvSpPr>
            <p:spPr>
              <a:xfrm>
                <a:off x="23736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5" name="ph5745"/>
              <p:cNvSpPr/>
              <p:nvPr/>
            </p:nvSpPr>
            <p:spPr>
              <a:xfrm>
                <a:off x="2382932" y="1498771"/>
                <a:ext cx="921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26" y="897161"/>
                    </a:lnTo>
                    <a:lnTo>
                      <a:pt x="919356" y="905553"/>
                    </a:lnTo>
                    <a:lnTo>
                      <a:pt x="916866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6" name="ph5746"/>
              <p:cNvSpPr/>
              <p:nvPr/>
            </p:nvSpPr>
            <p:spPr>
              <a:xfrm>
                <a:off x="3077599" y="14815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665" y="931638"/>
                    </a:lnTo>
                    <a:lnTo>
                      <a:pt x="910468" y="924077"/>
                    </a:lnTo>
                    <a:lnTo>
                      <a:pt x="911781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7" name="ph5747"/>
              <p:cNvSpPr/>
              <p:nvPr/>
            </p:nvSpPr>
            <p:spPr>
              <a:xfrm>
                <a:off x="30775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8" name="ph5748"/>
              <p:cNvSpPr/>
              <p:nvPr/>
            </p:nvSpPr>
            <p:spPr>
              <a:xfrm>
                <a:off x="30868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9" name="ph5749"/>
              <p:cNvSpPr/>
              <p:nvPr/>
            </p:nvSpPr>
            <p:spPr>
              <a:xfrm>
                <a:off x="30961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0" name="ph5750"/>
              <p:cNvSpPr/>
              <p:nvPr/>
            </p:nvSpPr>
            <p:spPr>
              <a:xfrm>
                <a:off x="31053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1" name="ph5751"/>
              <p:cNvSpPr/>
              <p:nvPr/>
            </p:nvSpPr>
            <p:spPr>
              <a:xfrm>
                <a:off x="31146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2" name="ph5752"/>
              <p:cNvSpPr/>
              <p:nvPr/>
            </p:nvSpPr>
            <p:spPr>
              <a:xfrm>
                <a:off x="31239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3" name="ph5753"/>
              <p:cNvSpPr/>
              <p:nvPr/>
            </p:nvSpPr>
            <p:spPr>
              <a:xfrm>
                <a:off x="31331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4" name="ph5754"/>
              <p:cNvSpPr/>
              <p:nvPr/>
            </p:nvSpPr>
            <p:spPr>
              <a:xfrm>
                <a:off x="31424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5" name="ph5755"/>
              <p:cNvSpPr/>
              <p:nvPr/>
            </p:nvSpPr>
            <p:spPr>
              <a:xfrm>
                <a:off x="31516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6" name="ph5756"/>
              <p:cNvSpPr/>
              <p:nvPr/>
            </p:nvSpPr>
            <p:spPr>
              <a:xfrm>
                <a:off x="31609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7" name="ph5757"/>
              <p:cNvSpPr/>
              <p:nvPr/>
            </p:nvSpPr>
            <p:spPr>
              <a:xfrm>
                <a:off x="31702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8" name="ph5758"/>
              <p:cNvSpPr/>
              <p:nvPr/>
            </p:nvSpPr>
            <p:spPr>
              <a:xfrm>
                <a:off x="31794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9" name="ph5759"/>
              <p:cNvSpPr/>
              <p:nvPr/>
            </p:nvSpPr>
            <p:spPr>
              <a:xfrm>
                <a:off x="31887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0" name="ph5760"/>
              <p:cNvSpPr/>
              <p:nvPr/>
            </p:nvSpPr>
            <p:spPr>
              <a:xfrm>
                <a:off x="31980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1" name="ph5761"/>
              <p:cNvSpPr/>
              <p:nvPr/>
            </p:nvSpPr>
            <p:spPr>
              <a:xfrm>
                <a:off x="32072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2" name="ph5762"/>
              <p:cNvSpPr/>
              <p:nvPr/>
            </p:nvSpPr>
            <p:spPr>
              <a:xfrm>
                <a:off x="32165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3" name="ph5763"/>
              <p:cNvSpPr/>
              <p:nvPr/>
            </p:nvSpPr>
            <p:spPr>
              <a:xfrm>
                <a:off x="32257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4" name="ph5764"/>
              <p:cNvSpPr/>
              <p:nvPr/>
            </p:nvSpPr>
            <p:spPr>
              <a:xfrm>
                <a:off x="323505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5" name="ph5765"/>
              <p:cNvSpPr/>
              <p:nvPr/>
            </p:nvSpPr>
            <p:spPr>
              <a:xfrm>
                <a:off x="324431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6" name="ph5766"/>
              <p:cNvSpPr/>
              <p:nvPr/>
            </p:nvSpPr>
            <p:spPr>
              <a:xfrm>
                <a:off x="325358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7" name="ph5767"/>
              <p:cNvSpPr/>
              <p:nvPr/>
            </p:nvSpPr>
            <p:spPr>
              <a:xfrm>
                <a:off x="326284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8" name="ph5768"/>
              <p:cNvSpPr/>
              <p:nvPr/>
            </p:nvSpPr>
            <p:spPr>
              <a:xfrm>
                <a:off x="327210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9" name="ph5769"/>
              <p:cNvSpPr/>
              <p:nvPr/>
            </p:nvSpPr>
            <p:spPr>
              <a:xfrm>
                <a:off x="328136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0" name="ph5770"/>
              <p:cNvSpPr/>
              <p:nvPr/>
            </p:nvSpPr>
            <p:spPr>
              <a:xfrm>
                <a:off x="329063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1" name="ph5771"/>
              <p:cNvSpPr/>
              <p:nvPr/>
            </p:nvSpPr>
            <p:spPr>
              <a:xfrm>
                <a:off x="329989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2" name="ph5772"/>
              <p:cNvSpPr/>
              <p:nvPr/>
            </p:nvSpPr>
            <p:spPr>
              <a:xfrm>
                <a:off x="330915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3" name="ph5773"/>
              <p:cNvSpPr/>
              <p:nvPr/>
            </p:nvSpPr>
            <p:spPr>
              <a:xfrm>
                <a:off x="331841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4" name="ph5774"/>
              <p:cNvSpPr/>
              <p:nvPr/>
            </p:nvSpPr>
            <p:spPr>
              <a:xfrm>
                <a:off x="332767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5" name="ph5775"/>
              <p:cNvSpPr/>
              <p:nvPr/>
            </p:nvSpPr>
            <p:spPr>
              <a:xfrm>
                <a:off x="333694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6" name="ph5776"/>
              <p:cNvSpPr/>
              <p:nvPr/>
            </p:nvSpPr>
            <p:spPr>
              <a:xfrm>
                <a:off x="334620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7" name="ph5777"/>
              <p:cNvSpPr/>
              <p:nvPr/>
            </p:nvSpPr>
            <p:spPr>
              <a:xfrm>
                <a:off x="335546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8" name="ph5778"/>
              <p:cNvSpPr/>
              <p:nvPr/>
            </p:nvSpPr>
            <p:spPr>
              <a:xfrm>
                <a:off x="33647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9" name="ph5779"/>
              <p:cNvSpPr/>
              <p:nvPr/>
            </p:nvSpPr>
            <p:spPr>
              <a:xfrm>
                <a:off x="33739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0" name="ph5780"/>
              <p:cNvSpPr/>
              <p:nvPr/>
            </p:nvSpPr>
            <p:spPr>
              <a:xfrm>
                <a:off x="33832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1" name="ph5781"/>
              <p:cNvSpPr/>
              <p:nvPr/>
            </p:nvSpPr>
            <p:spPr>
              <a:xfrm>
                <a:off x="339251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2" name="ph5782"/>
              <p:cNvSpPr/>
              <p:nvPr/>
            </p:nvSpPr>
            <p:spPr>
              <a:xfrm>
                <a:off x="34017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3" name="ph5783"/>
              <p:cNvSpPr/>
              <p:nvPr/>
            </p:nvSpPr>
            <p:spPr>
              <a:xfrm>
                <a:off x="34110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4" name="ph5784"/>
              <p:cNvSpPr/>
              <p:nvPr/>
            </p:nvSpPr>
            <p:spPr>
              <a:xfrm>
                <a:off x="34203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5" name="ph5785"/>
              <p:cNvSpPr/>
              <p:nvPr/>
            </p:nvSpPr>
            <p:spPr>
              <a:xfrm>
                <a:off x="34295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6" name="ph5786"/>
              <p:cNvSpPr/>
              <p:nvPr/>
            </p:nvSpPr>
            <p:spPr>
              <a:xfrm>
                <a:off x="343882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7" name="ph5787"/>
              <p:cNvSpPr/>
              <p:nvPr/>
            </p:nvSpPr>
            <p:spPr>
              <a:xfrm>
                <a:off x="34480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8" name="ph5788"/>
              <p:cNvSpPr/>
              <p:nvPr/>
            </p:nvSpPr>
            <p:spPr>
              <a:xfrm>
                <a:off x="34573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9" name="ph5789"/>
              <p:cNvSpPr/>
              <p:nvPr/>
            </p:nvSpPr>
            <p:spPr>
              <a:xfrm>
                <a:off x="34666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0" name="ph5790"/>
              <p:cNvSpPr/>
              <p:nvPr/>
            </p:nvSpPr>
            <p:spPr>
              <a:xfrm>
                <a:off x="347587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1" name="ph5791"/>
              <p:cNvSpPr/>
              <p:nvPr/>
            </p:nvSpPr>
            <p:spPr>
              <a:xfrm>
                <a:off x="34851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2" name="ph5792"/>
              <p:cNvSpPr/>
              <p:nvPr/>
            </p:nvSpPr>
            <p:spPr>
              <a:xfrm>
                <a:off x="34943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3" name="ph5793"/>
              <p:cNvSpPr/>
              <p:nvPr/>
            </p:nvSpPr>
            <p:spPr>
              <a:xfrm>
                <a:off x="35036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4" name="ph5794"/>
              <p:cNvSpPr/>
              <p:nvPr/>
            </p:nvSpPr>
            <p:spPr>
              <a:xfrm>
                <a:off x="35129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5" name="ph5795"/>
              <p:cNvSpPr/>
              <p:nvPr/>
            </p:nvSpPr>
            <p:spPr>
              <a:xfrm>
                <a:off x="352218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6" name="ph5796"/>
              <p:cNvSpPr/>
              <p:nvPr/>
            </p:nvSpPr>
            <p:spPr>
              <a:xfrm>
                <a:off x="35314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7" name="ph5797"/>
              <p:cNvSpPr/>
              <p:nvPr/>
            </p:nvSpPr>
            <p:spPr>
              <a:xfrm>
                <a:off x="35407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8" name="ph5798"/>
              <p:cNvSpPr/>
              <p:nvPr/>
            </p:nvSpPr>
            <p:spPr>
              <a:xfrm>
                <a:off x="35499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9" name="ph5799"/>
              <p:cNvSpPr/>
              <p:nvPr/>
            </p:nvSpPr>
            <p:spPr>
              <a:xfrm>
                <a:off x="35592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0" name="ph5800"/>
              <p:cNvSpPr/>
              <p:nvPr/>
            </p:nvSpPr>
            <p:spPr>
              <a:xfrm>
                <a:off x="35684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1" name="ph5801"/>
              <p:cNvSpPr/>
              <p:nvPr/>
            </p:nvSpPr>
            <p:spPr>
              <a:xfrm>
                <a:off x="35777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2" name="ph5802"/>
              <p:cNvSpPr/>
              <p:nvPr/>
            </p:nvSpPr>
            <p:spPr>
              <a:xfrm>
                <a:off x="35870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3" name="ph5803"/>
              <p:cNvSpPr/>
              <p:nvPr/>
            </p:nvSpPr>
            <p:spPr>
              <a:xfrm>
                <a:off x="35962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4" name="ph5804"/>
              <p:cNvSpPr/>
              <p:nvPr/>
            </p:nvSpPr>
            <p:spPr>
              <a:xfrm>
                <a:off x="36055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5" name="ph5805"/>
              <p:cNvSpPr/>
              <p:nvPr/>
            </p:nvSpPr>
            <p:spPr>
              <a:xfrm>
                <a:off x="36148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6" name="ph5806"/>
              <p:cNvSpPr/>
              <p:nvPr/>
            </p:nvSpPr>
            <p:spPr>
              <a:xfrm>
                <a:off x="36240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7" name="ph5807"/>
              <p:cNvSpPr/>
              <p:nvPr/>
            </p:nvSpPr>
            <p:spPr>
              <a:xfrm>
                <a:off x="36333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8" name="ph5808"/>
              <p:cNvSpPr/>
              <p:nvPr/>
            </p:nvSpPr>
            <p:spPr>
              <a:xfrm>
                <a:off x="36425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9" name="ph5809"/>
              <p:cNvSpPr/>
              <p:nvPr/>
            </p:nvSpPr>
            <p:spPr>
              <a:xfrm>
                <a:off x="3651857" y="14987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199"/>
                    </a:lnTo>
                    <a:lnTo>
                      <a:pt x="922887" y="911664"/>
                    </a:lnTo>
                    <a:lnTo>
                      <a:pt x="921385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0" name="ph5810"/>
              <p:cNvSpPr/>
              <p:nvPr/>
            </p:nvSpPr>
            <p:spPr>
              <a:xfrm>
                <a:off x="3661119" y="1481533"/>
                <a:ext cx="923662" cy="9284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113"/>
                    </a:lnTo>
                    <a:lnTo>
                      <a:pt x="922945" y="922704"/>
                    </a:lnTo>
                    <a:lnTo>
                      <a:pt x="917513" y="926565"/>
                    </a:lnTo>
                    <a:lnTo>
                      <a:pt x="914400" y="928437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1" name="ph5811"/>
              <p:cNvSpPr/>
              <p:nvPr/>
            </p:nvSpPr>
            <p:spPr>
              <a:xfrm>
                <a:off x="3670381" y="1481533"/>
                <a:ext cx="923150" cy="922113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22113">
                    <a:moveTo>
                      <a:pt x="914400" y="914400"/>
                    </a:moveTo>
                    <a:lnTo>
                      <a:pt x="923150" y="914400"/>
                    </a:lnTo>
                    <a:lnTo>
                      <a:pt x="918998" y="918320"/>
                    </a:lnTo>
                    <a:lnTo>
                      <a:pt x="914400" y="922113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2" name="ph5812"/>
              <p:cNvSpPr/>
              <p:nvPr/>
            </p:nvSpPr>
            <p:spPr>
              <a:xfrm>
                <a:off x="2095803" y="1464294"/>
                <a:ext cx="914400" cy="9205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8">
                    <a:moveTo>
                      <a:pt x="914400" y="914400"/>
                    </a:moveTo>
                    <a:lnTo>
                      <a:pt x="914400" y="920598"/>
                    </a:lnTo>
                    <a:lnTo>
                      <a:pt x="913874" y="919403"/>
                    </a:lnTo>
                    <a:lnTo>
                      <a:pt x="912827" y="917023"/>
                    </a:lnTo>
                    <a:lnTo>
                      <a:pt x="911780" y="914643"/>
                    </a:lnTo>
                    <a:lnTo>
                      <a:pt x="911673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3" name="ph5813"/>
              <p:cNvSpPr/>
              <p:nvPr/>
            </p:nvSpPr>
            <p:spPr>
              <a:xfrm>
                <a:off x="20958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313" y="931638"/>
                    </a:lnTo>
                    <a:lnTo>
                      <a:pt x="918066" y="928941"/>
                    </a:lnTo>
                    <a:lnTo>
                      <a:pt x="917013" y="926543"/>
                    </a:lnTo>
                    <a:lnTo>
                      <a:pt x="915967" y="924163"/>
                    </a:lnTo>
                    <a:lnTo>
                      <a:pt x="914921" y="921783"/>
                    </a:lnTo>
                    <a:lnTo>
                      <a:pt x="914400" y="92059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4" name="ph5814"/>
              <p:cNvSpPr/>
              <p:nvPr/>
            </p:nvSpPr>
            <p:spPr>
              <a:xfrm>
                <a:off x="210506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5" name="ph5815"/>
              <p:cNvSpPr/>
              <p:nvPr/>
            </p:nvSpPr>
            <p:spPr>
              <a:xfrm>
                <a:off x="21143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6" name="ph5816"/>
              <p:cNvSpPr/>
              <p:nvPr/>
            </p:nvSpPr>
            <p:spPr>
              <a:xfrm>
                <a:off x="21235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7" name="ph5817"/>
              <p:cNvSpPr/>
              <p:nvPr/>
            </p:nvSpPr>
            <p:spPr>
              <a:xfrm>
                <a:off x="21328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8" name="ph5818"/>
              <p:cNvSpPr/>
              <p:nvPr/>
            </p:nvSpPr>
            <p:spPr>
              <a:xfrm>
                <a:off x="214211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9" name="ph5819"/>
              <p:cNvSpPr/>
              <p:nvPr/>
            </p:nvSpPr>
            <p:spPr>
              <a:xfrm>
                <a:off x="21513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0" name="ph5820"/>
              <p:cNvSpPr/>
              <p:nvPr/>
            </p:nvSpPr>
            <p:spPr>
              <a:xfrm>
                <a:off x="21606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1" name="ph5821"/>
              <p:cNvSpPr/>
              <p:nvPr/>
            </p:nvSpPr>
            <p:spPr>
              <a:xfrm>
                <a:off x="21699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2" name="ph5822"/>
              <p:cNvSpPr/>
              <p:nvPr/>
            </p:nvSpPr>
            <p:spPr>
              <a:xfrm>
                <a:off x="21791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3" name="ph5823"/>
              <p:cNvSpPr/>
              <p:nvPr/>
            </p:nvSpPr>
            <p:spPr>
              <a:xfrm>
                <a:off x="218842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4" name="ph5824"/>
              <p:cNvSpPr/>
              <p:nvPr/>
            </p:nvSpPr>
            <p:spPr>
              <a:xfrm>
                <a:off x="21976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5" name="ph5825"/>
              <p:cNvSpPr/>
              <p:nvPr/>
            </p:nvSpPr>
            <p:spPr>
              <a:xfrm>
                <a:off x="22069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6" name="ph5826"/>
              <p:cNvSpPr/>
              <p:nvPr/>
            </p:nvSpPr>
            <p:spPr>
              <a:xfrm>
                <a:off x="22162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7" name="ph5827"/>
              <p:cNvSpPr/>
              <p:nvPr/>
            </p:nvSpPr>
            <p:spPr>
              <a:xfrm>
                <a:off x="222547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8" name="ph5828"/>
              <p:cNvSpPr/>
              <p:nvPr/>
            </p:nvSpPr>
            <p:spPr>
              <a:xfrm>
                <a:off x="22347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9" name="ph5829"/>
              <p:cNvSpPr/>
              <p:nvPr/>
            </p:nvSpPr>
            <p:spPr>
              <a:xfrm>
                <a:off x="22439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0" name="ph5830"/>
              <p:cNvSpPr/>
              <p:nvPr/>
            </p:nvSpPr>
            <p:spPr>
              <a:xfrm>
                <a:off x="22532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1" name="ph5831"/>
              <p:cNvSpPr/>
              <p:nvPr/>
            </p:nvSpPr>
            <p:spPr>
              <a:xfrm>
                <a:off x="22625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2" name="ph5832"/>
              <p:cNvSpPr/>
              <p:nvPr/>
            </p:nvSpPr>
            <p:spPr>
              <a:xfrm>
                <a:off x="22717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3" name="ph5833"/>
              <p:cNvSpPr/>
              <p:nvPr/>
            </p:nvSpPr>
            <p:spPr>
              <a:xfrm>
                <a:off x="22810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4" name="ph5834"/>
              <p:cNvSpPr/>
              <p:nvPr/>
            </p:nvSpPr>
            <p:spPr>
              <a:xfrm>
                <a:off x="22903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5" name="ph5835"/>
              <p:cNvSpPr/>
              <p:nvPr/>
            </p:nvSpPr>
            <p:spPr>
              <a:xfrm>
                <a:off x="22995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6" name="ph5836"/>
              <p:cNvSpPr/>
              <p:nvPr/>
            </p:nvSpPr>
            <p:spPr>
              <a:xfrm>
                <a:off x="230883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7" name="ph5837"/>
              <p:cNvSpPr/>
              <p:nvPr/>
            </p:nvSpPr>
            <p:spPr>
              <a:xfrm>
                <a:off x="23180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8" name="ph5838"/>
              <p:cNvSpPr/>
              <p:nvPr/>
            </p:nvSpPr>
            <p:spPr>
              <a:xfrm>
                <a:off x="23273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9" name="ph5839"/>
              <p:cNvSpPr/>
              <p:nvPr/>
            </p:nvSpPr>
            <p:spPr>
              <a:xfrm>
                <a:off x="23366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0" name="ph5840"/>
              <p:cNvSpPr/>
              <p:nvPr/>
            </p:nvSpPr>
            <p:spPr>
              <a:xfrm>
                <a:off x="23458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1" name="ph5841"/>
              <p:cNvSpPr/>
              <p:nvPr/>
            </p:nvSpPr>
            <p:spPr>
              <a:xfrm>
                <a:off x="235514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2" name="ph5842"/>
              <p:cNvSpPr/>
              <p:nvPr/>
            </p:nvSpPr>
            <p:spPr>
              <a:xfrm>
                <a:off x="23644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3" name="ph5843"/>
              <p:cNvSpPr/>
              <p:nvPr/>
            </p:nvSpPr>
            <p:spPr>
              <a:xfrm>
                <a:off x="23736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4" name="ph5844"/>
              <p:cNvSpPr/>
              <p:nvPr/>
            </p:nvSpPr>
            <p:spPr>
              <a:xfrm>
                <a:off x="2382932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147"/>
                    </a:lnTo>
                    <a:lnTo>
                      <a:pt x="921766" y="913020"/>
                    </a:lnTo>
                    <a:lnTo>
                      <a:pt x="921426" y="914400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5" name="ph5845"/>
              <p:cNvSpPr/>
              <p:nvPr/>
            </p:nvSpPr>
            <p:spPr>
              <a:xfrm>
                <a:off x="2392195" y="1464294"/>
                <a:ext cx="915706" cy="921386"/>
              </a:xfrm>
              <a:custGeom>
                <a:avLst/>
                <a:gdLst/>
                <a:ahLst/>
                <a:cxnLst/>
                <a:rect l="0" t="0" r="0" b="0"/>
                <a:pathLst>
                  <a:path w="915706" h="921386">
                    <a:moveTo>
                      <a:pt x="914399" y="914400"/>
                    </a:moveTo>
                    <a:lnTo>
                      <a:pt x="915706" y="914400"/>
                    </a:lnTo>
                    <a:lnTo>
                      <a:pt x="914638" y="920267"/>
                    </a:lnTo>
                    <a:lnTo>
                      <a:pt x="914399" y="921386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6" name="ph5846"/>
              <p:cNvSpPr/>
              <p:nvPr/>
            </p:nvSpPr>
            <p:spPr>
              <a:xfrm>
                <a:off x="3077599" y="14815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81" y="914400"/>
                    </a:lnTo>
                    <a:lnTo>
                      <a:pt x="911879" y="913671"/>
                    </a:lnTo>
                    <a:lnTo>
                      <a:pt x="913578" y="903416"/>
                    </a:lnTo>
                    <a:lnTo>
                      <a:pt x="914400" y="899242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7" name="ph5847"/>
              <p:cNvSpPr/>
              <p:nvPr/>
            </p:nvSpPr>
            <p:spPr>
              <a:xfrm>
                <a:off x="3086861" y="14642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80"/>
                    </a:lnTo>
                    <a:lnTo>
                      <a:pt x="905547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8" name="ph5848"/>
              <p:cNvSpPr/>
              <p:nvPr/>
            </p:nvSpPr>
            <p:spPr>
              <a:xfrm>
                <a:off x="30868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9" name="ph5849"/>
              <p:cNvSpPr/>
              <p:nvPr/>
            </p:nvSpPr>
            <p:spPr>
              <a:xfrm>
                <a:off x="30961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0" name="ph5850"/>
              <p:cNvSpPr/>
              <p:nvPr/>
            </p:nvSpPr>
            <p:spPr>
              <a:xfrm>
                <a:off x="31053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1" name="ph5851"/>
              <p:cNvSpPr/>
              <p:nvPr/>
            </p:nvSpPr>
            <p:spPr>
              <a:xfrm>
                <a:off x="31146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2" name="ph5852"/>
              <p:cNvSpPr/>
              <p:nvPr/>
            </p:nvSpPr>
            <p:spPr>
              <a:xfrm>
                <a:off x="31239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3" name="ph5853"/>
              <p:cNvSpPr/>
              <p:nvPr/>
            </p:nvSpPr>
            <p:spPr>
              <a:xfrm>
                <a:off x="31331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4" name="ph5854"/>
              <p:cNvSpPr/>
              <p:nvPr/>
            </p:nvSpPr>
            <p:spPr>
              <a:xfrm>
                <a:off x="31424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5" name="ph5855"/>
              <p:cNvSpPr/>
              <p:nvPr/>
            </p:nvSpPr>
            <p:spPr>
              <a:xfrm>
                <a:off x="31516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6" name="ph5856"/>
              <p:cNvSpPr/>
              <p:nvPr/>
            </p:nvSpPr>
            <p:spPr>
              <a:xfrm>
                <a:off x="31609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7" name="ph5857"/>
              <p:cNvSpPr/>
              <p:nvPr/>
            </p:nvSpPr>
            <p:spPr>
              <a:xfrm>
                <a:off x="31702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8" name="ph5858"/>
              <p:cNvSpPr/>
              <p:nvPr/>
            </p:nvSpPr>
            <p:spPr>
              <a:xfrm>
                <a:off x="31794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9" name="ph5859"/>
              <p:cNvSpPr/>
              <p:nvPr/>
            </p:nvSpPr>
            <p:spPr>
              <a:xfrm>
                <a:off x="31887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0" name="ph5860"/>
              <p:cNvSpPr/>
              <p:nvPr/>
            </p:nvSpPr>
            <p:spPr>
              <a:xfrm>
                <a:off x="31980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1" name="ph5861"/>
              <p:cNvSpPr/>
              <p:nvPr/>
            </p:nvSpPr>
            <p:spPr>
              <a:xfrm>
                <a:off x="32072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2" name="ph5862"/>
              <p:cNvSpPr/>
              <p:nvPr/>
            </p:nvSpPr>
            <p:spPr>
              <a:xfrm>
                <a:off x="32165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3" name="ph5863"/>
              <p:cNvSpPr/>
              <p:nvPr/>
            </p:nvSpPr>
            <p:spPr>
              <a:xfrm>
                <a:off x="32257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4" name="ph5864"/>
              <p:cNvSpPr/>
              <p:nvPr/>
            </p:nvSpPr>
            <p:spPr>
              <a:xfrm>
                <a:off x="32350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5" name="ph5865"/>
              <p:cNvSpPr/>
              <p:nvPr/>
            </p:nvSpPr>
            <p:spPr>
              <a:xfrm>
                <a:off x="32443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6" name="ph5866"/>
              <p:cNvSpPr/>
              <p:nvPr/>
            </p:nvSpPr>
            <p:spPr>
              <a:xfrm>
                <a:off x="325358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7" name="ph5867"/>
              <p:cNvSpPr/>
              <p:nvPr/>
            </p:nvSpPr>
            <p:spPr>
              <a:xfrm>
                <a:off x="326284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8" name="ph5868"/>
              <p:cNvSpPr/>
              <p:nvPr/>
            </p:nvSpPr>
            <p:spPr>
              <a:xfrm>
                <a:off x="327210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9" name="ph5869"/>
              <p:cNvSpPr/>
              <p:nvPr/>
            </p:nvSpPr>
            <p:spPr>
              <a:xfrm>
                <a:off x="328136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0" name="ph5870"/>
              <p:cNvSpPr/>
              <p:nvPr/>
            </p:nvSpPr>
            <p:spPr>
              <a:xfrm>
                <a:off x="329063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1" name="ph5871"/>
              <p:cNvSpPr/>
              <p:nvPr/>
            </p:nvSpPr>
            <p:spPr>
              <a:xfrm>
                <a:off x="329989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2" name="ph5872"/>
              <p:cNvSpPr/>
              <p:nvPr/>
            </p:nvSpPr>
            <p:spPr>
              <a:xfrm>
                <a:off x="330915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3" name="ph5873"/>
              <p:cNvSpPr/>
              <p:nvPr/>
            </p:nvSpPr>
            <p:spPr>
              <a:xfrm>
                <a:off x="331841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4" name="ph5874"/>
              <p:cNvSpPr/>
              <p:nvPr/>
            </p:nvSpPr>
            <p:spPr>
              <a:xfrm>
                <a:off x="332767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5" name="ph5875"/>
              <p:cNvSpPr/>
              <p:nvPr/>
            </p:nvSpPr>
            <p:spPr>
              <a:xfrm>
                <a:off x="333694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6" name="ph5876"/>
              <p:cNvSpPr/>
              <p:nvPr/>
            </p:nvSpPr>
            <p:spPr>
              <a:xfrm>
                <a:off x="33462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7" name="ph5877"/>
              <p:cNvSpPr/>
              <p:nvPr/>
            </p:nvSpPr>
            <p:spPr>
              <a:xfrm>
                <a:off x="335546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8" name="ph5878"/>
              <p:cNvSpPr/>
              <p:nvPr/>
            </p:nvSpPr>
            <p:spPr>
              <a:xfrm>
                <a:off x="33647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9" name="ph5879"/>
              <p:cNvSpPr/>
              <p:nvPr/>
            </p:nvSpPr>
            <p:spPr>
              <a:xfrm>
                <a:off x="33739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0" name="ph5880"/>
              <p:cNvSpPr/>
              <p:nvPr/>
            </p:nvSpPr>
            <p:spPr>
              <a:xfrm>
                <a:off x="33832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1" name="ph5881"/>
              <p:cNvSpPr/>
              <p:nvPr/>
            </p:nvSpPr>
            <p:spPr>
              <a:xfrm>
                <a:off x="339251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2" name="ph5882"/>
              <p:cNvSpPr/>
              <p:nvPr/>
            </p:nvSpPr>
            <p:spPr>
              <a:xfrm>
                <a:off x="34017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3" name="ph5883"/>
              <p:cNvSpPr/>
              <p:nvPr/>
            </p:nvSpPr>
            <p:spPr>
              <a:xfrm>
                <a:off x="34110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4" name="ph5884"/>
              <p:cNvSpPr/>
              <p:nvPr/>
            </p:nvSpPr>
            <p:spPr>
              <a:xfrm>
                <a:off x="34203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5" name="ph5885"/>
              <p:cNvSpPr/>
              <p:nvPr/>
            </p:nvSpPr>
            <p:spPr>
              <a:xfrm>
                <a:off x="34295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6" name="ph5886"/>
              <p:cNvSpPr/>
              <p:nvPr/>
            </p:nvSpPr>
            <p:spPr>
              <a:xfrm>
                <a:off x="343882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7" name="ph5887"/>
              <p:cNvSpPr/>
              <p:nvPr/>
            </p:nvSpPr>
            <p:spPr>
              <a:xfrm>
                <a:off x="34480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8" name="ph5888"/>
              <p:cNvSpPr/>
              <p:nvPr/>
            </p:nvSpPr>
            <p:spPr>
              <a:xfrm>
                <a:off x="34573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9" name="ph5889"/>
              <p:cNvSpPr/>
              <p:nvPr/>
            </p:nvSpPr>
            <p:spPr>
              <a:xfrm>
                <a:off x="34666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0" name="ph5890"/>
              <p:cNvSpPr/>
              <p:nvPr/>
            </p:nvSpPr>
            <p:spPr>
              <a:xfrm>
                <a:off x="347587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1" name="ph5891"/>
              <p:cNvSpPr/>
              <p:nvPr/>
            </p:nvSpPr>
            <p:spPr>
              <a:xfrm>
                <a:off x="34851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2" name="ph5892"/>
              <p:cNvSpPr/>
              <p:nvPr/>
            </p:nvSpPr>
            <p:spPr>
              <a:xfrm>
                <a:off x="34943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3" name="ph5893"/>
              <p:cNvSpPr/>
              <p:nvPr/>
            </p:nvSpPr>
            <p:spPr>
              <a:xfrm>
                <a:off x="35036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4" name="ph5894"/>
              <p:cNvSpPr/>
              <p:nvPr/>
            </p:nvSpPr>
            <p:spPr>
              <a:xfrm>
                <a:off x="35129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5" name="ph5895"/>
              <p:cNvSpPr/>
              <p:nvPr/>
            </p:nvSpPr>
            <p:spPr>
              <a:xfrm>
                <a:off x="352218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6" name="ph5896"/>
              <p:cNvSpPr/>
              <p:nvPr/>
            </p:nvSpPr>
            <p:spPr>
              <a:xfrm>
                <a:off x="35314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7" name="ph5897"/>
              <p:cNvSpPr/>
              <p:nvPr/>
            </p:nvSpPr>
            <p:spPr>
              <a:xfrm>
                <a:off x="35407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8" name="ph5898"/>
              <p:cNvSpPr/>
              <p:nvPr/>
            </p:nvSpPr>
            <p:spPr>
              <a:xfrm>
                <a:off x="35499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9" name="ph5899"/>
              <p:cNvSpPr/>
              <p:nvPr/>
            </p:nvSpPr>
            <p:spPr>
              <a:xfrm>
                <a:off x="35592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0" name="ph5900"/>
              <p:cNvSpPr/>
              <p:nvPr/>
            </p:nvSpPr>
            <p:spPr>
              <a:xfrm>
                <a:off x="35684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1" name="ph5901"/>
              <p:cNvSpPr/>
              <p:nvPr/>
            </p:nvSpPr>
            <p:spPr>
              <a:xfrm>
                <a:off x="35777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2" name="ph5902"/>
              <p:cNvSpPr/>
              <p:nvPr/>
            </p:nvSpPr>
            <p:spPr>
              <a:xfrm>
                <a:off x="35870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3" name="ph5903"/>
              <p:cNvSpPr/>
              <p:nvPr/>
            </p:nvSpPr>
            <p:spPr>
              <a:xfrm>
                <a:off x="35962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4" name="ph5904"/>
              <p:cNvSpPr/>
              <p:nvPr/>
            </p:nvSpPr>
            <p:spPr>
              <a:xfrm>
                <a:off x="36055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5" name="ph5905"/>
              <p:cNvSpPr/>
              <p:nvPr/>
            </p:nvSpPr>
            <p:spPr>
              <a:xfrm>
                <a:off x="36148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6" name="ph5906"/>
              <p:cNvSpPr/>
              <p:nvPr/>
            </p:nvSpPr>
            <p:spPr>
              <a:xfrm>
                <a:off x="36240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7" name="ph5907"/>
              <p:cNvSpPr/>
              <p:nvPr/>
            </p:nvSpPr>
            <p:spPr>
              <a:xfrm>
                <a:off x="36333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8" name="ph5908"/>
              <p:cNvSpPr/>
              <p:nvPr/>
            </p:nvSpPr>
            <p:spPr>
              <a:xfrm>
                <a:off x="36425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9" name="ph5909"/>
              <p:cNvSpPr/>
              <p:nvPr/>
            </p:nvSpPr>
            <p:spPr>
              <a:xfrm>
                <a:off x="36518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0" name="ph5910"/>
              <p:cNvSpPr/>
              <p:nvPr/>
            </p:nvSpPr>
            <p:spPr>
              <a:xfrm>
                <a:off x="36611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1" name="ph5911"/>
              <p:cNvSpPr/>
              <p:nvPr/>
            </p:nvSpPr>
            <p:spPr>
              <a:xfrm>
                <a:off x="3670381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917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2" name="ph5912"/>
              <p:cNvSpPr/>
              <p:nvPr/>
            </p:nvSpPr>
            <p:spPr>
              <a:xfrm>
                <a:off x="3679643" y="1464294"/>
                <a:ext cx="923662" cy="9311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15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815"/>
                    </a:lnTo>
                    <a:lnTo>
                      <a:pt x="919961" y="925270"/>
                    </a:lnTo>
                    <a:lnTo>
                      <a:pt x="914920" y="930663"/>
                    </a:lnTo>
                    <a:lnTo>
                      <a:pt x="914400" y="931155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3" name="ph5913"/>
              <p:cNvSpPr/>
              <p:nvPr/>
            </p:nvSpPr>
            <p:spPr>
              <a:xfrm>
                <a:off x="3688905" y="1464294"/>
                <a:ext cx="919289" cy="920815"/>
              </a:xfrm>
              <a:custGeom>
                <a:avLst/>
                <a:gdLst/>
                <a:ahLst/>
                <a:cxnLst/>
                <a:rect l="0" t="0" r="0" b="0"/>
                <a:pathLst>
                  <a:path w="919289" h="920815">
                    <a:moveTo>
                      <a:pt x="914400" y="914400"/>
                    </a:moveTo>
                    <a:lnTo>
                      <a:pt x="919289" y="914400"/>
                    </a:lnTo>
                    <a:lnTo>
                      <a:pt x="915580" y="919394"/>
                    </a:lnTo>
                    <a:lnTo>
                      <a:pt x="914400" y="920815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4" name="ph5914"/>
              <p:cNvSpPr/>
              <p:nvPr/>
            </p:nvSpPr>
            <p:spPr>
              <a:xfrm>
                <a:off x="2086541" y="1447056"/>
                <a:ext cx="914400" cy="9169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975">
                    <a:moveTo>
                      <a:pt x="914400" y="914400"/>
                    </a:moveTo>
                    <a:lnTo>
                      <a:pt x="914400" y="916975"/>
                    </a:lnTo>
                    <a:lnTo>
                      <a:pt x="913933" y="916145"/>
                    </a:lnTo>
                    <a:lnTo>
                      <a:pt x="912951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5" name="ph5915"/>
              <p:cNvSpPr/>
              <p:nvPr/>
            </p:nvSpPr>
            <p:spPr>
              <a:xfrm>
                <a:off x="20865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935" y="931638"/>
                    </a:lnTo>
                    <a:lnTo>
                      <a:pt x="919994" y="929502"/>
                    </a:lnTo>
                    <a:lnTo>
                      <a:pt x="918946" y="927122"/>
                    </a:lnTo>
                    <a:lnTo>
                      <a:pt x="917897" y="924743"/>
                    </a:lnTo>
                    <a:lnTo>
                      <a:pt x="916848" y="922363"/>
                    </a:lnTo>
                    <a:lnTo>
                      <a:pt x="915799" y="919984"/>
                    </a:lnTo>
                    <a:lnTo>
                      <a:pt x="914732" y="917566"/>
                    </a:lnTo>
                    <a:lnTo>
                      <a:pt x="914400" y="916975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6" name="ph5916"/>
              <p:cNvSpPr/>
              <p:nvPr/>
            </p:nvSpPr>
            <p:spPr>
              <a:xfrm>
                <a:off x="20958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7" name="ph5917"/>
              <p:cNvSpPr/>
              <p:nvPr/>
            </p:nvSpPr>
            <p:spPr>
              <a:xfrm>
                <a:off x="210506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8" name="ph5918"/>
              <p:cNvSpPr/>
              <p:nvPr/>
            </p:nvSpPr>
            <p:spPr>
              <a:xfrm>
                <a:off x="21143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9" name="ph5919"/>
              <p:cNvSpPr/>
              <p:nvPr/>
            </p:nvSpPr>
            <p:spPr>
              <a:xfrm>
                <a:off x="21235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0" name="ph5920"/>
              <p:cNvSpPr/>
              <p:nvPr/>
            </p:nvSpPr>
            <p:spPr>
              <a:xfrm>
                <a:off x="21328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1" name="ph5921"/>
              <p:cNvSpPr/>
              <p:nvPr/>
            </p:nvSpPr>
            <p:spPr>
              <a:xfrm>
                <a:off x="214211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2" name="ph5922"/>
              <p:cNvSpPr/>
              <p:nvPr/>
            </p:nvSpPr>
            <p:spPr>
              <a:xfrm>
                <a:off x="21513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3" name="ph5923"/>
              <p:cNvSpPr/>
              <p:nvPr/>
            </p:nvSpPr>
            <p:spPr>
              <a:xfrm>
                <a:off x="21606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4" name="ph5924"/>
              <p:cNvSpPr/>
              <p:nvPr/>
            </p:nvSpPr>
            <p:spPr>
              <a:xfrm>
                <a:off x="21699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5" name="ph5925"/>
              <p:cNvSpPr/>
              <p:nvPr/>
            </p:nvSpPr>
            <p:spPr>
              <a:xfrm>
                <a:off x="21791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6" name="ph5926"/>
              <p:cNvSpPr/>
              <p:nvPr/>
            </p:nvSpPr>
            <p:spPr>
              <a:xfrm>
                <a:off x="218842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7" name="ph5927"/>
              <p:cNvSpPr/>
              <p:nvPr/>
            </p:nvSpPr>
            <p:spPr>
              <a:xfrm>
                <a:off x="21976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8" name="ph5928"/>
              <p:cNvSpPr/>
              <p:nvPr/>
            </p:nvSpPr>
            <p:spPr>
              <a:xfrm>
                <a:off x="22069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9" name="ph5929"/>
              <p:cNvSpPr/>
              <p:nvPr/>
            </p:nvSpPr>
            <p:spPr>
              <a:xfrm>
                <a:off x="22162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0" name="ph5930"/>
              <p:cNvSpPr/>
              <p:nvPr/>
            </p:nvSpPr>
            <p:spPr>
              <a:xfrm>
                <a:off x="222547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1" name="ph5931"/>
              <p:cNvSpPr/>
              <p:nvPr/>
            </p:nvSpPr>
            <p:spPr>
              <a:xfrm>
                <a:off x="22347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2" name="ph5932"/>
              <p:cNvSpPr/>
              <p:nvPr/>
            </p:nvSpPr>
            <p:spPr>
              <a:xfrm>
                <a:off x="22439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3" name="ph5933"/>
              <p:cNvSpPr/>
              <p:nvPr/>
            </p:nvSpPr>
            <p:spPr>
              <a:xfrm>
                <a:off x="22532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4" name="ph5934"/>
              <p:cNvSpPr/>
              <p:nvPr/>
            </p:nvSpPr>
            <p:spPr>
              <a:xfrm>
                <a:off x="22625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5" name="ph5935"/>
              <p:cNvSpPr/>
              <p:nvPr/>
            </p:nvSpPr>
            <p:spPr>
              <a:xfrm>
                <a:off x="22717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6" name="ph5936"/>
              <p:cNvSpPr/>
              <p:nvPr/>
            </p:nvSpPr>
            <p:spPr>
              <a:xfrm>
                <a:off x="22810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7" name="ph5937"/>
              <p:cNvSpPr/>
              <p:nvPr/>
            </p:nvSpPr>
            <p:spPr>
              <a:xfrm>
                <a:off x="22903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8" name="ph5938"/>
              <p:cNvSpPr/>
              <p:nvPr/>
            </p:nvSpPr>
            <p:spPr>
              <a:xfrm>
                <a:off x="22995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9" name="ph5939"/>
              <p:cNvSpPr/>
              <p:nvPr/>
            </p:nvSpPr>
            <p:spPr>
              <a:xfrm>
                <a:off x="230883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0" name="ph5940"/>
              <p:cNvSpPr/>
              <p:nvPr/>
            </p:nvSpPr>
            <p:spPr>
              <a:xfrm>
                <a:off x="23180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1" name="ph5941"/>
              <p:cNvSpPr/>
              <p:nvPr/>
            </p:nvSpPr>
            <p:spPr>
              <a:xfrm>
                <a:off x="23273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2" name="ph5942"/>
              <p:cNvSpPr/>
              <p:nvPr/>
            </p:nvSpPr>
            <p:spPr>
              <a:xfrm>
                <a:off x="23366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3" name="ph5943"/>
              <p:cNvSpPr/>
              <p:nvPr/>
            </p:nvSpPr>
            <p:spPr>
              <a:xfrm>
                <a:off x="23458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4" name="ph5944"/>
              <p:cNvSpPr/>
              <p:nvPr/>
            </p:nvSpPr>
            <p:spPr>
              <a:xfrm>
                <a:off x="235514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5" name="ph5945"/>
              <p:cNvSpPr/>
              <p:nvPr/>
            </p:nvSpPr>
            <p:spPr>
              <a:xfrm>
                <a:off x="23644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6" name="ph5946"/>
              <p:cNvSpPr/>
              <p:nvPr/>
            </p:nvSpPr>
            <p:spPr>
              <a:xfrm>
                <a:off x="23736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7" name="ph5947"/>
              <p:cNvSpPr/>
              <p:nvPr/>
            </p:nvSpPr>
            <p:spPr>
              <a:xfrm>
                <a:off x="23829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8" name="ph5948"/>
              <p:cNvSpPr/>
              <p:nvPr/>
            </p:nvSpPr>
            <p:spPr>
              <a:xfrm>
                <a:off x="2392195" y="1464294"/>
                <a:ext cx="9183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7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370" y="897161"/>
                    </a:lnTo>
                    <a:lnTo>
                      <a:pt x="918057" y="899733"/>
                    </a:lnTo>
                    <a:lnTo>
                      <a:pt x="916491" y="910083"/>
                    </a:lnTo>
                    <a:lnTo>
                      <a:pt x="915706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9" name="ph5949"/>
              <p:cNvSpPr/>
              <p:nvPr/>
            </p:nvSpPr>
            <p:spPr>
              <a:xfrm>
                <a:off x="3086861" y="14470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47" y="931638"/>
                    </a:lnTo>
                    <a:lnTo>
                      <a:pt x="906299" y="927816"/>
                    </a:lnTo>
                    <a:lnTo>
                      <a:pt x="908559" y="917943"/>
                    </a:lnTo>
                    <a:lnTo>
                      <a:pt x="909490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0" name="ph5950"/>
              <p:cNvSpPr/>
              <p:nvPr/>
            </p:nvSpPr>
            <p:spPr>
              <a:xfrm>
                <a:off x="30868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1" name="ph5951"/>
              <p:cNvSpPr/>
              <p:nvPr/>
            </p:nvSpPr>
            <p:spPr>
              <a:xfrm>
                <a:off x="30961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2" name="ph5952"/>
              <p:cNvSpPr/>
              <p:nvPr/>
            </p:nvSpPr>
            <p:spPr>
              <a:xfrm>
                <a:off x="31053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3" name="ph5953"/>
              <p:cNvSpPr/>
              <p:nvPr/>
            </p:nvSpPr>
            <p:spPr>
              <a:xfrm>
                <a:off x="31146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4" name="ph5954"/>
              <p:cNvSpPr/>
              <p:nvPr/>
            </p:nvSpPr>
            <p:spPr>
              <a:xfrm>
                <a:off x="31239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5" name="ph5955"/>
              <p:cNvSpPr/>
              <p:nvPr/>
            </p:nvSpPr>
            <p:spPr>
              <a:xfrm>
                <a:off x="31331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6" name="ph5956"/>
              <p:cNvSpPr/>
              <p:nvPr/>
            </p:nvSpPr>
            <p:spPr>
              <a:xfrm>
                <a:off x="31424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7" name="ph5957"/>
              <p:cNvSpPr/>
              <p:nvPr/>
            </p:nvSpPr>
            <p:spPr>
              <a:xfrm>
                <a:off x="31516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8" name="ph5958"/>
              <p:cNvSpPr/>
              <p:nvPr/>
            </p:nvSpPr>
            <p:spPr>
              <a:xfrm>
                <a:off x="31609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9" name="ph5959"/>
              <p:cNvSpPr/>
              <p:nvPr/>
            </p:nvSpPr>
            <p:spPr>
              <a:xfrm>
                <a:off x="31702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0" name="ph5960"/>
              <p:cNvSpPr/>
              <p:nvPr/>
            </p:nvSpPr>
            <p:spPr>
              <a:xfrm>
                <a:off x="31794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1" name="ph5961"/>
              <p:cNvSpPr/>
              <p:nvPr/>
            </p:nvSpPr>
            <p:spPr>
              <a:xfrm>
                <a:off x="31887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2" name="ph5962"/>
              <p:cNvSpPr/>
              <p:nvPr/>
            </p:nvSpPr>
            <p:spPr>
              <a:xfrm>
                <a:off x="31980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3" name="ph5963"/>
              <p:cNvSpPr/>
              <p:nvPr/>
            </p:nvSpPr>
            <p:spPr>
              <a:xfrm>
                <a:off x="32072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4" name="ph5964"/>
              <p:cNvSpPr/>
              <p:nvPr/>
            </p:nvSpPr>
            <p:spPr>
              <a:xfrm>
                <a:off x="32165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5" name="ph5965"/>
              <p:cNvSpPr/>
              <p:nvPr/>
            </p:nvSpPr>
            <p:spPr>
              <a:xfrm>
                <a:off x="32257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6" name="ph5966"/>
              <p:cNvSpPr/>
              <p:nvPr/>
            </p:nvSpPr>
            <p:spPr>
              <a:xfrm>
                <a:off x="32350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7" name="ph5967"/>
              <p:cNvSpPr/>
              <p:nvPr/>
            </p:nvSpPr>
            <p:spPr>
              <a:xfrm>
                <a:off x="32443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8" name="ph5968"/>
              <p:cNvSpPr/>
              <p:nvPr/>
            </p:nvSpPr>
            <p:spPr>
              <a:xfrm>
                <a:off x="32535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9" name="ph5969"/>
              <p:cNvSpPr/>
              <p:nvPr/>
            </p:nvSpPr>
            <p:spPr>
              <a:xfrm>
                <a:off x="32628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0" name="ph5970"/>
              <p:cNvSpPr/>
              <p:nvPr/>
            </p:nvSpPr>
            <p:spPr>
              <a:xfrm>
                <a:off x="327210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1" name="ph5971"/>
              <p:cNvSpPr/>
              <p:nvPr/>
            </p:nvSpPr>
            <p:spPr>
              <a:xfrm>
                <a:off x="328136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2" name="ph5972"/>
              <p:cNvSpPr/>
              <p:nvPr/>
            </p:nvSpPr>
            <p:spPr>
              <a:xfrm>
                <a:off x="329063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3" name="ph5973"/>
              <p:cNvSpPr/>
              <p:nvPr/>
            </p:nvSpPr>
            <p:spPr>
              <a:xfrm>
                <a:off x="329989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4" name="ph5974"/>
              <p:cNvSpPr/>
              <p:nvPr/>
            </p:nvSpPr>
            <p:spPr>
              <a:xfrm>
                <a:off x="330915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5" name="ph5975"/>
              <p:cNvSpPr/>
              <p:nvPr/>
            </p:nvSpPr>
            <p:spPr>
              <a:xfrm>
                <a:off x="331841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6" name="ph5976"/>
              <p:cNvSpPr/>
              <p:nvPr/>
            </p:nvSpPr>
            <p:spPr>
              <a:xfrm>
                <a:off x="332767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7" name="ph5977"/>
              <p:cNvSpPr/>
              <p:nvPr/>
            </p:nvSpPr>
            <p:spPr>
              <a:xfrm>
                <a:off x="33369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8" name="ph5978"/>
              <p:cNvSpPr/>
              <p:nvPr/>
            </p:nvSpPr>
            <p:spPr>
              <a:xfrm>
                <a:off x="33462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9" name="ph5979"/>
              <p:cNvSpPr/>
              <p:nvPr/>
            </p:nvSpPr>
            <p:spPr>
              <a:xfrm>
                <a:off x="335546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0" name="ph5980"/>
              <p:cNvSpPr/>
              <p:nvPr/>
            </p:nvSpPr>
            <p:spPr>
              <a:xfrm>
                <a:off x="33647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1" name="ph5981"/>
              <p:cNvSpPr/>
              <p:nvPr/>
            </p:nvSpPr>
            <p:spPr>
              <a:xfrm>
                <a:off x="33739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2" name="ph5982"/>
              <p:cNvSpPr/>
              <p:nvPr/>
            </p:nvSpPr>
            <p:spPr>
              <a:xfrm>
                <a:off x="33832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3" name="ph5983"/>
              <p:cNvSpPr/>
              <p:nvPr/>
            </p:nvSpPr>
            <p:spPr>
              <a:xfrm>
                <a:off x="339251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4" name="ph5984"/>
              <p:cNvSpPr/>
              <p:nvPr/>
            </p:nvSpPr>
            <p:spPr>
              <a:xfrm>
                <a:off x="34017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5" name="ph5985"/>
              <p:cNvSpPr/>
              <p:nvPr/>
            </p:nvSpPr>
            <p:spPr>
              <a:xfrm>
                <a:off x="34110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6" name="ph5986"/>
              <p:cNvSpPr/>
              <p:nvPr/>
            </p:nvSpPr>
            <p:spPr>
              <a:xfrm>
                <a:off x="34203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7" name="ph5987"/>
              <p:cNvSpPr/>
              <p:nvPr/>
            </p:nvSpPr>
            <p:spPr>
              <a:xfrm>
                <a:off x="34295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8" name="ph5988"/>
              <p:cNvSpPr/>
              <p:nvPr/>
            </p:nvSpPr>
            <p:spPr>
              <a:xfrm>
                <a:off x="343882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9" name="ph5989"/>
              <p:cNvSpPr/>
              <p:nvPr/>
            </p:nvSpPr>
            <p:spPr>
              <a:xfrm>
                <a:off x="34480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0" name="ph5990"/>
              <p:cNvSpPr/>
              <p:nvPr/>
            </p:nvSpPr>
            <p:spPr>
              <a:xfrm>
                <a:off x="34573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1" name="ph5991"/>
              <p:cNvSpPr/>
              <p:nvPr/>
            </p:nvSpPr>
            <p:spPr>
              <a:xfrm>
                <a:off x="34666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2" name="ph5992"/>
              <p:cNvSpPr/>
              <p:nvPr/>
            </p:nvSpPr>
            <p:spPr>
              <a:xfrm>
                <a:off x="347587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3" name="ph5993"/>
              <p:cNvSpPr/>
              <p:nvPr/>
            </p:nvSpPr>
            <p:spPr>
              <a:xfrm>
                <a:off x="34851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4" name="ph5994"/>
              <p:cNvSpPr/>
              <p:nvPr/>
            </p:nvSpPr>
            <p:spPr>
              <a:xfrm>
                <a:off x="34943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5" name="ph5995"/>
              <p:cNvSpPr/>
              <p:nvPr/>
            </p:nvSpPr>
            <p:spPr>
              <a:xfrm>
                <a:off x="35036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6" name="ph5996"/>
              <p:cNvSpPr/>
              <p:nvPr/>
            </p:nvSpPr>
            <p:spPr>
              <a:xfrm>
                <a:off x="35129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7" name="ph5997"/>
              <p:cNvSpPr/>
              <p:nvPr/>
            </p:nvSpPr>
            <p:spPr>
              <a:xfrm>
                <a:off x="352218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8" name="ph5998"/>
              <p:cNvSpPr/>
              <p:nvPr/>
            </p:nvSpPr>
            <p:spPr>
              <a:xfrm>
                <a:off x="35314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9" name="ph5999"/>
              <p:cNvSpPr/>
              <p:nvPr/>
            </p:nvSpPr>
            <p:spPr>
              <a:xfrm>
                <a:off x="35407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0" name="ph6000"/>
              <p:cNvSpPr/>
              <p:nvPr/>
            </p:nvSpPr>
            <p:spPr>
              <a:xfrm>
                <a:off x="35499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1" name="ph6001"/>
              <p:cNvSpPr/>
              <p:nvPr/>
            </p:nvSpPr>
            <p:spPr>
              <a:xfrm>
                <a:off x="35592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2" name="ph6002"/>
              <p:cNvSpPr/>
              <p:nvPr/>
            </p:nvSpPr>
            <p:spPr>
              <a:xfrm>
                <a:off x="35684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3" name="ph6003"/>
              <p:cNvSpPr/>
              <p:nvPr/>
            </p:nvSpPr>
            <p:spPr>
              <a:xfrm>
                <a:off x="35777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4" name="ph6004"/>
              <p:cNvSpPr/>
              <p:nvPr/>
            </p:nvSpPr>
            <p:spPr>
              <a:xfrm>
                <a:off x="35870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5" name="ph6005"/>
              <p:cNvSpPr/>
              <p:nvPr/>
            </p:nvSpPr>
            <p:spPr>
              <a:xfrm>
                <a:off x="35962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6" name="ph6006"/>
              <p:cNvSpPr/>
              <p:nvPr/>
            </p:nvSpPr>
            <p:spPr>
              <a:xfrm>
                <a:off x="36055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7" name="ph6007"/>
              <p:cNvSpPr/>
              <p:nvPr/>
            </p:nvSpPr>
            <p:spPr>
              <a:xfrm>
                <a:off x="36148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8" name="ph6008"/>
              <p:cNvSpPr/>
              <p:nvPr/>
            </p:nvSpPr>
            <p:spPr>
              <a:xfrm>
                <a:off x="36240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9" name="ph6009"/>
              <p:cNvSpPr/>
              <p:nvPr/>
            </p:nvSpPr>
            <p:spPr>
              <a:xfrm>
                <a:off x="36333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0" name="ph6010"/>
              <p:cNvSpPr/>
              <p:nvPr/>
            </p:nvSpPr>
            <p:spPr>
              <a:xfrm>
                <a:off x="36425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1" name="ph6011"/>
              <p:cNvSpPr/>
              <p:nvPr/>
            </p:nvSpPr>
            <p:spPr>
              <a:xfrm>
                <a:off x="36518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2" name="ph6012"/>
              <p:cNvSpPr/>
              <p:nvPr/>
            </p:nvSpPr>
            <p:spPr>
              <a:xfrm>
                <a:off x="36611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3" name="ph6013"/>
              <p:cNvSpPr/>
              <p:nvPr/>
            </p:nvSpPr>
            <p:spPr>
              <a:xfrm>
                <a:off x="36703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4" name="ph6014"/>
              <p:cNvSpPr/>
              <p:nvPr/>
            </p:nvSpPr>
            <p:spPr>
              <a:xfrm>
                <a:off x="36796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5" name="ph6015"/>
              <p:cNvSpPr/>
              <p:nvPr/>
            </p:nvSpPr>
            <p:spPr>
              <a:xfrm>
                <a:off x="3688905" y="14642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990"/>
                    </a:lnTo>
                    <a:lnTo>
                      <a:pt x="920290" y="913051"/>
                    </a:lnTo>
                    <a:lnTo>
                      <a:pt x="919289" y="914400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6" name="ph6016"/>
              <p:cNvSpPr/>
              <p:nvPr/>
            </p:nvSpPr>
            <p:spPr>
              <a:xfrm>
                <a:off x="3698168" y="1447056"/>
                <a:ext cx="920892" cy="925229"/>
              </a:xfrm>
              <a:custGeom>
                <a:avLst/>
                <a:gdLst/>
                <a:ahLst/>
                <a:cxnLst/>
                <a:rect l="0" t="0" r="0" b="0"/>
                <a:pathLst>
                  <a:path w="920892" h="925229">
                    <a:moveTo>
                      <a:pt x="914400" y="914400"/>
                    </a:moveTo>
                    <a:lnTo>
                      <a:pt x="920892" y="914400"/>
                    </a:lnTo>
                    <a:lnTo>
                      <a:pt x="919882" y="916272"/>
                    </a:lnTo>
                    <a:lnTo>
                      <a:pt x="915554" y="923496"/>
                    </a:lnTo>
                    <a:lnTo>
                      <a:pt x="914400" y="925229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7" name="ph6017"/>
              <p:cNvSpPr/>
              <p:nvPr/>
            </p:nvSpPr>
            <p:spPr>
              <a:xfrm>
                <a:off x="2077279" y="1429817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4273" y="917540"/>
                    </a:lnTo>
                    <a:lnTo>
                      <a:pt x="913156" y="915560"/>
                    </a:lnTo>
                    <a:lnTo>
                      <a:pt x="912501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8" name="ph6018"/>
              <p:cNvSpPr/>
              <p:nvPr/>
            </p:nvSpPr>
            <p:spPr>
              <a:xfrm>
                <a:off x="20772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213" y="931638"/>
                    </a:lnTo>
                    <a:lnTo>
                      <a:pt x="922081" y="931403"/>
                    </a:lnTo>
                    <a:lnTo>
                      <a:pt x="920967" y="929422"/>
                    </a:lnTo>
                    <a:lnTo>
                      <a:pt x="919852" y="927441"/>
                    </a:lnTo>
                    <a:lnTo>
                      <a:pt x="918737" y="925461"/>
                    </a:lnTo>
                    <a:lnTo>
                      <a:pt x="917622" y="923480"/>
                    </a:lnTo>
                    <a:lnTo>
                      <a:pt x="916506" y="921500"/>
                    </a:lnTo>
                    <a:lnTo>
                      <a:pt x="915389" y="919520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9" name="ph6019"/>
              <p:cNvSpPr/>
              <p:nvPr/>
            </p:nvSpPr>
            <p:spPr>
              <a:xfrm>
                <a:off x="20865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0" name="ph6020"/>
              <p:cNvSpPr/>
              <p:nvPr/>
            </p:nvSpPr>
            <p:spPr>
              <a:xfrm>
                <a:off x="20958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1" name="ph6021"/>
              <p:cNvSpPr/>
              <p:nvPr/>
            </p:nvSpPr>
            <p:spPr>
              <a:xfrm>
                <a:off x="210506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2" name="ph6022"/>
              <p:cNvSpPr/>
              <p:nvPr/>
            </p:nvSpPr>
            <p:spPr>
              <a:xfrm>
                <a:off x="21143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3" name="ph6023"/>
              <p:cNvSpPr/>
              <p:nvPr/>
            </p:nvSpPr>
            <p:spPr>
              <a:xfrm>
                <a:off x="21235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4" name="ph6024"/>
              <p:cNvSpPr/>
              <p:nvPr/>
            </p:nvSpPr>
            <p:spPr>
              <a:xfrm>
                <a:off x="21328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5" name="ph6025"/>
              <p:cNvSpPr/>
              <p:nvPr/>
            </p:nvSpPr>
            <p:spPr>
              <a:xfrm>
                <a:off x="214211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6" name="ph6026"/>
              <p:cNvSpPr/>
              <p:nvPr/>
            </p:nvSpPr>
            <p:spPr>
              <a:xfrm>
                <a:off x="21513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7" name="ph6027"/>
              <p:cNvSpPr/>
              <p:nvPr/>
            </p:nvSpPr>
            <p:spPr>
              <a:xfrm>
                <a:off x="21606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8" name="ph6028"/>
              <p:cNvSpPr/>
              <p:nvPr/>
            </p:nvSpPr>
            <p:spPr>
              <a:xfrm>
                <a:off x="21699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9" name="ph6029"/>
              <p:cNvSpPr/>
              <p:nvPr/>
            </p:nvSpPr>
            <p:spPr>
              <a:xfrm>
                <a:off x="21791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0" name="ph6030"/>
              <p:cNvSpPr/>
              <p:nvPr/>
            </p:nvSpPr>
            <p:spPr>
              <a:xfrm>
                <a:off x="218842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1" name="ph6031"/>
              <p:cNvSpPr/>
              <p:nvPr/>
            </p:nvSpPr>
            <p:spPr>
              <a:xfrm>
                <a:off x="21976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2" name="ph6032"/>
              <p:cNvSpPr/>
              <p:nvPr/>
            </p:nvSpPr>
            <p:spPr>
              <a:xfrm>
                <a:off x="22069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3" name="ph6033"/>
              <p:cNvSpPr/>
              <p:nvPr/>
            </p:nvSpPr>
            <p:spPr>
              <a:xfrm>
                <a:off x="22162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4" name="ph6034"/>
              <p:cNvSpPr/>
              <p:nvPr/>
            </p:nvSpPr>
            <p:spPr>
              <a:xfrm>
                <a:off x="222547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5" name="ph6035"/>
              <p:cNvSpPr/>
              <p:nvPr/>
            </p:nvSpPr>
            <p:spPr>
              <a:xfrm>
                <a:off x="22347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6" name="ph6036"/>
              <p:cNvSpPr/>
              <p:nvPr/>
            </p:nvSpPr>
            <p:spPr>
              <a:xfrm>
                <a:off x="22439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7" name="ph6037"/>
              <p:cNvSpPr/>
              <p:nvPr/>
            </p:nvSpPr>
            <p:spPr>
              <a:xfrm>
                <a:off x="22532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8" name="ph6038"/>
              <p:cNvSpPr/>
              <p:nvPr/>
            </p:nvSpPr>
            <p:spPr>
              <a:xfrm>
                <a:off x="22625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9" name="ph6039"/>
              <p:cNvSpPr/>
              <p:nvPr/>
            </p:nvSpPr>
            <p:spPr>
              <a:xfrm>
                <a:off x="22717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0" name="ph6040"/>
              <p:cNvSpPr/>
              <p:nvPr/>
            </p:nvSpPr>
            <p:spPr>
              <a:xfrm>
                <a:off x="22810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1" name="ph6041"/>
              <p:cNvSpPr/>
              <p:nvPr/>
            </p:nvSpPr>
            <p:spPr>
              <a:xfrm>
                <a:off x="22903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2" name="ph6042"/>
              <p:cNvSpPr/>
              <p:nvPr/>
            </p:nvSpPr>
            <p:spPr>
              <a:xfrm>
                <a:off x="22995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3" name="ph6043"/>
              <p:cNvSpPr/>
              <p:nvPr/>
            </p:nvSpPr>
            <p:spPr>
              <a:xfrm>
                <a:off x="230883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4" name="ph6044"/>
              <p:cNvSpPr/>
              <p:nvPr/>
            </p:nvSpPr>
            <p:spPr>
              <a:xfrm>
                <a:off x="23180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5" name="ph6045"/>
              <p:cNvSpPr/>
              <p:nvPr/>
            </p:nvSpPr>
            <p:spPr>
              <a:xfrm>
                <a:off x="23273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6" name="ph6046"/>
              <p:cNvSpPr/>
              <p:nvPr/>
            </p:nvSpPr>
            <p:spPr>
              <a:xfrm>
                <a:off x="23366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7" name="ph6047"/>
              <p:cNvSpPr/>
              <p:nvPr/>
            </p:nvSpPr>
            <p:spPr>
              <a:xfrm>
                <a:off x="23458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8" name="ph6048"/>
              <p:cNvSpPr/>
              <p:nvPr/>
            </p:nvSpPr>
            <p:spPr>
              <a:xfrm>
                <a:off x="235514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9" name="ph6049"/>
              <p:cNvSpPr/>
              <p:nvPr/>
            </p:nvSpPr>
            <p:spPr>
              <a:xfrm>
                <a:off x="23644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0" name="ph6050"/>
              <p:cNvSpPr/>
              <p:nvPr/>
            </p:nvSpPr>
            <p:spPr>
              <a:xfrm>
                <a:off x="23736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1" name="ph6051"/>
              <p:cNvSpPr/>
              <p:nvPr/>
            </p:nvSpPr>
            <p:spPr>
              <a:xfrm>
                <a:off x="23829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2" name="ph6052"/>
              <p:cNvSpPr/>
              <p:nvPr/>
            </p:nvSpPr>
            <p:spPr>
              <a:xfrm>
                <a:off x="2392195" y="1447056"/>
                <a:ext cx="9201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9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195" y="897161"/>
                    </a:lnTo>
                    <a:lnTo>
                      <a:pt x="919332" y="906484"/>
                    </a:lnTo>
                    <a:lnTo>
                      <a:pt x="918370" y="9144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3" name="ph6053"/>
              <p:cNvSpPr/>
              <p:nvPr/>
            </p:nvSpPr>
            <p:spPr>
              <a:xfrm>
                <a:off x="3086861" y="14470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490" y="914400"/>
                    </a:lnTo>
                    <a:lnTo>
                      <a:pt x="911092" y="908302"/>
                    </a:lnTo>
                    <a:lnTo>
                      <a:pt x="913890" y="898918"/>
                    </a:lnTo>
                    <a:lnTo>
                      <a:pt x="914400" y="897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4" name="ph6054"/>
              <p:cNvSpPr/>
              <p:nvPr/>
            </p:nvSpPr>
            <p:spPr>
              <a:xfrm>
                <a:off x="3096123" y="14298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639"/>
                    </a:lnTo>
                    <a:lnTo>
                      <a:pt x="905218" y="914400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5" name="ph6055"/>
              <p:cNvSpPr/>
              <p:nvPr/>
            </p:nvSpPr>
            <p:spPr>
              <a:xfrm>
                <a:off x="30961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6" name="ph6056"/>
              <p:cNvSpPr/>
              <p:nvPr/>
            </p:nvSpPr>
            <p:spPr>
              <a:xfrm>
                <a:off x="31053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7" name="ph6057"/>
              <p:cNvSpPr/>
              <p:nvPr/>
            </p:nvSpPr>
            <p:spPr>
              <a:xfrm>
                <a:off x="31146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8" name="ph6058"/>
              <p:cNvSpPr/>
              <p:nvPr/>
            </p:nvSpPr>
            <p:spPr>
              <a:xfrm>
                <a:off x="31239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9" name="ph6059"/>
              <p:cNvSpPr/>
              <p:nvPr/>
            </p:nvSpPr>
            <p:spPr>
              <a:xfrm>
                <a:off x="31331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0" name="ph6060"/>
              <p:cNvSpPr/>
              <p:nvPr/>
            </p:nvSpPr>
            <p:spPr>
              <a:xfrm>
                <a:off x="31424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1" name="ph6061"/>
              <p:cNvSpPr/>
              <p:nvPr/>
            </p:nvSpPr>
            <p:spPr>
              <a:xfrm>
                <a:off x="31516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2" name="ph6062"/>
              <p:cNvSpPr/>
              <p:nvPr/>
            </p:nvSpPr>
            <p:spPr>
              <a:xfrm>
                <a:off x="31609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3" name="ph6063"/>
              <p:cNvSpPr/>
              <p:nvPr/>
            </p:nvSpPr>
            <p:spPr>
              <a:xfrm>
                <a:off x="31702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4" name="ph6064"/>
              <p:cNvSpPr/>
              <p:nvPr/>
            </p:nvSpPr>
            <p:spPr>
              <a:xfrm>
                <a:off x="31794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5" name="ph6065"/>
              <p:cNvSpPr/>
              <p:nvPr/>
            </p:nvSpPr>
            <p:spPr>
              <a:xfrm>
                <a:off x="31887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6" name="ph6066"/>
              <p:cNvSpPr/>
              <p:nvPr/>
            </p:nvSpPr>
            <p:spPr>
              <a:xfrm>
                <a:off x="31980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7" name="ph6067"/>
              <p:cNvSpPr/>
              <p:nvPr/>
            </p:nvSpPr>
            <p:spPr>
              <a:xfrm>
                <a:off x="32072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8" name="ph6068"/>
              <p:cNvSpPr/>
              <p:nvPr/>
            </p:nvSpPr>
            <p:spPr>
              <a:xfrm>
                <a:off x="32165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9" name="ph6069"/>
              <p:cNvSpPr/>
              <p:nvPr/>
            </p:nvSpPr>
            <p:spPr>
              <a:xfrm>
                <a:off x="32257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0" name="ph6070"/>
              <p:cNvSpPr/>
              <p:nvPr/>
            </p:nvSpPr>
            <p:spPr>
              <a:xfrm>
                <a:off x="32350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1" name="ph6071"/>
              <p:cNvSpPr/>
              <p:nvPr/>
            </p:nvSpPr>
            <p:spPr>
              <a:xfrm>
                <a:off x="32443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2" name="ph6072"/>
              <p:cNvSpPr/>
              <p:nvPr/>
            </p:nvSpPr>
            <p:spPr>
              <a:xfrm>
                <a:off x="32535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3" name="ph6073"/>
              <p:cNvSpPr/>
              <p:nvPr/>
            </p:nvSpPr>
            <p:spPr>
              <a:xfrm>
                <a:off x="32628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4" name="ph6074"/>
              <p:cNvSpPr/>
              <p:nvPr/>
            </p:nvSpPr>
            <p:spPr>
              <a:xfrm>
                <a:off x="32721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5" name="ph6075"/>
              <p:cNvSpPr/>
              <p:nvPr/>
            </p:nvSpPr>
            <p:spPr>
              <a:xfrm>
                <a:off x="328136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6" name="ph6076"/>
              <p:cNvSpPr/>
              <p:nvPr/>
            </p:nvSpPr>
            <p:spPr>
              <a:xfrm>
                <a:off x="329063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7" name="ph6077"/>
              <p:cNvSpPr/>
              <p:nvPr/>
            </p:nvSpPr>
            <p:spPr>
              <a:xfrm>
                <a:off x="329989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8" name="ph6078"/>
              <p:cNvSpPr/>
              <p:nvPr/>
            </p:nvSpPr>
            <p:spPr>
              <a:xfrm>
                <a:off x="330915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9" name="ph6079"/>
              <p:cNvSpPr/>
              <p:nvPr/>
            </p:nvSpPr>
            <p:spPr>
              <a:xfrm>
                <a:off x="331841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0" name="ph6080"/>
              <p:cNvSpPr/>
              <p:nvPr/>
            </p:nvSpPr>
            <p:spPr>
              <a:xfrm>
                <a:off x="33276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1" name="ph6081"/>
              <p:cNvSpPr/>
              <p:nvPr/>
            </p:nvSpPr>
            <p:spPr>
              <a:xfrm>
                <a:off x="33369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2" name="ph6082"/>
              <p:cNvSpPr/>
              <p:nvPr/>
            </p:nvSpPr>
            <p:spPr>
              <a:xfrm>
                <a:off x="33462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3" name="ph6083"/>
              <p:cNvSpPr/>
              <p:nvPr/>
            </p:nvSpPr>
            <p:spPr>
              <a:xfrm>
                <a:off x="335546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4" name="ph6084"/>
              <p:cNvSpPr/>
              <p:nvPr/>
            </p:nvSpPr>
            <p:spPr>
              <a:xfrm>
                <a:off x="33647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5" name="ph6085"/>
              <p:cNvSpPr/>
              <p:nvPr/>
            </p:nvSpPr>
            <p:spPr>
              <a:xfrm>
                <a:off x="33739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6" name="ph6086"/>
              <p:cNvSpPr/>
              <p:nvPr/>
            </p:nvSpPr>
            <p:spPr>
              <a:xfrm>
                <a:off x="33832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7" name="ph6087"/>
              <p:cNvSpPr/>
              <p:nvPr/>
            </p:nvSpPr>
            <p:spPr>
              <a:xfrm>
                <a:off x="339251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8" name="ph6088"/>
              <p:cNvSpPr/>
              <p:nvPr/>
            </p:nvSpPr>
            <p:spPr>
              <a:xfrm>
                <a:off x="34017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9" name="ph6089"/>
              <p:cNvSpPr/>
              <p:nvPr/>
            </p:nvSpPr>
            <p:spPr>
              <a:xfrm>
                <a:off x="34110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0" name="ph6090"/>
              <p:cNvSpPr/>
              <p:nvPr/>
            </p:nvSpPr>
            <p:spPr>
              <a:xfrm>
                <a:off x="34203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1" name="ph6091"/>
              <p:cNvSpPr/>
              <p:nvPr/>
            </p:nvSpPr>
            <p:spPr>
              <a:xfrm>
                <a:off x="34295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2" name="ph6092"/>
              <p:cNvSpPr/>
              <p:nvPr/>
            </p:nvSpPr>
            <p:spPr>
              <a:xfrm>
                <a:off x="343882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3" name="ph6093"/>
              <p:cNvSpPr/>
              <p:nvPr/>
            </p:nvSpPr>
            <p:spPr>
              <a:xfrm>
                <a:off x="34480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4" name="ph6094"/>
              <p:cNvSpPr/>
              <p:nvPr/>
            </p:nvSpPr>
            <p:spPr>
              <a:xfrm>
                <a:off x="34573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5" name="ph6095"/>
              <p:cNvSpPr/>
              <p:nvPr/>
            </p:nvSpPr>
            <p:spPr>
              <a:xfrm>
                <a:off x="34666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6" name="ph6096"/>
              <p:cNvSpPr/>
              <p:nvPr/>
            </p:nvSpPr>
            <p:spPr>
              <a:xfrm>
                <a:off x="347587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7" name="ph6097"/>
              <p:cNvSpPr/>
              <p:nvPr/>
            </p:nvSpPr>
            <p:spPr>
              <a:xfrm>
                <a:off x="34851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8" name="ph6098"/>
              <p:cNvSpPr/>
              <p:nvPr/>
            </p:nvSpPr>
            <p:spPr>
              <a:xfrm>
                <a:off x="34943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9" name="ph6099"/>
              <p:cNvSpPr/>
              <p:nvPr/>
            </p:nvSpPr>
            <p:spPr>
              <a:xfrm>
                <a:off x="35036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0" name="ph6100"/>
              <p:cNvSpPr/>
              <p:nvPr/>
            </p:nvSpPr>
            <p:spPr>
              <a:xfrm>
                <a:off x="35129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1" name="ph6101"/>
              <p:cNvSpPr/>
              <p:nvPr/>
            </p:nvSpPr>
            <p:spPr>
              <a:xfrm>
                <a:off x="352218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2" name="ph6102"/>
              <p:cNvSpPr/>
              <p:nvPr/>
            </p:nvSpPr>
            <p:spPr>
              <a:xfrm>
                <a:off x="35314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3" name="ph6103"/>
              <p:cNvSpPr/>
              <p:nvPr/>
            </p:nvSpPr>
            <p:spPr>
              <a:xfrm>
                <a:off x="35407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4" name="ph6104"/>
              <p:cNvSpPr/>
              <p:nvPr/>
            </p:nvSpPr>
            <p:spPr>
              <a:xfrm>
                <a:off x="35499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5" name="ph6105"/>
              <p:cNvSpPr/>
              <p:nvPr/>
            </p:nvSpPr>
            <p:spPr>
              <a:xfrm>
                <a:off x="35592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6" name="ph6106"/>
              <p:cNvSpPr/>
              <p:nvPr/>
            </p:nvSpPr>
            <p:spPr>
              <a:xfrm>
                <a:off x="35684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7" name="ph6107"/>
              <p:cNvSpPr/>
              <p:nvPr/>
            </p:nvSpPr>
            <p:spPr>
              <a:xfrm>
                <a:off x="35777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8" name="ph6108"/>
              <p:cNvSpPr/>
              <p:nvPr/>
            </p:nvSpPr>
            <p:spPr>
              <a:xfrm>
                <a:off x="35870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9" name="ph6109"/>
              <p:cNvSpPr/>
              <p:nvPr/>
            </p:nvSpPr>
            <p:spPr>
              <a:xfrm>
                <a:off x="35962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0" name="ph6110"/>
              <p:cNvSpPr/>
              <p:nvPr/>
            </p:nvSpPr>
            <p:spPr>
              <a:xfrm>
                <a:off x="36055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1" name="ph6111"/>
              <p:cNvSpPr/>
              <p:nvPr/>
            </p:nvSpPr>
            <p:spPr>
              <a:xfrm>
                <a:off x="36148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2" name="ph6112"/>
              <p:cNvSpPr/>
              <p:nvPr/>
            </p:nvSpPr>
            <p:spPr>
              <a:xfrm>
                <a:off x="36240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3" name="ph6113"/>
              <p:cNvSpPr/>
              <p:nvPr/>
            </p:nvSpPr>
            <p:spPr>
              <a:xfrm>
                <a:off x="36333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4" name="ph6114"/>
              <p:cNvSpPr/>
              <p:nvPr/>
            </p:nvSpPr>
            <p:spPr>
              <a:xfrm>
                <a:off x="36425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5" name="ph6115"/>
              <p:cNvSpPr/>
              <p:nvPr/>
            </p:nvSpPr>
            <p:spPr>
              <a:xfrm>
                <a:off x="36518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6" name="ph6116"/>
              <p:cNvSpPr/>
              <p:nvPr/>
            </p:nvSpPr>
            <p:spPr>
              <a:xfrm>
                <a:off x="36611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7" name="ph6117"/>
              <p:cNvSpPr/>
              <p:nvPr/>
            </p:nvSpPr>
            <p:spPr>
              <a:xfrm>
                <a:off x="36703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8" name="ph6118"/>
              <p:cNvSpPr/>
              <p:nvPr/>
            </p:nvSpPr>
            <p:spPr>
              <a:xfrm>
                <a:off x="36796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9" name="ph6119"/>
              <p:cNvSpPr/>
              <p:nvPr/>
            </p:nvSpPr>
            <p:spPr>
              <a:xfrm>
                <a:off x="36889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0" name="ph6120"/>
              <p:cNvSpPr/>
              <p:nvPr/>
            </p:nvSpPr>
            <p:spPr>
              <a:xfrm>
                <a:off x="3698168" y="14470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266"/>
                    </a:lnTo>
                    <a:lnTo>
                      <a:pt x="920892" y="91440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1" name="ph6121"/>
              <p:cNvSpPr/>
              <p:nvPr/>
            </p:nvSpPr>
            <p:spPr>
              <a:xfrm>
                <a:off x="3707430" y="1429817"/>
                <a:ext cx="920146" cy="926505"/>
              </a:xfrm>
              <a:custGeom>
                <a:avLst/>
                <a:gdLst/>
                <a:ahLst/>
                <a:cxnLst/>
                <a:rect l="0" t="0" r="0" b="0"/>
                <a:pathLst>
                  <a:path w="920146" h="926505">
                    <a:moveTo>
                      <a:pt x="914400" y="914400"/>
                    </a:moveTo>
                    <a:lnTo>
                      <a:pt x="920146" y="914400"/>
                    </a:lnTo>
                    <a:lnTo>
                      <a:pt x="918639" y="917849"/>
                    </a:lnTo>
                    <a:lnTo>
                      <a:pt x="914739" y="925875"/>
                    </a:lnTo>
                    <a:lnTo>
                      <a:pt x="914400" y="926505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2" name="ph6122"/>
              <p:cNvSpPr/>
              <p:nvPr/>
            </p:nvSpPr>
            <p:spPr>
              <a:xfrm>
                <a:off x="2068017" y="1412579"/>
                <a:ext cx="914400" cy="9177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01">
                    <a:moveTo>
                      <a:pt x="914400" y="914400"/>
                    </a:moveTo>
                    <a:lnTo>
                      <a:pt x="914400" y="917701"/>
                    </a:lnTo>
                    <a:lnTo>
                      <a:pt x="912806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3" name="ph6123"/>
              <p:cNvSpPr/>
              <p:nvPr/>
            </p:nvSpPr>
            <p:spPr>
              <a:xfrm>
                <a:off x="20680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763" y="931638"/>
                    </a:lnTo>
                    <a:lnTo>
                      <a:pt x="921301" y="930818"/>
                    </a:lnTo>
                    <a:lnTo>
                      <a:pt x="920175" y="928824"/>
                    </a:lnTo>
                    <a:lnTo>
                      <a:pt x="916089" y="921201"/>
                    </a:lnTo>
                    <a:lnTo>
                      <a:pt x="914400" y="917701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4" name="ph6124"/>
              <p:cNvSpPr/>
              <p:nvPr/>
            </p:nvSpPr>
            <p:spPr>
              <a:xfrm>
                <a:off x="20772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5" name="ph6125"/>
              <p:cNvSpPr/>
              <p:nvPr/>
            </p:nvSpPr>
            <p:spPr>
              <a:xfrm>
                <a:off x="20865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6" name="ph6126"/>
              <p:cNvSpPr/>
              <p:nvPr/>
            </p:nvSpPr>
            <p:spPr>
              <a:xfrm>
                <a:off x="20958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7" name="ph6127"/>
              <p:cNvSpPr/>
              <p:nvPr/>
            </p:nvSpPr>
            <p:spPr>
              <a:xfrm>
                <a:off x="210506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8" name="ph6128"/>
              <p:cNvSpPr/>
              <p:nvPr/>
            </p:nvSpPr>
            <p:spPr>
              <a:xfrm>
                <a:off x="21143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9" name="ph6129"/>
              <p:cNvSpPr/>
              <p:nvPr/>
            </p:nvSpPr>
            <p:spPr>
              <a:xfrm>
                <a:off x="21235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0" name="ph6130"/>
              <p:cNvSpPr/>
              <p:nvPr/>
            </p:nvSpPr>
            <p:spPr>
              <a:xfrm>
                <a:off x="21328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1" name="ph6131"/>
              <p:cNvSpPr/>
              <p:nvPr/>
            </p:nvSpPr>
            <p:spPr>
              <a:xfrm>
                <a:off x="214211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2" name="ph6132"/>
              <p:cNvSpPr/>
              <p:nvPr/>
            </p:nvSpPr>
            <p:spPr>
              <a:xfrm>
                <a:off x="21513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3" name="ph6133"/>
              <p:cNvSpPr/>
              <p:nvPr/>
            </p:nvSpPr>
            <p:spPr>
              <a:xfrm>
                <a:off x="21606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4" name="ph6134"/>
              <p:cNvSpPr/>
              <p:nvPr/>
            </p:nvSpPr>
            <p:spPr>
              <a:xfrm>
                <a:off x="21699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5" name="ph6135"/>
              <p:cNvSpPr/>
              <p:nvPr/>
            </p:nvSpPr>
            <p:spPr>
              <a:xfrm>
                <a:off x="21791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6" name="ph6136"/>
              <p:cNvSpPr/>
              <p:nvPr/>
            </p:nvSpPr>
            <p:spPr>
              <a:xfrm>
                <a:off x="218842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7" name="ph6137"/>
              <p:cNvSpPr/>
              <p:nvPr/>
            </p:nvSpPr>
            <p:spPr>
              <a:xfrm>
                <a:off x="21976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8" name="ph6138"/>
              <p:cNvSpPr/>
              <p:nvPr/>
            </p:nvSpPr>
            <p:spPr>
              <a:xfrm>
                <a:off x="22069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9" name="ph6139"/>
              <p:cNvSpPr/>
              <p:nvPr/>
            </p:nvSpPr>
            <p:spPr>
              <a:xfrm>
                <a:off x="22162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0" name="ph6140"/>
              <p:cNvSpPr/>
              <p:nvPr/>
            </p:nvSpPr>
            <p:spPr>
              <a:xfrm>
                <a:off x="222547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1" name="ph6141"/>
              <p:cNvSpPr/>
              <p:nvPr/>
            </p:nvSpPr>
            <p:spPr>
              <a:xfrm>
                <a:off x="22347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2" name="ph6142"/>
              <p:cNvSpPr/>
              <p:nvPr/>
            </p:nvSpPr>
            <p:spPr>
              <a:xfrm>
                <a:off x="22439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3" name="ph6143"/>
              <p:cNvSpPr/>
              <p:nvPr/>
            </p:nvSpPr>
            <p:spPr>
              <a:xfrm>
                <a:off x="22532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4" name="ph6144"/>
              <p:cNvSpPr/>
              <p:nvPr/>
            </p:nvSpPr>
            <p:spPr>
              <a:xfrm>
                <a:off x="22625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5" name="ph6145"/>
              <p:cNvSpPr/>
              <p:nvPr/>
            </p:nvSpPr>
            <p:spPr>
              <a:xfrm>
                <a:off x="22717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6" name="ph6146"/>
              <p:cNvSpPr/>
              <p:nvPr/>
            </p:nvSpPr>
            <p:spPr>
              <a:xfrm>
                <a:off x="22810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7" name="ph6147"/>
              <p:cNvSpPr/>
              <p:nvPr/>
            </p:nvSpPr>
            <p:spPr>
              <a:xfrm>
                <a:off x="22903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8" name="ph6148"/>
              <p:cNvSpPr/>
              <p:nvPr/>
            </p:nvSpPr>
            <p:spPr>
              <a:xfrm>
                <a:off x="22995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9" name="ph6149"/>
              <p:cNvSpPr/>
              <p:nvPr/>
            </p:nvSpPr>
            <p:spPr>
              <a:xfrm>
                <a:off x="230883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0" name="ph6150"/>
              <p:cNvSpPr/>
              <p:nvPr/>
            </p:nvSpPr>
            <p:spPr>
              <a:xfrm>
                <a:off x="23180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1" name="ph6151"/>
              <p:cNvSpPr/>
              <p:nvPr/>
            </p:nvSpPr>
            <p:spPr>
              <a:xfrm>
                <a:off x="23273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2" name="ph6152"/>
              <p:cNvSpPr/>
              <p:nvPr/>
            </p:nvSpPr>
            <p:spPr>
              <a:xfrm>
                <a:off x="23366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3" name="ph6153"/>
              <p:cNvSpPr/>
              <p:nvPr/>
            </p:nvSpPr>
            <p:spPr>
              <a:xfrm>
                <a:off x="23458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4" name="ph6154"/>
              <p:cNvSpPr/>
              <p:nvPr/>
            </p:nvSpPr>
            <p:spPr>
              <a:xfrm>
                <a:off x="235514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5" name="ph6155"/>
              <p:cNvSpPr/>
              <p:nvPr/>
            </p:nvSpPr>
            <p:spPr>
              <a:xfrm>
                <a:off x="23644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6" name="ph6156"/>
              <p:cNvSpPr/>
              <p:nvPr/>
            </p:nvSpPr>
            <p:spPr>
              <a:xfrm>
                <a:off x="23736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7" name="ph6157"/>
              <p:cNvSpPr/>
              <p:nvPr/>
            </p:nvSpPr>
            <p:spPr>
              <a:xfrm>
                <a:off x="23829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8" name="ph6158"/>
              <p:cNvSpPr/>
              <p:nvPr/>
            </p:nvSpPr>
            <p:spPr>
              <a:xfrm>
                <a:off x="2392195" y="1429817"/>
                <a:ext cx="921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8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185" y="897161"/>
                    </a:lnTo>
                    <a:lnTo>
                      <a:pt x="920996" y="902450"/>
                    </a:lnTo>
                    <a:lnTo>
                      <a:pt x="920312" y="913126"/>
                    </a:lnTo>
                    <a:lnTo>
                      <a:pt x="920195" y="914400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9" name="ph6159"/>
              <p:cNvSpPr/>
              <p:nvPr/>
            </p:nvSpPr>
            <p:spPr>
              <a:xfrm>
                <a:off x="3096123" y="14125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218" y="931638"/>
                    </a:lnTo>
                    <a:lnTo>
                      <a:pt x="907683" y="924294"/>
                    </a:lnTo>
                    <a:lnTo>
                      <a:pt x="910988" y="915500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0" name="ph6160"/>
              <p:cNvSpPr/>
              <p:nvPr/>
            </p:nvSpPr>
            <p:spPr>
              <a:xfrm>
                <a:off x="30961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1" name="ph6161"/>
              <p:cNvSpPr/>
              <p:nvPr/>
            </p:nvSpPr>
            <p:spPr>
              <a:xfrm>
                <a:off x="31053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2" name="ph6162"/>
              <p:cNvSpPr/>
              <p:nvPr/>
            </p:nvSpPr>
            <p:spPr>
              <a:xfrm>
                <a:off x="31146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3" name="ph6163"/>
              <p:cNvSpPr/>
              <p:nvPr/>
            </p:nvSpPr>
            <p:spPr>
              <a:xfrm>
                <a:off x="31239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4" name="ph6164"/>
              <p:cNvSpPr/>
              <p:nvPr/>
            </p:nvSpPr>
            <p:spPr>
              <a:xfrm>
                <a:off x="31331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5" name="ph6165"/>
              <p:cNvSpPr/>
              <p:nvPr/>
            </p:nvSpPr>
            <p:spPr>
              <a:xfrm>
                <a:off x="31424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6" name="ph6166"/>
              <p:cNvSpPr/>
              <p:nvPr/>
            </p:nvSpPr>
            <p:spPr>
              <a:xfrm>
                <a:off x="31516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7" name="ph6167"/>
              <p:cNvSpPr/>
              <p:nvPr/>
            </p:nvSpPr>
            <p:spPr>
              <a:xfrm>
                <a:off x="31609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8" name="ph6168"/>
              <p:cNvSpPr/>
              <p:nvPr/>
            </p:nvSpPr>
            <p:spPr>
              <a:xfrm>
                <a:off x="31702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9" name="ph6169"/>
              <p:cNvSpPr/>
              <p:nvPr/>
            </p:nvSpPr>
            <p:spPr>
              <a:xfrm>
                <a:off x="31794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0" name="ph6170"/>
              <p:cNvSpPr/>
              <p:nvPr/>
            </p:nvSpPr>
            <p:spPr>
              <a:xfrm>
                <a:off x="31887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1" name="ph6171"/>
              <p:cNvSpPr/>
              <p:nvPr/>
            </p:nvSpPr>
            <p:spPr>
              <a:xfrm>
                <a:off x="31980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2" name="ph6172"/>
              <p:cNvSpPr/>
              <p:nvPr/>
            </p:nvSpPr>
            <p:spPr>
              <a:xfrm>
                <a:off x="32072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3" name="ph6173"/>
              <p:cNvSpPr/>
              <p:nvPr/>
            </p:nvSpPr>
            <p:spPr>
              <a:xfrm>
                <a:off x="32165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4" name="ph6174"/>
              <p:cNvSpPr/>
              <p:nvPr/>
            </p:nvSpPr>
            <p:spPr>
              <a:xfrm>
                <a:off x="32257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5" name="ph6175"/>
              <p:cNvSpPr/>
              <p:nvPr/>
            </p:nvSpPr>
            <p:spPr>
              <a:xfrm>
                <a:off x="32350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6" name="ph6176"/>
              <p:cNvSpPr/>
              <p:nvPr/>
            </p:nvSpPr>
            <p:spPr>
              <a:xfrm>
                <a:off x="32443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7" name="ph6177"/>
              <p:cNvSpPr/>
              <p:nvPr/>
            </p:nvSpPr>
            <p:spPr>
              <a:xfrm>
                <a:off x="32535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8" name="ph6178"/>
              <p:cNvSpPr/>
              <p:nvPr/>
            </p:nvSpPr>
            <p:spPr>
              <a:xfrm>
                <a:off x="32628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9" name="ph6179"/>
              <p:cNvSpPr/>
              <p:nvPr/>
            </p:nvSpPr>
            <p:spPr>
              <a:xfrm>
                <a:off x="32721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0" name="ph6180"/>
              <p:cNvSpPr/>
              <p:nvPr/>
            </p:nvSpPr>
            <p:spPr>
              <a:xfrm>
                <a:off x="32813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1" name="ph6181"/>
              <p:cNvSpPr/>
              <p:nvPr/>
            </p:nvSpPr>
            <p:spPr>
              <a:xfrm>
                <a:off x="329063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2" name="ph6182"/>
              <p:cNvSpPr/>
              <p:nvPr/>
            </p:nvSpPr>
            <p:spPr>
              <a:xfrm>
                <a:off x="329989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3" name="ph6183"/>
              <p:cNvSpPr/>
              <p:nvPr/>
            </p:nvSpPr>
            <p:spPr>
              <a:xfrm>
                <a:off x="330915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4" name="ph6184"/>
              <p:cNvSpPr/>
              <p:nvPr/>
            </p:nvSpPr>
            <p:spPr>
              <a:xfrm>
                <a:off x="33184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5" name="ph6185"/>
              <p:cNvSpPr/>
              <p:nvPr/>
            </p:nvSpPr>
            <p:spPr>
              <a:xfrm>
                <a:off x="33276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6" name="ph6186"/>
              <p:cNvSpPr/>
              <p:nvPr/>
            </p:nvSpPr>
            <p:spPr>
              <a:xfrm>
                <a:off x="33369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7" name="ph6187"/>
              <p:cNvSpPr/>
              <p:nvPr/>
            </p:nvSpPr>
            <p:spPr>
              <a:xfrm>
                <a:off x="33462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8" name="ph6188"/>
              <p:cNvSpPr/>
              <p:nvPr/>
            </p:nvSpPr>
            <p:spPr>
              <a:xfrm>
                <a:off x="335546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9" name="ph6189"/>
              <p:cNvSpPr/>
              <p:nvPr/>
            </p:nvSpPr>
            <p:spPr>
              <a:xfrm>
                <a:off x="33647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0" name="ph6190"/>
              <p:cNvSpPr/>
              <p:nvPr/>
            </p:nvSpPr>
            <p:spPr>
              <a:xfrm>
                <a:off x="33739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1" name="ph6191"/>
              <p:cNvSpPr/>
              <p:nvPr/>
            </p:nvSpPr>
            <p:spPr>
              <a:xfrm>
                <a:off x="33832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2" name="ph6192"/>
              <p:cNvSpPr/>
              <p:nvPr/>
            </p:nvSpPr>
            <p:spPr>
              <a:xfrm>
                <a:off x="339251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3" name="ph6193"/>
              <p:cNvSpPr/>
              <p:nvPr/>
            </p:nvSpPr>
            <p:spPr>
              <a:xfrm>
                <a:off x="34017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4" name="ph6194"/>
              <p:cNvSpPr/>
              <p:nvPr/>
            </p:nvSpPr>
            <p:spPr>
              <a:xfrm>
                <a:off x="34110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5" name="ph6195"/>
              <p:cNvSpPr/>
              <p:nvPr/>
            </p:nvSpPr>
            <p:spPr>
              <a:xfrm>
                <a:off x="34203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6" name="ph6196"/>
              <p:cNvSpPr/>
              <p:nvPr/>
            </p:nvSpPr>
            <p:spPr>
              <a:xfrm>
                <a:off x="34295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7" name="ph6197"/>
              <p:cNvSpPr/>
              <p:nvPr/>
            </p:nvSpPr>
            <p:spPr>
              <a:xfrm>
                <a:off x="343882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8" name="ph6198"/>
              <p:cNvSpPr/>
              <p:nvPr/>
            </p:nvSpPr>
            <p:spPr>
              <a:xfrm>
                <a:off x="34480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9" name="ph6199"/>
              <p:cNvSpPr/>
              <p:nvPr/>
            </p:nvSpPr>
            <p:spPr>
              <a:xfrm>
                <a:off x="34573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0" name="ph6200"/>
              <p:cNvSpPr/>
              <p:nvPr/>
            </p:nvSpPr>
            <p:spPr>
              <a:xfrm>
                <a:off x="34666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1" name="ph6201"/>
              <p:cNvSpPr/>
              <p:nvPr/>
            </p:nvSpPr>
            <p:spPr>
              <a:xfrm>
                <a:off x="347587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2" name="ph6202"/>
              <p:cNvSpPr/>
              <p:nvPr/>
            </p:nvSpPr>
            <p:spPr>
              <a:xfrm>
                <a:off x="34851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3" name="ph6203"/>
              <p:cNvSpPr/>
              <p:nvPr/>
            </p:nvSpPr>
            <p:spPr>
              <a:xfrm>
                <a:off x="34943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4" name="ph6204"/>
              <p:cNvSpPr/>
              <p:nvPr/>
            </p:nvSpPr>
            <p:spPr>
              <a:xfrm>
                <a:off x="35036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5" name="ph6205"/>
              <p:cNvSpPr/>
              <p:nvPr/>
            </p:nvSpPr>
            <p:spPr>
              <a:xfrm>
                <a:off x="35129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6" name="ph6206"/>
              <p:cNvSpPr/>
              <p:nvPr/>
            </p:nvSpPr>
            <p:spPr>
              <a:xfrm>
                <a:off x="352218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7" name="ph6207"/>
              <p:cNvSpPr/>
              <p:nvPr/>
            </p:nvSpPr>
            <p:spPr>
              <a:xfrm>
                <a:off x="35314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8" name="ph6208"/>
              <p:cNvSpPr/>
              <p:nvPr/>
            </p:nvSpPr>
            <p:spPr>
              <a:xfrm>
                <a:off x="35407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9" name="ph6209"/>
              <p:cNvSpPr/>
              <p:nvPr/>
            </p:nvSpPr>
            <p:spPr>
              <a:xfrm>
                <a:off x="35499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0" name="ph6210"/>
              <p:cNvSpPr/>
              <p:nvPr/>
            </p:nvSpPr>
            <p:spPr>
              <a:xfrm>
                <a:off x="35592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1" name="ph6211"/>
              <p:cNvSpPr/>
              <p:nvPr/>
            </p:nvSpPr>
            <p:spPr>
              <a:xfrm>
                <a:off x="35684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2" name="ph6212"/>
              <p:cNvSpPr/>
              <p:nvPr/>
            </p:nvSpPr>
            <p:spPr>
              <a:xfrm>
                <a:off x="35777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3" name="ph6213"/>
              <p:cNvSpPr/>
              <p:nvPr/>
            </p:nvSpPr>
            <p:spPr>
              <a:xfrm>
                <a:off x="35870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4" name="ph6214"/>
              <p:cNvSpPr/>
              <p:nvPr/>
            </p:nvSpPr>
            <p:spPr>
              <a:xfrm>
                <a:off x="35962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5" name="ph6215"/>
              <p:cNvSpPr/>
              <p:nvPr/>
            </p:nvSpPr>
            <p:spPr>
              <a:xfrm>
                <a:off x="36055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6" name="ph6216"/>
              <p:cNvSpPr/>
              <p:nvPr/>
            </p:nvSpPr>
            <p:spPr>
              <a:xfrm>
                <a:off x="36148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7" name="ph6217"/>
              <p:cNvSpPr/>
              <p:nvPr/>
            </p:nvSpPr>
            <p:spPr>
              <a:xfrm>
                <a:off x="36240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8" name="ph6218"/>
              <p:cNvSpPr/>
              <p:nvPr/>
            </p:nvSpPr>
            <p:spPr>
              <a:xfrm>
                <a:off x="36333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9" name="ph6219"/>
              <p:cNvSpPr/>
              <p:nvPr/>
            </p:nvSpPr>
            <p:spPr>
              <a:xfrm>
                <a:off x="36425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0" name="ph6220"/>
              <p:cNvSpPr/>
              <p:nvPr/>
            </p:nvSpPr>
            <p:spPr>
              <a:xfrm>
                <a:off x="36518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1" name="ph6221"/>
              <p:cNvSpPr/>
              <p:nvPr/>
            </p:nvSpPr>
            <p:spPr>
              <a:xfrm>
                <a:off x="36611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2" name="ph6222"/>
              <p:cNvSpPr/>
              <p:nvPr/>
            </p:nvSpPr>
            <p:spPr>
              <a:xfrm>
                <a:off x="36703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3" name="ph6223"/>
              <p:cNvSpPr/>
              <p:nvPr/>
            </p:nvSpPr>
            <p:spPr>
              <a:xfrm>
                <a:off x="36796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4" name="ph6224"/>
              <p:cNvSpPr/>
              <p:nvPr/>
            </p:nvSpPr>
            <p:spPr>
              <a:xfrm>
                <a:off x="36889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5" name="ph6225"/>
              <p:cNvSpPr/>
              <p:nvPr/>
            </p:nvSpPr>
            <p:spPr>
              <a:xfrm>
                <a:off x="36981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6" name="ph6226"/>
              <p:cNvSpPr/>
              <p:nvPr/>
            </p:nvSpPr>
            <p:spPr>
              <a:xfrm>
                <a:off x="3707430" y="14298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001"/>
                    </a:lnTo>
                    <a:lnTo>
                      <a:pt x="922307" y="909454"/>
                    </a:lnTo>
                    <a:lnTo>
                      <a:pt x="920146" y="914400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7" name="ph6227"/>
              <p:cNvSpPr/>
              <p:nvPr/>
            </p:nvSpPr>
            <p:spPr>
              <a:xfrm>
                <a:off x="3716692" y="1412579"/>
                <a:ext cx="917719" cy="923239"/>
              </a:xfrm>
              <a:custGeom>
                <a:avLst/>
                <a:gdLst/>
                <a:ahLst/>
                <a:cxnLst/>
                <a:rect l="0" t="0" r="0" b="0"/>
                <a:pathLst>
                  <a:path w="917719" h="923239">
                    <a:moveTo>
                      <a:pt x="914400" y="914400"/>
                    </a:moveTo>
                    <a:lnTo>
                      <a:pt x="917719" y="914400"/>
                    </a:lnTo>
                    <a:lnTo>
                      <a:pt x="916473" y="917953"/>
                    </a:lnTo>
                    <a:lnTo>
                      <a:pt x="914400" y="923239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8" name="ph6228"/>
              <p:cNvSpPr/>
              <p:nvPr/>
            </p:nvSpPr>
            <p:spPr>
              <a:xfrm>
                <a:off x="2068017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806" y="931638"/>
                    </a:lnTo>
                    <a:lnTo>
                      <a:pt x="912223" y="930431"/>
                    </a:lnTo>
                    <a:lnTo>
                      <a:pt x="908585" y="922058"/>
                    </a:lnTo>
                    <a:lnTo>
                      <a:pt x="905597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9" name="ph6229"/>
              <p:cNvSpPr/>
              <p:nvPr/>
            </p:nvSpPr>
            <p:spPr>
              <a:xfrm>
                <a:off x="20680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0" name="ph6230"/>
              <p:cNvSpPr/>
              <p:nvPr/>
            </p:nvSpPr>
            <p:spPr>
              <a:xfrm>
                <a:off x="20772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1" name="ph6231"/>
              <p:cNvSpPr/>
              <p:nvPr/>
            </p:nvSpPr>
            <p:spPr>
              <a:xfrm>
                <a:off x="20865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2" name="ph6232"/>
              <p:cNvSpPr/>
              <p:nvPr/>
            </p:nvSpPr>
            <p:spPr>
              <a:xfrm>
                <a:off x="20958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3" name="ph6233"/>
              <p:cNvSpPr/>
              <p:nvPr/>
            </p:nvSpPr>
            <p:spPr>
              <a:xfrm>
                <a:off x="210506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4" name="ph6234"/>
              <p:cNvSpPr/>
              <p:nvPr/>
            </p:nvSpPr>
            <p:spPr>
              <a:xfrm>
                <a:off x="21143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5" name="ph6235"/>
              <p:cNvSpPr/>
              <p:nvPr/>
            </p:nvSpPr>
            <p:spPr>
              <a:xfrm>
                <a:off x="21235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6" name="ph6236"/>
              <p:cNvSpPr/>
              <p:nvPr/>
            </p:nvSpPr>
            <p:spPr>
              <a:xfrm>
                <a:off x="21328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7" name="ph6237"/>
              <p:cNvSpPr/>
              <p:nvPr/>
            </p:nvSpPr>
            <p:spPr>
              <a:xfrm>
                <a:off x="214211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8" name="ph6238"/>
              <p:cNvSpPr/>
              <p:nvPr/>
            </p:nvSpPr>
            <p:spPr>
              <a:xfrm>
                <a:off x="21513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9" name="ph6239"/>
              <p:cNvSpPr/>
              <p:nvPr/>
            </p:nvSpPr>
            <p:spPr>
              <a:xfrm>
                <a:off x="21606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0" name="ph6240"/>
              <p:cNvSpPr/>
              <p:nvPr/>
            </p:nvSpPr>
            <p:spPr>
              <a:xfrm>
                <a:off x="21699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1" name="ph6241"/>
              <p:cNvSpPr/>
              <p:nvPr/>
            </p:nvSpPr>
            <p:spPr>
              <a:xfrm>
                <a:off x="21791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2" name="ph6242"/>
              <p:cNvSpPr/>
              <p:nvPr/>
            </p:nvSpPr>
            <p:spPr>
              <a:xfrm>
                <a:off x="218842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3" name="ph6243"/>
              <p:cNvSpPr/>
              <p:nvPr/>
            </p:nvSpPr>
            <p:spPr>
              <a:xfrm>
                <a:off x="21976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4" name="ph6244"/>
              <p:cNvSpPr/>
              <p:nvPr/>
            </p:nvSpPr>
            <p:spPr>
              <a:xfrm>
                <a:off x="22069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5" name="ph6245"/>
              <p:cNvSpPr/>
              <p:nvPr/>
            </p:nvSpPr>
            <p:spPr>
              <a:xfrm>
                <a:off x="22162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6" name="ph6246"/>
              <p:cNvSpPr/>
              <p:nvPr/>
            </p:nvSpPr>
            <p:spPr>
              <a:xfrm>
                <a:off x="222547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7" name="ph6247"/>
              <p:cNvSpPr/>
              <p:nvPr/>
            </p:nvSpPr>
            <p:spPr>
              <a:xfrm>
                <a:off x="22347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8" name="ph6248"/>
              <p:cNvSpPr/>
              <p:nvPr/>
            </p:nvSpPr>
            <p:spPr>
              <a:xfrm>
                <a:off x="22439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9" name="ph6249"/>
              <p:cNvSpPr/>
              <p:nvPr/>
            </p:nvSpPr>
            <p:spPr>
              <a:xfrm>
                <a:off x="22532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0" name="ph6250"/>
              <p:cNvSpPr/>
              <p:nvPr/>
            </p:nvSpPr>
            <p:spPr>
              <a:xfrm>
                <a:off x="22625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1" name="ph6251"/>
              <p:cNvSpPr/>
              <p:nvPr/>
            </p:nvSpPr>
            <p:spPr>
              <a:xfrm>
                <a:off x="22717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2" name="ph6252"/>
              <p:cNvSpPr/>
              <p:nvPr/>
            </p:nvSpPr>
            <p:spPr>
              <a:xfrm>
                <a:off x="22810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3" name="ph6253"/>
              <p:cNvSpPr/>
              <p:nvPr/>
            </p:nvSpPr>
            <p:spPr>
              <a:xfrm>
                <a:off x="22903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4" name="ph6254"/>
              <p:cNvSpPr/>
              <p:nvPr/>
            </p:nvSpPr>
            <p:spPr>
              <a:xfrm>
                <a:off x="22995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5" name="ph6255"/>
              <p:cNvSpPr/>
              <p:nvPr/>
            </p:nvSpPr>
            <p:spPr>
              <a:xfrm>
                <a:off x="230883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6" name="ph6256"/>
              <p:cNvSpPr/>
              <p:nvPr/>
            </p:nvSpPr>
            <p:spPr>
              <a:xfrm>
                <a:off x="23180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7" name="ph6257"/>
              <p:cNvSpPr/>
              <p:nvPr/>
            </p:nvSpPr>
            <p:spPr>
              <a:xfrm>
                <a:off x="23273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8" name="ph6258"/>
              <p:cNvSpPr/>
              <p:nvPr/>
            </p:nvSpPr>
            <p:spPr>
              <a:xfrm>
                <a:off x="23366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9" name="ph6259"/>
              <p:cNvSpPr/>
              <p:nvPr/>
            </p:nvSpPr>
            <p:spPr>
              <a:xfrm>
                <a:off x="23458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0" name="ph6260"/>
              <p:cNvSpPr/>
              <p:nvPr/>
            </p:nvSpPr>
            <p:spPr>
              <a:xfrm>
                <a:off x="235514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1" name="ph6261"/>
              <p:cNvSpPr/>
              <p:nvPr/>
            </p:nvSpPr>
            <p:spPr>
              <a:xfrm>
                <a:off x="23644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2" name="ph6262"/>
              <p:cNvSpPr/>
              <p:nvPr/>
            </p:nvSpPr>
            <p:spPr>
              <a:xfrm>
                <a:off x="23736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3" name="ph6263"/>
              <p:cNvSpPr/>
              <p:nvPr/>
            </p:nvSpPr>
            <p:spPr>
              <a:xfrm>
                <a:off x="23829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4" name="ph6264"/>
              <p:cNvSpPr/>
              <p:nvPr/>
            </p:nvSpPr>
            <p:spPr>
              <a:xfrm>
                <a:off x="2392195" y="1412579"/>
                <a:ext cx="921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64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443" y="897161"/>
                    </a:lnTo>
                    <a:lnTo>
                      <a:pt x="921464" y="898209"/>
                    </a:lnTo>
                    <a:lnTo>
                      <a:pt x="921380" y="908960"/>
                    </a:lnTo>
                    <a:lnTo>
                      <a:pt x="921185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5" name="ph6265"/>
              <p:cNvSpPr/>
              <p:nvPr/>
            </p:nvSpPr>
            <p:spPr>
              <a:xfrm>
                <a:off x="3096123" y="14125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50" y="914400"/>
                    </a:lnTo>
                    <a:lnTo>
                      <a:pt x="914400" y="90735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6" name="ph6266"/>
              <p:cNvSpPr/>
              <p:nvPr/>
            </p:nvSpPr>
            <p:spPr>
              <a:xfrm>
                <a:off x="3105386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597"/>
                    </a:lnTo>
                    <a:lnTo>
                      <a:pt x="905272" y="924276"/>
                    </a:lnTo>
                    <a:lnTo>
                      <a:pt x="909049" y="916167"/>
                    </a:lnTo>
                    <a:lnTo>
                      <a:pt x="909962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7" name="ph6267"/>
              <p:cNvSpPr/>
              <p:nvPr/>
            </p:nvSpPr>
            <p:spPr>
              <a:xfrm>
                <a:off x="31053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8" name="ph6268"/>
              <p:cNvSpPr/>
              <p:nvPr/>
            </p:nvSpPr>
            <p:spPr>
              <a:xfrm>
                <a:off x="31146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9" name="ph6269"/>
              <p:cNvSpPr/>
              <p:nvPr/>
            </p:nvSpPr>
            <p:spPr>
              <a:xfrm>
                <a:off x="31239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0" name="ph6270"/>
              <p:cNvSpPr/>
              <p:nvPr/>
            </p:nvSpPr>
            <p:spPr>
              <a:xfrm>
                <a:off x="31331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1" name="ph6271"/>
              <p:cNvSpPr/>
              <p:nvPr/>
            </p:nvSpPr>
            <p:spPr>
              <a:xfrm>
                <a:off x="31424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2" name="ph6272"/>
              <p:cNvSpPr/>
              <p:nvPr/>
            </p:nvSpPr>
            <p:spPr>
              <a:xfrm>
                <a:off x="31516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3" name="ph6273"/>
              <p:cNvSpPr/>
              <p:nvPr/>
            </p:nvSpPr>
            <p:spPr>
              <a:xfrm>
                <a:off x="31609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4" name="ph6274"/>
              <p:cNvSpPr/>
              <p:nvPr/>
            </p:nvSpPr>
            <p:spPr>
              <a:xfrm>
                <a:off x="31702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5" name="ph6275"/>
              <p:cNvSpPr/>
              <p:nvPr/>
            </p:nvSpPr>
            <p:spPr>
              <a:xfrm>
                <a:off x="31794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6" name="ph6276"/>
              <p:cNvSpPr/>
              <p:nvPr/>
            </p:nvSpPr>
            <p:spPr>
              <a:xfrm>
                <a:off x="31887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7" name="ph6277"/>
              <p:cNvSpPr/>
              <p:nvPr/>
            </p:nvSpPr>
            <p:spPr>
              <a:xfrm>
                <a:off x="31980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8" name="ph6278"/>
              <p:cNvSpPr/>
              <p:nvPr/>
            </p:nvSpPr>
            <p:spPr>
              <a:xfrm>
                <a:off x="32072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9" name="ph6279"/>
              <p:cNvSpPr/>
              <p:nvPr/>
            </p:nvSpPr>
            <p:spPr>
              <a:xfrm>
                <a:off x="32165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0" name="ph6280"/>
              <p:cNvSpPr/>
              <p:nvPr/>
            </p:nvSpPr>
            <p:spPr>
              <a:xfrm>
                <a:off x="32257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1" name="ph6281"/>
              <p:cNvSpPr/>
              <p:nvPr/>
            </p:nvSpPr>
            <p:spPr>
              <a:xfrm>
                <a:off x="32350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2" name="ph6282"/>
              <p:cNvSpPr/>
              <p:nvPr/>
            </p:nvSpPr>
            <p:spPr>
              <a:xfrm>
                <a:off x="32443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3" name="ph6283"/>
              <p:cNvSpPr/>
              <p:nvPr/>
            </p:nvSpPr>
            <p:spPr>
              <a:xfrm>
                <a:off x="32535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4" name="ph6284"/>
              <p:cNvSpPr/>
              <p:nvPr/>
            </p:nvSpPr>
            <p:spPr>
              <a:xfrm>
                <a:off x="32628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5" name="ph6285"/>
              <p:cNvSpPr/>
              <p:nvPr/>
            </p:nvSpPr>
            <p:spPr>
              <a:xfrm>
                <a:off x="32721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6" name="ph6286"/>
              <p:cNvSpPr/>
              <p:nvPr/>
            </p:nvSpPr>
            <p:spPr>
              <a:xfrm>
                <a:off x="32813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7" name="ph6287"/>
              <p:cNvSpPr/>
              <p:nvPr/>
            </p:nvSpPr>
            <p:spPr>
              <a:xfrm>
                <a:off x="32906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8" name="ph6288"/>
              <p:cNvSpPr/>
              <p:nvPr/>
            </p:nvSpPr>
            <p:spPr>
              <a:xfrm>
                <a:off x="329989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9" name="ph6289"/>
              <p:cNvSpPr/>
              <p:nvPr/>
            </p:nvSpPr>
            <p:spPr>
              <a:xfrm>
                <a:off x="330915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0" name="ph6290"/>
              <p:cNvSpPr/>
              <p:nvPr/>
            </p:nvSpPr>
            <p:spPr>
              <a:xfrm>
                <a:off x="33184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1" name="ph6291"/>
              <p:cNvSpPr/>
              <p:nvPr/>
            </p:nvSpPr>
            <p:spPr>
              <a:xfrm>
                <a:off x="33276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2" name="ph6292"/>
              <p:cNvSpPr/>
              <p:nvPr/>
            </p:nvSpPr>
            <p:spPr>
              <a:xfrm>
                <a:off x="33369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3" name="ph6293"/>
              <p:cNvSpPr/>
              <p:nvPr/>
            </p:nvSpPr>
            <p:spPr>
              <a:xfrm>
                <a:off x="33462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4" name="ph6294"/>
              <p:cNvSpPr/>
              <p:nvPr/>
            </p:nvSpPr>
            <p:spPr>
              <a:xfrm>
                <a:off x="335546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5" name="ph6295"/>
              <p:cNvSpPr/>
              <p:nvPr/>
            </p:nvSpPr>
            <p:spPr>
              <a:xfrm>
                <a:off x="33647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6" name="ph6296"/>
              <p:cNvSpPr/>
              <p:nvPr/>
            </p:nvSpPr>
            <p:spPr>
              <a:xfrm>
                <a:off x="33739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7" name="ph6297"/>
              <p:cNvSpPr/>
              <p:nvPr/>
            </p:nvSpPr>
            <p:spPr>
              <a:xfrm>
                <a:off x="33832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8" name="ph6298"/>
              <p:cNvSpPr/>
              <p:nvPr/>
            </p:nvSpPr>
            <p:spPr>
              <a:xfrm>
                <a:off x="339251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9" name="ph6299"/>
              <p:cNvSpPr/>
              <p:nvPr/>
            </p:nvSpPr>
            <p:spPr>
              <a:xfrm>
                <a:off x="34017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0" name="ph6300"/>
              <p:cNvSpPr/>
              <p:nvPr/>
            </p:nvSpPr>
            <p:spPr>
              <a:xfrm>
                <a:off x="34110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1" name="ph6301"/>
              <p:cNvSpPr/>
              <p:nvPr/>
            </p:nvSpPr>
            <p:spPr>
              <a:xfrm>
                <a:off x="34203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2" name="ph6302"/>
              <p:cNvSpPr/>
              <p:nvPr/>
            </p:nvSpPr>
            <p:spPr>
              <a:xfrm>
                <a:off x="34295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3" name="ph6303"/>
              <p:cNvSpPr/>
              <p:nvPr/>
            </p:nvSpPr>
            <p:spPr>
              <a:xfrm>
                <a:off x="343882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4" name="ph6304"/>
              <p:cNvSpPr/>
              <p:nvPr/>
            </p:nvSpPr>
            <p:spPr>
              <a:xfrm>
                <a:off x="34480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5" name="ph6305"/>
              <p:cNvSpPr/>
              <p:nvPr/>
            </p:nvSpPr>
            <p:spPr>
              <a:xfrm>
                <a:off x="34573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6" name="ph6306"/>
              <p:cNvSpPr/>
              <p:nvPr/>
            </p:nvSpPr>
            <p:spPr>
              <a:xfrm>
                <a:off x="34666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7" name="ph6307"/>
              <p:cNvSpPr/>
              <p:nvPr/>
            </p:nvSpPr>
            <p:spPr>
              <a:xfrm>
                <a:off x="347587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8" name="ph6308"/>
              <p:cNvSpPr/>
              <p:nvPr/>
            </p:nvSpPr>
            <p:spPr>
              <a:xfrm>
                <a:off x="34851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9" name="ph6309"/>
              <p:cNvSpPr/>
              <p:nvPr/>
            </p:nvSpPr>
            <p:spPr>
              <a:xfrm>
                <a:off x="34943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0" name="ph6310"/>
              <p:cNvSpPr/>
              <p:nvPr/>
            </p:nvSpPr>
            <p:spPr>
              <a:xfrm>
                <a:off x="35036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1" name="ph6311"/>
              <p:cNvSpPr/>
              <p:nvPr/>
            </p:nvSpPr>
            <p:spPr>
              <a:xfrm>
                <a:off x="35129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2" name="ph6312"/>
              <p:cNvSpPr/>
              <p:nvPr/>
            </p:nvSpPr>
            <p:spPr>
              <a:xfrm>
                <a:off x="352218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3" name="ph6313"/>
              <p:cNvSpPr/>
              <p:nvPr/>
            </p:nvSpPr>
            <p:spPr>
              <a:xfrm>
                <a:off x="35314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4" name="ph6314"/>
              <p:cNvSpPr/>
              <p:nvPr/>
            </p:nvSpPr>
            <p:spPr>
              <a:xfrm>
                <a:off x="35407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5" name="ph6315"/>
              <p:cNvSpPr/>
              <p:nvPr/>
            </p:nvSpPr>
            <p:spPr>
              <a:xfrm>
                <a:off x="35499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6" name="ph6316"/>
              <p:cNvSpPr/>
              <p:nvPr/>
            </p:nvSpPr>
            <p:spPr>
              <a:xfrm>
                <a:off x="35592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7" name="ph6317"/>
              <p:cNvSpPr/>
              <p:nvPr/>
            </p:nvSpPr>
            <p:spPr>
              <a:xfrm>
                <a:off x="35684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8" name="ph6318"/>
              <p:cNvSpPr/>
              <p:nvPr/>
            </p:nvSpPr>
            <p:spPr>
              <a:xfrm>
                <a:off x="35777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9" name="ph6319"/>
              <p:cNvSpPr/>
              <p:nvPr/>
            </p:nvSpPr>
            <p:spPr>
              <a:xfrm>
                <a:off x="35870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0" name="ph6320"/>
              <p:cNvSpPr/>
              <p:nvPr/>
            </p:nvSpPr>
            <p:spPr>
              <a:xfrm>
                <a:off x="35962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1" name="ph6321"/>
              <p:cNvSpPr/>
              <p:nvPr/>
            </p:nvSpPr>
            <p:spPr>
              <a:xfrm>
                <a:off x="36055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2" name="ph6322"/>
              <p:cNvSpPr/>
              <p:nvPr/>
            </p:nvSpPr>
            <p:spPr>
              <a:xfrm>
                <a:off x="36148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3" name="ph6323"/>
              <p:cNvSpPr/>
              <p:nvPr/>
            </p:nvSpPr>
            <p:spPr>
              <a:xfrm>
                <a:off x="36240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4" name="ph6324"/>
              <p:cNvSpPr/>
              <p:nvPr/>
            </p:nvSpPr>
            <p:spPr>
              <a:xfrm>
                <a:off x="36333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5" name="ph6325"/>
              <p:cNvSpPr/>
              <p:nvPr/>
            </p:nvSpPr>
            <p:spPr>
              <a:xfrm>
                <a:off x="36425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6" name="ph6326"/>
              <p:cNvSpPr/>
              <p:nvPr/>
            </p:nvSpPr>
            <p:spPr>
              <a:xfrm>
                <a:off x="36518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7" name="ph6327"/>
              <p:cNvSpPr/>
              <p:nvPr/>
            </p:nvSpPr>
            <p:spPr>
              <a:xfrm>
                <a:off x="36611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8" name="ph6328"/>
              <p:cNvSpPr/>
              <p:nvPr/>
            </p:nvSpPr>
            <p:spPr>
              <a:xfrm>
                <a:off x="36703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9" name="ph6329"/>
              <p:cNvSpPr/>
              <p:nvPr/>
            </p:nvSpPr>
            <p:spPr>
              <a:xfrm>
                <a:off x="36796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0" name="ph6330"/>
              <p:cNvSpPr/>
              <p:nvPr/>
            </p:nvSpPr>
            <p:spPr>
              <a:xfrm>
                <a:off x="36889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1" name="ph6331"/>
              <p:cNvSpPr/>
              <p:nvPr/>
            </p:nvSpPr>
            <p:spPr>
              <a:xfrm>
                <a:off x="36981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2" name="ph6332"/>
              <p:cNvSpPr/>
              <p:nvPr/>
            </p:nvSpPr>
            <p:spPr>
              <a:xfrm>
                <a:off x="37074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3" name="ph6333"/>
              <p:cNvSpPr/>
              <p:nvPr/>
            </p:nvSpPr>
            <p:spPr>
              <a:xfrm>
                <a:off x="3716692" y="1412579"/>
                <a:ext cx="9232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2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222" y="897161"/>
                    </a:lnTo>
                    <a:lnTo>
                      <a:pt x="922569" y="899533"/>
                    </a:lnTo>
                    <a:lnTo>
                      <a:pt x="919650" y="908891"/>
                    </a:lnTo>
                    <a:lnTo>
                      <a:pt x="917719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4" name="ph6334"/>
              <p:cNvSpPr/>
              <p:nvPr/>
            </p:nvSpPr>
            <p:spPr>
              <a:xfrm>
                <a:off x="2058755" y="1378102"/>
                <a:ext cx="914400" cy="9304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443">
                    <a:moveTo>
                      <a:pt x="914400" y="914400"/>
                    </a:moveTo>
                    <a:lnTo>
                      <a:pt x="914400" y="930443"/>
                    </a:lnTo>
                    <a:lnTo>
                      <a:pt x="912516" y="925043"/>
                    </a:lnTo>
                    <a:lnTo>
                      <a:pt x="910910" y="922839"/>
                    </a:lnTo>
                    <a:lnTo>
                      <a:pt x="906415" y="915962"/>
                    </a:lnTo>
                    <a:lnTo>
                      <a:pt x="905496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5" name="ph6335"/>
              <p:cNvSpPr/>
              <p:nvPr/>
            </p:nvSpPr>
            <p:spPr>
              <a:xfrm>
                <a:off x="205875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860" y="931638"/>
                    </a:lnTo>
                    <a:lnTo>
                      <a:pt x="914448" y="930584"/>
                    </a:lnTo>
                    <a:lnTo>
                      <a:pt x="914400" y="930443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6" name="ph6336"/>
              <p:cNvSpPr/>
              <p:nvPr/>
            </p:nvSpPr>
            <p:spPr>
              <a:xfrm>
                <a:off x="20680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7" name="ph6337"/>
              <p:cNvSpPr/>
              <p:nvPr/>
            </p:nvSpPr>
            <p:spPr>
              <a:xfrm>
                <a:off x="20772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8" name="ph6338"/>
              <p:cNvSpPr/>
              <p:nvPr/>
            </p:nvSpPr>
            <p:spPr>
              <a:xfrm>
                <a:off x="20865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9" name="ph6339"/>
              <p:cNvSpPr/>
              <p:nvPr/>
            </p:nvSpPr>
            <p:spPr>
              <a:xfrm>
                <a:off x="20958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0" name="ph6340"/>
              <p:cNvSpPr/>
              <p:nvPr/>
            </p:nvSpPr>
            <p:spPr>
              <a:xfrm>
                <a:off x="210506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1" name="ph6341"/>
              <p:cNvSpPr/>
              <p:nvPr/>
            </p:nvSpPr>
            <p:spPr>
              <a:xfrm>
                <a:off x="21143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2" name="ph6342"/>
              <p:cNvSpPr/>
              <p:nvPr/>
            </p:nvSpPr>
            <p:spPr>
              <a:xfrm>
                <a:off x="21235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3" name="ph6343"/>
              <p:cNvSpPr/>
              <p:nvPr/>
            </p:nvSpPr>
            <p:spPr>
              <a:xfrm>
                <a:off x="21328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4" name="ph6344"/>
              <p:cNvSpPr/>
              <p:nvPr/>
            </p:nvSpPr>
            <p:spPr>
              <a:xfrm>
                <a:off x="214211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5" name="ph6345"/>
              <p:cNvSpPr/>
              <p:nvPr/>
            </p:nvSpPr>
            <p:spPr>
              <a:xfrm>
                <a:off x="21513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6" name="ph6346"/>
              <p:cNvSpPr/>
              <p:nvPr/>
            </p:nvSpPr>
            <p:spPr>
              <a:xfrm>
                <a:off x="21606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7" name="ph6347"/>
              <p:cNvSpPr/>
              <p:nvPr/>
            </p:nvSpPr>
            <p:spPr>
              <a:xfrm>
                <a:off x="21699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8" name="ph6348"/>
              <p:cNvSpPr/>
              <p:nvPr/>
            </p:nvSpPr>
            <p:spPr>
              <a:xfrm>
                <a:off x="21791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9" name="ph6349"/>
              <p:cNvSpPr/>
              <p:nvPr/>
            </p:nvSpPr>
            <p:spPr>
              <a:xfrm>
                <a:off x="218842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0" name="ph6350"/>
              <p:cNvSpPr/>
              <p:nvPr/>
            </p:nvSpPr>
            <p:spPr>
              <a:xfrm>
                <a:off x="21976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1" name="ph6351"/>
              <p:cNvSpPr/>
              <p:nvPr/>
            </p:nvSpPr>
            <p:spPr>
              <a:xfrm>
                <a:off x="22069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2" name="ph6352"/>
              <p:cNvSpPr/>
              <p:nvPr/>
            </p:nvSpPr>
            <p:spPr>
              <a:xfrm>
                <a:off x="22162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3" name="ph6353"/>
              <p:cNvSpPr/>
              <p:nvPr/>
            </p:nvSpPr>
            <p:spPr>
              <a:xfrm>
                <a:off x="222547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4" name="ph6354"/>
              <p:cNvSpPr/>
              <p:nvPr/>
            </p:nvSpPr>
            <p:spPr>
              <a:xfrm>
                <a:off x="22347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5" name="ph6355"/>
              <p:cNvSpPr/>
              <p:nvPr/>
            </p:nvSpPr>
            <p:spPr>
              <a:xfrm>
                <a:off x="22439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6" name="ph6356"/>
              <p:cNvSpPr/>
              <p:nvPr/>
            </p:nvSpPr>
            <p:spPr>
              <a:xfrm>
                <a:off x="22532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7" name="ph6357"/>
              <p:cNvSpPr/>
              <p:nvPr/>
            </p:nvSpPr>
            <p:spPr>
              <a:xfrm>
                <a:off x="22625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8" name="ph6358"/>
              <p:cNvSpPr/>
              <p:nvPr/>
            </p:nvSpPr>
            <p:spPr>
              <a:xfrm>
                <a:off x="227178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9" name="ph6359"/>
              <p:cNvSpPr/>
              <p:nvPr/>
            </p:nvSpPr>
            <p:spPr>
              <a:xfrm>
                <a:off x="22810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0" name="ph6360"/>
              <p:cNvSpPr/>
              <p:nvPr/>
            </p:nvSpPr>
            <p:spPr>
              <a:xfrm>
                <a:off x="22903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1" name="ph6361"/>
              <p:cNvSpPr/>
              <p:nvPr/>
            </p:nvSpPr>
            <p:spPr>
              <a:xfrm>
                <a:off x="22995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2" name="ph6362"/>
              <p:cNvSpPr/>
              <p:nvPr/>
            </p:nvSpPr>
            <p:spPr>
              <a:xfrm>
                <a:off x="230883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3" name="ph6363"/>
              <p:cNvSpPr/>
              <p:nvPr/>
            </p:nvSpPr>
            <p:spPr>
              <a:xfrm>
                <a:off x="23180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4" name="ph6364"/>
              <p:cNvSpPr/>
              <p:nvPr/>
            </p:nvSpPr>
            <p:spPr>
              <a:xfrm>
                <a:off x="23273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5" name="ph6365"/>
              <p:cNvSpPr/>
              <p:nvPr/>
            </p:nvSpPr>
            <p:spPr>
              <a:xfrm>
                <a:off x="23366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6" name="ph6366"/>
              <p:cNvSpPr/>
              <p:nvPr/>
            </p:nvSpPr>
            <p:spPr>
              <a:xfrm>
                <a:off x="23458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7" name="ph6367"/>
              <p:cNvSpPr/>
              <p:nvPr/>
            </p:nvSpPr>
            <p:spPr>
              <a:xfrm>
                <a:off x="235514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8" name="ph6368"/>
              <p:cNvSpPr/>
              <p:nvPr/>
            </p:nvSpPr>
            <p:spPr>
              <a:xfrm>
                <a:off x="23644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9" name="ph6369"/>
              <p:cNvSpPr/>
              <p:nvPr/>
            </p:nvSpPr>
            <p:spPr>
              <a:xfrm>
                <a:off x="23736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0" name="ph6370"/>
              <p:cNvSpPr/>
              <p:nvPr/>
            </p:nvSpPr>
            <p:spPr>
              <a:xfrm>
                <a:off x="23829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1" name="ph6371"/>
              <p:cNvSpPr/>
              <p:nvPr/>
            </p:nvSpPr>
            <p:spPr>
              <a:xfrm>
                <a:off x="2392195" y="1395340"/>
                <a:ext cx="9214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43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990" y="897161"/>
                    </a:lnTo>
                    <a:lnTo>
                      <a:pt x="921000" y="897451"/>
                    </a:lnTo>
                    <a:lnTo>
                      <a:pt x="921011" y="897766"/>
                    </a:lnTo>
                    <a:lnTo>
                      <a:pt x="921022" y="898082"/>
                    </a:lnTo>
                    <a:lnTo>
                      <a:pt x="921033" y="898397"/>
                    </a:lnTo>
                    <a:lnTo>
                      <a:pt x="921043" y="898712"/>
                    </a:lnTo>
                    <a:lnTo>
                      <a:pt x="921054" y="899027"/>
                    </a:lnTo>
                    <a:lnTo>
                      <a:pt x="921065" y="899343"/>
                    </a:lnTo>
                    <a:lnTo>
                      <a:pt x="921076" y="899658"/>
                    </a:lnTo>
                    <a:lnTo>
                      <a:pt x="921086" y="899973"/>
                    </a:lnTo>
                    <a:lnTo>
                      <a:pt x="921097" y="900289"/>
                    </a:lnTo>
                    <a:lnTo>
                      <a:pt x="921108" y="900604"/>
                    </a:lnTo>
                    <a:lnTo>
                      <a:pt x="921119" y="900919"/>
                    </a:lnTo>
                    <a:lnTo>
                      <a:pt x="921129" y="901234"/>
                    </a:lnTo>
                    <a:lnTo>
                      <a:pt x="921140" y="901550"/>
                    </a:lnTo>
                    <a:lnTo>
                      <a:pt x="921151" y="901865"/>
                    </a:lnTo>
                    <a:lnTo>
                      <a:pt x="921162" y="902180"/>
                    </a:lnTo>
                    <a:lnTo>
                      <a:pt x="921172" y="902496"/>
                    </a:lnTo>
                    <a:lnTo>
                      <a:pt x="921183" y="902811"/>
                    </a:lnTo>
                    <a:lnTo>
                      <a:pt x="921194" y="903126"/>
                    </a:lnTo>
                    <a:lnTo>
                      <a:pt x="921205" y="903441"/>
                    </a:lnTo>
                    <a:lnTo>
                      <a:pt x="921215" y="903757"/>
                    </a:lnTo>
                    <a:lnTo>
                      <a:pt x="921226" y="904072"/>
                    </a:lnTo>
                    <a:lnTo>
                      <a:pt x="921237" y="904387"/>
                    </a:lnTo>
                    <a:lnTo>
                      <a:pt x="921248" y="904703"/>
                    </a:lnTo>
                    <a:lnTo>
                      <a:pt x="921443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2" name="ph6372"/>
              <p:cNvSpPr/>
              <p:nvPr/>
            </p:nvSpPr>
            <p:spPr>
              <a:xfrm>
                <a:off x="3105386" y="13953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62" y="914400"/>
                    </a:lnTo>
                    <a:lnTo>
                      <a:pt x="913046" y="908433"/>
                    </a:lnTo>
                    <a:lnTo>
                      <a:pt x="914400" y="906073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3" name="ph6373"/>
              <p:cNvSpPr/>
              <p:nvPr/>
            </p:nvSpPr>
            <p:spPr>
              <a:xfrm>
                <a:off x="3114648" y="13781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11"/>
                    </a:lnTo>
                    <a:lnTo>
                      <a:pt x="907992" y="918334"/>
                    </a:lnTo>
                    <a:lnTo>
                      <a:pt x="910496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4" name="ph6374"/>
              <p:cNvSpPr/>
              <p:nvPr/>
            </p:nvSpPr>
            <p:spPr>
              <a:xfrm>
                <a:off x="31146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5" name="ph6375"/>
              <p:cNvSpPr/>
              <p:nvPr/>
            </p:nvSpPr>
            <p:spPr>
              <a:xfrm>
                <a:off x="31239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6" name="ph6376"/>
              <p:cNvSpPr/>
              <p:nvPr/>
            </p:nvSpPr>
            <p:spPr>
              <a:xfrm>
                <a:off x="31331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7" name="ph6377"/>
              <p:cNvSpPr/>
              <p:nvPr/>
            </p:nvSpPr>
            <p:spPr>
              <a:xfrm>
                <a:off x="31424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8" name="ph6378"/>
              <p:cNvSpPr/>
              <p:nvPr/>
            </p:nvSpPr>
            <p:spPr>
              <a:xfrm>
                <a:off x="31516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9" name="ph6379"/>
              <p:cNvSpPr/>
              <p:nvPr/>
            </p:nvSpPr>
            <p:spPr>
              <a:xfrm>
                <a:off x="31609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0" name="ph6380"/>
              <p:cNvSpPr/>
              <p:nvPr/>
            </p:nvSpPr>
            <p:spPr>
              <a:xfrm>
                <a:off x="31702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1" name="ph6381"/>
              <p:cNvSpPr/>
              <p:nvPr/>
            </p:nvSpPr>
            <p:spPr>
              <a:xfrm>
                <a:off x="31794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2" name="ph6382"/>
              <p:cNvSpPr/>
              <p:nvPr/>
            </p:nvSpPr>
            <p:spPr>
              <a:xfrm>
                <a:off x="31887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3" name="ph6383"/>
              <p:cNvSpPr/>
              <p:nvPr/>
            </p:nvSpPr>
            <p:spPr>
              <a:xfrm>
                <a:off x="31980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4" name="ph6384"/>
              <p:cNvSpPr/>
              <p:nvPr/>
            </p:nvSpPr>
            <p:spPr>
              <a:xfrm>
                <a:off x="32072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5" name="ph6385"/>
              <p:cNvSpPr/>
              <p:nvPr/>
            </p:nvSpPr>
            <p:spPr>
              <a:xfrm>
                <a:off x="32165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6" name="ph6386"/>
              <p:cNvSpPr/>
              <p:nvPr/>
            </p:nvSpPr>
            <p:spPr>
              <a:xfrm>
                <a:off x="32257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7" name="ph6387"/>
              <p:cNvSpPr/>
              <p:nvPr/>
            </p:nvSpPr>
            <p:spPr>
              <a:xfrm>
                <a:off x="32350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8" name="ph6388"/>
              <p:cNvSpPr/>
              <p:nvPr/>
            </p:nvSpPr>
            <p:spPr>
              <a:xfrm>
                <a:off x="32443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9" name="ph6389"/>
              <p:cNvSpPr/>
              <p:nvPr/>
            </p:nvSpPr>
            <p:spPr>
              <a:xfrm>
                <a:off x="32535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0" name="ph6390"/>
              <p:cNvSpPr/>
              <p:nvPr/>
            </p:nvSpPr>
            <p:spPr>
              <a:xfrm>
                <a:off x="32628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1" name="ph6391"/>
              <p:cNvSpPr/>
              <p:nvPr/>
            </p:nvSpPr>
            <p:spPr>
              <a:xfrm>
                <a:off x="32721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2" name="ph6392"/>
              <p:cNvSpPr/>
              <p:nvPr/>
            </p:nvSpPr>
            <p:spPr>
              <a:xfrm>
                <a:off x="32813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3" name="ph6393"/>
              <p:cNvSpPr/>
              <p:nvPr/>
            </p:nvSpPr>
            <p:spPr>
              <a:xfrm>
                <a:off x="32906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4" name="ph6394"/>
              <p:cNvSpPr/>
              <p:nvPr/>
            </p:nvSpPr>
            <p:spPr>
              <a:xfrm>
                <a:off x="329989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5" name="ph6395"/>
              <p:cNvSpPr/>
              <p:nvPr/>
            </p:nvSpPr>
            <p:spPr>
              <a:xfrm>
                <a:off x="330915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6" name="ph6396"/>
              <p:cNvSpPr/>
              <p:nvPr/>
            </p:nvSpPr>
            <p:spPr>
              <a:xfrm>
                <a:off x="33184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7" name="ph6397"/>
              <p:cNvSpPr/>
              <p:nvPr/>
            </p:nvSpPr>
            <p:spPr>
              <a:xfrm>
                <a:off x="33276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8" name="ph6398"/>
              <p:cNvSpPr/>
              <p:nvPr/>
            </p:nvSpPr>
            <p:spPr>
              <a:xfrm>
                <a:off x="33369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9" name="ph6399"/>
              <p:cNvSpPr/>
              <p:nvPr/>
            </p:nvSpPr>
            <p:spPr>
              <a:xfrm>
                <a:off x="33462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0" name="ph6400"/>
              <p:cNvSpPr/>
              <p:nvPr/>
            </p:nvSpPr>
            <p:spPr>
              <a:xfrm>
                <a:off x="335546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1" name="ph6401"/>
              <p:cNvSpPr/>
              <p:nvPr/>
            </p:nvSpPr>
            <p:spPr>
              <a:xfrm>
                <a:off x="33647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2" name="ph6402"/>
              <p:cNvSpPr/>
              <p:nvPr/>
            </p:nvSpPr>
            <p:spPr>
              <a:xfrm>
                <a:off x="33739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3" name="ph6403"/>
              <p:cNvSpPr/>
              <p:nvPr/>
            </p:nvSpPr>
            <p:spPr>
              <a:xfrm>
                <a:off x="33832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4" name="ph6404"/>
              <p:cNvSpPr/>
              <p:nvPr/>
            </p:nvSpPr>
            <p:spPr>
              <a:xfrm>
                <a:off x="339251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5" name="ph6405"/>
              <p:cNvSpPr/>
              <p:nvPr/>
            </p:nvSpPr>
            <p:spPr>
              <a:xfrm>
                <a:off x="34017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6" name="ph6406"/>
              <p:cNvSpPr/>
              <p:nvPr/>
            </p:nvSpPr>
            <p:spPr>
              <a:xfrm>
                <a:off x="34110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7" name="ph6407"/>
              <p:cNvSpPr/>
              <p:nvPr/>
            </p:nvSpPr>
            <p:spPr>
              <a:xfrm>
                <a:off x="34203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8" name="ph6408"/>
              <p:cNvSpPr/>
              <p:nvPr/>
            </p:nvSpPr>
            <p:spPr>
              <a:xfrm>
                <a:off x="34295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9" name="ph6409"/>
              <p:cNvSpPr/>
              <p:nvPr/>
            </p:nvSpPr>
            <p:spPr>
              <a:xfrm>
                <a:off x="343882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0" name="ph6410"/>
              <p:cNvSpPr/>
              <p:nvPr/>
            </p:nvSpPr>
            <p:spPr>
              <a:xfrm>
                <a:off x="34480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1" name="ph6411"/>
              <p:cNvSpPr/>
              <p:nvPr/>
            </p:nvSpPr>
            <p:spPr>
              <a:xfrm>
                <a:off x="34573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2" name="ph6412"/>
              <p:cNvSpPr/>
              <p:nvPr/>
            </p:nvSpPr>
            <p:spPr>
              <a:xfrm>
                <a:off x="34666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3" name="ph6413"/>
              <p:cNvSpPr/>
              <p:nvPr/>
            </p:nvSpPr>
            <p:spPr>
              <a:xfrm>
                <a:off x="347587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4" name="ph6414"/>
              <p:cNvSpPr/>
              <p:nvPr/>
            </p:nvSpPr>
            <p:spPr>
              <a:xfrm>
                <a:off x="34851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5" name="ph6415"/>
              <p:cNvSpPr/>
              <p:nvPr/>
            </p:nvSpPr>
            <p:spPr>
              <a:xfrm>
                <a:off x="34943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6" name="ph6416"/>
              <p:cNvSpPr/>
              <p:nvPr/>
            </p:nvSpPr>
            <p:spPr>
              <a:xfrm>
                <a:off x="35036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7" name="ph6417"/>
              <p:cNvSpPr/>
              <p:nvPr/>
            </p:nvSpPr>
            <p:spPr>
              <a:xfrm>
                <a:off x="35129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8" name="ph6418"/>
              <p:cNvSpPr/>
              <p:nvPr/>
            </p:nvSpPr>
            <p:spPr>
              <a:xfrm>
                <a:off x="352218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9" name="ph6419"/>
              <p:cNvSpPr/>
              <p:nvPr/>
            </p:nvSpPr>
            <p:spPr>
              <a:xfrm>
                <a:off x="35314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0" name="ph6420"/>
              <p:cNvSpPr/>
              <p:nvPr/>
            </p:nvSpPr>
            <p:spPr>
              <a:xfrm>
                <a:off x="35407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1" name="ph6421"/>
              <p:cNvSpPr/>
              <p:nvPr/>
            </p:nvSpPr>
            <p:spPr>
              <a:xfrm>
                <a:off x="35499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2" name="ph6422"/>
              <p:cNvSpPr/>
              <p:nvPr/>
            </p:nvSpPr>
            <p:spPr>
              <a:xfrm>
                <a:off x="35592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3" name="ph6423"/>
              <p:cNvSpPr/>
              <p:nvPr/>
            </p:nvSpPr>
            <p:spPr>
              <a:xfrm>
                <a:off x="35684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4" name="ph6424"/>
              <p:cNvSpPr/>
              <p:nvPr/>
            </p:nvSpPr>
            <p:spPr>
              <a:xfrm>
                <a:off x="35777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5" name="ph6425"/>
              <p:cNvSpPr/>
              <p:nvPr/>
            </p:nvSpPr>
            <p:spPr>
              <a:xfrm>
                <a:off x="35870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6" name="ph6426"/>
              <p:cNvSpPr/>
              <p:nvPr/>
            </p:nvSpPr>
            <p:spPr>
              <a:xfrm>
                <a:off x="35962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7" name="ph6427"/>
              <p:cNvSpPr/>
              <p:nvPr/>
            </p:nvSpPr>
            <p:spPr>
              <a:xfrm>
                <a:off x="36055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8" name="ph6428"/>
              <p:cNvSpPr/>
              <p:nvPr/>
            </p:nvSpPr>
            <p:spPr>
              <a:xfrm>
                <a:off x="36148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9" name="ph6429"/>
              <p:cNvSpPr/>
              <p:nvPr/>
            </p:nvSpPr>
            <p:spPr>
              <a:xfrm>
                <a:off x="36240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0" name="ph6430"/>
              <p:cNvSpPr/>
              <p:nvPr/>
            </p:nvSpPr>
            <p:spPr>
              <a:xfrm>
                <a:off x="36333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1" name="ph6431"/>
              <p:cNvSpPr/>
              <p:nvPr/>
            </p:nvSpPr>
            <p:spPr>
              <a:xfrm>
                <a:off x="36425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2" name="ph6432"/>
              <p:cNvSpPr/>
              <p:nvPr/>
            </p:nvSpPr>
            <p:spPr>
              <a:xfrm>
                <a:off x="36518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3" name="ph6433"/>
              <p:cNvSpPr/>
              <p:nvPr/>
            </p:nvSpPr>
            <p:spPr>
              <a:xfrm>
                <a:off x="36611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4" name="ph6434"/>
              <p:cNvSpPr/>
              <p:nvPr/>
            </p:nvSpPr>
            <p:spPr>
              <a:xfrm>
                <a:off x="36703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5" name="ph6435"/>
              <p:cNvSpPr/>
              <p:nvPr/>
            </p:nvSpPr>
            <p:spPr>
              <a:xfrm>
                <a:off x="36796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6" name="ph6436"/>
              <p:cNvSpPr/>
              <p:nvPr/>
            </p:nvSpPr>
            <p:spPr>
              <a:xfrm>
                <a:off x="36889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7" name="ph6437"/>
              <p:cNvSpPr/>
              <p:nvPr/>
            </p:nvSpPr>
            <p:spPr>
              <a:xfrm>
                <a:off x="36981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8" name="ph6438"/>
              <p:cNvSpPr/>
              <p:nvPr/>
            </p:nvSpPr>
            <p:spPr>
              <a:xfrm>
                <a:off x="37074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9" name="ph6439"/>
              <p:cNvSpPr/>
              <p:nvPr/>
            </p:nvSpPr>
            <p:spPr>
              <a:xfrm>
                <a:off x="3716692" y="139534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01"/>
                    </a:lnTo>
                    <a:lnTo>
                      <a:pt x="923222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0" name="ph6440"/>
              <p:cNvSpPr/>
              <p:nvPr/>
            </p:nvSpPr>
            <p:spPr>
              <a:xfrm>
                <a:off x="3725954" y="1378102"/>
                <a:ext cx="918335" cy="930039"/>
              </a:xfrm>
              <a:custGeom>
                <a:avLst/>
                <a:gdLst/>
                <a:ahLst/>
                <a:cxnLst/>
                <a:rect l="0" t="0" r="0" b="0"/>
                <a:pathLst>
                  <a:path w="918335" h="930039">
                    <a:moveTo>
                      <a:pt x="914400" y="914400"/>
                    </a:moveTo>
                    <a:lnTo>
                      <a:pt x="918335" y="914505"/>
                    </a:lnTo>
                    <a:lnTo>
                      <a:pt x="915958" y="924380"/>
                    </a:lnTo>
                    <a:lnTo>
                      <a:pt x="914400" y="93003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1" name="ph6441"/>
              <p:cNvSpPr/>
              <p:nvPr/>
            </p:nvSpPr>
            <p:spPr>
              <a:xfrm>
                <a:off x="2049492" y="1360864"/>
                <a:ext cx="914400" cy="9310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8">
                    <a:moveTo>
                      <a:pt x="914400" y="914400"/>
                    </a:moveTo>
                    <a:lnTo>
                      <a:pt x="914400" y="931028"/>
                    </a:lnTo>
                    <a:lnTo>
                      <a:pt x="911382" y="925896"/>
                    </a:lnTo>
                    <a:lnTo>
                      <a:pt x="907297" y="918182"/>
                    </a:lnTo>
                    <a:lnTo>
                      <a:pt x="905494" y="914400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2" name="ph6442"/>
              <p:cNvSpPr/>
              <p:nvPr/>
            </p:nvSpPr>
            <p:spPr>
              <a:xfrm>
                <a:off x="20494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8" y="931638"/>
                    </a:lnTo>
                    <a:lnTo>
                      <a:pt x="914400" y="93102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3" name="ph6443"/>
              <p:cNvSpPr/>
              <p:nvPr/>
            </p:nvSpPr>
            <p:spPr>
              <a:xfrm>
                <a:off x="205875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4" name="ph6444"/>
              <p:cNvSpPr/>
              <p:nvPr/>
            </p:nvSpPr>
            <p:spPr>
              <a:xfrm>
                <a:off x="20680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5" name="ph6445"/>
              <p:cNvSpPr/>
              <p:nvPr/>
            </p:nvSpPr>
            <p:spPr>
              <a:xfrm>
                <a:off x="20772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6" name="ph6446"/>
              <p:cNvSpPr/>
              <p:nvPr/>
            </p:nvSpPr>
            <p:spPr>
              <a:xfrm>
                <a:off x="20865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7" name="ph6447"/>
              <p:cNvSpPr/>
              <p:nvPr/>
            </p:nvSpPr>
            <p:spPr>
              <a:xfrm>
                <a:off x="20958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8" name="ph6448"/>
              <p:cNvSpPr/>
              <p:nvPr/>
            </p:nvSpPr>
            <p:spPr>
              <a:xfrm>
                <a:off x="210506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9" name="ph6449"/>
              <p:cNvSpPr/>
              <p:nvPr/>
            </p:nvSpPr>
            <p:spPr>
              <a:xfrm>
                <a:off x="21143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0" name="ph6450"/>
              <p:cNvSpPr/>
              <p:nvPr/>
            </p:nvSpPr>
            <p:spPr>
              <a:xfrm>
                <a:off x="21235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1" name="ph6451"/>
              <p:cNvSpPr/>
              <p:nvPr/>
            </p:nvSpPr>
            <p:spPr>
              <a:xfrm>
                <a:off x="21328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2" name="ph6452"/>
              <p:cNvSpPr/>
              <p:nvPr/>
            </p:nvSpPr>
            <p:spPr>
              <a:xfrm>
                <a:off x="214211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3" name="ph6453"/>
              <p:cNvSpPr/>
              <p:nvPr/>
            </p:nvSpPr>
            <p:spPr>
              <a:xfrm>
                <a:off x="21513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4" name="ph6454"/>
              <p:cNvSpPr/>
              <p:nvPr/>
            </p:nvSpPr>
            <p:spPr>
              <a:xfrm>
                <a:off x="21606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5" name="ph6455"/>
              <p:cNvSpPr/>
              <p:nvPr/>
            </p:nvSpPr>
            <p:spPr>
              <a:xfrm>
                <a:off x="21699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6" name="ph6456"/>
              <p:cNvSpPr/>
              <p:nvPr/>
            </p:nvSpPr>
            <p:spPr>
              <a:xfrm>
                <a:off x="21791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7" name="ph6457"/>
              <p:cNvSpPr/>
              <p:nvPr/>
            </p:nvSpPr>
            <p:spPr>
              <a:xfrm>
                <a:off x="218842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8" name="ph6458"/>
              <p:cNvSpPr/>
              <p:nvPr/>
            </p:nvSpPr>
            <p:spPr>
              <a:xfrm>
                <a:off x="21976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9" name="ph6459"/>
              <p:cNvSpPr/>
              <p:nvPr/>
            </p:nvSpPr>
            <p:spPr>
              <a:xfrm>
                <a:off x="22069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0" name="ph6460"/>
              <p:cNvSpPr/>
              <p:nvPr/>
            </p:nvSpPr>
            <p:spPr>
              <a:xfrm>
                <a:off x="22162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1" name="ph6461"/>
              <p:cNvSpPr/>
              <p:nvPr/>
            </p:nvSpPr>
            <p:spPr>
              <a:xfrm>
                <a:off x="222547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2" name="ph6462"/>
              <p:cNvSpPr/>
              <p:nvPr/>
            </p:nvSpPr>
            <p:spPr>
              <a:xfrm>
                <a:off x="22347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3" name="ph6463"/>
              <p:cNvSpPr/>
              <p:nvPr/>
            </p:nvSpPr>
            <p:spPr>
              <a:xfrm>
                <a:off x="22439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4" name="ph6464"/>
              <p:cNvSpPr/>
              <p:nvPr/>
            </p:nvSpPr>
            <p:spPr>
              <a:xfrm>
                <a:off x="22532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5" name="ph6465"/>
              <p:cNvSpPr/>
              <p:nvPr/>
            </p:nvSpPr>
            <p:spPr>
              <a:xfrm>
                <a:off x="22625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6" name="ph6466"/>
              <p:cNvSpPr/>
              <p:nvPr/>
            </p:nvSpPr>
            <p:spPr>
              <a:xfrm>
                <a:off x="227178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7" name="ph6467"/>
              <p:cNvSpPr/>
              <p:nvPr/>
            </p:nvSpPr>
            <p:spPr>
              <a:xfrm>
                <a:off x="22810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8" name="ph6468"/>
              <p:cNvSpPr/>
              <p:nvPr/>
            </p:nvSpPr>
            <p:spPr>
              <a:xfrm>
                <a:off x="22903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9" name="ph6469"/>
              <p:cNvSpPr/>
              <p:nvPr/>
            </p:nvSpPr>
            <p:spPr>
              <a:xfrm>
                <a:off x="22995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0" name="ph6470"/>
              <p:cNvSpPr/>
              <p:nvPr/>
            </p:nvSpPr>
            <p:spPr>
              <a:xfrm>
                <a:off x="230883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1" name="ph6471"/>
              <p:cNvSpPr/>
              <p:nvPr/>
            </p:nvSpPr>
            <p:spPr>
              <a:xfrm>
                <a:off x="23180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2" name="ph6472"/>
              <p:cNvSpPr/>
              <p:nvPr/>
            </p:nvSpPr>
            <p:spPr>
              <a:xfrm>
                <a:off x="23273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3" name="ph6473"/>
              <p:cNvSpPr/>
              <p:nvPr/>
            </p:nvSpPr>
            <p:spPr>
              <a:xfrm>
                <a:off x="23366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4" name="ph6474"/>
              <p:cNvSpPr/>
              <p:nvPr/>
            </p:nvSpPr>
            <p:spPr>
              <a:xfrm>
                <a:off x="23458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5" name="ph6475"/>
              <p:cNvSpPr/>
              <p:nvPr/>
            </p:nvSpPr>
            <p:spPr>
              <a:xfrm>
                <a:off x="235514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6" name="ph6476"/>
              <p:cNvSpPr/>
              <p:nvPr/>
            </p:nvSpPr>
            <p:spPr>
              <a:xfrm>
                <a:off x="23644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7" name="ph6477"/>
              <p:cNvSpPr/>
              <p:nvPr/>
            </p:nvSpPr>
            <p:spPr>
              <a:xfrm>
                <a:off x="23736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8" name="ph6478"/>
              <p:cNvSpPr/>
              <p:nvPr/>
            </p:nvSpPr>
            <p:spPr>
              <a:xfrm>
                <a:off x="23829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9" name="ph6479"/>
              <p:cNvSpPr/>
              <p:nvPr/>
            </p:nvSpPr>
            <p:spPr>
              <a:xfrm>
                <a:off x="2392195" y="1378102"/>
                <a:ext cx="920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9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082" y="897161"/>
                    </a:lnTo>
                    <a:lnTo>
                      <a:pt x="920377" y="900985"/>
                    </a:lnTo>
                    <a:lnTo>
                      <a:pt x="920903" y="911853"/>
                    </a:lnTo>
                    <a:lnTo>
                      <a:pt x="920914" y="912167"/>
                    </a:lnTo>
                    <a:lnTo>
                      <a:pt x="920925" y="912482"/>
                    </a:lnTo>
                    <a:lnTo>
                      <a:pt x="920936" y="912798"/>
                    </a:lnTo>
                    <a:lnTo>
                      <a:pt x="920946" y="913113"/>
                    </a:lnTo>
                    <a:lnTo>
                      <a:pt x="920957" y="913428"/>
                    </a:lnTo>
                    <a:lnTo>
                      <a:pt x="920968" y="913744"/>
                    </a:lnTo>
                    <a:lnTo>
                      <a:pt x="920979" y="914059"/>
                    </a:lnTo>
                    <a:lnTo>
                      <a:pt x="920990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0" name="ph6480"/>
              <p:cNvSpPr/>
              <p:nvPr/>
            </p:nvSpPr>
            <p:spPr>
              <a:xfrm>
                <a:off x="3114648" y="13781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96" y="914400"/>
                    </a:lnTo>
                    <a:lnTo>
                      <a:pt x="912398" y="911412"/>
                    </a:lnTo>
                    <a:lnTo>
                      <a:pt x="914400" y="908586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1" name="ph6481"/>
              <p:cNvSpPr/>
              <p:nvPr/>
            </p:nvSpPr>
            <p:spPr>
              <a:xfrm>
                <a:off x="3123910" y="13608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825"/>
                    </a:lnTo>
                    <a:lnTo>
                      <a:pt x="907730" y="922164"/>
                    </a:lnTo>
                    <a:lnTo>
                      <a:pt x="912498" y="916129"/>
                    </a:lnTo>
                    <a:lnTo>
                      <a:pt x="914029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2" name="ph6482"/>
              <p:cNvSpPr/>
              <p:nvPr/>
            </p:nvSpPr>
            <p:spPr>
              <a:xfrm>
                <a:off x="31239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3" name="ph6483"/>
              <p:cNvSpPr/>
              <p:nvPr/>
            </p:nvSpPr>
            <p:spPr>
              <a:xfrm>
                <a:off x="31331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4" name="ph6484"/>
              <p:cNvSpPr/>
              <p:nvPr/>
            </p:nvSpPr>
            <p:spPr>
              <a:xfrm>
                <a:off x="31424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5" name="ph6485"/>
              <p:cNvSpPr/>
              <p:nvPr/>
            </p:nvSpPr>
            <p:spPr>
              <a:xfrm>
                <a:off x="31516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6" name="ph6486"/>
              <p:cNvSpPr/>
              <p:nvPr/>
            </p:nvSpPr>
            <p:spPr>
              <a:xfrm>
                <a:off x="31609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7" name="ph6487"/>
              <p:cNvSpPr/>
              <p:nvPr/>
            </p:nvSpPr>
            <p:spPr>
              <a:xfrm>
                <a:off x="31702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8" name="ph6488"/>
              <p:cNvSpPr/>
              <p:nvPr/>
            </p:nvSpPr>
            <p:spPr>
              <a:xfrm>
                <a:off x="31794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9" name="ph6489"/>
              <p:cNvSpPr/>
              <p:nvPr/>
            </p:nvSpPr>
            <p:spPr>
              <a:xfrm>
                <a:off x="31887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0" name="ph6490"/>
              <p:cNvSpPr/>
              <p:nvPr/>
            </p:nvSpPr>
            <p:spPr>
              <a:xfrm>
                <a:off x="31980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1" name="ph6491"/>
              <p:cNvSpPr/>
              <p:nvPr/>
            </p:nvSpPr>
            <p:spPr>
              <a:xfrm>
                <a:off x="32072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2" name="ph6492"/>
              <p:cNvSpPr/>
              <p:nvPr/>
            </p:nvSpPr>
            <p:spPr>
              <a:xfrm>
                <a:off x="32165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3" name="ph6493"/>
              <p:cNvSpPr/>
              <p:nvPr/>
            </p:nvSpPr>
            <p:spPr>
              <a:xfrm>
                <a:off x="32257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4" name="ph6494"/>
              <p:cNvSpPr/>
              <p:nvPr/>
            </p:nvSpPr>
            <p:spPr>
              <a:xfrm>
                <a:off x="32350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5" name="ph6495"/>
              <p:cNvSpPr/>
              <p:nvPr/>
            </p:nvSpPr>
            <p:spPr>
              <a:xfrm>
                <a:off x="32443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6" name="ph6496"/>
              <p:cNvSpPr/>
              <p:nvPr/>
            </p:nvSpPr>
            <p:spPr>
              <a:xfrm>
                <a:off x="32535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7" name="ph6497"/>
              <p:cNvSpPr/>
              <p:nvPr/>
            </p:nvSpPr>
            <p:spPr>
              <a:xfrm>
                <a:off x="32628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8" name="ph6498"/>
              <p:cNvSpPr/>
              <p:nvPr/>
            </p:nvSpPr>
            <p:spPr>
              <a:xfrm>
                <a:off x="32721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9" name="ph6499"/>
              <p:cNvSpPr/>
              <p:nvPr/>
            </p:nvSpPr>
            <p:spPr>
              <a:xfrm>
                <a:off x="32813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0" name="ph6500"/>
              <p:cNvSpPr/>
              <p:nvPr/>
            </p:nvSpPr>
            <p:spPr>
              <a:xfrm>
                <a:off x="32906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1" name="ph6501"/>
              <p:cNvSpPr/>
              <p:nvPr/>
            </p:nvSpPr>
            <p:spPr>
              <a:xfrm>
                <a:off x="32998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2" name="ph6502"/>
              <p:cNvSpPr/>
              <p:nvPr/>
            </p:nvSpPr>
            <p:spPr>
              <a:xfrm>
                <a:off x="330915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3" name="ph6503"/>
              <p:cNvSpPr/>
              <p:nvPr/>
            </p:nvSpPr>
            <p:spPr>
              <a:xfrm>
                <a:off x="33184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4" name="ph6504"/>
              <p:cNvSpPr/>
              <p:nvPr/>
            </p:nvSpPr>
            <p:spPr>
              <a:xfrm>
                <a:off x="33276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5" name="ph6505"/>
              <p:cNvSpPr/>
              <p:nvPr/>
            </p:nvSpPr>
            <p:spPr>
              <a:xfrm>
                <a:off x="33369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6" name="ph6506"/>
              <p:cNvSpPr/>
              <p:nvPr/>
            </p:nvSpPr>
            <p:spPr>
              <a:xfrm>
                <a:off x="33462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7" name="ph6507"/>
              <p:cNvSpPr/>
              <p:nvPr/>
            </p:nvSpPr>
            <p:spPr>
              <a:xfrm>
                <a:off x="335546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8" name="ph6508"/>
              <p:cNvSpPr/>
              <p:nvPr/>
            </p:nvSpPr>
            <p:spPr>
              <a:xfrm>
                <a:off x="33647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9" name="ph6509"/>
              <p:cNvSpPr/>
              <p:nvPr/>
            </p:nvSpPr>
            <p:spPr>
              <a:xfrm>
                <a:off x="33739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0" name="ph6510"/>
              <p:cNvSpPr/>
              <p:nvPr/>
            </p:nvSpPr>
            <p:spPr>
              <a:xfrm>
                <a:off x="33832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1" name="ph6511"/>
              <p:cNvSpPr/>
              <p:nvPr/>
            </p:nvSpPr>
            <p:spPr>
              <a:xfrm>
                <a:off x="339251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2" name="ph6512"/>
              <p:cNvSpPr/>
              <p:nvPr/>
            </p:nvSpPr>
            <p:spPr>
              <a:xfrm>
                <a:off x="34017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3" name="ph6513"/>
              <p:cNvSpPr/>
              <p:nvPr/>
            </p:nvSpPr>
            <p:spPr>
              <a:xfrm>
                <a:off x="34110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4" name="ph6514"/>
              <p:cNvSpPr/>
              <p:nvPr/>
            </p:nvSpPr>
            <p:spPr>
              <a:xfrm>
                <a:off x="34203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5" name="ph6515"/>
              <p:cNvSpPr/>
              <p:nvPr/>
            </p:nvSpPr>
            <p:spPr>
              <a:xfrm>
                <a:off x="34295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6" name="ph6516"/>
              <p:cNvSpPr/>
              <p:nvPr/>
            </p:nvSpPr>
            <p:spPr>
              <a:xfrm>
                <a:off x="343882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7" name="ph6517"/>
              <p:cNvSpPr/>
              <p:nvPr/>
            </p:nvSpPr>
            <p:spPr>
              <a:xfrm>
                <a:off x="34480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8" name="ph6518"/>
              <p:cNvSpPr/>
              <p:nvPr/>
            </p:nvSpPr>
            <p:spPr>
              <a:xfrm>
                <a:off x="34573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9" name="ph6519"/>
              <p:cNvSpPr/>
              <p:nvPr/>
            </p:nvSpPr>
            <p:spPr>
              <a:xfrm>
                <a:off x="34666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0" name="ph6520"/>
              <p:cNvSpPr/>
              <p:nvPr/>
            </p:nvSpPr>
            <p:spPr>
              <a:xfrm>
                <a:off x="347587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1" name="ph6521"/>
              <p:cNvSpPr/>
              <p:nvPr/>
            </p:nvSpPr>
            <p:spPr>
              <a:xfrm>
                <a:off x="34851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2" name="ph6522"/>
              <p:cNvSpPr/>
              <p:nvPr/>
            </p:nvSpPr>
            <p:spPr>
              <a:xfrm>
                <a:off x="34943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3" name="ph6523"/>
              <p:cNvSpPr/>
              <p:nvPr/>
            </p:nvSpPr>
            <p:spPr>
              <a:xfrm>
                <a:off x="35036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4" name="ph6524"/>
              <p:cNvSpPr/>
              <p:nvPr/>
            </p:nvSpPr>
            <p:spPr>
              <a:xfrm>
                <a:off x="35129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5" name="ph6525"/>
              <p:cNvSpPr/>
              <p:nvPr/>
            </p:nvSpPr>
            <p:spPr>
              <a:xfrm>
                <a:off x="352218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6" name="ph6526"/>
              <p:cNvSpPr/>
              <p:nvPr/>
            </p:nvSpPr>
            <p:spPr>
              <a:xfrm>
                <a:off x="35314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7" name="ph6527"/>
              <p:cNvSpPr/>
              <p:nvPr/>
            </p:nvSpPr>
            <p:spPr>
              <a:xfrm>
                <a:off x="35407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8" name="ph6528"/>
              <p:cNvSpPr/>
              <p:nvPr/>
            </p:nvSpPr>
            <p:spPr>
              <a:xfrm>
                <a:off x="35499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9" name="ph6529"/>
              <p:cNvSpPr/>
              <p:nvPr/>
            </p:nvSpPr>
            <p:spPr>
              <a:xfrm>
                <a:off x="35592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0" name="ph6530"/>
              <p:cNvSpPr/>
              <p:nvPr/>
            </p:nvSpPr>
            <p:spPr>
              <a:xfrm>
                <a:off x="35684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1" name="ph6531"/>
              <p:cNvSpPr/>
              <p:nvPr/>
            </p:nvSpPr>
            <p:spPr>
              <a:xfrm>
                <a:off x="35777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2" name="ph6532"/>
              <p:cNvSpPr/>
              <p:nvPr/>
            </p:nvSpPr>
            <p:spPr>
              <a:xfrm>
                <a:off x="35870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3" name="ph6533"/>
              <p:cNvSpPr/>
              <p:nvPr/>
            </p:nvSpPr>
            <p:spPr>
              <a:xfrm>
                <a:off x="35962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4" name="ph6534"/>
              <p:cNvSpPr/>
              <p:nvPr/>
            </p:nvSpPr>
            <p:spPr>
              <a:xfrm>
                <a:off x="36055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5" name="ph6535"/>
              <p:cNvSpPr/>
              <p:nvPr/>
            </p:nvSpPr>
            <p:spPr>
              <a:xfrm>
                <a:off x="36148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6" name="ph6536"/>
              <p:cNvSpPr/>
              <p:nvPr/>
            </p:nvSpPr>
            <p:spPr>
              <a:xfrm>
                <a:off x="36240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7" name="ph6537"/>
              <p:cNvSpPr/>
              <p:nvPr/>
            </p:nvSpPr>
            <p:spPr>
              <a:xfrm>
                <a:off x="36333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8" name="ph6538"/>
              <p:cNvSpPr/>
              <p:nvPr/>
            </p:nvSpPr>
            <p:spPr>
              <a:xfrm>
                <a:off x="36425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9" name="ph6539"/>
              <p:cNvSpPr/>
              <p:nvPr/>
            </p:nvSpPr>
            <p:spPr>
              <a:xfrm>
                <a:off x="36518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0" name="ph6540"/>
              <p:cNvSpPr/>
              <p:nvPr/>
            </p:nvSpPr>
            <p:spPr>
              <a:xfrm>
                <a:off x="36611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1" name="ph6541"/>
              <p:cNvSpPr/>
              <p:nvPr/>
            </p:nvSpPr>
            <p:spPr>
              <a:xfrm>
                <a:off x="36703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2" name="ph6542"/>
              <p:cNvSpPr/>
              <p:nvPr/>
            </p:nvSpPr>
            <p:spPr>
              <a:xfrm>
                <a:off x="36796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3" name="ph6543"/>
              <p:cNvSpPr/>
              <p:nvPr/>
            </p:nvSpPr>
            <p:spPr>
              <a:xfrm>
                <a:off x="36889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4" name="ph6544"/>
              <p:cNvSpPr/>
              <p:nvPr/>
            </p:nvSpPr>
            <p:spPr>
              <a:xfrm>
                <a:off x="36981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5" name="ph6545"/>
              <p:cNvSpPr/>
              <p:nvPr/>
            </p:nvSpPr>
            <p:spPr>
              <a:xfrm>
                <a:off x="37074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6" name="ph6546"/>
              <p:cNvSpPr/>
              <p:nvPr/>
            </p:nvSpPr>
            <p:spPr>
              <a:xfrm>
                <a:off x="37166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7" name="ph6547"/>
              <p:cNvSpPr/>
              <p:nvPr/>
            </p:nvSpPr>
            <p:spPr>
              <a:xfrm>
                <a:off x="3725954" y="1378102"/>
                <a:ext cx="921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0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09" y="897161"/>
                    </a:lnTo>
                    <a:lnTo>
                      <a:pt x="920432" y="904413"/>
                    </a:lnTo>
                    <a:lnTo>
                      <a:pt x="918357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8" name="ph6548"/>
              <p:cNvSpPr/>
              <p:nvPr/>
            </p:nvSpPr>
            <p:spPr>
              <a:xfrm>
                <a:off x="2040230" y="1343625"/>
                <a:ext cx="914400" cy="9308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889">
                    <a:moveTo>
                      <a:pt x="914400" y="914400"/>
                    </a:moveTo>
                    <a:lnTo>
                      <a:pt x="914400" y="930889"/>
                    </a:lnTo>
                    <a:lnTo>
                      <a:pt x="912698" y="927319"/>
                    </a:lnTo>
                    <a:lnTo>
                      <a:pt x="909069" y="918853"/>
                    </a:lnTo>
                    <a:lnTo>
                      <a:pt x="907357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9" name="ph6549"/>
              <p:cNvSpPr/>
              <p:nvPr/>
            </p:nvSpPr>
            <p:spPr>
              <a:xfrm>
                <a:off x="20402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6" y="931638"/>
                    </a:lnTo>
                    <a:lnTo>
                      <a:pt x="914400" y="93088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0" name="ph6550"/>
              <p:cNvSpPr/>
              <p:nvPr/>
            </p:nvSpPr>
            <p:spPr>
              <a:xfrm>
                <a:off x="20494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1" name="ph6551"/>
              <p:cNvSpPr/>
              <p:nvPr/>
            </p:nvSpPr>
            <p:spPr>
              <a:xfrm>
                <a:off x="205875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2" name="ph6552"/>
              <p:cNvSpPr/>
              <p:nvPr/>
            </p:nvSpPr>
            <p:spPr>
              <a:xfrm>
                <a:off x="20680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3" name="ph6553"/>
              <p:cNvSpPr/>
              <p:nvPr/>
            </p:nvSpPr>
            <p:spPr>
              <a:xfrm>
                <a:off x="20772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4" name="ph6554"/>
              <p:cNvSpPr/>
              <p:nvPr/>
            </p:nvSpPr>
            <p:spPr>
              <a:xfrm>
                <a:off x="20865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5" name="ph6555"/>
              <p:cNvSpPr/>
              <p:nvPr/>
            </p:nvSpPr>
            <p:spPr>
              <a:xfrm>
                <a:off x="20958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6" name="ph6556"/>
              <p:cNvSpPr/>
              <p:nvPr/>
            </p:nvSpPr>
            <p:spPr>
              <a:xfrm>
                <a:off x="210506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7" name="ph6557"/>
              <p:cNvSpPr/>
              <p:nvPr/>
            </p:nvSpPr>
            <p:spPr>
              <a:xfrm>
                <a:off x="21143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8" name="ph6558"/>
              <p:cNvSpPr/>
              <p:nvPr/>
            </p:nvSpPr>
            <p:spPr>
              <a:xfrm>
                <a:off x="21235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9" name="ph6559"/>
              <p:cNvSpPr/>
              <p:nvPr/>
            </p:nvSpPr>
            <p:spPr>
              <a:xfrm>
                <a:off x="21328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0" name="ph6560"/>
              <p:cNvSpPr/>
              <p:nvPr/>
            </p:nvSpPr>
            <p:spPr>
              <a:xfrm>
                <a:off x="214211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1" name="ph6561"/>
              <p:cNvSpPr/>
              <p:nvPr/>
            </p:nvSpPr>
            <p:spPr>
              <a:xfrm>
                <a:off x="21513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2" name="ph6562"/>
              <p:cNvSpPr/>
              <p:nvPr/>
            </p:nvSpPr>
            <p:spPr>
              <a:xfrm>
                <a:off x="21606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3" name="ph6563"/>
              <p:cNvSpPr/>
              <p:nvPr/>
            </p:nvSpPr>
            <p:spPr>
              <a:xfrm>
                <a:off x="21699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4" name="ph6564"/>
              <p:cNvSpPr/>
              <p:nvPr/>
            </p:nvSpPr>
            <p:spPr>
              <a:xfrm>
                <a:off x="21791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5" name="ph6565"/>
              <p:cNvSpPr/>
              <p:nvPr/>
            </p:nvSpPr>
            <p:spPr>
              <a:xfrm>
                <a:off x="218842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6" name="ph6566"/>
              <p:cNvSpPr/>
              <p:nvPr/>
            </p:nvSpPr>
            <p:spPr>
              <a:xfrm>
                <a:off x="21976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7" name="ph6567"/>
              <p:cNvSpPr/>
              <p:nvPr/>
            </p:nvSpPr>
            <p:spPr>
              <a:xfrm>
                <a:off x="22069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8" name="ph6568"/>
              <p:cNvSpPr/>
              <p:nvPr/>
            </p:nvSpPr>
            <p:spPr>
              <a:xfrm>
                <a:off x="22162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9" name="ph6569"/>
              <p:cNvSpPr/>
              <p:nvPr/>
            </p:nvSpPr>
            <p:spPr>
              <a:xfrm>
                <a:off x="222547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0" name="ph6570"/>
              <p:cNvSpPr/>
              <p:nvPr/>
            </p:nvSpPr>
            <p:spPr>
              <a:xfrm>
                <a:off x="22347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1" name="ph6571"/>
              <p:cNvSpPr/>
              <p:nvPr/>
            </p:nvSpPr>
            <p:spPr>
              <a:xfrm>
                <a:off x="22439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2" name="ph6572"/>
              <p:cNvSpPr/>
              <p:nvPr/>
            </p:nvSpPr>
            <p:spPr>
              <a:xfrm>
                <a:off x="22532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3" name="ph6573"/>
              <p:cNvSpPr/>
              <p:nvPr/>
            </p:nvSpPr>
            <p:spPr>
              <a:xfrm>
                <a:off x="22625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4" name="ph6574"/>
              <p:cNvSpPr/>
              <p:nvPr/>
            </p:nvSpPr>
            <p:spPr>
              <a:xfrm>
                <a:off x="227178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5" name="ph6575"/>
              <p:cNvSpPr/>
              <p:nvPr/>
            </p:nvSpPr>
            <p:spPr>
              <a:xfrm>
                <a:off x="22810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6" name="ph6576"/>
              <p:cNvSpPr/>
              <p:nvPr/>
            </p:nvSpPr>
            <p:spPr>
              <a:xfrm>
                <a:off x="22903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7" name="ph6577"/>
              <p:cNvSpPr/>
              <p:nvPr/>
            </p:nvSpPr>
            <p:spPr>
              <a:xfrm>
                <a:off x="22995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8" name="ph6578"/>
              <p:cNvSpPr/>
              <p:nvPr/>
            </p:nvSpPr>
            <p:spPr>
              <a:xfrm>
                <a:off x="230883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9" name="ph6579"/>
              <p:cNvSpPr/>
              <p:nvPr/>
            </p:nvSpPr>
            <p:spPr>
              <a:xfrm>
                <a:off x="23180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0" name="ph6580"/>
              <p:cNvSpPr/>
              <p:nvPr/>
            </p:nvSpPr>
            <p:spPr>
              <a:xfrm>
                <a:off x="23273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1" name="ph6581"/>
              <p:cNvSpPr/>
              <p:nvPr/>
            </p:nvSpPr>
            <p:spPr>
              <a:xfrm>
                <a:off x="23366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2" name="ph6582"/>
              <p:cNvSpPr/>
              <p:nvPr/>
            </p:nvSpPr>
            <p:spPr>
              <a:xfrm>
                <a:off x="23458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3" name="ph6583"/>
              <p:cNvSpPr/>
              <p:nvPr/>
            </p:nvSpPr>
            <p:spPr>
              <a:xfrm>
                <a:off x="235514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4" name="ph6584"/>
              <p:cNvSpPr/>
              <p:nvPr/>
            </p:nvSpPr>
            <p:spPr>
              <a:xfrm>
                <a:off x="23644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5" name="ph6585"/>
              <p:cNvSpPr/>
              <p:nvPr/>
            </p:nvSpPr>
            <p:spPr>
              <a:xfrm>
                <a:off x="23736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6" name="ph6586"/>
              <p:cNvSpPr/>
              <p:nvPr/>
            </p:nvSpPr>
            <p:spPr>
              <a:xfrm>
                <a:off x="23829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7" name="ph6587"/>
              <p:cNvSpPr/>
              <p:nvPr/>
            </p:nvSpPr>
            <p:spPr>
              <a:xfrm>
                <a:off x="2392195" y="1360864"/>
                <a:ext cx="92008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8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452" y="897161"/>
                    </a:lnTo>
                    <a:lnTo>
                      <a:pt x="919543" y="907422"/>
                    </a:lnTo>
                    <a:lnTo>
                      <a:pt x="920082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8" name="ph6588"/>
              <p:cNvSpPr/>
              <p:nvPr/>
            </p:nvSpPr>
            <p:spPr>
              <a:xfrm>
                <a:off x="3123910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29" y="914400"/>
                    </a:lnTo>
                    <a:lnTo>
                      <a:pt x="914400" y="913981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9" name="ph6589"/>
              <p:cNvSpPr/>
              <p:nvPr/>
            </p:nvSpPr>
            <p:spPr>
              <a:xfrm>
                <a:off x="3133172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981"/>
                    </a:lnTo>
                    <a:lnTo>
                      <a:pt x="908165" y="910562"/>
                    </a:lnTo>
                    <a:lnTo>
                      <a:pt x="913244" y="905479"/>
                    </a:lnTo>
                    <a:lnTo>
                      <a:pt x="914400" y="904462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0" name="ph6590"/>
              <p:cNvSpPr/>
              <p:nvPr/>
            </p:nvSpPr>
            <p:spPr>
              <a:xfrm>
                <a:off x="3142434" y="13436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1701"/>
                    </a:lnTo>
                    <a:lnTo>
                      <a:pt x="909195" y="918131"/>
                    </a:lnTo>
                    <a:lnTo>
                      <a:pt x="914077" y="914400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1" name="ph6591"/>
              <p:cNvSpPr/>
              <p:nvPr/>
            </p:nvSpPr>
            <p:spPr>
              <a:xfrm>
                <a:off x="31424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2" name="ph6592"/>
              <p:cNvSpPr/>
              <p:nvPr/>
            </p:nvSpPr>
            <p:spPr>
              <a:xfrm>
                <a:off x="31516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3" name="ph6593"/>
              <p:cNvSpPr/>
              <p:nvPr/>
            </p:nvSpPr>
            <p:spPr>
              <a:xfrm>
                <a:off x="31609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4" name="ph6594"/>
              <p:cNvSpPr/>
              <p:nvPr/>
            </p:nvSpPr>
            <p:spPr>
              <a:xfrm>
                <a:off x="31702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5" name="ph6595"/>
              <p:cNvSpPr/>
              <p:nvPr/>
            </p:nvSpPr>
            <p:spPr>
              <a:xfrm>
                <a:off x="31794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6" name="ph6596"/>
              <p:cNvSpPr/>
              <p:nvPr/>
            </p:nvSpPr>
            <p:spPr>
              <a:xfrm>
                <a:off x="31887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7" name="ph6597"/>
              <p:cNvSpPr/>
              <p:nvPr/>
            </p:nvSpPr>
            <p:spPr>
              <a:xfrm>
                <a:off x="31980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8" name="ph6598"/>
              <p:cNvSpPr/>
              <p:nvPr/>
            </p:nvSpPr>
            <p:spPr>
              <a:xfrm>
                <a:off x="32072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9" name="ph6599"/>
              <p:cNvSpPr/>
              <p:nvPr/>
            </p:nvSpPr>
            <p:spPr>
              <a:xfrm>
                <a:off x="32165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0" name="ph6600"/>
              <p:cNvSpPr/>
              <p:nvPr/>
            </p:nvSpPr>
            <p:spPr>
              <a:xfrm>
                <a:off x="32257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1" name="ph6601"/>
              <p:cNvSpPr/>
              <p:nvPr/>
            </p:nvSpPr>
            <p:spPr>
              <a:xfrm>
                <a:off x="32350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2" name="ph6602"/>
              <p:cNvSpPr/>
              <p:nvPr/>
            </p:nvSpPr>
            <p:spPr>
              <a:xfrm>
                <a:off x="32443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3" name="ph6603"/>
              <p:cNvSpPr/>
              <p:nvPr/>
            </p:nvSpPr>
            <p:spPr>
              <a:xfrm>
                <a:off x="32535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4" name="ph6604"/>
              <p:cNvSpPr/>
              <p:nvPr/>
            </p:nvSpPr>
            <p:spPr>
              <a:xfrm>
                <a:off x="32628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5" name="ph6605"/>
              <p:cNvSpPr/>
              <p:nvPr/>
            </p:nvSpPr>
            <p:spPr>
              <a:xfrm>
                <a:off x="32721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6" name="ph6606"/>
              <p:cNvSpPr/>
              <p:nvPr/>
            </p:nvSpPr>
            <p:spPr>
              <a:xfrm>
                <a:off x="32813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7" name="ph6607"/>
              <p:cNvSpPr/>
              <p:nvPr/>
            </p:nvSpPr>
            <p:spPr>
              <a:xfrm>
                <a:off x="32906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8" name="ph6608"/>
              <p:cNvSpPr/>
              <p:nvPr/>
            </p:nvSpPr>
            <p:spPr>
              <a:xfrm>
                <a:off x="32998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9" name="ph6609"/>
              <p:cNvSpPr/>
              <p:nvPr/>
            </p:nvSpPr>
            <p:spPr>
              <a:xfrm>
                <a:off x="330915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0" name="ph6610"/>
              <p:cNvSpPr/>
              <p:nvPr/>
            </p:nvSpPr>
            <p:spPr>
              <a:xfrm>
                <a:off x="33184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1" name="ph6611"/>
              <p:cNvSpPr/>
              <p:nvPr/>
            </p:nvSpPr>
            <p:spPr>
              <a:xfrm>
                <a:off x="33276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2" name="ph6612"/>
              <p:cNvSpPr/>
              <p:nvPr/>
            </p:nvSpPr>
            <p:spPr>
              <a:xfrm>
                <a:off x="33369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3" name="ph6613"/>
              <p:cNvSpPr/>
              <p:nvPr/>
            </p:nvSpPr>
            <p:spPr>
              <a:xfrm>
                <a:off x="33462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4" name="ph6614"/>
              <p:cNvSpPr/>
              <p:nvPr/>
            </p:nvSpPr>
            <p:spPr>
              <a:xfrm>
                <a:off x="335546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5" name="ph6615"/>
              <p:cNvSpPr/>
              <p:nvPr/>
            </p:nvSpPr>
            <p:spPr>
              <a:xfrm>
                <a:off x="33647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6" name="ph6616"/>
              <p:cNvSpPr/>
              <p:nvPr/>
            </p:nvSpPr>
            <p:spPr>
              <a:xfrm>
                <a:off x="33739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7" name="ph6617"/>
              <p:cNvSpPr/>
              <p:nvPr/>
            </p:nvSpPr>
            <p:spPr>
              <a:xfrm>
                <a:off x="33832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8" name="ph6618"/>
              <p:cNvSpPr/>
              <p:nvPr/>
            </p:nvSpPr>
            <p:spPr>
              <a:xfrm>
                <a:off x="339251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9" name="ph6619"/>
              <p:cNvSpPr/>
              <p:nvPr/>
            </p:nvSpPr>
            <p:spPr>
              <a:xfrm>
                <a:off x="34017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0" name="ph6620"/>
              <p:cNvSpPr/>
              <p:nvPr/>
            </p:nvSpPr>
            <p:spPr>
              <a:xfrm>
                <a:off x="34110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1" name="ph6621"/>
              <p:cNvSpPr/>
              <p:nvPr/>
            </p:nvSpPr>
            <p:spPr>
              <a:xfrm>
                <a:off x="34203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2" name="ph6622"/>
              <p:cNvSpPr/>
              <p:nvPr/>
            </p:nvSpPr>
            <p:spPr>
              <a:xfrm>
                <a:off x="34295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3" name="ph6623"/>
              <p:cNvSpPr/>
              <p:nvPr/>
            </p:nvSpPr>
            <p:spPr>
              <a:xfrm>
                <a:off x="343882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4" name="ph6624"/>
              <p:cNvSpPr/>
              <p:nvPr/>
            </p:nvSpPr>
            <p:spPr>
              <a:xfrm>
                <a:off x="34480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5" name="ph6625"/>
              <p:cNvSpPr/>
              <p:nvPr/>
            </p:nvSpPr>
            <p:spPr>
              <a:xfrm>
                <a:off x="34573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6" name="ph6626"/>
              <p:cNvSpPr/>
              <p:nvPr/>
            </p:nvSpPr>
            <p:spPr>
              <a:xfrm>
                <a:off x="34666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7" name="ph6627"/>
              <p:cNvSpPr/>
              <p:nvPr/>
            </p:nvSpPr>
            <p:spPr>
              <a:xfrm>
                <a:off x="347587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8" name="ph6628"/>
              <p:cNvSpPr/>
              <p:nvPr/>
            </p:nvSpPr>
            <p:spPr>
              <a:xfrm>
                <a:off x="34851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9" name="ph6629"/>
              <p:cNvSpPr/>
              <p:nvPr/>
            </p:nvSpPr>
            <p:spPr>
              <a:xfrm>
                <a:off x="34943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0" name="ph6630"/>
              <p:cNvSpPr/>
              <p:nvPr/>
            </p:nvSpPr>
            <p:spPr>
              <a:xfrm>
                <a:off x="35036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1" name="ph6631"/>
              <p:cNvSpPr/>
              <p:nvPr/>
            </p:nvSpPr>
            <p:spPr>
              <a:xfrm>
                <a:off x="35129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2" name="ph6632"/>
              <p:cNvSpPr/>
              <p:nvPr/>
            </p:nvSpPr>
            <p:spPr>
              <a:xfrm>
                <a:off x="352218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3" name="ph6633"/>
              <p:cNvSpPr/>
              <p:nvPr/>
            </p:nvSpPr>
            <p:spPr>
              <a:xfrm>
                <a:off x="35314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4" name="ph6634"/>
              <p:cNvSpPr/>
              <p:nvPr/>
            </p:nvSpPr>
            <p:spPr>
              <a:xfrm>
                <a:off x="35407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5" name="ph6635"/>
              <p:cNvSpPr/>
              <p:nvPr/>
            </p:nvSpPr>
            <p:spPr>
              <a:xfrm>
                <a:off x="35499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6" name="ph6636"/>
              <p:cNvSpPr/>
              <p:nvPr/>
            </p:nvSpPr>
            <p:spPr>
              <a:xfrm>
                <a:off x="35592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7" name="ph6637"/>
              <p:cNvSpPr/>
              <p:nvPr/>
            </p:nvSpPr>
            <p:spPr>
              <a:xfrm>
                <a:off x="35684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8" name="ph6638"/>
              <p:cNvSpPr/>
              <p:nvPr/>
            </p:nvSpPr>
            <p:spPr>
              <a:xfrm>
                <a:off x="35777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9" name="ph6639"/>
              <p:cNvSpPr/>
              <p:nvPr/>
            </p:nvSpPr>
            <p:spPr>
              <a:xfrm>
                <a:off x="35870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0" name="ph6640"/>
              <p:cNvSpPr/>
              <p:nvPr/>
            </p:nvSpPr>
            <p:spPr>
              <a:xfrm>
                <a:off x="35962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1" name="ph6641"/>
              <p:cNvSpPr/>
              <p:nvPr/>
            </p:nvSpPr>
            <p:spPr>
              <a:xfrm>
                <a:off x="36055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2" name="ph6642"/>
              <p:cNvSpPr/>
              <p:nvPr/>
            </p:nvSpPr>
            <p:spPr>
              <a:xfrm>
                <a:off x="36148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3" name="ph6643"/>
              <p:cNvSpPr/>
              <p:nvPr/>
            </p:nvSpPr>
            <p:spPr>
              <a:xfrm>
                <a:off x="36240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4" name="ph6644"/>
              <p:cNvSpPr/>
              <p:nvPr/>
            </p:nvSpPr>
            <p:spPr>
              <a:xfrm>
                <a:off x="36333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5" name="ph6645"/>
              <p:cNvSpPr/>
              <p:nvPr/>
            </p:nvSpPr>
            <p:spPr>
              <a:xfrm>
                <a:off x="36425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6" name="ph6646"/>
              <p:cNvSpPr/>
              <p:nvPr/>
            </p:nvSpPr>
            <p:spPr>
              <a:xfrm>
                <a:off x="36518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7" name="ph6647"/>
              <p:cNvSpPr/>
              <p:nvPr/>
            </p:nvSpPr>
            <p:spPr>
              <a:xfrm>
                <a:off x="36611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8" name="ph6648"/>
              <p:cNvSpPr/>
              <p:nvPr/>
            </p:nvSpPr>
            <p:spPr>
              <a:xfrm>
                <a:off x="36703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9" name="ph6649"/>
              <p:cNvSpPr/>
              <p:nvPr/>
            </p:nvSpPr>
            <p:spPr>
              <a:xfrm>
                <a:off x="36796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0" name="ph6650"/>
              <p:cNvSpPr/>
              <p:nvPr/>
            </p:nvSpPr>
            <p:spPr>
              <a:xfrm>
                <a:off x="36889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1" name="ph6651"/>
              <p:cNvSpPr/>
              <p:nvPr/>
            </p:nvSpPr>
            <p:spPr>
              <a:xfrm>
                <a:off x="36981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2" name="ph6652"/>
              <p:cNvSpPr/>
              <p:nvPr/>
            </p:nvSpPr>
            <p:spPr>
              <a:xfrm>
                <a:off x="37074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3" name="ph6653"/>
              <p:cNvSpPr/>
              <p:nvPr/>
            </p:nvSpPr>
            <p:spPr>
              <a:xfrm>
                <a:off x="37166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4" name="ph6654"/>
              <p:cNvSpPr/>
              <p:nvPr/>
            </p:nvSpPr>
            <p:spPr>
              <a:xfrm>
                <a:off x="3725954" y="13608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606"/>
                    </a:lnTo>
                    <a:lnTo>
                      <a:pt x="922242" y="911368"/>
                    </a:lnTo>
                    <a:lnTo>
                      <a:pt x="921709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5" name="ph6655"/>
              <p:cNvSpPr/>
              <p:nvPr/>
            </p:nvSpPr>
            <p:spPr>
              <a:xfrm>
                <a:off x="3735217" y="1343625"/>
                <a:ext cx="914934" cy="918845"/>
              </a:xfrm>
              <a:custGeom>
                <a:avLst/>
                <a:gdLst/>
                <a:ahLst/>
                <a:cxnLst/>
                <a:rect l="0" t="0" r="0" b="0"/>
                <a:pathLst>
                  <a:path w="914934" h="918845">
                    <a:moveTo>
                      <a:pt x="914400" y="914400"/>
                    </a:moveTo>
                    <a:lnTo>
                      <a:pt x="914934" y="914400"/>
                    </a:lnTo>
                    <a:lnTo>
                      <a:pt x="914499" y="918162"/>
                    </a:lnTo>
                    <a:lnTo>
                      <a:pt x="914400" y="918845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6" name="ph6656"/>
              <p:cNvSpPr/>
              <p:nvPr/>
            </p:nvSpPr>
            <p:spPr>
              <a:xfrm>
                <a:off x="2030968" y="1326387"/>
                <a:ext cx="914400" cy="92569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95">
                    <a:moveTo>
                      <a:pt x="914400" y="914400"/>
                    </a:moveTo>
                    <a:lnTo>
                      <a:pt x="914400" y="925695"/>
                    </a:lnTo>
                    <a:lnTo>
                      <a:pt x="911812" y="918158"/>
                    </a:lnTo>
                    <a:lnTo>
                      <a:pt x="910665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7" name="ph6657"/>
              <p:cNvSpPr/>
              <p:nvPr/>
            </p:nvSpPr>
            <p:spPr>
              <a:xfrm>
                <a:off x="20309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619" y="931638"/>
                    </a:lnTo>
                    <a:lnTo>
                      <a:pt x="914945" y="927284"/>
                    </a:lnTo>
                    <a:lnTo>
                      <a:pt x="914400" y="925695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8" name="ph6658"/>
              <p:cNvSpPr/>
              <p:nvPr/>
            </p:nvSpPr>
            <p:spPr>
              <a:xfrm>
                <a:off x="20402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9" name="ph6659"/>
              <p:cNvSpPr/>
              <p:nvPr/>
            </p:nvSpPr>
            <p:spPr>
              <a:xfrm>
                <a:off x="20494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0" name="ph6660"/>
              <p:cNvSpPr/>
              <p:nvPr/>
            </p:nvSpPr>
            <p:spPr>
              <a:xfrm>
                <a:off x="205875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1" name="ph6661"/>
              <p:cNvSpPr/>
              <p:nvPr/>
            </p:nvSpPr>
            <p:spPr>
              <a:xfrm>
                <a:off x="20680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2" name="ph6662"/>
              <p:cNvSpPr/>
              <p:nvPr/>
            </p:nvSpPr>
            <p:spPr>
              <a:xfrm>
                <a:off x="20772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3" name="ph6663"/>
              <p:cNvSpPr/>
              <p:nvPr/>
            </p:nvSpPr>
            <p:spPr>
              <a:xfrm>
                <a:off x="20865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4" name="ph6664"/>
              <p:cNvSpPr/>
              <p:nvPr/>
            </p:nvSpPr>
            <p:spPr>
              <a:xfrm>
                <a:off x="20958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5" name="ph6665"/>
              <p:cNvSpPr/>
              <p:nvPr/>
            </p:nvSpPr>
            <p:spPr>
              <a:xfrm>
                <a:off x="210506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6" name="ph6666"/>
              <p:cNvSpPr/>
              <p:nvPr/>
            </p:nvSpPr>
            <p:spPr>
              <a:xfrm>
                <a:off x="21143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7" name="ph6667"/>
              <p:cNvSpPr/>
              <p:nvPr/>
            </p:nvSpPr>
            <p:spPr>
              <a:xfrm>
                <a:off x="21235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8" name="ph6668"/>
              <p:cNvSpPr/>
              <p:nvPr/>
            </p:nvSpPr>
            <p:spPr>
              <a:xfrm>
                <a:off x="21328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9" name="ph6669"/>
              <p:cNvSpPr/>
              <p:nvPr/>
            </p:nvSpPr>
            <p:spPr>
              <a:xfrm>
                <a:off x="214211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0" name="ph6670"/>
              <p:cNvSpPr/>
              <p:nvPr/>
            </p:nvSpPr>
            <p:spPr>
              <a:xfrm>
                <a:off x="21513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1" name="ph6671"/>
              <p:cNvSpPr/>
              <p:nvPr/>
            </p:nvSpPr>
            <p:spPr>
              <a:xfrm>
                <a:off x="21606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2" name="ph6672"/>
              <p:cNvSpPr/>
              <p:nvPr/>
            </p:nvSpPr>
            <p:spPr>
              <a:xfrm>
                <a:off x="21699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3" name="ph6673"/>
              <p:cNvSpPr/>
              <p:nvPr/>
            </p:nvSpPr>
            <p:spPr>
              <a:xfrm>
                <a:off x="21791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4" name="ph6674"/>
              <p:cNvSpPr/>
              <p:nvPr/>
            </p:nvSpPr>
            <p:spPr>
              <a:xfrm>
                <a:off x="218842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5" name="ph6675"/>
              <p:cNvSpPr/>
              <p:nvPr/>
            </p:nvSpPr>
            <p:spPr>
              <a:xfrm>
                <a:off x="21976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6" name="ph6676"/>
              <p:cNvSpPr/>
              <p:nvPr/>
            </p:nvSpPr>
            <p:spPr>
              <a:xfrm>
                <a:off x="22069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7" name="ph6677"/>
              <p:cNvSpPr/>
              <p:nvPr/>
            </p:nvSpPr>
            <p:spPr>
              <a:xfrm>
                <a:off x="22162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8" name="ph6678"/>
              <p:cNvSpPr/>
              <p:nvPr/>
            </p:nvSpPr>
            <p:spPr>
              <a:xfrm>
                <a:off x="222547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9" name="ph6679"/>
              <p:cNvSpPr/>
              <p:nvPr/>
            </p:nvSpPr>
            <p:spPr>
              <a:xfrm>
                <a:off x="22347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0" name="ph6680"/>
              <p:cNvSpPr/>
              <p:nvPr/>
            </p:nvSpPr>
            <p:spPr>
              <a:xfrm>
                <a:off x="22439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1" name="ph6681"/>
              <p:cNvSpPr/>
              <p:nvPr/>
            </p:nvSpPr>
            <p:spPr>
              <a:xfrm>
                <a:off x="22532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2" name="ph6682"/>
              <p:cNvSpPr/>
              <p:nvPr/>
            </p:nvSpPr>
            <p:spPr>
              <a:xfrm>
                <a:off x="22625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3" name="ph6683"/>
              <p:cNvSpPr/>
              <p:nvPr/>
            </p:nvSpPr>
            <p:spPr>
              <a:xfrm>
                <a:off x="227178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4" name="ph6684"/>
              <p:cNvSpPr/>
              <p:nvPr/>
            </p:nvSpPr>
            <p:spPr>
              <a:xfrm>
                <a:off x="22810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5" name="ph6685"/>
              <p:cNvSpPr/>
              <p:nvPr/>
            </p:nvSpPr>
            <p:spPr>
              <a:xfrm>
                <a:off x="22903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6" name="ph6686"/>
              <p:cNvSpPr/>
              <p:nvPr/>
            </p:nvSpPr>
            <p:spPr>
              <a:xfrm>
                <a:off x="22995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7" name="ph6687"/>
              <p:cNvSpPr/>
              <p:nvPr/>
            </p:nvSpPr>
            <p:spPr>
              <a:xfrm>
                <a:off x="230883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8" name="ph6688"/>
              <p:cNvSpPr/>
              <p:nvPr/>
            </p:nvSpPr>
            <p:spPr>
              <a:xfrm>
                <a:off x="23180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9" name="ph6689"/>
              <p:cNvSpPr/>
              <p:nvPr/>
            </p:nvSpPr>
            <p:spPr>
              <a:xfrm>
                <a:off x="23273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0" name="ph6690"/>
              <p:cNvSpPr/>
              <p:nvPr/>
            </p:nvSpPr>
            <p:spPr>
              <a:xfrm>
                <a:off x="23366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1" name="ph6691"/>
              <p:cNvSpPr/>
              <p:nvPr/>
            </p:nvSpPr>
            <p:spPr>
              <a:xfrm>
                <a:off x="23458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2" name="ph6692"/>
              <p:cNvSpPr/>
              <p:nvPr/>
            </p:nvSpPr>
            <p:spPr>
              <a:xfrm>
                <a:off x="235514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9">
                  <a:alpha val="100000"/>
                </a:srgbClr>
              </a:solidFill>
              <a:ln w="5420" cap="flat">
                <a:solidFill>
                  <a:srgbClr val="D7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3" name="ph6693"/>
              <p:cNvSpPr/>
              <p:nvPr/>
            </p:nvSpPr>
            <p:spPr>
              <a:xfrm>
                <a:off x="23644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4" name="ph6694"/>
              <p:cNvSpPr/>
              <p:nvPr/>
            </p:nvSpPr>
            <p:spPr>
              <a:xfrm>
                <a:off x="23736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5" name="ph6695"/>
              <p:cNvSpPr/>
              <p:nvPr/>
            </p:nvSpPr>
            <p:spPr>
              <a:xfrm>
                <a:off x="23829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6" name="ph6696"/>
              <p:cNvSpPr/>
              <p:nvPr/>
            </p:nvSpPr>
            <p:spPr>
              <a:xfrm>
                <a:off x="2392195" y="1343625"/>
                <a:ext cx="9184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5928" y="897161"/>
                    </a:lnTo>
                    <a:lnTo>
                      <a:pt x="916965" y="903378"/>
                    </a:lnTo>
                    <a:lnTo>
                      <a:pt x="918405" y="913956"/>
                    </a:lnTo>
                    <a:lnTo>
                      <a:pt x="918452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7" name="ph6697"/>
              <p:cNvSpPr/>
              <p:nvPr/>
            </p:nvSpPr>
            <p:spPr>
              <a:xfrm>
                <a:off x="3142434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7" y="914400"/>
                    </a:lnTo>
                    <a:lnTo>
                      <a:pt x="914400" y="914153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8" name="ph6698"/>
              <p:cNvSpPr/>
              <p:nvPr/>
            </p:nvSpPr>
            <p:spPr>
              <a:xfrm>
                <a:off x="3151697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53"/>
                    </a:lnTo>
                    <a:lnTo>
                      <a:pt x="905266" y="914055"/>
                    </a:lnTo>
                    <a:lnTo>
                      <a:pt x="910707" y="910498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9" name="ph6699"/>
              <p:cNvSpPr/>
              <p:nvPr/>
            </p:nvSpPr>
            <p:spPr>
              <a:xfrm>
                <a:off x="3160959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478"/>
                    </a:lnTo>
                    <a:lnTo>
                      <a:pt x="906976" y="907472"/>
                    </a:lnTo>
                    <a:lnTo>
                      <a:pt x="907270" y="907326"/>
                    </a:lnTo>
                    <a:lnTo>
                      <a:pt x="907566" y="907180"/>
                    </a:lnTo>
                    <a:lnTo>
                      <a:pt x="907861" y="907034"/>
                    </a:lnTo>
                    <a:lnTo>
                      <a:pt x="908157" y="906887"/>
                    </a:lnTo>
                    <a:lnTo>
                      <a:pt x="908453" y="906741"/>
                    </a:lnTo>
                    <a:lnTo>
                      <a:pt x="908748" y="906595"/>
                    </a:lnTo>
                    <a:lnTo>
                      <a:pt x="909044" y="906448"/>
                    </a:lnTo>
                    <a:lnTo>
                      <a:pt x="909340" y="906302"/>
                    </a:lnTo>
                    <a:lnTo>
                      <a:pt x="909635" y="906156"/>
                    </a:lnTo>
                    <a:lnTo>
                      <a:pt x="909931" y="906010"/>
                    </a:lnTo>
                    <a:lnTo>
                      <a:pt x="910227" y="905863"/>
                    </a:lnTo>
                    <a:lnTo>
                      <a:pt x="910522" y="905717"/>
                    </a:lnTo>
                    <a:lnTo>
                      <a:pt x="910818" y="905571"/>
                    </a:lnTo>
                    <a:lnTo>
                      <a:pt x="911114" y="905425"/>
                    </a:lnTo>
                    <a:lnTo>
                      <a:pt x="911410" y="905278"/>
                    </a:lnTo>
                    <a:lnTo>
                      <a:pt x="911705" y="905132"/>
                    </a:lnTo>
                    <a:lnTo>
                      <a:pt x="912001" y="904986"/>
                    </a:lnTo>
                    <a:lnTo>
                      <a:pt x="912297" y="904840"/>
                    </a:lnTo>
                    <a:lnTo>
                      <a:pt x="912593" y="904693"/>
                    </a:lnTo>
                    <a:lnTo>
                      <a:pt x="912888" y="904547"/>
                    </a:lnTo>
                    <a:lnTo>
                      <a:pt x="913184" y="904401"/>
                    </a:lnTo>
                    <a:lnTo>
                      <a:pt x="913480" y="904255"/>
                    </a:lnTo>
                    <a:lnTo>
                      <a:pt x="913776" y="904109"/>
                    </a:lnTo>
                    <a:lnTo>
                      <a:pt x="914071" y="903962"/>
                    </a:lnTo>
                    <a:lnTo>
                      <a:pt x="914400" y="9038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0" name="ph6700"/>
              <p:cNvSpPr/>
              <p:nvPr/>
            </p:nvSpPr>
            <p:spPr>
              <a:xfrm>
                <a:off x="3170221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00"/>
                    </a:lnTo>
                    <a:lnTo>
                      <a:pt x="905401" y="903670"/>
                    </a:lnTo>
                    <a:lnTo>
                      <a:pt x="905697" y="903524"/>
                    </a:lnTo>
                    <a:lnTo>
                      <a:pt x="905992" y="903378"/>
                    </a:lnTo>
                    <a:lnTo>
                      <a:pt x="906288" y="903232"/>
                    </a:lnTo>
                    <a:lnTo>
                      <a:pt x="906584" y="903085"/>
                    </a:lnTo>
                    <a:lnTo>
                      <a:pt x="906880" y="902939"/>
                    </a:lnTo>
                    <a:lnTo>
                      <a:pt x="907176" y="902793"/>
                    </a:lnTo>
                    <a:lnTo>
                      <a:pt x="907472" y="902647"/>
                    </a:lnTo>
                    <a:lnTo>
                      <a:pt x="907767" y="902501"/>
                    </a:lnTo>
                    <a:lnTo>
                      <a:pt x="908063" y="902355"/>
                    </a:lnTo>
                    <a:lnTo>
                      <a:pt x="908359" y="902209"/>
                    </a:lnTo>
                    <a:lnTo>
                      <a:pt x="908655" y="902063"/>
                    </a:lnTo>
                    <a:lnTo>
                      <a:pt x="908951" y="901917"/>
                    </a:lnTo>
                    <a:lnTo>
                      <a:pt x="909247" y="901770"/>
                    </a:lnTo>
                    <a:lnTo>
                      <a:pt x="909543" y="901624"/>
                    </a:lnTo>
                    <a:lnTo>
                      <a:pt x="909839" y="901478"/>
                    </a:lnTo>
                    <a:lnTo>
                      <a:pt x="910135" y="901332"/>
                    </a:lnTo>
                    <a:lnTo>
                      <a:pt x="910430" y="901186"/>
                    </a:lnTo>
                    <a:lnTo>
                      <a:pt x="910726" y="901040"/>
                    </a:lnTo>
                    <a:lnTo>
                      <a:pt x="911022" y="900894"/>
                    </a:lnTo>
                    <a:lnTo>
                      <a:pt x="911318" y="900748"/>
                    </a:lnTo>
                    <a:lnTo>
                      <a:pt x="911614" y="900602"/>
                    </a:lnTo>
                    <a:lnTo>
                      <a:pt x="911910" y="900456"/>
                    </a:lnTo>
                    <a:lnTo>
                      <a:pt x="912206" y="900310"/>
                    </a:lnTo>
                    <a:lnTo>
                      <a:pt x="912502" y="900164"/>
                    </a:lnTo>
                    <a:lnTo>
                      <a:pt x="912798" y="900018"/>
                    </a:lnTo>
                    <a:lnTo>
                      <a:pt x="913094" y="899872"/>
                    </a:lnTo>
                    <a:lnTo>
                      <a:pt x="913390" y="899726"/>
                    </a:lnTo>
                    <a:lnTo>
                      <a:pt x="913686" y="899580"/>
                    </a:lnTo>
                    <a:lnTo>
                      <a:pt x="913982" y="899434"/>
                    </a:lnTo>
                    <a:lnTo>
                      <a:pt x="914400" y="899228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1" name="ph6701"/>
              <p:cNvSpPr/>
              <p:nvPr/>
            </p:nvSpPr>
            <p:spPr>
              <a:xfrm>
                <a:off x="3179483" y="13263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67"/>
                    </a:lnTo>
                    <a:lnTo>
                      <a:pt x="905312" y="916381"/>
                    </a:lnTo>
                    <a:lnTo>
                      <a:pt x="905608" y="916235"/>
                    </a:lnTo>
                    <a:lnTo>
                      <a:pt x="905904" y="916089"/>
                    </a:lnTo>
                    <a:lnTo>
                      <a:pt x="906200" y="915943"/>
                    </a:lnTo>
                    <a:lnTo>
                      <a:pt x="906496" y="915797"/>
                    </a:lnTo>
                    <a:lnTo>
                      <a:pt x="906792" y="915651"/>
                    </a:lnTo>
                    <a:lnTo>
                      <a:pt x="907088" y="915505"/>
                    </a:lnTo>
                    <a:lnTo>
                      <a:pt x="907384" y="915359"/>
                    </a:lnTo>
                    <a:lnTo>
                      <a:pt x="909546" y="91440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2" name="ph6702"/>
              <p:cNvSpPr/>
              <p:nvPr/>
            </p:nvSpPr>
            <p:spPr>
              <a:xfrm>
                <a:off x="31794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3" name="ph6703"/>
              <p:cNvSpPr/>
              <p:nvPr/>
            </p:nvSpPr>
            <p:spPr>
              <a:xfrm>
                <a:off x="31887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4" name="ph6704"/>
              <p:cNvSpPr/>
              <p:nvPr/>
            </p:nvSpPr>
            <p:spPr>
              <a:xfrm>
                <a:off x="31980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5" name="ph6705"/>
              <p:cNvSpPr/>
              <p:nvPr/>
            </p:nvSpPr>
            <p:spPr>
              <a:xfrm>
                <a:off x="32072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6" name="ph6706"/>
              <p:cNvSpPr/>
              <p:nvPr/>
            </p:nvSpPr>
            <p:spPr>
              <a:xfrm>
                <a:off x="32165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7" name="ph6707"/>
              <p:cNvSpPr/>
              <p:nvPr/>
            </p:nvSpPr>
            <p:spPr>
              <a:xfrm>
                <a:off x="32257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8" name="ph6708"/>
              <p:cNvSpPr/>
              <p:nvPr/>
            </p:nvSpPr>
            <p:spPr>
              <a:xfrm>
                <a:off x="32350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9" name="ph6709"/>
              <p:cNvSpPr/>
              <p:nvPr/>
            </p:nvSpPr>
            <p:spPr>
              <a:xfrm>
                <a:off x="32443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0" name="ph6710"/>
              <p:cNvSpPr/>
              <p:nvPr/>
            </p:nvSpPr>
            <p:spPr>
              <a:xfrm>
                <a:off x="32535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1" name="ph6711"/>
              <p:cNvSpPr/>
              <p:nvPr/>
            </p:nvSpPr>
            <p:spPr>
              <a:xfrm>
                <a:off x="32628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2" name="ph6712"/>
              <p:cNvSpPr/>
              <p:nvPr/>
            </p:nvSpPr>
            <p:spPr>
              <a:xfrm>
                <a:off x="32721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3" name="ph6713"/>
              <p:cNvSpPr/>
              <p:nvPr/>
            </p:nvSpPr>
            <p:spPr>
              <a:xfrm>
                <a:off x="32813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4" name="ph6714"/>
              <p:cNvSpPr/>
              <p:nvPr/>
            </p:nvSpPr>
            <p:spPr>
              <a:xfrm>
                <a:off x="32906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5" name="ph6715"/>
              <p:cNvSpPr/>
              <p:nvPr/>
            </p:nvSpPr>
            <p:spPr>
              <a:xfrm>
                <a:off x="32998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6" name="ph6716"/>
              <p:cNvSpPr/>
              <p:nvPr/>
            </p:nvSpPr>
            <p:spPr>
              <a:xfrm>
                <a:off x="33091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7" name="ph6717"/>
              <p:cNvSpPr/>
              <p:nvPr/>
            </p:nvSpPr>
            <p:spPr>
              <a:xfrm>
                <a:off x="33184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8" name="ph6718"/>
              <p:cNvSpPr/>
              <p:nvPr/>
            </p:nvSpPr>
            <p:spPr>
              <a:xfrm>
                <a:off x="33276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9" name="ph6719"/>
              <p:cNvSpPr/>
              <p:nvPr/>
            </p:nvSpPr>
            <p:spPr>
              <a:xfrm>
                <a:off x="33369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0" name="ph6720"/>
              <p:cNvSpPr/>
              <p:nvPr/>
            </p:nvSpPr>
            <p:spPr>
              <a:xfrm>
                <a:off x="33462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1" name="ph6721"/>
              <p:cNvSpPr/>
              <p:nvPr/>
            </p:nvSpPr>
            <p:spPr>
              <a:xfrm>
                <a:off x="335546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2" name="ph6722"/>
              <p:cNvSpPr/>
              <p:nvPr/>
            </p:nvSpPr>
            <p:spPr>
              <a:xfrm>
                <a:off x="33647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3" name="ph6723"/>
              <p:cNvSpPr/>
              <p:nvPr/>
            </p:nvSpPr>
            <p:spPr>
              <a:xfrm>
                <a:off x="33739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4" name="ph6724"/>
              <p:cNvSpPr/>
              <p:nvPr/>
            </p:nvSpPr>
            <p:spPr>
              <a:xfrm>
                <a:off x="33832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5" name="ph6725"/>
              <p:cNvSpPr/>
              <p:nvPr/>
            </p:nvSpPr>
            <p:spPr>
              <a:xfrm>
                <a:off x="339251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6" name="ph6726"/>
              <p:cNvSpPr/>
              <p:nvPr/>
            </p:nvSpPr>
            <p:spPr>
              <a:xfrm>
                <a:off x="34017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7" name="ph6727"/>
              <p:cNvSpPr/>
              <p:nvPr/>
            </p:nvSpPr>
            <p:spPr>
              <a:xfrm>
                <a:off x="34110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8" name="ph6728"/>
              <p:cNvSpPr/>
              <p:nvPr/>
            </p:nvSpPr>
            <p:spPr>
              <a:xfrm>
                <a:off x="34203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9" name="ph6729"/>
              <p:cNvSpPr/>
              <p:nvPr/>
            </p:nvSpPr>
            <p:spPr>
              <a:xfrm>
                <a:off x="34295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0" name="ph6730"/>
              <p:cNvSpPr/>
              <p:nvPr/>
            </p:nvSpPr>
            <p:spPr>
              <a:xfrm>
                <a:off x="343882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1" name="ph6731"/>
              <p:cNvSpPr/>
              <p:nvPr/>
            </p:nvSpPr>
            <p:spPr>
              <a:xfrm>
                <a:off x="34480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2" name="ph6732"/>
              <p:cNvSpPr/>
              <p:nvPr/>
            </p:nvSpPr>
            <p:spPr>
              <a:xfrm>
                <a:off x="34573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3" name="ph6733"/>
              <p:cNvSpPr/>
              <p:nvPr/>
            </p:nvSpPr>
            <p:spPr>
              <a:xfrm>
                <a:off x="34666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4" name="ph6734"/>
              <p:cNvSpPr/>
              <p:nvPr/>
            </p:nvSpPr>
            <p:spPr>
              <a:xfrm>
                <a:off x="347587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5" name="ph6735"/>
              <p:cNvSpPr/>
              <p:nvPr/>
            </p:nvSpPr>
            <p:spPr>
              <a:xfrm>
                <a:off x="34851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6" name="ph6736"/>
              <p:cNvSpPr/>
              <p:nvPr/>
            </p:nvSpPr>
            <p:spPr>
              <a:xfrm>
                <a:off x="34943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7" name="ph6737"/>
              <p:cNvSpPr/>
              <p:nvPr/>
            </p:nvSpPr>
            <p:spPr>
              <a:xfrm>
                <a:off x="35036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8" name="ph6738"/>
              <p:cNvSpPr/>
              <p:nvPr/>
            </p:nvSpPr>
            <p:spPr>
              <a:xfrm>
                <a:off x="35129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9" name="ph6739"/>
              <p:cNvSpPr/>
              <p:nvPr/>
            </p:nvSpPr>
            <p:spPr>
              <a:xfrm>
                <a:off x="352218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0" name="ph6740"/>
              <p:cNvSpPr/>
              <p:nvPr/>
            </p:nvSpPr>
            <p:spPr>
              <a:xfrm>
                <a:off x="35314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1" name="ph6741"/>
              <p:cNvSpPr/>
              <p:nvPr/>
            </p:nvSpPr>
            <p:spPr>
              <a:xfrm>
                <a:off x="35407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2" name="ph6742"/>
              <p:cNvSpPr/>
              <p:nvPr/>
            </p:nvSpPr>
            <p:spPr>
              <a:xfrm>
                <a:off x="35499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3" name="ph6743"/>
              <p:cNvSpPr/>
              <p:nvPr/>
            </p:nvSpPr>
            <p:spPr>
              <a:xfrm>
                <a:off x="355923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4" name="ph6744"/>
              <p:cNvSpPr/>
              <p:nvPr/>
            </p:nvSpPr>
            <p:spPr>
              <a:xfrm>
                <a:off x="35684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5" name="ph6745"/>
              <p:cNvSpPr/>
              <p:nvPr/>
            </p:nvSpPr>
            <p:spPr>
              <a:xfrm>
                <a:off x="35777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6" name="ph6746"/>
              <p:cNvSpPr/>
              <p:nvPr/>
            </p:nvSpPr>
            <p:spPr>
              <a:xfrm>
                <a:off x="35870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7" name="ph6747"/>
              <p:cNvSpPr/>
              <p:nvPr/>
            </p:nvSpPr>
            <p:spPr>
              <a:xfrm>
                <a:off x="35962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8" name="ph6748"/>
              <p:cNvSpPr/>
              <p:nvPr/>
            </p:nvSpPr>
            <p:spPr>
              <a:xfrm>
                <a:off x="36055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9" name="ph6749"/>
              <p:cNvSpPr/>
              <p:nvPr/>
            </p:nvSpPr>
            <p:spPr>
              <a:xfrm>
                <a:off x="36148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0" name="ph6750"/>
              <p:cNvSpPr/>
              <p:nvPr/>
            </p:nvSpPr>
            <p:spPr>
              <a:xfrm>
                <a:off x="36240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1" name="ph6751"/>
              <p:cNvSpPr/>
              <p:nvPr/>
            </p:nvSpPr>
            <p:spPr>
              <a:xfrm>
                <a:off x="36333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2" name="ph6752"/>
              <p:cNvSpPr/>
              <p:nvPr/>
            </p:nvSpPr>
            <p:spPr>
              <a:xfrm>
                <a:off x="36425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3" name="ph6753"/>
              <p:cNvSpPr/>
              <p:nvPr/>
            </p:nvSpPr>
            <p:spPr>
              <a:xfrm>
                <a:off x="36518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4" name="ph6754"/>
              <p:cNvSpPr/>
              <p:nvPr/>
            </p:nvSpPr>
            <p:spPr>
              <a:xfrm>
                <a:off x="36611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5" name="ph6755"/>
              <p:cNvSpPr/>
              <p:nvPr/>
            </p:nvSpPr>
            <p:spPr>
              <a:xfrm>
                <a:off x="36703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6" name="ph6756"/>
              <p:cNvSpPr/>
              <p:nvPr/>
            </p:nvSpPr>
            <p:spPr>
              <a:xfrm>
                <a:off x="36796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7" name="ph6757"/>
              <p:cNvSpPr/>
              <p:nvPr/>
            </p:nvSpPr>
            <p:spPr>
              <a:xfrm>
                <a:off x="36889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8" name="ph6758"/>
              <p:cNvSpPr/>
              <p:nvPr/>
            </p:nvSpPr>
            <p:spPr>
              <a:xfrm>
                <a:off x="36981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9" name="ph6759"/>
              <p:cNvSpPr/>
              <p:nvPr/>
            </p:nvSpPr>
            <p:spPr>
              <a:xfrm>
                <a:off x="37074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0" name="ph6760"/>
              <p:cNvSpPr/>
              <p:nvPr/>
            </p:nvSpPr>
            <p:spPr>
              <a:xfrm>
                <a:off x="37166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1" name="ph6761"/>
              <p:cNvSpPr/>
              <p:nvPr/>
            </p:nvSpPr>
            <p:spPr>
              <a:xfrm>
                <a:off x="37259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2" name="ph6762"/>
              <p:cNvSpPr/>
              <p:nvPr/>
            </p:nvSpPr>
            <p:spPr>
              <a:xfrm>
                <a:off x="3735217" y="13436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009"/>
                    </a:lnTo>
                    <a:lnTo>
                      <a:pt x="922021" y="905654"/>
                    </a:lnTo>
                    <a:lnTo>
                      <a:pt x="916823" y="910235"/>
                    </a:lnTo>
                    <a:lnTo>
                      <a:pt x="915279" y="911418"/>
                    </a:lnTo>
                    <a:lnTo>
                      <a:pt x="914934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3" name="ph6763"/>
              <p:cNvSpPr/>
              <p:nvPr/>
            </p:nvSpPr>
            <p:spPr>
              <a:xfrm>
                <a:off x="3744479" y="1326387"/>
                <a:ext cx="920846" cy="921248"/>
              </a:xfrm>
              <a:custGeom>
                <a:avLst/>
                <a:gdLst/>
                <a:ahLst/>
                <a:cxnLst/>
                <a:rect l="0" t="0" r="0" b="0"/>
                <a:pathLst>
                  <a:path w="920846" h="921248">
                    <a:moveTo>
                      <a:pt x="914400" y="914400"/>
                    </a:moveTo>
                    <a:lnTo>
                      <a:pt x="920846" y="914400"/>
                    </a:lnTo>
                    <a:lnTo>
                      <a:pt x="917822" y="917817"/>
                    </a:lnTo>
                    <a:lnTo>
                      <a:pt x="914400" y="92124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4" name="ph6764"/>
              <p:cNvSpPr/>
              <p:nvPr/>
            </p:nvSpPr>
            <p:spPr>
              <a:xfrm>
                <a:off x="2030968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665" y="931638"/>
                    </a:lnTo>
                    <a:lnTo>
                      <a:pt x="908939" y="925978"/>
                    </a:lnTo>
                    <a:lnTo>
                      <a:pt x="906335" y="916293"/>
                    </a:lnTo>
                    <a:lnTo>
                      <a:pt x="905891" y="914400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5" name="ph6765"/>
              <p:cNvSpPr/>
              <p:nvPr/>
            </p:nvSpPr>
            <p:spPr>
              <a:xfrm>
                <a:off x="20309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6" name="ph6766"/>
              <p:cNvSpPr/>
              <p:nvPr/>
            </p:nvSpPr>
            <p:spPr>
              <a:xfrm>
                <a:off x="20402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7" name="ph6767"/>
              <p:cNvSpPr/>
              <p:nvPr/>
            </p:nvSpPr>
            <p:spPr>
              <a:xfrm>
                <a:off x="20494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8" name="ph6768"/>
              <p:cNvSpPr/>
              <p:nvPr/>
            </p:nvSpPr>
            <p:spPr>
              <a:xfrm>
                <a:off x="205875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9" name="ph6769"/>
              <p:cNvSpPr/>
              <p:nvPr/>
            </p:nvSpPr>
            <p:spPr>
              <a:xfrm>
                <a:off x="20680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0" name="ph6770"/>
              <p:cNvSpPr/>
              <p:nvPr/>
            </p:nvSpPr>
            <p:spPr>
              <a:xfrm>
                <a:off x="20772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1" name="ph6771"/>
              <p:cNvSpPr/>
              <p:nvPr/>
            </p:nvSpPr>
            <p:spPr>
              <a:xfrm>
                <a:off x="20865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2" name="ph6772"/>
              <p:cNvSpPr/>
              <p:nvPr/>
            </p:nvSpPr>
            <p:spPr>
              <a:xfrm>
                <a:off x="20958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3" name="ph6773"/>
              <p:cNvSpPr/>
              <p:nvPr/>
            </p:nvSpPr>
            <p:spPr>
              <a:xfrm>
                <a:off x="210506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4" name="ph6774"/>
              <p:cNvSpPr/>
              <p:nvPr/>
            </p:nvSpPr>
            <p:spPr>
              <a:xfrm>
                <a:off x="21143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5" name="ph6775"/>
              <p:cNvSpPr/>
              <p:nvPr/>
            </p:nvSpPr>
            <p:spPr>
              <a:xfrm>
                <a:off x="21235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6" name="ph6776"/>
              <p:cNvSpPr/>
              <p:nvPr/>
            </p:nvSpPr>
            <p:spPr>
              <a:xfrm>
                <a:off x="21328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7" name="ph6777"/>
              <p:cNvSpPr/>
              <p:nvPr/>
            </p:nvSpPr>
            <p:spPr>
              <a:xfrm>
                <a:off x="214211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8" name="ph6778"/>
              <p:cNvSpPr/>
              <p:nvPr/>
            </p:nvSpPr>
            <p:spPr>
              <a:xfrm>
                <a:off x="21513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9" name="ph6779"/>
              <p:cNvSpPr/>
              <p:nvPr/>
            </p:nvSpPr>
            <p:spPr>
              <a:xfrm>
                <a:off x="21606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0" name="ph6780"/>
              <p:cNvSpPr/>
              <p:nvPr/>
            </p:nvSpPr>
            <p:spPr>
              <a:xfrm>
                <a:off x="21699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1" name="ph6781"/>
              <p:cNvSpPr/>
              <p:nvPr/>
            </p:nvSpPr>
            <p:spPr>
              <a:xfrm>
                <a:off x="21791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2" name="ph6782"/>
              <p:cNvSpPr/>
              <p:nvPr/>
            </p:nvSpPr>
            <p:spPr>
              <a:xfrm>
                <a:off x="218842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3" name="ph6783"/>
              <p:cNvSpPr/>
              <p:nvPr/>
            </p:nvSpPr>
            <p:spPr>
              <a:xfrm>
                <a:off x="21976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4" name="ph6784"/>
              <p:cNvSpPr/>
              <p:nvPr/>
            </p:nvSpPr>
            <p:spPr>
              <a:xfrm>
                <a:off x="22069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5" name="ph6785"/>
              <p:cNvSpPr/>
              <p:nvPr/>
            </p:nvSpPr>
            <p:spPr>
              <a:xfrm>
                <a:off x="22162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6" name="ph6786"/>
              <p:cNvSpPr/>
              <p:nvPr/>
            </p:nvSpPr>
            <p:spPr>
              <a:xfrm>
                <a:off x="222547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7" name="ph6787"/>
              <p:cNvSpPr/>
              <p:nvPr/>
            </p:nvSpPr>
            <p:spPr>
              <a:xfrm>
                <a:off x="22347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8" name="ph6788"/>
              <p:cNvSpPr/>
              <p:nvPr/>
            </p:nvSpPr>
            <p:spPr>
              <a:xfrm>
                <a:off x="22439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9" name="ph6789"/>
              <p:cNvSpPr/>
              <p:nvPr/>
            </p:nvSpPr>
            <p:spPr>
              <a:xfrm>
                <a:off x="22532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0" name="ph6790"/>
              <p:cNvSpPr/>
              <p:nvPr/>
            </p:nvSpPr>
            <p:spPr>
              <a:xfrm>
                <a:off x="22625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1" name="ph6791"/>
              <p:cNvSpPr/>
              <p:nvPr/>
            </p:nvSpPr>
            <p:spPr>
              <a:xfrm>
                <a:off x="227178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2" name="ph6792"/>
              <p:cNvSpPr/>
              <p:nvPr/>
            </p:nvSpPr>
            <p:spPr>
              <a:xfrm>
                <a:off x="22810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3" name="ph6793"/>
              <p:cNvSpPr/>
              <p:nvPr/>
            </p:nvSpPr>
            <p:spPr>
              <a:xfrm>
                <a:off x="22903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4" name="ph6794"/>
              <p:cNvSpPr/>
              <p:nvPr/>
            </p:nvSpPr>
            <p:spPr>
              <a:xfrm>
                <a:off x="22995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5" name="ph6795"/>
              <p:cNvSpPr/>
              <p:nvPr/>
            </p:nvSpPr>
            <p:spPr>
              <a:xfrm>
                <a:off x="230883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6" name="ph6796"/>
              <p:cNvSpPr/>
              <p:nvPr/>
            </p:nvSpPr>
            <p:spPr>
              <a:xfrm>
                <a:off x="23180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7" name="ph6797"/>
              <p:cNvSpPr/>
              <p:nvPr/>
            </p:nvSpPr>
            <p:spPr>
              <a:xfrm>
                <a:off x="23273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8" name="ph6798"/>
              <p:cNvSpPr/>
              <p:nvPr/>
            </p:nvSpPr>
            <p:spPr>
              <a:xfrm>
                <a:off x="23366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9" name="ph6799"/>
              <p:cNvSpPr/>
              <p:nvPr/>
            </p:nvSpPr>
            <p:spPr>
              <a:xfrm>
                <a:off x="23458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9">
                  <a:alpha val="100000"/>
                </a:srgbClr>
              </a:solidFill>
              <a:ln w="5420" cap="flat">
                <a:solidFill>
                  <a:srgbClr val="D7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0" name="ph6800"/>
              <p:cNvSpPr/>
              <p:nvPr/>
            </p:nvSpPr>
            <p:spPr>
              <a:xfrm>
                <a:off x="235514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1" name="ph6801"/>
              <p:cNvSpPr/>
              <p:nvPr/>
            </p:nvSpPr>
            <p:spPr>
              <a:xfrm>
                <a:off x="23644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2" name="ph6802"/>
              <p:cNvSpPr/>
              <p:nvPr/>
            </p:nvSpPr>
            <p:spPr>
              <a:xfrm>
                <a:off x="23736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3" name="ph6803"/>
              <p:cNvSpPr/>
              <p:nvPr/>
            </p:nvSpPr>
            <p:spPr>
              <a:xfrm>
                <a:off x="2392195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550" y="897161"/>
                    </a:lnTo>
                    <a:lnTo>
                      <a:pt x="913197" y="899958"/>
                    </a:lnTo>
                    <a:lnTo>
                      <a:pt x="914399" y="906022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4" name="ph6804"/>
              <p:cNvSpPr/>
              <p:nvPr/>
            </p:nvSpPr>
            <p:spPr>
              <a:xfrm>
                <a:off x="2392195" y="1326387"/>
                <a:ext cx="91592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28" h="914400">
                    <a:moveTo>
                      <a:pt x="914399" y="914400"/>
                    </a:moveTo>
                    <a:lnTo>
                      <a:pt x="914399" y="906022"/>
                    </a:lnTo>
                    <a:lnTo>
                      <a:pt x="915227" y="910195"/>
                    </a:lnTo>
                    <a:lnTo>
                      <a:pt x="915928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5" name="ph6805"/>
              <p:cNvSpPr/>
              <p:nvPr/>
            </p:nvSpPr>
            <p:spPr>
              <a:xfrm>
                <a:off x="317948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546" y="914400"/>
                    </a:lnTo>
                    <a:lnTo>
                      <a:pt x="912718" y="912991"/>
                    </a:lnTo>
                    <a:lnTo>
                      <a:pt x="914400" y="912406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6" name="ph6806"/>
              <p:cNvSpPr/>
              <p:nvPr/>
            </p:nvSpPr>
            <p:spPr>
              <a:xfrm>
                <a:off x="318874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406"/>
                    </a:lnTo>
                    <a:lnTo>
                      <a:pt x="908847" y="911115"/>
                    </a:lnTo>
                    <a:lnTo>
                      <a:pt x="914400" y="909717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7" name="ph6807"/>
              <p:cNvSpPr/>
              <p:nvPr/>
            </p:nvSpPr>
            <p:spPr>
              <a:xfrm>
                <a:off x="319800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717"/>
                    </a:lnTo>
                    <a:lnTo>
                      <a:pt x="910482" y="908858"/>
                    </a:lnTo>
                    <a:lnTo>
                      <a:pt x="914400" y="908590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8" name="ph6808"/>
              <p:cNvSpPr/>
              <p:nvPr/>
            </p:nvSpPr>
            <p:spPr>
              <a:xfrm>
                <a:off x="320727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590"/>
                    </a:lnTo>
                    <a:lnTo>
                      <a:pt x="906699" y="908483"/>
                    </a:lnTo>
                    <a:lnTo>
                      <a:pt x="912183" y="908610"/>
                    </a:lnTo>
                    <a:lnTo>
                      <a:pt x="912651" y="908643"/>
                    </a:lnTo>
                    <a:lnTo>
                      <a:pt x="913122" y="908676"/>
                    </a:lnTo>
                    <a:lnTo>
                      <a:pt x="913592" y="908708"/>
                    </a:lnTo>
                    <a:lnTo>
                      <a:pt x="914063" y="908741"/>
                    </a:lnTo>
                    <a:lnTo>
                      <a:pt x="914400" y="908764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9" name="ph6809"/>
              <p:cNvSpPr/>
              <p:nvPr/>
            </p:nvSpPr>
            <p:spPr>
              <a:xfrm>
                <a:off x="3216532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764"/>
                    </a:lnTo>
                    <a:lnTo>
                      <a:pt x="905271" y="908774"/>
                    </a:lnTo>
                    <a:lnTo>
                      <a:pt x="905742" y="908806"/>
                    </a:lnTo>
                    <a:lnTo>
                      <a:pt x="906213" y="908839"/>
                    </a:lnTo>
                    <a:lnTo>
                      <a:pt x="906683" y="908872"/>
                    </a:lnTo>
                    <a:lnTo>
                      <a:pt x="907154" y="908904"/>
                    </a:lnTo>
                    <a:lnTo>
                      <a:pt x="907624" y="908937"/>
                    </a:lnTo>
                    <a:lnTo>
                      <a:pt x="908095" y="908970"/>
                    </a:lnTo>
                    <a:lnTo>
                      <a:pt x="908565" y="909003"/>
                    </a:lnTo>
                    <a:lnTo>
                      <a:pt x="909036" y="909036"/>
                    </a:lnTo>
                    <a:lnTo>
                      <a:pt x="909506" y="909068"/>
                    </a:lnTo>
                    <a:lnTo>
                      <a:pt x="909977" y="909101"/>
                    </a:lnTo>
                    <a:lnTo>
                      <a:pt x="910448" y="909134"/>
                    </a:lnTo>
                    <a:lnTo>
                      <a:pt x="910918" y="909167"/>
                    </a:lnTo>
                    <a:lnTo>
                      <a:pt x="911389" y="909200"/>
                    </a:lnTo>
                    <a:lnTo>
                      <a:pt x="911859" y="909233"/>
                    </a:lnTo>
                    <a:lnTo>
                      <a:pt x="912330" y="909266"/>
                    </a:lnTo>
                    <a:lnTo>
                      <a:pt x="912800" y="909299"/>
                    </a:lnTo>
                    <a:lnTo>
                      <a:pt x="913271" y="909332"/>
                    </a:lnTo>
                    <a:lnTo>
                      <a:pt x="913741" y="909365"/>
                    </a:lnTo>
                    <a:lnTo>
                      <a:pt x="914212" y="909398"/>
                    </a:lnTo>
                    <a:lnTo>
                      <a:pt x="914399" y="909411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0" name="ph6810"/>
              <p:cNvSpPr/>
              <p:nvPr/>
            </p:nvSpPr>
            <p:spPr>
              <a:xfrm>
                <a:off x="322579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11"/>
                    </a:lnTo>
                    <a:lnTo>
                      <a:pt x="905420" y="909431"/>
                    </a:lnTo>
                    <a:lnTo>
                      <a:pt x="905891" y="909464"/>
                    </a:lnTo>
                    <a:lnTo>
                      <a:pt x="906361" y="909497"/>
                    </a:lnTo>
                    <a:lnTo>
                      <a:pt x="906832" y="909530"/>
                    </a:lnTo>
                    <a:lnTo>
                      <a:pt x="907302" y="909563"/>
                    </a:lnTo>
                    <a:lnTo>
                      <a:pt x="907773" y="909596"/>
                    </a:lnTo>
                    <a:lnTo>
                      <a:pt x="908243" y="909629"/>
                    </a:lnTo>
                    <a:lnTo>
                      <a:pt x="908714" y="909662"/>
                    </a:lnTo>
                    <a:lnTo>
                      <a:pt x="909184" y="909695"/>
                    </a:lnTo>
                    <a:lnTo>
                      <a:pt x="909655" y="909729"/>
                    </a:lnTo>
                    <a:lnTo>
                      <a:pt x="910125" y="909762"/>
                    </a:lnTo>
                    <a:lnTo>
                      <a:pt x="910596" y="909795"/>
                    </a:lnTo>
                    <a:lnTo>
                      <a:pt x="911066" y="909828"/>
                    </a:lnTo>
                    <a:lnTo>
                      <a:pt x="911537" y="909861"/>
                    </a:lnTo>
                    <a:lnTo>
                      <a:pt x="912007" y="909895"/>
                    </a:lnTo>
                    <a:lnTo>
                      <a:pt x="912478" y="909928"/>
                    </a:lnTo>
                    <a:lnTo>
                      <a:pt x="912948" y="909961"/>
                    </a:lnTo>
                    <a:lnTo>
                      <a:pt x="913419" y="909995"/>
                    </a:lnTo>
                    <a:lnTo>
                      <a:pt x="913889" y="910028"/>
                    </a:lnTo>
                    <a:lnTo>
                      <a:pt x="914400" y="910064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1" name="ph6811"/>
              <p:cNvSpPr/>
              <p:nvPr/>
            </p:nvSpPr>
            <p:spPr>
              <a:xfrm>
                <a:off x="323505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64"/>
                    </a:lnTo>
                    <a:lnTo>
                      <a:pt x="905568" y="910095"/>
                    </a:lnTo>
                    <a:lnTo>
                      <a:pt x="906038" y="910128"/>
                    </a:lnTo>
                    <a:lnTo>
                      <a:pt x="906509" y="910161"/>
                    </a:lnTo>
                    <a:lnTo>
                      <a:pt x="906979" y="910195"/>
                    </a:lnTo>
                    <a:lnTo>
                      <a:pt x="907450" y="910228"/>
                    </a:lnTo>
                    <a:lnTo>
                      <a:pt x="907920" y="910262"/>
                    </a:lnTo>
                    <a:lnTo>
                      <a:pt x="908391" y="910295"/>
                    </a:lnTo>
                    <a:lnTo>
                      <a:pt x="908861" y="910329"/>
                    </a:lnTo>
                    <a:lnTo>
                      <a:pt x="909332" y="910362"/>
                    </a:lnTo>
                    <a:lnTo>
                      <a:pt x="909802" y="910396"/>
                    </a:lnTo>
                    <a:lnTo>
                      <a:pt x="910273" y="910429"/>
                    </a:lnTo>
                    <a:lnTo>
                      <a:pt x="910743" y="910463"/>
                    </a:lnTo>
                    <a:lnTo>
                      <a:pt x="914400" y="910724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2" name="ph6812"/>
              <p:cNvSpPr/>
              <p:nvPr/>
            </p:nvSpPr>
            <p:spPr>
              <a:xfrm>
                <a:off x="3244319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724"/>
                    </a:lnTo>
                    <a:lnTo>
                      <a:pt x="914400" y="911384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3" name="ph6813"/>
              <p:cNvSpPr/>
              <p:nvPr/>
            </p:nvSpPr>
            <p:spPr>
              <a:xfrm>
                <a:off x="3253581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384"/>
                    </a:lnTo>
                    <a:lnTo>
                      <a:pt x="914400" y="912045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4" name="ph6814"/>
              <p:cNvSpPr/>
              <p:nvPr/>
            </p:nvSpPr>
            <p:spPr>
              <a:xfrm>
                <a:off x="326284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045"/>
                    </a:lnTo>
                    <a:lnTo>
                      <a:pt x="914400" y="912706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5" name="ph6815"/>
              <p:cNvSpPr/>
              <p:nvPr/>
            </p:nvSpPr>
            <p:spPr>
              <a:xfrm>
                <a:off x="327210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706"/>
                    </a:lnTo>
                    <a:lnTo>
                      <a:pt x="914400" y="912510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6" name="ph6816"/>
              <p:cNvSpPr/>
              <p:nvPr/>
            </p:nvSpPr>
            <p:spPr>
              <a:xfrm>
                <a:off x="328136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510"/>
                    </a:lnTo>
                    <a:lnTo>
                      <a:pt x="914400" y="912314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7" name="ph6817"/>
              <p:cNvSpPr/>
              <p:nvPr/>
            </p:nvSpPr>
            <p:spPr>
              <a:xfrm>
                <a:off x="329063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314"/>
                    </a:lnTo>
                    <a:lnTo>
                      <a:pt x="914400" y="91211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8" name="ph6818"/>
              <p:cNvSpPr/>
              <p:nvPr/>
            </p:nvSpPr>
            <p:spPr>
              <a:xfrm>
                <a:off x="3299892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119"/>
                    </a:lnTo>
                    <a:lnTo>
                      <a:pt x="913862" y="911879"/>
                    </a:lnTo>
                    <a:lnTo>
                      <a:pt x="914226" y="911571"/>
                    </a:lnTo>
                    <a:lnTo>
                      <a:pt x="914400" y="911425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9" name="ph6819"/>
              <p:cNvSpPr/>
              <p:nvPr/>
            </p:nvSpPr>
            <p:spPr>
              <a:xfrm>
                <a:off x="330915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425"/>
                    </a:lnTo>
                    <a:lnTo>
                      <a:pt x="905329" y="911263"/>
                    </a:lnTo>
                    <a:lnTo>
                      <a:pt x="905694" y="910955"/>
                    </a:lnTo>
                    <a:lnTo>
                      <a:pt x="906058" y="910647"/>
                    </a:lnTo>
                    <a:lnTo>
                      <a:pt x="911025" y="906724"/>
                    </a:lnTo>
                    <a:lnTo>
                      <a:pt x="914400" y="904411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0" name="ph6820"/>
              <p:cNvSpPr/>
              <p:nvPr/>
            </p:nvSpPr>
            <p:spPr>
              <a:xfrm>
                <a:off x="331841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411"/>
                    </a:lnTo>
                    <a:lnTo>
                      <a:pt x="906825" y="903254"/>
                    </a:lnTo>
                    <a:lnTo>
                      <a:pt x="911973" y="900246"/>
                    </a:lnTo>
                    <a:lnTo>
                      <a:pt x="914400" y="898947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1" name="ph6821"/>
              <p:cNvSpPr/>
              <p:nvPr/>
            </p:nvSpPr>
            <p:spPr>
              <a:xfrm>
                <a:off x="3327679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185"/>
                    </a:lnTo>
                    <a:lnTo>
                      <a:pt x="908474" y="914400"/>
                    </a:lnTo>
                    <a:close/>
                  </a:path>
                </a:pathLst>
              </a:custGeom>
              <a:solidFill>
                <a:srgbClr val="79C25C">
                  <a:alpha val="100000"/>
                </a:srgbClr>
              </a:solidFill>
              <a:ln w="5420" cap="flat">
                <a:solidFill>
                  <a:srgbClr val="79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2" name="ph6822"/>
              <p:cNvSpPr/>
              <p:nvPr/>
            </p:nvSpPr>
            <p:spPr>
              <a:xfrm>
                <a:off x="33276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3" name="ph6823"/>
              <p:cNvSpPr/>
              <p:nvPr/>
            </p:nvSpPr>
            <p:spPr>
              <a:xfrm>
                <a:off x="33369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4" name="ph6824"/>
              <p:cNvSpPr/>
              <p:nvPr/>
            </p:nvSpPr>
            <p:spPr>
              <a:xfrm>
                <a:off x="33462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5" name="ph6825"/>
              <p:cNvSpPr/>
              <p:nvPr/>
            </p:nvSpPr>
            <p:spPr>
              <a:xfrm>
                <a:off x="335546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6" name="ph6826"/>
              <p:cNvSpPr/>
              <p:nvPr/>
            </p:nvSpPr>
            <p:spPr>
              <a:xfrm>
                <a:off x="33647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7" name="ph6827"/>
              <p:cNvSpPr/>
              <p:nvPr/>
            </p:nvSpPr>
            <p:spPr>
              <a:xfrm>
                <a:off x="33739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8" name="ph6828"/>
              <p:cNvSpPr/>
              <p:nvPr/>
            </p:nvSpPr>
            <p:spPr>
              <a:xfrm>
                <a:off x="33832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9" name="ph6829"/>
              <p:cNvSpPr/>
              <p:nvPr/>
            </p:nvSpPr>
            <p:spPr>
              <a:xfrm>
                <a:off x="339251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0" name="ph6830"/>
              <p:cNvSpPr/>
              <p:nvPr/>
            </p:nvSpPr>
            <p:spPr>
              <a:xfrm>
                <a:off x="34017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1" name="ph6831"/>
              <p:cNvSpPr/>
              <p:nvPr/>
            </p:nvSpPr>
            <p:spPr>
              <a:xfrm>
                <a:off x="34110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2" name="ph6832"/>
              <p:cNvSpPr/>
              <p:nvPr/>
            </p:nvSpPr>
            <p:spPr>
              <a:xfrm>
                <a:off x="34203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3" name="ph6833"/>
              <p:cNvSpPr/>
              <p:nvPr/>
            </p:nvSpPr>
            <p:spPr>
              <a:xfrm>
                <a:off x="34295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4" name="ph6834"/>
              <p:cNvSpPr/>
              <p:nvPr/>
            </p:nvSpPr>
            <p:spPr>
              <a:xfrm>
                <a:off x="343882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5" name="ph6835"/>
              <p:cNvSpPr/>
              <p:nvPr/>
            </p:nvSpPr>
            <p:spPr>
              <a:xfrm>
                <a:off x="34480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6" name="ph6836"/>
              <p:cNvSpPr/>
              <p:nvPr/>
            </p:nvSpPr>
            <p:spPr>
              <a:xfrm>
                <a:off x="34573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7" name="ph6837"/>
              <p:cNvSpPr/>
              <p:nvPr/>
            </p:nvSpPr>
            <p:spPr>
              <a:xfrm>
                <a:off x="34666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8" name="ph6838"/>
              <p:cNvSpPr/>
              <p:nvPr/>
            </p:nvSpPr>
            <p:spPr>
              <a:xfrm>
                <a:off x="347587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9" name="ph6839"/>
              <p:cNvSpPr/>
              <p:nvPr/>
            </p:nvSpPr>
            <p:spPr>
              <a:xfrm>
                <a:off x="34851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0" name="ph6840"/>
              <p:cNvSpPr/>
              <p:nvPr/>
            </p:nvSpPr>
            <p:spPr>
              <a:xfrm>
                <a:off x="34943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1" name="ph6841"/>
              <p:cNvSpPr/>
              <p:nvPr/>
            </p:nvSpPr>
            <p:spPr>
              <a:xfrm>
                <a:off x="35036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2" name="ph6842"/>
              <p:cNvSpPr/>
              <p:nvPr/>
            </p:nvSpPr>
            <p:spPr>
              <a:xfrm>
                <a:off x="35129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3" name="ph6843"/>
              <p:cNvSpPr/>
              <p:nvPr/>
            </p:nvSpPr>
            <p:spPr>
              <a:xfrm>
                <a:off x="352218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4" name="ph6844"/>
              <p:cNvSpPr/>
              <p:nvPr/>
            </p:nvSpPr>
            <p:spPr>
              <a:xfrm>
                <a:off x="35314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5" name="ph6845"/>
              <p:cNvSpPr/>
              <p:nvPr/>
            </p:nvSpPr>
            <p:spPr>
              <a:xfrm>
                <a:off x="35407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6" name="ph6846"/>
              <p:cNvSpPr/>
              <p:nvPr/>
            </p:nvSpPr>
            <p:spPr>
              <a:xfrm>
                <a:off x="35499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7" name="ph6847"/>
              <p:cNvSpPr/>
              <p:nvPr/>
            </p:nvSpPr>
            <p:spPr>
              <a:xfrm>
                <a:off x="355923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8" name="ph6848"/>
              <p:cNvSpPr/>
              <p:nvPr/>
            </p:nvSpPr>
            <p:spPr>
              <a:xfrm>
                <a:off x="35684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9" name="ph6849"/>
              <p:cNvSpPr/>
              <p:nvPr/>
            </p:nvSpPr>
            <p:spPr>
              <a:xfrm>
                <a:off x="35777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0" name="ph6850"/>
              <p:cNvSpPr/>
              <p:nvPr/>
            </p:nvSpPr>
            <p:spPr>
              <a:xfrm>
                <a:off x="35870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1" name="ph6851"/>
              <p:cNvSpPr/>
              <p:nvPr/>
            </p:nvSpPr>
            <p:spPr>
              <a:xfrm>
                <a:off x="35962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2" name="ph6852"/>
              <p:cNvSpPr/>
              <p:nvPr/>
            </p:nvSpPr>
            <p:spPr>
              <a:xfrm>
                <a:off x="360554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3" name="ph6853"/>
              <p:cNvSpPr/>
              <p:nvPr/>
            </p:nvSpPr>
            <p:spPr>
              <a:xfrm>
                <a:off x="36148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4" name="ph6854"/>
              <p:cNvSpPr/>
              <p:nvPr/>
            </p:nvSpPr>
            <p:spPr>
              <a:xfrm>
                <a:off x="36240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5" name="ph6855"/>
              <p:cNvSpPr/>
              <p:nvPr/>
            </p:nvSpPr>
            <p:spPr>
              <a:xfrm>
                <a:off x="363333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6" name="ph6856"/>
              <p:cNvSpPr/>
              <p:nvPr/>
            </p:nvSpPr>
            <p:spPr>
              <a:xfrm>
                <a:off x="364259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7" name="ph6857"/>
              <p:cNvSpPr/>
              <p:nvPr/>
            </p:nvSpPr>
            <p:spPr>
              <a:xfrm>
                <a:off x="365185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8" name="ph6858"/>
              <p:cNvSpPr/>
              <p:nvPr/>
            </p:nvSpPr>
            <p:spPr>
              <a:xfrm>
                <a:off x="366111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9" name="ph6859"/>
              <p:cNvSpPr/>
              <p:nvPr/>
            </p:nvSpPr>
            <p:spPr>
              <a:xfrm>
                <a:off x="367038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0" name="ph6860"/>
              <p:cNvSpPr/>
              <p:nvPr/>
            </p:nvSpPr>
            <p:spPr>
              <a:xfrm>
                <a:off x="367964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1" name="ph6861"/>
              <p:cNvSpPr/>
              <p:nvPr/>
            </p:nvSpPr>
            <p:spPr>
              <a:xfrm>
                <a:off x="368890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2" name="ph6862"/>
              <p:cNvSpPr/>
              <p:nvPr/>
            </p:nvSpPr>
            <p:spPr>
              <a:xfrm>
                <a:off x="36981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3" name="ph6863"/>
              <p:cNvSpPr/>
              <p:nvPr/>
            </p:nvSpPr>
            <p:spPr>
              <a:xfrm>
                <a:off x="37074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4" name="ph6864"/>
              <p:cNvSpPr/>
              <p:nvPr/>
            </p:nvSpPr>
            <p:spPr>
              <a:xfrm>
                <a:off x="37166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5" name="ph6865"/>
              <p:cNvSpPr/>
              <p:nvPr/>
            </p:nvSpPr>
            <p:spPr>
              <a:xfrm>
                <a:off x="372595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6" name="ph6866"/>
              <p:cNvSpPr/>
              <p:nvPr/>
            </p:nvSpPr>
            <p:spPr>
              <a:xfrm>
                <a:off x="37352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7" name="ph6867"/>
              <p:cNvSpPr/>
              <p:nvPr/>
            </p:nvSpPr>
            <p:spPr>
              <a:xfrm>
                <a:off x="3744479" y="13263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090"/>
                    </a:lnTo>
                    <a:lnTo>
                      <a:pt x="922737" y="912262"/>
                    </a:lnTo>
                    <a:lnTo>
                      <a:pt x="920846" y="914400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8" name="ph6868"/>
              <p:cNvSpPr/>
              <p:nvPr/>
            </p:nvSpPr>
            <p:spPr>
              <a:xfrm>
                <a:off x="3753741" y="1309148"/>
                <a:ext cx="923662" cy="9283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3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69"/>
                    </a:lnTo>
                    <a:lnTo>
                      <a:pt x="922810" y="917007"/>
                    </a:lnTo>
                    <a:lnTo>
                      <a:pt x="918229" y="923479"/>
                    </a:lnTo>
                    <a:lnTo>
                      <a:pt x="914400" y="92832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9" name="ph6869"/>
              <p:cNvSpPr/>
              <p:nvPr/>
            </p:nvSpPr>
            <p:spPr>
              <a:xfrm>
                <a:off x="3763003" y="1309148"/>
                <a:ext cx="915208" cy="915669"/>
              </a:xfrm>
              <a:custGeom>
                <a:avLst/>
                <a:gdLst/>
                <a:ahLst/>
                <a:cxnLst/>
                <a:rect l="0" t="0" r="0" b="0"/>
                <a:pathLst>
                  <a:path w="915208" h="915669">
                    <a:moveTo>
                      <a:pt x="914400" y="914400"/>
                    </a:moveTo>
                    <a:lnTo>
                      <a:pt x="915208" y="914400"/>
                    </a:lnTo>
                    <a:lnTo>
                      <a:pt x="914400" y="9156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0" name="ph6870"/>
              <p:cNvSpPr/>
              <p:nvPr/>
            </p:nvSpPr>
            <p:spPr>
              <a:xfrm>
                <a:off x="2021706" y="1291910"/>
                <a:ext cx="914400" cy="9284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423">
                    <a:moveTo>
                      <a:pt x="914400" y="914399"/>
                    </a:moveTo>
                    <a:lnTo>
                      <a:pt x="914400" y="928423"/>
                    </a:lnTo>
                    <a:lnTo>
                      <a:pt x="913270" y="923605"/>
                    </a:lnTo>
                    <a:lnTo>
                      <a:pt x="911412" y="91439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1" name="ph6871"/>
              <p:cNvSpPr/>
              <p:nvPr/>
            </p:nvSpPr>
            <p:spPr>
              <a:xfrm>
                <a:off x="202170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154" y="931638"/>
                    </a:lnTo>
                    <a:lnTo>
                      <a:pt x="914400" y="928423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2" name="ph6872"/>
              <p:cNvSpPr/>
              <p:nvPr/>
            </p:nvSpPr>
            <p:spPr>
              <a:xfrm>
                <a:off x="20309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3" name="ph6873"/>
              <p:cNvSpPr/>
              <p:nvPr/>
            </p:nvSpPr>
            <p:spPr>
              <a:xfrm>
                <a:off x="20402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4" name="ph6874"/>
              <p:cNvSpPr/>
              <p:nvPr/>
            </p:nvSpPr>
            <p:spPr>
              <a:xfrm>
                <a:off x="20494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5" name="ph6875"/>
              <p:cNvSpPr/>
              <p:nvPr/>
            </p:nvSpPr>
            <p:spPr>
              <a:xfrm>
                <a:off x="205875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6" name="ph6876"/>
              <p:cNvSpPr/>
              <p:nvPr/>
            </p:nvSpPr>
            <p:spPr>
              <a:xfrm>
                <a:off x="20680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7" name="ph6877"/>
              <p:cNvSpPr/>
              <p:nvPr/>
            </p:nvSpPr>
            <p:spPr>
              <a:xfrm>
                <a:off x="20772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8" name="ph6878"/>
              <p:cNvSpPr/>
              <p:nvPr/>
            </p:nvSpPr>
            <p:spPr>
              <a:xfrm>
                <a:off x="20865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9" name="ph6879"/>
              <p:cNvSpPr/>
              <p:nvPr/>
            </p:nvSpPr>
            <p:spPr>
              <a:xfrm>
                <a:off x="209580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0" name="ph6880"/>
              <p:cNvSpPr/>
              <p:nvPr/>
            </p:nvSpPr>
            <p:spPr>
              <a:xfrm>
                <a:off x="210506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1" name="ph6881"/>
              <p:cNvSpPr/>
              <p:nvPr/>
            </p:nvSpPr>
            <p:spPr>
              <a:xfrm>
                <a:off x="21143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2" name="ph6882"/>
              <p:cNvSpPr/>
              <p:nvPr/>
            </p:nvSpPr>
            <p:spPr>
              <a:xfrm>
                <a:off x="21235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3" name="ph6883"/>
              <p:cNvSpPr/>
              <p:nvPr/>
            </p:nvSpPr>
            <p:spPr>
              <a:xfrm>
                <a:off x="21328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4" name="ph6884"/>
              <p:cNvSpPr/>
              <p:nvPr/>
            </p:nvSpPr>
            <p:spPr>
              <a:xfrm>
                <a:off x="214211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5" name="ph6885"/>
              <p:cNvSpPr/>
              <p:nvPr/>
            </p:nvSpPr>
            <p:spPr>
              <a:xfrm>
                <a:off x="21513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6" name="ph6886"/>
              <p:cNvSpPr/>
              <p:nvPr/>
            </p:nvSpPr>
            <p:spPr>
              <a:xfrm>
                <a:off x="21606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7" name="ph6887"/>
              <p:cNvSpPr/>
              <p:nvPr/>
            </p:nvSpPr>
            <p:spPr>
              <a:xfrm>
                <a:off x="21699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8" name="ph6888"/>
              <p:cNvSpPr/>
              <p:nvPr/>
            </p:nvSpPr>
            <p:spPr>
              <a:xfrm>
                <a:off x="21791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9" name="ph6889"/>
              <p:cNvSpPr/>
              <p:nvPr/>
            </p:nvSpPr>
            <p:spPr>
              <a:xfrm>
                <a:off x="218842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0" name="ph6890"/>
              <p:cNvSpPr/>
              <p:nvPr/>
            </p:nvSpPr>
            <p:spPr>
              <a:xfrm>
                <a:off x="21976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1" name="ph6891"/>
              <p:cNvSpPr/>
              <p:nvPr/>
            </p:nvSpPr>
            <p:spPr>
              <a:xfrm>
                <a:off x="22069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2" name="ph6892"/>
              <p:cNvSpPr/>
              <p:nvPr/>
            </p:nvSpPr>
            <p:spPr>
              <a:xfrm>
                <a:off x="22162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3" name="ph6893"/>
              <p:cNvSpPr/>
              <p:nvPr/>
            </p:nvSpPr>
            <p:spPr>
              <a:xfrm>
                <a:off x="222547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4" name="ph6894"/>
              <p:cNvSpPr/>
              <p:nvPr/>
            </p:nvSpPr>
            <p:spPr>
              <a:xfrm>
                <a:off x="22347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5" name="ph6895"/>
              <p:cNvSpPr/>
              <p:nvPr/>
            </p:nvSpPr>
            <p:spPr>
              <a:xfrm>
                <a:off x="22439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6" name="ph6896"/>
              <p:cNvSpPr/>
              <p:nvPr/>
            </p:nvSpPr>
            <p:spPr>
              <a:xfrm>
                <a:off x="22532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7" name="ph6897"/>
              <p:cNvSpPr/>
              <p:nvPr/>
            </p:nvSpPr>
            <p:spPr>
              <a:xfrm>
                <a:off x="22625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8" name="ph6898"/>
              <p:cNvSpPr/>
              <p:nvPr/>
            </p:nvSpPr>
            <p:spPr>
              <a:xfrm>
                <a:off x="227178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9" name="ph6899"/>
              <p:cNvSpPr/>
              <p:nvPr/>
            </p:nvSpPr>
            <p:spPr>
              <a:xfrm>
                <a:off x="22810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0" name="ph6900"/>
              <p:cNvSpPr/>
              <p:nvPr/>
            </p:nvSpPr>
            <p:spPr>
              <a:xfrm>
                <a:off x="22903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1" name="ph6901"/>
              <p:cNvSpPr/>
              <p:nvPr/>
            </p:nvSpPr>
            <p:spPr>
              <a:xfrm>
                <a:off x="22995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2" name="ph6902"/>
              <p:cNvSpPr/>
              <p:nvPr/>
            </p:nvSpPr>
            <p:spPr>
              <a:xfrm>
                <a:off x="230883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3" name="ph6903"/>
              <p:cNvSpPr/>
              <p:nvPr/>
            </p:nvSpPr>
            <p:spPr>
              <a:xfrm>
                <a:off x="23180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4" name="ph6904"/>
              <p:cNvSpPr/>
              <p:nvPr/>
            </p:nvSpPr>
            <p:spPr>
              <a:xfrm>
                <a:off x="23273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5" name="ph6905"/>
              <p:cNvSpPr/>
              <p:nvPr/>
            </p:nvSpPr>
            <p:spPr>
              <a:xfrm>
                <a:off x="23366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6" name="ph6906"/>
              <p:cNvSpPr/>
              <p:nvPr/>
            </p:nvSpPr>
            <p:spPr>
              <a:xfrm>
                <a:off x="23458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7" name="ph6907"/>
              <p:cNvSpPr/>
              <p:nvPr/>
            </p:nvSpPr>
            <p:spPr>
              <a:xfrm>
                <a:off x="235514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8" name="ph6908"/>
              <p:cNvSpPr/>
              <p:nvPr/>
            </p:nvSpPr>
            <p:spPr>
              <a:xfrm>
                <a:off x="23644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9" name="ph6909"/>
              <p:cNvSpPr/>
              <p:nvPr/>
            </p:nvSpPr>
            <p:spPr>
              <a:xfrm>
                <a:off x="23736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0" name="ph6910"/>
              <p:cNvSpPr/>
              <p:nvPr/>
            </p:nvSpPr>
            <p:spPr>
              <a:xfrm>
                <a:off x="2382932" y="1309148"/>
                <a:ext cx="9218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1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477" y="897161"/>
                    </a:lnTo>
                    <a:lnTo>
                      <a:pt x="917542" y="897392"/>
                    </a:lnTo>
                    <a:lnTo>
                      <a:pt x="920141" y="907174"/>
                    </a:lnTo>
                    <a:lnTo>
                      <a:pt x="921812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1" name="ph6911"/>
              <p:cNvSpPr/>
              <p:nvPr/>
            </p:nvSpPr>
            <p:spPr>
              <a:xfrm>
                <a:off x="3327679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74" y="914400"/>
                    </a:lnTo>
                    <a:lnTo>
                      <a:pt x="914400" y="91122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2" name="ph6912"/>
              <p:cNvSpPr/>
              <p:nvPr/>
            </p:nvSpPr>
            <p:spPr>
              <a:xfrm>
                <a:off x="3336941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28"/>
                    </a:lnTo>
                    <a:lnTo>
                      <a:pt x="914400" y="90627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3" name="ph6913"/>
              <p:cNvSpPr/>
              <p:nvPr/>
            </p:nvSpPr>
            <p:spPr>
              <a:xfrm>
                <a:off x="3346203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270"/>
                    </a:lnTo>
                    <a:lnTo>
                      <a:pt x="911518" y="902842"/>
                    </a:lnTo>
                    <a:lnTo>
                      <a:pt x="911838" y="902418"/>
                    </a:lnTo>
                    <a:lnTo>
                      <a:pt x="912158" y="901993"/>
                    </a:lnTo>
                    <a:lnTo>
                      <a:pt x="912478" y="901569"/>
                    </a:lnTo>
                    <a:lnTo>
                      <a:pt x="912798" y="901144"/>
                    </a:lnTo>
                    <a:lnTo>
                      <a:pt x="913118" y="900720"/>
                    </a:lnTo>
                    <a:lnTo>
                      <a:pt x="913438" y="900295"/>
                    </a:lnTo>
                    <a:lnTo>
                      <a:pt x="913758" y="899871"/>
                    </a:lnTo>
                    <a:lnTo>
                      <a:pt x="914078" y="899447"/>
                    </a:lnTo>
                    <a:lnTo>
                      <a:pt x="914400" y="899021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4" name="ph6914"/>
              <p:cNvSpPr/>
              <p:nvPr/>
            </p:nvSpPr>
            <p:spPr>
              <a:xfrm>
                <a:off x="3355465" y="12919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259"/>
                    </a:lnTo>
                    <a:lnTo>
                      <a:pt x="905456" y="915836"/>
                    </a:lnTo>
                    <a:lnTo>
                      <a:pt x="905777" y="915412"/>
                    </a:lnTo>
                    <a:lnTo>
                      <a:pt x="906097" y="914988"/>
                    </a:lnTo>
                    <a:lnTo>
                      <a:pt x="906417" y="914563"/>
                    </a:lnTo>
                    <a:lnTo>
                      <a:pt x="906541" y="91439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5" name="ph6915"/>
              <p:cNvSpPr/>
              <p:nvPr/>
            </p:nvSpPr>
            <p:spPr>
              <a:xfrm>
                <a:off x="335546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6" name="ph6916"/>
              <p:cNvSpPr/>
              <p:nvPr/>
            </p:nvSpPr>
            <p:spPr>
              <a:xfrm>
                <a:off x="33647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7" name="ph6917"/>
              <p:cNvSpPr/>
              <p:nvPr/>
            </p:nvSpPr>
            <p:spPr>
              <a:xfrm>
                <a:off x="33739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8" name="ph6918"/>
              <p:cNvSpPr/>
              <p:nvPr/>
            </p:nvSpPr>
            <p:spPr>
              <a:xfrm>
                <a:off x="33832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9" name="ph6919"/>
              <p:cNvSpPr/>
              <p:nvPr/>
            </p:nvSpPr>
            <p:spPr>
              <a:xfrm>
                <a:off x="339251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0" name="ph6920"/>
              <p:cNvSpPr/>
              <p:nvPr/>
            </p:nvSpPr>
            <p:spPr>
              <a:xfrm>
                <a:off x="34017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1" name="ph6921"/>
              <p:cNvSpPr/>
              <p:nvPr/>
            </p:nvSpPr>
            <p:spPr>
              <a:xfrm>
                <a:off x="34110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2" name="ph6922"/>
              <p:cNvSpPr/>
              <p:nvPr/>
            </p:nvSpPr>
            <p:spPr>
              <a:xfrm>
                <a:off x="34203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3" name="ph6923"/>
              <p:cNvSpPr/>
              <p:nvPr/>
            </p:nvSpPr>
            <p:spPr>
              <a:xfrm>
                <a:off x="34295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4" name="ph6924"/>
              <p:cNvSpPr/>
              <p:nvPr/>
            </p:nvSpPr>
            <p:spPr>
              <a:xfrm>
                <a:off x="343882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5" name="ph6925"/>
              <p:cNvSpPr/>
              <p:nvPr/>
            </p:nvSpPr>
            <p:spPr>
              <a:xfrm>
                <a:off x="34480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6" name="ph6926"/>
              <p:cNvSpPr/>
              <p:nvPr/>
            </p:nvSpPr>
            <p:spPr>
              <a:xfrm>
                <a:off x="34573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7" name="ph6927"/>
              <p:cNvSpPr/>
              <p:nvPr/>
            </p:nvSpPr>
            <p:spPr>
              <a:xfrm>
                <a:off x="34666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8" name="ph6928"/>
              <p:cNvSpPr/>
              <p:nvPr/>
            </p:nvSpPr>
            <p:spPr>
              <a:xfrm>
                <a:off x="347587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9" name="ph6929"/>
              <p:cNvSpPr/>
              <p:nvPr/>
            </p:nvSpPr>
            <p:spPr>
              <a:xfrm>
                <a:off x="34851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0" name="ph6930"/>
              <p:cNvSpPr/>
              <p:nvPr/>
            </p:nvSpPr>
            <p:spPr>
              <a:xfrm>
                <a:off x="34943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1" name="ph6931"/>
              <p:cNvSpPr/>
              <p:nvPr/>
            </p:nvSpPr>
            <p:spPr>
              <a:xfrm>
                <a:off x="35036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2" name="ph6932"/>
              <p:cNvSpPr/>
              <p:nvPr/>
            </p:nvSpPr>
            <p:spPr>
              <a:xfrm>
                <a:off x="35129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3" name="ph6933"/>
              <p:cNvSpPr/>
              <p:nvPr/>
            </p:nvSpPr>
            <p:spPr>
              <a:xfrm>
                <a:off x="352218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4" name="ph6934"/>
              <p:cNvSpPr/>
              <p:nvPr/>
            </p:nvSpPr>
            <p:spPr>
              <a:xfrm>
                <a:off x="35314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5" name="ph6935"/>
              <p:cNvSpPr/>
              <p:nvPr/>
            </p:nvSpPr>
            <p:spPr>
              <a:xfrm>
                <a:off x="35407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6" name="ph6936"/>
              <p:cNvSpPr/>
              <p:nvPr/>
            </p:nvSpPr>
            <p:spPr>
              <a:xfrm>
                <a:off x="35499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7" name="ph6937"/>
              <p:cNvSpPr/>
              <p:nvPr/>
            </p:nvSpPr>
            <p:spPr>
              <a:xfrm>
                <a:off x="355923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8" name="ph6938"/>
              <p:cNvSpPr/>
              <p:nvPr/>
            </p:nvSpPr>
            <p:spPr>
              <a:xfrm>
                <a:off x="35684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9" name="ph6939"/>
              <p:cNvSpPr/>
              <p:nvPr/>
            </p:nvSpPr>
            <p:spPr>
              <a:xfrm>
                <a:off x="35777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0" name="ph6940"/>
              <p:cNvSpPr/>
              <p:nvPr/>
            </p:nvSpPr>
            <p:spPr>
              <a:xfrm>
                <a:off x="35870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1" name="ph6941"/>
              <p:cNvSpPr/>
              <p:nvPr/>
            </p:nvSpPr>
            <p:spPr>
              <a:xfrm>
                <a:off x="35962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2" name="ph6942"/>
              <p:cNvSpPr/>
              <p:nvPr/>
            </p:nvSpPr>
            <p:spPr>
              <a:xfrm>
                <a:off x="360554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3" name="ph6943"/>
              <p:cNvSpPr/>
              <p:nvPr/>
            </p:nvSpPr>
            <p:spPr>
              <a:xfrm>
                <a:off x="36148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4" name="ph6944"/>
              <p:cNvSpPr/>
              <p:nvPr/>
            </p:nvSpPr>
            <p:spPr>
              <a:xfrm>
                <a:off x="36240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5" name="ph6945"/>
              <p:cNvSpPr/>
              <p:nvPr/>
            </p:nvSpPr>
            <p:spPr>
              <a:xfrm>
                <a:off x="363333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6" name="ph6946"/>
              <p:cNvSpPr/>
              <p:nvPr/>
            </p:nvSpPr>
            <p:spPr>
              <a:xfrm>
                <a:off x="364259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7" name="ph6947"/>
              <p:cNvSpPr/>
              <p:nvPr/>
            </p:nvSpPr>
            <p:spPr>
              <a:xfrm>
                <a:off x="365185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8" name="ph6948"/>
              <p:cNvSpPr/>
              <p:nvPr/>
            </p:nvSpPr>
            <p:spPr>
              <a:xfrm>
                <a:off x="366111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9" name="ph6949"/>
              <p:cNvSpPr/>
              <p:nvPr/>
            </p:nvSpPr>
            <p:spPr>
              <a:xfrm>
                <a:off x="367038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0" name="ph6950"/>
              <p:cNvSpPr/>
              <p:nvPr/>
            </p:nvSpPr>
            <p:spPr>
              <a:xfrm>
                <a:off x="367964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1" name="ph6951"/>
              <p:cNvSpPr/>
              <p:nvPr/>
            </p:nvSpPr>
            <p:spPr>
              <a:xfrm>
                <a:off x="368890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2" name="ph6952"/>
              <p:cNvSpPr/>
              <p:nvPr/>
            </p:nvSpPr>
            <p:spPr>
              <a:xfrm>
                <a:off x="36981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3" name="ph6953"/>
              <p:cNvSpPr/>
              <p:nvPr/>
            </p:nvSpPr>
            <p:spPr>
              <a:xfrm>
                <a:off x="37074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4" name="ph6954"/>
              <p:cNvSpPr/>
              <p:nvPr/>
            </p:nvSpPr>
            <p:spPr>
              <a:xfrm>
                <a:off x="37166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5" name="ph6955"/>
              <p:cNvSpPr/>
              <p:nvPr/>
            </p:nvSpPr>
            <p:spPr>
              <a:xfrm>
                <a:off x="372595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6" name="ph6956"/>
              <p:cNvSpPr/>
              <p:nvPr/>
            </p:nvSpPr>
            <p:spPr>
              <a:xfrm>
                <a:off x="37352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7" name="ph6957"/>
              <p:cNvSpPr/>
              <p:nvPr/>
            </p:nvSpPr>
            <p:spPr>
              <a:xfrm>
                <a:off x="37444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8" name="ph6958"/>
              <p:cNvSpPr/>
              <p:nvPr/>
            </p:nvSpPr>
            <p:spPr>
              <a:xfrm>
                <a:off x="37537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9" name="ph6959"/>
              <p:cNvSpPr/>
              <p:nvPr/>
            </p:nvSpPr>
            <p:spPr>
              <a:xfrm>
                <a:off x="3763003" y="13091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843"/>
                    </a:lnTo>
                    <a:lnTo>
                      <a:pt x="922140" y="902787"/>
                    </a:lnTo>
                    <a:lnTo>
                      <a:pt x="917943" y="910104"/>
                    </a:lnTo>
                    <a:lnTo>
                      <a:pt x="915208" y="914400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0" name="ph6960"/>
              <p:cNvSpPr/>
              <p:nvPr/>
            </p:nvSpPr>
            <p:spPr>
              <a:xfrm>
                <a:off x="3772265" y="1291910"/>
                <a:ext cx="915787" cy="917082"/>
              </a:xfrm>
              <a:custGeom>
                <a:avLst/>
                <a:gdLst/>
                <a:ahLst/>
                <a:cxnLst/>
                <a:rect l="0" t="0" r="0" b="0"/>
                <a:pathLst>
                  <a:path w="915787" h="917082">
                    <a:moveTo>
                      <a:pt x="914400" y="914399"/>
                    </a:moveTo>
                    <a:lnTo>
                      <a:pt x="915787" y="914399"/>
                    </a:lnTo>
                    <a:lnTo>
                      <a:pt x="914400" y="917082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1" name="ph6961"/>
              <p:cNvSpPr/>
              <p:nvPr/>
            </p:nvSpPr>
            <p:spPr>
              <a:xfrm>
                <a:off x="2021706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12" y="931638"/>
                    </a:lnTo>
                    <a:lnTo>
                      <a:pt x="911224" y="930705"/>
                    </a:lnTo>
                    <a:lnTo>
                      <a:pt x="909467" y="920381"/>
                    </a:lnTo>
                    <a:lnTo>
                      <a:pt x="908631" y="91439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2" name="ph6962"/>
              <p:cNvSpPr/>
              <p:nvPr/>
            </p:nvSpPr>
            <p:spPr>
              <a:xfrm>
                <a:off x="202170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3" name="ph6963"/>
              <p:cNvSpPr/>
              <p:nvPr/>
            </p:nvSpPr>
            <p:spPr>
              <a:xfrm>
                <a:off x="20309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4" name="ph6964"/>
              <p:cNvSpPr/>
              <p:nvPr/>
            </p:nvSpPr>
            <p:spPr>
              <a:xfrm>
                <a:off x="20402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5" name="ph6965"/>
              <p:cNvSpPr/>
              <p:nvPr/>
            </p:nvSpPr>
            <p:spPr>
              <a:xfrm>
                <a:off x="20494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6" name="ph6966"/>
              <p:cNvSpPr/>
              <p:nvPr/>
            </p:nvSpPr>
            <p:spPr>
              <a:xfrm>
                <a:off x="205875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7" name="ph6967"/>
              <p:cNvSpPr/>
              <p:nvPr/>
            </p:nvSpPr>
            <p:spPr>
              <a:xfrm>
                <a:off x="20680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8" name="ph6968"/>
              <p:cNvSpPr/>
              <p:nvPr/>
            </p:nvSpPr>
            <p:spPr>
              <a:xfrm>
                <a:off x="20772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9" name="ph6969"/>
              <p:cNvSpPr/>
              <p:nvPr/>
            </p:nvSpPr>
            <p:spPr>
              <a:xfrm>
                <a:off x="20865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0" name="ph6970"/>
              <p:cNvSpPr/>
              <p:nvPr/>
            </p:nvSpPr>
            <p:spPr>
              <a:xfrm>
                <a:off x="20958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1" name="ph6971"/>
              <p:cNvSpPr/>
              <p:nvPr/>
            </p:nvSpPr>
            <p:spPr>
              <a:xfrm>
                <a:off x="210506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2" name="ph6972"/>
              <p:cNvSpPr/>
              <p:nvPr/>
            </p:nvSpPr>
            <p:spPr>
              <a:xfrm>
                <a:off x="21143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9">
                  <a:alpha val="100000"/>
                </a:srgbClr>
              </a:solidFill>
              <a:ln w="5420" cap="flat">
                <a:solidFill>
                  <a:srgbClr val="D7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3" name="ph6973"/>
              <p:cNvSpPr/>
              <p:nvPr/>
            </p:nvSpPr>
            <p:spPr>
              <a:xfrm>
                <a:off x="21235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4" name="ph6974"/>
              <p:cNvSpPr/>
              <p:nvPr/>
            </p:nvSpPr>
            <p:spPr>
              <a:xfrm>
                <a:off x="21328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5" name="ph6975"/>
              <p:cNvSpPr/>
              <p:nvPr/>
            </p:nvSpPr>
            <p:spPr>
              <a:xfrm>
                <a:off x="214211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6" name="ph6976"/>
              <p:cNvSpPr/>
              <p:nvPr/>
            </p:nvSpPr>
            <p:spPr>
              <a:xfrm>
                <a:off x="21513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7" name="ph6977"/>
              <p:cNvSpPr/>
              <p:nvPr/>
            </p:nvSpPr>
            <p:spPr>
              <a:xfrm>
                <a:off x="21606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8" name="ph6978"/>
              <p:cNvSpPr/>
              <p:nvPr/>
            </p:nvSpPr>
            <p:spPr>
              <a:xfrm>
                <a:off x="21699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9" name="ph6979"/>
              <p:cNvSpPr/>
              <p:nvPr/>
            </p:nvSpPr>
            <p:spPr>
              <a:xfrm>
                <a:off x="21791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0" name="ph6980"/>
              <p:cNvSpPr/>
              <p:nvPr/>
            </p:nvSpPr>
            <p:spPr>
              <a:xfrm>
                <a:off x="218842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1" name="ph6981"/>
              <p:cNvSpPr/>
              <p:nvPr/>
            </p:nvSpPr>
            <p:spPr>
              <a:xfrm>
                <a:off x="21976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2" name="ph6982"/>
              <p:cNvSpPr/>
              <p:nvPr/>
            </p:nvSpPr>
            <p:spPr>
              <a:xfrm>
                <a:off x="22069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3" name="ph6983"/>
              <p:cNvSpPr/>
              <p:nvPr/>
            </p:nvSpPr>
            <p:spPr>
              <a:xfrm>
                <a:off x="22162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4" name="ph6984"/>
              <p:cNvSpPr/>
              <p:nvPr/>
            </p:nvSpPr>
            <p:spPr>
              <a:xfrm>
                <a:off x="222547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5" name="ph6985"/>
              <p:cNvSpPr/>
              <p:nvPr/>
            </p:nvSpPr>
            <p:spPr>
              <a:xfrm>
                <a:off x="22347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6" name="ph6986"/>
              <p:cNvSpPr/>
              <p:nvPr/>
            </p:nvSpPr>
            <p:spPr>
              <a:xfrm>
                <a:off x="22439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7" name="ph6987"/>
              <p:cNvSpPr/>
              <p:nvPr/>
            </p:nvSpPr>
            <p:spPr>
              <a:xfrm>
                <a:off x="22532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8" name="ph6988"/>
              <p:cNvSpPr/>
              <p:nvPr/>
            </p:nvSpPr>
            <p:spPr>
              <a:xfrm>
                <a:off x="22625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9" name="ph6989"/>
              <p:cNvSpPr/>
              <p:nvPr/>
            </p:nvSpPr>
            <p:spPr>
              <a:xfrm>
                <a:off x="227178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0" name="ph6990"/>
              <p:cNvSpPr/>
              <p:nvPr/>
            </p:nvSpPr>
            <p:spPr>
              <a:xfrm>
                <a:off x="22810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1" name="ph6991"/>
              <p:cNvSpPr/>
              <p:nvPr/>
            </p:nvSpPr>
            <p:spPr>
              <a:xfrm>
                <a:off x="22903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2" name="ph6992"/>
              <p:cNvSpPr/>
              <p:nvPr/>
            </p:nvSpPr>
            <p:spPr>
              <a:xfrm>
                <a:off x="22995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3" name="ph6993"/>
              <p:cNvSpPr/>
              <p:nvPr/>
            </p:nvSpPr>
            <p:spPr>
              <a:xfrm>
                <a:off x="230883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4" name="ph6994"/>
              <p:cNvSpPr/>
              <p:nvPr/>
            </p:nvSpPr>
            <p:spPr>
              <a:xfrm>
                <a:off x="23180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5" name="ph6995"/>
              <p:cNvSpPr/>
              <p:nvPr/>
            </p:nvSpPr>
            <p:spPr>
              <a:xfrm>
                <a:off x="23273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6" name="ph6996"/>
              <p:cNvSpPr/>
              <p:nvPr/>
            </p:nvSpPr>
            <p:spPr>
              <a:xfrm>
                <a:off x="23366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7" name="ph6997"/>
              <p:cNvSpPr/>
              <p:nvPr/>
            </p:nvSpPr>
            <p:spPr>
              <a:xfrm>
                <a:off x="23458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8" name="ph6998"/>
              <p:cNvSpPr/>
              <p:nvPr/>
            </p:nvSpPr>
            <p:spPr>
              <a:xfrm>
                <a:off x="235514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9" name="ph6999"/>
              <p:cNvSpPr/>
              <p:nvPr/>
            </p:nvSpPr>
            <p:spPr>
              <a:xfrm>
                <a:off x="23644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0" name="ph7000"/>
              <p:cNvSpPr/>
              <p:nvPr/>
            </p:nvSpPr>
            <p:spPr>
              <a:xfrm>
                <a:off x="2382932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513" y="897161"/>
                    </a:lnTo>
                    <a:lnTo>
                      <a:pt x="913695" y="901076"/>
                    </a:lnTo>
                    <a:lnTo>
                      <a:pt x="913814" y="901494"/>
                    </a:lnTo>
                    <a:lnTo>
                      <a:pt x="913934" y="901918"/>
                    </a:lnTo>
                    <a:lnTo>
                      <a:pt x="914054" y="902341"/>
                    </a:lnTo>
                    <a:lnTo>
                      <a:pt x="914175" y="902765"/>
                    </a:lnTo>
                    <a:lnTo>
                      <a:pt x="914295" y="903189"/>
                    </a:lnTo>
                    <a:lnTo>
                      <a:pt x="914400" y="903556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1" name="ph7001"/>
              <p:cNvSpPr/>
              <p:nvPr/>
            </p:nvSpPr>
            <p:spPr>
              <a:xfrm>
                <a:off x="2382932" y="1291910"/>
                <a:ext cx="9174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77" h="914399">
                    <a:moveTo>
                      <a:pt x="914400" y="914399"/>
                    </a:moveTo>
                    <a:lnTo>
                      <a:pt x="914416" y="903613"/>
                    </a:lnTo>
                    <a:lnTo>
                      <a:pt x="914536" y="904036"/>
                    </a:lnTo>
                    <a:lnTo>
                      <a:pt x="914656" y="904460"/>
                    </a:lnTo>
                    <a:lnTo>
                      <a:pt x="914777" y="904884"/>
                    </a:lnTo>
                    <a:lnTo>
                      <a:pt x="914897" y="905308"/>
                    </a:lnTo>
                    <a:lnTo>
                      <a:pt x="915017" y="905731"/>
                    </a:lnTo>
                    <a:lnTo>
                      <a:pt x="915138" y="906155"/>
                    </a:lnTo>
                    <a:lnTo>
                      <a:pt x="915258" y="906579"/>
                    </a:lnTo>
                    <a:lnTo>
                      <a:pt x="915378" y="907003"/>
                    </a:lnTo>
                    <a:lnTo>
                      <a:pt x="915499" y="907426"/>
                    </a:lnTo>
                    <a:lnTo>
                      <a:pt x="915619" y="907850"/>
                    </a:lnTo>
                    <a:lnTo>
                      <a:pt x="915739" y="908274"/>
                    </a:lnTo>
                    <a:lnTo>
                      <a:pt x="915859" y="908698"/>
                    </a:lnTo>
                    <a:lnTo>
                      <a:pt x="915980" y="909122"/>
                    </a:lnTo>
                    <a:lnTo>
                      <a:pt x="916100" y="909545"/>
                    </a:lnTo>
                    <a:lnTo>
                      <a:pt x="916220" y="909969"/>
                    </a:lnTo>
                    <a:lnTo>
                      <a:pt x="916340" y="910393"/>
                    </a:lnTo>
                    <a:lnTo>
                      <a:pt x="916461" y="910817"/>
                    </a:lnTo>
                    <a:lnTo>
                      <a:pt x="916581" y="911240"/>
                    </a:lnTo>
                    <a:lnTo>
                      <a:pt x="916701" y="911664"/>
                    </a:lnTo>
                    <a:lnTo>
                      <a:pt x="916821" y="912088"/>
                    </a:lnTo>
                    <a:lnTo>
                      <a:pt x="916942" y="912512"/>
                    </a:lnTo>
                    <a:lnTo>
                      <a:pt x="917062" y="912936"/>
                    </a:lnTo>
                    <a:lnTo>
                      <a:pt x="917182" y="913359"/>
                    </a:lnTo>
                    <a:lnTo>
                      <a:pt x="917302" y="913783"/>
                    </a:lnTo>
                    <a:lnTo>
                      <a:pt x="917422" y="914207"/>
                    </a:lnTo>
                    <a:lnTo>
                      <a:pt x="917477" y="914399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2" name="ph7002"/>
              <p:cNvSpPr/>
              <p:nvPr/>
            </p:nvSpPr>
            <p:spPr>
              <a:xfrm>
                <a:off x="3355465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541" y="914399"/>
                    </a:lnTo>
                    <a:lnTo>
                      <a:pt x="906737" y="914139"/>
                    </a:lnTo>
                    <a:lnTo>
                      <a:pt x="911370" y="908321"/>
                    </a:lnTo>
                    <a:lnTo>
                      <a:pt x="914400" y="904916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3" name="ph7003"/>
              <p:cNvSpPr/>
              <p:nvPr/>
            </p:nvSpPr>
            <p:spPr>
              <a:xfrm>
                <a:off x="3364728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155"/>
                    </a:lnTo>
                    <a:lnTo>
                      <a:pt x="906891" y="920183"/>
                    </a:lnTo>
                    <a:lnTo>
                      <a:pt x="911814" y="915260"/>
                    </a:lnTo>
                    <a:lnTo>
                      <a:pt x="912790" y="91439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4" name="ph7004"/>
              <p:cNvSpPr/>
              <p:nvPr/>
            </p:nvSpPr>
            <p:spPr>
              <a:xfrm>
                <a:off x="33647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5" name="ph7005"/>
              <p:cNvSpPr/>
              <p:nvPr/>
            </p:nvSpPr>
            <p:spPr>
              <a:xfrm>
                <a:off x="33739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6" name="ph7006"/>
              <p:cNvSpPr/>
              <p:nvPr/>
            </p:nvSpPr>
            <p:spPr>
              <a:xfrm>
                <a:off x="33832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7" name="ph7007"/>
              <p:cNvSpPr/>
              <p:nvPr/>
            </p:nvSpPr>
            <p:spPr>
              <a:xfrm>
                <a:off x="339251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8" name="ph7008"/>
              <p:cNvSpPr/>
              <p:nvPr/>
            </p:nvSpPr>
            <p:spPr>
              <a:xfrm>
                <a:off x="34017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9" name="ph7009"/>
              <p:cNvSpPr/>
              <p:nvPr/>
            </p:nvSpPr>
            <p:spPr>
              <a:xfrm>
                <a:off x="34110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0" name="ph7010"/>
              <p:cNvSpPr/>
              <p:nvPr/>
            </p:nvSpPr>
            <p:spPr>
              <a:xfrm>
                <a:off x="34203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1" name="ph7011"/>
              <p:cNvSpPr/>
              <p:nvPr/>
            </p:nvSpPr>
            <p:spPr>
              <a:xfrm>
                <a:off x="34295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2" name="ph7012"/>
              <p:cNvSpPr/>
              <p:nvPr/>
            </p:nvSpPr>
            <p:spPr>
              <a:xfrm>
                <a:off x="343882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3" name="ph7013"/>
              <p:cNvSpPr/>
              <p:nvPr/>
            </p:nvSpPr>
            <p:spPr>
              <a:xfrm>
                <a:off x="34480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4" name="ph7014"/>
              <p:cNvSpPr/>
              <p:nvPr/>
            </p:nvSpPr>
            <p:spPr>
              <a:xfrm>
                <a:off x="34573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5" name="ph7015"/>
              <p:cNvSpPr/>
              <p:nvPr/>
            </p:nvSpPr>
            <p:spPr>
              <a:xfrm>
                <a:off x="34666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6" name="ph7016"/>
              <p:cNvSpPr/>
              <p:nvPr/>
            </p:nvSpPr>
            <p:spPr>
              <a:xfrm>
                <a:off x="347587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7" name="ph7017"/>
              <p:cNvSpPr/>
              <p:nvPr/>
            </p:nvSpPr>
            <p:spPr>
              <a:xfrm>
                <a:off x="34851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8" name="ph7018"/>
              <p:cNvSpPr/>
              <p:nvPr/>
            </p:nvSpPr>
            <p:spPr>
              <a:xfrm>
                <a:off x="34943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9" name="ph7019"/>
              <p:cNvSpPr/>
              <p:nvPr/>
            </p:nvSpPr>
            <p:spPr>
              <a:xfrm>
                <a:off x="35036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0" name="ph7020"/>
              <p:cNvSpPr/>
              <p:nvPr/>
            </p:nvSpPr>
            <p:spPr>
              <a:xfrm>
                <a:off x="35129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1" name="ph7021"/>
              <p:cNvSpPr/>
              <p:nvPr/>
            </p:nvSpPr>
            <p:spPr>
              <a:xfrm>
                <a:off x="352218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2" name="ph7022"/>
              <p:cNvSpPr/>
              <p:nvPr/>
            </p:nvSpPr>
            <p:spPr>
              <a:xfrm>
                <a:off x="35314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3" name="ph7023"/>
              <p:cNvSpPr/>
              <p:nvPr/>
            </p:nvSpPr>
            <p:spPr>
              <a:xfrm>
                <a:off x="35407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4" name="ph7024"/>
              <p:cNvSpPr/>
              <p:nvPr/>
            </p:nvSpPr>
            <p:spPr>
              <a:xfrm>
                <a:off x="35499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5" name="ph7025"/>
              <p:cNvSpPr/>
              <p:nvPr/>
            </p:nvSpPr>
            <p:spPr>
              <a:xfrm>
                <a:off x="355923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6" name="ph7026"/>
              <p:cNvSpPr/>
              <p:nvPr/>
            </p:nvSpPr>
            <p:spPr>
              <a:xfrm>
                <a:off x="35684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7" name="ph7027"/>
              <p:cNvSpPr/>
              <p:nvPr/>
            </p:nvSpPr>
            <p:spPr>
              <a:xfrm>
                <a:off x="35777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8" name="ph7028"/>
              <p:cNvSpPr/>
              <p:nvPr/>
            </p:nvSpPr>
            <p:spPr>
              <a:xfrm>
                <a:off x="35870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9" name="ph7029"/>
              <p:cNvSpPr/>
              <p:nvPr/>
            </p:nvSpPr>
            <p:spPr>
              <a:xfrm>
                <a:off x="35962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0" name="ph7030"/>
              <p:cNvSpPr/>
              <p:nvPr/>
            </p:nvSpPr>
            <p:spPr>
              <a:xfrm>
                <a:off x="360554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1" name="ph7031"/>
              <p:cNvSpPr/>
              <p:nvPr/>
            </p:nvSpPr>
            <p:spPr>
              <a:xfrm>
                <a:off x="36148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2" name="ph7032"/>
              <p:cNvSpPr/>
              <p:nvPr/>
            </p:nvSpPr>
            <p:spPr>
              <a:xfrm>
                <a:off x="362407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3" name="ph7033"/>
              <p:cNvSpPr/>
              <p:nvPr/>
            </p:nvSpPr>
            <p:spPr>
              <a:xfrm>
                <a:off x="363333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4" name="ph7034"/>
              <p:cNvSpPr/>
              <p:nvPr/>
            </p:nvSpPr>
            <p:spPr>
              <a:xfrm>
                <a:off x="364259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5" name="ph7035"/>
              <p:cNvSpPr/>
              <p:nvPr/>
            </p:nvSpPr>
            <p:spPr>
              <a:xfrm>
                <a:off x="365185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6" name="ph7036"/>
              <p:cNvSpPr/>
              <p:nvPr/>
            </p:nvSpPr>
            <p:spPr>
              <a:xfrm>
                <a:off x="366111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7" name="ph7037"/>
              <p:cNvSpPr/>
              <p:nvPr/>
            </p:nvSpPr>
            <p:spPr>
              <a:xfrm>
                <a:off x="367038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8" name="ph7038"/>
              <p:cNvSpPr/>
              <p:nvPr/>
            </p:nvSpPr>
            <p:spPr>
              <a:xfrm>
                <a:off x="367964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9" name="ph7039"/>
              <p:cNvSpPr/>
              <p:nvPr/>
            </p:nvSpPr>
            <p:spPr>
              <a:xfrm>
                <a:off x="368890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0" name="ph7040"/>
              <p:cNvSpPr/>
              <p:nvPr/>
            </p:nvSpPr>
            <p:spPr>
              <a:xfrm>
                <a:off x="36981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1" name="ph7041"/>
              <p:cNvSpPr/>
              <p:nvPr/>
            </p:nvSpPr>
            <p:spPr>
              <a:xfrm>
                <a:off x="37074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2" name="ph7042"/>
              <p:cNvSpPr/>
              <p:nvPr/>
            </p:nvSpPr>
            <p:spPr>
              <a:xfrm>
                <a:off x="37166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3" name="ph7043"/>
              <p:cNvSpPr/>
              <p:nvPr/>
            </p:nvSpPr>
            <p:spPr>
              <a:xfrm>
                <a:off x="372595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4" name="ph7044"/>
              <p:cNvSpPr/>
              <p:nvPr/>
            </p:nvSpPr>
            <p:spPr>
              <a:xfrm>
                <a:off x="37352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5" name="ph7045"/>
              <p:cNvSpPr/>
              <p:nvPr/>
            </p:nvSpPr>
            <p:spPr>
              <a:xfrm>
                <a:off x="37444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6" name="ph7046"/>
              <p:cNvSpPr/>
              <p:nvPr/>
            </p:nvSpPr>
            <p:spPr>
              <a:xfrm>
                <a:off x="37537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7" name="ph7047"/>
              <p:cNvSpPr/>
              <p:nvPr/>
            </p:nvSpPr>
            <p:spPr>
              <a:xfrm>
                <a:off x="37630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8" name="ph7048"/>
              <p:cNvSpPr/>
              <p:nvPr/>
            </p:nvSpPr>
            <p:spPr>
              <a:xfrm>
                <a:off x="3772265" y="1291910"/>
                <a:ext cx="92359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9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598" y="897161"/>
                    </a:lnTo>
                    <a:lnTo>
                      <a:pt x="920634" y="904228"/>
                    </a:lnTo>
                    <a:lnTo>
                      <a:pt x="916865" y="912314"/>
                    </a:lnTo>
                    <a:lnTo>
                      <a:pt x="915787" y="91439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9" name="ph7049"/>
              <p:cNvSpPr/>
              <p:nvPr/>
            </p:nvSpPr>
            <p:spPr>
              <a:xfrm>
                <a:off x="2021706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631" y="931638"/>
                    </a:lnTo>
                    <a:lnTo>
                      <a:pt x="908002" y="927138"/>
                    </a:lnTo>
                    <a:lnTo>
                      <a:pt x="906833" y="916529"/>
                    </a:lnTo>
                    <a:lnTo>
                      <a:pt x="906661" y="91439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0" name="ph7050"/>
              <p:cNvSpPr/>
              <p:nvPr/>
            </p:nvSpPr>
            <p:spPr>
              <a:xfrm>
                <a:off x="202170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1" name="ph7051"/>
              <p:cNvSpPr/>
              <p:nvPr/>
            </p:nvSpPr>
            <p:spPr>
              <a:xfrm>
                <a:off x="20309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2" name="ph7052"/>
              <p:cNvSpPr/>
              <p:nvPr/>
            </p:nvSpPr>
            <p:spPr>
              <a:xfrm>
                <a:off x="20402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3" name="ph7053"/>
              <p:cNvSpPr/>
              <p:nvPr/>
            </p:nvSpPr>
            <p:spPr>
              <a:xfrm>
                <a:off x="20494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4" name="ph7054"/>
              <p:cNvSpPr/>
              <p:nvPr/>
            </p:nvSpPr>
            <p:spPr>
              <a:xfrm>
                <a:off x="205875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5" name="ph7055"/>
              <p:cNvSpPr/>
              <p:nvPr/>
            </p:nvSpPr>
            <p:spPr>
              <a:xfrm>
                <a:off x="20680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6" name="ph7056"/>
              <p:cNvSpPr/>
              <p:nvPr/>
            </p:nvSpPr>
            <p:spPr>
              <a:xfrm>
                <a:off x="20772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7" name="ph7057"/>
              <p:cNvSpPr/>
              <p:nvPr/>
            </p:nvSpPr>
            <p:spPr>
              <a:xfrm>
                <a:off x="20865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8" name="ph7058"/>
              <p:cNvSpPr/>
              <p:nvPr/>
            </p:nvSpPr>
            <p:spPr>
              <a:xfrm>
                <a:off x="20958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9" name="ph7059"/>
              <p:cNvSpPr/>
              <p:nvPr/>
            </p:nvSpPr>
            <p:spPr>
              <a:xfrm>
                <a:off x="210506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0" name="ph7060"/>
              <p:cNvSpPr/>
              <p:nvPr/>
            </p:nvSpPr>
            <p:spPr>
              <a:xfrm>
                <a:off x="211432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1" name="ph7061"/>
              <p:cNvSpPr/>
              <p:nvPr/>
            </p:nvSpPr>
            <p:spPr>
              <a:xfrm>
                <a:off x="212359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2" name="ph7062"/>
              <p:cNvSpPr/>
              <p:nvPr/>
            </p:nvSpPr>
            <p:spPr>
              <a:xfrm>
                <a:off x="213285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3" name="ph7063"/>
              <p:cNvSpPr/>
              <p:nvPr/>
            </p:nvSpPr>
            <p:spPr>
              <a:xfrm>
                <a:off x="214211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4" name="ph7064"/>
              <p:cNvSpPr/>
              <p:nvPr/>
            </p:nvSpPr>
            <p:spPr>
              <a:xfrm>
                <a:off x="21513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5" name="ph7065"/>
              <p:cNvSpPr/>
              <p:nvPr/>
            </p:nvSpPr>
            <p:spPr>
              <a:xfrm>
                <a:off x="21606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6" name="ph7066"/>
              <p:cNvSpPr/>
              <p:nvPr/>
            </p:nvSpPr>
            <p:spPr>
              <a:xfrm>
                <a:off x="21699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7" name="ph7067"/>
              <p:cNvSpPr/>
              <p:nvPr/>
            </p:nvSpPr>
            <p:spPr>
              <a:xfrm>
                <a:off x="21791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8" name="ph7068"/>
              <p:cNvSpPr/>
              <p:nvPr/>
            </p:nvSpPr>
            <p:spPr>
              <a:xfrm>
                <a:off x="218842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9" name="ph7069"/>
              <p:cNvSpPr/>
              <p:nvPr/>
            </p:nvSpPr>
            <p:spPr>
              <a:xfrm>
                <a:off x="21976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0" name="ph7070"/>
              <p:cNvSpPr/>
              <p:nvPr/>
            </p:nvSpPr>
            <p:spPr>
              <a:xfrm>
                <a:off x="22069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1" name="ph7071"/>
              <p:cNvSpPr/>
              <p:nvPr/>
            </p:nvSpPr>
            <p:spPr>
              <a:xfrm>
                <a:off x="22162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2" name="ph7072"/>
              <p:cNvSpPr/>
              <p:nvPr/>
            </p:nvSpPr>
            <p:spPr>
              <a:xfrm>
                <a:off x="222547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3" name="ph7073"/>
              <p:cNvSpPr/>
              <p:nvPr/>
            </p:nvSpPr>
            <p:spPr>
              <a:xfrm>
                <a:off x="22347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4" name="ph7074"/>
              <p:cNvSpPr/>
              <p:nvPr/>
            </p:nvSpPr>
            <p:spPr>
              <a:xfrm>
                <a:off x="22439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5" name="ph7075"/>
              <p:cNvSpPr/>
              <p:nvPr/>
            </p:nvSpPr>
            <p:spPr>
              <a:xfrm>
                <a:off x="22532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6" name="ph7076"/>
              <p:cNvSpPr/>
              <p:nvPr/>
            </p:nvSpPr>
            <p:spPr>
              <a:xfrm>
                <a:off x="22625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7" name="ph7077"/>
              <p:cNvSpPr/>
              <p:nvPr/>
            </p:nvSpPr>
            <p:spPr>
              <a:xfrm>
                <a:off x="227178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8" name="ph7078"/>
              <p:cNvSpPr/>
              <p:nvPr/>
            </p:nvSpPr>
            <p:spPr>
              <a:xfrm>
                <a:off x="22810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9" name="ph7079"/>
              <p:cNvSpPr/>
              <p:nvPr/>
            </p:nvSpPr>
            <p:spPr>
              <a:xfrm>
                <a:off x="22903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0" name="ph7080"/>
              <p:cNvSpPr/>
              <p:nvPr/>
            </p:nvSpPr>
            <p:spPr>
              <a:xfrm>
                <a:off x="22995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1" name="ph7081"/>
              <p:cNvSpPr/>
              <p:nvPr/>
            </p:nvSpPr>
            <p:spPr>
              <a:xfrm>
                <a:off x="230883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2" name="ph7082"/>
              <p:cNvSpPr/>
              <p:nvPr/>
            </p:nvSpPr>
            <p:spPr>
              <a:xfrm>
                <a:off x="23180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3" name="ph7083"/>
              <p:cNvSpPr/>
              <p:nvPr/>
            </p:nvSpPr>
            <p:spPr>
              <a:xfrm>
                <a:off x="23273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4" name="ph7084"/>
              <p:cNvSpPr/>
              <p:nvPr/>
            </p:nvSpPr>
            <p:spPr>
              <a:xfrm>
                <a:off x="23366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5" name="ph7085"/>
              <p:cNvSpPr/>
              <p:nvPr/>
            </p:nvSpPr>
            <p:spPr>
              <a:xfrm>
                <a:off x="23458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6" name="ph7086"/>
              <p:cNvSpPr/>
              <p:nvPr/>
            </p:nvSpPr>
            <p:spPr>
              <a:xfrm>
                <a:off x="235514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7" name="ph7087"/>
              <p:cNvSpPr/>
              <p:nvPr/>
            </p:nvSpPr>
            <p:spPr>
              <a:xfrm>
                <a:off x="23644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8" name="ph7088"/>
              <p:cNvSpPr/>
              <p:nvPr/>
            </p:nvSpPr>
            <p:spPr>
              <a:xfrm>
                <a:off x="2373670" y="1274671"/>
                <a:ext cx="921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005" y="897161"/>
                    </a:lnTo>
                    <a:lnTo>
                      <a:pt x="917146" y="900172"/>
                    </a:lnTo>
                    <a:lnTo>
                      <a:pt x="920176" y="909105"/>
                    </a:lnTo>
                    <a:lnTo>
                      <a:pt x="921775" y="91439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9" name="ph7089"/>
              <p:cNvSpPr/>
              <p:nvPr/>
            </p:nvSpPr>
            <p:spPr>
              <a:xfrm>
                <a:off x="3364728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790" y="914399"/>
                    </a:lnTo>
                    <a:lnTo>
                      <a:pt x="914400" y="91297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0" name="ph7090"/>
              <p:cNvSpPr/>
              <p:nvPr/>
            </p:nvSpPr>
            <p:spPr>
              <a:xfrm>
                <a:off x="3373990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2979"/>
                    </a:lnTo>
                    <a:lnTo>
                      <a:pt x="907602" y="910805"/>
                    </a:lnTo>
                    <a:lnTo>
                      <a:pt x="912766" y="906827"/>
                    </a:lnTo>
                    <a:lnTo>
                      <a:pt x="914400" y="905744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1" name="ph7091"/>
              <p:cNvSpPr/>
              <p:nvPr/>
            </p:nvSpPr>
            <p:spPr>
              <a:xfrm>
                <a:off x="3383252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5744"/>
                    </a:lnTo>
                    <a:lnTo>
                      <a:pt x="908768" y="903337"/>
                    </a:lnTo>
                    <a:lnTo>
                      <a:pt x="914120" y="900344"/>
                    </a:lnTo>
                    <a:lnTo>
                      <a:pt x="914400" y="900202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2" name="ph7092"/>
              <p:cNvSpPr/>
              <p:nvPr/>
            </p:nvSpPr>
            <p:spPr>
              <a:xfrm>
                <a:off x="3392514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441"/>
                    </a:lnTo>
                    <a:lnTo>
                      <a:pt x="911118" y="914399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3" name="ph7093"/>
              <p:cNvSpPr/>
              <p:nvPr/>
            </p:nvSpPr>
            <p:spPr>
              <a:xfrm>
                <a:off x="339251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4" name="ph7094"/>
              <p:cNvSpPr/>
              <p:nvPr/>
            </p:nvSpPr>
            <p:spPr>
              <a:xfrm>
                <a:off x="34017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5" name="ph7095"/>
              <p:cNvSpPr/>
              <p:nvPr/>
            </p:nvSpPr>
            <p:spPr>
              <a:xfrm>
                <a:off x="34110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6" name="ph7096"/>
              <p:cNvSpPr/>
              <p:nvPr/>
            </p:nvSpPr>
            <p:spPr>
              <a:xfrm>
                <a:off x="34203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7" name="ph7097"/>
              <p:cNvSpPr/>
              <p:nvPr/>
            </p:nvSpPr>
            <p:spPr>
              <a:xfrm>
                <a:off x="34295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8" name="ph7098"/>
              <p:cNvSpPr/>
              <p:nvPr/>
            </p:nvSpPr>
            <p:spPr>
              <a:xfrm>
                <a:off x="343882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9" name="ph7099"/>
              <p:cNvSpPr/>
              <p:nvPr/>
            </p:nvSpPr>
            <p:spPr>
              <a:xfrm>
                <a:off x="34480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0" name="ph7100"/>
              <p:cNvSpPr/>
              <p:nvPr/>
            </p:nvSpPr>
            <p:spPr>
              <a:xfrm>
                <a:off x="34573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1" name="ph7101"/>
              <p:cNvSpPr/>
              <p:nvPr/>
            </p:nvSpPr>
            <p:spPr>
              <a:xfrm>
                <a:off x="34666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2" name="ph7102"/>
              <p:cNvSpPr/>
              <p:nvPr/>
            </p:nvSpPr>
            <p:spPr>
              <a:xfrm>
                <a:off x="347587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3" name="ph7103"/>
              <p:cNvSpPr/>
              <p:nvPr/>
            </p:nvSpPr>
            <p:spPr>
              <a:xfrm>
                <a:off x="34851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4" name="ph7104"/>
              <p:cNvSpPr/>
              <p:nvPr/>
            </p:nvSpPr>
            <p:spPr>
              <a:xfrm>
                <a:off x="34943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5" name="ph7105"/>
              <p:cNvSpPr/>
              <p:nvPr/>
            </p:nvSpPr>
            <p:spPr>
              <a:xfrm>
                <a:off x="35036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6" name="ph7106"/>
              <p:cNvSpPr/>
              <p:nvPr/>
            </p:nvSpPr>
            <p:spPr>
              <a:xfrm>
                <a:off x="35129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7" name="ph7107"/>
              <p:cNvSpPr/>
              <p:nvPr/>
            </p:nvSpPr>
            <p:spPr>
              <a:xfrm>
                <a:off x="352218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8" name="ph7108"/>
              <p:cNvSpPr/>
              <p:nvPr/>
            </p:nvSpPr>
            <p:spPr>
              <a:xfrm>
                <a:off x="35314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9" name="ph7109"/>
              <p:cNvSpPr/>
              <p:nvPr/>
            </p:nvSpPr>
            <p:spPr>
              <a:xfrm>
                <a:off x="35407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0" name="ph7110"/>
              <p:cNvSpPr/>
              <p:nvPr/>
            </p:nvSpPr>
            <p:spPr>
              <a:xfrm>
                <a:off x="35499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1" name="ph7111"/>
              <p:cNvSpPr/>
              <p:nvPr/>
            </p:nvSpPr>
            <p:spPr>
              <a:xfrm>
                <a:off x="355923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2" name="ph7112"/>
              <p:cNvSpPr/>
              <p:nvPr/>
            </p:nvSpPr>
            <p:spPr>
              <a:xfrm>
                <a:off x="35684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3" name="ph7113"/>
              <p:cNvSpPr/>
              <p:nvPr/>
            </p:nvSpPr>
            <p:spPr>
              <a:xfrm>
                <a:off x="35777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4" name="ph7114"/>
              <p:cNvSpPr/>
              <p:nvPr/>
            </p:nvSpPr>
            <p:spPr>
              <a:xfrm>
                <a:off x="35870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5" name="ph7115"/>
              <p:cNvSpPr/>
              <p:nvPr/>
            </p:nvSpPr>
            <p:spPr>
              <a:xfrm>
                <a:off x="35962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6" name="ph7116"/>
              <p:cNvSpPr/>
              <p:nvPr/>
            </p:nvSpPr>
            <p:spPr>
              <a:xfrm>
                <a:off x="360554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7" name="ph7117"/>
              <p:cNvSpPr/>
              <p:nvPr/>
            </p:nvSpPr>
            <p:spPr>
              <a:xfrm>
                <a:off x="36148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8" name="ph7118"/>
              <p:cNvSpPr/>
              <p:nvPr/>
            </p:nvSpPr>
            <p:spPr>
              <a:xfrm>
                <a:off x="362407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9" name="ph7119"/>
              <p:cNvSpPr/>
              <p:nvPr/>
            </p:nvSpPr>
            <p:spPr>
              <a:xfrm>
                <a:off x="363333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0" name="ph7120"/>
              <p:cNvSpPr/>
              <p:nvPr/>
            </p:nvSpPr>
            <p:spPr>
              <a:xfrm>
                <a:off x="364259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1" name="ph7121"/>
              <p:cNvSpPr/>
              <p:nvPr/>
            </p:nvSpPr>
            <p:spPr>
              <a:xfrm>
                <a:off x="365185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2" name="ph7122"/>
              <p:cNvSpPr/>
              <p:nvPr/>
            </p:nvSpPr>
            <p:spPr>
              <a:xfrm>
                <a:off x="366111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3" name="ph7123"/>
              <p:cNvSpPr/>
              <p:nvPr/>
            </p:nvSpPr>
            <p:spPr>
              <a:xfrm>
                <a:off x="367038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4" name="ph7124"/>
              <p:cNvSpPr/>
              <p:nvPr/>
            </p:nvSpPr>
            <p:spPr>
              <a:xfrm>
                <a:off x="367964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5" name="ph7125"/>
              <p:cNvSpPr/>
              <p:nvPr/>
            </p:nvSpPr>
            <p:spPr>
              <a:xfrm>
                <a:off x="368890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6" name="ph7126"/>
              <p:cNvSpPr/>
              <p:nvPr/>
            </p:nvSpPr>
            <p:spPr>
              <a:xfrm>
                <a:off x="36981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7" name="ph7127"/>
              <p:cNvSpPr/>
              <p:nvPr/>
            </p:nvSpPr>
            <p:spPr>
              <a:xfrm>
                <a:off x="37074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8" name="ph7128"/>
              <p:cNvSpPr/>
              <p:nvPr/>
            </p:nvSpPr>
            <p:spPr>
              <a:xfrm>
                <a:off x="37166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9" name="ph7129"/>
              <p:cNvSpPr/>
              <p:nvPr/>
            </p:nvSpPr>
            <p:spPr>
              <a:xfrm>
                <a:off x="372595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0" name="ph7130"/>
              <p:cNvSpPr/>
              <p:nvPr/>
            </p:nvSpPr>
            <p:spPr>
              <a:xfrm>
                <a:off x="37352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1" name="ph7131"/>
              <p:cNvSpPr/>
              <p:nvPr/>
            </p:nvSpPr>
            <p:spPr>
              <a:xfrm>
                <a:off x="37444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2" name="ph7132"/>
              <p:cNvSpPr/>
              <p:nvPr/>
            </p:nvSpPr>
            <p:spPr>
              <a:xfrm>
                <a:off x="37537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3" name="ph7133"/>
              <p:cNvSpPr/>
              <p:nvPr/>
            </p:nvSpPr>
            <p:spPr>
              <a:xfrm>
                <a:off x="37630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4" name="ph7134"/>
              <p:cNvSpPr/>
              <p:nvPr/>
            </p:nvSpPr>
            <p:spPr>
              <a:xfrm>
                <a:off x="3772265" y="1274671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48"/>
                    </a:lnTo>
                    <a:lnTo>
                      <a:pt x="923598" y="91439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5" name="ph7135"/>
              <p:cNvSpPr/>
              <p:nvPr/>
            </p:nvSpPr>
            <p:spPr>
              <a:xfrm>
                <a:off x="3781528" y="1257433"/>
                <a:ext cx="920598" cy="931486"/>
              </a:xfrm>
              <a:custGeom>
                <a:avLst/>
                <a:gdLst/>
                <a:ahLst/>
                <a:cxnLst/>
                <a:rect l="0" t="0" r="0" b="0"/>
                <a:pathLst>
                  <a:path w="920598" h="931486">
                    <a:moveTo>
                      <a:pt x="914400" y="914399"/>
                    </a:moveTo>
                    <a:lnTo>
                      <a:pt x="920598" y="914399"/>
                    </a:lnTo>
                    <a:lnTo>
                      <a:pt x="918210" y="921502"/>
                    </a:lnTo>
                    <a:lnTo>
                      <a:pt x="914910" y="930268"/>
                    </a:lnTo>
                    <a:lnTo>
                      <a:pt x="914400" y="931486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6" name="ph7136"/>
              <p:cNvSpPr/>
              <p:nvPr/>
            </p:nvSpPr>
            <p:spPr>
              <a:xfrm>
                <a:off x="2021706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6661" y="931638"/>
                    </a:lnTo>
                    <a:lnTo>
                      <a:pt x="905965" y="923058"/>
                    </a:lnTo>
                    <a:lnTo>
                      <a:pt x="905511" y="914399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7" name="ph7137"/>
              <p:cNvSpPr/>
              <p:nvPr/>
            </p:nvSpPr>
            <p:spPr>
              <a:xfrm>
                <a:off x="202170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8" name="ph7138"/>
              <p:cNvSpPr/>
              <p:nvPr/>
            </p:nvSpPr>
            <p:spPr>
              <a:xfrm>
                <a:off x="20309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9" name="ph7139"/>
              <p:cNvSpPr/>
              <p:nvPr/>
            </p:nvSpPr>
            <p:spPr>
              <a:xfrm>
                <a:off x="20402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0" name="ph7140"/>
              <p:cNvSpPr/>
              <p:nvPr/>
            </p:nvSpPr>
            <p:spPr>
              <a:xfrm>
                <a:off x="20494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1" name="ph7141"/>
              <p:cNvSpPr/>
              <p:nvPr/>
            </p:nvSpPr>
            <p:spPr>
              <a:xfrm>
                <a:off x="205875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2" name="ph7142"/>
              <p:cNvSpPr/>
              <p:nvPr/>
            </p:nvSpPr>
            <p:spPr>
              <a:xfrm>
                <a:off x="20680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3" name="ph7143"/>
              <p:cNvSpPr/>
              <p:nvPr/>
            </p:nvSpPr>
            <p:spPr>
              <a:xfrm>
                <a:off x="20772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4" name="ph7144"/>
              <p:cNvSpPr/>
              <p:nvPr/>
            </p:nvSpPr>
            <p:spPr>
              <a:xfrm>
                <a:off x="20865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5" name="ph7145"/>
              <p:cNvSpPr/>
              <p:nvPr/>
            </p:nvSpPr>
            <p:spPr>
              <a:xfrm>
                <a:off x="20958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6" name="ph7146"/>
              <p:cNvSpPr/>
              <p:nvPr/>
            </p:nvSpPr>
            <p:spPr>
              <a:xfrm>
                <a:off x="210506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7" name="ph7147"/>
              <p:cNvSpPr/>
              <p:nvPr/>
            </p:nvSpPr>
            <p:spPr>
              <a:xfrm>
                <a:off x="211432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8" name="ph7148"/>
              <p:cNvSpPr/>
              <p:nvPr/>
            </p:nvSpPr>
            <p:spPr>
              <a:xfrm>
                <a:off x="212359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9" name="ph7149"/>
              <p:cNvSpPr/>
              <p:nvPr/>
            </p:nvSpPr>
            <p:spPr>
              <a:xfrm>
                <a:off x="213285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0" name="ph7150"/>
              <p:cNvSpPr/>
              <p:nvPr/>
            </p:nvSpPr>
            <p:spPr>
              <a:xfrm>
                <a:off x="214211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1" name="ph7151"/>
              <p:cNvSpPr/>
              <p:nvPr/>
            </p:nvSpPr>
            <p:spPr>
              <a:xfrm>
                <a:off x="21513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2" name="ph7152"/>
              <p:cNvSpPr/>
              <p:nvPr/>
            </p:nvSpPr>
            <p:spPr>
              <a:xfrm>
                <a:off x="21606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3" name="ph7153"/>
              <p:cNvSpPr/>
              <p:nvPr/>
            </p:nvSpPr>
            <p:spPr>
              <a:xfrm>
                <a:off x="21699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4" name="ph7154"/>
              <p:cNvSpPr/>
              <p:nvPr/>
            </p:nvSpPr>
            <p:spPr>
              <a:xfrm>
                <a:off x="21791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5" name="ph7155"/>
              <p:cNvSpPr/>
              <p:nvPr/>
            </p:nvSpPr>
            <p:spPr>
              <a:xfrm>
                <a:off x="218842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6" name="ph7156"/>
              <p:cNvSpPr/>
              <p:nvPr/>
            </p:nvSpPr>
            <p:spPr>
              <a:xfrm>
                <a:off x="21976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9">
                  <a:alpha val="100000"/>
                </a:srgbClr>
              </a:solidFill>
              <a:ln w="5420" cap="flat">
                <a:solidFill>
                  <a:srgbClr val="D7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7" name="ph7157"/>
              <p:cNvSpPr/>
              <p:nvPr/>
            </p:nvSpPr>
            <p:spPr>
              <a:xfrm>
                <a:off x="22069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8" name="ph7158"/>
              <p:cNvSpPr/>
              <p:nvPr/>
            </p:nvSpPr>
            <p:spPr>
              <a:xfrm>
                <a:off x="22162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9" name="ph7159"/>
              <p:cNvSpPr/>
              <p:nvPr/>
            </p:nvSpPr>
            <p:spPr>
              <a:xfrm>
                <a:off x="222547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0" name="ph7160"/>
              <p:cNvSpPr/>
              <p:nvPr/>
            </p:nvSpPr>
            <p:spPr>
              <a:xfrm>
                <a:off x="22347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EE89">
                  <a:alpha val="100000"/>
                </a:srgbClr>
              </a:solidFill>
              <a:ln w="5420" cap="flat">
                <a:solidFill>
                  <a:srgbClr val="D7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1" name="ph7161"/>
              <p:cNvSpPr/>
              <p:nvPr/>
            </p:nvSpPr>
            <p:spPr>
              <a:xfrm>
                <a:off x="22439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2" name="ph7162"/>
              <p:cNvSpPr/>
              <p:nvPr/>
            </p:nvSpPr>
            <p:spPr>
              <a:xfrm>
                <a:off x="22532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3" name="ph7163"/>
              <p:cNvSpPr/>
              <p:nvPr/>
            </p:nvSpPr>
            <p:spPr>
              <a:xfrm>
                <a:off x="22625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4" name="ph7164"/>
              <p:cNvSpPr/>
              <p:nvPr/>
            </p:nvSpPr>
            <p:spPr>
              <a:xfrm>
                <a:off x="227178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5" name="ph7165"/>
              <p:cNvSpPr/>
              <p:nvPr/>
            </p:nvSpPr>
            <p:spPr>
              <a:xfrm>
                <a:off x="22810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6" name="ph7166"/>
              <p:cNvSpPr/>
              <p:nvPr/>
            </p:nvSpPr>
            <p:spPr>
              <a:xfrm>
                <a:off x="22903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7" name="ph7167"/>
              <p:cNvSpPr/>
              <p:nvPr/>
            </p:nvSpPr>
            <p:spPr>
              <a:xfrm>
                <a:off x="22995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8" name="ph7168"/>
              <p:cNvSpPr/>
              <p:nvPr/>
            </p:nvSpPr>
            <p:spPr>
              <a:xfrm>
                <a:off x="230883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9" name="ph7169"/>
              <p:cNvSpPr/>
              <p:nvPr/>
            </p:nvSpPr>
            <p:spPr>
              <a:xfrm>
                <a:off x="23180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0" name="ph7170"/>
              <p:cNvSpPr/>
              <p:nvPr/>
            </p:nvSpPr>
            <p:spPr>
              <a:xfrm>
                <a:off x="23273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1" name="ph7171"/>
              <p:cNvSpPr/>
              <p:nvPr/>
            </p:nvSpPr>
            <p:spPr>
              <a:xfrm>
                <a:off x="23366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2" name="ph7172"/>
              <p:cNvSpPr/>
              <p:nvPr/>
            </p:nvSpPr>
            <p:spPr>
              <a:xfrm>
                <a:off x="23458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3" name="ph7173"/>
              <p:cNvSpPr/>
              <p:nvPr/>
            </p:nvSpPr>
            <p:spPr>
              <a:xfrm>
                <a:off x="235514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4" name="ph7174"/>
              <p:cNvSpPr/>
              <p:nvPr/>
            </p:nvSpPr>
            <p:spPr>
              <a:xfrm>
                <a:off x="2373670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825" y="897161"/>
                    </a:lnTo>
                    <a:lnTo>
                      <a:pt x="910371" y="900466"/>
                    </a:lnTo>
                    <a:lnTo>
                      <a:pt x="913875" y="908777"/>
                    </a:lnTo>
                    <a:lnTo>
                      <a:pt x="914400" y="910162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5" name="ph7175"/>
              <p:cNvSpPr/>
              <p:nvPr/>
            </p:nvSpPr>
            <p:spPr>
              <a:xfrm>
                <a:off x="2373670" y="1257433"/>
                <a:ext cx="9160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005" h="914399">
                    <a:moveTo>
                      <a:pt x="914400" y="914399"/>
                    </a:moveTo>
                    <a:lnTo>
                      <a:pt x="914400" y="910162"/>
                    </a:lnTo>
                    <a:lnTo>
                      <a:pt x="916005" y="91439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6" name="ph7176"/>
              <p:cNvSpPr/>
              <p:nvPr/>
            </p:nvSpPr>
            <p:spPr>
              <a:xfrm>
                <a:off x="3392514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1118" y="914399"/>
                    </a:lnTo>
                    <a:lnTo>
                      <a:pt x="914400" y="912731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7" name="ph7177"/>
              <p:cNvSpPr/>
              <p:nvPr/>
            </p:nvSpPr>
            <p:spPr>
              <a:xfrm>
                <a:off x="3401777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969"/>
                    </a:lnTo>
                    <a:lnTo>
                      <a:pt x="909255" y="927820"/>
                    </a:lnTo>
                    <a:lnTo>
                      <a:pt x="910375" y="917026"/>
                    </a:lnTo>
                    <a:lnTo>
                      <a:pt x="910727" y="91439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8" name="ph7178"/>
              <p:cNvSpPr/>
              <p:nvPr/>
            </p:nvSpPr>
            <p:spPr>
              <a:xfrm>
                <a:off x="34017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9" name="ph7179"/>
              <p:cNvSpPr/>
              <p:nvPr/>
            </p:nvSpPr>
            <p:spPr>
              <a:xfrm>
                <a:off x="34110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0" name="ph7180"/>
              <p:cNvSpPr/>
              <p:nvPr/>
            </p:nvSpPr>
            <p:spPr>
              <a:xfrm>
                <a:off x="34203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1" name="ph7181"/>
              <p:cNvSpPr/>
              <p:nvPr/>
            </p:nvSpPr>
            <p:spPr>
              <a:xfrm>
                <a:off x="34295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2" name="ph7182"/>
              <p:cNvSpPr/>
              <p:nvPr/>
            </p:nvSpPr>
            <p:spPr>
              <a:xfrm>
                <a:off x="343882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3" name="ph7183"/>
              <p:cNvSpPr/>
              <p:nvPr/>
            </p:nvSpPr>
            <p:spPr>
              <a:xfrm>
                <a:off x="34480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4" name="ph7184"/>
              <p:cNvSpPr/>
              <p:nvPr/>
            </p:nvSpPr>
            <p:spPr>
              <a:xfrm>
                <a:off x="34573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5" name="ph7185"/>
              <p:cNvSpPr/>
              <p:nvPr/>
            </p:nvSpPr>
            <p:spPr>
              <a:xfrm>
                <a:off x="34666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6" name="ph7186"/>
              <p:cNvSpPr/>
              <p:nvPr/>
            </p:nvSpPr>
            <p:spPr>
              <a:xfrm>
                <a:off x="347587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7" name="ph7187"/>
              <p:cNvSpPr/>
              <p:nvPr/>
            </p:nvSpPr>
            <p:spPr>
              <a:xfrm>
                <a:off x="34851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8" name="ph7188"/>
              <p:cNvSpPr/>
              <p:nvPr/>
            </p:nvSpPr>
            <p:spPr>
              <a:xfrm>
                <a:off x="34943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9" name="ph7189"/>
              <p:cNvSpPr/>
              <p:nvPr/>
            </p:nvSpPr>
            <p:spPr>
              <a:xfrm>
                <a:off x="35036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0" name="ph7190"/>
              <p:cNvSpPr/>
              <p:nvPr/>
            </p:nvSpPr>
            <p:spPr>
              <a:xfrm>
                <a:off x="35129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1" name="ph7191"/>
              <p:cNvSpPr/>
              <p:nvPr/>
            </p:nvSpPr>
            <p:spPr>
              <a:xfrm>
                <a:off x="352218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2" name="ph7192"/>
              <p:cNvSpPr/>
              <p:nvPr/>
            </p:nvSpPr>
            <p:spPr>
              <a:xfrm>
                <a:off x="35314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3" name="ph7193"/>
              <p:cNvSpPr/>
              <p:nvPr/>
            </p:nvSpPr>
            <p:spPr>
              <a:xfrm>
                <a:off x="35407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4" name="ph7194"/>
              <p:cNvSpPr/>
              <p:nvPr/>
            </p:nvSpPr>
            <p:spPr>
              <a:xfrm>
                <a:off x="35499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5" name="ph7195"/>
              <p:cNvSpPr/>
              <p:nvPr/>
            </p:nvSpPr>
            <p:spPr>
              <a:xfrm>
                <a:off x="355923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6" name="ph7196"/>
              <p:cNvSpPr/>
              <p:nvPr/>
            </p:nvSpPr>
            <p:spPr>
              <a:xfrm>
                <a:off x="35684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7" name="ph7197"/>
              <p:cNvSpPr/>
              <p:nvPr/>
            </p:nvSpPr>
            <p:spPr>
              <a:xfrm>
                <a:off x="35777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8" name="ph7198"/>
              <p:cNvSpPr/>
              <p:nvPr/>
            </p:nvSpPr>
            <p:spPr>
              <a:xfrm>
                <a:off x="35870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9" name="ph7199"/>
              <p:cNvSpPr/>
              <p:nvPr/>
            </p:nvSpPr>
            <p:spPr>
              <a:xfrm>
                <a:off x="35962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0" name="ph7200"/>
              <p:cNvSpPr/>
              <p:nvPr/>
            </p:nvSpPr>
            <p:spPr>
              <a:xfrm>
                <a:off x="360554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1" name="ph7201"/>
              <p:cNvSpPr/>
              <p:nvPr/>
            </p:nvSpPr>
            <p:spPr>
              <a:xfrm>
                <a:off x="361480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2" name="ph7202"/>
              <p:cNvSpPr/>
              <p:nvPr/>
            </p:nvSpPr>
            <p:spPr>
              <a:xfrm>
                <a:off x="362407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3" name="ph7203"/>
              <p:cNvSpPr/>
              <p:nvPr/>
            </p:nvSpPr>
            <p:spPr>
              <a:xfrm>
                <a:off x="363333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4" name="ph7204"/>
              <p:cNvSpPr/>
              <p:nvPr/>
            </p:nvSpPr>
            <p:spPr>
              <a:xfrm>
                <a:off x="364259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5" name="ph7205"/>
              <p:cNvSpPr/>
              <p:nvPr/>
            </p:nvSpPr>
            <p:spPr>
              <a:xfrm>
                <a:off x="365185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6" name="ph7206"/>
              <p:cNvSpPr/>
              <p:nvPr/>
            </p:nvSpPr>
            <p:spPr>
              <a:xfrm>
                <a:off x="366111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7" name="ph7207"/>
              <p:cNvSpPr/>
              <p:nvPr/>
            </p:nvSpPr>
            <p:spPr>
              <a:xfrm>
                <a:off x="367038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8" name="ph7208"/>
              <p:cNvSpPr/>
              <p:nvPr/>
            </p:nvSpPr>
            <p:spPr>
              <a:xfrm>
                <a:off x="367964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9" name="ph7209"/>
              <p:cNvSpPr/>
              <p:nvPr/>
            </p:nvSpPr>
            <p:spPr>
              <a:xfrm>
                <a:off x="368890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0" name="ph7210"/>
              <p:cNvSpPr/>
              <p:nvPr/>
            </p:nvSpPr>
            <p:spPr>
              <a:xfrm>
                <a:off x="36981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1" name="ph7211"/>
              <p:cNvSpPr/>
              <p:nvPr/>
            </p:nvSpPr>
            <p:spPr>
              <a:xfrm>
                <a:off x="37074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2" name="ph7212"/>
              <p:cNvSpPr/>
              <p:nvPr/>
            </p:nvSpPr>
            <p:spPr>
              <a:xfrm>
                <a:off x="37166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3" name="ph7213"/>
              <p:cNvSpPr/>
              <p:nvPr/>
            </p:nvSpPr>
            <p:spPr>
              <a:xfrm>
                <a:off x="372595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4" name="ph7214"/>
              <p:cNvSpPr/>
              <p:nvPr/>
            </p:nvSpPr>
            <p:spPr>
              <a:xfrm>
                <a:off x="37352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5" name="ph7215"/>
              <p:cNvSpPr/>
              <p:nvPr/>
            </p:nvSpPr>
            <p:spPr>
              <a:xfrm>
                <a:off x="37444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6" name="ph7216"/>
              <p:cNvSpPr/>
              <p:nvPr/>
            </p:nvSpPr>
            <p:spPr>
              <a:xfrm>
                <a:off x="37537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7" name="ph7217"/>
              <p:cNvSpPr/>
              <p:nvPr/>
            </p:nvSpPr>
            <p:spPr>
              <a:xfrm>
                <a:off x="37630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8" name="ph7218"/>
              <p:cNvSpPr/>
              <p:nvPr/>
            </p:nvSpPr>
            <p:spPr>
              <a:xfrm>
                <a:off x="377226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9" name="ph7219"/>
              <p:cNvSpPr/>
              <p:nvPr/>
            </p:nvSpPr>
            <p:spPr>
              <a:xfrm>
                <a:off x="3781528" y="12574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396"/>
                    </a:lnTo>
                    <a:lnTo>
                      <a:pt x="921261" y="912430"/>
                    </a:lnTo>
                    <a:lnTo>
                      <a:pt x="920598" y="91439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0" name="ph7220"/>
              <p:cNvSpPr/>
              <p:nvPr/>
            </p:nvSpPr>
            <p:spPr>
              <a:xfrm>
                <a:off x="3790790" y="1240194"/>
                <a:ext cx="916352" cy="921634"/>
              </a:xfrm>
              <a:custGeom>
                <a:avLst/>
                <a:gdLst/>
                <a:ahLst/>
                <a:cxnLst/>
                <a:rect l="0" t="0" r="0" b="0"/>
                <a:pathLst>
                  <a:path w="916352" h="921634">
                    <a:moveTo>
                      <a:pt x="914400" y="914399"/>
                    </a:moveTo>
                    <a:lnTo>
                      <a:pt x="916352" y="914399"/>
                    </a:lnTo>
                    <a:lnTo>
                      <a:pt x="914794" y="920314"/>
                    </a:lnTo>
                    <a:lnTo>
                      <a:pt x="914400" y="921634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1" name="ph7221"/>
              <p:cNvSpPr/>
              <p:nvPr/>
            </p:nvSpPr>
            <p:spPr>
              <a:xfrm>
                <a:off x="2021706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11" y="931638"/>
                    </a:lnTo>
                    <a:lnTo>
                      <a:pt x="905399" y="929518"/>
                    </a:lnTo>
                    <a:lnTo>
                      <a:pt x="905137" y="918699"/>
                    </a:lnTo>
                    <a:lnTo>
                      <a:pt x="905154" y="91439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2" name="ph7222"/>
              <p:cNvSpPr/>
              <p:nvPr/>
            </p:nvSpPr>
            <p:spPr>
              <a:xfrm>
                <a:off x="202170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3" name="ph7223"/>
              <p:cNvSpPr/>
              <p:nvPr/>
            </p:nvSpPr>
            <p:spPr>
              <a:xfrm>
                <a:off x="20309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4" name="ph7224"/>
              <p:cNvSpPr/>
              <p:nvPr/>
            </p:nvSpPr>
            <p:spPr>
              <a:xfrm>
                <a:off x="20402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5" name="ph7225"/>
              <p:cNvSpPr/>
              <p:nvPr/>
            </p:nvSpPr>
            <p:spPr>
              <a:xfrm>
                <a:off x="20494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6" name="ph7226"/>
              <p:cNvSpPr/>
              <p:nvPr/>
            </p:nvSpPr>
            <p:spPr>
              <a:xfrm>
                <a:off x="205875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7" name="ph7227"/>
              <p:cNvSpPr/>
              <p:nvPr/>
            </p:nvSpPr>
            <p:spPr>
              <a:xfrm>
                <a:off x="20680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8" name="ph7228"/>
              <p:cNvSpPr/>
              <p:nvPr/>
            </p:nvSpPr>
            <p:spPr>
              <a:xfrm>
                <a:off x="20772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9" name="ph7229"/>
              <p:cNvSpPr/>
              <p:nvPr/>
            </p:nvSpPr>
            <p:spPr>
              <a:xfrm>
                <a:off x="20865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0" name="ph7230"/>
              <p:cNvSpPr/>
              <p:nvPr/>
            </p:nvSpPr>
            <p:spPr>
              <a:xfrm>
                <a:off x="20958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1" name="ph7231"/>
              <p:cNvSpPr/>
              <p:nvPr/>
            </p:nvSpPr>
            <p:spPr>
              <a:xfrm>
                <a:off x="210506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2" name="ph7232"/>
              <p:cNvSpPr/>
              <p:nvPr/>
            </p:nvSpPr>
            <p:spPr>
              <a:xfrm>
                <a:off x="21143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3" name="ph7233"/>
              <p:cNvSpPr/>
              <p:nvPr/>
            </p:nvSpPr>
            <p:spPr>
              <a:xfrm>
                <a:off x="212359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4" name="ph7234"/>
              <p:cNvSpPr/>
              <p:nvPr/>
            </p:nvSpPr>
            <p:spPr>
              <a:xfrm>
                <a:off x="213285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5" name="ph7235"/>
              <p:cNvSpPr/>
              <p:nvPr/>
            </p:nvSpPr>
            <p:spPr>
              <a:xfrm>
                <a:off x="214211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6" name="ph7236"/>
              <p:cNvSpPr/>
              <p:nvPr/>
            </p:nvSpPr>
            <p:spPr>
              <a:xfrm>
                <a:off x="21513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7" name="ph7237"/>
              <p:cNvSpPr/>
              <p:nvPr/>
            </p:nvSpPr>
            <p:spPr>
              <a:xfrm>
                <a:off x="21606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8" name="ph7238"/>
              <p:cNvSpPr/>
              <p:nvPr/>
            </p:nvSpPr>
            <p:spPr>
              <a:xfrm>
                <a:off x="21699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9" name="ph7239"/>
              <p:cNvSpPr/>
              <p:nvPr/>
            </p:nvSpPr>
            <p:spPr>
              <a:xfrm>
                <a:off x="21791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0" name="ph7240"/>
              <p:cNvSpPr/>
              <p:nvPr/>
            </p:nvSpPr>
            <p:spPr>
              <a:xfrm>
                <a:off x="218842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1" name="ph7241"/>
              <p:cNvSpPr/>
              <p:nvPr/>
            </p:nvSpPr>
            <p:spPr>
              <a:xfrm>
                <a:off x="21976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2" name="ph7242"/>
              <p:cNvSpPr/>
              <p:nvPr/>
            </p:nvSpPr>
            <p:spPr>
              <a:xfrm>
                <a:off x="22069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3" name="ph7243"/>
              <p:cNvSpPr/>
              <p:nvPr/>
            </p:nvSpPr>
            <p:spPr>
              <a:xfrm>
                <a:off x="22162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4" name="ph7244"/>
              <p:cNvSpPr/>
              <p:nvPr/>
            </p:nvSpPr>
            <p:spPr>
              <a:xfrm>
                <a:off x="222547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5" name="ph7245"/>
              <p:cNvSpPr/>
              <p:nvPr/>
            </p:nvSpPr>
            <p:spPr>
              <a:xfrm>
                <a:off x="22347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6" name="ph7246"/>
              <p:cNvSpPr/>
              <p:nvPr/>
            </p:nvSpPr>
            <p:spPr>
              <a:xfrm>
                <a:off x="22439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7" name="ph7247"/>
              <p:cNvSpPr/>
              <p:nvPr/>
            </p:nvSpPr>
            <p:spPr>
              <a:xfrm>
                <a:off x="22532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8" name="ph7248"/>
              <p:cNvSpPr/>
              <p:nvPr/>
            </p:nvSpPr>
            <p:spPr>
              <a:xfrm>
                <a:off x="22625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9" name="ph7249"/>
              <p:cNvSpPr/>
              <p:nvPr/>
            </p:nvSpPr>
            <p:spPr>
              <a:xfrm>
                <a:off x="227178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0" name="ph7250"/>
              <p:cNvSpPr/>
              <p:nvPr/>
            </p:nvSpPr>
            <p:spPr>
              <a:xfrm>
                <a:off x="22810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1" name="ph7251"/>
              <p:cNvSpPr/>
              <p:nvPr/>
            </p:nvSpPr>
            <p:spPr>
              <a:xfrm>
                <a:off x="22903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2" name="ph7252"/>
              <p:cNvSpPr/>
              <p:nvPr/>
            </p:nvSpPr>
            <p:spPr>
              <a:xfrm>
                <a:off x="22995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3" name="ph7253"/>
              <p:cNvSpPr/>
              <p:nvPr/>
            </p:nvSpPr>
            <p:spPr>
              <a:xfrm>
                <a:off x="230883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4" name="ph7254"/>
              <p:cNvSpPr/>
              <p:nvPr/>
            </p:nvSpPr>
            <p:spPr>
              <a:xfrm>
                <a:off x="23180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5" name="ph7255"/>
              <p:cNvSpPr/>
              <p:nvPr/>
            </p:nvSpPr>
            <p:spPr>
              <a:xfrm>
                <a:off x="23273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6" name="ph7256"/>
              <p:cNvSpPr/>
              <p:nvPr/>
            </p:nvSpPr>
            <p:spPr>
              <a:xfrm>
                <a:off x="23366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7" name="ph7257"/>
              <p:cNvSpPr/>
              <p:nvPr/>
            </p:nvSpPr>
            <p:spPr>
              <a:xfrm>
                <a:off x="23458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8" name="ph7258"/>
              <p:cNvSpPr/>
              <p:nvPr/>
            </p:nvSpPr>
            <p:spPr>
              <a:xfrm>
                <a:off x="2364408" y="1240194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111" y="897161"/>
                    </a:lnTo>
                    <a:lnTo>
                      <a:pt x="911966" y="902134"/>
                    </a:lnTo>
                    <a:lnTo>
                      <a:pt x="914399" y="90682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9" name="ph7259"/>
              <p:cNvSpPr/>
              <p:nvPr/>
            </p:nvSpPr>
            <p:spPr>
              <a:xfrm>
                <a:off x="2364408" y="1240194"/>
                <a:ext cx="91808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088" h="914399">
                    <a:moveTo>
                      <a:pt x="914399" y="914399"/>
                    </a:moveTo>
                    <a:lnTo>
                      <a:pt x="914399" y="906829"/>
                    </a:lnTo>
                    <a:lnTo>
                      <a:pt x="915907" y="909737"/>
                    </a:lnTo>
                    <a:lnTo>
                      <a:pt x="918088" y="91439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0" name="ph7260"/>
              <p:cNvSpPr/>
              <p:nvPr/>
            </p:nvSpPr>
            <p:spPr>
              <a:xfrm>
                <a:off x="3401777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0727" y="931638"/>
                    </a:lnTo>
                    <a:lnTo>
                      <a:pt x="911802" y="923596"/>
                    </a:lnTo>
                    <a:lnTo>
                      <a:pt x="913315" y="91439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1" name="ph7261"/>
              <p:cNvSpPr/>
              <p:nvPr/>
            </p:nvSpPr>
            <p:spPr>
              <a:xfrm>
                <a:off x="34017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2" name="ph7262"/>
              <p:cNvSpPr/>
              <p:nvPr/>
            </p:nvSpPr>
            <p:spPr>
              <a:xfrm>
                <a:off x="34110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3" name="ph7263"/>
              <p:cNvSpPr/>
              <p:nvPr/>
            </p:nvSpPr>
            <p:spPr>
              <a:xfrm>
                <a:off x="34203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4" name="ph7264"/>
              <p:cNvSpPr/>
              <p:nvPr/>
            </p:nvSpPr>
            <p:spPr>
              <a:xfrm>
                <a:off x="34295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5" name="ph7265"/>
              <p:cNvSpPr/>
              <p:nvPr/>
            </p:nvSpPr>
            <p:spPr>
              <a:xfrm>
                <a:off x="343882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6" name="ph7266"/>
              <p:cNvSpPr/>
              <p:nvPr/>
            </p:nvSpPr>
            <p:spPr>
              <a:xfrm>
                <a:off x="34480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7" name="ph7267"/>
              <p:cNvSpPr/>
              <p:nvPr/>
            </p:nvSpPr>
            <p:spPr>
              <a:xfrm>
                <a:off x="34573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8" name="ph7268"/>
              <p:cNvSpPr/>
              <p:nvPr/>
            </p:nvSpPr>
            <p:spPr>
              <a:xfrm>
                <a:off x="34666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9" name="ph7269"/>
              <p:cNvSpPr/>
              <p:nvPr/>
            </p:nvSpPr>
            <p:spPr>
              <a:xfrm>
                <a:off x="347587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0" name="ph7270"/>
              <p:cNvSpPr/>
              <p:nvPr/>
            </p:nvSpPr>
            <p:spPr>
              <a:xfrm>
                <a:off x="34851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1" name="ph7271"/>
              <p:cNvSpPr/>
              <p:nvPr/>
            </p:nvSpPr>
            <p:spPr>
              <a:xfrm>
                <a:off x="34943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2" name="ph7272"/>
              <p:cNvSpPr/>
              <p:nvPr/>
            </p:nvSpPr>
            <p:spPr>
              <a:xfrm>
                <a:off x="35036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3" name="ph7273"/>
              <p:cNvSpPr/>
              <p:nvPr/>
            </p:nvSpPr>
            <p:spPr>
              <a:xfrm>
                <a:off x="35129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4" name="ph7274"/>
              <p:cNvSpPr/>
              <p:nvPr/>
            </p:nvSpPr>
            <p:spPr>
              <a:xfrm>
                <a:off x="352218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5" name="ph7275"/>
              <p:cNvSpPr/>
              <p:nvPr/>
            </p:nvSpPr>
            <p:spPr>
              <a:xfrm>
                <a:off x="35314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6" name="ph7276"/>
              <p:cNvSpPr/>
              <p:nvPr/>
            </p:nvSpPr>
            <p:spPr>
              <a:xfrm>
                <a:off x="35407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7" name="ph7277"/>
              <p:cNvSpPr/>
              <p:nvPr/>
            </p:nvSpPr>
            <p:spPr>
              <a:xfrm>
                <a:off x="35499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8" name="ph7278"/>
              <p:cNvSpPr/>
              <p:nvPr/>
            </p:nvSpPr>
            <p:spPr>
              <a:xfrm>
                <a:off x="355923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9" name="ph7279"/>
              <p:cNvSpPr/>
              <p:nvPr/>
            </p:nvSpPr>
            <p:spPr>
              <a:xfrm>
                <a:off x="35684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0" name="ph7280"/>
              <p:cNvSpPr/>
              <p:nvPr/>
            </p:nvSpPr>
            <p:spPr>
              <a:xfrm>
                <a:off x="35777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1" name="ph7281"/>
              <p:cNvSpPr/>
              <p:nvPr/>
            </p:nvSpPr>
            <p:spPr>
              <a:xfrm>
                <a:off x="35870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2" name="ph7282"/>
              <p:cNvSpPr/>
              <p:nvPr/>
            </p:nvSpPr>
            <p:spPr>
              <a:xfrm>
                <a:off x="35962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3" name="ph7283"/>
              <p:cNvSpPr/>
              <p:nvPr/>
            </p:nvSpPr>
            <p:spPr>
              <a:xfrm>
                <a:off x="360554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4" name="ph7284"/>
              <p:cNvSpPr/>
              <p:nvPr/>
            </p:nvSpPr>
            <p:spPr>
              <a:xfrm>
                <a:off x="361480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5" name="ph7285"/>
              <p:cNvSpPr/>
              <p:nvPr/>
            </p:nvSpPr>
            <p:spPr>
              <a:xfrm>
                <a:off x="362407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6" name="ph7286"/>
              <p:cNvSpPr/>
              <p:nvPr/>
            </p:nvSpPr>
            <p:spPr>
              <a:xfrm>
                <a:off x="363333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7" name="ph7287"/>
              <p:cNvSpPr/>
              <p:nvPr/>
            </p:nvSpPr>
            <p:spPr>
              <a:xfrm>
                <a:off x="364259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8" name="ph7288"/>
              <p:cNvSpPr/>
              <p:nvPr/>
            </p:nvSpPr>
            <p:spPr>
              <a:xfrm>
                <a:off x="365185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9" name="ph7289"/>
              <p:cNvSpPr/>
              <p:nvPr/>
            </p:nvSpPr>
            <p:spPr>
              <a:xfrm>
                <a:off x="366111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0" name="ph7290"/>
              <p:cNvSpPr/>
              <p:nvPr/>
            </p:nvSpPr>
            <p:spPr>
              <a:xfrm>
                <a:off x="367038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1" name="ph7291"/>
              <p:cNvSpPr/>
              <p:nvPr/>
            </p:nvSpPr>
            <p:spPr>
              <a:xfrm>
                <a:off x="367964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2" name="ph7292"/>
              <p:cNvSpPr/>
              <p:nvPr/>
            </p:nvSpPr>
            <p:spPr>
              <a:xfrm>
                <a:off x="368890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3" name="ph7293"/>
              <p:cNvSpPr/>
              <p:nvPr/>
            </p:nvSpPr>
            <p:spPr>
              <a:xfrm>
                <a:off x="36981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4" name="ph7294"/>
              <p:cNvSpPr/>
              <p:nvPr/>
            </p:nvSpPr>
            <p:spPr>
              <a:xfrm>
                <a:off x="37074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5" name="ph7295"/>
              <p:cNvSpPr/>
              <p:nvPr/>
            </p:nvSpPr>
            <p:spPr>
              <a:xfrm>
                <a:off x="37166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6" name="ph7296"/>
              <p:cNvSpPr/>
              <p:nvPr/>
            </p:nvSpPr>
            <p:spPr>
              <a:xfrm>
                <a:off x="372595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7" name="ph7297"/>
              <p:cNvSpPr/>
              <p:nvPr/>
            </p:nvSpPr>
            <p:spPr>
              <a:xfrm>
                <a:off x="37352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8" name="ph7298"/>
              <p:cNvSpPr/>
              <p:nvPr/>
            </p:nvSpPr>
            <p:spPr>
              <a:xfrm>
                <a:off x="37444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9" name="ph7299"/>
              <p:cNvSpPr/>
              <p:nvPr/>
            </p:nvSpPr>
            <p:spPr>
              <a:xfrm>
                <a:off x="37537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0" name="ph7300"/>
              <p:cNvSpPr/>
              <p:nvPr/>
            </p:nvSpPr>
            <p:spPr>
              <a:xfrm>
                <a:off x="37630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1" name="ph7301"/>
              <p:cNvSpPr/>
              <p:nvPr/>
            </p:nvSpPr>
            <p:spPr>
              <a:xfrm>
                <a:off x="377226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2" name="ph7302"/>
              <p:cNvSpPr/>
              <p:nvPr/>
            </p:nvSpPr>
            <p:spPr>
              <a:xfrm>
                <a:off x="37815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3" name="ph7303"/>
              <p:cNvSpPr/>
              <p:nvPr/>
            </p:nvSpPr>
            <p:spPr>
              <a:xfrm>
                <a:off x="3790790" y="1240194"/>
                <a:ext cx="92031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1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0318" y="897161"/>
                    </a:lnTo>
                    <a:lnTo>
                      <a:pt x="919586" y="900862"/>
                    </a:lnTo>
                    <a:lnTo>
                      <a:pt x="917325" y="910704"/>
                    </a:lnTo>
                    <a:lnTo>
                      <a:pt x="916352" y="91439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4" name="ph7304"/>
              <p:cNvSpPr/>
              <p:nvPr/>
            </p:nvSpPr>
            <p:spPr>
              <a:xfrm>
                <a:off x="2021706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54" y="931638"/>
                    </a:lnTo>
                    <a:lnTo>
                      <a:pt x="905180" y="925108"/>
                    </a:lnTo>
                    <a:lnTo>
                      <a:pt x="905524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5" name="ph7305"/>
              <p:cNvSpPr/>
              <p:nvPr/>
            </p:nvSpPr>
            <p:spPr>
              <a:xfrm>
                <a:off x="202170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6" name="ph7306"/>
              <p:cNvSpPr/>
              <p:nvPr/>
            </p:nvSpPr>
            <p:spPr>
              <a:xfrm>
                <a:off x="20309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7" name="ph7307"/>
              <p:cNvSpPr/>
              <p:nvPr/>
            </p:nvSpPr>
            <p:spPr>
              <a:xfrm>
                <a:off x="20402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8" name="ph7308"/>
              <p:cNvSpPr/>
              <p:nvPr/>
            </p:nvSpPr>
            <p:spPr>
              <a:xfrm>
                <a:off x="20494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9" name="ph7309"/>
              <p:cNvSpPr/>
              <p:nvPr/>
            </p:nvSpPr>
            <p:spPr>
              <a:xfrm>
                <a:off x="205875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0" name="ph7310"/>
              <p:cNvSpPr/>
              <p:nvPr/>
            </p:nvSpPr>
            <p:spPr>
              <a:xfrm>
                <a:off x="20680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1" name="ph7311"/>
              <p:cNvSpPr/>
              <p:nvPr/>
            </p:nvSpPr>
            <p:spPr>
              <a:xfrm>
                <a:off x="20772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2" name="ph7312"/>
              <p:cNvSpPr/>
              <p:nvPr/>
            </p:nvSpPr>
            <p:spPr>
              <a:xfrm>
                <a:off x="20865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3" name="ph7313"/>
              <p:cNvSpPr/>
              <p:nvPr/>
            </p:nvSpPr>
            <p:spPr>
              <a:xfrm>
                <a:off x="20958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4" name="ph7314"/>
              <p:cNvSpPr/>
              <p:nvPr/>
            </p:nvSpPr>
            <p:spPr>
              <a:xfrm>
                <a:off x="210506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5" name="ph7315"/>
              <p:cNvSpPr/>
              <p:nvPr/>
            </p:nvSpPr>
            <p:spPr>
              <a:xfrm>
                <a:off x="21143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6" name="ph7316"/>
              <p:cNvSpPr/>
              <p:nvPr/>
            </p:nvSpPr>
            <p:spPr>
              <a:xfrm>
                <a:off x="212359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7" name="ph7317"/>
              <p:cNvSpPr/>
              <p:nvPr/>
            </p:nvSpPr>
            <p:spPr>
              <a:xfrm>
                <a:off x="213285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8" name="ph7318"/>
              <p:cNvSpPr/>
              <p:nvPr/>
            </p:nvSpPr>
            <p:spPr>
              <a:xfrm>
                <a:off x="214211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9" name="ph7319"/>
              <p:cNvSpPr/>
              <p:nvPr/>
            </p:nvSpPr>
            <p:spPr>
              <a:xfrm>
                <a:off x="215137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0" name="ph7320"/>
              <p:cNvSpPr/>
              <p:nvPr/>
            </p:nvSpPr>
            <p:spPr>
              <a:xfrm>
                <a:off x="21606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1" name="ph7321"/>
              <p:cNvSpPr/>
              <p:nvPr/>
            </p:nvSpPr>
            <p:spPr>
              <a:xfrm>
                <a:off x="21699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2" name="ph7322"/>
              <p:cNvSpPr/>
              <p:nvPr/>
            </p:nvSpPr>
            <p:spPr>
              <a:xfrm>
                <a:off x="21791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3" name="ph7323"/>
              <p:cNvSpPr/>
              <p:nvPr/>
            </p:nvSpPr>
            <p:spPr>
              <a:xfrm>
                <a:off x="218842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4" name="ph7324"/>
              <p:cNvSpPr/>
              <p:nvPr/>
            </p:nvSpPr>
            <p:spPr>
              <a:xfrm>
                <a:off x="21976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5" name="ph7325"/>
              <p:cNvSpPr/>
              <p:nvPr/>
            </p:nvSpPr>
            <p:spPr>
              <a:xfrm>
                <a:off x="22069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6" name="ph7326"/>
              <p:cNvSpPr/>
              <p:nvPr/>
            </p:nvSpPr>
            <p:spPr>
              <a:xfrm>
                <a:off x="22162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7" name="ph7327"/>
              <p:cNvSpPr/>
              <p:nvPr/>
            </p:nvSpPr>
            <p:spPr>
              <a:xfrm>
                <a:off x="222547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8" name="ph7328"/>
              <p:cNvSpPr/>
              <p:nvPr/>
            </p:nvSpPr>
            <p:spPr>
              <a:xfrm>
                <a:off x="22347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9" name="ph7329"/>
              <p:cNvSpPr/>
              <p:nvPr/>
            </p:nvSpPr>
            <p:spPr>
              <a:xfrm>
                <a:off x="22439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0" name="ph7330"/>
              <p:cNvSpPr/>
              <p:nvPr/>
            </p:nvSpPr>
            <p:spPr>
              <a:xfrm>
                <a:off x="22532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1" name="ph7331"/>
              <p:cNvSpPr/>
              <p:nvPr/>
            </p:nvSpPr>
            <p:spPr>
              <a:xfrm>
                <a:off x="22625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2" name="ph7332"/>
              <p:cNvSpPr/>
              <p:nvPr/>
            </p:nvSpPr>
            <p:spPr>
              <a:xfrm>
                <a:off x="227178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3" name="ph7333"/>
              <p:cNvSpPr/>
              <p:nvPr/>
            </p:nvSpPr>
            <p:spPr>
              <a:xfrm>
                <a:off x="22810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4" name="ph7334"/>
              <p:cNvSpPr/>
              <p:nvPr/>
            </p:nvSpPr>
            <p:spPr>
              <a:xfrm>
                <a:off x="22903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5" name="ph7335"/>
              <p:cNvSpPr/>
              <p:nvPr/>
            </p:nvSpPr>
            <p:spPr>
              <a:xfrm>
                <a:off x="22995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6" name="ph7336"/>
              <p:cNvSpPr/>
              <p:nvPr/>
            </p:nvSpPr>
            <p:spPr>
              <a:xfrm>
                <a:off x="230883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7" name="ph7337"/>
              <p:cNvSpPr/>
              <p:nvPr/>
            </p:nvSpPr>
            <p:spPr>
              <a:xfrm>
                <a:off x="23180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8" name="ph7338"/>
              <p:cNvSpPr/>
              <p:nvPr/>
            </p:nvSpPr>
            <p:spPr>
              <a:xfrm>
                <a:off x="23273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9" name="ph7339"/>
              <p:cNvSpPr/>
              <p:nvPr/>
            </p:nvSpPr>
            <p:spPr>
              <a:xfrm>
                <a:off x="23366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0" name="ph7340"/>
              <p:cNvSpPr/>
              <p:nvPr/>
            </p:nvSpPr>
            <p:spPr>
              <a:xfrm>
                <a:off x="2355146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6827" y="897161"/>
                    </a:lnTo>
                    <a:lnTo>
                      <a:pt x="908229" y="898944"/>
                    </a:lnTo>
                    <a:lnTo>
                      <a:pt x="912747" y="905338"/>
                    </a:lnTo>
                    <a:lnTo>
                      <a:pt x="914400" y="907935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1" name="ph7341"/>
              <p:cNvSpPr/>
              <p:nvPr/>
            </p:nvSpPr>
            <p:spPr>
              <a:xfrm>
                <a:off x="2355146" y="1222956"/>
                <a:ext cx="9183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373" h="914399">
                    <a:moveTo>
                      <a:pt x="914400" y="914399"/>
                    </a:moveTo>
                    <a:lnTo>
                      <a:pt x="914400" y="907935"/>
                    </a:lnTo>
                    <a:lnTo>
                      <a:pt x="917084" y="912154"/>
                    </a:lnTo>
                    <a:lnTo>
                      <a:pt x="918373" y="91439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2" name="ph7342"/>
              <p:cNvSpPr/>
              <p:nvPr/>
            </p:nvSpPr>
            <p:spPr>
              <a:xfrm>
                <a:off x="3401777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315" y="914399"/>
                    </a:lnTo>
                    <a:lnTo>
                      <a:pt x="913532" y="913084"/>
                    </a:lnTo>
                    <a:lnTo>
                      <a:pt x="914400" y="908664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3" name="ph7343"/>
              <p:cNvSpPr/>
              <p:nvPr/>
            </p:nvSpPr>
            <p:spPr>
              <a:xfrm>
                <a:off x="3411039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902"/>
                    </a:lnTo>
                    <a:lnTo>
                      <a:pt x="906297" y="919997"/>
                    </a:lnTo>
                    <a:lnTo>
                      <a:pt x="907580" y="914400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4" name="ph7344"/>
              <p:cNvSpPr/>
              <p:nvPr/>
            </p:nvSpPr>
            <p:spPr>
              <a:xfrm>
                <a:off x="34110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5" name="ph7345"/>
              <p:cNvSpPr/>
              <p:nvPr/>
            </p:nvSpPr>
            <p:spPr>
              <a:xfrm>
                <a:off x="34203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6" name="ph7346"/>
              <p:cNvSpPr/>
              <p:nvPr/>
            </p:nvSpPr>
            <p:spPr>
              <a:xfrm>
                <a:off x="34295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7" name="ph7347"/>
              <p:cNvSpPr/>
              <p:nvPr/>
            </p:nvSpPr>
            <p:spPr>
              <a:xfrm>
                <a:off x="343882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8" name="ph7348"/>
              <p:cNvSpPr/>
              <p:nvPr/>
            </p:nvSpPr>
            <p:spPr>
              <a:xfrm>
                <a:off x="34480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9" name="ph7349"/>
              <p:cNvSpPr/>
              <p:nvPr/>
            </p:nvSpPr>
            <p:spPr>
              <a:xfrm>
                <a:off x="34573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0" name="ph7350"/>
              <p:cNvSpPr/>
              <p:nvPr/>
            </p:nvSpPr>
            <p:spPr>
              <a:xfrm>
                <a:off x="34666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1" name="ph7351"/>
              <p:cNvSpPr/>
              <p:nvPr/>
            </p:nvSpPr>
            <p:spPr>
              <a:xfrm>
                <a:off x="347587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2" name="ph7352"/>
              <p:cNvSpPr/>
              <p:nvPr/>
            </p:nvSpPr>
            <p:spPr>
              <a:xfrm>
                <a:off x="34851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3" name="ph7353"/>
              <p:cNvSpPr/>
              <p:nvPr/>
            </p:nvSpPr>
            <p:spPr>
              <a:xfrm>
                <a:off x="34943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4" name="ph7354"/>
              <p:cNvSpPr/>
              <p:nvPr/>
            </p:nvSpPr>
            <p:spPr>
              <a:xfrm>
                <a:off x="35036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5" name="ph7355"/>
              <p:cNvSpPr/>
              <p:nvPr/>
            </p:nvSpPr>
            <p:spPr>
              <a:xfrm>
                <a:off x="35129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6" name="ph7356"/>
              <p:cNvSpPr/>
              <p:nvPr/>
            </p:nvSpPr>
            <p:spPr>
              <a:xfrm>
                <a:off x="352218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7" name="ph7357"/>
              <p:cNvSpPr/>
              <p:nvPr/>
            </p:nvSpPr>
            <p:spPr>
              <a:xfrm>
                <a:off x="35314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8" name="ph7358"/>
              <p:cNvSpPr/>
              <p:nvPr/>
            </p:nvSpPr>
            <p:spPr>
              <a:xfrm>
                <a:off x="35407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9" name="ph7359"/>
              <p:cNvSpPr/>
              <p:nvPr/>
            </p:nvSpPr>
            <p:spPr>
              <a:xfrm>
                <a:off x="35499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0" name="ph7360"/>
              <p:cNvSpPr/>
              <p:nvPr/>
            </p:nvSpPr>
            <p:spPr>
              <a:xfrm>
                <a:off x="355923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1" name="ph7361"/>
              <p:cNvSpPr/>
              <p:nvPr/>
            </p:nvSpPr>
            <p:spPr>
              <a:xfrm>
                <a:off x="35684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2" name="ph7362"/>
              <p:cNvSpPr/>
              <p:nvPr/>
            </p:nvSpPr>
            <p:spPr>
              <a:xfrm>
                <a:off x="35777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3" name="ph7363"/>
              <p:cNvSpPr/>
              <p:nvPr/>
            </p:nvSpPr>
            <p:spPr>
              <a:xfrm>
                <a:off x="35870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4" name="ph7364"/>
              <p:cNvSpPr/>
              <p:nvPr/>
            </p:nvSpPr>
            <p:spPr>
              <a:xfrm>
                <a:off x="359628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5" name="ph7365"/>
              <p:cNvSpPr/>
              <p:nvPr/>
            </p:nvSpPr>
            <p:spPr>
              <a:xfrm>
                <a:off x="360554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6" name="ph7366"/>
              <p:cNvSpPr/>
              <p:nvPr/>
            </p:nvSpPr>
            <p:spPr>
              <a:xfrm>
                <a:off x="361480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7" name="ph7367"/>
              <p:cNvSpPr/>
              <p:nvPr/>
            </p:nvSpPr>
            <p:spPr>
              <a:xfrm>
                <a:off x="362407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8" name="ph7368"/>
              <p:cNvSpPr/>
              <p:nvPr/>
            </p:nvSpPr>
            <p:spPr>
              <a:xfrm>
                <a:off x="363333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9" name="ph7369"/>
              <p:cNvSpPr/>
              <p:nvPr/>
            </p:nvSpPr>
            <p:spPr>
              <a:xfrm>
                <a:off x="364259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0" name="ph7370"/>
              <p:cNvSpPr/>
              <p:nvPr/>
            </p:nvSpPr>
            <p:spPr>
              <a:xfrm>
                <a:off x="365185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1" name="ph7371"/>
              <p:cNvSpPr/>
              <p:nvPr/>
            </p:nvSpPr>
            <p:spPr>
              <a:xfrm>
                <a:off x="366111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2" name="ph7372"/>
              <p:cNvSpPr/>
              <p:nvPr/>
            </p:nvSpPr>
            <p:spPr>
              <a:xfrm>
                <a:off x="367038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3" name="ph7373"/>
              <p:cNvSpPr/>
              <p:nvPr/>
            </p:nvSpPr>
            <p:spPr>
              <a:xfrm>
                <a:off x="367964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4" name="ph7374"/>
              <p:cNvSpPr/>
              <p:nvPr/>
            </p:nvSpPr>
            <p:spPr>
              <a:xfrm>
                <a:off x="368890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5" name="ph7375"/>
              <p:cNvSpPr/>
              <p:nvPr/>
            </p:nvSpPr>
            <p:spPr>
              <a:xfrm>
                <a:off x="36981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6" name="ph7376"/>
              <p:cNvSpPr/>
              <p:nvPr/>
            </p:nvSpPr>
            <p:spPr>
              <a:xfrm>
                <a:off x="37074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7" name="ph7377"/>
              <p:cNvSpPr/>
              <p:nvPr/>
            </p:nvSpPr>
            <p:spPr>
              <a:xfrm>
                <a:off x="37166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8" name="ph7378"/>
              <p:cNvSpPr/>
              <p:nvPr/>
            </p:nvSpPr>
            <p:spPr>
              <a:xfrm>
                <a:off x="372595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9" name="ph7379"/>
              <p:cNvSpPr/>
              <p:nvPr/>
            </p:nvSpPr>
            <p:spPr>
              <a:xfrm>
                <a:off x="37352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0" name="ph7380"/>
              <p:cNvSpPr/>
              <p:nvPr/>
            </p:nvSpPr>
            <p:spPr>
              <a:xfrm>
                <a:off x="37444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1" name="ph7381"/>
              <p:cNvSpPr/>
              <p:nvPr/>
            </p:nvSpPr>
            <p:spPr>
              <a:xfrm>
                <a:off x="37537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2" name="ph7382"/>
              <p:cNvSpPr/>
              <p:nvPr/>
            </p:nvSpPr>
            <p:spPr>
              <a:xfrm>
                <a:off x="37630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3" name="ph7383"/>
              <p:cNvSpPr/>
              <p:nvPr/>
            </p:nvSpPr>
            <p:spPr>
              <a:xfrm>
                <a:off x="377226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4" name="ph7384"/>
              <p:cNvSpPr/>
              <p:nvPr/>
            </p:nvSpPr>
            <p:spPr>
              <a:xfrm>
                <a:off x="37815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5" name="ph7385"/>
              <p:cNvSpPr/>
              <p:nvPr/>
            </p:nvSpPr>
            <p:spPr>
              <a:xfrm>
                <a:off x="3790790" y="1222956"/>
                <a:ext cx="9233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3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375" y="897161"/>
                    </a:lnTo>
                    <a:lnTo>
                      <a:pt x="923274" y="897832"/>
                    </a:lnTo>
                    <a:lnTo>
                      <a:pt x="921571" y="908055"/>
                    </a:lnTo>
                    <a:lnTo>
                      <a:pt x="920318" y="91439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6" name="ph7386"/>
              <p:cNvSpPr/>
              <p:nvPr/>
            </p:nvSpPr>
            <p:spPr>
              <a:xfrm>
                <a:off x="2021706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27" y="931536"/>
                    </a:lnTo>
                    <a:lnTo>
                      <a:pt x="906177" y="920773"/>
                    </a:lnTo>
                    <a:lnTo>
                      <a:pt x="906746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7" name="ph7387"/>
              <p:cNvSpPr/>
              <p:nvPr/>
            </p:nvSpPr>
            <p:spPr>
              <a:xfrm>
                <a:off x="202170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8" name="ph7388"/>
              <p:cNvSpPr/>
              <p:nvPr/>
            </p:nvSpPr>
            <p:spPr>
              <a:xfrm>
                <a:off x="20309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9" name="ph7389"/>
              <p:cNvSpPr/>
              <p:nvPr/>
            </p:nvSpPr>
            <p:spPr>
              <a:xfrm>
                <a:off x="20402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0" name="ph7390"/>
              <p:cNvSpPr/>
              <p:nvPr/>
            </p:nvSpPr>
            <p:spPr>
              <a:xfrm>
                <a:off x="20494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1" name="ph7391"/>
              <p:cNvSpPr/>
              <p:nvPr/>
            </p:nvSpPr>
            <p:spPr>
              <a:xfrm>
                <a:off x="205875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2" name="ph7392"/>
              <p:cNvSpPr/>
              <p:nvPr/>
            </p:nvSpPr>
            <p:spPr>
              <a:xfrm>
                <a:off x="20680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3" name="ph7393"/>
              <p:cNvSpPr/>
              <p:nvPr/>
            </p:nvSpPr>
            <p:spPr>
              <a:xfrm>
                <a:off x="20772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4" name="ph7394"/>
              <p:cNvSpPr/>
              <p:nvPr/>
            </p:nvSpPr>
            <p:spPr>
              <a:xfrm>
                <a:off x="20865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5" name="ph7395"/>
              <p:cNvSpPr/>
              <p:nvPr/>
            </p:nvSpPr>
            <p:spPr>
              <a:xfrm>
                <a:off x="20958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6" name="ph7396"/>
              <p:cNvSpPr/>
              <p:nvPr/>
            </p:nvSpPr>
            <p:spPr>
              <a:xfrm>
                <a:off x="210506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7" name="ph7397"/>
              <p:cNvSpPr/>
              <p:nvPr/>
            </p:nvSpPr>
            <p:spPr>
              <a:xfrm>
                <a:off x="21143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8" name="ph7398"/>
              <p:cNvSpPr/>
              <p:nvPr/>
            </p:nvSpPr>
            <p:spPr>
              <a:xfrm>
                <a:off x="212359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9" name="ph7399"/>
              <p:cNvSpPr/>
              <p:nvPr/>
            </p:nvSpPr>
            <p:spPr>
              <a:xfrm>
                <a:off x="213285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0" name="ph7400"/>
              <p:cNvSpPr/>
              <p:nvPr/>
            </p:nvSpPr>
            <p:spPr>
              <a:xfrm>
                <a:off x="214211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1" name="ph7401"/>
              <p:cNvSpPr/>
              <p:nvPr/>
            </p:nvSpPr>
            <p:spPr>
              <a:xfrm>
                <a:off x="215137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2" name="ph7402"/>
              <p:cNvSpPr/>
              <p:nvPr/>
            </p:nvSpPr>
            <p:spPr>
              <a:xfrm>
                <a:off x="21606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3" name="ph7403"/>
              <p:cNvSpPr/>
              <p:nvPr/>
            </p:nvSpPr>
            <p:spPr>
              <a:xfrm>
                <a:off x="21699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4" name="ph7404"/>
              <p:cNvSpPr/>
              <p:nvPr/>
            </p:nvSpPr>
            <p:spPr>
              <a:xfrm>
                <a:off x="21791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5" name="ph7405"/>
              <p:cNvSpPr/>
              <p:nvPr/>
            </p:nvSpPr>
            <p:spPr>
              <a:xfrm>
                <a:off x="218842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6" name="ph7406"/>
              <p:cNvSpPr/>
              <p:nvPr/>
            </p:nvSpPr>
            <p:spPr>
              <a:xfrm>
                <a:off x="21976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7" name="ph7407"/>
              <p:cNvSpPr/>
              <p:nvPr/>
            </p:nvSpPr>
            <p:spPr>
              <a:xfrm>
                <a:off x="22069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8" name="ph7408"/>
              <p:cNvSpPr/>
              <p:nvPr/>
            </p:nvSpPr>
            <p:spPr>
              <a:xfrm>
                <a:off x="22162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9" name="ph7409"/>
              <p:cNvSpPr/>
              <p:nvPr/>
            </p:nvSpPr>
            <p:spPr>
              <a:xfrm>
                <a:off x="222547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0" name="ph7410"/>
              <p:cNvSpPr/>
              <p:nvPr/>
            </p:nvSpPr>
            <p:spPr>
              <a:xfrm>
                <a:off x="22347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1" name="ph7411"/>
              <p:cNvSpPr/>
              <p:nvPr/>
            </p:nvSpPr>
            <p:spPr>
              <a:xfrm>
                <a:off x="22439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2" name="ph7412"/>
              <p:cNvSpPr/>
              <p:nvPr/>
            </p:nvSpPr>
            <p:spPr>
              <a:xfrm>
                <a:off x="22532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3" name="ph7413"/>
              <p:cNvSpPr/>
              <p:nvPr/>
            </p:nvSpPr>
            <p:spPr>
              <a:xfrm>
                <a:off x="22625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4" name="ph7414"/>
              <p:cNvSpPr/>
              <p:nvPr/>
            </p:nvSpPr>
            <p:spPr>
              <a:xfrm>
                <a:off x="227178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5" name="ph7415"/>
              <p:cNvSpPr/>
              <p:nvPr/>
            </p:nvSpPr>
            <p:spPr>
              <a:xfrm>
                <a:off x="22810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6" name="ph7416"/>
              <p:cNvSpPr/>
              <p:nvPr/>
            </p:nvSpPr>
            <p:spPr>
              <a:xfrm>
                <a:off x="22903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7" name="ph7417"/>
              <p:cNvSpPr/>
              <p:nvPr/>
            </p:nvSpPr>
            <p:spPr>
              <a:xfrm>
                <a:off x="22995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8" name="ph7418"/>
              <p:cNvSpPr/>
              <p:nvPr/>
            </p:nvSpPr>
            <p:spPr>
              <a:xfrm>
                <a:off x="230883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9" name="ph7419"/>
              <p:cNvSpPr/>
              <p:nvPr/>
            </p:nvSpPr>
            <p:spPr>
              <a:xfrm>
                <a:off x="23180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0" name="ph7420"/>
              <p:cNvSpPr/>
              <p:nvPr/>
            </p:nvSpPr>
            <p:spPr>
              <a:xfrm>
                <a:off x="2336621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95" y="897161"/>
                    </a:lnTo>
                    <a:lnTo>
                      <a:pt x="912232" y="899685"/>
                    </a:lnTo>
                    <a:lnTo>
                      <a:pt x="914400" y="901872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1" name="ph7421"/>
              <p:cNvSpPr/>
              <p:nvPr/>
            </p:nvSpPr>
            <p:spPr>
              <a:xfrm>
                <a:off x="2345883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72"/>
                    </a:lnTo>
                    <a:lnTo>
                      <a:pt x="907959" y="904721"/>
                    </a:lnTo>
                    <a:lnTo>
                      <a:pt x="912804" y="910225"/>
                    </a:lnTo>
                    <a:lnTo>
                      <a:pt x="914400" y="912252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2" name="ph7422"/>
              <p:cNvSpPr/>
              <p:nvPr/>
            </p:nvSpPr>
            <p:spPr>
              <a:xfrm>
                <a:off x="2345883" y="1205717"/>
                <a:ext cx="9160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89" h="914400">
                    <a:moveTo>
                      <a:pt x="914400" y="914400"/>
                    </a:moveTo>
                    <a:lnTo>
                      <a:pt x="914400" y="912252"/>
                    </a:lnTo>
                    <a:lnTo>
                      <a:pt x="916089" y="9144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3" name="ph7423"/>
              <p:cNvSpPr/>
              <p:nvPr/>
            </p:nvSpPr>
            <p:spPr>
              <a:xfrm>
                <a:off x="3411039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580" y="931638"/>
                    </a:lnTo>
                    <a:lnTo>
                      <a:pt x="908616" y="927124"/>
                    </a:lnTo>
                    <a:lnTo>
                      <a:pt x="911220" y="917257"/>
                    </a:lnTo>
                    <a:lnTo>
                      <a:pt x="912078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4" name="ph7424"/>
              <p:cNvSpPr/>
              <p:nvPr/>
            </p:nvSpPr>
            <p:spPr>
              <a:xfrm>
                <a:off x="34110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5" name="ph7425"/>
              <p:cNvSpPr/>
              <p:nvPr/>
            </p:nvSpPr>
            <p:spPr>
              <a:xfrm>
                <a:off x="34203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6" name="ph7426"/>
              <p:cNvSpPr/>
              <p:nvPr/>
            </p:nvSpPr>
            <p:spPr>
              <a:xfrm>
                <a:off x="34295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7" name="ph7427"/>
              <p:cNvSpPr/>
              <p:nvPr/>
            </p:nvSpPr>
            <p:spPr>
              <a:xfrm>
                <a:off x="343882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8" name="ph7428"/>
              <p:cNvSpPr/>
              <p:nvPr/>
            </p:nvSpPr>
            <p:spPr>
              <a:xfrm>
                <a:off x="34480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9" name="ph7429"/>
              <p:cNvSpPr/>
              <p:nvPr/>
            </p:nvSpPr>
            <p:spPr>
              <a:xfrm>
                <a:off x="34573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0" name="ph7430"/>
              <p:cNvSpPr/>
              <p:nvPr/>
            </p:nvSpPr>
            <p:spPr>
              <a:xfrm>
                <a:off x="34666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1" name="ph7431"/>
              <p:cNvSpPr/>
              <p:nvPr/>
            </p:nvSpPr>
            <p:spPr>
              <a:xfrm>
                <a:off x="347587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2" name="ph7432"/>
              <p:cNvSpPr/>
              <p:nvPr/>
            </p:nvSpPr>
            <p:spPr>
              <a:xfrm>
                <a:off x="34851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3" name="ph7433"/>
              <p:cNvSpPr/>
              <p:nvPr/>
            </p:nvSpPr>
            <p:spPr>
              <a:xfrm>
                <a:off x="34943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4" name="ph7434"/>
              <p:cNvSpPr/>
              <p:nvPr/>
            </p:nvSpPr>
            <p:spPr>
              <a:xfrm>
                <a:off x="35036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5" name="ph7435"/>
              <p:cNvSpPr/>
              <p:nvPr/>
            </p:nvSpPr>
            <p:spPr>
              <a:xfrm>
                <a:off x="35129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6" name="ph7436"/>
              <p:cNvSpPr/>
              <p:nvPr/>
            </p:nvSpPr>
            <p:spPr>
              <a:xfrm>
                <a:off x="352218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7" name="ph7437"/>
              <p:cNvSpPr/>
              <p:nvPr/>
            </p:nvSpPr>
            <p:spPr>
              <a:xfrm>
                <a:off x="35314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8" name="ph7438"/>
              <p:cNvSpPr/>
              <p:nvPr/>
            </p:nvSpPr>
            <p:spPr>
              <a:xfrm>
                <a:off x="35407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9" name="ph7439"/>
              <p:cNvSpPr/>
              <p:nvPr/>
            </p:nvSpPr>
            <p:spPr>
              <a:xfrm>
                <a:off x="35499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0" name="ph7440"/>
              <p:cNvSpPr/>
              <p:nvPr/>
            </p:nvSpPr>
            <p:spPr>
              <a:xfrm>
                <a:off x="355923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1" name="ph7441"/>
              <p:cNvSpPr/>
              <p:nvPr/>
            </p:nvSpPr>
            <p:spPr>
              <a:xfrm>
                <a:off x="35684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2" name="ph7442"/>
              <p:cNvSpPr/>
              <p:nvPr/>
            </p:nvSpPr>
            <p:spPr>
              <a:xfrm>
                <a:off x="357775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3" name="ph7443"/>
              <p:cNvSpPr/>
              <p:nvPr/>
            </p:nvSpPr>
            <p:spPr>
              <a:xfrm>
                <a:off x="358702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4" name="ph7444"/>
              <p:cNvSpPr/>
              <p:nvPr/>
            </p:nvSpPr>
            <p:spPr>
              <a:xfrm>
                <a:off x="359628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5" name="ph7445"/>
              <p:cNvSpPr/>
              <p:nvPr/>
            </p:nvSpPr>
            <p:spPr>
              <a:xfrm>
                <a:off x="360554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6" name="ph7446"/>
              <p:cNvSpPr/>
              <p:nvPr/>
            </p:nvSpPr>
            <p:spPr>
              <a:xfrm>
                <a:off x="361480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7" name="ph7447"/>
              <p:cNvSpPr/>
              <p:nvPr/>
            </p:nvSpPr>
            <p:spPr>
              <a:xfrm>
                <a:off x="362407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8" name="ph7448"/>
              <p:cNvSpPr/>
              <p:nvPr/>
            </p:nvSpPr>
            <p:spPr>
              <a:xfrm>
                <a:off x="363333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9" name="ph7449"/>
              <p:cNvSpPr/>
              <p:nvPr/>
            </p:nvSpPr>
            <p:spPr>
              <a:xfrm>
                <a:off x="364259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0" name="ph7450"/>
              <p:cNvSpPr/>
              <p:nvPr/>
            </p:nvSpPr>
            <p:spPr>
              <a:xfrm>
                <a:off x="365185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1" name="ph7451"/>
              <p:cNvSpPr/>
              <p:nvPr/>
            </p:nvSpPr>
            <p:spPr>
              <a:xfrm>
                <a:off x="366111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2" name="ph7452"/>
              <p:cNvSpPr/>
              <p:nvPr/>
            </p:nvSpPr>
            <p:spPr>
              <a:xfrm>
                <a:off x="367038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3" name="ph7453"/>
              <p:cNvSpPr/>
              <p:nvPr/>
            </p:nvSpPr>
            <p:spPr>
              <a:xfrm>
                <a:off x="367964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4" name="ph7454"/>
              <p:cNvSpPr/>
              <p:nvPr/>
            </p:nvSpPr>
            <p:spPr>
              <a:xfrm>
                <a:off x="368890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5" name="ph7455"/>
              <p:cNvSpPr/>
              <p:nvPr/>
            </p:nvSpPr>
            <p:spPr>
              <a:xfrm>
                <a:off x="36981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6" name="ph7456"/>
              <p:cNvSpPr/>
              <p:nvPr/>
            </p:nvSpPr>
            <p:spPr>
              <a:xfrm>
                <a:off x="37074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7" name="ph7457"/>
              <p:cNvSpPr/>
              <p:nvPr/>
            </p:nvSpPr>
            <p:spPr>
              <a:xfrm>
                <a:off x="37166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8" name="ph7458"/>
              <p:cNvSpPr/>
              <p:nvPr/>
            </p:nvSpPr>
            <p:spPr>
              <a:xfrm>
                <a:off x="372595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9" name="ph7459"/>
              <p:cNvSpPr/>
              <p:nvPr/>
            </p:nvSpPr>
            <p:spPr>
              <a:xfrm>
                <a:off x="37352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0" name="ph7460"/>
              <p:cNvSpPr/>
              <p:nvPr/>
            </p:nvSpPr>
            <p:spPr>
              <a:xfrm>
                <a:off x="37444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1" name="ph7461"/>
              <p:cNvSpPr/>
              <p:nvPr/>
            </p:nvSpPr>
            <p:spPr>
              <a:xfrm>
                <a:off x="37537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2" name="ph7462"/>
              <p:cNvSpPr/>
              <p:nvPr/>
            </p:nvSpPr>
            <p:spPr>
              <a:xfrm>
                <a:off x="37630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3" name="ph7463"/>
              <p:cNvSpPr/>
              <p:nvPr/>
            </p:nvSpPr>
            <p:spPr>
              <a:xfrm>
                <a:off x="377226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4" name="ph7464"/>
              <p:cNvSpPr/>
              <p:nvPr/>
            </p:nvSpPr>
            <p:spPr>
              <a:xfrm>
                <a:off x="37815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5" name="ph7465"/>
              <p:cNvSpPr/>
              <p:nvPr/>
            </p:nvSpPr>
            <p:spPr>
              <a:xfrm>
                <a:off x="3790790" y="12057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507"/>
                    </a:lnTo>
                    <a:lnTo>
                      <a:pt x="923375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6" name="ph7466"/>
              <p:cNvSpPr/>
              <p:nvPr/>
            </p:nvSpPr>
            <p:spPr>
              <a:xfrm>
                <a:off x="3800052" y="1188479"/>
                <a:ext cx="916727" cy="929746"/>
              </a:xfrm>
              <a:custGeom>
                <a:avLst/>
                <a:gdLst/>
                <a:ahLst/>
                <a:cxnLst/>
                <a:rect l="0" t="0" r="0" b="0"/>
                <a:pathLst>
                  <a:path w="916727" h="929746">
                    <a:moveTo>
                      <a:pt x="914400" y="914400"/>
                    </a:moveTo>
                    <a:lnTo>
                      <a:pt x="916727" y="914400"/>
                    </a:lnTo>
                    <a:lnTo>
                      <a:pt x="916297" y="917230"/>
                    </a:lnTo>
                    <a:lnTo>
                      <a:pt x="915840" y="920243"/>
                    </a:lnTo>
                    <a:lnTo>
                      <a:pt x="915383" y="923256"/>
                    </a:lnTo>
                    <a:lnTo>
                      <a:pt x="914926" y="926269"/>
                    </a:lnTo>
                    <a:lnTo>
                      <a:pt x="914470" y="929282"/>
                    </a:lnTo>
                    <a:lnTo>
                      <a:pt x="914400" y="929746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7" name="ph7467"/>
              <p:cNvSpPr/>
              <p:nvPr/>
            </p:nvSpPr>
            <p:spPr>
              <a:xfrm>
                <a:off x="2021706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746" y="931638"/>
                    </a:lnTo>
                    <a:lnTo>
                      <a:pt x="907130" y="927328"/>
                    </a:lnTo>
                    <a:lnTo>
                      <a:pt x="908381" y="916751"/>
                    </a:lnTo>
                    <a:lnTo>
                      <a:pt x="908730" y="914400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8" name="ph7468"/>
              <p:cNvSpPr/>
              <p:nvPr/>
            </p:nvSpPr>
            <p:spPr>
              <a:xfrm>
                <a:off x="202170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9" name="ph7469"/>
              <p:cNvSpPr/>
              <p:nvPr/>
            </p:nvSpPr>
            <p:spPr>
              <a:xfrm>
                <a:off x="20309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0" name="ph7470"/>
              <p:cNvSpPr/>
              <p:nvPr/>
            </p:nvSpPr>
            <p:spPr>
              <a:xfrm>
                <a:off x="20402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1" name="ph7471"/>
              <p:cNvSpPr/>
              <p:nvPr/>
            </p:nvSpPr>
            <p:spPr>
              <a:xfrm>
                <a:off x="20494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2" name="ph7472"/>
              <p:cNvSpPr/>
              <p:nvPr/>
            </p:nvSpPr>
            <p:spPr>
              <a:xfrm>
                <a:off x="205875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3" name="ph7473"/>
              <p:cNvSpPr/>
              <p:nvPr/>
            </p:nvSpPr>
            <p:spPr>
              <a:xfrm>
                <a:off x="20680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4" name="ph7474"/>
              <p:cNvSpPr/>
              <p:nvPr/>
            </p:nvSpPr>
            <p:spPr>
              <a:xfrm>
                <a:off x="20772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5" name="ph7475"/>
              <p:cNvSpPr/>
              <p:nvPr/>
            </p:nvSpPr>
            <p:spPr>
              <a:xfrm>
                <a:off x="20865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6" name="ph7476"/>
              <p:cNvSpPr/>
              <p:nvPr/>
            </p:nvSpPr>
            <p:spPr>
              <a:xfrm>
                <a:off x="20958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7" name="ph7477"/>
              <p:cNvSpPr/>
              <p:nvPr/>
            </p:nvSpPr>
            <p:spPr>
              <a:xfrm>
                <a:off x="210506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8" name="ph7478"/>
              <p:cNvSpPr/>
              <p:nvPr/>
            </p:nvSpPr>
            <p:spPr>
              <a:xfrm>
                <a:off x="21143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9" name="ph7479"/>
              <p:cNvSpPr/>
              <p:nvPr/>
            </p:nvSpPr>
            <p:spPr>
              <a:xfrm>
                <a:off x="21235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0" name="ph7480"/>
              <p:cNvSpPr/>
              <p:nvPr/>
            </p:nvSpPr>
            <p:spPr>
              <a:xfrm>
                <a:off x="213285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1" name="ph7481"/>
              <p:cNvSpPr/>
              <p:nvPr/>
            </p:nvSpPr>
            <p:spPr>
              <a:xfrm>
                <a:off x="214211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2" name="ph7482"/>
              <p:cNvSpPr/>
              <p:nvPr/>
            </p:nvSpPr>
            <p:spPr>
              <a:xfrm>
                <a:off x="215137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3" name="ph7483"/>
              <p:cNvSpPr/>
              <p:nvPr/>
            </p:nvSpPr>
            <p:spPr>
              <a:xfrm>
                <a:off x="216063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4" name="ph7484"/>
              <p:cNvSpPr/>
              <p:nvPr/>
            </p:nvSpPr>
            <p:spPr>
              <a:xfrm>
                <a:off x="21699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5" name="ph7485"/>
              <p:cNvSpPr/>
              <p:nvPr/>
            </p:nvSpPr>
            <p:spPr>
              <a:xfrm>
                <a:off x="21791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6" name="ph7486"/>
              <p:cNvSpPr/>
              <p:nvPr/>
            </p:nvSpPr>
            <p:spPr>
              <a:xfrm>
                <a:off x="218842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7" name="ph7487"/>
              <p:cNvSpPr/>
              <p:nvPr/>
            </p:nvSpPr>
            <p:spPr>
              <a:xfrm>
                <a:off x="21976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8" name="ph7488"/>
              <p:cNvSpPr/>
              <p:nvPr/>
            </p:nvSpPr>
            <p:spPr>
              <a:xfrm>
                <a:off x="22069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9" name="ph7489"/>
              <p:cNvSpPr/>
              <p:nvPr/>
            </p:nvSpPr>
            <p:spPr>
              <a:xfrm>
                <a:off x="22162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0" name="ph7490"/>
              <p:cNvSpPr/>
              <p:nvPr/>
            </p:nvSpPr>
            <p:spPr>
              <a:xfrm>
                <a:off x="222547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1" name="ph7491"/>
              <p:cNvSpPr/>
              <p:nvPr/>
            </p:nvSpPr>
            <p:spPr>
              <a:xfrm>
                <a:off x="22347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2" name="ph7492"/>
              <p:cNvSpPr/>
              <p:nvPr/>
            </p:nvSpPr>
            <p:spPr>
              <a:xfrm>
                <a:off x="22439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3" name="ph7493"/>
              <p:cNvSpPr/>
              <p:nvPr/>
            </p:nvSpPr>
            <p:spPr>
              <a:xfrm>
                <a:off x="22532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4" name="ph7494"/>
              <p:cNvSpPr/>
              <p:nvPr/>
            </p:nvSpPr>
            <p:spPr>
              <a:xfrm>
                <a:off x="22625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5" name="ph7495"/>
              <p:cNvSpPr/>
              <p:nvPr/>
            </p:nvSpPr>
            <p:spPr>
              <a:xfrm>
                <a:off x="227178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6" name="ph7496"/>
              <p:cNvSpPr/>
              <p:nvPr/>
            </p:nvSpPr>
            <p:spPr>
              <a:xfrm>
                <a:off x="22810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7" name="ph7497"/>
              <p:cNvSpPr/>
              <p:nvPr/>
            </p:nvSpPr>
            <p:spPr>
              <a:xfrm>
                <a:off x="22903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8" name="ph7498"/>
              <p:cNvSpPr/>
              <p:nvPr/>
            </p:nvSpPr>
            <p:spPr>
              <a:xfrm>
                <a:off x="2308835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795" y="897169"/>
                    </a:lnTo>
                    <a:lnTo>
                      <a:pt x="913369" y="899169"/>
                    </a:lnTo>
                    <a:lnTo>
                      <a:pt x="914400" y="899642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9" name="ph7499"/>
              <p:cNvSpPr/>
              <p:nvPr/>
            </p:nvSpPr>
            <p:spPr>
              <a:xfrm>
                <a:off x="2318097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42"/>
                    </a:lnTo>
                    <a:lnTo>
                      <a:pt x="909618" y="901697"/>
                    </a:lnTo>
                    <a:lnTo>
                      <a:pt x="914400" y="90437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0" name="ph7500"/>
              <p:cNvSpPr/>
              <p:nvPr/>
            </p:nvSpPr>
            <p:spPr>
              <a:xfrm>
                <a:off x="232735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378"/>
                    </a:lnTo>
                    <a:lnTo>
                      <a:pt x="905790" y="904744"/>
                    </a:lnTo>
                    <a:lnTo>
                      <a:pt x="911134" y="908304"/>
                    </a:lnTo>
                    <a:lnTo>
                      <a:pt x="914400" y="910837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1" name="ph7501"/>
              <p:cNvSpPr/>
              <p:nvPr/>
            </p:nvSpPr>
            <p:spPr>
              <a:xfrm>
                <a:off x="2327359" y="1188479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837"/>
                    </a:lnTo>
                    <a:lnTo>
                      <a:pt x="916373" y="91236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2" name="ph7502"/>
              <p:cNvSpPr/>
              <p:nvPr/>
            </p:nvSpPr>
            <p:spPr>
              <a:xfrm>
                <a:off x="341103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78" y="914400"/>
                    </a:lnTo>
                    <a:lnTo>
                      <a:pt x="914102" y="907661"/>
                    </a:lnTo>
                    <a:lnTo>
                      <a:pt x="914400" y="906784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3" name="ph7503"/>
              <p:cNvSpPr/>
              <p:nvPr/>
            </p:nvSpPr>
            <p:spPr>
              <a:xfrm>
                <a:off x="3420301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022"/>
                    </a:lnTo>
                    <a:lnTo>
                      <a:pt x="907992" y="915602"/>
                    </a:lnTo>
                    <a:lnTo>
                      <a:pt x="908449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4" name="ph7504"/>
              <p:cNvSpPr/>
              <p:nvPr/>
            </p:nvSpPr>
            <p:spPr>
              <a:xfrm>
                <a:off x="34203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5" name="ph7505"/>
              <p:cNvSpPr/>
              <p:nvPr/>
            </p:nvSpPr>
            <p:spPr>
              <a:xfrm>
                <a:off x="34295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6" name="ph7506"/>
              <p:cNvSpPr/>
              <p:nvPr/>
            </p:nvSpPr>
            <p:spPr>
              <a:xfrm>
                <a:off x="343882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7" name="ph7507"/>
              <p:cNvSpPr/>
              <p:nvPr/>
            </p:nvSpPr>
            <p:spPr>
              <a:xfrm>
                <a:off x="34480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8" name="ph7508"/>
              <p:cNvSpPr/>
              <p:nvPr/>
            </p:nvSpPr>
            <p:spPr>
              <a:xfrm>
                <a:off x="34573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9" name="ph7509"/>
              <p:cNvSpPr/>
              <p:nvPr/>
            </p:nvSpPr>
            <p:spPr>
              <a:xfrm>
                <a:off x="34666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0" name="ph7510"/>
              <p:cNvSpPr/>
              <p:nvPr/>
            </p:nvSpPr>
            <p:spPr>
              <a:xfrm>
                <a:off x="347587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1" name="ph7511"/>
              <p:cNvSpPr/>
              <p:nvPr/>
            </p:nvSpPr>
            <p:spPr>
              <a:xfrm>
                <a:off x="34851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2" name="ph7512"/>
              <p:cNvSpPr/>
              <p:nvPr/>
            </p:nvSpPr>
            <p:spPr>
              <a:xfrm>
                <a:off x="34943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3" name="ph7513"/>
              <p:cNvSpPr/>
              <p:nvPr/>
            </p:nvSpPr>
            <p:spPr>
              <a:xfrm>
                <a:off x="35036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4" name="ph7514"/>
              <p:cNvSpPr/>
              <p:nvPr/>
            </p:nvSpPr>
            <p:spPr>
              <a:xfrm>
                <a:off x="35129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5" name="ph7515"/>
              <p:cNvSpPr/>
              <p:nvPr/>
            </p:nvSpPr>
            <p:spPr>
              <a:xfrm>
                <a:off x="352218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6" name="ph7516"/>
              <p:cNvSpPr/>
              <p:nvPr/>
            </p:nvSpPr>
            <p:spPr>
              <a:xfrm>
                <a:off x="35314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7" name="ph7517"/>
              <p:cNvSpPr/>
              <p:nvPr/>
            </p:nvSpPr>
            <p:spPr>
              <a:xfrm>
                <a:off x="35407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8" name="ph7518"/>
              <p:cNvSpPr/>
              <p:nvPr/>
            </p:nvSpPr>
            <p:spPr>
              <a:xfrm>
                <a:off x="354997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9" name="ph7519"/>
              <p:cNvSpPr/>
              <p:nvPr/>
            </p:nvSpPr>
            <p:spPr>
              <a:xfrm>
                <a:off x="355923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0" name="ph7520"/>
              <p:cNvSpPr/>
              <p:nvPr/>
            </p:nvSpPr>
            <p:spPr>
              <a:xfrm>
                <a:off x="356849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1" name="ph7521"/>
              <p:cNvSpPr/>
              <p:nvPr/>
            </p:nvSpPr>
            <p:spPr>
              <a:xfrm>
                <a:off x="357775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2" name="ph7522"/>
              <p:cNvSpPr/>
              <p:nvPr/>
            </p:nvSpPr>
            <p:spPr>
              <a:xfrm>
                <a:off x="358702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3" name="ph7523"/>
              <p:cNvSpPr/>
              <p:nvPr/>
            </p:nvSpPr>
            <p:spPr>
              <a:xfrm>
                <a:off x="359628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4" name="ph7524"/>
              <p:cNvSpPr/>
              <p:nvPr/>
            </p:nvSpPr>
            <p:spPr>
              <a:xfrm>
                <a:off x="360554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5" name="ph7525"/>
              <p:cNvSpPr/>
              <p:nvPr/>
            </p:nvSpPr>
            <p:spPr>
              <a:xfrm>
                <a:off x="361480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6" name="ph7526"/>
              <p:cNvSpPr/>
              <p:nvPr/>
            </p:nvSpPr>
            <p:spPr>
              <a:xfrm>
                <a:off x="362407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7" name="ph7527"/>
              <p:cNvSpPr/>
              <p:nvPr/>
            </p:nvSpPr>
            <p:spPr>
              <a:xfrm>
                <a:off x="363333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8" name="ph7528"/>
              <p:cNvSpPr/>
              <p:nvPr/>
            </p:nvSpPr>
            <p:spPr>
              <a:xfrm>
                <a:off x="364259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9" name="ph7529"/>
              <p:cNvSpPr/>
              <p:nvPr/>
            </p:nvSpPr>
            <p:spPr>
              <a:xfrm>
                <a:off x="365185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0" name="ph7530"/>
              <p:cNvSpPr/>
              <p:nvPr/>
            </p:nvSpPr>
            <p:spPr>
              <a:xfrm>
                <a:off x="366111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1" name="ph7531"/>
              <p:cNvSpPr/>
              <p:nvPr/>
            </p:nvSpPr>
            <p:spPr>
              <a:xfrm>
                <a:off x="367038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2" name="ph7532"/>
              <p:cNvSpPr/>
              <p:nvPr/>
            </p:nvSpPr>
            <p:spPr>
              <a:xfrm>
                <a:off x="367964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3" name="ph7533"/>
              <p:cNvSpPr/>
              <p:nvPr/>
            </p:nvSpPr>
            <p:spPr>
              <a:xfrm>
                <a:off x="368890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4" name="ph7534"/>
              <p:cNvSpPr/>
              <p:nvPr/>
            </p:nvSpPr>
            <p:spPr>
              <a:xfrm>
                <a:off x="36981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5" name="ph7535"/>
              <p:cNvSpPr/>
              <p:nvPr/>
            </p:nvSpPr>
            <p:spPr>
              <a:xfrm>
                <a:off x="37074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6" name="ph7536"/>
              <p:cNvSpPr/>
              <p:nvPr/>
            </p:nvSpPr>
            <p:spPr>
              <a:xfrm>
                <a:off x="37166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7" name="ph7537"/>
              <p:cNvSpPr/>
              <p:nvPr/>
            </p:nvSpPr>
            <p:spPr>
              <a:xfrm>
                <a:off x="372595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8" name="ph7538"/>
              <p:cNvSpPr/>
              <p:nvPr/>
            </p:nvSpPr>
            <p:spPr>
              <a:xfrm>
                <a:off x="37352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9" name="ph7539"/>
              <p:cNvSpPr/>
              <p:nvPr/>
            </p:nvSpPr>
            <p:spPr>
              <a:xfrm>
                <a:off x="37444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0" name="ph7540"/>
              <p:cNvSpPr/>
              <p:nvPr/>
            </p:nvSpPr>
            <p:spPr>
              <a:xfrm>
                <a:off x="37537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1" name="ph7541"/>
              <p:cNvSpPr/>
              <p:nvPr/>
            </p:nvSpPr>
            <p:spPr>
              <a:xfrm>
                <a:off x="37630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2" name="ph7542"/>
              <p:cNvSpPr/>
              <p:nvPr/>
            </p:nvSpPr>
            <p:spPr>
              <a:xfrm>
                <a:off x="377226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3" name="ph7543"/>
              <p:cNvSpPr/>
              <p:nvPr/>
            </p:nvSpPr>
            <p:spPr>
              <a:xfrm>
                <a:off x="37815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4" name="ph7544"/>
              <p:cNvSpPr/>
              <p:nvPr/>
            </p:nvSpPr>
            <p:spPr>
              <a:xfrm>
                <a:off x="37907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5" name="ph7545"/>
              <p:cNvSpPr/>
              <p:nvPr/>
            </p:nvSpPr>
            <p:spPr>
              <a:xfrm>
                <a:off x="3800052" y="1188479"/>
                <a:ext cx="9191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166" y="897161"/>
                    </a:lnTo>
                    <a:lnTo>
                      <a:pt x="919117" y="897615"/>
                    </a:lnTo>
                    <a:lnTo>
                      <a:pt x="917672" y="908178"/>
                    </a:lnTo>
                    <a:lnTo>
                      <a:pt x="917212" y="911204"/>
                    </a:lnTo>
                    <a:lnTo>
                      <a:pt x="916755" y="914217"/>
                    </a:lnTo>
                    <a:lnTo>
                      <a:pt x="916727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6" name="ph7546"/>
              <p:cNvSpPr/>
              <p:nvPr/>
            </p:nvSpPr>
            <p:spPr>
              <a:xfrm>
                <a:off x="2021706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730" y="931638"/>
                    </a:lnTo>
                    <a:lnTo>
                      <a:pt x="909928" y="923550"/>
                    </a:lnTo>
                    <a:lnTo>
                      <a:pt x="911566" y="914400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7" name="ph7547"/>
              <p:cNvSpPr/>
              <p:nvPr/>
            </p:nvSpPr>
            <p:spPr>
              <a:xfrm>
                <a:off x="202170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8" name="ph7548"/>
              <p:cNvSpPr/>
              <p:nvPr/>
            </p:nvSpPr>
            <p:spPr>
              <a:xfrm>
                <a:off x="20309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9" name="ph7549"/>
              <p:cNvSpPr/>
              <p:nvPr/>
            </p:nvSpPr>
            <p:spPr>
              <a:xfrm>
                <a:off x="20402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0" name="ph7550"/>
              <p:cNvSpPr/>
              <p:nvPr/>
            </p:nvSpPr>
            <p:spPr>
              <a:xfrm>
                <a:off x="20494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1" name="ph7551"/>
              <p:cNvSpPr/>
              <p:nvPr/>
            </p:nvSpPr>
            <p:spPr>
              <a:xfrm>
                <a:off x="205875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2" name="ph7552"/>
              <p:cNvSpPr/>
              <p:nvPr/>
            </p:nvSpPr>
            <p:spPr>
              <a:xfrm>
                <a:off x="20680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3" name="ph7553"/>
              <p:cNvSpPr/>
              <p:nvPr/>
            </p:nvSpPr>
            <p:spPr>
              <a:xfrm>
                <a:off x="20772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4" name="ph7554"/>
              <p:cNvSpPr/>
              <p:nvPr/>
            </p:nvSpPr>
            <p:spPr>
              <a:xfrm>
                <a:off x="20865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5" name="ph7555"/>
              <p:cNvSpPr/>
              <p:nvPr/>
            </p:nvSpPr>
            <p:spPr>
              <a:xfrm>
                <a:off x="20958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6" name="ph7556"/>
              <p:cNvSpPr/>
              <p:nvPr/>
            </p:nvSpPr>
            <p:spPr>
              <a:xfrm>
                <a:off x="210506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7" name="ph7557"/>
              <p:cNvSpPr/>
              <p:nvPr/>
            </p:nvSpPr>
            <p:spPr>
              <a:xfrm>
                <a:off x="21143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8" name="ph7558"/>
              <p:cNvSpPr/>
              <p:nvPr/>
            </p:nvSpPr>
            <p:spPr>
              <a:xfrm>
                <a:off x="21235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9" name="ph7559"/>
              <p:cNvSpPr/>
              <p:nvPr/>
            </p:nvSpPr>
            <p:spPr>
              <a:xfrm>
                <a:off x="213285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0" name="ph7560"/>
              <p:cNvSpPr/>
              <p:nvPr/>
            </p:nvSpPr>
            <p:spPr>
              <a:xfrm>
                <a:off x="214211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1" name="ph7561"/>
              <p:cNvSpPr/>
              <p:nvPr/>
            </p:nvSpPr>
            <p:spPr>
              <a:xfrm>
                <a:off x="215137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2" name="ph7562"/>
              <p:cNvSpPr/>
              <p:nvPr/>
            </p:nvSpPr>
            <p:spPr>
              <a:xfrm>
                <a:off x="216063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3" name="ph7563"/>
              <p:cNvSpPr/>
              <p:nvPr/>
            </p:nvSpPr>
            <p:spPr>
              <a:xfrm>
                <a:off x="216990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4" name="ph7564"/>
              <p:cNvSpPr/>
              <p:nvPr/>
            </p:nvSpPr>
            <p:spPr>
              <a:xfrm>
                <a:off x="21791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5" name="ph7565"/>
              <p:cNvSpPr/>
              <p:nvPr/>
            </p:nvSpPr>
            <p:spPr>
              <a:xfrm>
                <a:off x="218842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6" name="ph7566"/>
              <p:cNvSpPr/>
              <p:nvPr/>
            </p:nvSpPr>
            <p:spPr>
              <a:xfrm>
                <a:off x="21976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7" name="ph7567"/>
              <p:cNvSpPr/>
              <p:nvPr/>
            </p:nvSpPr>
            <p:spPr>
              <a:xfrm>
                <a:off x="22069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8" name="ph7568"/>
              <p:cNvSpPr/>
              <p:nvPr/>
            </p:nvSpPr>
            <p:spPr>
              <a:xfrm>
                <a:off x="22162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9" name="ph7569"/>
              <p:cNvSpPr/>
              <p:nvPr/>
            </p:nvSpPr>
            <p:spPr>
              <a:xfrm>
                <a:off x="222547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0" name="ph7570"/>
              <p:cNvSpPr/>
              <p:nvPr/>
            </p:nvSpPr>
            <p:spPr>
              <a:xfrm>
                <a:off x="22347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1" name="ph7571"/>
              <p:cNvSpPr/>
              <p:nvPr/>
            </p:nvSpPr>
            <p:spPr>
              <a:xfrm>
                <a:off x="22439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2" name="ph7572"/>
              <p:cNvSpPr/>
              <p:nvPr/>
            </p:nvSpPr>
            <p:spPr>
              <a:xfrm>
                <a:off x="2262523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07" y="897161"/>
                    </a:lnTo>
                    <a:lnTo>
                      <a:pt x="908625" y="900500"/>
                    </a:lnTo>
                    <a:lnTo>
                      <a:pt x="910569" y="901004"/>
                    </a:lnTo>
                    <a:lnTo>
                      <a:pt x="910907" y="901107"/>
                    </a:lnTo>
                    <a:lnTo>
                      <a:pt x="911248" y="901211"/>
                    </a:lnTo>
                    <a:lnTo>
                      <a:pt x="911588" y="901316"/>
                    </a:lnTo>
                    <a:lnTo>
                      <a:pt x="911929" y="901420"/>
                    </a:lnTo>
                    <a:lnTo>
                      <a:pt x="912269" y="901524"/>
                    </a:lnTo>
                    <a:lnTo>
                      <a:pt x="912610" y="901628"/>
                    </a:lnTo>
                    <a:lnTo>
                      <a:pt x="912950" y="901732"/>
                    </a:lnTo>
                    <a:lnTo>
                      <a:pt x="913291" y="901837"/>
                    </a:lnTo>
                    <a:lnTo>
                      <a:pt x="913631" y="901941"/>
                    </a:lnTo>
                    <a:lnTo>
                      <a:pt x="913972" y="902045"/>
                    </a:lnTo>
                    <a:lnTo>
                      <a:pt x="914400" y="902176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3" name="ph7573"/>
              <p:cNvSpPr/>
              <p:nvPr/>
            </p:nvSpPr>
            <p:spPr>
              <a:xfrm>
                <a:off x="2271786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176"/>
                    </a:lnTo>
                    <a:lnTo>
                      <a:pt x="905391" y="902254"/>
                    </a:lnTo>
                    <a:lnTo>
                      <a:pt x="905731" y="902358"/>
                    </a:lnTo>
                    <a:lnTo>
                      <a:pt x="906071" y="902462"/>
                    </a:lnTo>
                    <a:lnTo>
                      <a:pt x="906412" y="902566"/>
                    </a:lnTo>
                    <a:lnTo>
                      <a:pt x="906752" y="902671"/>
                    </a:lnTo>
                    <a:lnTo>
                      <a:pt x="907093" y="902775"/>
                    </a:lnTo>
                    <a:lnTo>
                      <a:pt x="907433" y="902879"/>
                    </a:lnTo>
                    <a:lnTo>
                      <a:pt x="907774" y="902984"/>
                    </a:lnTo>
                    <a:lnTo>
                      <a:pt x="908114" y="903088"/>
                    </a:lnTo>
                    <a:lnTo>
                      <a:pt x="908454" y="903192"/>
                    </a:lnTo>
                    <a:lnTo>
                      <a:pt x="908795" y="903297"/>
                    </a:lnTo>
                    <a:lnTo>
                      <a:pt x="909135" y="903401"/>
                    </a:lnTo>
                    <a:lnTo>
                      <a:pt x="909476" y="903505"/>
                    </a:lnTo>
                    <a:lnTo>
                      <a:pt x="909816" y="903610"/>
                    </a:lnTo>
                    <a:lnTo>
                      <a:pt x="910156" y="903714"/>
                    </a:lnTo>
                    <a:lnTo>
                      <a:pt x="910497" y="903818"/>
                    </a:lnTo>
                    <a:lnTo>
                      <a:pt x="910837" y="903923"/>
                    </a:lnTo>
                    <a:lnTo>
                      <a:pt x="911178" y="904027"/>
                    </a:lnTo>
                    <a:lnTo>
                      <a:pt x="911518" y="904132"/>
                    </a:lnTo>
                    <a:lnTo>
                      <a:pt x="911858" y="904236"/>
                    </a:lnTo>
                    <a:lnTo>
                      <a:pt x="912199" y="904340"/>
                    </a:lnTo>
                    <a:lnTo>
                      <a:pt x="912539" y="904445"/>
                    </a:lnTo>
                    <a:lnTo>
                      <a:pt x="912879" y="904549"/>
                    </a:lnTo>
                    <a:lnTo>
                      <a:pt x="913220" y="904654"/>
                    </a:lnTo>
                    <a:lnTo>
                      <a:pt x="913560" y="904758"/>
                    </a:lnTo>
                    <a:lnTo>
                      <a:pt x="913900" y="904863"/>
                    </a:lnTo>
                    <a:lnTo>
                      <a:pt x="914241" y="904967"/>
                    </a:lnTo>
                    <a:lnTo>
                      <a:pt x="914400" y="905016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4" name="ph7574"/>
              <p:cNvSpPr/>
              <p:nvPr/>
            </p:nvSpPr>
            <p:spPr>
              <a:xfrm>
                <a:off x="2281048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016"/>
                    </a:lnTo>
                    <a:lnTo>
                      <a:pt x="905319" y="905072"/>
                    </a:lnTo>
                    <a:lnTo>
                      <a:pt x="905659" y="905176"/>
                    </a:lnTo>
                    <a:lnTo>
                      <a:pt x="905999" y="905281"/>
                    </a:lnTo>
                    <a:lnTo>
                      <a:pt x="906340" y="905385"/>
                    </a:lnTo>
                    <a:lnTo>
                      <a:pt x="906680" y="905490"/>
                    </a:lnTo>
                    <a:lnTo>
                      <a:pt x="907020" y="905594"/>
                    </a:lnTo>
                    <a:lnTo>
                      <a:pt x="907360" y="905699"/>
                    </a:lnTo>
                    <a:lnTo>
                      <a:pt x="907701" y="905803"/>
                    </a:lnTo>
                    <a:lnTo>
                      <a:pt x="908041" y="905908"/>
                    </a:lnTo>
                    <a:lnTo>
                      <a:pt x="908381" y="906013"/>
                    </a:lnTo>
                    <a:lnTo>
                      <a:pt x="908721" y="906117"/>
                    </a:lnTo>
                    <a:lnTo>
                      <a:pt x="909062" y="906222"/>
                    </a:lnTo>
                    <a:lnTo>
                      <a:pt x="909402" y="906326"/>
                    </a:lnTo>
                    <a:lnTo>
                      <a:pt x="909742" y="906431"/>
                    </a:lnTo>
                    <a:lnTo>
                      <a:pt x="910082" y="906536"/>
                    </a:lnTo>
                    <a:lnTo>
                      <a:pt x="910423" y="906640"/>
                    </a:lnTo>
                    <a:lnTo>
                      <a:pt x="910763" y="906745"/>
                    </a:lnTo>
                    <a:lnTo>
                      <a:pt x="911103" y="906849"/>
                    </a:lnTo>
                    <a:lnTo>
                      <a:pt x="911443" y="906954"/>
                    </a:lnTo>
                    <a:lnTo>
                      <a:pt x="911783" y="907059"/>
                    </a:lnTo>
                    <a:lnTo>
                      <a:pt x="912124" y="907163"/>
                    </a:lnTo>
                    <a:lnTo>
                      <a:pt x="912464" y="907268"/>
                    </a:lnTo>
                    <a:lnTo>
                      <a:pt x="912804" y="907373"/>
                    </a:lnTo>
                    <a:lnTo>
                      <a:pt x="913144" y="907477"/>
                    </a:lnTo>
                    <a:lnTo>
                      <a:pt x="913484" y="907582"/>
                    </a:lnTo>
                    <a:lnTo>
                      <a:pt x="913824" y="907687"/>
                    </a:lnTo>
                    <a:lnTo>
                      <a:pt x="914165" y="907792"/>
                    </a:lnTo>
                    <a:lnTo>
                      <a:pt x="914400" y="907864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5" name="ph7575"/>
              <p:cNvSpPr/>
              <p:nvPr/>
            </p:nvSpPr>
            <p:spPr>
              <a:xfrm>
                <a:off x="2290310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2" y="907896"/>
                    </a:lnTo>
                    <a:lnTo>
                      <a:pt x="905583" y="908001"/>
                    </a:lnTo>
                    <a:lnTo>
                      <a:pt x="905923" y="908106"/>
                    </a:lnTo>
                    <a:lnTo>
                      <a:pt x="906263" y="908211"/>
                    </a:lnTo>
                    <a:lnTo>
                      <a:pt x="906603" y="908315"/>
                    </a:lnTo>
                    <a:lnTo>
                      <a:pt x="906943" y="908420"/>
                    </a:lnTo>
                    <a:lnTo>
                      <a:pt x="907283" y="908525"/>
                    </a:lnTo>
                    <a:lnTo>
                      <a:pt x="907623" y="908630"/>
                    </a:lnTo>
                    <a:lnTo>
                      <a:pt x="907963" y="908735"/>
                    </a:lnTo>
                    <a:lnTo>
                      <a:pt x="908304" y="908839"/>
                    </a:lnTo>
                    <a:lnTo>
                      <a:pt x="908644" y="908944"/>
                    </a:lnTo>
                    <a:lnTo>
                      <a:pt x="908984" y="909049"/>
                    </a:lnTo>
                    <a:lnTo>
                      <a:pt x="909324" y="909154"/>
                    </a:lnTo>
                    <a:lnTo>
                      <a:pt x="909664" y="909259"/>
                    </a:lnTo>
                    <a:lnTo>
                      <a:pt x="910004" y="909364"/>
                    </a:lnTo>
                    <a:lnTo>
                      <a:pt x="910344" y="909468"/>
                    </a:lnTo>
                    <a:lnTo>
                      <a:pt x="910684" y="909573"/>
                    </a:lnTo>
                    <a:lnTo>
                      <a:pt x="911024" y="909678"/>
                    </a:lnTo>
                    <a:lnTo>
                      <a:pt x="911364" y="909783"/>
                    </a:lnTo>
                    <a:lnTo>
                      <a:pt x="911704" y="909888"/>
                    </a:lnTo>
                    <a:lnTo>
                      <a:pt x="912044" y="909993"/>
                    </a:lnTo>
                    <a:lnTo>
                      <a:pt x="912384" y="910098"/>
                    </a:lnTo>
                    <a:lnTo>
                      <a:pt x="912724" y="910203"/>
                    </a:lnTo>
                    <a:lnTo>
                      <a:pt x="913064" y="910308"/>
                    </a:lnTo>
                    <a:lnTo>
                      <a:pt x="913404" y="910413"/>
                    </a:lnTo>
                    <a:lnTo>
                      <a:pt x="913744" y="910518"/>
                    </a:lnTo>
                    <a:lnTo>
                      <a:pt x="914084" y="910623"/>
                    </a:lnTo>
                    <a:lnTo>
                      <a:pt x="914400" y="91072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6" name="ph7576"/>
              <p:cNvSpPr/>
              <p:nvPr/>
            </p:nvSpPr>
            <p:spPr>
              <a:xfrm>
                <a:off x="2299572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62" y="910728"/>
                    </a:lnTo>
                    <a:lnTo>
                      <a:pt x="905502" y="910833"/>
                    </a:lnTo>
                    <a:lnTo>
                      <a:pt x="905842" y="910938"/>
                    </a:lnTo>
                    <a:lnTo>
                      <a:pt x="906182" y="911043"/>
                    </a:lnTo>
                    <a:lnTo>
                      <a:pt x="906522" y="911148"/>
                    </a:lnTo>
                    <a:lnTo>
                      <a:pt x="906862" y="911253"/>
                    </a:lnTo>
                    <a:lnTo>
                      <a:pt x="907202" y="911358"/>
                    </a:lnTo>
                    <a:lnTo>
                      <a:pt x="907542" y="911463"/>
                    </a:lnTo>
                    <a:lnTo>
                      <a:pt x="907882" y="911568"/>
                    </a:lnTo>
                    <a:lnTo>
                      <a:pt x="908222" y="911673"/>
                    </a:lnTo>
                    <a:lnTo>
                      <a:pt x="908561" y="911778"/>
                    </a:lnTo>
                    <a:lnTo>
                      <a:pt x="908901" y="911883"/>
                    </a:lnTo>
                    <a:lnTo>
                      <a:pt x="909241" y="911988"/>
                    </a:lnTo>
                    <a:lnTo>
                      <a:pt x="909581" y="912093"/>
                    </a:lnTo>
                    <a:lnTo>
                      <a:pt x="909921" y="912198"/>
                    </a:lnTo>
                    <a:lnTo>
                      <a:pt x="910261" y="912303"/>
                    </a:lnTo>
                    <a:lnTo>
                      <a:pt x="910601" y="912408"/>
                    </a:lnTo>
                    <a:lnTo>
                      <a:pt x="910941" y="912513"/>
                    </a:lnTo>
                    <a:lnTo>
                      <a:pt x="911281" y="912619"/>
                    </a:lnTo>
                    <a:lnTo>
                      <a:pt x="911621" y="912724"/>
                    </a:lnTo>
                    <a:lnTo>
                      <a:pt x="911960" y="912829"/>
                    </a:lnTo>
                    <a:lnTo>
                      <a:pt x="912300" y="912934"/>
                    </a:lnTo>
                    <a:lnTo>
                      <a:pt x="912640" y="913039"/>
                    </a:lnTo>
                    <a:lnTo>
                      <a:pt x="912980" y="913144"/>
                    </a:lnTo>
                    <a:lnTo>
                      <a:pt x="913320" y="913250"/>
                    </a:lnTo>
                    <a:lnTo>
                      <a:pt x="913660" y="913355"/>
                    </a:lnTo>
                    <a:lnTo>
                      <a:pt x="913999" y="913460"/>
                    </a:lnTo>
                    <a:lnTo>
                      <a:pt x="914400" y="913584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7" name="ph7577"/>
              <p:cNvSpPr/>
              <p:nvPr/>
            </p:nvSpPr>
            <p:spPr>
              <a:xfrm>
                <a:off x="2299572" y="1171240"/>
                <a:ext cx="9170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33" h="914400">
                    <a:moveTo>
                      <a:pt x="914400" y="914400"/>
                    </a:moveTo>
                    <a:lnTo>
                      <a:pt x="914400" y="913584"/>
                    </a:lnTo>
                    <a:lnTo>
                      <a:pt x="914679" y="913670"/>
                    </a:lnTo>
                    <a:lnTo>
                      <a:pt x="915019" y="913776"/>
                    </a:lnTo>
                    <a:lnTo>
                      <a:pt x="915359" y="913881"/>
                    </a:lnTo>
                    <a:lnTo>
                      <a:pt x="915699" y="913986"/>
                    </a:lnTo>
                    <a:lnTo>
                      <a:pt x="916038" y="914091"/>
                    </a:lnTo>
                    <a:lnTo>
                      <a:pt x="916378" y="914197"/>
                    </a:lnTo>
                    <a:lnTo>
                      <a:pt x="916718" y="914302"/>
                    </a:lnTo>
                    <a:lnTo>
                      <a:pt x="917033" y="914400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8" name="ph7578"/>
              <p:cNvSpPr/>
              <p:nvPr/>
            </p:nvSpPr>
            <p:spPr>
              <a:xfrm>
                <a:off x="3420301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49" y="914400"/>
                    </a:lnTo>
                    <a:lnTo>
                      <a:pt x="911405" y="906630"/>
                    </a:lnTo>
                    <a:lnTo>
                      <a:pt x="914400" y="899583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9" name="ph7579"/>
              <p:cNvSpPr/>
              <p:nvPr/>
            </p:nvSpPr>
            <p:spPr>
              <a:xfrm>
                <a:off x="3429563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822"/>
                    </a:lnTo>
                    <a:lnTo>
                      <a:pt x="905807" y="915246"/>
                    </a:lnTo>
                    <a:lnTo>
                      <a:pt x="906208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0" name="ph7580"/>
              <p:cNvSpPr/>
              <p:nvPr/>
            </p:nvSpPr>
            <p:spPr>
              <a:xfrm>
                <a:off x="34295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1" name="ph7581"/>
              <p:cNvSpPr/>
              <p:nvPr/>
            </p:nvSpPr>
            <p:spPr>
              <a:xfrm>
                <a:off x="343882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2" name="ph7582"/>
              <p:cNvSpPr/>
              <p:nvPr/>
            </p:nvSpPr>
            <p:spPr>
              <a:xfrm>
                <a:off x="34480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3" name="ph7583"/>
              <p:cNvSpPr/>
              <p:nvPr/>
            </p:nvSpPr>
            <p:spPr>
              <a:xfrm>
                <a:off x="34573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4" name="ph7584"/>
              <p:cNvSpPr/>
              <p:nvPr/>
            </p:nvSpPr>
            <p:spPr>
              <a:xfrm>
                <a:off x="34666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5" name="ph7585"/>
              <p:cNvSpPr/>
              <p:nvPr/>
            </p:nvSpPr>
            <p:spPr>
              <a:xfrm>
                <a:off x="347587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6" name="ph7586"/>
              <p:cNvSpPr/>
              <p:nvPr/>
            </p:nvSpPr>
            <p:spPr>
              <a:xfrm>
                <a:off x="34851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7" name="ph7587"/>
              <p:cNvSpPr/>
              <p:nvPr/>
            </p:nvSpPr>
            <p:spPr>
              <a:xfrm>
                <a:off x="34943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8" name="ph7588"/>
              <p:cNvSpPr/>
              <p:nvPr/>
            </p:nvSpPr>
            <p:spPr>
              <a:xfrm>
                <a:off x="350366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9" name="ph7589"/>
              <p:cNvSpPr/>
              <p:nvPr/>
            </p:nvSpPr>
            <p:spPr>
              <a:xfrm>
                <a:off x="351292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0" name="ph7590"/>
              <p:cNvSpPr/>
              <p:nvPr/>
            </p:nvSpPr>
            <p:spPr>
              <a:xfrm>
                <a:off x="352218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1" name="ph7591"/>
              <p:cNvSpPr/>
              <p:nvPr/>
            </p:nvSpPr>
            <p:spPr>
              <a:xfrm>
                <a:off x="353144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2" name="ph7592"/>
              <p:cNvSpPr/>
              <p:nvPr/>
            </p:nvSpPr>
            <p:spPr>
              <a:xfrm>
                <a:off x="354071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3" name="ph7593"/>
              <p:cNvSpPr/>
              <p:nvPr/>
            </p:nvSpPr>
            <p:spPr>
              <a:xfrm>
                <a:off x="354997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4" name="ph7594"/>
              <p:cNvSpPr/>
              <p:nvPr/>
            </p:nvSpPr>
            <p:spPr>
              <a:xfrm>
                <a:off x="355923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5" name="ph7595"/>
              <p:cNvSpPr/>
              <p:nvPr/>
            </p:nvSpPr>
            <p:spPr>
              <a:xfrm>
                <a:off x="356849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6" name="ph7596"/>
              <p:cNvSpPr/>
              <p:nvPr/>
            </p:nvSpPr>
            <p:spPr>
              <a:xfrm>
                <a:off x="357775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7" name="ph7597"/>
              <p:cNvSpPr/>
              <p:nvPr/>
            </p:nvSpPr>
            <p:spPr>
              <a:xfrm>
                <a:off x="358702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8" name="ph7598"/>
              <p:cNvSpPr/>
              <p:nvPr/>
            </p:nvSpPr>
            <p:spPr>
              <a:xfrm>
                <a:off x="359628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9" name="ph7599"/>
              <p:cNvSpPr/>
              <p:nvPr/>
            </p:nvSpPr>
            <p:spPr>
              <a:xfrm>
                <a:off x="360554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0" name="ph7600"/>
              <p:cNvSpPr/>
              <p:nvPr/>
            </p:nvSpPr>
            <p:spPr>
              <a:xfrm>
                <a:off x="361480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1" name="ph7601"/>
              <p:cNvSpPr/>
              <p:nvPr/>
            </p:nvSpPr>
            <p:spPr>
              <a:xfrm>
                <a:off x="362407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2" name="ph7602"/>
              <p:cNvSpPr/>
              <p:nvPr/>
            </p:nvSpPr>
            <p:spPr>
              <a:xfrm>
                <a:off x="363333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3" name="ph7603"/>
              <p:cNvSpPr/>
              <p:nvPr/>
            </p:nvSpPr>
            <p:spPr>
              <a:xfrm>
                <a:off x="364259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4" name="ph7604"/>
              <p:cNvSpPr/>
              <p:nvPr/>
            </p:nvSpPr>
            <p:spPr>
              <a:xfrm>
                <a:off x="365185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5" name="ph7605"/>
              <p:cNvSpPr/>
              <p:nvPr/>
            </p:nvSpPr>
            <p:spPr>
              <a:xfrm>
                <a:off x="366111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6" name="ph7606"/>
              <p:cNvSpPr/>
              <p:nvPr/>
            </p:nvSpPr>
            <p:spPr>
              <a:xfrm>
                <a:off x="367038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7" name="ph7607"/>
              <p:cNvSpPr/>
              <p:nvPr/>
            </p:nvSpPr>
            <p:spPr>
              <a:xfrm>
                <a:off x="367964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8" name="ph7608"/>
              <p:cNvSpPr/>
              <p:nvPr/>
            </p:nvSpPr>
            <p:spPr>
              <a:xfrm>
                <a:off x="368890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9" name="ph7609"/>
              <p:cNvSpPr/>
              <p:nvPr/>
            </p:nvSpPr>
            <p:spPr>
              <a:xfrm>
                <a:off x="36981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0" name="ph7610"/>
              <p:cNvSpPr/>
              <p:nvPr/>
            </p:nvSpPr>
            <p:spPr>
              <a:xfrm>
                <a:off x="37074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1" name="ph7611"/>
              <p:cNvSpPr/>
              <p:nvPr/>
            </p:nvSpPr>
            <p:spPr>
              <a:xfrm>
                <a:off x="37166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2" name="ph7612"/>
              <p:cNvSpPr/>
              <p:nvPr/>
            </p:nvSpPr>
            <p:spPr>
              <a:xfrm>
                <a:off x="372595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3" name="ph7613"/>
              <p:cNvSpPr/>
              <p:nvPr/>
            </p:nvSpPr>
            <p:spPr>
              <a:xfrm>
                <a:off x="37352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4" name="ph7614"/>
              <p:cNvSpPr/>
              <p:nvPr/>
            </p:nvSpPr>
            <p:spPr>
              <a:xfrm>
                <a:off x="37444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5" name="ph7615"/>
              <p:cNvSpPr/>
              <p:nvPr/>
            </p:nvSpPr>
            <p:spPr>
              <a:xfrm>
                <a:off x="37537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6" name="ph7616"/>
              <p:cNvSpPr/>
              <p:nvPr/>
            </p:nvSpPr>
            <p:spPr>
              <a:xfrm>
                <a:off x="37630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7" name="ph7617"/>
              <p:cNvSpPr/>
              <p:nvPr/>
            </p:nvSpPr>
            <p:spPr>
              <a:xfrm>
                <a:off x="377226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8" name="ph7618"/>
              <p:cNvSpPr/>
              <p:nvPr/>
            </p:nvSpPr>
            <p:spPr>
              <a:xfrm>
                <a:off x="37815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9" name="ph7619"/>
              <p:cNvSpPr/>
              <p:nvPr/>
            </p:nvSpPr>
            <p:spPr>
              <a:xfrm>
                <a:off x="37907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0" name="ph7620"/>
              <p:cNvSpPr/>
              <p:nvPr/>
            </p:nvSpPr>
            <p:spPr>
              <a:xfrm>
                <a:off x="3800052" y="1171240"/>
                <a:ext cx="9208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8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807" y="897161"/>
                    </a:lnTo>
                    <a:lnTo>
                      <a:pt x="920262" y="904164"/>
                    </a:lnTo>
                    <a:lnTo>
                      <a:pt x="919166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1" name="ph7621"/>
              <p:cNvSpPr/>
              <p:nvPr/>
            </p:nvSpPr>
            <p:spPr>
              <a:xfrm>
                <a:off x="2021706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566" y="931638"/>
                    </a:lnTo>
                    <a:lnTo>
                      <a:pt x="911767" y="930513"/>
                    </a:lnTo>
                    <a:lnTo>
                      <a:pt x="911892" y="929917"/>
                    </a:lnTo>
                    <a:lnTo>
                      <a:pt x="911956" y="928325"/>
                    </a:lnTo>
                    <a:lnTo>
                      <a:pt x="912690" y="917595"/>
                    </a:lnTo>
                    <a:lnTo>
                      <a:pt x="913001" y="914400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2" name="ph7622"/>
              <p:cNvSpPr/>
              <p:nvPr/>
            </p:nvSpPr>
            <p:spPr>
              <a:xfrm>
                <a:off x="202170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3" name="ph7623"/>
              <p:cNvSpPr/>
              <p:nvPr/>
            </p:nvSpPr>
            <p:spPr>
              <a:xfrm>
                <a:off x="20309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4" name="ph7624"/>
              <p:cNvSpPr/>
              <p:nvPr/>
            </p:nvSpPr>
            <p:spPr>
              <a:xfrm>
                <a:off x="20402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5" name="ph7625"/>
              <p:cNvSpPr/>
              <p:nvPr/>
            </p:nvSpPr>
            <p:spPr>
              <a:xfrm>
                <a:off x="20494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6" name="ph7626"/>
              <p:cNvSpPr/>
              <p:nvPr/>
            </p:nvSpPr>
            <p:spPr>
              <a:xfrm>
                <a:off x="205875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7" name="ph7627"/>
              <p:cNvSpPr/>
              <p:nvPr/>
            </p:nvSpPr>
            <p:spPr>
              <a:xfrm>
                <a:off x="20680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8" name="ph7628"/>
              <p:cNvSpPr/>
              <p:nvPr/>
            </p:nvSpPr>
            <p:spPr>
              <a:xfrm>
                <a:off x="20772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9" name="ph7629"/>
              <p:cNvSpPr/>
              <p:nvPr/>
            </p:nvSpPr>
            <p:spPr>
              <a:xfrm>
                <a:off x="20865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0" name="ph7630"/>
              <p:cNvSpPr/>
              <p:nvPr/>
            </p:nvSpPr>
            <p:spPr>
              <a:xfrm>
                <a:off x="20958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1" name="ph7631"/>
              <p:cNvSpPr/>
              <p:nvPr/>
            </p:nvSpPr>
            <p:spPr>
              <a:xfrm>
                <a:off x="210506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2" name="ph7632"/>
              <p:cNvSpPr/>
              <p:nvPr/>
            </p:nvSpPr>
            <p:spPr>
              <a:xfrm>
                <a:off x="21143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3" name="ph7633"/>
              <p:cNvSpPr/>
              <p:nvPr/>
            </p:nvSpPr>
            <p:spPr>
              <a:xfrm>
                <a:off x="21235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4" name="ph7634"/>
              <p:cNvSpPr/>
              <p:nvPr/>
            </p:nvSpPr>
            <p:spPr>
              <a:xfrm>
                <a:off x="213285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5" name="ph7635"/>
              <p:cNvSpPr/>
              <p:nvPr/>
            </p:nvSpPr>
            <p:spPr>
              <a:xfrm>
                <a:off x="214211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6" name="ph7636"/>
              <p:cNvSpPr/>
              <p:nvPr/>
            </p:nvSpPr>
            <p:spPr>
              <a:xfrm>
                <a:off x="215137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7" name="ph7637"/>
              <p:cNvSpPr/>
              <p:nvPr/>
            </p:nvSpPr>
            <p:spPr>
              <a:xfrm>
                <a:off x="216063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8" name="ph7638"/>
              <p:cNvSpPr/>
              <p:nvPr/>
            </p:nvSpPr>
            <p:spPr>
              <a:xfrm>
                <a:off x="216990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9" name="ph7639"/>
              <p:cNvSpPr/>
              <p:nvPr/>
            </p:nvSpPr>
            <p:spPr>
              <a:xfrm>
                <a:off x="217916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0" name="ph7640"/>
              <p:cNvSpPr/>
              <p:nvPr/>
            </p:nvSpPr>
            <p:spPr>
              <a:xfrm>
                <a:off x="218842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1" name="ph7641"/>
              <p:cNvSpPr/>
              <p:nvPr/>
            </p:nvSpPr>
            <p:spPr>
              <a:xfrm>
                <a:off x="21976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2" name="ph7642"/>
              <p:cNvSpPr/>
              <p:nvPr/>
            </p:nvSpPr>
            <p:spPr>
              <a:xfrm>
                <a:off x="22069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3" name="ph7643"/>
              <p:cNvSpPr/>
              <p:nvPr/>
            </p:nvSpPr>
            <p:spPr>
              <a:xfrm>
                <a:off x="22162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4" name="ph7644"/>
              <p:cNvSpPr/>
              <p:nvPr/>
            </p:nvSpPr>
            <p:spPr>
              <a:xfrm>
                <a:off x="222547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5" name="ph7645"/>
              <p:cNvSpPr/>
              <p:nvPr/>
            </p:nvSpPr>
            <p:spPr>
              <a:xfrm>
                <a:off x="22347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6" name="ph7646"/>
              <p:cNvSpPr/>
              <p:nvPr/>
            </p:nvSpPr>
            <p:spPr>
              <a:xfrm>
                <a:off x="22439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7" name="ph7647"/>
              <p:cNvSpPr/>
              <p:nvPr/>
            </p:nvSpPr>
            <p:spPr>
              <a:xfrm>
                <a:off x="2253261" y="1154002"/>
                <a:ext cx="9174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3" y="897161"/>
                    </a:lnTo>
                    <a:lnTo>
                      <a:pt x="915385" y="900542"/>
                    </a:lnTo>
                    <a:lnTo>
                      <a:pt x="917105" y="911496"/>
                    </a:lnTo>
                    <a:lnTo>
                      <a:pt x="917469" y="914400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8" name="ph7648"/>
              <p:cNvSpPr/>
              <p:nvPr/>
            </p:nvSpPr>
            <p:spPr>
              <a:xfrm>
                <a:off x="3429563" y="11540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208" y="914400"/>
                    </a:lnTo>
                    <a:lnTo>
                      <a:pt x="909712" y="906998"/>
                    </a:lnTo>
                    <a:lnTo>
                      <a:pt x="913848" y="899147"/>
                    </a:lnTo>
                    <a:lnTo>
                      <a:pt x="914400" y="898206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9" name="ph7649"/>
              <p:cNvSpPr/>
              <p:nvPr/>
            </p:nvSpPr>
            <p:spPr>
              <a:xfrm>
                <a:off x="3438825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444"/>
                    </a:lnTo>
                    <a:lnTo>
                      <a:pt x="905749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0" name="ph7650"/>
              <p:cNvSpPr/>
              <p:nvPr/>
            </p:nvSpPr>
            <p:spPr>
              <a:xfrm>
                <a:off x="343882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1" name="ph7651"/>
              <p:cNvSpPr/>
              <p:nvPr/>
            </p:nvSpPr>
            <p:spPr>
              <a:xfrm>
                <a:off x="34480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2" name="ph7652"/>
              <p:cNvSpPr/>
              <p:nvPr/>
            </p:nvSpPr>
            <p:spPr>
              <a:xfrm>
                <a:off x="34573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3" name="ph7653"/>
              <p:cNvSpPr/>
              <p:nvPr/>
            </p:nvSpPr>
            <p:spPr>
              <a:xfrm>
                <a:off x="34666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4" name="ph7654"/>
              <p:cNvSpPr/>
              <p:nvPr/>
            </p:nvSpPr>
            <p:spPr>
              <a:xfrm>
                <a:off x="347587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5" name="ph7655"/>
              <p:cNvSpPr/>
              <p:nvPr/>
            </p:nvSpPr>
            <p:spPr>
              <a:xfrm>
                <a:off x="34851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6" name="ph7656"/>
              <p:cNvSpPr/>
              <p:nvPr/>
            </p:nvSpPr>
            <p:spPr>
              <a:xfrm>
                <a:off x="34943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7" name="ph7657"/>
              <p:cNvSpPr/>
              <p:nvPr/>
            </p:nvSpPr>
            <p:spPr>
              <a:xfrm>
                <a:off x="350366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8" name="ph7658"/>
              <p:cNvSpPr/>
              <p:nvPr/>
            </p:nvSpPr>
            <p:spPr>
              <a:xfrm>
                <a:off x="351292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9" name="ph7659"/>
              <p:cNvSpPr/>
              <p:nvPr/>
            </p:nvSpPr>
            <p:spPr>
              <a:xfrm>
                <a:off x="352218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0" name="ph7660"/>
              <p:cNvSpPr/>
              <p:nvPr/>
            </p:nvSpPr>
            <p:spPr>
              <a:xfrm>
                <a:off x="353144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1" name="ph7661"/>
              <p:cNvSpPr/>
              <p:nvPr/>
            </p:nvSpPr>
            <p:spPr>
              <a:xfrm>
                <a:off x="354071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2" name="ph7662"/>
              <p:cNvSpPr/>
              <p:nvPr/>
            </p:nvSpPr>
            <p:spPr>
              <a:xfrm>
                <a:off x="354997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3" name="ph7663"/>
              <p:cNvSpPr/>
              <p:nvPr/>
            </p:nvSpPr>
            <p:spPr>
              <a:xfrm>
                <a:off x="355923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4" name="ph7664"/>
              <p:cNvSpPr/>
              <p:nvPr/>
            </p:nvSpPr>
            <p:spPr>
              <a:xfrm>
                <a:off x="356849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5" name="ph7665"/>
              <p:cNvSpPr/>
              <p:nvPr/>
            </p:nvSpPr>
            <p:spPr>
              <a:xfrm>
                <a:off x="357775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6" name="ph7666"/>
              <p:cNvSpPr/>
              <p:nvPr/>
            </p:nvSpPr>
            <p:spPr>
              <a:xfrm>
                <a:off x="358702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7" name="ph7667"/>
              <p:cNvSpPr/>
              <p:nvPr/>
            </p:nvSpPr>
            <p:spPr>
              <a:xfrm>
                <a:off x="359628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8" name="ph7668"/>
              <p:cNvSpPr/>
              <p:nvPr/>
            </p:nvSpPr>
            <p:spPr>
              <a:xfrm>
                <a:off x="360554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9" name="ph7669"/>
              <p:cNvSpPr/>
              <p:nvPr/>
            </p:nvSpPr>
            <p:spPr>
              <a:xfrm>
                <a:off x="361480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0" name="ph7670"/>
              <p:cNvSpPr/>
              <p:nvPr/>
            </p:nvSpPr>
            <p:spPr>
              <a:xfrm>
                <a:off x="362407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1" name="ph7671"/>
              <p:cNvSpPr/>
              <p:nvPr/>
            </p:nvSpPr>
            <p:spPr>
              <a:xfrm>
                <a:off x="363333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2" name="ph7672"/>
              <p:cNvSpPr/>
              <p:nvPr/>
            </p:nvSpPr>
            <p:spPr>
              <a:xfrm>
                <a:off x="364259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3" name="ph7673"/>
              <p:cNvSpPr/>
              <p:nvPr/>
            </p:nvSpPr>
            <p:spPr>
              <a:xfrm>
                <a:off x="365185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4" name="ph7674"/>
              <p:cNvSpPr/>
              <p:nvPr/>
            </p:nvSpPr>
            <p:spPr>
              <a:xfrm>
                <a:off x="366111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5" name="ph7675"/>
              <p:cNvSpPr/>
              <p:nvPr/>
            </p:nvSpPr>
            <p:spPr>
              <a:xfrm>
                <a:off x="367038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6" name="ph7676"/>
              <p:cNvSpPr/>
              <p:nvPr/>
            </p:nvSpPr>
            <p:spPr>
              <a:xfrm>
                <a:off x="367964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7" name="ph7677"/>
              <p:cNvSpPr/>
              <p:nvPr/>
            </p:nvSpPr>
            <p:spPr>
              <a:xfrm>
                <a:off x="368890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8" name="ph7678"/>
              <p:cNvSpPr/>
              <p:nvPr/>
            </p:nvSpPr>
            <p:spPr>
              <a:xfrm>
                <a:off x="36981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9" name="ph7679"/>
              <p:cNvSpPr/>
              <p:nvPr/>
            </p:nvSpPr>
            <p:spPr>
              <a:xfrm>
                <a:off x="37074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0" name="ph7680"/>
              <p:cNvSpPr/>
              <p:nvPr/>
            </p:nvSpPr>
            <p:spPr>
              <a:xfrm>
                <a:off x="37166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1" name="ph7681"/>
              <p:cNvSpPr/>
              <p:nvPr/>
            </p:nvSpPr>
            <p:spPr>
              <a:xfrm>
                <a:off x="372595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2" name="ph7682"/>
              <p:cNvSpPr/>
              <p:nvPr/>
            </p:nvSpPr>
            <p:spPr>
              <a:xfrm>
                <a:off x="37352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3" name="ph7683"/>
              <p:cNvSpPr/>
              <p:nvPr/>
            </p:nvSpPr>
            <p:spPr>
              <a:xfrm>
                <a:off x="37444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4" name="ph7684"/>
              <p:cNvSpPr/>
              <p:nvPr/>
            </p:nvSpPr>
            <p:spPr>
              <a:xfrm>
                <a:off x="37537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5" name="ph7685"/>
              <p:cNvSpPr/>
              <p:nvPr/>
            </p:nvSpPr>
            <p:spPr>
              <a:xfrm>
                <a:off x="37630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6" name="ph7686"/>
              <p:cNvSpPr/>
              <p:nvPr/>
            </p:nvSpPr>
            <p:spPr>
              <a:xfrm>
                <a:off x="377226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7" name="ph7687"/>
              <p:cNvSpPr/>
              <p:nvPr/>
            </p:nvSpPr>
            <p:spPr>
              <a:xfrm>
                <a:off x="37815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8" name="ph7688"/>
              <p:cNvSpPr/>
              <p:nvPr/>
            </p:nvSpPr>
            <p:spPr>
              <a:xfrm>
                <a:off x="37907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9" name="ph7689"/>
              <p:cNvSpPr/>
              <p:nvPr/>
            </p:nvSpPr>
            <p:spPr>
              <a:xfrm>
                <a:off x="3800052" y="1154002"/>
                <a:ext cx="9216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8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689" y="897161"/>
                    </a:lnTo>
                    <a:lnTo>
                      <a:pt x="921635" y="899761"/>
                    </a:lnTo>
                    <a:lnTo>
                      <a:pt x="921102" y="910616"/>
                    </a:lnTo>
                    <a:lnTo>
                      <a:pt x="920807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0" name="ph7690"/>
              <p:cNvSpPr/>
              <p:nvPr/>
            </p:nvSpPr>
            <p:spPr>
              <a:xfrm>
                <a:off x="2021706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001" y="914400"/>
                    </a:lnTo>
                    <a:lnTo>
                      <a:pt x="913725" y="906951"/>
                    </a:lnTo>
                    <a:lnTo>
                      <a:pt x="914400" y="901622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1" name="ph7691"/>
              <p:cNvSpPr/>
              <p:nvPr/>
            </p:nvSpPr>
            <p:spPr>
              <a:xfrm>
                <a:off x="203096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60"/>
                    </a:lnTo>
                    <a:lnTo>
                      <a:pt x="905702" y="914400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2" name="ph7692"/>
              <p:cNvSpPr/>
              <p:nvPr/>
            </p:nvSpPr>
            <p:spPr>
              <a:xfrm>
                <a:off x="20309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3" name="ph7693"/>
              <p:cNvSpPr/>
              <p:nvPr/>
            </p:nvSpPr>
            <p:spPr>
              <a:xfrm>
                <a:off x="20402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4" name="ph7694"/>
              <p:cNvSpPr/>
              <p:nvPr/>
            </p:nvSpPr>
            <p:spPr>
              <a:xfrm>
                <a:off x="20494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5" name="ph7695"/>
              <p:cNvSpPr/>
              <p:nvPr/>
            </p:nvSpPr>
            <p:spPr>
              <a:xfrm>
                <a:off x="205875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6" name="ph7696"/>
              <p:cNvSpPr/>
              <p:nvPr/>
            </p:nvSpPr>
            <p:spPr>
              <a:xfrm>
                <a:off x="20680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7" name="ph7697"/>
              <p:cNvSpPr/>
              <p:nvPr/>
            </p:nvSpPr>
            <p:spPr>
              <a:xfrm>
                <a:off x="20772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8" name="ph7698"/>
              <p:cNvSpPr/>
              <p:nvPr/>
            </p:nvSpPr>
            <p:spPr>
              <a:xfrm>
                <a:off x="20865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9" name="ph7699"/>
              <p:cNvSpPr/>
              <p:nvPr/>
            </p:nvSpPr>
            <p:spPr>
              <a:xfrm>
                <a:off x="20958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0" name="ph7700"/>
              <p:cNvSpPr/>
              <p:nvPr/>
            </p:nvSpPr>
            <p:spPr>
              <a:xfrm>
                <a:off x="210506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1" name="ph7701"/>
              <p:cNvSpPr/>
              <p:nvPr/>
            </p:nvSpPr>
            <p:spPr>
              <a:xfrm>
                <a:off x="21143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2" name="ph7702"/>
              <p:cNvSpPr/>
              <p:nvPr/>
            </p:nvSpPr>
            <p:spPr>
              <a:xfrm>
                <a:off x="21235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3" name="ph7703"/>
              <p:cNvSpPr/>
              <p:nvPr/>
            </p:nvSpPr>
            <p:spPr>
              <a:xfrm>
                <a:off x="213285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4" name="ph7704"/>
              <p:cNvSpPr/>
              <p:nvPr/>
            </p:nvSpPr>
            <p:spPr>
              <a:xfrm>
                <a:off x="214211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5" name="ph7705"/>
              <p:cNvSpPr/>
              <p:nvPr/>
            </p:nvSpPr>
            <p:spPr>
              <a:xfrm>
                <a:off x="215137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6" name="ph7706"/>
              <p:cNvSpPr/>
              <p:nvPr/>
            </p:nvSpPr>
            <p:spPr>
              <a:xfrm>
                <a:off x="216063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7" name="ph7707"/>
              <p:cNvSpPr/>
              <p:nvPr/>
            </p:nvSpPr>
            <p:spPr>
              <a:xfrm>
                <a:off x="216990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8" name="ph7708"/>
              <p:cNvSpPr/>
              <p:nvPr/>
            </p:nvSpPr>
            <p:spPr>
              <a:xfrm>
                <a:off x="217916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9" name="ph7709"/>
              <p:cNvSpPr/>
              <p:nvPr/>
            </p:nvSpPr>
            <p:spPr>
              <a:xfrm>
                <a:off x="218842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0" name="ph7710"/>
              <p:cNvSpPr/>
              <p:nvPr/>
            </p:nvSpPr>
            <p:spPr>
              <a:xfrm>
                <a:off x="21976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1" name="ph7711"/>
              <p:cNvSpPr/>
              <p:nvPr/>
            </p:nvSpPr>
            <p:spPr>
              <a:xfrm>
                <a:off x="22069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2" name="ph7712"/>
              <p:cNvSpPr/>
              <p:nvPr/>
            </p:nvSpPr>
            <p:spPr>
              <a:xfrm>
                <a:off x="22162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3" name="ph7713"/>
              <p:cNvSpPr/>
              <p:nvPr/>
            </p:nvSpPr>
            <p:spPr>
              <a:xfrm>
                <a:off x="222547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4" name="ph7714"/>
              <p:cNvSpPr/>
              <p:nvPr/>
            </p:nvSpPr>
            <p:spPr>
              <a:xfrm>
                <a:off x="22347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5" name="ph7715"/>
              <p:cNvSpPr/>
              <p:nvPr/>
            </p:nvSpPr>
            <p:spPr>
              <a:xfrm>
                <a:off x="2253261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434" y="897161"/>
                    </a:lnTo>
                    <a:lnTo>
                      <a:pt x="912814" y="902253"/>
                    </a:lnTo>
                    <a:lnTo>
                      <a:pt x="913003" y="905373"/>
                    </a:lnTo>
                    <a:lnTo>
                      <a:pt x="913081" y="905753"/>
                    </a:lnTo>
                    <a:lnTo>
                      <a:pt x="913169" y="906175"/>
                    </a:lnTo>
                    <a:lnTo>
                      <a:pt x="913256" y="906598"/>
                    </a:lnTo>
                    <a:lnTo>
                      <a:pt x="913343" y="907020"/>
                    </a:lnTo>
                    <a:lnTo>
                      <a:pt x="914400" y="912587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6" name="ph7716"/>
              <p:cNvSpPr/>
              <p:nvPr/>
            </p:nvSpPr>
            <p:spPr>
              <a:xfrm>
                <a:off x="2253261" y="1136763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2587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7" name="ph7717"/>
              <p:cNvSpPr/>
              <p:nvPr/>
            </p:nvSpPr>
            <p:spPr>
              <a:xfrm>
                <a:off x="3438825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749" y="914400"/>
                    </a:lnTo>
                    <a:lnTo>
                      <a:pt x="908939" y="908956"/>
                    </a:lnTo>
                    <a:lnTo>
                      <a:pt x="913498" y="901966"/>
                    </a:lnTo>
                    <a:lnTo>
                      <a:pt x="914400" y="90072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8" name="ph7718"/>
              <p:cNvSpPr/>
              <p:nvPr/>
            </p:nvSpPr>
            <p:spPr>
              <a:xfrm>
                <a:off x="344808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967"/>
                    </a:lnTo>
                    <a:lnTo>
                      <a:pt x="907734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9" name="ph7719"/>
              <p:cNvSpPr/>
              <p:nvPr/>
            </p:nvSpPr>
            <p:spPr>
              <a:xfrm>
                <a:off x="34480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0" name="ph7720"/>
              <p:cNvSpPr/>
              <p:nvPr/>
            </p:nvSpPr>
            <p:spPr>
              <a:xfrm>
                <a:off x="34573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1" name="ph7721"/>
              <p:cNvSpPr/>
              <p:nvPr/>
            </p:nvSpPr>
            <p:spPr>
              <a:xfrm>
                <a:off x="34666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2" name="ph7722"/>
              <p:cNvSpPr/>
              <p:nvPr/>
            </p:nvSpPr>
            <p:spPr>
              <a:xfrm>
                <a:off x="347587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3" name="ph7723"/>
              <p:cNvSpPr/>
              <p:nvPr/>
            </p:nvSpPr>
            <p:spPr>
              <a:xfrm>
                <a:off x="34851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4" name="ph7724"/>
              <p:cNvSpPr/>
              <p:nvPr/>
            </p:nvSpPr>
            <p:spPr>
              <a:xfrm>
                <a:off x="349439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5" name="ph7725"/>
              <p:cNvSpPr/>
              <p:nvPr/>
            </p:nvSpPr>
            <p:spPr>
              <a:xfrm>
                <a:off x="350366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6" name="ph7726"/>
              <p:cNvSpPr/>
              <p:nvPr/>
            </p:nvSpPr>
            <p:spPr>
              <a:xfrm>
                <a:off x="351292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7" name="ph7727"/>
              <p:cNvSpPr/>
              <p:nvPr/>
            </p:nvSpPr>
            <p:spPr>
              <a:xfrm>
                <a:off x="352218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8" name="ph7728"/>
              <p:cNvSpPr/>
              <p:nvPr/>
            </p:nvSpPr>
            <p:spPr>
              <a:xfrm>
                <a:off x="353144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9" name="ph7729"/>
              <p:cNvSpPr/>
              <p:nvPr/>
            </p:nvSpPr>
            <p:spPr>
              <a:xfrm>
                <a:off x="354071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0" name="ph7730"/>
              <p:cNvSpPr/>
              <p:nvPr/>
            </p:nvSpPr>
            <p:spPr>
              <a:xfrm>
                <a:off x="354997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1" name="ph7731"/>
              <p:cNvSpPr/>
              <p:nvPr/>
            </p:nvSpPr>
            <p:spPr>
              <a:xfrm>
                <a:off x="355923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2" name="ph7732"/>
              <p:cNvSpPr/>
              <p:nvPr/>
            </p:nvSpPr>
            <p:spPr>
              <a:xfrm>
                <a:off x="356849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3" name="ph7733"/>
              <p:cNvSpPr/>
              <p:nvPr/>
            </p:nvSpPr>
            <p:spPr>
              <a:xfrm>
                <a:off x="357775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4" name="ph7734"/>
              <p:cNvSpPr/>
              <p:nvPr/>
            </p:nvSpPr>
            <p:spPr>
              <a:xfrm>
                <a:off x="358702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5" name="ph7735"/>
              <p:cNvSpPr/>
              <p:nvPr/>
            </p:nvSpPr>
            <p:spPr>
              <a:xfrm>
                <a:off x="359628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6" name="ph7736"/>
              <p:cNvSpPr/>
              <p:nvPr/>
            </p:nvSpPr>
            <p:spPr>
              <a:xfrm>
                <a:off x="360554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7" name="ph7737"/>
              <p:cNvSpPr/>
              <p:nvPr/>
            </p:nvSpPr>
            <p:spPr>
              <a:xfrm>
                <a:off x="361480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8" name="ph7738"/>
              <p:cNvSpPr/>
              <p:nvPr/>
            </p:nvSpPr>
            <p:spPr>
              <a:xfrm>
                <a:off x="362407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9" name="ph7739"/>
              <p:cNvSpPr/>
              <p:nvPr/>
            </p:nvSpPr>
            <p:spPr>
              <a:xfrm>
                <a:off x="363333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0" name="ph7740"/>
              <p:cNvSpPr/>
              <p:nvPr/>
            </p:nvSpPr>
            <p:spPr>
              <a:xfrm>
                <a:off x="364259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1" name="ph7741"/>
              <p:cNvSpPr/>
              <p:nvPr/>
            </p:nvSpPr>
            <p:spPr>
              <a:xfrm>
                <a:off x="365185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2" name="ph7742"/>
              <p:cNvSpPr/>
              <p:nvPr/>
            </p:nvSpPr>
            <p:spPr>
              <a:xfrm>
                <a:off x="366111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3" name="ph7743"/>
              <p:cNvSpPr/>
              <p:nvPr/>
            </p:nvSpPr>
            <p:spPr>
              <a:xfrm>
                <a:off x="367038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4" name="ph7744"/>
              <p:cNvSpPr/>
              <p:nvPr/>
            </p:nvSpPr>
            <p:spPr>
              <a:xfrm>
                <a:off x="367964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5" name="ph7745"/>
              <p:cNvSpPr/>
              <p:nvPr/>
            </p:nvSpPr>
            <p:spPr>
              <a:xfrm>
                <a:off x="368890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6" name="ph7746"/>
              <p:cNvSpPr/>
              <p:nvPr/>
            </p:nvSpPr>
            <p:spPr>
              <a:xfrm>
                <a:off x="36981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7" name="ph7747"/>
              <p:cNvSpPr/>
              <p:nvPr/>
            </p:nvSpPr>
            <p:spPr>
              <a:xfrm>
                <a:off x="37074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8" name="ph7748"/>
              <p:cNvSpPr/>
              <p:nvPr/>
            </p:nvSpPr>
            <p:spPr>
              <a:xfrm>
                <a:off x="37166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9" name="ph7749"/>
              <p:cNvSpPr/>
              <p:nvPr/>
            </p:nvSpPr>
            <p:spPr>
              <a:xfrm>
                <a:off x="372595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0" name="ph7750"/>
              <p:cNvSpPr/>
              <p:nvPr/>
            </p:nvSpPr>
            <p:spPr>
              <a:xfrm>
                <a:off x="37352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1" name="ph7751"/>
              <p:cNvSpPr/>
              <p:nvPr/>
            </p:nvSpPr>
            <p:spPr>
              <a:xfrm>
                <a:off x="37444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2" name="ph7752"/>
              <p:cNvSpPr/>
              <p:nvPr/>
            </p:nvSpPr>
            <p:spPr>
              <a:xfrm>
                <a:off x="37537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3" name="ph7753"/>
              <p:cNvSpPr/>
              <p:nvPr/>
            </p:nvSpPr>
            <p:spPr>
              <a:xfrm>
                <a:off x="37630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4" name="ph7754"/>
              <p:cNvSpPr/>
              <p:nvPr/>
            </p:nvSpPr>
            <p:spPr>
              <a:xfrm>
                <a:off x="377226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5" name="ph7755"/>
              <p:cNvSpPr/>
              <p:nvPr/>
            </p:nvSpPr>
            <p:spPr>
              <a:xfrm>
                <a:off x="37815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6" name="ph7756"/>
              <p:cNvSpPr/>
              <p:nvPr/>
            </p:nvSpPr>
            <p:spPr>
              <a:xfrm>
                <a:off x="37907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7" name="ph7757"/>
              <p:cNvSpPr/>
              <p:nvPr/>
            </p:nvSpPr>
            <p:spPr>
              <a:xfrm>
                <a:off x="3800052" y="1136763"/>
                <a:ext cx="921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6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93" y="897161"/>
                    </a:lnTo>
                    <a:lnTo>
                      <a:pt x="921861" y="906108"/>
                    </a:lnTo>
                    <a:lnTo>
                      <a:pt x="921689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8" name="ph7758"/>
              <p:cNvSpPr/>
              <p:nvPr/>
            </p:nvSpPr>
            <p:spPr>
              <a:xfrm>
                <a:off x="2030968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02" y="931638"/>
                    </a:lnTo>
                    <a:lnTo>
                      <a:pt x="905795" y="930900"/>
                    </a:lnTo>
                    <a:lnTo>
                      <a:pt x="907421" y="920515"/>
                    </a:lnTo>
                    <a:lnTo>
                      <a:pt x="908568" y="914400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9" name="ph7759"/>
              <p:cNvSpPr/>
              <p:nvPr/>
            </p:nvSpPr>
            <p:spPr>
              <a:xfrm>
                <a:off x="20309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0" name="ph7760"/>
              <p:cNvSpPr/>
              <p:nvPr/>
            </p:nvSpPr>
            <p:spPr>
              <a:xfrm>
                <a:off x="20402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1" name="ph7761"/>
              <p:cNvSpPr/>
              <p:nvPr/>
            </p:nvSpPr>
            <p:spPr>
              <a:xfrm>
                <a:off x="20494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2" name="ph7762"/>
              <p:cNvSpPr/>
              <p:nvPr/>
            </p:nvSpPr>
            <p:spPr>
              <a:xfrm>
                <a:off x="205875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3" name="ph7763"/>
              <p:cNvSpPr/>
              <p:nvPr/>
            </p:nvSpPr>
            <p:spPr>
              <a:xfrm>
                <a:off x="20680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4" name="ph7764"/>
              <p:cNvSpPr/>
              <p:nvPr/>
            </p:nvSpPr>
            <p:spPr>
              <a:xfrm>
                <a:off x="20772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5" name="ph7765"/>
              <p:cNvSpPr/>
              <p:nvPr/>
            </p:nvSpPr>
            <p:spPr>
              <a:xfrm>
                <a:off x="20865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6" name="ph7766"/>
              <p:cNvSpPr/>
              <p:nvPr/>
            </p:nvSpPr>
            <p:spPr>
              <a:xfrm>
                <a:off x="20958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7" name="ph7767"/>
              <p:cNvSpPr/>
              <p:nvPr/>
            </p:nvSpPr>
            <p:spPr>
              <a:xfrm>
                <a:off x="210506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8" name="ph7768"/>
              <p:cNvSpPr/>
              <p:nvPr/>
            </p:nvSpPr>
            <p:spPr>
              <a:xfrm>
                <a:off x="21143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9" name="ph7769"/>
              <p:cNvSpPr/>
              <p:nvPr/>
            </p:nvSpPr>
            <p:spPr>
              <a:xfrm>
                <a:off x="21235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0" name="ph7770"/>
              <p:cNvSpPr/>
              <p:nvPr/>
            </p:nvSpPr>
            <p:spPr>
              <a:xfrm>
                <a:off x="213285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1" name="ph7771"/>
              <p:cNvSpPr/>
              <p:nvPr/>
            </p:nvSpPr>
            <p:spPr>
              <a:xfrm>
                <a:off x="214211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2" name="ph7772"/>
              <p:cNvSpPr/>
              <p:nvPr/>
            </p:nvSpPr>
            <p:spPr>
              <a:xfrm>
                <a:off x="215137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3" name="ph7773"/>
              <p:cNvSpPr/>
              <p:nvPr/>
            </p:nvSpPr>
            <p:spPr>
              <a:xfrm>
                <a:off x="216063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4" name="ph7774"/>
              <p:cNvSpPr/>
              <p:nvPr/>
            </p:nvSpPr>
            <p:spPr>
              <a:xfrm>
                <a:off x="216990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5" name="ph7775"/>
              <p:cNvSpPr/>
              <p:nvPr/>
            </p:nvSpPr>
            <p:spPr>
              <a:xfrm>
                <a:off x="217916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6" name="ph7776"/>
              <p:cNvSpPr/>
              <p:nvPr/>
            </p:nvSpPr>
            <p:spPr>
              <a:xfrm>
                <a:off x="218842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7" name="ph7777"/>
              <p:cNvSpPr/>
              <p:nvPr/>
            </p:nvSpPr>
            <p:spPr>
              <a:xfrm>
                <a:off x="219768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8" name="ph7778"/>
              <p:cNvSpPr/>
              <p:nvPr/>
            </p:nvSpPr>
            <p:spPr>
              <a:xfrm>
                <a:off x="22069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9" name="ph7779"/>
              <p:cNvSpPr/>
              <p:nvPr/>
            </p:nvSpPr>
            <p:spPr>
              <a:xfrm>
                <a:off x="22162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0" name="ph7780"/>
              <p:cNvSpPr/>
              <p:nvPr/>
            </p:nvSpPr>
            <p:spPr>
              <a:xfrm>
                <a:off x="222547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1" name="ph7781"/>
              <p:cNvSpPr/>
              <p:nvPr/>
            </p:nvSpPr>
            <p:spPr>
              <a:xfrm>
                <a:off x="22347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2" name="ph7782"/>
              <p:cNvSpPr/>
              <p:nvPr/>
            </p:nvSpPr>
            <p:spPr>
              <a:xfrm>
                <a:off x="2243999" y="1119525"/>
                <a:ext cx="9216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9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043" y="897161"/>
                    </a:lnTo>
                    <a:lnTo>
                      <a:pt x="920177" y="898174"/>
                    </a:lnTo>
                    <a:lnTo>
                      <a:pt x="921277" y="908787"/>
                    </a:lnTo>
                    <a:lnTo>
                      <a:pt x="921696" y="914400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3" name="ph7783"/>
              <p:cNvSpPr/>
              <p:nvPr/>
            </p:nvSpPr>
            <p:spPr>
              <a:xfrm>
                <a:off x="3448088" y="11195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34" y="914400"/>
                    </a:lnTo>
                    <a:lnTo>
                      <a:pt x="908989" y="912676"/>
                    </a:lnTo>
                    <a:lnTo>
                      <a:pt x="913921" y="906627"/>
                    </a:lnTo>
                    <a:lnTo>
                      <a:pt x="914400" y="906105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4" name="ph7784"/>
              <p:cNvSpPr/>
              <p:nvPr/>
            </p:nvSpPr>
            <p:spPr>
              <a:xfrm>
                <a:off x="3457350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44"/>
                    </a:lnTo>
                    <a:lnTo>
                      <a:pt x="909756" y="918312"/>
                    </a:lnTo>
                    <a:lnTo>
                      <a:pt x="913830" y="914400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5" name="ph7785"/>
              <p:cNvSpPr/>
              <p:nvPr/>
            </p:nvSpPr>
            <p:spPr>
              <a:xfrm>
                <a:off x="34573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6" name="ph7786"/>
              <p:cNvSpPr/>
              <p:nvPr/>
            </p:nvSpPr>
            <p:spPr>
              <a:xfrm>
                <a:off x="34666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7" name="ph7787"/>
              <p:cNvSpPr/>
              <p:nvPr/>
            </p:nvSpPr>
            <p:spPr>
              <a:xfrm>
                <a:off x="347587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8" name="ph7788"/>
              <p:cNvSpPr/>
              <p:nvPr/>
            </p:nvSpPr>
            <p:spPr>
              <a:xfrm>
                <a:off x="34851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9" name="ph7789"/>
              <p:cNvSpPr/>
              <p:nvPr/>
            </p:nvSpPr>
            <p:spPr>
              <a:xfrm>
                <a:off x="349439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0" name="ph7790"/>
              <p:cNvSpPr/>
              <p:nvPr/>
            </p:nvSpPr>
            <p:spPr>
              <a:xfrm>
                <a:off x="350366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1" name="ph7791"/>
              <p:cNvSpPr/>
              <p:nvPr/>
            </p:nvSpPr>
            <p:spPr>
              <a:xfrm>
                <a:off x="351292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2" name="ph7792"/>
              <p:cNvSpPr/>
              <p:nvPr/>
            </p:nvSpPr>
            <p:spPr>
              <a:xfrm>
                <a:off x="352218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3" name="ph7793"/>
              <p:cNvSpPr/>
              <p:nvPr/>
            </p:nvSpPr>
            <p:spPr>
              <a:xfrm>
                <a:off x="353144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4" name="ph7794"/>
              <p:cNvSpPr/>
              <p:nvPr/>
            </p:nvSpPr>
            <p:spPr>
              <a:xfrm>
                <a:off x="354071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5" name="ph7795"/>
              <p:cNvSpPr/>
              <p:nvPr/>
            </p:nvSpPr>
            <p:spPr>
              <a:xfrm>
                <a:off x="354997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6" name="ph7796"/>
              <p:cNvSpPr/>
              <p:nvPr/>
            </p:nvSpPr>
            <p:spPr>
              <a:xfrm>
                <a:off x="355923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7" name="ph7797"/>
              <p:cNvSpPr/>
              <p:nvPr/>
            </p:nvSpPr>
            <p:spPr>
              <a:xfrm>
                <a:off x="356849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8" name="ph7798"/>
              <p:cNvSpPr/>
              <p:nvPr/>
            </p:nvSpPr>
            <p:spPr>
              <a:xfrm>
                <a:off x="357775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9" name="ph7799"/>
              <p:cNvSpPr/>
              <p:nvPr/>
            </p:nvSpPr>
            <p:spPr>
              <a:xfrm>
                <a:off x="358702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0" name="ph7800"/>
              <p:cNvSpPr/>
              <p:nvPr/>
            </p:nvSpPr>
            <p:spPr>
              <a:xfrm>
                <a:off x="359628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1" name="ph7801"/>
              <p:cNvSpPr/>
              <p:nvPr/>
            </p:nvSpPr>
            <p:spPr>
              <a:xfrm>
                <a:off x="360554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2" name="ph7802"/>
              <p:cNvSpPr/>
              <p:nvPr/>
            </p:nvSpPr>
            <p:spPr>
              <a:xfrm>
                <a:off x="361480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3" name="ph7803"/>
              <p:cNvSpPr/>
              <p:nvPr/>
            </p:nvSpPr>
            <p:spPr>
              <a:xfrm>
                <a:off x="362407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4" name="ph7804"/>
              <p:cNvSpPr/>
              <p:nvPr/>
            </p:nvSpPr>
            <p:spPr>
              <a:xfrm>
                <a:off x="363333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5" name="ph7805"/>
              <p:cNvSpPr/>
              <p:nvPr/>
            </p:nvSpPr>
            <p:spPr>
              <a:xfrm>
                <a:off x="364259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6" name="ph7806"/>
              <p:cNvSpPr/>
              <p:nvPr/>
            </p:nvSpPr>
            <p:spPr>
              <a:xfrm>
                <a:off x="365185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7" name="ph7807"/>
              <p:cNvSpPr/>
              <p:nvPr/>
            </p:nvSpPr>
            <p:spPr>
              <a:xfrm>
                <a:off x="366111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8" name="ph7808"/>
              <p:cNvSpPr/>
              <p:nvPr/>
            </p:nvSpPr>
            <p:spPr>
              <a:xfrm>
                <a:off x="367038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9" name="ph7809"/>
              <p:cNvSpPr/>
              <p:nvPr/>
            </p:nvSpPr>
            <p:spPr>
              <a:xfrm>
                <a:off x="367964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0" name="ph7810"/>
              <p:cNvSpPr/>
              <p:nvPr/>
            </p:nvSpPr>
            <p:spPr>
              <a:xfrm>
                <a:off x="368890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1" name="ph7811"/>
              <p:cNvSpPr/>
              <p:nvPr/>
            </p:nvSpPr>
            <p:spPr>
              <a:xfrm>
                <a:off x="36981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2" name="ph7812"/>
              <p:cNvSpPr/>
              <p:nvPr/>
            </p:nvSpPr>
            <p:spPr>
              <a:xfrm>
                <a:off x="37074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3" name="ph7813"/>
              <p:cNvSpPr/>
              <p:nvPr/>
            </p:nvSpPr>
            <p:spPr>
              <a:xfrm>
                <a:off x="37166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4" name="ph7814"/>
              <p:cNvSpPr/>
              <p:nvPr/>
            </p:nvSpPr>
            <p:spPr>
              <a:xfrm>
                <a:off x="372595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5" name="ph7815"/>
              <p:cNvSpPr/>
              <p:nvPr/>
            </p:nvSpPr>
            <p:spPr>
              <a:xfrm>
                <a:off x="37352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6" name="ph7816"/>
              <p:cNvSpPr/>
              <p:nvPr/>
            </p:nvSpPr>
            <p:spPr>
              <a:xfrm>
                <a:off x="37444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7" name="ph7817"/>
              <p:cNvSpPr/>
              <p:nvPr/>
            </p:nvSpPr>
            <p:spPr>
              <a:xfrm>
                <a:off x="37537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8" name="ph7818"/>
              <p:cNvSpPr/>
              <p:nvPr/>
            </p:nvSpPr>
            <p:spPr>
              <a:xfrm>
                <a:off x="37630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9" name="ph7819"/>
              <p:cNvSpPr/>
              <p:nvPr/>
            </p:nvSpPr>
            <p:spPr>
              <a:xfrm>
                <a:off x="377226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0" name="ph7820"/>
              <p:cNvSpPr/>
              <p:nvPr/>
            </p:nvSpPr>
            <p:spPr>
              <a:xfrm>
                <a:off x="37815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1" name="ph7821"/>
              <p:cNvSpPr/>
              <p:nvPr/>
            </p:nvSpPr>
            <p:spPr>
              <a:xfrm>
                <a:off x="37907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2" name="ph7822"/>
              <p:cNvSpPr/>
              <p:nvPr/>
            </p:nvSpPr>
            <p:spPr>
              <a:xfrm>
                <a:off x="3800052" y="1119525"/>
                <a:ext cx="9217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102" y="897161"/>
                    </a:lnTo>
                    <a:lnTo>
                      <a:pt x="921387" y="901573"/>
                    </a:lnTo>
                    <a:lnTo>
                      <a:pt x="921778" y="912448"/>
                    </a:lnTo>
                    <a:lnTo>
                      <a:pt x="921793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3" name="ph7823"/>
              <p:cNvSpPr/>
              <p:nvPr/>
            </p:nvSpPr>
            <p:spPr>
              <a:xfrm>
                <a:off x="2030968" y="10850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568" y="931638"/>
                    </a:lnTo>
                    <a:lnTo>
                      <a:pt x="909337" y="927541"/>
                    </a:lnTo>
                    <a:lnTo>
                      <a:pt x="911536" y="917529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4" name="ph7824"/>
              <p:cNvSpPr/>
              <p:nvPr/>
            </p:nvSpPr>
            <p:spPr>
              <a:xfrm>
                <a:off x="20309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5" name="ph7825"/>
              <p:cNvSpPr/>
              <p:nvPr/>
            </p:nvSpPr>
            <p:spPr>
              <a:xfrm>
                <a:off x="20402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6" name="ph7826"/>
              <p:cNvSpPr/>
              <p:nvPr/>
            </p:nvSpPr>
            <p:spPr>
              <a:xfrm>
                <a:off x="20494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7" name="ph7827"/>
              <p:cNvSpPr/>
              <p:nvPr/>
            </p:nvSpPr>
            <p:spPr>
              <a:xfrm>
                <a:off x="205875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8" name="ph7828"/>
              <p:cNvSpPr/>
              <p:nvPr/>
            </p:nvSpPr>
            <p:spPr>
              <a:xfrm>
                <a:off x="20680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9" name="ph7829"/>
              <p:cNvSpPr/>
              <p:nvPr/>
            </p:nvSpPr>
            <p:spPr>
              <a:xfrm>
                <a:off x="20772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0" name="ph7830"/>
              <p:cNvSpPr/>
              <p:nvPr/>
            </p:nvSpPr>
            <p:spPr>
              <a:xfrm>
                <a:off x="20865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1" name="ph7831"/>
              <p:cNvSpPr/>
              <p:nvPr/>
            </p:nvSpPr>
            <p:spPr>
              <a:xfrm>
                <a:off x="20958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2" name="ph7832"/>
              <p:cNvSpPr/>
              <p:nvPr/>
            </p:nvSpPr>
            <p:spPr>
              <a:xfrm>
                <a:off x="210506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3" name="ph7833"/>
              <p:cNvSpPr/>
              <p:nvPr/>
            </p:nvSpPr>
            <p:spPr>
              <a:xfrm>
                <a:off x="21143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4" name="ph7834"/>
              <p:cNvSpPr/>
              <p:nvPr/>
            </p:nvSpPr>
            <p:spPr>
              <a:xfrm>
                <a:off x="21235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5" name="ph7835"/>
              <p:cNvSpPr/>
              <p:nvPr/>
            </p:nvSpPr>
            <p:spPr>
              <a:xfrm>
                <a:off x="213285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6" name="ph7836"/>
              <p:cNvSpPr/>
              <p:nvPr/>
            </p:nvSpPr>
            <p:spPr>
              <a:xfrm>
                <a:off x="214211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7" name="ph7837"/>
              <p:cNvSpPr/>
              <p:nvPr/>
            </p:nvSpPr>
            <p:spPr>
              <a:xfrm>
                <a:off x="215137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8" name="ph7838"/>
              <p:cNvSpPr/>
              <p:nvPr/>
            </p:nvSpPr>
            <p:spPr>
              <a:xfrm>
                <a:off x="216063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9" name="ph7839"/>
              <p:cNvSpPr/>
              <p:nvPr/>
            </p:nvSpPr>
            <p:spPr>
              <a:xfrm>
                <a:off x="216990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0" name="ph7840"/>
              <p:cNvSpPr/>
              <p:nvPr/>
            </p:nvSpPr>
            <p:spPr>
              <a:xfrm>
                <a:off x="217916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1" name="ph7841"/>
              <p:cNvSpPr/>
              <p:nvPr/>
            </p:nvSpPr>
            <p:spPr>
              <a:xfrm>
                <a:off x="218842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2" name="ph7842"/>
              <p:cNvSpPr/>
              <p:nvPr/>
            </p:nvSpPr>
            <p:spPr>
              <a:xfrm>
                <a:off x="219768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3" name="ph7843"/>
              <p:cNvSpPr/>
              <p:nvPr/>
            </p:nvSpPr>
            <p:spPr>
              <a:xfrm>
                <a:off x="220695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4" name="ph7844"/>
              <p:cNvSpPr/>
              <p:nvPr/>
            </p:nvSpPr>
            <p:spPr>
              <a:xfrm>
                <a:off x="22162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5" name="ph7845"/>
              <p:cNvSpPr/>
              <p:nvPr/>
            </p:nvSpPr>
            <p:spPr>
              <a:xfrm>
                <a:off x="222547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6" name="ph7846"/>
              <p:cNvSpPr/>
              <p:nvPr/>
            </p:nvSpPr>
            <p:spPr>
              <a:xfrm>
                <a:off x="22347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7" name="ph7847"/>
              <p:cNvSpPr/>
              <p:nvPr/>
            </p:nvSpPr>
            <p:spPr>
              <a:xfrm>
                <a:off x="2243999" y="1102287"/>
                <a:ext cx="9200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4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15" y="897161"/>
                    </a:lnTo>
                    <a:lnTo>
                      <a:pt x="918782" y="904920"/>
                    </a:lnTo>
                    <a:lnTo>
                      <a:pt x="920043" y="914400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8" name="ph7848"/>
              <p:cNvSpPr/>
              <p:nvPr/>
            </p:nvSpPr>
            <p:spPr>
              <a:xfrm>
                <a:off x="3429563" y="1085048"/>
                <a:ext cx="914400" cy="91464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5">
                    <a:moveTo>
                      <a:pt x="914400" y="914400"/>
                    </a:moveTo>
                    <a:lnTo>
                      <a:pt x="914400" y="914645"/>
                    </a:lnTo>
                    <a:lnTo>
                      <a:pt x="913674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9" name="ph7849"/>
              <p:cNvSpPr/>
              <p:nvPr/>
            </p:nvSpPr>
            <p:spPr>
              <a:xfrm>
                <a:off x="3429563" y="1085048"/>
                <a:ext cx="923662" cy="9171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19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8" y="917195"/>
                    </a:lnTo>
                    <a:lnTo>
                      <a:pt x="917931" y="915838"/>
                    </a:lnTo>
                    <a:lnTo>
                      <a:pt x="914400" y="914645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0" name="ph7850"/>
              <p:cNvSpPr/>
              <p:nvPr/>
            </p:nvSpPr>
            <p:spPr>
              <a:xfrm>
                <a:off x="3438825" y="1085048"/>
                <a:ext cx="923662" cy="91818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18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184"/>
                    </a:lnTo>
                    <a:lnTo>
                      <a:pt x="920013" y="918010"/>
                    </a:lnTo>
                    <a:lnTo>
                      <a:pt x="914400" y="917206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1" name="ph7851"/>
              <p:cNvSpPr/>
              <p:nvPr/>
            </p:nvSpPr>
            <p:spPr>
              <a:xfrm>
                <a:off x="3457350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30" y="914400"/>
                    </a:lnTo>
                    <a:lnTo>
                      <a:pt x="914400" y="913853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2" name="ph7852"/>
              <p:cNvSpPr/>
              <p:nvPr/>
            </p:nvSpPr>
            <p:spPr>
              <a:xfrm>
                <a:off x="3448088" y="1085048"/>
                <a:ext cx="923662" cy="9182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64"/>
                    </a:lnTo>
                    <a:lnTo>
                      <a:pt x="922156" y="918008"/>
                    </a:lnTo>
                    <a:lnTo>
                      <a:pt x="916454" y="918282"/>
                    </a:lnTo>
                    <a:lnTo>
                      <a:pt x="914400" y="918184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3" name="ph7853"/>
              <p:cNvSpPr/>
              <p:nvPr/>
            </p:nvSpPr>
            <p:spPr>
              <a:xfrm>
                <a:off x="3466612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853"/>
                    </a:lnTo>
                    <a:lnTo>
                      <a:pt x="905743" y="913271"/>
                    </a:lnTo>
                    <a:lnTo>
                      <a:pt x="911129" y="908755"/>
                    </a:lnTo>
                    <a:lnTo>
                      <a:pt x="914400" y="906394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4" name="ph7854"/>
              <p:cNvSpPr/>
              <p:nvPr/>
            </p:nvSpPr>
            <p:spPr>
              <a:xfrm>
                <a:off x="3457350" y="1085048"/>
                <a:ext cx="923662" cy="91786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86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980"/>
                    </a:lnTo>
                    <a:lnTo>
                      <a:pt x="922239" y="917116"/>
                    </a:lnTo>
                    <a:lnTo>
                      <a:pt x="920371" y="917294"/>
                    </a:lnTo>
                    <a:lnTo>
                      <a:pt x="918502" y="917472"/>
                    </a:lnTo>
                    <a:lnTo>
                      <a:pt x="916634" y="917650"/>
                    </a:lnTo>
                    <a:lnTo>
                      <a:pt x="914766" y="917829"/>
                    </a:lnTo>
                    <a:lnTo>
                      <a:pt x="914400" y="917864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5" name="ph7855"/>
              <p:cNvSpPr/>
              <p:nvPr/>
            </p:nvSpPr>
            <p:spPr>
              <a:xfrm>
                <a:off x="34666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lnTo>
                      <a:pt x="914400" y="923632"/>
                    </a:lnTo>
                    <a:lnTo>
                      <a:pt x="916636" y="922017"/>
                    </a:lnTo>
                    <a:lnTo>
                      <a:pt x="916924" y="921826"/>
                    </a:lnTo>
                    <a:lnTo>
                      <a:pt x="917214" y="921633"/>
                    </a:lnTo>
                    <a:lnTo>
                      <a:pt x="917504" y="921440"/>
                    </a:lnTo>
                    <a:lnTo>
                      <a:pt x="917794" y="921247"/>
                    </a:lnTo>
                    <a:lnTo>
                      <a:pt x="918084" y="921053"/>
                    </a:lnTo>
                    <a:lnTo>
                      <a:pt x="918374" y="920860"/>
                    </a:lnTo>
                    <a:lnTo>
                      <a:pt x="918664" y="920667"/>
                    </a:lnTo>
                    <a:lnTo>
                      <a:pt x="918954" y="920474"/>
                    </a:lnTo>
                    <a:lnTo>
                      <a:pt x="919244" y="920281"/>
                    </a:lnTo>
                    <a:lnTo>
                      <a:pt x="919534" y="920088"/>
                    </a:lnTo>
                    <a:lnTo>
                      <a:pt x="919825" y="919895"/>
                    </a:lnTo>
                    <a:lnTo>
                      <a:pt x="920115" y="919702"/>
                    </a:lnTo>
                    <a:lnTo>
                      <a:pt x="920405" y="919509"/>
                    </a:lnTo>
                    <a:lnTo>
                      <a:pt x="920695" y="919316"/>
                    </a:lnTo>
                    <a:lnTo>
                      <a:pt x="920985" y="919123"/>
                    </a:lnTo>
                    <a:lnTo>
                      <a:pt x="921275" y="918930"/>
                    </a:lnTo>
                    <a:lnTo>
                      <a:pt x="921566" y="918737"/>
                    </a:lnTo>
                    <a:lnTo>
                      <a:pt x="921856" y="918544"/>
                    </a:lnTo>
                    <a:lnTo>
                      <a:pt x="922073" y="918400"/>
                    </a:lnTo>
                    <a:lnTo>
                      <a:pt x="920926" y="916934"/>
                    </a:lnTo>
                    <a:lnTo>
                      <a:pt x="920444" y="916318"/>
                    </a:lnTo>
                    <a:lnTo>
                      <a:pt x="918586" y="916583"/>
                    </a:lnTo>
                    <a:lnTo>
                      <a:pt x="916714" y="916761"/>
                    </a:lnTo>
                    <a:lnTo>
                      <a:pt x="914845" y="916938"/>
                    </a:lnTo>
                    <a:lnTo>
                      <a:pt x="914400" y="91698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6" name="ph7856"/>
              <p:cNvSpPr/>
              <p:nvPr/>
            </p:nvSpPr>
            <p:spPr>
              <a:xfrm>
                <a:off x="347587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7" name="ph7857"/>
              <p:cNvSpPr/>
              <p:nvPr/>
            </p:nvSpPr>
            <p:spPr>
              <a:xfrm>
                <a:off x="34851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8" name="ph7858"/>
              <p:cNvSpPr/>
              <p:nvPr/>
            </p:nvSpPr>
            <p:spPr>
              <a:xfrm>
                <a:off x="349439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9" name="ph7859"/>
              <p:cNvSpPr/>
              <p:nvPr/>
            </p:nvSpPr>
            <p:spPr>
              <a:xfrm>
                <a:off x="350366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0" name="ph7860"/>
              <p:cNvSpPr/>
              <p:nvPr/>
            </p:nvSpPr>
            <p:spPr>
              <a:xfrm>
                <a:off x="351292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1" name="ph7861"/>
              <p:cNvSpPr/>
              <p:nvPr/>
            </p:nvSpPr>
            <p:spPr>
              <a:xfrm>
                <a:off x="352218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2" name="ph7862"/>
              <p:cNvSpPr/>
              <p:nvPr/>
            </p:nvSpPr>
            <p:spPr>
              <a:xfrm>
                <a:off x="353144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3" name="ph7863"/>
              <p:cNvSpPr/>
              <p:nvPr/>
            </p:nvSpPr>
            <p:spPr>
              <a:xfrm>
                <a:off x="354071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4" name="ph7864"/>
              <p:cNvSpPr/>
              <p:nvPr/>
            </p:nvSpPr>
            <p:spPr>
              <a:xfrm>
                <a:off x="354997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5" name="ph7865"/>
              <p:cNvSpPr/>
              <p:nvPr/>
            </p:nvSpPr>
            <p:spPr>
              <a:xfrm>
                <a:off x="355923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6" name="ph7866"/>
              <p:cNvSpPr/>
              <p:nvPr/>
            </p:nvSpPr>
            <p:spPr>
              <a:xfrm>
                <a:off x="356849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7" name="ph7867"/>
              <p:cNvSpPr/>
              <p:nvPr/>
            </p:nvSpPr>
            <p:spPr>
              <a:xfrm>
                <a:off x="357775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8" name="ph7868"/>
              <p:cNvSpPr/>
              <p:nvPr/>
            </p:nvSpPr>
            <p:spPr>
              <a:xfrm>
                <a:off x="358702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9" name="ph7869"/>
              <p:cNvSpPr/>
              <p:nvPr/>
            </p:nvSpPr>
            <p:spPr>
              <a:xfrm>
                <a:off x="359628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0" name="ph7870"/>
              <p:cNvSpPr/>
              <p:nvPr/>
            </p:nvSpPr>
            <p:spPr>
              <a:xfrm>
                <a:off x="360554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1" name="ph7871"/>
              <p:cNvSpPr/>
              <p:nvPr/>
            </p:nvSpPr>
            <p:spPr>
              <a:xfrm>
                <a:off x="361480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2" name="ph7872"/>
              <p:cNvSpPr/>
              <p:nvPr/>
            </p:nvSpPr>
            <p:spPr>
              <a:xfrm>
                <a:off x="362407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3" name="ph7873"/>
              <p:cNvSpPr/>
              <p:nvPr/>
            </p:nvSpPr>
            <p:spPr>
              <a:xfrm>
                <a:off x="363333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4" name="ph7874"/>
              <p:cNvSpPr/>
              <p:nvPr/>
            </p:nvSpPr>
            <p:spPr>
              <a:xfrm>
                <a:off x="364259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5" name="ph7875"/>
              <p:cNvSpPr/>
              <p:nvPr/>
            </p:nvSpPr>
            <p:spPr>
              <a:xfrm>
                <a:off x="365185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6" name="ph7876"/>
              <p:cNvSpPr/>
              <p:nvPr/>
            </p:nvSpPr>
            <p:spPr>
              <a:xfrm>
                <a:off x="366111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7" name="ph7877"/>
              <p:cNvSpPr/>
              <p:nvPr/>
            </p:nvSpPr>
            <p:spPr>
              <a:xfrm>
                <a:off x="367038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8" name="ph7878"/>
              <p:cNvSpPr/>
              <p:nvPr/>
            </p:nvSpPr>
            <p:spPr>
              <a:xfrm>
                <a:off x="367964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9" name="ph7879"/>
              <p:cNvSpPr/>
              <p:nvPr/>
            </p:nvSpPr>
            <p:spPr>
              <a:xfrm>
                <a:off x="368890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0" name="ph7880"/>
              <p:cNvSpPr/>
              <p:nvPr/>
            </p:nvSpPr>
            <p:spPr>
              <a:xfrm>
                <a:off x="36981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1" name="ph7881"/>
              <p:cNvSpPr/>
              <p:nvPr/>
            </p:nvSpPr>
            <p:spPr>
              <a:xfrm>
                <a:off x="37074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2" name="ph7882"/>
              <p:cNvSpPr/>
              <p:nvPr/>
            </p:nvSpPr>
            <p:spPr>
              <a:xfrm>
                <a:off x="37166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3" name="ph7883"/>
              <p:cNvSpPr/>
              <p:nvPr/>
            </p:nvSpPr>
            <p:spPr>
              <a:xfrm>
                <a:off x="372595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4" name="ph7884"/>
              <p:cNvSpPr/>
              <p:nvPr/>
            </p:nvSpPr>
            <p:spPr>
              <a:xfrm>
                <a:off x="37352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5" name="ph7885"/>
              <p:cNvSpPr/>
              <p:nvPr/>
            </p:nvSpPr>
            <p:spPr>
              <a:xfrm>
                <a:off x="37444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6" name="ph7886"/>
              <p:cNvSpPr/>
              <p:nvPr/>
            </p:nvSpPr>
            <p:spPr>
              <a:xfrm>
                <a:off x="37537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7" name="ph7887"/>
              <p:cNvSpPr/>
              <p:nvPr/>
            </p:nvSpPr>
            <p:spPr>
              <a:xfrm>
                <a:off x="37630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8" name="ph7888"/>
              <p:cNvSpPr/>
              <p:nvPr/>
            </p:nvSpPr>
            <p:spPr>
              <a:xfrm>
                <a:off x="377226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9" name="ph7889"/>
              <p:cNvSpPr/>
              <p:nvPr/>
            </p:nvSpPr>
            <p:spPr>
              <a:xfrm>
                <a:off x="37815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0" name="ph7890"/>
              <p:cNvSpPr/>
              <p:nvPr/>
            </p:nvSpPr>
            <p:spPr>
              <a:xfrm>
                <a:off x="37907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1" name="ph7891"/>
              <p:cNvSpPr/>
              <p:nvPr/>
            </p:nvSpPr>
            <p:spPr>
              <a:xfrm>
                <a:off x="3800052" y="1102287"/>
                <a:ext cx="9211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0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685" y="897252"/>
                    </a:lnTo>
                    <a:lnTo>
                      <a:pt x="920688" y="907990"/>
                    </a:lnTo>
                    <a:lnTo>
                      <a:pt x="921102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2" name="ph7892"/>
              <p:cNvSpPr/>
              <p:nvPr/>
            </p:nvSpPr>
            <p:spPr>
              <a:xfrm>
                <a:off x="2030968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329" y="914400"/>
                    </a:lnTo>
                    <a:lnTo>
                      <a:pt x="914014" y="907745"/>
                    </a:lnTo>
                    <a:lnTo>
                      <a:pt x="914400" y="90641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3" name="ph7893"/>
              <p:cNvSpPr/>
              <p:nvPr/>
            </p:nvSpPr>
            <p:spPr>
              <a:xfrm>
                <a:off x="2040230" y="10678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649"/>
                    </a:lnTo>
                    <a:lnTo>
                      <a:pt x="907501" y="915454"/>
                    </a:lnTo>
                    <a:lnTo>
                      <a:pt x="907845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4" name="ph7894"/>
              <p:cNvSpPr/>
              <p:nvPr/>
            </p:nvSpPr>
            <p:spPr>
              <a:xfrm>
                <a:off x="20402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5" name="ph7895"/>
              <p:cNvSpPr/>
              <p:nvPr/>
            </p:nvSpPr>
            <p:spPr>
              <a:xfrm>
                <a:off x="20494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6" name="ph7896"/>
              <p:cNvSpPr/>
              <p:nvPr/>
            </p:nvSpPr>
            <p:spPr>
              <a:xfrm>
                <a:off x="205875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7" name="ph7897"/>
              <p:cNvSpPr/>
              <p:nvPr/>
            </p:nvSpPr>
            <p:spPr>
              <a:xfrm>
                <a:off x="20680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8" name="ph7898"/>
              <p:cNvSpPr/>
              <p:nvPr/>
            </p:nvSpPr>
            <p:spPr>
              <a:xfrm>
                <a:off x="20772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9" name="ph7899"/>
              <p:cNvSpPr/>
              <p:nvPr/>
            </p:nvSpPr>
            <p:spPr>
              <a:xfrm>
                <a:off x="20865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0" name="ph7900"/>
              <p:cNvSpPr/>
              <p:nvPr/>
            </p:nvSpPr>
            <p:spPr>
              <a:xfrm>
                <a:off x="20958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1" name="ph7901"/>
              <p:cNvSpPr/>
              <p:nvPr/>
            </p:nvSpPr>
            <p:spPr>
              <a:xfrm>
                <a:off x="210506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2" name="ph7902"/>
              <p:cNvSpPr/>
              <p:nvPr/>
            </p:nvSpPr>
            <p:spPr>
              <a:xfrm>
                <a:off x="21143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3" name="ph7903"/>
              <p:cNvSpPr/>
              <p:nvPr/>
            </p:nvSpPr>
            <p:spPr>
              <a:xfrm>
                <a:off x="21235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4" name="ph7904"/>
              <p:cNvSpPr/>
              <p:nvPr/>
            </p:nvSpPr>
            <p:spPr>
              <a:xfrm>
                <a:off x="213285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5" name="ph7905"/>
              <p:cNvSpPr/>
              <p:nvPr/>
            </p:nvSpPr>
            <p:spPr>
              <a:xfrm>
                <a:off x="214211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6" name="ph7906"/>
              <p:cNvSpPr/>
              <p:nvPr/>
            </p:nvSpPr>
            <p:spPr>
              <a:xfrm>
                <a:off x="215137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7" name="ph7907"/>
              <p:cNvSpPr/>
              <p:nvPr/>
            </p:nvSpPr>
            <p:spPr>
              <a:xfrm>
                <a:off x="216063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8" name="ph7908"/>
              <p:cNvSpPr/>
              <p:nvPr/>
            </p:nvSpPr>
            <p:spPr>
              <a:xfrm>
                <a:off x="21699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9" name="ph7909"/>
              <p:cNvSpPr/>
              <p:nvPr/>
            </p:nvSpPr>
            <p:spPr>
              <a:xfrm>
                <a:off x="21791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0" name="ph7910"/>
              <p:cNvSpPr/>
              <p:nvPr/>
            </p:nvSpPr>
            <p:spPr>
              <a:xfrm>
                <a:off x="218842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1" name="ph7911"/>
              <p:cNvSpPr/>
              <p:nvPr/>
            </p:nvSpPr>
            <p:spPr>
              <a:xfrm>
                <a:off x="21976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2" name="ph7912"/>
              <p:cNvSpPr/>
              <p:nvPr/>
            </p:nvSpPr>
            <p:spPr>
              <a:xfrm>
                <a:off x="22069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3" name="ph7913"/>
              <p:cNvSpPr/>
              <p:nvPr/>
            </p:nvSpPr>
            <p:spPr>
              <a:xfrm>
                <a:off x="22162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4" name="ph7914"/>
              <p:cNvSpPr/>
              <p:nvPr/>
            </p:nvSpPr>
            <p:spPr>
              <a:xfrm>
                <a:off x="222547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5" name="ph7915"/>
              <p:cNvSpPr/>
              <p:nvPr/>
            </p:nvSpPr>
            <p:spPr>
              <a:xfrm>
                <a:off x="2243999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098" y="897161"/>
                    </a:lnTo>
                    <a:lnTo>
                      <a:pt x="914400" y="89848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6" name="ph7916"/>
              <p:cNvSpPr/>
              <p:nvPr/>
            </p:nvSpPr>
            <p:spPr>
              <a:xfrm>
                <a:off x="2243999" y="1085048"/>
                <a:ext cx="9175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15" h="914400">
                    <a:moveTo>
                      <a:pt x="914400" y="914400"/>
                    </a:moveTo>
                    <a:lnTo>
                      <a:pt x="914400" y="898489"/>
                    </a:lnTo>
                    <a:lnTo>
                      <a:pt x="915117" y="901654"/>
                    </a:lnTo>
                    <a:lnTo>
                      <a:pt x="917093" y="911817"/>
                    </a:lnTo>
                    <a:lnTo>
                      <a:pt x="917515" y="914400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7" name="ph7917"/>
              <p:cNvSpPr/>
              <p:nvPr/>
            </p:nvSpPr>
            <p:spPr>
              <a:xfrm>
                <a:off x="3401777" y="1067810"/>
                <a:ext cx="914400" cy="91486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66">
                    <a:moveTo>
                      <a:pt x="914400" y="914400"/>
                    </a:moveTo>
                    <a:lnTo>
                      <a:pt x="914400" y="914866"/>
                    </a:lnTo>
                    <a:lnTo>
                      <a:pt x="913862" y="914400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8" name="ph7918"/>
              <p:cNvSpPr/>
              <p:nvPr/>
            </p:nvSpPr>
            <p:spPr>
              <a:xfrm>
                <a:off x="3401777" y="1067810"/>
                <a:ext cx="923662" cy="92230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0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302"/>
                    </a:lnTo>
                    <a:lnTo>
                      <a:pt x="918397" y="918334"/>
                    </a:lnTo>
                    <a:lnTo>
                      <a:pt x="914400" y="914866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9" name="ph7919"/>
              <p:cNvSpPr/>
              <p:nvPr/>
            </p:nvSpPr>
            <p:spPr>
              <a:xfrm>
                <a:off x="3411039" y="1067810"/>
                <a:ext cx="923662" cy="92787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7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872"/>
                    </a:lnTo>
                    <a:lnTo>
                      <a:pt x="919812" y="925795"/>
                    </a:lnTo>
                    <a:lnTo>
                      <a:pt x="914400" y="922302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0" name="ph7920"/>
              <p:cNvSpPr/>
              <p:nvPr/>
            </p:nvSpPr>
            <p:spPr>
              <a:xfrm>
                <a:off x="34203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936" y="931638"/>
                    </a:lnTo>
                    <a:lnTo>
                      <a:pt x="921581" y="931180"/>
                    </a:lnTo>
                    <a:lnTo>
                      <a:pt x="916028" y="928751"/>
                    </a:lnTo>
                    <a:lnTo>
                      <a:pt x="914400" y="927872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1" name="ph7921"/>
              <p:cNvSpPr/>
              <p:nvPr/>
            </p:nvSpPr>
            <p:spPr>
              <a:xfrm>
                <a:off x="34295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2" name="ph7922"/>
              <p:cNvSpPr/>
              <p:nvPr/>
            </p:nvSpPr>
            <p:spPr>
              <a:xfrm>
                <a:off x="343882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3" name="ph7923"/>
              <p:cNvSpPr/>
              <p:nvPr/>
            </p:nvSpPr>
            <p:spPr>
              <a:xfrm>
                <a:off x="34480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4" name="ph7924"/>
              <p:cNvSpPr/>
              <p:nvPr/>
            </p:nvSpPr>
            <p:spPr>
              <a:xfrm>
                <a:off x="34573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5" name="ph7925"/>
              <p:cNvSpPr/>
              <p:nvPr/>
            </p:nvSpPr>
            <p:spPr>
              <a:xfrm>
                <a:off x="34666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6" name="ph7926"/>
              <p:cNvSpPr/>
              <p:nvPr/>
            </p:nvSpPr>
            <p:spPr>
              <a:xfrm>
                <a:off x="347587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7" name="ph7927"/>
              <p:cNvSpPr/>
              <p:nvPr/>
            </p:nvSpPr>
            <p:spPr>
              <a:xfrm>
                <a:off x="348513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8" name="ph7928"/>
              <p:cNvSpPr/>
              <p:nvPr/>
            </p:nvSpPr>
            <p:spPr>
              <a:xfrm>
                <a:off x="349439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9" name="ph7929"/>
              <p:cNvSpPr/>
              <p:nvPr/>
            </p:nvSpPr>
            <p:spPr>
              <a:xfrm>
                <a:off x="350366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0" name="ph7930"/>
              <p:cNvSpPr/>
              <p:nvPr/>
            </p:nvSpPr>
            <p:spPr>
              <a:xfrm>
                <a:off x="351292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1" name="ph7931"/>
              <p:cNvSpPr/>
              <p:nvPr/>
            </p:nvSpPr>
            <p:spPr>
              <a:xfrm>
                <a:off x="352218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2" name="ph7932"/>
              <p:cNvSpPr/>
              <p:nvPr/>
            </p:nvSpPr>
            <p:spPr>
              <a:xfrm>
                <a:off x="353144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3" name="ph7933"/>
              <p:cNvSpPr/>
              <p:nvPr/>
            </p:nvSpPr>
            <p:spPr>
              <a:xfrm>
                <a:off x="354071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4" name="ph7934"/>
              <p:cNvSpPr/>
              <p:nvPr/>
            </p:nvSpPr>
            <p:spPr>
              <a:xfrm>
                <a:off x="354997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5" name="ph7935"/>
              <p:cNvSpPr/>
              <p:nvPr/>
            </p:nvSpPr>
            <p:spPr>
              <a:xfrm>
                <a:off x="355923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6" name="ph7936"/>
              <p:cNvSpPr/>
              <p:nvPr/>
            </p:nvSpPr>
            <p:spPr>
              <a:xfrm>
                <a:off x="356849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7" name="ph7937"/>
              <p:cNvSpPr/>
              <p:nvPr/>
            </p:nvSpPr>
            <p:spPr>
              <a:xfrm>
                <a:off x="357775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8" name="ph7938"/>
              <p:cNvSpPr/>
              <p:nvPr/>
            </p:nvSpPr>
            <p:spPr>
              <a:xfrm>
                <a:off x="358702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9" name="ph7939"/>
              <p:cNvSpPr/>
              <p:nvPr/>
            </p:nvSpPr>
            <p:spPr>
              <a:xfrm>
                <a:off x="359628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0" name="ph7940"/>
              <p:cNvSpPr/>
              <p:nvPr/>
            </p:nvSpPr>
            <p:spPr>
              <a:xfrm>
                <a:off x="360554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1" name="ph7941"/>
              <p:cNvSpPr/>
              <p:nvPr/>
            </p:nvSpPr>
            <p:spPr>
              <a:xfrm>
                <a:off x="361480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2" name="ph7942"/>
              <p:cNvSpPr/>
              <p:nvPr/>
            </p:nvSpPr>
            <p:spPr>
              <a:xfrm>
                <a:off x="362407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3" name="ph7943"/>
              <p:cNvSpPr/>
              <p:nvPr/>
            </p:nvSpPr>
            <p:spPr>
              <a:xfrm>
                <a:off x="363333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4" name="ph7944"/>
              <p:cNvSpPr/>
              <p:nvPr/>
            </p:nvSpPr>
            <p:spPr>
              <a:xfrm>
                <a:off x="364259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5" name="ph7945"/>
              <p:cNvSpPr/>
              <p:nvPr/>
            </p:nvSpPr>
            <p:spPr>
              <a:xfrm>
                <a:off x="365185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6" name="ph7946"/>
              <p:cNvSpPr/>
              <p:nvPr/>
            </p:nvSpPr>
            <p:spPr>
              <a:xfrm>
                <a:off x="366111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7" name="ph7947"/>
              <p:cNvSpPr/>
              <p:nvPr/>
            </p:nvSpPr>
            <p:spPr>
              <a:xfrm>
                <a:off x="367038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8" name="ph7948"/>
              <p:cNvSpPr/>
              <p:nvPr/>
            </p:nvSpPr>
            <p:spPr>
              <a:xfrm>
                <a:off x="367964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9" name="ph7949"/>
              <p:cNvSpPr/>
              <p:nvPr/>
            </p:nvSpPr>
            <p:spPr>
              <a:xfrm>
                <a:off x="368890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0" name="ph7950"/>
              <p:cNvSpPr/>
              <p:nvPr/>
            </p:nvSpPr>
            <p:spPr>
              <a:xfrm>
                <a:off x="369816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1" name="ph7951"/>
              <p:cNvSpPr/>
              <p:nvPr/>
            </p:nvSpPr>
            <p:spPr>
              <a:xfrm>
                <a:off x="37074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2" name="ph7952"/>
              <p:cNvSpPr/>
              <p:nvPr/>
            </p:nvSpPr>
            <p:spPr>
              <a:xfrm>
                <a:off x="37166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3" name="ph7953"/>
              <p:cNvSpPr/>
              <p:nvPr/>
            </p:nvSpPr>
            <p:spPr>
              <a:xfrm>
                <a:off x="372595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4" name="ph7954"/>
              <p:cNvSpPr/>
              <p:nvPr/>
            </p:nvSpPr>
            <p:spPr>
              <a:xfrm>
                <a:off x="37352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5" name="ph7955"/>
              <p:cNvSpPr/>
              <p:nvPr/>
            </p:nvSpPr>
            <p:spPr>
              <a:xfrm>
                <a:off x="37444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6" name="ph7956"/>
              <p:cNvSpPr/>
              <p:nvPr/>
            </p:nvSpPr>
            <p:spPr>
              <a:xfrm>
                <a:off x="37537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7" name="ph7957"/>
              <p:cNvSpPr/>
              <p:nvPr/>
            </p:nvSpPr>
            <p:spPr>
              <a:xfrm>
                <a:off x="37630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8" name="ph7958"/>
              <p:cNvSpPr/>
              <p:nvPr/>
            </p:nvSpPr>
            <p:spPr>
              <a:xfrm>
                <a:off x="377226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9" name="ph7959"/>
              <p:cNvSpPr/>
              <p:nvPr/>
            </p:nvSpPr>
            <p:spPr>
              <a:xfrm>
                <a:off x="37815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0" name="ph7960"/>
              <p:cNvSpPr/>
              <p:nvPr/>
            </p:nvSpPr>
            <p:spPr>
              <a:xfrm>
                <a:off x="37907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1" name="ph7961"/>
              <p:cNvSpPr/>
              <p:nvPr/>
            </p:nvSpPr>
            <p:spPr>
              <a:xfrm>
                <a:off x="3800052" y="1085048"/>
                <a:ext cx="9196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7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352" y="897161"/>
                    </a:lnTo>
                    <a:lnTo>
                      <a:pt x="918378" y="903865"/>
                    </a:lnTo>
                    <a:lnTo>
                      <a:pt x="919674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2" name="ph7962"/>
              <p:cNvSpPr/>
              <p:nvPr/>
            </p:nvSpPr>
            <p:spPr>
              <a:xfrm>
                <a:off x="2040230" y="10505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845" y="931638"/>
                    </a:lnTo>
                    <a:lnTo>
                      <a:pt x="910515" y="923443"/>
                    </a:lnTo>
                    <a:lnTo>
                      <a:pt x="913824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3" name="ph7963"/>
              <p:cNvSpPr/>
              <p:nvPr/>
            </p:nvSpPr>
            <p:spPr>
              <a:xfrm>
                <a:off x="20402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4" name="ph7964"/>
              <p:cNvSpPr/>
              <p:nvPr/>
            </p:nvSpPr>
            <p:spPr>
              <a:xfrm>
                <a:off x="20494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5" name="ph7965"/>
              <p:cNvSpPr/>
              <p:nvPr/>
            </p:nvSpPr>
            <p:spPr>
              <a:xfrm>
                <a:off x="205875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6" name="ph7966"/>
              <p:cNvSpPr/>
              <p:nvPr/>
            </p:nvSpPr>
            <p:spPr>
              <a:xfrm>
                <a:off x="20680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7" name="ph7967"/>
              <p:cNvSpPr/>
              <p:nvPr/>
            </p:nvSpPr>
            <p:spPr>
              <a:xfrm>
                <a:off x="20772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8" name="ph7968"/>
              <p:cNvSpPr/>
              <p:nvPr/>
            </p:nvSpPr>
            <p:spPr>
              <a:xfrm>
                <a:off x="20865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9" name="ph7969"/>
              <p:cNvSpPr/>
              <p:nvPr/>
            </p:nvSpPr>
            <p:spPr>
              <a:xfrm>
                <a:off x="20958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0" name="ph7970"/>
              <p:cNvSpPr/>
              <p:nvPr/>
            </p:nvSpPr>
            <p:spPr>
              <a:xfrm>
                <a:off x="210506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1" name="ph7971"/>
              <p:cNvSpPr/>
              <p:nvPr/>
            </p:nvSpPr>
            <p:spPr>
              <a:xfrm>
                <a:off x="21143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2" name="ph7972"/>
              <p:cNvSpPr/>
              <p:nvPr/>
            </p:nvSpPr>
            <p:spPr>
              <a:xfrm>
                <a:off x="212359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3" name="ph7973"/>
              <p:cNvSpPr/>
              <p:nvPr/>
            </p:nvSpPr>
            <p:spPr>
              <a:xfrm>
                <a:off x="213285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4" name="ph7974"/>
              <p:cNvSpPr/>
              <p:nvPr/>
            </p:nvSpPr>
            <p:spPr>
              <a:xfrm>
                <a:off x="214211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5" name="ph7975"/>
              <p:cNvSpPr/>
              <p:nvPr/>
            </p:nvSpPr>
            <p:spPr>
              <a:xfrm>
                <a:off x="21513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6" name="ph7976"/>
              <p:cNvSpPr/>
              <p:nvPr/>
            </p:nvSpPr>
            <p:spPr>
              <a:xfrm>
                <a:off x="21606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7" name="ph7977"/>
              <p:cNvSpPr/>
              <p:nvPr/>
            </p:nvSpPr>
            <p:spPr>
              <a:xfrm>
                <a:off x="21699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8" name="ph7978"/>
              <p:cNvSpPr/>
              <p:nvPr/>
            </p:nvSpPr>
            <p:spPr>
              <a:xfrm>
                <a:off x="21791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9" name="ph7979"/>
              <p:cNvSpPr/>
              <p:nvPr/>
            </p:nvSpPr>
            <p:spPr>
              <a:xfrm>
                <a:off x="218842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0" name="ph7980"/>
              <p:cNvSpPr/>
              <p:nvPr/>
            </p:nvSpPr>
            <p:spPr>
              <a:xfrm>
                <a:off x="21976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1" name="ph7981"/>
              <p:cNvSpPr/>
              <p:nvPr/>
            </p:nvSpPr>
            <p:spPr>
              <a:xfrm>
                <a:off x="22069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2" name="ph7982"/>
              <p:cNvSpPr/>
              <p:nvPr/>
            </p:nvSpPr>
            <p:spPr>
              <a:xfrm>
                <a:off x="22162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3" name="ph7983"/>
              <p:cNvSpPr/>
              <p:nvPr/>
            </p:nvSpPr>
            <p:spPr>
              <a:xfrm>
                <a:off x="222547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4" name="ph7984"/>
              <p:cNvSpPr/>
              <p:nvPr/>
            </p:nvSpPr>
            <p:spPr>
              <a:xfrm>
                <a:off x="2234737" y="1067810"/>
                <a:ext cx="9233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6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79" y="897161"/>
                    </a:lnTo>
                    <a:lnTo>
                      <a:pt x="919586" y="899211"/>
                    </a:lnTo>
                    <a:lnTo>
                      <a:pt x="922121" y="908935"/>
                    </a:lnTo>
                    <a:lnTo>
                      <a:pt x="923360" y="914400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5" name="ph7985"/>
              <p:cNvSpPr/>
              <p:nvPr/>
            </p:nvSpPr>
            <p:spPr>
              <a:xfrm>
                <a:off x="3383252" y="1050571"/>
                <a:ext cx="914400" cy="915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67">
                    <a:moveTo>
                      <a:pt x="914400" y="914400"/>
                    </a:moveTo>
                    <a:lnTo>
                      <a:pt x="914400" y="915267"/>
                    </a:lnTo>
                    <a:lnTo>
                      <a:pt x="910477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6" name="ph7986"/>
              <p:cNvSpPr/>
              <p:nvPr/>
            </p:nvSpPr>
            <p:spPr>
              <a:xfrm>
                <a:off x="3383252" y="1050571"/>
                <a:ext cx="923662" cy="9227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20"/>
                    </a:lnTo>
                    <a:lnTo>
                      <a:pt x="921816" y="920667"/>
                    </a:lnTo>
                    <a:lnTo>
                      <a:pt x="917896" y="915780"/>
                    </a:lnTo>
                    <a:lnTo>
                      <a:pt x="915195" y="915443"/>
                    </a:lnTo>
                    <a:lnTo>
                      <a:pt x="914400" y="915267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7" name="ph7987"/>
              <p:cNvSpPr/>
              <p:nvPr/>
            </p:nvSpPr>
            <p:spPr>
              <a:xfrm>
                <a:off x="339251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3124" y="931638"/>
                    </a:lnTo>
                    <a:lnTo>
                      <a:pt x="922489" y="931087"/>
                    </a:lnTo>
                    <a:lnTo>
                      <a:pt x="917449" y="926114"/>
                    </a:lnTo>
                    <a:lnTo>
                      <a:pt x="914400" y="922720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8" name="ph7988"/>
              <p:cNvSpPr/>
              <p:nvPr/>
            </p:nvSpPr>
            <p:spPr>
              <a:xfrm>
                <a:off x="34017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9" name="ph7989"/>
              <p:cNvSpPr/>
              <p:nvPr/>
            </p:nvSpPr>
            <p:spPr>
              <a:xfrm>
                <a:off x="34110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0" name="ph7990"/>
              <p:cNvSpPr/>
              <p:nvPr/>
            </p:nvSpPr>
            <p:spPr>
              <a:xfrm>
                <a:off x="34203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1" name="ph7991"/>
              <p:cNvSpPr/>
              <p:nvPr/>
            </p:nvSpPr>
            <p:spPr>
              <a:xfrm>
                <a:off x="34295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2" name="ph7992"/>
              <p:cNvSpPr/>
              <p:nvPr/>
            </p:nvSpPr>
            <p:spPr>
              <a:xfrm>
                <a:off x="343882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3" name="ph7993"/>
              <p:cNvSpPr/>
              <p:nvPr/>
            </p:nvSpPr>
            <p:spPr>
              <a:xfrm>
                <a:off x="34480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4" name="ph7994"/>
              <p:cNvSpPr/>
              <p:nvPr/>
            </p:nvSpPr>
            <p:spPr>
              <a:xfrm>
                <a:off x="34573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5" name="ph7995"/>
              <p:cNvSpPr/>
              <p:nvPr/>
            </p:nvSpPr>
            <p:spPr>
              <a:xfrm>
                <a:off x="34666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6" name="ph7996"/>
              <p:cNvSpPr/>
              <p:nvPr/>
            </p:nvSpPr>
            <p:spPr>
              <a:xfrm>
                <a:off x="347587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7" name="ph7997"/>
              <p:cNvSpPr/>
              <p:nvPr/>
            </p:nvSpPr>
            <p:spPr>
              <a:xfrm>
                <a:off x="348513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8" name="ph7998"/>
              <p:cNvSpPr/>
              <p:nvPr/>
            </p:nvSpPr>
            <p:spPr>
              <a:xfrm>
                <a:off x="349439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9" name="ph7999"/>
              <p:cNvSpPr/>
              <p:nvPr/>
            </p:nvSpPr>
            <p:spPr>
              <a:xfrm>
                <a:off x="350366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0" name="ph8000"/>
              <p:cNvSpPr/>
              <p:nvPr/>
            </p:nvSpPr>
            <p:spPr>
              <a:xfrm>
                <a:off x="351292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1" name="ph8001"/>
              <p:cNvSpPr/>
              <p:nvPr/>
            </p:nvSpPr>
            <p:spPr>
              <a:xfrm>
                <a:off x="352218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2" name="ph8002"/>
              <p:cNvSpPr/>
              <p:nvPr/>
            </p:nvSpPr>
            <p:spPr>
              <a:xfrm>
                <a:off x="353144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3" name="ph8003"/>
              <p:cNvSpPr/>
              <p:nvPr/>
            </p:nvSpPr>
            <p:spPr>
              <a:xfrm>
                <a:off x="354071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4" name="ph8004"/>
              <p:cNvSpPr/>
              <p:nvPr/>
            </p:nvSpPr>
            <p:spPr>
              <a:xfrm>
                <a:off x="354997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5" name="ph8005"/>
              <p:cNvSpPr/>
              <p:nvPr/>
            </p:nvSpPr>
            <p:spPr>
              <a:xfrm>
                <a:off x="355923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6" name="ph8006"/>
              <p:cNvSpPr/>
              <p:nvPr/>
            </p:nvSpPr>
            <p:spPr>
              <a:xfrm>
                <a:off x="356849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7" name="ph8007"/>
              <p:cNvSpPr/>
              <p:nvPr/>
            </p:nvSpPr>
            <p:spPr>
              <a:xfrm>
                <a:off x="357775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8" name="ph8008"/>
              <p:cNvSpPr/>
              <p:nvPr/>
            </p:nvSpPr>
            <p:spPr>
              <a:xfrm>
                <a:off x="358702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9" name="ph8009"/>
              <p:cNvSpPr/>
              <p:nvPr/>
            </p:nvSpPr>
            <p:spPr>
              <a:xfrm>
                <a:off x="359628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0" name="ph8010"/>
              <p:cNvSpPr/>
              <p:nvPr/>
            </p:nvSpPr>
            <p:spPr>
              <a:xfrm>
                <a:off x="360554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1" name="ph8011"/>
              <p:cNvSpPr/>
              <p:nvPr/>
            </p:nvSpPr>
            <p:spPr>
              <a:xfrm>
                <a:off x="361480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2" name="ph8012"/>
              <p:cNvSpPr/>
              <p:nvPr/>
            </p:nvSpPr>
            <p:spPr>
              <a:xfrm>
                <a:off x="362407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3" name="ph8013"/>
              <p:cNvSpPr/>
              <p:nvPr/>
            </p:nvSpPr>
            <p:spPr>
              <a:xfrm>
                <a:off x="363333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4" name="ph8014"/>
              <p:cNvSpPr/>
              <p:nvPr/>
            </p:nvSpPr>
            <p:spPr>
              <a:xfrm>
                <a:off x="364259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5" name="ph8015"/>
              <p:cNvSpPr/>
              <p:nvPr/>
            </p:nvSpPr>
            <p:spPr>
              <a:xfrm>
                <a:off x="365185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6" name="ph8016"/>
              <p:cNvSpPr/>
              <p:nvPr/>
            </p:nvSpPr>
            <p:spPr>
              <a:xfrm>
                <a:off x="366111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7" name="ph8017"/>
              <p:cNvSpPr/>
              <p:nvPr/>
            </p:nvSpPr>
            <p:spPr>
              <a:xfrm>
                <a:off x="367038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8" name="ph8018"/>
              <p:cNvSpPr/>
              <p:nvPr/>
            </p:nvSpPr>
            <p:spPr>
              <a:xfrm>
                <a:off x="367964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9" name="ph8019"/>
              <p:cNvSpPr/>
              <p:nvPr/>
            </p:nvSpPr>
            <p:spPr>
              <a:xfrm>
                <a:off x="368890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0" name="ph8020"/>
              <p:cNvSpPr/>
              <p:nvPr/>
            </p:nvSpPr>
            <p:spPr>
              <a:xfrm>
                <a:off x="369816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1" name="ph8021"/>
              <p:cNvSpPr/>
              <p:nvPr/>
            </p:nvSpPr>
            <p:spPr>
              <a:xfrm>
                <a:off x="37074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2" name="ph8022"/>
              <p:cNvSpPr/>
              <p:nvPr/>
            </p:nvSpPr>
            <p:spPr>
              <a:xfrm>
                <a:off x="37166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3" name="ph8023"/>
              <p:cNvSpPr/>
              <p:nvPr/>
            </p:nvSpPr>
            <p:spPr>
              <a:xfrm>
                <a:off x="372595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4" name="ph8024"/>
              <p:cNvSpPr/>
              <p:nvPr/>
            </p:nvSpPr>
            <p:spPr>
              <a:xfrm>
                <a:off x="37352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5" name="ph8025"/>
              <p:cNvSpPr/>
              <p:nvPr/>
            </p:nvSpPr>
            <p:spPr>
              <a:xfrm>
                <a:off x="37444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6" name="ph8026"/>
              <p:cNvSpPr/>
              <p:nvPr/>
            </p:nvSpPr>
            <p:spPr>
              <a:xfrm>
                <a:off x="37537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7" name="ph8027"/>
              <p:cNvSpPr/>
              <p:nvPr/>
            </p:nvSpPr>
            <p:spPr>
              <a:xfrm>
                <a:off x="37630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8" name="ph8028"/>
              <p:cNvSpPr/>
              <p:nvPr/>
            </p:nvSpPr>
            <p:spPr>
              <a:xfrm>
                <a:off x="377226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9" name="ph8029"/>
              <p:cNvSpPr/>
              <p:nvPr/>
            </p:nvSpPr>
            <p:spPr>
              <a:xfrm>
                <a:off x="37815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0" name="ph8030"/>
              <p:cNvSpPr/>
              <p:nvPr/>
            </p:nvSpPr>
            <p:spPr>
              <a:xfrm>
                <a:off x="3800052" y="10678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92" y="897161"/>
                    </a:lnTo>
                    <a:lnTo>
                      <a:pt x="914400" y="89812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1" name="ph8031"/>
              <p:cNvSpPr/>
              <p:nvPr/>
            </p:nvSpPr>
            <p:spPr>
              <a:xfrm>
                <a:off x="3800052" y="1067810"/>
                <a:ext cx="9173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52" h="914400">
                    <a:moveTo>
                      <a:pt x="914400" y="914400"/>
                    </a:moveTo>
                    <a:lnTo>
                      <a:pt x="914400" y="898120"/>
                    </a:lnTo>
                    <a:lnTo>
                      <a:pt x="914874" y="900311"/>
                    </a:lnTo>
                    <a:lnTo>
                      <a:pt x="916773" y="910621"/>
                    </a:lnTo>
                    <a:lnTo>
                      <a:pt x="917352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2" name="ph8032"/>
              <p:cNvSpPr/>
              <p:nvPr/>
            </p:nvSpPr>
            <p:spPr>
              <a:xfrm>
                <a:off x="2040230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24" y="914400"/>
                    </a:lnTo>
                    <a:lnTo>
                      <a:pt x="914400" y="91299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3" name="ph8033"/>
              <p:cNvSpPr/>
              <p:nvPr/>
            </p:nvSpPr>
            <p:spPr>
              <a:xfrm>
                <a:off x="2049492" y="10333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229"/>
                    </a:lnTo>
                    <a:lnTo>
                      <a:pt x="908037" y="923125"/>
                    </a:lnTo>
                    <a:lnTo>
                      <a:pt x="911789" y="914865"/>
                    </a:lnTo>
                    <a:lnTo>
                      <a:pt x="912013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4" name="ph8034"/>
              <p:cNvSpPr/>
              <p:nvPr/>
            </p:nvSpPr>
            <p:spPr>
              <a:xfrm>
                <a:off x="20494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5" name="ph8035"/>
              <p:cNvSpPr/>
              <p:nvPr/>
            </p:nvSpPr>
            <p:spPr>
              <a:xfrm>
                <a:off x="205875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6" name="ph8036"/>
              <p:cNvSpPr/>
              <p:nvPr/>
            </p:nvSpPr>
            <p:spPr>
              <a:xfrm>
                <a:off x="20680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7" name="ph8037"/>
              <p:cNvSpPr/>
              <p:nvPr/>
            </p:nvSpPr>
            <p:spPr>
              <a:xfrm>
                <a:off x="20772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8" name="ph8038"/>
              <p:cNvSpPr/>
              <p:nvPr/>
            </p:nvSpPr>
            <p:spPr>
              <a:xfrm>
                <a:off x="20865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9" name="ph8039"/>
              <p:cNvSpPr/>
              <p:nvPr/>
            </p:nvSpPr>
            <p:spPr>
              <a:xfrm>
                <a:off x="20958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0" name="ph8040"/>
              <p:cNvSpPr/>
              <p:nvPr/>
            </p:nvSpPr>
            <p:spPr>
              <a:xfrm>
                <a:off x="210506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1" name="ph8041"/>
              <p:cNvSpPr/>
              <p:nvPr/>
            </p:nvSpPr>
            <p:spPr>
              <a:xfrm>
                <a:off x="21143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2" name="ph8042"/>
              <p:cNvSpPr/>
              <p:nvPr/>
            </p:nvSpPr>
            <p:spPr>
              <a:xfrm>
                <a:off x="21235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3" name="ph8043"/>
              <p:cNvSpPr/>
              <p:nvPr/>
            </p:nvSpPr>
            <p:spPr>
              <a:xfrm>
                <a:off x="21328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4" name="ph8044"/>
              <p:cNvSpPr/>
              <p:nvPr/>
            </p:nvSpPr>
            <p:spPr>
              <a:xfrm>
                <a:off x="214211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5" name="ph8045"/>
              <p:cNvSpPr/>
              <p:nvPr/>
            </p:nvSpPr>
            <p:spPr>
              <a:xfrm>
                <a:off x="21513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6" name="ph8046"/>
              <p:cNvSpPr/>
              <p:nvPr/>
            </p:nvSpPr>
            <p:spPr>
              <a:xfrm>
                <a:off x="21606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7" name="ph8047"/>
              <p:cNvSpPr/>
              <p:nvPr/>
            </p:nvSpPr>
            <p:spPr>
              <a:xfrm>
                <a:off x="21699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8" name="ph8048"/>
              <p:cNvSpPr/>
              <p:nvPr/>
            </p:nvSpPr>
            <p:spPr>
              <a:xfrm>
                <a:off x="21791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9" name="ph8049"/>
              <p:cNvSpPr/>
              <p:nvPr/>
            </p:nvSpPr>
            <p:spPr>
              <a:xfrm>
                <a:off x="218842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0" name="ph8050"/>
              <p:cNvSpPr/>
              <p:nvPr/>
            </p:nvSpPr>
            <p:spPr>
              <a:xfrm>
                <a:off x="21976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1" name="ph8051"/>
              <p:cNvSpPr/>
              <p:nvPr/>
            </p:nvSpPr>
            <p:spPr>
              <a:xfrm>
                <a:off x="22069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2" name="ph8052"/>
              <p:cNvSpPr/>
              <p:nvPr/>
            </p:nvSpPr>
            <p:spPr>
              <a:xfrm>
                <a:off x="22162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3" name="ph8053"/>
              <p:cNvSpPr/>
              <p:nvPr/>
            </p:nvSpPr>
            <p:spPr>
              <a:xfrm>
                <a:off x="2234737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474" y="897161"/>
                    </a:lnTo>
                    <a:lnTo>
                      <a:pt x="913715" y="897806"/>
                    </a:lnTo>
                    <a:lnTo>
                      <a:pt x="914400" y="899854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4" name="ph8054"/>
              <p:cNvSpPr/>
              <p:nvPr/>
            </p:nvSpPr>
            <p:spPr>
              <a:xfrm>
                <a:off x="2234737" y="1050571"/>
                <a:ext cx="918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79" h="914400">
                    <a:moveTo>
                      <a:pt x="914400" y="914400"/>
                    </a:moveTo>
                    <a:lnTo>
                      <a:pt x="914400" y="899854"/>
                    </a:lnTo>
                    <a:lnTo>
                      <a:pt x="916782" y="906985"/>
                    </a:lnTo>
                    <a:lnTo>
                      <a:pt x="918979" y="914400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5" name="ph8055"/>
              <p:cNvSpPr/>
              <p:nvPr/>
            </p:nvSpPr>
            <p:spPr>
              <a:xfrm>
                <a:off x="3355465" y="1033333"/>
                <a:ext cx="914400" cy="92047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479">
                    <a:moveTo>
                      <a:pt x="914400" y="914400"/>
                    </a:moveTo>
                    <a:lnTo>
                      <a:pt x="914400" y="920479"/>
                    </a:lnTo>
                    <a:lnTo>
                      <a:pt x="909826" y="917122"/>
                    </a:lnTo>
                    <a:lnTo>
                      <a:pt x="906613" y="914400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6" name="ph8056"/>
              <p:cNvSpPr/>
              <p:nvPr/>
            </p:nvSpPr>
            <p:spPr>
              <a:xfrm>
                <a:off x="3355465" y="1033333"/>
                <a:ext cx="923662" cy="9260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0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6030"/>
                    </a:lnTo>
                    <a:lnTo>
                      <a:pt x="920571" y="924421"/>
                    </a:lnTo>
                    <a:lnTo>
                      <a:pt x="915148" y="921029"/>
                    </a:lnTo>
                    <a:lnTo>
                      <a:pt x="914400" y="920479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7" name="ph8057"/>
              <p:cNvSpPr/>
              <p:nvPr/>
            </p:nvSpPr>
            <p:spPr>
              <a:xfrm>
                <a:off x="3364728" y="1033333"/>
                <a:ext cx="923662" cy="9300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029"/>
                    </a:lnTo>
                    <a:lnTo>
                      <a:pt x="922400" y="929626"/>
                    </a:lnTo>
                    <a:lnTo>
                      <a:pt x="916819" y="927289"/>
                    </a:lnTo>
                    <a:lnTo>
                      <a:pt x="914400" y="926030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8" name="ph8058"/>
              <p:cNvSpPr/>
              <p:nvPr/>
            </p:nvSpPr>
            <p:spPr>
              <a:xfrm>
                <a:off x="33739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39" y="931638"/>
                    </a:lnTo>
                    <a:lnTo>
                      <a:pt x="918777" y="931425"/>
                    </a:lnTo>
                    <a:lnTo>
                      <a:pt x="914400" y="93002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9" name="ph8059"/>
              <p:cNvSpPr/>
              <p:nvPr/>
            </p:nvSpPr>
            <p:spPr>
              <a:xfrm>
                <a:off x="33832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0" name="ph8060"/>
              <p:cNvSpPr/>
              <p:nvPr/>
            </p:nvSpPr>
            <p:spPr>
              <a:xfrm>
                <a:off x="339251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1" name="ph8061"/>
              <p:cNvSpPr/>
              <p:nvPr/>
            </p:nvSpPr>
            <p:spPr>
              <a:xfrm>
                <a:off x="34017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2" name="ph8062"/>
              <p:cNvSpPr/>
              <p:nvPr/>
            </p:nvSpPr>
            <p:spPr>
              <a:xfrm>
                <a:off x="34110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3" name="ph8063"/>
              <p:cNvSpPr/>
              <p:nvPr/>
            </p:nvSpPr>
            <p:spPr>
              <a:xfrm>
                <a:off x="34203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4" name="ph8064"/>
              <p:cNvSpPr/>
              <p:nvPr/>
            </p:nvSpPr>
            <p:spPr>
              <a:xfrm>
                <a:off x="34295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5" name="ph8065"/>
              <p:cNvSpPr/>
              <p:nvPr/>
            </p:nvSpPr>
            <p:spPr>
              <a:xfrm>
                <a:off x="343882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6" name="ph8066"/>
              <p:cNvSpPr/>
              <p:nvPr/>
            </p:nvSpPr>
            <p:spPr>
              <a:xfrm>
                <a:off x="34480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7" name="ph8067"/>
              <p:cNvSpPr/>
              <p:nvPr/>
            </p:nvSpPr>
            <p:spPr>
              <a:xfrm>
                <a:off x="34573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8" name="ph8068"/>
              <p:cNvSpPr/>
              <p:nvPr/>
            </p:nvSpPr>
            <p:spPr>
              <a:xfrm>
                <a:off x="34666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9" name="ph8069"/>
              <p:cNvSpPr/>
              <p:nvPr/>
            </p:nvSpPr>
            <p:spPr>
              <a:xfrm>
                <a:off x="347587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0" name="ph8070"/>
              <p:cNvSpPr/>
              <p:nvPr/>
            </p:nvSpPr>
            <p:spPr>
              <a:xfrm>
                <a:off x="348513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1" name="ph8071"/>
              <p:cNvSpPr/>
              <p:nvPr/>
            </p:nvSpPr>
            <p:spPr>
              <a:xfrm>
                <a:off x="349439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2" name="ph8072"/>
              <p:cNvSpPr/>
              <p:nvPr/>
            </p:nvSpPr>
            <p:spPr>
              <a:xfrm>
                <a:off x="350366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3" name="ph8073"/>
              <p:cNvSpPr/>
              <p:nvPr/>
            </p:nvSpPr>
            <p:spPr>
              <a:xfrm>
                <a:off x="351292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4" name="ph8074"/>
              <p:cNvSpPr/>
              <p:nvPr/>
            </p:nvSpPr>
            <p:spPr>
              <a:xfrm>
                <a:off x="352218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5" name="ph8075"/>
              <p:cNvSpPr/>
              <p:nvPr/>
            </p:nvSpPr>
            <p:spPr>
              <a:xfrm>
                <a:off x="353144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6" name="ph8076"/>
              <p:cNvSpPr/>
              <p:nvPr/>
            </p:nvSpPr>
            <p:spPr>
              <a:xfrm>
                <a:off x="354071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7" name="ph8077"/>
              <p:cNvSpPr/>
              <p:nvPr/>
            </p:nvSpPr>
            <p:spPr>
              <a:xfrm>
                <a:off x="354997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8" name="ph8078"/>
              <p:cNvSpPr/>
              <p:nvPr/>
            </p:nvSpPr>
            <p:spPr>
              <a:xfrm>
                <a:off x="355923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9" name="ph8079"/>
              <p:cNvSpPr/>
              <p:nvPr/>
            </p:nvSpPr>
            <p:spPr>
              <a:xfrm>
                <a:off x="356849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0" name="ph8080"/>
              <p:cNvSpPr/>
              <p:nvPr/>
            </p:nvSpPr>
            <p:spPr>
              <a:xfrm>
                <a:off x="357775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1" name="ph8081"/>
              <p:cNvSpPr/>
              <p:nvPr/>
            </p:nvSpPr>
            <p:spPr>
              <a:xfrm>
                <a:off x="358702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2" name="ph8082"/>
              <p:cNvSpPr/>
              <p:nvPr/>
            </p:nvSpPr>
            <p:spPr>
              <a:xfrm>
                <a:off x="359628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3" name="ph8083"/>
              <p:cNvSpPr/>
              <p:nvPr/>
            </p:nvSpPr>
            <p:spPr>
              <a:xfrm>
                <a:off x="360554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4" name="ph8084"/>
              <p:cNvSpPr/>
              <p:nvPr/>
            </p:nvSpPr>
            <p:spPr>
              <a:xfrm>
                <a:off x="361480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5" name="ph8085"/>
              <p:cNvSpPr/>
              <p:nvPr/>
            </p:nvSpPr>
            <p:spPr>
              <a:xfrm>
                <a:off x="362407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6" name="ph8086"/>
              <p:cNvSpPr/>
              <p:nvPr/>
            </p:nvSpPr>
            <p:spPr>
              <a:xfrm>
                <a:off x="363333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7" name="ph8087"/>
              <p:cNvSpPr/>
              <p:nvPr/>
            </p:nvSpPr>
            <p:spPr>
              <a:xfrm>
                <a:off x="364259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8" name="ph8088"/>
              <p:cNvSpPr/>
              <p:nvPr/>
            </p:nvSpPr>
            <p:spPr>
              <a:xfrm>
                <a:off x="365185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9" name="ph8089"/>
              <p:cNvSpPr/>
              <p:nvPr/>
            </p:nvSpPr>
            <p:spPr>
              <a:xfrm>
                <a:off x="366111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0" name="ph8090"/>
              <p:cNvSpPr/>
              <p:nvPr/>
            </p:nvSpPr>
            <p:spPr>
              <a:xfrm>
                <a:off x="367038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1" name="ph8091"/>
              <p:cNvSpPr/>
              <p:nvPr/>
            </p:nvSpPr>
            <p:spPr>
              <a:xfrm>
                <a:off x="367964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2" name="ph8092"/>
              <p:cNvSpPr/>
              <p:nvPr/>
            </p:nvSpPr>
            <p:spPr>
              <a:xfrm>
                <a:off x="368890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3" name="ph8093"/>
              <p:cNvSpPr/>
              <p:nvPr/>
            </p:nvSpPr>
            <p:spPr>
              <a:xfrm>
                <a:off x="369816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4" name="ph8094"/>
              <p:cNvSpPr/>
              <p:nvPr/>
            </p:nvSpPr>
            <p:spPr>
              <a:xfrm>
                <a:off x="370743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5" name="ph8095"/>
              <p:cNvSpPr/>
              <p:nvPr/>
            </p:nvSpPr>
            <p:spPr>
              <a:xfrm>
                <a:off x="37166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6" name="ph8096"/>
              <p:cNvSpPr/>
              <p:nvPr/>
            </p:nvSpPr>
            <p:spPr>
              <a:xfrm>
                <a:off x="372595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7" name="ph8097"/>
              <p:cNvSpPr/>
              <p:nvPr/>
            </p:nvSpPr>
            <p:spPr>
              <a:xfrm>
                <a:off x="37352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8" name="ph8098"/>
              <p:cNvSpPr/>
              <p:nvPr/>
            </p:nvSpPr>
            <p:spPr>
              <a:xfrm>
                <a:off x="37444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9" name="ph8099"/>
              <p:cNvSpPr/>
              <p:nvPr/>
            </p:nvSpPr>
            <p:spPr>
              <a:xfrm>
                <a:off x="37537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0" name="ph8100"/>
              <p:cNvSpPr/>
              <p:nvPr/>
            </p:nvSpPr>
            <p:spPr>
              <a:xfrm>
                <a:off x="37630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1" name="ph8101"/>
              <p:cNvSpPr/>
              <p:nvPr/>
            </p:nvSpPr>
            <p:spPr>
              <a:xfrm>
                <a:off x="377226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2" name="ph8102"/>
              <p:cNvSpPr/>
              <p:nvPr/>
            </p:nvSpPr>
            <p:spPr>
              <a:xfrm>
                <a:off x="37815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3" name="ph8103"/>
              <p:cNvSpPr/>
              <p:nvPr/>
            </p:nvSpPr>
            <p:spPr>
              <a:xfrm>
                <a:off x="3790790" y="1050571"/>
                <a:ext cx="9234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5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92" y="897246"/>
                    </a:lnTo>
                    <a:lnTo>
                      <a:pt x="919476" y="897559"/>
                    </a:lnTo>
                    <a:lnTo>
                      <a:pt x="921947" y="907440"/>
                    </a:lnTo>
                    <a:lnTo>
                      <a:pt x="923454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4" name="ph8104"/>
              <p:cNvSpPr/>
              <p:nvPr/>
            </p:nvSpPr>
            <p:spPr>
              <a:xfrm>
                <a:off x="2049492" y="10333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13" y="914400"/>
                    </a:lnTo>
                    <a:lnTo>
                      <a:pt x="912147" y="914119"/>
                    </a:lnTo>
                    <a:lnTo>
                      <a:pt x="912327" y="913743"/>
                    </a:lnTo>
                    <a:lnTo>
                      <a:pt x="912507" y="913367"/>
                    </a:lnTo>
                    <a:lnTo>
                      <a:pt x="912687" y="912991"/>
                    </a:lnTo>
                    <a:lnTo>
                      <a:pt x="912867" y="912615"/>
                    </a:lnTo>
                    <a:lnTo>
                      <a:pt x="913047" y="912240"/>
                    </a:lnTo>
                    <a:lnTo>
                      <a:pt x="913227" y="911864"/>
                    </a:lnTo>
                    <a:lnTo>
                      <a:pt x="913408" y="911488"/>
                    </a:lnTo>
                    <a:lnTo>
                      <a:pt x="913588" y="911112"/>
                    </a:lnTo>
                    <a:lnTo>
                      <a:pt x="913768" y="910736"/>
                    </a:lnTo>
                    <a:lnTo>
                      <a:pt x="913948" y="910360"/>
                    </a:lnTo>
                    <a:lnTo>
                      <a:pt x="914128" y="909985"/>
                    </a:lnTo>
                    <a:lnTo>
                      <a:pt x="914308" y="909609"/>
                    </a:lnTo>
                    <a:lnTo>
                      <a:pt x="914400" y="90941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5" name="ph8105"/>
              <p:cNvSpPr/>
              <p:nvPr/>
            </p:nvSpPr>
            <p:spPr>
              <a:xfrm>
                <a:off x="2058755" y="10160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657"/>
                    </a:lnTo>
                    <a:lnTo>
                      <a:pt x="905226" y="926471"/>
                    </a:lnTo>
                    <a:lnTo>
                      <a:pt x="905407" y="926096"/>
                    </a:lnTo>
                    <a:lnTo>
                      <a:pt x="905587" y="925720"/>
                    </a:lnTo>
                    <a:lnTo>
                      <a:pt x="905767" y="925344"/>
                    </a:lnTo>
                    <a:lnTo>
                      <a:pt x="905947" y="924968"/>
                    </a:lnTo>
                    <a:lnTo>
                      <a:pt x="906127" y="924592"/>
                    </a:lnTo>
                    <a:lnTo>
                      <a:pt x="906308" y="924217"/>
                    </a:lnTo>
                    <a:lnTo>
                      <a:pt x="906488" y="923841"/>
                    </a:lnTo>
                    <a:lnTo>
                      <a:pt x="906668" y="923465"/>
                    </a:lnTo>
                    <a:lnTo>
                      <a:pt x="906849" y="923089"/>
                    </a:lnTo>
                    <a:lnTo>
                      <a:pt x="907029" y="922713"/>
                    </a:lnTo>
                    <a:lnTo>
                      <a:pt x="907209" y="922338"/>
                    </a:lnTo>
                    <a:lnTo>
                      <a:pt x="907390" y="921962"/>
                    </a:lnTo>
                    <a:lnTo>
                      <a:pt x="907570" y="921586"/>
                    </a:lnTo>
                    <a:lnTo>
                      <a:pt x="907750" y="921210"/>
                    </a:lnTo>
                    <a:lnTo>
                      <a:pt x="907931" y="920834"/>
                    </a:lnTo>
                    <a:lnTo>
                      <a:pt x="908111" y="920459"/>
                    </a:lnTo>
                    <a:lnTo>
                      <a:pt x="908291" y="920083"/>
                    </a:lnTo>
                    <a:lnTo>
                      <a:pt x="908472" y="919707"/>
                    </a:lnTo>
                    <a:lnTo>
                      <a:pt x="908652" y="919331"/>
                    </a:lnTo>
                    <a:lnTo>
                      <a:pt x="908833" y="918956"/>
                    </a:lnTo>
                    <a:lnTo>
                      <a:pt x="909013" y="918580"/>
                    </a:lnTo>
                    <a:lnTo>
                      <a:pt x="909194" y="918204"/>
                    </a:lnTo>
                    <a:lnTo>
                      <a:pt x="909374" y="917828"/>
                    </a:lnTo>
                    <a:lnTo>
                      <a:pt x="909554" y="917452"/>
                    </a:lnTo>
                    <a:lnTo>
                      <a:pt x="909735" y="917077"/>
                    </a:lnTo>
                    <a:lnTo>
                      <a:pt x="909915" y="916701"/>
                    </a:lnTo>
                    <a:lnTo>
                      <a:pt x="910096" y="916325"/>
                    </a:lnTo>
                    <a:lnTo>
                      <a:pt x="910276" y="915949"/>
                    </a:lnTo>
                    <a:lnTo>
                      <a:pt x="910457" y="915574"/>
                    </a:lnTo>
                    <a:lnTo>
                      <a:pt x="910638" y="915198"/>
                    </a:lnTo>
                    <a:lnTo>
                      <a:pt x="910818" y="914822"/>
                    </a:lnTo>
                    <a:lnTo>
                      <a:pt x="911021" y="914400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6" name="ph8106"/>
              <p:cNvSpPr/>
              <p:nvPr/>
            </p:nvSpPr>
            <p:spPr>
              <a:xfrm>
                <a:off x="205875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7" name="ph8107"/>
              <p:cNvSpPr/>
              <p:nvPr/>
            </p:nvSpPr>
            <p:spPr>
              <a:xfrm>
                <a:off x="20680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8" name="ph8108"/>
              <p:cNvSpPr/>
              <p:nvPr/>
            </p:nvSpPr>
            <p:spPr>
              <a:xfrm>
                <a:off x="20772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9" name="ph8109"/>
              <p:cNvSpPr/>
              <p:nvPr/>
            </p:nvSpPr>
            <p:spPr>
              <a:xfrm>
                <a:off x="20865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0" name="ph8110"/>
              <p:cNvSpPr/>
              <p:nvPr/>
            </p:nvSpPr>
            <p:spPr>
              <a:xfrm>
                <a:off x="20958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1" name="ph8111"/>
              <p:cNvSpPr/>
              <p:nvPr/>
            </p:nvSpPr>
            <p:spPr>
              <a:xfrm>
                <a:off x="210506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2" name="ph8112"/>
              <p:cNvSpPr/>
              <p:nvPr/>
            </p:nvSpPr>
            <p:spPr>
              <a:xfrm>
                <a:off x="21143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3" name="ph8113"/>
              <p:cNvSpPr/>
              <p:nvPr/>
            </p:nvSpPr>
            <p:spPr>
              <a:xfrm>
                <a:off x="21235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4" name="ph8114"/>
              <p:cNvSpPr/>
              <p:nvPr/>
            </p:nvSpPr>
            <p:spPr>
              <a:xfrm>
                <a:off x="21328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5" name="ph8115"/>
              <p:cNvSpPr/>
              <p:nvPr/>
            </p:nvSpPr>
            <p:spPr>
              <a:xfrm>
                <a:off x="214211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6" name="ph8116"/>
              <p:cNvSpPr/>
              <p:nvPr/>
            </p:nvSpPr>
            <p:spPr>
              <a:xfrm>
                <a:off x="21513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7" name="ph8117"/>
              <p:cNvSpPr/>
              <p:nvPr/>
            </p:nvSpPr>
            <p:spPr>
              <a:xfrm>
                <a:off x="21606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8" name="ph8118"/>
              <p:cNvSpPr/>
              <p:nvPr/>
            </p:nvSpPr>
            <p:spPr>
              <a:xfrm>
                <a:off x="21699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9" name="ph8119"/>
              <p:cNvSpPr/>
              <p:nvPr/>
            </p:nvSpPr>
            <p:spPr>
              <a:xfrm>
                <a:off x="21791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0" name="ph8120"/>
              <p:cNvSpPr/>
              <p:nvPr/>
            </p:nvSpPr>
            <p:spPr>
              <a:xfrm>
                <a:off x="218842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1" name="ph8121"/>
              <p:cNvSpPr/>
              <p:nvPr/>
            </p:nvSpPr>
            <p:spPr>
              <a:xfrm>
                <a:off x="21976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2" name="ph8122"/>
              <p:cNvSpPr/>
              <p:nvPr/>
            </p:nvSpPr>
            <p:spPr>
              <a:xfrm>
                <a:off x="22069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3" name="ph8123"/>
              <p:cNvSpPr/>
              <p:nvPr/>
            </p:nvSpPr>
            <p:spPr>
              <a:xfrm>
                <a:off x="22162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4" name="ph8124"/>
              <p:cNvSpPr/>
              <p:nvPr/>
            </p:nvSpPr>
            <p:spPr>
              <a:xfrm>
                <a:off x="2225475" y="1033333"/>
                <a:ext cx="9227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3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871" y="897161"/>
                    </a:lnTo>
                    <a:lnTo>
                      <a:pt x="916094" y="897642"/>
                    </a:lnTo>
                    <a:lnTo>
                      <a:pt x="919658" y="906176"/>
                    </a:lnTo>
                    <a:lnTo>
                      <a:pt x="922736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5" name="ph8125"/>
              <p:cNvSpPr/>
              <p:nvPr/>
            </p:nvSpPr>
            <p:spPr>
              <a:xfrm>
                <a:off x="3336941" y="1016094"/>
                <a:ext cx="914400" cy="9212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01">
                    <a:moveTo>
                      <a:pt x="914400" y="914400"/>
                    </a:moveTo>
                    <a:lnTo>
                      <a:pt x="914323" y="921201"/>
                    </a:lnTo>
                    <a:lnTo>
                      <a:pt x="913077" y="919922"/>
                    </a:lnTo>
                    <a:lnTo>
                      <a:pt x="911831" y="918644"/>
                    </a:lnTo>
                    <a:lnTo>
                      <a:pt x="910584" y="917365"/>
                    </a:lnTo>
                    <a:lnTo>
                      <a:pt x="909337" y="916086"/>
                    </a:lnTo>
                    <a:lnTo>
                      <a:pt x="908090" y="914808"/>
                    </a:lnTo>
                    <a:lnTo>
                      <a:pt x="907692" y="91440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6" name="ph8126"/>
              <p:cNvSpPr/>
              <p:nvPr/>
            </p:nvSpPr>
            <p:spPr>
              <a:xfrm>
                <a:off x="3336941" y="1016094"/>
                <a:ext cx="923662" cy="93038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8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388"/>
                    </a:lnTo>
                    <a:lnTo>
                      <a:pt x="923144" y="929949"/>
                    </a:lnTo>
                    <a:lnTo>
                      <a:pt x="918066" y="925045"/>
                    </a:lnTo>
                    <a:lnTo>
                      <a:pt x="916814" y="923759"/>
                    </a:lnTo>
                    <a:lnTo>
                      <a:pt x="915569" y="922480"/>
                    </a:lnTo>
                    <a:lnTo>
                      <a:pt x="914400" y="92128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7" name="ph8127"/>
              <p:cNvSpPr/>
              <p:nvPr/>
            </p:nvSpPr>
            <p:spPr>
              <a:xfrm>
                <a:off x="33462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75" y="931638"/>
                    </a:lnTo>
                    <a:lnTo>
                      <a:pt x="914400" y="93038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8" name="ph8128"/>
              <p:cNvSpPr/>
              <p:nvPr/>
            </p:nvSpPr>
            <p:spPr>
              <a:xfrm>
                <a:off x="33554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9" name="ph8129"/>
              <p:cNvSpPr/>
              <p:nvPr/>
            </p:nvSpPr>
            <p:spPr>
              <a:xfrm>
                <a:off x="33647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0" name="ph8130"/>
              <p:cNvSpPr/>
              <p:nvPr/>
            </p:nvSpPr>
            <p:spPr>
              <a:xfrm>
                <a:off x="33739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1" name="ph8131"/>
              <p:cNvSpPr/>
              <p:nvPr/>
            </p:nvSpPr>
            <p:spPr>
              <a:xfrm>
                <a:off x="33832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2" name="ph8132"/>
              <p:cNvSpPr/>
              <p:nvPr/>
            </p:nvSpPr>
            <p:spPr>
              <a:xfrm>
                <a:off x="339251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3" name="ph8133"/>
              <p:cNvSpPr/>
              <p:nvPr/>
            </p:nvSpPr>
            <p:spPr>
              <a:xfrm>
                <a:off x="34017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4" name="ph8134"/>
              <p:cNvSpPr/>
              <p:nvPr/>
            </p:nvSpPr>
            <p:spPr>
              <a:xfrm>
                <a:off x="34110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5" name="ph8135"/>
              <p:cNvSpPr/>
              <p:nvPr/>
            </p:nvSpPr>
            <p:spPr>
              <a:xfrm>
                <a:off x="34203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6" name="ph8136"/>
              <p:cNvSpPr/>
              <p:nvPr/>
            </p:nvSpPr>
            <p:spPr>
              <a:xfrm>
                <a:off x="34295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7" name="ph8137"/>
              <p:cNvSpPr/>
              <p:nvPr/>
            </p:nvSpPr>
            <p:spPr>
              <a:xfrm>
                <a:off x="343882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8" name="ph8138"/>
              <p:cNvSpPr/>
              <p:nvPr/>
            </p:nvSpPr>
            <p:spPr>
              <a:xfrm>
                <a:off x="34480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9" name="ph8139"/>
              <p:cNvSpPr/>
              <p:nvPr/>
            </p:nvSpPr>
            <p:spPr>
              <a:xfrm>
                <a:off x="34573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0" name="ph8140"/>
              <p:cNvSpPr/>
              <p:nvPr/>
            </p:nvSpPr>
            <p:spPr>
              <a:xfrm>
                <a:off x="34666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1" name="ph8141"/>
              <p:cNvSpPr/>
              <p:nvPr/>
            </p:nvSpPr>
            <p:spPr>
              <a:xfrm>
                <a:off x="347587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2" name="ph8142"/>
              <p:cNvSpPr/>
              <p:nvPr/>
            </p:nvSpPr>
            <p:spPr>
              <a:xfrm>
                <a:off x="348513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3" name="ph8143"/>
              <p:cNvSpPr/>
              <p:nvPr/>
            </p:nvSpPr>
            <p:spPr>
              <a:xfrm>
                <a:off x="349439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4" name="ph8144"/>
              <p:cNvSpPr/>
              <p:nvPr/>
            </p:nvSpPr>
            <p:spPr>
              <a:xfrm>
                <a:off x="350366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5" name="ph8145"/>
              <p:cNvSpPr/>
              <p:nvPr/>
            </p:nvSpPr>
            <p:spPr>
              <a:xfrm>
                <a:off x="351292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6" name="ph8146"/>
              <p:cNvSpPr/>
              <p:nvPr/>
            </p:nvSpPr>
            <p:spPr>
              <a:xfrm>
                <a:off x="352218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7" name="ph8147"/>
              <p:cNvSpPr/>
              <p:nvPr/>
            </p:nvSpPr>
            <p:spPr>
              <a:xfrm>
                <a:off x="353144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8" name="ph8148"/>
              <p:cNvSpPr/>
              <p:nvPr/>
            </p:nvSpPr>
            <p:spPr>
              <a:xfrm>
                <a:off x="354071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9" name="ph8149"/>
              <p:cNvSpPr/>
              <p:nvPr/>
            </p:nvSpPr>
            <p:spPr>
              <a:xfrm>
                <a:off x="354997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0" name="ph8150"/>
              <p:cNvSpPr/>
              <p:nvPr/>
            </p:nvSpPr>
            <p:spPr>
              <a:xfrm>
                <a:off x="355923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1" name="ph8151"/>
              <p:cNvSpPr/>
              <p:nvPr/>
            </p:nvSpPr>
            <p:spPr>
              <a:xfrm>
                <a:off x="356849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2" name="ph8152"/>
              <p:cNvSpPr/>
              <p:nvPr/>
            </p:nvSpPr>
            <p:spPr>
              <a:xfrm>
                <a:off x="357775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3" name="ph8153"/>
              <p:cNvSpPr/>
              <p:nvPr/>
            </p:nvSpPr>
            <p:spPr>
              <a:xfrm>
                <a:off x="358702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4" name="ph8154"/>
              <p:cNvSpPr/>
              <p:nvPr/>
            </p:nvSpPr>
            <p:spPr>
              <a:xfrm>
                <a:off x="359628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5" name="ph8155"/>
              <p:cNvSpPr/>
              <p:nvPr/>
            </p:nvSpPr>
            <p:spPr>
              <a:xfrm>
                <a:off x="360554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6" name="ph8156"/>
              <p:cNvSpPr/>
              <p:nvPr/>
            </p:nvSpPr>
            <p:spPr>
              <a:xfrm>
                <a:off x="361480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7" name="ph8157"/>
              <p:cNvSpPr/>
              <p:nvPr/>
            </p:nvSpPr>
            <p:spPr>
              <a:xfrm>
                <a:off x="362407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8" name="ph8158"/>
              <p:cNvSpPr/>
              <p:nvPr/>
            </p:nvSpPr>
            <p:spPr>
              <a:xfrm>
                <a:off x="363333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9" name="ph8159"/>
              <p:cNvSpPr/>
              <p:nvPr/>
            </p:nvSpPr>
            <p:spPr>
              <a:xfrm>
                <a:off x="364259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0" name="ph8160"/>
              <p:cNvSpPr/>
              <p:nvPr/>
            </p:nvSpPr>
            <p:spPr>
              <a:xfrm>
                <a:off x="365185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1" name="ph8161"/>
              <p:cNvSpPr/>
              <p:nvPr/>
            </p:nvSpPr>
            <p:spPr>
              <a:xfrm>
                <a:off x="366111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2" name="ph8162"/>
              <p:cNvSpPr/>
              <p:nvPr/>
            </p:nvSpPr>
            <p:spPr>
              <a:xfrm>
                <a:off x="367038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3" name="ph8163"/>
              <p:cNvSpPr/>
              <p:nvPr/>
            </p:nvSpPr>
            <p:spPr>
              <a:xfrm>
                <a:off x="367964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4" name="ph8164"/>
              <p:cNvSpPr/>
              <p:nvPr/>
            </p:nvSpPr>
            <p:spPr>
              <a:xfrm>
                <a:off x="368890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5" name="ph8165"/>
              <p:cNvSpPr/>
              <p:nvPr/>
            </p:nvSpPr>
            <p:spPr>
              <a:xfrm>
                <a:off x="369816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6" name="ph8166"/>
              <p:cNvSpPr/>
              <p:nvPr/>
            </p:nvSpPr>
            <p:spPr>
              <a:xfrm>
                <a:off x="370743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7" name="ph8167"/>
              <p:cNvSpPr/>
              <p:nvPr/>
            </p:nvSpPr>
            <p:spPr>
              <a:xfrm>
                <a:off x="371669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8" name="ph8168"/>
              <p:cNvSpPr/>
              <p:nvPr/>
            </p:nvSpPr>
            <p:spPr>
              <a:xfrm>
                <a:off x="372595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9" name="ph8169"/>
              <p:cNvSpPr/>
              <p:nvPr/>
            </p:nvSpPr>
            <p:spPr>
              <a:xfrm>
                <a:off x="37352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0" name="ph8170"/>
              <p:cNvSpPr/>
              <p:nvPr/>
            </p:nvSpPr>
            <p:spPr>
              <a:xfrm>
                <a:off x="37444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1" name="ph8171"/>
              <p:cNvSpPr/>
              <p:nvPr/>
            </p:nvSpPr>
            <p:spPr>
              <a:xfrm>
                <a:off x="37537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2" name="ph8172"/>
              <p:cNvSpPr/>
              <p:nvPr/>
            </p:nvSpPr>
            <p:spPr>
              <a:xfrm>
                <a:off x="37630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3" name="ph8173"/>
              <p:cNvSpPr/>
              <p:nvPr/>
            </p:nvSpPr>
            <p:spPr>
              <a:xfrm>
                <a:off x="37722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4" name="ph8174"/>
              <p:cNvSpPr/>
              <p:nvPr/>
            </p:nvSpPr>
            <p:spPr>
              <a:xfrm>
                <a:off x="37815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5" name="ph8175"/>
              <p:cNvSpPr/>
              <p:nvPr/>
            </p:nvSpPr>
            <p:spPr>
              <a:xfrm>
                <a:off x="3790790" y="1033333"/>
                <a:ext cx="9193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9" y="897161"/>
                    </a:lnTo>
                    <a:lnTo>
                      <a:pt x="914785" y="897295"/>
                    </a:lnTo>
                    <a:lnTo>
                      <a:pt x="914869" y="897608"/>
                    </a:lnTo>
                    <a:lnTo>
                      <a:pt x="914953" y="897920"/>
                    </a:lnTo>
                    <a:lnTo>
                      <a:pt x="915037" y="898233"/>
                    </a:lnTo>
                    <a:lnTo>
                      <a:pt x="915121" y="898545"/>
                    </a:lnTo>
                    <a:lnTo>
                      <a:pt x="915205" y="898858"/>
                    </a:lnTo>
                    <a:lnTo>
                      <a:pt x="915288" y="899170"/>
                    </a:lnTo>
                    <a:lnTo>
                      <a:pt x="915372" y="899483"/>
                    </a:lnTo>
                    <a:lnTo>
                      <a:pt x="915456" y="899795"/>
                    </a:lnTo>
                    <a:lnTo>
                      <a:pt x="915540" y="900108"/>
                    </a:lnTo>
                    <a:lnTo>
                      <a:pt x="915624" y="900421"/>
                    </a:lnTo>
                    <a:lnTo>
                      <a:pt x="915708" y="900733"/>
                    </a:lnTo>
                    <a:lnTo>
                      <a:pt x="915791" y="901046"/>
                    </a:lnTo>
                    <a:lnTo>
                      <a:pt x="915875" y="901358"/>
                    </a:lnTo>
                    <a:lnTo>
                      <a:pt x="915959" y="901671"/>
                    </a:lnTo>
                    <a:lnTo>
                      <a:pt x="916043" y="901983"/>
                    </a:lnTo>
                    <a:lnTo>
                      <a:pt x="916127" y="902296"/>
                    </a:lnTo>
                    <a:lnTo>
                      <a:pt x="916211" y="902608"/>
                    </a:lnTo>
                    <a:lnTo>
                      <a:pt x="916294" y="902921"/>
                    </a:lnTo>
                    <a:lnTo>
                      <a:pt x="916378" y="903233"/>
                    </a:lnTo>
                    <a:lnTo>
                      <a:pt x="916462" y="903546"/>
                    </a:lnTo>
                    <a:lnTo>
                      <a:pt x="916546" y="903858"/>
                    </a:lnTo>
                    <a:lnTo>
                      <a:pt x="916630" y="904171"/>
                    </a:lnTo>
                    <a:lnTo>
                      <a:pt x="916713" y="904483"/>
                    </a:lnTo>
                    <a:lnTo>
                      <a:pt x="916797" y="904796"/>
                    </a:lnTo>
                    <a:lnTo>
                      <a:pt x="916881" y="905108"/>
                    </a:lnTo>
                    <a:lnTo>
                      <a:pt x="916965" y="905421"/>
                    </a:lnTo>
                    <a:lnTo>
                      <a:pt x="917048" y="905733"/>
                    </a:lnTo>
                    <a:lnTo>
                      <a:pt x="917132" y="906046"/>
                    </a:lnTo>
                    <a:lnTo>
                      <a:pt x="917216" y="906359"/>
                    </a:lnTo>
                    <a:lnTo>
                      <a:pt x="917300" y="906671"/>
                    </a:lnTo>
                    <a:lnTo>
                      <a:pt x="917383" y="906984"/>
                    </a:lnTo>
                    <a:lnTo>
                      <a:pt x="917467" y="907296"/>
                    </a:lnTo>
                    <a:lnTo>
                      <a:pt x="917551" y="907609"/>
                    </a:lnTo>
                    <a:lnTo>
                      <a:pt x="917635" y="907921"/>
                    </a:lnTo>
                    <a:lnTo>
                      <a:pt x="917718" y="908234"/>
                    </a:lnTo>
                    <a:lnTo>
                      <a:pt x="917802" y="908546"/>
                    </a:lnTo>
                    <a:lnTo>
                      <a:pt x="917886" y="908859"/>
                    </a:lnTo>
                    <a:lnTo>
                      <a:pt x="917970" y="909171"/>
                    </a:lnTo>
                    <a:lnTo>
                      <a:pt x="918053" y="909484"/>
                    </a:lnTo>
                    <a:lnTo>
                      <a:pt x="918137" y="909796"/>
                    </a:lnTo>
                    <a:lnTo>
                      <a:pt x="918221" y="910109"/>
                    </a:lnTo>
                    <a:lnTo>
                      <a:pt x="918304" y="910421"/>
                    </a:lnTo>
                    <a:lnTo>
                      <a:pt x="918388" y="910734"/>
                    </a:lnTo>
                    <a:lnTo>
                      <a:pt x="918472" y="911047"/>
                    </a:lnTo>
                    <a:lnTo>
                      <a:pt x="918555" y="911359"/>
                    </a:lnTo>
                    <a:lnTo>
                      <a:pt x="918639" y="911672"/>
                    </a:lnTo>
                    <a:lnTo>
                      <a:pt x="918723" y="911984"/>
                    </a:lnTo>
                    <a:lnTo>
                      <a:pt x="918806" y="912297"/>
                    </a:lnTo>
                    <a:lnTo>
                      <a:pt x="918890" y="912609"/>
                    </a:lnTo>
                    <a:lnTo>
                      <a:pt x="918974" y="912922"/>
                    </a:lnTo>
                    <a:lnTo>
                      <a:pt x="919057" y="913234"/>
                    </a:lnTo>
                    <a:lnTo>
                      <a:pt x="919141" y="913547"/>
                    </a:lnTo>
                    <a:lnTo>
                      <a:pt x="919225" y="913859"/>
                    </a:lnTo>
                    <a:lnTo>
                      <a:pt x="919308" y="914172"/>
                    </a:lnTo>
                    <a:lnTo>
                      <a:pt x="919369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6" name="ph8176"/>
              <p:cNvSpPr/>
              <p:nvPr/>
            </p:nvSpPr>
            <p:spPr>
              <a:xfrm>
                <a:off x="205875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21" y="914400"/>
                    </a:lnTo>
                    <a:lnTo>
                      <a:pt x="911179" y="914071"/>
                    </a:lnTo>
                    <a:lnTo>
                      <a:pt x="911360" y="913695"/>
                    </a:lnTo>
                    <a:lnTo>
                      <a:pt x="911540" y="913319"/>
                    </a:lnTo>
                    <a:lnTo>
                      <a:pt x="911721" y="912943"/>
                    </a:lnTo>
                    <a:lnTo>
                      <a:pt x="911902" y="912568"/>
                    </a:lnTo>
                    <a:lnTo>
                      <a:pt x="912082" y="912192"/>
                    </a:lnTo>
                    <a:lnTo>
                      <a:pt x="912263" y="911816"/>
                    </a:lnTo>
                    <a:lnTo>
                      <a:pt x="912444" y="911440"/>
                    </a:lnTo>
                    <a:lnTo>
                      <a:pt x="912624" y="911065"/>
                    </a:lnTo>
                    <a:lnTo>
                      <a:pt x="912805" y="910689"/>
                    </a:lnTo>
                    <a:lnTo>
                      <a:pt x="912986" y="910313"/>
                    </a:lnTo>
                    <a:lnTo>
                      <a:pt x="913166" y="909938"/>
                    </a:lnTo>
                    <a:lnTo>
                      <a:pt x="913347" y="909562"/>
                    </a:lnTo>
                    <a:lnTo>
                      <a:pt x="913528" y="909186"/>
                    </a:lnTo>
                    <a:lnTo>
                      <a:pt x="913709" y="908810"/>
                    </a:lnTo>
                    <a:lnTo>
                      <a:pt x="913889" y="908435"/>
                    </a:lnTo>
                    <a:lnTo>
                      <a:pt x="914070" y="908059"/>
                    </a:lnTo>
                    <a:lnTo>
                      <a:pt x="914400" y="90740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7" name="ph8177"/>
              <p:cNvSpPr/>
              <p:nvPr/>
            </p:nvSpPr>
            <p:spPr>
              <a:xfrm>
                <a:off x="2068017" y="9988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48"/>
                    </a:lnTo>
                    <a:lnTo>
                      <a:pt x="908794" y="917437"/>
                    </a:lnTo>
                    <a:lnTo>
                      <a:pt x="910503" y="91439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8" name="ph8178"/>
              <p:cNvSpPr/>
              <p:nvPr/>
            </p:nvSpPr>
            <p:spPr>
              <a:xfrm>
                <a:off x="20680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9" name="ph8179"/>
              <p:cNvSpPr/>
              <p:nvPr/>
            </p:nvSpPr>
            <p:spPr>
              <a:xfrm>
                <a:off x="20772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0" name="ph8180"/>
              <p:cNvSpPr/>
              <p:nvPr/>
            </p:nvSpPr>
            <p:spPr>
              <a:xfrm>
                <a:off x="20865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1" name="ph8181"/>
              <p:cNvSpPr/>
              <p:nvPr/>
            </p:nvSpPr>
            <p:spPr>
              <a:xfrm>
                <a:off x="20958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2" name="ph8182"/>
              <p:cNvSpPr/>
              <p:nvPr/>
            </p:nvSpPr>
            <p:spPr>
              <a:xfrm>
                <a:off x="210506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3" name="ph8183"/>
              <p:cNvSpPr/>
              <p:nvPr/>
            </p:nvSpPr>
            <p:spPr>
              <a:xfrm>
                <a:off x="21143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4" name="ph8184"/>
              <p:cNvSpPr/>
              <p:nvPr/>
            </p:nvSpPr>
            <p:spPr>
              <a:xfrm>
                <a:off x="21235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5" name="ph8185"/>
              <p:cNvSpPr/>
              <p:nvPr/>
            </p:nvSpPr>
            <p:spPr>
              <a:xfrm>
                <a:off x="21328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6" name="ph8186"/>
              <p:cNvSpPr/>
              <p:nvPr/>
            </p:nvSpPr>
            <p:spPr>
              <a:xfrm>
                <a:off x="214211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7" name="ph8187"/>
              <p:cNvSpPr/>
              <p:nvPr/>
            </p:nvSpPr>
            <p:spPr>
              <a:xfrm>
                <a:off x="21513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8" name="ph8188"/>
              <p:cNvSpPr/>
              <p:nvPr/>
            </p:nvSpPr>
            <p:spPr>
              <a:xfrm>
                <a:off x="21606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9" name="ph8189"/>
              <p:cNvSpPr/>
              <p:nvPr/>
            </p:nvSpPr>
            <p:spPr>
              <a:xfrm>
                <a:off x="21699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0" name="ph8190"/>
              <p:cNvSpPr/>
              <p:nvPr/>
            </p:nvSpPr>
            <p:spPr>
              <a:xfrm>
                <a:off x="21791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1" name="ph8191"/>
              <p:cNvSpPr/>
              <p:nvPr/>
            </p:nvSpPr>
            <p:spPr>
              <a:xfrm>
                <a:off x="218842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2" name="ph8192"/>
              <p:cNvSpPr/>
              <p:nvPr/>
            </p:nvSpPr>
            <p:spPr>
              <a:xfrm>
                <a:off x="21976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3" name="ph8193"/>
              <p:cNvSpPr/>
              <p:nvPr/>
            </p:nvSpPr>
            <p:spPr>
              <a:xfrm>
                <a:off x="22069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4" name="ph8194"/>
              <p:cNvSpPr/>
              <p:nvPr/>
            </p:nvSpPr>
            <p:spPr>
              <a:xfrm>
                <a:off x="222547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271" y="897161"/>
                    </a:lnTo>
                    <a:lnTo>
                      <a:pt x="908273" y="898910"/>
                    </a:lnTo>
                    <a:lnTo>
                      <a:pt x="912295" y="906705"/>
                    </a:lnTo>
                    <a:lnTo>
                      <a:pt x="914400" y="911233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5" name="ph8195"/>
              <p:cNvSpPr/>
              <p:nvPr/>
            </p:nvSpPr>
            <p:spPr>
              <a:xfrm>
                <a:off x="2225475" y="1016094"/>
                <a:ext cx="91587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71" h="914400">
                    <a:moveTo>
                      <a:pt x="914400" y="914400"/>
                    </a:moveTo>
                    <a:lnTo>
                      <a:pt x="914400" y="911233"/>
                    </a:lnTo>
                    <a:lnTo>
                      <a:pt x="915871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6" name="ph8196"/>
              <p:cNvSpPr/>
              <p:nvPr/>
            </p:nvSpPr>
            <p:spPr>
              <a:xfrm>
                <a:off x="3318417" y="998856"/>
                <a:ext cx="914400" cy="9194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06">
                    <a:moveTo>
                      <a:pt x="914400" y="914399"/>
                    </a:moveTo>
                    <a:lnTo>
                      <a:pt x="914400" y="919406"/>
                    </a:lnTo>
                    <a:lnTo>
                      <a:pt x="911696" y="916472"/>
                    </a:lnTo>
                    <a:lnTo>
                      <a:pt x="909994" y="914399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7" name="ph8197"/>
              <p:cNvSpPr/>
              <p:nvPr/>
            </p:nvSpPr>
            <p:spPr>
              <a:xfrm>
                <a:off x="3318417" y="998856"/>
                <a:ext cx="923662" cy="92902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02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021"/>
                    </a:lnTo>
                    <a:lnTo>
                      <a:pt x="922871" y="928212"/>
                    </a:lnTo>
                    <a:lnTo>
                      <a:pt x="921623" y="926934"/>
                    </a:lnTo>
                    <a:lnTo>
                      <a:pt x="920375" y="925656"/>
                    </a:lnTo>
                    <a:lnTo>
                      <a:pt x="919126" y="924379"/>
                    </a:lnTo>
                    <a:lnTo>
                      <a:pt x="917876" y="923101"/>
                    </a:lnTo>
                    <a:lnTo>
                      <a:pt x="916620" y="921817"/>
                    </a:lnTo>
                    <a:lnTo>
                      <a:pt x="914400" y="919406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8" name="ph8198"/>
              <p:cNvSpPr/>
              <p:nvPr/>
            </p:nvSpPr>
            <p:spPr>
              <a:xfrm>
                <a:off x="33276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954" y="931638"/>
                    </a:lnTo>
                    <a:lnTo>
                      <a:pt x="916105" y="930768"/>
                    </a:lnTo>
                    <a:lnTo>
                      <a:pt x="914857" y="929490"/>
                    </a:lnTo>
                    <a:lnTo>
                      <a:pt x="914400" y="929021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9" name="ph8199"/>
              <p:cNvSpPr/>
              <p:nvPr/>
            </p:nvSpPr>
            <p:spPr>
              <a:xfrm>
                <a:off x="33369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0" name="ph8200"/>
              <p:cNvSpPr/>
              <p:nvPr/>
            </p:nvSpPr>
            <p:spPr>
              <a:xfrm>
                <a:off x="33462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1" name="ph8201"/>
              <p:cNvSpPr/>
              <p:nvPr/>
            </p:nvSpPr>
            <p:spPr>
              <a:xfrm>
                <a:off x="33554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2" name="ph8202"/>
              <p:cNvSpPr/>
              <p:nvPr/>
            </p:nvSpPr>
            <p:spPr>
              <a:xfrm>
                <a:off x="33647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3" name="ph8203"/>
              <p:cNvSpPr/>
              <p:nvPr/>
            </p:nvSpPr>
            <p:spPr>
              <a:xfrm>
                <a:off x="33739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4" name="ph8204"/>
              <p:cNvSpPr/>
              <p:nvPr/>
            </p:nvSpPr>
            <p:spPr>
              <a:xfrm>
                <a:off x="33832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5" name="ph8205"/>
              <p:cNvSpPr/>
              <p:nvPr/>
            </p:nvSpPr>
            <p:spPr>
              <a:xfrm>
                <a:off x="339251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6" name="ph8206"/>
              <p:cNvSpPr/>
              <p:nvPr/>
            </p:nvSpPr>
            <p:spPr>
              <a:xfrm>
                <a:off x="34017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7" name="ph8207"/>
              <p:cNvSpPr/>
              <p:nvPr/>
            </p:nvSpPr>
            <p:spPr>
              <a:xfrm>
                <a:off x="34110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8" name="ph8208"/>
              <p:cNvSpPr/>
              <p:nvPr/>
            </p:nvSpPr>
            <p:spPr>
              <a:xfrm>
                <a:off x="34203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9" name="ph8209"/>
              <p:cNvSpPr/>
              <p:nvPr/>
            </p:nvSpPr>
            <p:spPr>
              <a:xfrm>
                <a:off x="34295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0" name="ph8210"/>
              <p:cNvSpPr/>
              <p:nvPr/>
            </p:nvSpPr>
            <p:spPr>
              <a:xfrm>
                <a:off x="343882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1" name="ph8211"/>
              <p:cNvSpPr/>
              <p:nvPr/>
            </p:nvSpPr>
            <p:spPr>
              <a:xfrm>
                <a:off x="34480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2" name="ph8212"/>
              <p:cNvSpPr/>
              <p:nvPr/>
            </p:nvSpPr>
            <p:spPr>
              <a:xfrm>
                <a:off x="34573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3" name="ph8213"/>
              <p:cNvSpPr/>
              <p:nvPr/>
            </p:nvSpPr>
            <p:spPr>
              <a:xfrm>
                <a:off x="346661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4" name="ph8214"/>
              <p:cNvSpPr/>
              <p:nvPr/>
            </p:nvSpPr>
            <p:spPr>
              <a:xfrm>
                <a:off x="347587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5" name="ph8215"/>
              <p:cNvSpPr/>
              <p:nvPr/>
            </p:nvSpPr>
            <p:spPr>
              <a:xfrm>
                <a:off x="348513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6" name="ph8216"/>
              <p:cNvSpPr/>
              <p:nvPr/>
            </p:nvSpPr>
            <p:spPr>
              <a:xfrm>
                <a:off x="349439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7" name="ph8217"/>
              <p:cNvSpPr/>
              <p:nvPr/>
            </p:nvSpPr>
            <p:spPr>
              <a:xfrm>
                <a:off x="350366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8" name="ph8218"/>
              <p:cNvSpPr/>
              <p:nvPr/>
            </p:nvSpPr>
            <p:spPr>
              <a:xfrm>
                <a:off x="351292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9" name="ph8219"/>
              <p:cNvSpPr/>
              <p:nvPr/>
            </p:nvSpPr>
            <p:spPr>
              <a:xfrm>
                <a:off x="352218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0" name="ph8220"/>
              <p:cNvSpPr/>
              <p:nvPr/>
            </p:nvSpPr>
            <p:spPr>
              <a:xfrm>
                <a:off x="353144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1" name="ph8221"/>
              <p:cNvSpPr/>
              <p:nvPr/>
            </p:nvSpPr>
            <p:spPr>
              <a:xfrm>
                <a:off x="354071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2" name="ph8222"/>
              <p:cNvSpPr/>
              <p:nvPr/>
            </p:nvSpPr>
            <p:spPr>
              <a:xfrm>
                <a:off x="354997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3" name="ph8223"/>
              <p:cNvSpPr/>
              <p:nvPr/>
            </p:nvSpPr>
            <p:spPr>
              <a:xfrm>
                <a:off x="355923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4" name="ph8224"/>
              <p:cNvSpPr/>
              <p:nvPr/>
            </p:nvSpPr>
            <p:spPr>
              <a:xfrm>
                <a:off x="356849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5" name="ph8225"/>
              <p:cNvSpPr/>
              <p:nvPr/>
            </p:nvSpPr>
            <p:spPr>
              <a:xfrm>
                <a:off x="357775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6" name="ph8226"/>
              <p:cNvSpPr/>
              <p:nvPr/>
            </p:nvSpPr>
            <p:spPr>
              <a:xfrm>
                <a:off x="358702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7" name="ph8227"/>
              <p:cNvSpPr/>
              <p:nvPr/>
            </p:nvSpPr>
            <p:spPr>
              <a:xfrm>
                <a:off x="359628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8" name="ph8228"/>
              <p:cNvSpPr/>
              <p:nvPr/>
            </p:nvSpPr>
            <p:spPr>
              <a:xfrm>
                <a:off x="360554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9" name="ph8229"/>
              <p:cNvSpPr/>
              <p:nvPr/>
            </p:nvSpPr>
            <p:spPr>
              <a:xfrm>
                <a:off x="361480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0" name="ph8230"/>
              <p:cNvSpPr/>
              <p:nvPr/>
            </p:nvSpPr>
            <p:spPr>
              <a:xfrm>
                <a:off x="362407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1" name="ph8231"/>
              <p:cNvSpPr/>
              <p:nvPr/>
            </p:nvSpPr>
            <p:spPr>
              <a:xfrm>
                <a:off x="363333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2" name="ph8232"/>
              <p:cNvSpPr/>
              <p:nvPr/>
            </p:nvSpPr>
            <p:spPr>
              <a:xfrm>
                <a:off x="364259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3" name="ph8233"/>
              <p:cNvSpPr/>
              <p:nvPr/>
            </p:nvSpPr>
            <p:spPr>
              <a:xfrm>
                <a:off x="365185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4" name="ph8234"/>
              <p:cNvSpPr/>
              <p:nvPr/>
            </p:nvSpPr>
            <p:spPr>
              <a:xfrm>
                <a:off x="366111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5" name="ph8235"/>
              <p:cNvSpPr/>
              <p:nvPr/>
            </p:nvSpPr>
            <p:spPr>
              <a:xfrm>
                <a:off x="367038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6" name="ph8236"/>
              <p:cNvSpPr/>
              <p:nvPr/>
            </p:nvSpPr>
            <p:spPr>
              <a:xfrm>
                <a:off x="367964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7" name="ph8237"/>
              <p:cNvSpPr/>
              <p:nvPr/>
            </p:nvSpPr>
            <p:spPr>
              <a:xfrm>
                <a:off x="368890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8" name="ph8238"/>
              <p:cNvSpPr/>
              <p:nvPr/>
            </p:nvSpPr>
            <p:spPr>
              <a:xfrm>
                <a:off x="369816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9" name="ph8239"/>
              <p:cNvSpPr/>
              <p:nvPr/>
            </p:nvSpPr>
            <p:spPr>
              <a:xfrm>
                <a:off x="370743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0" name="ph8240"/>
              <p:cNvSpPr/>
              <p:nvPr/>
            </p:nvSpPr>
            <p:spPr>
              <a:xfrm>
                <a:off x="371669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1" name="ph8241"/>
              <p:cNvSpPr/>
              <p:nvPr/>
            </p:nvSpPr>
            <p:spPr>
              <a:xfrm>
                <a:off x="372595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2" name="ph8242"/>
              <p:cNvSpPr/>
              <p:nvPr/>
            </p:nvSpPr>
            <p:spPr>
              <a:xfrm>
                <a:off x="37352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3" name="ph8243"/>
              <p:cNvSpPr/>
              <p:nvPr/>
            </p:nvSpPr>
            <p:spPr>
              <a:xfrm>
                <a:off x="37444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4" name="ph8244"/>
              <p:cNvSpPr/>
              <p:nvPr/>
            </p:nvSpPr>
            <p:spPr>
              <a:xfrm>
                <a:off x="37537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5" name="ph8245"/>
              <p:cNvSpPr/>
              <p:nvPr/>
            </p:nvSpPr>
            <p:spPr>
              <a:xfrm>
                <a:off x="37630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6" name="ph8246"/>
              <p:cNvSpPr/>
              <p:nvPr/>
            </p:nvSpPr>
            <p:spPr>
              <a:xfrm>
                <a:off x="37722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7" name="ph8247"/>
              <p:cNvSpPr/>
              <p:nvPr/>
            </p:nvSpPr>
            <p:spPr>
              <a:xfrm>
                <a:off x="3790790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115" y="897161"/>
                    </a:lnTo>
                    <a:lnTo>
                      <a:pt x="910164" y="897345"/>
                    </a:lnTo>
                    <a:lnTo>
                      <a:pt x="910249" y="897658"/>
                    </a:lnTo>
                    <a:lnTo>
                      <a:pt x="910333" y="897970"/>
                    </a:lnTo>
                    <a:lnTo>
                      <a:pt x="910417" y="898283"/>
                    </a:lnTo>
                    <a:lnTo>
                      <a:pt x="910501" y="898595"/>
                    </a:lnTo>
                    <a:lnTo>
                      <a:pt x="910585" y="898908"/>
                    </a:lnTo>
                    <a:lnTo>
                      <a:pt x="910669" y="899220"/>
                    </a:lnTo>
                    <a:lnTo>
                      <a:pt x="910753" y="899533"/>
                    </a:lnTo>
                    <a:lnTo>
                      <a:pt x="910837" y="899845"/>
                    </a:lnTo>
                    <a:lnTo>
                      <a:pt x="910922" y="900158"/>
                    </a:lnTo>
                    <a:lnTo>
                      <a:pt x="911006" y="900470"/>
                    </a:lnTo>
                    <a:lnTo>
                      <a:pt x="911090" y="900783"/>
                    </a:lnTo>
                    <a:lnTo>
                      <a:pt x="911174" y="901095"/>
                    </a:lnTo>
                    <a:lnTo>
                      <a:pt x="911258" y="901408"/>
                    </a:lnTo>
                    <a:lnTo>
                      <a:pt x="911342" y="901721"/>
                    </a:lnTo>
                    <a:lnTo>
                      <a:pt x="911426" y="902033"/>
                    </a:lnTo>
                    <a:lnTo>
                      <a:pt x="911510" y="902346"/>
                    </a:lnTo>
                    <a:lnTo>
                      <a:pt x="911594" y="902658"/>
                    </a:lnTo>
                    <a:lnTo>
                      <a:pt x="911678" y="902971"/>
                    </a:lnTo>
                    <a:lnTo>
                      <a:pt x="911762" y="903283"/>
                    </a:lnTo>
                    <a:lnTo>
                      <a:pt x="911846" y="903596"/>
                    </a:lnTo>
                    <a:lnTo>
                      <a:pt x="911930" y="903908"/>
                    </a:lnTo>
                    <a:lnTo>
                      <a:pt x="912014" y="904221"/>
                    </a:lnTo>
                    <a:lnTo>
                      <a:pt x="912098" y="904533"/>
                    </a:lnTo>
                    <a:lnTo>
                      <a:pt x="912182" y="904846"/>
                    </a:lnTo>
                    <a:lnTo>
                      <a:pt x="912267" y="905158"/>
                    </a:lnTo>
                    <a:lnTo>
                      <a:pt x="912351" y="905471"/>
                    </a:lnTo>
                    <a:lnTo>
                      <a:pt x="912435" y="905783"/>
                    </a:lnTo>
                    <a:lnTo>
                      <a:pt x="912519" y="906096"/>
                    </a:lnTo>
                    <a:lnTo>
                      <a:pt x="912603" y="906408"/>
                    </a:lnTo>
                    <a:lnTo>
                      <a:pt x="912687" y="906721"/>
                    </a:lnTo>
                    <a:lnTo>
                      <a:pt x="912771" y="907033"/>
                    </a:lnTo>
                    <a:lnTo>
                      <a:pt x="912855" y="907346"/>
                    </a:lnTo>
                    <a:lnTo>
                      <a:pt x="912939" y="907658"/>
                    </a:lnTo>
                    <a:lnTo>
                      <a:pt x="913023" y="907971"/>
                    </a:lnTo>
                    <a:lnTo>
                      <a:pt x="913107" y="908283"/>
                    </a:lnTo>
                    <a:lnTo>
                      <a:pt x="913190" y="908596"/>
                    </a:lnTo>
                    <a:lnTo>
                      <a:pt x="913274" y="908908"/>
                    </a:lnTo>
                    <a:lnTo>
                      <a:pt x="913358" y="909221"/>
                    </a:lnTo>
                    <a:lnTo>
                      <a:pt x="913442" y="909533"/>
                    </a:lnTo>
                    <a:lnTo>
                      <a:pt x="913526" y="909846"/>
                    </a:lnTo>
                    <a:lnTo>
                      <a:pt x="913610" y="910158"/>
                    </a:lnTo>
                    <a:lnTo>
                      <a:pt x="913694" y="910471"/>
                    </a:lnTo>
                    <a:lnTo>
                      <a:pt x="913778" y="910783"/>
                    </a:lnTo>
                    <a:lnTo>
                      <a:pt x="913862" y="911096"/>
                    </a:lnTo>
                    <a:lnTo>
                      <a:pt x="913946" y="911409"/>
                    </a:lnTo>
                    <a:lnTo>
                      <a:pt x="914030" y="911721"/>
                    </a:lnTo>
                    <a:lnTo>
                      <a:pt x="914114" y="912034"/>
                    </a:lnTo>
                    <a:lnTo>
                      <a:pt x="914198" y="912346"/>
                    </a:lnTo>
                    <a:lnTo>
                      <a:pt x="914282" y="912659"/>
                    </a:lnTo>
                    <a:lnTo>
                      <a:pt x="914400" y="913097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8" name="ph8248"/>
              <p:cNvSpPr/>
              <p:nvPr/>
            </p:nvSpPr>
            <p:spPr>
              <a:xfrm>
                <a:off x="3790790" y="1016094"/>
                <a:ext cx="9147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9" h="914400">
                    <a:moveTo>
                      <a:pt x="914400" y="914400"/>
                    </a:moveTo>
                    <a:lnTo>
                      <a:pt x="914400" y="913097"/>
                    </a:lnTo>
                    <a:lnTo>
                      <a:pt x="914450" y="913284"/>
                    </a:lnTo>
                    <a:lnTo>
                      <a:pt x="914533" y="913596"/>
                    </a:lnTo>
                    <a:lnTo>
                      <a:pt x="914617" y="913909"/>
                    </a:lnTo>
                    <a:lnTo>
                      <a:pt x="914701" y="914221"/>
                    </a:lnTo>
                    <a:lnTo>
                      <a:pt x="914749" y="914400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9" name="ph8249"/>
              <p:cNvSpPr/>
              <p:nvPr/>
            </p:nvSpPr>
            <p:spPr>
              <a:xfrm>
                <a:off x="2068017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503" y="914399"/>
                    </a:lnTo>
                    <a:lnTo>
                      <a:pt x="912994" y="909974"/>
                    </a:lnTo>
                    <a:lnTo>
                      <a:pt x="914400" y="907727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0" name="ph8250"/>
              <p:cNvSpPr/>
              <p:nvPr/>
            </p:nvSpPr>
            <p:spPr>
              <a:xfrm>
                <a:off x="2077279" y="9816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965"/>
                    </a:lnTo>
                    <a:lnTo>
                      <a:pt x="908137" y="920168"/>
                    </a:lnTo>
                    <a:lnTo>
                      <a:pt x="912151" y="91439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1" name="ph8251"/>
              <p:cNvSpPr/>
              <p:nvPr/>
            </p:nvSpPr>
            <p:spPr>
              <a:xfrm>
                <a:off x="20772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2" name="ph8252"/>
              <p:cNvSpPr/>
              <p:nvPr/>
            </p:nvSpPr>
            <p:spPr>
              <a:xfrm>
                <a:off x="20865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3" name="ph8253"/>
              <p:cNvSpPr/>
              <p:nvPr/>
            </p:nvSpPr>
            <p:spPr>
              <a:xfrm>
                <a:off x="20958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4" name="ph8254"/>
              <p:cNvSpPr/>
              <p:nvPr/>
            </p:nvSpPr>
            <p:spPr>
              <a:xfrm>
                <a:off x="210506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5" name="ph8255"/>
              <p:cNvSpPr/>
              <p:nvPr/>
            </p:nvSpPr>
            <p:spPr>
              <a:xfrm>
                <a:off x="21143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6" name="ph8256"/>
              <p:cNvSpPr/>
              <p:nvPr/>
            </p:nvSpPr>
            <p:spPr>
              <a:xfrm>
                <a:off x="21235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7" name="ph8257"/>
              <p:cNvSpPr/>
              <p:nvPr/>
            </p:nvSpPr>
            <p:spPr>
              <a:xfrm>
                <a:off x="21328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8" name="ph8258"/>
              <p:cNvSpPr/>
              <p:nvPr/>
            </p:nvSpPr>
            <p:spPr>
              <a:xfrm>
                <a:off x="214211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9" name="ph8259"/>
              <p:cNvSpPr/>
              <p:nvPr/>
            </p:nvSpPr>
            <p:spPr>
              <a:xfrm>
                <a:off x="21513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0" name="ph8260"/>
              <p:cNvSpPr/>
              <p:nvPr/>
            </p:nvSpPr>
            <p:spPr>
              <a:xfrm>
                <a:off x="21606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1" name="ph8261"/>
              <p:cNvSpPr/>
              <p:nvPr/>
            </p:nvSpPr>
            <p:spPr>
              <a:xfrm>
                <a:off x="21699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2" name="ph8262"/>
              <p:cNvSpPr/>
              <p:nvPr/>
            </p:nvSpPr>
            <p:spPr>
              <a:xfrm>
                <a:off x="21791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3" name="ph8263"/>
              <p:cNvSpPr/>
              <p:nvPr/>
            </p:nvSpPr>
            <p:spPr>
              <a:xfrm>
                <a:off x="218842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4" name="ph8264"/>
              <p:cNvSpPr/>
              <p:nvPr/>
            </p:nvSpPr>
            <p:spPr>
              <a:xfrm>
                <a:off x="21976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5" name="ph8265"/>
              <p:cNvSpPr/>
              <p:nvPr/>
            </p:nvSpPr>
            <p:spPr>
              <a:xfrm>
                <a:off x="2216212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5586" y="897161"/>
                    </a:lnTo>
                    <a:lnTo>
                      <a:pt x="908861" y="901783"/>
                    </a:lnTo>
                    <a:lnTo>
                      <a:pt x="913299" y="908755"/>
                    </a:lnTo>
                    <a:lnTo>
                      <a:pt x="914400" y="910676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6" name="ph8266"/>
              <p:cNvSpPr/>
              <p:nvPr/>
            </p:nvSpPr>
            <p:spPr>
              <a:xfrm>
                <a:off x="2216212" y="998856"/>
                <a:ext cx="916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33" h="914399">
                    <a:moveTo>
                      <a:pt x="914400" y="914399"/>
                    </a:moveTo>
                    <a:lnTo>
                      <a:pt x="914400" y="910676"/>
                    </a:lnTo>
                    <a:lnTo>
                      <a:pt x="916533" y="91439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7" name="ph8267"/>
              <p:cNvSpPr/>
              <p:nvPr/>
            </p:nvSpPr>
            <p:spPr>
              <a:xfrm>
                <a:off x="3309154" y="981617"/>
                <a:ext cx="914400" cy="9254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73">
                    <a:moveTo>
                      <a:pt x="914400" y="914399"/>
                    </a:moveTo>
                    <a:lnTo>
                      <a:pt x="914400" y="925473"/>
                    </a:lnTo>
                    <a:lnTo>
                      <a:pt x="911584" y="921647"/>
                    </a:lnTo>
                    <a:lnTo>
                      <a:pt x="907158" y="914961"/>
                    </a:lnTo>
                    <a:lnTo>
                      <a:pt x="906823" y="91439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8" name="ph8268"/>
              <p:cNvSpPr/>
              <p:nvPr/>
            </p:nvSpPr>
            <p:spPr>
              <a:xfrm>
                <a:off x="33091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256" y="931638"/>
                    </a:lnTo>
                    <a:lnTo>
                      <a:pt x="916188" y="927903"/>
                    </a:lnTo>
                    <a:lnTo>
                      <a:pt x="914400" y="925473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9" name="ph8269"/>
              <p:cNvSpPr/>
              <p:nvPr/>
            </p:nvSpPr>
            <p:spPr>
              <a:xfrm>
                <a:off x="33184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0" name="ph8270"/>
              <p:cNvSpPr/>
              <p:nvPr/>
            </p:nvSpPr>
            <p:spPr>
              <a:xfrm>
                <a:off x="33276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1" name="ph8271"/>
              <p:cNvSpPr/>
              <p:nvPr/>
            </p:nvSpPr>
            <p:spPr>
              <a:xfrm>
                <a:off x="33369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2" name="ph8272"/>
              <p:cNvSpPr/>
              <p:nvPr/>
            </p:nvSpPr>
            <p:spPr>
              <a:xfrm>
                <a:off x="33462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3" name="ph8273"/>
              <p:cNvSpPr/>
              <p:nvPr/>
            </p:nvSpPr>
            <p:spPr>
              <a:xfrm>
                <a:off x="33554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4" name="ph8274"/>
              <p:cNvSpPr/>
              <p:nvPr/>
            </p:nvSpPr>
            <p:spPr>
              <a:xfrm>
                <a:off x="33647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5" name="ph8275"/>
              <p:cNvSpPr/>
              <p:nvPr/>
            </p:nvSpPr>
            <p:spPr>
              <a:xfrm>
                <a:off x="33739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6" name="ph8276"/>
              <p:cNvSpPr/>
              <p:nvPr/>
            </p:nvSpPr>
            <p:spPr>
              <a:xfrm>
                <a:off x="33832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7" name="ph8277"/>
              <p:cNvSpPr/>
              <p:nvPr/>
            </p:nvSpPr>
            <p:spPr>
              <a:xfrm>
                <a:off x="339251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8" name="ph8278"/>
              <p:cNvSpPr/>
              <p:nvPr/>
            </p:nvSpPr>
            <p:spPr>
              <a:xfrm>
                <a:off x="34017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9" name="ph8279"/>
              <p:cNvSpPr/>
              <p:nvPr/>
            </p:nvSpPr>
            <p:spPr>
              <a:xfrm>
                <a:off x="34110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0" name="ph8280"/>
              <p:cNvSpPr/>
              <p:nvPr/>
            </p:nvSpPr>
            <p:spPr>
              <a:xfrm>
                <a:off x="34203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1" name="ph8281"/>
              <p:cNvSpPr/>
              <p:nvPr/>
            </p:nvSpPr>
            <p:spPr>
              <a:xfrm>
                <a:off x="34295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2" name="ph8282"/>
              <p:cNvSpPr/>
              <p:nvPr/>
            </p:nvSpPr>
            <p:spPr>
              <a:xfrm>
                <a:off x="343882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3" name="ph8283"/>
              <p:cNvSpPr/>
              <p:nvPr/>
            </p:nvSpPr>
            <p:spPr>
              <a:xfrm>
                <a:off x="34480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4" name="ph8284"/>
              <p:cNvSpPr/>
              <p:nvPr/>
            </p:nvSpPr>
            <p:spPr>
              <a:xfrm>
                <a:off x="345735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5" name="ph8285"/>
              <p:cNvSpPr/>
              <p:nvPr/>
            </p:nvSpPr>
            <p:spPr>
              <a:xfrm>
                <a:off x="346661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6" name="ph8286"/>
              <p:cNvSpPr/>
              <p:nvPr/>
            </p:nvSpPr>
            <p:spPr>
              <a:xfrm>
                <a:off x="347587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7" name="ph8287"/>
              <p:cNvSpPr/>
              <p:nvPr/>
            </p:nvSpPr>
            <p:spPr>
              <a:xfrm>
                <a:off x="348513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8" name="ph8288"/>
              <p:cNvSpPr/>
              <p:nvPr/>
            </p:nvSpPr>
            <p:spPr>
              <a:xfrm>
                <a:off x="349439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9" name="ph8289"/>
              <p:cNvSpPr/>
              <p:nvPr/>
            </p:nvSpPr>
            <p:spPr>
              <a:xfrm>
                <a:off x="350366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0" name="ph8290"/>
              <p:cNvSpPr/>
              <p:nvPr/>
            </p:nvSpPr>
            <p:spPr>
              <a:xfrm>
                <a:off x="351292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1" name="ph8291"/>
              <p:cNvSpPr/>
              <p:nvPr/>
            </p:nvSpPr>
            <p:spPr>
              <a:xfrm>
                <a:off x="352218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2" name="ph8292"/>
              <p:cNvSpPr/>
              <p:nvPr/>
            </p:nvSpPr>
            <p:spPr>
              <a:xfrm>
                <a:off x="353144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3" name="ph8293"/>
              <p:cNvSpPr/>
              <p:nvPr/>
            </p:nvSpPr>
            <p:spPr>
              <a:xfrm>
                <a:off x="354071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4" name="ph8294"/>
              <p:cNvSpPr/>
              <p:nvPr/>
            </p:nvSpPr>
            <p:spPr>
              <a:xfrm>
                <a:off x="354997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5" name="ph8295"/>
              <p:cNvSpPr/>
              <p:nvPr/>
            </p:nvSpPr>
            <p:spPr>
              <a:xfrm>
                <a:off x="355923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6" name="ph8296"/>
              <p:cNvSpPr/>
              <p:nvPr/>
            </p:nvSpPr>
            <p:spPr>
              <a:xfrm>
                <a:off x="356849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7" name="ph8297"/>
              <p:cNvSpPr/>
              <p:nvPr/>
            </p:nvSpPr>
            <p:spPr>
              <a:xfrm>
                <a:off x="357775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8" name="ph8298"/>
              <p:cNvSpPr/>
              <p:nvPr/>
            </p:nvSpPr>
            <p:spPr>
              <a:xfrm>
                <a:off x="358702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9" name="ph8299"/>
              <p:cNvSpPr/>
              <p:nvPr/>
            </p:nvSpPr>
            <p:spPr>
              <a:xfrm>
                <a:off x="359628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0" name="ph8300"/>
              <p:cNvSpPr/>
              <p:nvPr/>
            </p:nvSpPr>
            <p:spPr>
              <a:xfrm>
                <a:off x="360554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1" name="ph8301"/>
              <p:cNvSpPr/>
              <p:nvPr/>
            </p:nvSpPr>
            <p:spPr>
              <a:xfrm>
                <a:off x="361480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2" name="ph8302"/>
              <p:cNvSpPr/>
              <p:nvPr/>
            </p:nvSpPr>
            <p:spPr>
              <a:xfrm>
                <a:off x="362407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3" name="ph8303"/>
              <p:cNvSpPr/>
              <p:nvPr/>
            </p:nvSpPr>
            <p:spPr>
              <a:xfrm>
                <a:off x="363333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4" name="ph8304"/>
              <p:cNvSpPr/>
              <p:nvPr/>
            </p:nvSpPr>
            <p:spPr>
              <a:xfrm>
                <a:off x="364259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5" name="ph8305"/>
              <p:cNvSpPr/>
              <p:nvPr/>
            </p:nvSpPr>
            <p:spPr>
              <a:xfrm>
                <a:off x="365185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6" name="ph8306"/>
              <p:cNvSpPr/>
              <p:nvPr/>
            </p:nvSpPr>
            <p:spPr>
              <a:xfrm>
                <a:off x="366111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7" name="ph8307"/>
              <p:cNvSpPr/>
              <p:nvPr/>
            </p:nvSpPr>
            <p:spPr>
              <a:xfrm>
                <a:off x="367038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8" name="ph8308"/>
              <p:cNvSpPr/>
              <p:nvPr/>
            </p:nvSpPr>
            <p:spPr>
              <a:xfrm>
                <a:off x="367964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9" name="ph8309"/>
              <p:cNvSpPr/>
              <p:nvPr/>
            </p:nvSpPr>
            <p:spPr>
              <a:xfrm>
                <a:off x="368890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0" name="ph8310"/>
              <p:cNvSpPr/>
              <p:nvPr/>
            </p:nvSpPr>
            <p:spPr>
              <a:xfrm>
                <a:off x="369816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1" name="ph8311"/>
              <p:cNvSpPr/>
              <p:nvPr/>
            </p:nvSpPr>
            <p:spPr>
              <a:xfrm>
                <a:off x="370743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2" name="ph8312"/>
              <p:cNvSpPr/>
              <p:nvPr/>
            </p:nvSpPr>
            <p:spPr>
              <a:xfrm>
                <a:off x="371669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3" name="ph8313"/>
              <p:cNvSpPr/>
              <p:nvPr/>
            </p:nvSpPr>
            <p:spPr>
              <a:xfrm>
                <a:off x="37259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4" name="ph8314"/>
              <p:cNvSpPr/>
              <p:nvPr/>
            </p:nvSpPr>
            <p:spPr>
              <a:xfrm>
                <a:off x="37352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5" name="ph8315"/>
              <p:cNvSpPr/>
              <p:nvPr/>
            </p:nvSpPr>
            <p:spPr>
              <a:xfrm>
                <a:off x="37444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6" name="ph8316"/>
              <p:cNvSpPr/>
              <p:nvPr/>
            </p:nvSpPr>
            <p:spPr>
              <a:xfrm>
                <a:off x="37537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7" name="ph8317"/>
              <p:cNvSpPr/>
              <p:nvPr/>
            </p:nvSpPr>
            <p:spPr>
              <a:xfrm>
                <a:off x="37630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8" name="ph8318"/>
              <p:cNvSpPr/>
              <p:nvPr/>
            </p:nvSpPr>
            <p:spPr>
              <a:xfrm>
                <a:off x="37722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9" name="ph8319"/>
              <p:cNvSpPr/>
              <p:nvPr/>
            </p:nvSpPr>
            <p:spPr>
              <a:xfrm>
                <a:off x="3781528" y="998856"/>
                <a:ext cx="919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399">
                    <a:moveTo>
                      <a:pt x="914400" y="914399"/>
                    </a:moveTo>
                    <a:lnTo>
                      <a:pt x="914423" y="897161"/>
                    </a:lnTo>
                    <a:lnTo>
                      <a:pt x="915117" y="899281"/>
                    </a:lnTo>
                    <a:lnTo>
                      <a:pt x="917997" y="909275"/>
                    </a:lnTo>
                    <a:lnTo>
                      <a:pt x="918080" y="909584"/>
                    </a:lnTo>
                    <a:lnTo>
                      <a:pt x="918164" y="909896"/>
                    </a:lnTo>
                    <a:lnTo>
                      <a:pt x="918248" y="910209"/>
                    </a:lnTo>
                    <a:lnTo>
                      <a:pt x="918333" y="910521"/>
                    </a:lnTo>
                    <a:lnTo>
                      <a:pt x="918417" y="910834"/>
                    </a:lnTo>
                    <a:lnTo>
                      <a:pt x="918501" y="911146"/>
                    </a:lnTo>
                    <a:lnTo>
                      <a:pt x="918585" y="911459"/>
                    </a:lnTo>
                    <a:lnTo>
                      <a:pt x="918669" y="911771"/>
                    </a:lnTo>
                    <a:lnTo>
                      <a:pt x="918753" y="912084"/>
                    </a:lnTo>
                    <a:lnTo>
                      <a:pt x="918838" y="912396"/>
                    </a:lnTo>
                    <a:lnTo>
                      <a:pt x="918922" y="912709"/>
                    </a:lnTo>
                    <a:lnTo>
                      <a:pt x="919006" y="913021"/>
                    </a:lnTo>
                    <a:lnTo>
                      <a:pt x="919090" y="913334"/>
                    </a:lnTo>
                    <a:lnTo>
                      <a:pt x="919174" y="913646"/>
                    </a:lnTo>
                    <a:lnTo>
                      <a:pt x="919258" y="913959"/>
                    </a:lnTo>
                    <a:lnTo>
                      <a:pt x="919343" y="914271"/>
                    </a:lnTo>
                    <a:lnTo>
                      <a:pt x="919377" y="91439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0" name="ph8320"/>
              <p:cNvSpPr/>
              <p:nvPr/>
            </p:nvSpPr>
            <p:spPr>
              <a:xfrm>
                <a:off x="2077279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51" y="914399"/>
                    </a:lnTo>
                    <a:lnTo>
                      <a:pt x="912733" y="913562"/>
                    </a:lnTo>
                    <a:lnTo>
                      <a:pt x="914400" y="911416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1" name="ph8321"/>
              <p:cNvSpPr/>
              <p:nvPr/>
            </p:nvSpPr>
            <p:spPr>
              <a:xfrm>
                <a:off x="2086541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1416"/>
                    </a:lnTo>
                    <a:lnTo>
                      <a:pt x="908246" y="907412"/>
                    </a:lnTo>
                    <a:lnTo>
                      <a:pt x="913188" y="901734"/>
                    </a:lnTo>
                    <a:lnTo>
                      <a:pt x="914400" y="90049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2" name="ph8322"/>
              <p:cNvSpPr/>
              <p:nvPr/>
            </p:nvSpPr>
            <p:spPr>
              <a:xfrm>
                <a:off x="2095803" y="9643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738"/>
                    </a:lnTo>
                    <a:lnTo>
                      <a:pt x="908414" y="91439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3" name="ph8323"/>
              <p:cNvSpPr/>
              <p:nvPr/>
            </p:nvSpPr>
            <p:spPr>
              <a:xfrm>
                <a:off x="20958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4" name="ph8324"/>
              <p:cNvSpPr/>
              <p:nvPr/>
            </p:nvSpPr>
            <p:spPr>
              <a:xfrm>
                <a:off x="2105066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5" name="ph8325"/>
              <p:cNvSpPr/>
              <p:nvPr/>
            </p:nvSpPr>
            <p:spPr>
              <a:xfrm>
                <a:off x="21143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6" name="ph8326"/>
              <p:cNvSpPr/>
              <p:nvPr/>
            </p:nvSpPr>
            <p:spPr>
              <a:xfrm>
                <a:off x="21235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7" name="ph8327"/>
              <p:cNvSpPr/>
              <p:nvPr/>
            </p:nvSpPr>
            <p:spPr>
              <a:xfrm>
                <a:off x="21328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8" name="ph8328"/>
              <p:cNvSpPr/>
              <p:nvPr/>
            </p:nvSpPr>
            <p:spPr>
              <a:xfrm>
                <a:off x="214211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9" name="ph8329"/>
              <p:cNvSpPr/>
              <p:nvPr/>
            </p:nvSpPr>
            <p:spPr>
              <a:xfrm>
                <a:off x="21513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0" name="ph8330"/>
              <p:cNvSpPr/>
              <p:nvPr/>
            </p:nvSpPr>
            <p:spPr>
              <a:xfrm>
                <a:off x="21606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1" name="ph8331"/>
              <p:cNvSpPr/>
              <p:nvPr/>
            </p:nvSpPr>
            <p:spPr>
              <a:xfrm>
                <a:off x="21699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2" name="ph8332"/>
              <p:cNvSpPr/>
              <p:nvPr/>
            </p:nvSpPr>
            <p:spPr>
              <a:xfrm>
                <a:off x="21791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3" name="ph8333"/>
              <p:cNvSpPr/>
              <p:nvPr/>
            </p:nvSpPr>
            <p:spPr>
              <a:xfrm>
                <a:off x="219768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314" y="897161"/>
                    </a:lnTo>
                    <a:lnTo>
                      <a:pt x="912985" y="900823"/>
                    </a:lnTo>
                    <a:lnTo>
                      <a:pt x="914400" y="902416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4" name="ph8334"/>
              <p:cNvSpPr/>
              <p:nvPr/>
            </p:nvSpPr>
            <p:spPr>
              <a:xfrm>
                <a:off x="2206950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2416"/>
                    </a:lnTo>
                    <a:lnTo>
                      <a:pt x="908691" y="906419"/>
                    </a:lnTo>
                    <a:lnTo>
                      <a:pt x="913496" y="912491"/>
                    </a:lnTo>
                    <a:lnTo>
                      <a:pt x="914400" y="913767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5" name="ph8335"/>
              <p:cNvSpPr/>
              <p:nvPr/>
            </p:nvSpPr>
            <p:spPr>
              <a:xfrm>
                <a:off x="2206950" y="981617"/>
                <a:ext cx="91484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48" h="914399">
                    <a:moveTo>
                      <a:pt x="914400" y="914399"/>
                    </a:moveTo>
                    <a:lnTo>
                      <a:pt x="914400" y="913767"/>
                    </a:lnTo>
                    <a:lnTo>
                      <a:pt x="914848" y="91439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6" name="ph8336"/>
              <p:cNvSpPr/>
              <p:nvPr/>
            </p:nvSpPr>
            <p:spPr>
              <a:xfrm>
                <a:off x="3299892" y="964379"/>
                <a:ext cx="914400" cy="9288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13">
                    <a:moveTo>
                      <a:pt x="914400" y="914399"/>
                    </a:moveTo>
                    <a:lnTo>
                      <a:pt x="914400" y="928813"/>
                    </a:lnTo>
                    <a:lnTo>
                      <a:pt x="912184" y="925100"/>
                    </a:lnTo>
                    <a:lnTo>
                      <a:pt x="908150" y="917605"/>
                    </a:lnTo>
                    <a:lnTo>
                      <a:pt x="906593" y="91439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7" name="ph8337"/>
              <p:cNvSpPr/>
              <p:nvPr/>
            </p:nvSpPr>
            <p:spPr>
              <a:xfrm>
                <a:off x="32998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085" y="931638"/>
                    </a:lnTo>
                    <a:lnTo>
                      <a:pt x="914400" y="928813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8" name="ph8338"/>
              <p:cNvSpPr/>
              <p:nvPr/>
            </p:nvSpPr>
            <p:spPr>
              <a:xfrm>
                <a:off x="33091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9" name="ph8339"/>
              <p:cNvSpPr/>
              <p:nvPr/>
            </p:nvSpPr>
            <p:spPr>
              <a:xfrm>
                <a:off x="33184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0" name="ph8340"/>
              <p:cNvSpPr/>
              <p:nvPr/>
            </p:nvSpPr>
            <p:spPr>
              <a:xfrm>
                <a:off x="33276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1" name="ph8341"/>
              <p:cNvSpPr/>
              <p:nvPr/>
            </p:nvSpPr>
            <p:spPr>
              <a:xfrm>
                <a:off x="33369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2" name="ph8342"/>
              <p:cNvSpPr/>
              <p:nvPr/>
            </p:nvSpPr>
            <p:spPr>
              <a:xfrm>
                <a:off x="33462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3" name="ph8343"/>
              <p:cNvSpPr/>
              <p:nvPr/>
            </p:nvSpPr>
            <p:spPr>
              <a:xfrm>
                <a:off x="335546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4" name="ph8344"/>
              <p:cNvSpPr/>
              <p:nvPr/>
            </p:nvSpPr>
            <p:spPr>
              <a:xfrm>
                <a:off x="33647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5" name="ph8345"/>
              <p:cNvSpPr/>
              <p:nvPr/>
            </p:nvSpPr>
            <p:spPr>
              <a:xfrm>
                <a:off x="33739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6" name="ph8346"/>
              <p:cNvSpPr/>
              <p:nvPr/>
            </p:nvSpPr>
            <p:spPr>
              <a:xfrm>
                <a:off x="33832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7" name="ph8347"/>
              <p:cNvSpPr/>
              <p:nvPr/>
            </p:nvSpPr>
            <p:spPr>
              <a:xfrm>
                <a:off x="339251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8" name="ph8348"/>
              <p:cNvSpPr/>
              <p:nvPr/>
            </p:nvSpPr>
            <p:spPr>
              <a:xfrm>
                <a:off x="34017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9" name="ph8349"/>
              <p:cNvSpPr/>
              <p:nvPr/>
            </p:nvSpPr>
            <p:spPr>
              <a:xfrm>
                <a:off x="34110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0" name="ph8350"/>
              <p:cNvSpPr/>
              <p:nvPr/>
            </p:nvSpPr>
            <p:spPr>
              <a:xfrm>
                <a:off x="34203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1" name="ph8351"/>
              <p:cNvSpPr/>
              <p:nvPr/>
            </p:nvSpPr>
            <p:spPr>
              <a:xfrm>
                <a:off x="34295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2" name="ph8352"/>
              <p:cNvSpPr/>
              <p:nvPr/>
            </p:nvSpPr>
            <p:spPr>
              <a:xfrm>
                <a:off x="343882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3" name="ph8353"/>
              <p:cNvSpPr/>
              <p:nvPr/>
            </p:nvSpPr>
            <p:spPr>
              <a:xfrm>
                <a:off x="344808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4" name="ph8354"/>
              <p:cNvSpPr/>
              <p:nvPr/>
            </p:nvSpPr>
            <p:spPr>
              <a:xfrm>
                <a:off x="345735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5" name="ph8355"/>
              <p:cNvSpPr/>
              <p:nvPr/>
            </p:nvSpPr>
            <p:spPr>
              <a:xfrm>
                <a:off x="346661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6" name="ph8356"/>
              <p:cNvSpPr/>
              <p:nvPr/>
            </p:nvSpPr>
            <p:spPr>
              <a:xfrm>
                <a:off x="347587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7" name="ph8357"/>
              <p:cNvSpPr/>
              <p:nvPr/>
            </p:nvSpPr>
            <p:spPr>
              <a:xfrm>
                <a:off x="348513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8" name="ph8358"/>
              <p:cNvSpPr/>
              <p:nvPr/>
            </p:nvSpPr>
            <p:spPr>
              <a:xfrm>
                <a:off x="349439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9" name="ph8359"/>
              <p:cNvSpPr/>
              <p:nvPr/>
            </p:nvSpPr>
            <p:spPr>
              <a:xfrm>
                <a:off x="350366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0" name="ph8360"/>
              <p:cNvSpPr/>
              <p:nvPr/>
            </p:nvSpPr>
            <p:spPr>
              <a:xfrm>
                <a:off x="351292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1" name="ph8361"/>
              <p:cNvSpPr/>
              <p:nvPr/>
            </p:nvSpPr>
            <p:spPr>
              <a:xfrm>
                <a:off x="352218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2" name="ph8362"/>
              <p:cNvSpPr/>
              <p:nvPr/>
            </p:nvSpPr>
            <p:spPr>
              <a:xfrm>
                <a:off x="353144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3" name="ph8363"/>
              <p:cNvSpPr/>
              <p:nvPr/>
            </p:nvSpPr>
            <p:spPr>
              <a:xfrm>
                <a:off x="354071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4" name="ph8364"/>
              <p:cNvSpPr/>
              <p:nvPr/>
            </p:nvSpPr>
            <p:spPr>
              <a:xfrm>
                <a:off x="354997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5" name="ph8365"/>
              <p:cNvSpPr/>
              <p:nvPr/>
            </p:nvSpPr>
            <p:spPr>
              <a:xfrm>
                <a:off x="355923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6" name="ph8366"/>
              <p:cNvSpPr/>
              <p:nvPr/>
            </p:nvSpPr>
            <p:spPr>
              <a:xfrm>
                <a:off x="356849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7" name="ph8367"/>
              <p:cNvSpPr/>
              <p:nvPr/>
            </p:nvSpPr>
            <p:spPr>
              <a:xfrm>
                <a:off x="357775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8" name="ph8368"/>
              <p:cNvSpPr/>
              <p:nvPr/>
            </p:nvSpPr>
            <p:spPr>
              <a:xfrm>
                <a:off x="358702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9" name="ph8369"/>
              <p:cNvSpPr/>
              <p:nvPr/>
            </p:nvSpPr>
            <p:spPr>
              <a:xfrm>
                <a:off x="359628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0" name="ph8370"/>
              <p:cNvSpPr/>
              <p:nvPr/>
            </p:nvSpPr>
            <p:spPr>
              <a:xfrm>
                <a:off x="360554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1" name="ph8371"/>
              <p:cNvSpPr/>
              <p:nvPr/>
            </p:nvSpPr>
            <p:spPr>
              <a:xfrm>
                <a:off x="361480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2" name="ph8372"/>
              <p:cNvSpPr/>
              <p:nvPr/>
            </p:nvSpPr>
            <p:spPr>
              <a:xfrm>
                <a:off x="362407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3" name="ph8373"/>
              <p:cNvSpPr/>
              <p:nvPr/>
            </p:nvSpPr>
            <p:spPr>
              <a:xfrm>
                <a:off x="363333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4" name="ph8374"/>
              <p:cNvSpPr/>
              <p:nvPr/>
            </p:nvSpPr>
            <p:spPr>
              <a:xfrm>
                <a:off x="364259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5" name="ph8375"/>
              <p:cNvSpPr/>
              <p:nvPr/>
            </p:nvSpPr>
            <p:spPr>
              <a:xfrm>
                <a:off x="365185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6" name="ph8376"/>
              <p:cNvSpPr/>
              <p:nvPr/>
            </p:nvSpPr>
            <p:spPr>
              <a:xfrm>
                <a:off x="366111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7" name="ph8377"/>
              <p:cNvSpPr/>
              <p:nvPr/>
            </p:nvSpPr>
            <p:spPr>
              <a:xfrm>
                <a:off x="367038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8" name="ph8378"/>
              <p:cNvSpPr/>
              <p:nvPr/>
            </p:nvSpPr>
            <p:spPr>
              <a:xfrm>
                <a:off x="367964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9" name="ph8379"/>
              <p:cNvSpPr/>
              <p:nvPr/>
            </p:nvSpPr>
            <p:spPr>
              <a:xfrm>
                <a:off x="368890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0" name="ph8380"/>
              <p:cNvSpPr/>
              <p:nvPr/>
            </p:nvSpPr>
            <p:spPr>
              <a:xfrm>
                <a:off x="369816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1" name="ph8381"/>
              <p:cNvSpPr/>
              <p:nvPr/>
            </p:nvSpPr>
            <p:spPr>
              <a:xfrm>
                <a:off x="370743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2" name="ph8382"/>
              <p:cNvSpPr/>
              <p:nvPr/>
            </p:nvSpPr>
            <p:spPr>
              <a:xfrm>
                <a:off x="37166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3" name="ph8383"/>
              <p:cNvSpPr/>
              <p:nvPr/>
            </p:nvSpPr>
            <p:spPr>
              <a:xfrm>
                <a:off x="37259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4" name="ph8384"/>
              <p:cNvSpPr/>
              <p:nvPr/>
            </p:nvSpPr>
            <p:spPr>
              <a:xfrm>
                <a:off x="37352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5" name="ph8385"/>
              <p:cNvSpPr/>
              <p:nvPr/>
            </p:nvSpPr>
            <p:spPr>
              <a:xfrm>
                <a:off x="37444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6" name="ph8386"/>
              <p:cNvSpPr/>
              <p:nvPr/>
            </p:nvSpPr>
            <p:spPr>
              <a:xfrm>
                <a:off x="37537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7" name="ph8387"/>
              <p:cNvSpPr/>
              <p:nvPr/>
            </p:nvSpPr>
            <p:spPr>
              <a:xfrm>
                <a:off x="37630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8" name="ph8388"/>
              <p:cNvSpPr/>
              <p:nvPr/>
            </p:nvSpPr>
            <p:spPr>
              <a:xfrm>
                <a:off x="378152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361" y="897161"/>
                    </a:lnTo>
                    <a:lnTo>
                      <a:pt x="908496" y="897486"/>
                    </a:lnTo>
                    <a:lnTo>
                      <a:pt x="911946" y="906834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9" name="ph8389"/>
              <p:cNvSpPr/>
              <p:nvPr/>
            </p:nvSpPr>
            <p:spPr>
              <a:xfrm>
                <a:off x="209580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8414" y="914399"/>
                    </a:lnTo>
                    <a:lnTo>
                      <a:pt x="909020" y="913782"/>
                    </a:lnTo>
                    <a:lnTo>
                      <a:pt x="914252" y="909095"/>
                    </a:lnTo>
                    <a:lnTo>
                      <a:pt x="914400" y="908980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0" name="ph8390"/>
              <p:cNvSpPr/>
              <p:nvPr/>
            </p:nvSpPr>
            <p:spPr>
              <a:xfrm>
                <a:off x="210506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980"/>
                    </a:lnTo>
                    <a:lnTo>
                      <a:pt x="910347" y="904923"/>
                    </a:lnTo>
                    <a:lnTo>
                      <a:pt x="914400" y="902220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1" name="ph8391"/>
              <p:cNvSpPr/>
              <p:nvPr/>
            </p:nvSpPr>
            <p:spPr>
              <a:xfrm>
                <a:off x="2114328" y="9471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459"/>
                    </a:lnTo>
                    <a:lnTo>
                      <a:pt x="906552" y="918515"/>
                    </a:lnTo>
                    <a:lnTo>
                      <a:pt x="912114" y="915406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2" name="ph8392"/>
              <p:cNvSpPr/>
              <p:nvPr/>
            </p:nvSpPr>
            <p:spPr>
              <a:xfrm>
                <a:off x="21143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3" name="ph8393"/>
              <p:cNvSpPr/>
              <p:nvPr/>
            </p:nvSpPr>
            <p:spPr>
              <a:xfrm>
                <a:off x="21235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4" name="ph8394"/>
              <p:cNvSpPr/>
              <p:nvPr/>
            </p:nvSpPr>
            <p:spPr>
              <a:xfrm>
                <a:off x="21328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5" name="ph8395"/>
              <p:cNvSpPr/>
              <p:nvPr/>
            </p:nvSpPr>
            <p:spPr>
              <a:xfrm>
                <a:off x="214211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6" name="ph8396"/>
              <p:cNvSpPr/>
              <p:nvPr/>
            </p:nvSpPr>
            <p:spPr>
              <a:xfrm>
                <a:off x="21513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7" name="ph8397"/>
              <p:cNvSpPr/>
              <p:nvPr/>
            </p:nvSpPr>
            <p:spPr>
              <a:xfrm>
                <a:off x="2169901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738" y="897161"/>
                    </a:lnTo>
                    <a:lnTo>
                      <a:pt x="913962" y="897696"/>
                    </a:lnTo>
                    <a:lnTo>
                      <a:pt x="914400" y="897933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8" name="ph8398"/>
              <p:cNvSpPr/>
              <p:nvPr/>
            </p:nvSpPr>
            <p:spPr>
              <a:xfrm>
                <a:off x="217916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933"/>
                    </a:lnTo>
                    <a:lnTo>
                      <a:pt x="910276" y="900714"/>
                    </a:lnTo>
                    <a:lnTo>
                      <a:pt x="914400" y="903388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9" name="ph8399"/>
              <p:cNvSpPr/>
              <p:nvPr/>
            </p:nvSpPr>
            <p:spPr>
              <a:xfrm>
                <a:off x="218842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3388"/>
                    </a:lnTo>
                    <a:lnTo>
                      <a:pt x="906497" y="904270"/>
                    </a:lnTo>
                    <a:lnTo>
                      <a:pt x="911874" y="908354"/>
                    </a:lnTo>
                    <a:lnTo>
                      <a:pt x="914400" y="910565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0" name="ph8400"/>
              <p:cNvSpPr/>
              <p:nvPr/>
            </p:nvSpPr>
            <p:spPr>
              <a:xfrm>
                <a:off x="2188426" y="964379"/>
                <a:ext cx="9185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77" h="914399">
                    <a:moveTo>
                      <a:pt x="914400" y="914399"/>
                    </a:moveTo>
                    <a:lnTo>
                      <a:pt x="914400" y="910565"/>
                    </a:lnTo>
                    <a:lnTo>
                      <a:pt x="917129" y="912955"/>
                    </a:lnTo>
                    <a:lnTo>
                      <a:pt x="918577" y="91439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1" name="ph8401"/>
              <p:cNvSpPr/>
              <p:nvPr/>
            </p:nvSpPr>
            <p:spPr>
              <a:xfrm>
                <a:off x="3290630" y="947140"/>
                <a:ext cx="914400" cy="9286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42">
                    <a:moveTo>
                      <a:pt x="914400" y="914399"/>
                    </a:moveTo>
                    <a:lnTo>
                      <a:pt x="914400" y="928642"/>
                    </a:lnTo>
                    <a:lnTo>
                      <a:pt x="913589" y="926973"/>
                    </a:lnTo>
                    <a:lnTo>
                      <a:pt x="909988" y="918749"/>
                    </a:lnTo>
                    <a:lnTo>
                      <a:pt x="908275" y="91439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2" name="ph8402"/>
              <p:cNvSpPr/>
              <p:nvPr/>
            </p:nvSpPr>
            <p:spPr>
              <a:xfrm>
                <a:off x="32906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855" y="931638"/>
                    </a:lnTo>
                    <a:lnTo>
                      <a:pt x="914400" y="928642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3" name="ph8403"/>
              <p:cNvSpPr/>
              <p:nvPr/>
            </p:nvSpPr>
            <p:spPr>
              <a:xfrm>
                <a:off x="32998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4" name="ph8404"/>
              <p:cNvSpPr/>
              <p:nvPr/>
            </p:nvSpPr>
            <p:spPr>
              <a:xfrm>
                <a:off x="33091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5" name="ph8405"/>
              <p:cNvSpPr/>
              <p:nvPr/>
            </p:nvSpPr>
            <p:spPr>
              <a:xfrm>
                <a:off x="33184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6" name="ph8406"/>
              <p:cNvSpPr/>
              <p:nvPr/>
            </p:nvSpPr>
            <p:spPr>
              <a:xfrm>
                <a:off x="33276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7" name="ph8407"/>
              <p:cNvSpPr/>
              <p:nvPr/>
            </p:nvSpPr>
            <p:spPr>
              <a:xfrm>
                <a:off x="33369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8" name="ph8408"/>
              <p:cNvSpPr/>
              <p:nvPr/>
            </p:nvSpPr>
            <p:spPr>
              <a:xfrm>
                <a:off x="334620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9" name="ph8409"/>
              <p:cNvSpPr/>
              <p:nvPr/>
            </p:nvSpPr>
            <p:spPr>
              <a:xfrm>
                <a:off x="335546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0" name="ph8410"/>
              <p:cNvSpPr/>
              <p:nvPr/>
            </p:nvSpPr>
            <p:spPr>
              <a:xfrm>
                <a:off x="33647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1" name="ph8411"/>
              <p:cNvSpPr/>
              <p:nvPr/>
            </p:nvSpPr>
            <p:spPr>
              <a:xfrm>
                <a:off x="33739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2" name="ph8412"/>
              <p:cNvSpPr/>
              <p:nvPr/>
            </p:nvSpPr>
            <p:spPr>
              <a:xfrm>
                <a:off x="33832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3" name="ph8413"/>
              <p:cNvSpPr/>
              <p:nvPr/>
            </p:nvSpPr>
            <p:spPr>
              <a:xfrm>
                <a:off x="339251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4" name="ph8414"/>
              <p:cNvSpPr/>
              <p:nvPr/>
            </p:nvSpPr>
            <p:spPr>
              <a:xfrm>
                <a:off x="34017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5" name="ph8415"/>
              <p:cNvSpPr/>
              <p:nvPr/>
            </p:nvSpPr>
            <p:spPr>
              <a:xfrm>
                <a:off x="341103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6" name="ph8416"/>
              <p:cNvSpPr/>
              <p:nvPr/>
            </p:nvSpPr>
            <p:spPr>
              <a:xfrm>
                <a:off x="342030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7" name="ph8417"/>
              <p:cNvSpPr/>
              <p:nvPr/>
            </p:nvSpPr>
            <p:spPr>
              <a:xfrm>
                <a:off x="342956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8" name="ph8418"/>
              <p:cNvSpPr/>
              <p:nvPr/>
            </p:nvSpPr>
            <p:spPr>
              <a:xfrm>
                <a:off x="343882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9" name="ph8419"/>
              <p:cNvSpPr/>
              <p:nvPr/>
            </p:nvSpPr>
            <p:spPr>
              <a:xfrm>
                <a:off x="344808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0" name="ph8420"/>
              <p:cNvSpPr/>
              <p:nvPr/>
            </p:nvSpPr>
            <p:spPr>
              <a:xfrm>
                <a:off x="345735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1" name="ph8421"/>
              <p:cNvSpPr/>
              <p:nvPr/>
            </p:nvSpPr>
            <p:spPr>
              <a:xfrm>
                <a:off x="346661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2" name="ph8422"/>
              <p:cNvSpPr/>
              <p:nvPr/>
            </p:nvSpPr>
            <p:spPr>
              <a:xfrm>
                <a:off x="347587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3" name="ph8423"/>
              <p:cNvSpPr/>
              <p:nvPr/>
            </p:nvSpPr>
            <p:spPr>
              <a:xfrm>
                <a:off x="348513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4" name="ph8424"/>
              <p:cNvSpPr/>
              <p:nvPr/>
            </p:nvSpPr>
            <p:spPr>
              <a:xfrm>
                <a:off x="349439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5" name="ph8425"/>
              <p:cNvSpPr/>
              <p:nvPr/>
            </p:nvSpPr>
            <p:spPr>
              <a:xfrm>
                <a:off x="350366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6" name="ph8426"/>
              <p:cNvSpPr/>
              <p:nvPr/>
            </p:nvSpPr>
            <p:spPr>
              <a:xfrm>
                <a:off x="351292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7" name="ph8427"/>
              <p:cNvSpPr/>
              <p:nvPr/>
            </p:nvSpPr>
            <p:spPr>
              <a:xfrm>
                <a:off x="352218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8" name="ph8428"/>
              <p:cNvSpPr/>
              <p:nvPr/>
            </p:nvSpPr>
            <p:spPr>
              <a:xfrm>
                <a:off x="353144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9" name="ph8429"/>
              <p:cNvSpPr/>
              <p:nvPr/>
            </p:nvSpPr>
            <p:spPr>
              <a:xfrm>
                <a:off x="354071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0" name="ph8430"/>
              <p:cNvSpPr/>
              <p:nvPr/>
            </p:nvSpPr>
            <p:spPr>
              <a:xfrm>
                <a:off x="354997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1" name="ph8431"/>
              <p:cNvSpPr/>
              <p:nvPr/>
            </p:nvSpPr>
            <p:spPr>
              <a:xfrm>
                <a:off x="355923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2" name="ph8432"/>
              <p:cNvSpPr/>
              <p:nvPr/>
            </p:nvSpPr>
            <p:spPr>
              <a:xfrm>
                <a:off x="356849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3" name="ph8433"/>
              <p:cNvSpPr/>
              <p:nvPr/>
            </p:nvSpPr>
            <p:spPr>
              <a:xfrm>
                <a:off x="357775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4" name="ph8434"/>
              <p:cNvSpPr/>
              <p:nvPr/>
            </p:nvSpPr>
            <p:spPr>
              <a:xfrm>
                <a:off x="358702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5" name="ph8435"/>
              <p:cNvSpPr/>
              <p:nvPr/>
            </p:nvSpPr>
            <p:spPr>
              <a:xfrm>
                <a:off x="359628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6" name="ph8436"/>
              <p:cNvSpPr/>
              <p:nvPr/>
            </p:nvSpPr>
            <p:spPr>
              <a:xfrm>
                <a:off x="360554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7" name="ph8437"/>
              <p:cNvSpPr/>
              <p:nvPr/>
            </p:nvSpPr>
            <p:spPr>
              <a:xfrm>
                <a:off x="361480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8" name="ph8438"/>
              <p:cNvSpPr/>
              <p:nvPr/>
            </p:nvSpPr>
            <p:spPr>
              <a:xfrm>
                <a:off x="362407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9" name="ph8439"/>
              <p:cNvSpPr/>
              <p:nvPr/>
            </p:nvSpPr>
            <p:spPr>
              <a:xfrm>
                <a:off x="363333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0" name="ph8440"/>
              <p:cNvSpPr/>
              <p:nvPr/>
            </p:nvSpPr>
            <p:spPr>
              <a:xfrm>
                <a:off x="364259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1" name="ph8441"/>
              <p:cNvSpPr/>
              <p:nvPr/>
            </p:nvSpPr>
            <p:spPr>
              <a:xfrm>
                <a:off x="365185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2" name="ph8442"/>
              <p:cNvSpPr/>
              <p:nvPr/>
            </p:nvSpPr>
            <p:spPr>
              <a:xfrm>
                <a:off x="366111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3" name="ph8443"/>
              <p:cNvSpPr/>
              <p:nvPr/>
            </p:nvSpPr>
            <p:spPr>
              <a:xfrm>
                <a:off x="367038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4" name="ph8444"/>
              <p:cNvSpPr/>
              <p:nvPr/>
            </p:nvSpPr>
            <p:spPr>
              <a:xfrm>
                <a:off x="367964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5" name="ph8445"/>
              <p:cNvSpPr/>
              <p:nvPr/>
            </p:nvSpPr>
            <p:spPr>
              <a:xfrm>
                <a:off x="368890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6" name="ph8446"/>
              <p:cNvSpPr/>
              <p:nvPr/>
            </p:nvSpPr>
            <p:spPr>
              <a:xfrm>
                <a:off x="369816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7" name="ph8447"/>
              <p:cNvSpPr/>
              <p:nvPr/>
            </p:nvSpPr>
            <p:spPr>
              <a:xfrm>
                <a:off x="37074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8" name="ph8448"/>
              <p:cNvSpPr/>
              <p:nvPr/>
            </p:nvSpPr>
            <p:spPr>
              <a:xfrm>
                <a:off x="37166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9" name="ph8449"/>
              <p:cNvSpPr/>
              <p:nvPr/>
            </p:nvSpPr>
            <p:spPr>
              <a:xfrm>
                <a:off x="37259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0" name="ph8450"/>
              <p:cNvSpPr/>
              <p:nvPr/>
            </p:nvSpPr>
            <p:spPr>
              <a:xfrm>
                <a:off x="37352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1" name="ph8451"/>
              <p:cNvSpPr/>
              <p:nvPr/>
            </p:nvSpPr>
            <p:spPr>
              <a:xfrm>
                <a:off x="37444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2" name="ph8452"/>
              <p:cNvSpPr/>
              <p:nvPr/>
            </p:nvSpPr>
            <p:spPr>
              <a:xfrm>
                <a:off x="37537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3" name="ph8453"/>
              <p:cNvSpPr/>
              <p:nvPr/>
            </p:nvSpPr>
            <p:spPr>
              <a:xfrm>
                <a:off x="3772265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0061" y="897161"/>
                    </a:lnTo>
                    <a:lnTo>
                      <a:pt x="914037" y="905743"/>
                    </a:lnTo>
                    <a:lnTo>
                      <a:pt x="914400" y="906617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4" name="ph8454"/>
              <p:cNvSpPr/>
              <p:nvPr/>
            </p:nvSpPr>
            <p:spPr>
              <a:xfrm>
                <a:off x="3772265" y="964379"/>
                <a:ext cx="9176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623" h="914399">
                    <a:moveTo>
                      <a:pt x="914400" y="914399"/>
                    </a:moveTo>
                    <a:lnTo>
                      <a:pt x="914400" y="906617"/>
                    </a:lnTo>
                    <a:lnTo>
                      <a:pt x="917623" y="91439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5" name="ph8455"/>
              <p:cNvSpPr/>
              <p:nvPr/>
            </p:nvSpPr>
            <p:spPr>
              <a:xfrm>
                <a:off x="2123590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67"/>
                    </a:lnTo>
                    <a:lnTo>
                      <a:pt x="908493" y="912841"/>
                    </a:lnTo>
                    <a:lnTo>
                      <a:pt x="914199" y="910829"/>
                    </a:lnTo>
                    <a:lnTo>
                      <a:pt x="914400" y="91077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6" name="ph8456"/>
              <p:cNvSpPr/>
              <p:nvPr/>
            </p:nvSpPr>
            <p:spPr>
              <a:xfrm>
                <a:off x="2132852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0778"/>
                    </a:lnTo>
                    <a:lnTo>
                      <a:pt x="910691" y="909373"/>
                    </a:lnTo>
                    <a:lnTo>
                      <a:pt x="914400" y="908801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7" name="ph8457"/>
              <p:cNvSpPr/>
              <p:nvPr/>
            </p:nvSpPr>
            <p:spPr>
              <a:xfrm>
                <a:off x="2142115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801"/>
                    </a:lnTo>
                    <a:lnTo>
                      <a:pt x="907216" y="908479"/>
                    </a:lnTo>
                    <a:lnTo>
                      <a:pt x="913021" y="908149"/>
                    </a:lnTo>
                    <a:lnTo>
                      <a:pt x="914400" y="908205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8" name="ph8458"/>
              <p:cNvSpPr/>
              <p:nvPr/>
            </p:nvSpPr>
            <p:spPr>
              <a:xfrm>
                <a:off x="2151377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205"/>
                    </a:lnTo>
                    <a:lnTo>
                      <a:pt x="909565" y="908384"/>
                    </a:lnTo>
                    <a:lnTo>
                      <a:pt x="914400" y="909051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9" name="ph8459"/>
              <p:cNvSpPr/>
              <p:nvPr/>
            </p:nvSpPr>
            <p:spPr>
              <a:xfrm>
                <a:off x="2160639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9051"/>
                    </a:lnTo>
                    <a:lnTo>
                      <a:pt x="906094" y="909183"/>
                    </a:lnTo>
                    <a:lnTo>
                      <a:pt x="911855" y="910544"/>
                    </a:lnTo>
                    <a:lnTo>
                      <a:pt x="914400" y="911398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0" name="ph8460"/>
              <p:cNvSpPr/>
              <p:nvPr/>
            </p:nvSpPr>
            <p:spPr>
              <a:xfrm>
                <a:off x="2160639" y="947140"/>
                <a:ext cx="92200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1" h="914399">
                    <a:moveTo>
                      <a:pt x="914400" y="914399"/>
                    </a:moveTo>
                    <a:lnTo>
                      <a:pt x="914400" y="911398"/>
                    </a:lnTo>
                    <a:lnTo>
                      <a:pt x="917570" y="912462"/>
                    </a:lnTo>
                    <a:lnTo>
                      <a:pt x="922001" y="91439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1" name="ph8461"/>
              <p:cNvSpPr/>
              <p:nvPr/>
            </p:nvSpPr>
            <p:spPr>
              <a:xfrm>
                <a:off x="3281368" y="929902"/>
                <a:ext cx="914400" cy="9232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234">
                    <a:moveTo>
                      <a:pt x="914400" y="914400"/>
                    </a:moveTo>
                    <a:lnTo>
                      <a:pt x="914400" y="923234"/>
                    </a:lnTo>
                    <a:lnTo>
                      <a:pt x="912751" y="918563"/>
                    </a:lnTo>
                    <a:lnTo>
                      <a:pt x="911440" y="914400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2" name="ph8462"/>
              <p:cNvSpPr/>
              <p:nvPr/>
            </p:nvSpPr>
            <p:spPr>
              <a:xfrm>
                <a:off x="32813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537" y="931638"/>
                    </a:lnTo>
                    <a:lnTo>
                      <a:pt x="915880" y="927431"/>
                    </a:lnTo>
                    <a:lnTo>
                      <a:pt x="914400" y="923234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3" name="ph8463"/>
              <p:cNvSpPr/>
              <p:nvPr/>
            </p:nvSpPr>
            <p:spPr>
              <a:xfrm>
                <a:off x="32906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4" name="ph8464"/>
              <p:cNvSpPr/>
              <p:nvPr/>
            </p:nvSpPr>
            <p:spPr>
              <a:xfrm>
                <a:off x="32998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5" name="ph8465"/>
              <p:cNvSpPr/>
              <p:nvPr/>
            </p:nvSpPr>
            <p:spPr>
              <a:xfrm>
                <a:off x="33091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6" name="ph8466"/>
              <p:cNvSpPr/>
              <p:nvPr/>
            </p:nvSpPr>
            <p:spPr>
              <a:xfrm>
                <a:off x="33184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7" name="ph8467"/>
              <p:cNvSpPr/>
              <p:nvPr/>
            </p:nvSpPr>
            <p:spPr>
              <a:xfrm>
                <a:off x="33276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8" name="ph8468"/>
              <p:cNvSpPr/>
              <p:nvPr/>
            </p:nvSpPr>
            <p:spPr>
              <a:xfrm>
                <a:off x="333694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9" name="ph8469"/>
              <p:cNvSpPr/>
              <p:nvPr/>
            </p:nvSpPr>
            <p:spPr>
              <a:xfrm>
                <a:off x="334620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0" name="ph8470"/>
              <p:cNvSpPr/>
              <p:nvPr/>
            </p:nvSpPr>
            <p:spPr>
              <a:xfrm>
                <a:off x="335546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1" name="ph8471"/>
              <p:cNvSpPr/>
              <p:nvPr/>
            </p:nvSpPr>
            <p:spPr>
              <a:xfrm>
                <a:off x="336472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2" name="ph8472"/>
              <p:cNvSpPr/>
              <p:nvPr/>
            </p:nvSpPr>
            <p:spPr>
              <a:xfrm>
                <a:off x="337399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3" name="ph8473"/>
              <p:cNvSpPr/>
              <p:nvPr/>
            </p:nvSpPr>
            <p:spPr>
              <a:xfrm>
                <a:off x="338325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4" name="ph8474"/>
              <p:cNvSpPr/>
              <p:nvPr/>
            </p:nvSpPr>
            <p:spPr>
              <a:xfrm>
                <a:off x="339251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5" name="ph8475"/>
              <p:cNvSpPr/>
              <p:nvPr/>
            </p:nvSpPr>
            <p:spPr>
              <a:xfrm>
                <a:off x="340177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6" name="ph8476"/>
              <p:cNvSpPr/>
              <p:nvPr/>
            </p:nvSpPr>
            <p:spPr>
              <a:xfrm>
                <a:off x="341103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7" name="ph8477"/>
              <p:cNvSpPr/>
              <p:nvPr/>
            </p:nvSpPr>
            <p:spPr>
              <a:xfrm>
                <a:off x="342030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8" name="ph8478"/>
              <p:cNvSpPr/>
              <p:nvPr/>
            </p:nvSpPr>
            <p:spPr>
              <a:xfrm>
                <a:off x="342956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9" name="ph8479"/>
              <p:cNvSpPr/>
              <p:nvPr/>
            </p:nvSpPr>
            <p:spPr>
              <a:xfrm>
                <a:off x="343882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0" name="ph8480"/>
              <p:cNvSpPr/>
              <p:nvPr/>
            </p:nvSpPr>
            <p:spPr>
              <a:xfrm>
                <a:off x="344808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1" name="ph8481"/>
              <p:cNvSpPr/>
              <p:nvPr/>
            </p:nvSpPr>
            <p:spPr>
              <a:xfrm>
                <a:off x="345735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2" name="ph8482"/>
              <p:cNvSpPr/>
              <p:nvPr/>
            </p:nvSpPr>
            <p:spPr>
              <a:xfrm>
                <a:off x="346661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3" name="ph8483"/>
              <p:cNvSpPr/>
              <p:nvPr/>
            </p:nvSpPr>
            <p:spPr>
              <a:xfrm>
                <a:off x="347587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4" name="ph8484"/>
              <p:cNvSpPr/>
              <p:nvPr/>
            </p:nvSpPr>
            <p:spPr>
              <a:xfrm>
                <a:off x="348513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5" name="ph8485"/>
              <p:cNvSpPr/>
              <p:nvPr/>
            </p:nvSpPr>
            <p:spPr>
              <a:xfrm>
                <a:off x="349439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6" name="ph8486"/>
              <p:cNvSpPr/>
              <p:nvPr/>
            </p:nvSpPr>
            <p:spPr>
              <a:xfrm>
                <a:off x="350366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7" name="ph8487"/>
              <p:cNvSpPr/>
              <p:nvPr/>
            </p:nvSpPr>
            <p:spPr>
              <a:xfrm>
                <a:off x="351292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8" name="ph8488"/>
              <p:cNvSpPr/>
              <p:nvPr/>
            </p:nvSpPr>
            <p:spPr>
              <a:xfrm>
                <a:off x="352218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9" name="ph8489"/>
              <p:cNvSpPr/>
              <p:nvPr/>
            </p:nvSpPr>
            <p:spPr>
              <a:xfrm>
                <a:off x="353144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0" name="ph8490"/>
              <p:cNvSpPr/>
              <p:nvPr/>
            </p:nvSpPr>
            <p:spPr>
              <a:xfrm>
                <a:off x="354071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1" name="ph8491"/>
              <p:cNvSpPr/>
              <p:nvPr/>
            </p:nvSpPr>
            <p:spPr>
              <a:xfrm>
                <a:off x="354997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2" name="ph8492"/>
              <p:cNvSpPr/>
              <p:nvPr/>
            </p:nvSpPr>
            <p:spPr>
              <a:xfrm>
                <a:off x="355923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3" name="ph8493"/>
              <p:cNvSpPr/>
              <p:nvPr/>
            </p:nvSpPr>
            <p:spPr>
              <a:xfrm>
                <a:off x="356849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4" name="ph8494"/>
              <p:cNvSpPr/>
              <p:nvPr/>
            </p:nvSpPr>
            <p:spPr>
              <a:xfrm>
                <a:off x="357775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5" name="ph8495"/>
              <p:cNvSpPr/>
              <p:nvPr/>
            </p:nvSpPr>
            <p:spPr>
              <a:xfrm>
                <a:off x="358702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6" name="ph8496"/>
              <p:cNvSpPr/>
              <p:nvPr/>
            </p:nvSpPr>
            <p:spPr>
              <a:xfrm>
                <a:off x="359628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7" name="ph8497"/>
              <p:cNvSpPr/>
              <p:nvPr/>
            </p:nvSpPr>
            <p:spPr>
              <a:xfrm>
                <a:off x="360554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8" name="ph8498"/>
              <p:cNvSpPr/>
              <p:nvPr/>
            </p:nvSpPr>
            <p:spPr>
              <a:xfrm>
                <a:off x="361480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9" name="ph8499"/>
              <p:cNvSpPr/>
              <p:nvPr/>
            </p:nvSpPr>
            <p:spPr>
              <a:xfrm>
                <a:off x="362407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0" name="ph8500"/>
              <p:cNvSpPr/>
              <p:nvPr/>
            </p:nvSpPr>
            <p:spPr>
              <a:xfrm>
                <a:off x="363333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1" name="ph8501"/>
              <p:cNvSpPr/>
              <p:nvPr/>
            </p:nvSpPr>
            <p:spPr>
              <a:xfrm>
                <a:off x="364259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2" name="ph8502"/>
              <p:cNvSpPr/>
              <p:nvPr/>
            </p:nvSpPr>
            <p:spPr>
              <a:xfrm>
                <a:off x="365185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3" name="ph8503"/>
              <p:cNvSpPr/>
              <p:nvPr/>
            </p:nvSpPr>
            <p:spPr>
              <a:xfrm>
                <a:off x="366111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4" name="ph8504"/>
              <p:cNvSpPr/>
              <p:nvPr/>
            </p:nvSpPr>
            <p:spPr>
              <a:xfrm>
                <a:off x="367038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5" name="ph8505"/>
              <p:cNvSpPr/>
              <p:nvPr/>
            </p:nvSpPr>
            <p:spPr>
              <a:xfrm>
                <a:off x="367964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6" name="ph8506"/>
              <p:cNvSpPr/>
              <p:nvPr/>
            </p:nvSpPr>
            <p:spPr>
              <a:xfrm>
                <a:off x="368890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7" name="ph8507"/>
              <p:cNvSpPr/>
              <p:nvPr/>
            </p:nvSpPr>
            <p:spPr>
              <a:xfrm>
                <a:off x="36981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8" name="ph8508"/>
              <p:cNvSpPr/>
              <p:nvPr/>
            </p:nvSpPr>
            <p:spPr>
              <a:xfrm>
                <a:off x="37074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9" name="ph8509"/>
              <p:cNvSpPr/>
              <p:nvPr/>
            </p:nvSpPr>
            <p:spPr>
              <a:xfrm>
                <a:off x="37166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0" name="ph8510"/>
              <p:cNvSpPr/>
              <p:nvPr/>
            </p:nvSpPr>
            <p:spPr>
              <a:xfrm>
                <a:off x="37259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1" name="ph8511"/>
              <p:cNvSpPr/>
              <p:nvPr/>
            </p:nvSpPr>
            <p:spPr>
              <a:xfrm>
                <a:off x="37352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2" name="ph8512"/>
              <p:cNvSpPr/>
              <p:nvPr/>
            </p:nvSpPr>
            <p:spPr>
              <a:xfrm>
                <a:off x="37444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3" name="ph8513"/>
              <p:cNvSpPr/>
              <p:nvPr/>
            </p:nvSpPr>
            <p:spPr>
              <a:xfrm>
                <a:off x="3763003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2" y="897161"/>
                    </a:lnTo>
                    <a:lnTo>
                      <a:pt x="910633" y="898497"/>
                    </a:lnTo>
                    <a:lnTo>
                      <a:pt x="914400" y="905021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4" name="ph8514"/>
              <p:cNvSpPr/>
              <p:nvPr/>
            </p:nvSpPr>
            <p:spPr>
              <a:xfrm>
                <a:off x="3763003" y="947140"/>
                <a:ext cx="9193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23" h="914399">
                    <a:moveTo>
                      <a:pt x="914400" y="914399"/>
                    </a:moveTo>
                    <a:lnTo>
                      <a:pt x="914400" y="905021"/>
                    </a:lnTo>
                    <a:lnTo>
                      <a:pt x="915094" y="906223"/>
                    </a:lnTo>
                    <a:lnTo>
                      <a:pt x="919323" y="91439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5" name="ph8515"/>
              <p:cNvSpPr/>
              <p:nvPr/>
            </p:nvSpPr>
            <p:spPr>
              <a:xfrm>
                <a:off x="3281368" y="9126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40" y="931638"/>
                    </a:lnTo>
                    <a:lnTo>
                      <a:pt x="909870" y="926647"/>
                    </a:lnTo>
                    <a:lnTo>
                      <a:pt x="907244" y="917230"/>
                    </a:lnTo>
                    <a:lnTo>
                      <a:pt x="906552" y="91439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6" name="ph8516"/>
              <p:cNvSpPr/>
              <p:nvPr/>
            </p:nvSpPr>
            <p:spPr>
              <a:xfrm>
                <a:off x="32813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7" name="ph8517"/>
              <p:cNvSpPr/>
              <p:nvPr/>
            </p:nvSpPr>
            <p:spPr>
              <a:xfrm>
                <a:off x="32906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8" name="ph8518"/>
              <p:cNvSpPr/>
              <p:nvPr/>
            </p:nvSpPr>
            <p:spPr>
              <a:xfrm>
                <a:off x="32998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9" name="ph8519"/>
              <p:cNvSpPr/>
              <p:nvPr/>
            </p:nvSpPr>
            <p:spPr>
              <a:xfrm>
                <a:off x="33091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0" name="ph8520"/>
              <p:cNvSpPr/>
              <p:nvPr/>
            </p:nvSpPr>
            <p:spPr>
              <a:xfrm>
                <a:off x="33184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1" name="ph8521"/>
              <p:cNvSpPr/>
              <p:nvPr/>
            </p:nvSpPr>
            <p:spPr>
              <a:xfrm>
                <a:off x="332767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2" name="ph8522"/>
              <p:cNvSpPr/>
              <p:nvPr/>
            </p:nvSpPr>
            <p:spPr>
              <a:xfrm>
                <a:off x="333694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3" name="ph8523"/>
              <p:cNvSpPr/>
              <p:nvPr/>
            </p:nvSpPr>
            <p:spPr>
              <a:xfrm>
                <a:off x="334620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4" name="ph8524"/>
              <p:cNvSpPr/>
              <p:nvPr/>
            </p:nvSpPr>
            <p:spPr>
              <a:xfrm>
                <a:off x="335546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5" name="ph8525"/>
              <p:cNvSpPr/>
              <p:nvPr/>
            </p:nvSpPr>
            <p:spPr>
              <a:xfrm>
                <a:off x="336472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6" name="ph8526"/>
              <p:cNvSpPr/>
              <p:nvPr/>
            </p:nvSpPr>
            <p:spPr>
              <a:xfrm>
                <a:off x="337399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7" name="ph8527"/>
              <p:cNvSpPr/>
              <p:nvPr/>
            </p:nvSpPr>
            <p:spPr>
              <a:xfrm>
                <a:off x="338325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8" name="ph8528"/>
              <p:cNvSpPr/>
              <p:nvPr/>
            </p:nvSpPr>
            <p:spPr>
              <a:xfrm>
                <a:off x="339251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9" name="ph8529"/>
              <p:cNvSpPr/>
              <p:nvPr/>
            </p:nvSpPr>
            <p:spPr>
              <a:xfrm>
                <a:off x="340177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0" name="ph8530"/>
              <p:cNvSpPr/>
              <p:nvPr/>
            </p:nvSpPr>
            <p:spPr>
              <a:xfrm>
                <a:off x="341103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1" name="ph8531"/>
              <p:cNvSpPr/>
              <p:nvPr/>
            </p:nvSpPr>
            <p:spPr>
              <a:xfrm>
                <a:off x="342030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2" name="ph8532"/>
              <p:cNvSpPr/>
              <p:nvPr/>
            </p:nvSpPr>
            <p:spPr>
              <a:xfrm>
                <a:off x="342956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3" name="ph8533"/>
              <p:cNvSpPr/>
              <p:nvPr/>
            </p:nvSpPr>
            <p:spPr>
              <a:xfrm>
                <a:off x="343882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4" name="ph8534"/>
              <p:cNvSpPr/>
              <p:nvPr/>
            </p:nvSpPr>
            <p:spPr>
              <a:xfrm>
                <a:off x="344808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5" name="ph8535"/>
              <p:cNvSpPr/>
              <p:nvPr/>
            </p:nvSpPr>
            <p:spPr>
              <a:xfrm>
                <a:off x="345735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6" name="ph8536"/>
              <p:cNvSpPr/>
              <p:nvPr/>
            </p:nvSpPr>
            <p:spPr>
              <a:xfrm>
                <a:off x="346661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7" name="ph8537"/>
              <p:cNvSpPr/>
              <p:nvPr/>
            </p:nvSpPr>
            <p:spPr>
              <a:xfrm>
                <a:off x="347587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8" name="ph8538"/>
              <p:cNvSpPr/>
              <p:nvPr/>
            </p:nvSpPr>
            <p:spPr>
              <a:xfrm>
                <a:off x="348513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9" name="ph8539"/>
              <p:cNvSpPr/>
              <p:nvPr/>
            </p:nvSpPr>
            <p:spPr>
              <a:xfrm>
                <a:off x="349439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0" name="ph8540"/>
              <p:cNvSpPr/>
              <p:nvPr/>
            </p:nvSpPr>
            <p:spPr>
              <a:xfrm>
                <a:off x="350366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1" name="ph8541"/>
              <p:cNvSpPr/>
              <p:nvPr/>
            </p:nvSpPr>
            <p:spPr>
              <a:xfrm>
                <a:off x="351292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2" name="ph8542"/>
              <p:cNvSpPr/>
              <p:nvPr/>
            </p:nvSpPr>
            <p:spPr>
              <a:xfrm>
                <a:off x="352218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3" name="ph8543"/>
              <p:cNvSpPr/>
              <p:nvPr/>
            </p:nvSpPr>
            <p:spPr>
              <a:xfrm>
                <a:off x="353144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4" name="ph8544"/>
              <p:cNvSpPr/>
              <p:nvPr/>
            </p:nvSpPr>
            <p:spPr>
              <a:xfrm>
                <a:off x="354071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5" name="ph8545"/>
              <p:cNvSpPr/>
              <p:nvPr/>
            </p:nvSpPr>
            <p:spPr>
              <a:xfrm>
                <a:off x="354997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6" name="ph8546"/>
              <p:cNvSpPr/>
              <p:nvPr/>
            </p:nvSpPr>
            <p:spPr>
              <a:xfrm>
                <a:off x="355923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7" name="ph8547"/>
              <p:cNvSpPr/>
              <p:nvPr/>
            </p:nvSpPr>
            <p:spPr>
              <a:xfrm>
                <a:off x="356849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8" name="ph8548"/>
              <p:cNvSpPr/>
              <p:nvPr/>
            </p:nvSpPr>
            <p:spPr>
              <a:xfrm>
                <a:off x="357775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9" name="ph8549"/>
              <p:cNvSpPr/>
              <p:nvPr/>
            </p:nvSpPr>
            <p:spPr>
              <a:xfrm>
                <a:off x="358702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0" name="ph8550"/>
              <p:cNvSpPr/>
              <p:nvPr/>
            </p:nvSpPr>
            <p:spPr>
              <a:xfrm>
                <a:off x="359628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1" name="ph8551"/>
              <p:cNvSpPr/>
              <p:nvPr/>
            </p:nvSpPr>
            <p:spPr>
              <a:xfrm>
                <a:off x="360554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2" name="ph8552"/>
              <p:cNvSpPr/>
              <p:nvPr/>
            </p:nvSpPr>
            <p:spPr>
              <a:xfrm>
                <a:off x="361480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3" name="ph8553"/>
              <p:cNvSpPr/>
              <p:nvPr/>
            </p:nvSpPr>
            <p:spPr>
              <a:xfrm>
                <a:off x="362407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4" name="ph8554"/>
              <p:cNvSpPr/>
              <p:nvPr/>
            </p:nvSpPr>
            <p:spPr>
              <a:xfrm>
                <a:off x="363333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5" name="ph8555"/>
              <p:cNvSpPr/>
              <p:nvPr/>
            </p:nvSpPr>
            <p:spPr>
              <a:xfrm>
                <a:off x="364259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6" name="ph8556"/>
              <p:cNvSpPr/>
              <p:nvPr/>
            </p:nvSpPr>
            <p:spPr>
              <a:xfrm>
                <a:off x="365185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7" name="ph8557"/>
              <p:cNvSpPr/>
              <p:nvPr/>
            </p:nvSpPr>
            <p:spPr>
              <a:xfrm>
                <a:off x="366111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8" name="ph8558"/>
              <p:cNvSpPr/>
              <p:nvPr/>
            </p:nvSpPr>
            <p:spPr>
              <a:xfrm>
                <a:off x="367038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9" name="ph8559"/>
              <p:cNvSpPr/>
              <p:nvPr/>
            </p:nvSpPr>
            <p:spPr>
              <a:xfrm>
                <a:off x="367964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0" name="ph8560"/>
              <p:cNvSpPr/>
              <p:nvPr/>
            </p:nvSpPr>
            <p:spPr>
              <a:xfrm>
                <a:off x="368890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1" name="ph8561"/>
              <p:cNvSpPr/>
              <p:nvPr/>
            </p:nvSpPr>
            <p:spPr>
              <a:xfrm>
                <a:off x="36981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2" name="ph8562"/>
              <p:cNvSpPr/>
              <p:nvPr/>
            </p:nvSpPr>
            <p:spPr>
              <a:xfrm>
                <a:off x="37074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3" name="ph8563"/>
              <p:cNvSpPr/>
              <p:nvPr/>
            </p:nvSpPr>
            <p:spPr>
              <a:xfrm>
                <a:off x="37166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4" name="ph8564"/>
              <p:cNvSpPr/>
              <p:nvPr/>
            </p:nvSpPr>
            <p:spPr>
              <a:xfrm>
                <a:off x="37259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5" name="ph8565"/>
              <p:cNvSpPr/>
              <p:nvPr/>
            </p:nvSpPr>
            <p:spPr>
              <a:xfrm>
                <a:off x="37352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6" name="ph8566"/>
              <p:cNvSpPr/>
              <p:nvPr/>
            </p:nvSpPr>
            <p:spPr>
              <a:xfrm>
                <a:off x="3753741" y="9299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789" y="897161"/>
                    </a:lnTo>
                    <a:lnTo>
                      <a:pt x="911067" y="897662"/>
                    </a:lnTo>
                    <a:lnTo>
                      <a:pt x="914400" y="904385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7" name="ph8567"/>
              <p:cNvSpPr/>
              <p:nvPr/>
            </p:nvSpPr>
            <p:spPr>
              <a:xfrm>
                <a:off x="3753741" y="929902"/>
                <a:ext cx="9190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4" h="914400">
                    <a:moveTo>
                      <a:pt x="914400" y="914400"/>
                    </a:moveTo>
                    <a:lnTo>
                      <a:pt x="914400" y="904385"/>
                    </a:lnTo>
                    <a:lnTo>
                      <a:pt x="915299" y="906201"/>
                    </a:lnTo>
                    <a:lnTo>
                      <a:pt x="918697" y="913876"/>
                    </a:lnTo>
                    <a:lnTo>
                      <a:pt x="919034" y="914400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8" name="ph8568"/>
              <p:cNvSpPr/>
              <p:nvPr/>
            </p:nvSpPr>
            <p:spPr>
              <a:xfrm>
                <a:off x="3272105" y="895425"/>
                <a:ext cx="914400" cy="92585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56">
                    <a:moveTo>
                      <a:pt x="914400" y="914400"/>
                    </a:moveTo>
                    <a:lnTo>
                      <a:pt x="914400" y="925856"/>
                    </a:lnTo>
                    <a:lnTo>
                      <a:pt x="914144" y="924813"/>
                    </a:lnTo>
                    <a:lnTo>
                      <a:pt x="912051" y="914945"/>
                    </a:lnTo>
                    <a:lnTo>
                      <a:pt x="911952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9" name="ph8569"/>
              <p:cNvSpPr/>
              <p:nvPr/>
            </p:nvSpPr>
            <p:spPr>
              <a:xfrm>
                <a:off x="32721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4" y="931638"/>
                    </a:lnTo>
                    <a:lnTo>
                      <a:pt x="914400" y="925856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0" name="ph8570"/>
              <p:cNvSpPr/>
              <p:nvPr/>
            </p:nvSpPr>
            <p:spPr>
              <a:xfrm>
                <a:off x="32813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1" name="ph8571"/>
              <p:cNvSpPr/>
              <p:nvPr/>
            </p:nvSpPr>
            <p:spPr>
              <a:xfrm>
                <a:off x="32906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2" name="ph8572"/>
              <p:cNvSpPr/>
              <p:nvPr/>
            </p:nvSpPr>
            <p:spPr>
              <a:xfrm>
                <a:off x="32998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3" name="ph8573"/>
              <p:cNvSpPr/>
              <p:nvPr/>
            </p:nvSpPr>
            <p:spPr>
              <a:xfrm>
                <a:off x="33091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4" name="ph8574"/>
              <p:cNvSpPr/>
              <p:nvPr/>
            </p:nvSpPr>
            <p:spPr>
              <a:xfrm>
                <a:off x="331841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5" name="ph8575"/>
              <p:cNvSpPr/>
              <p:nvPr/>
            </p:nvSpPr>
            <p:spPr>
              <a:xfrm>
                <a:off x="332767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6" name="ph8576"/>
              <p:cNvSpPr/>
              <p:nvPr/>
            </p:nvSpPr>
            <p:spPr>
              <a:xfrm>
                <a:off x="333694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7" name="ph8577"/>
              <p:cNvSpPr/>
              <p:nvPr/>
            </p:nvSpPr>
            <p:spPr>
              <a:xfrm>
                <a:off x="334620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8" name="ph8578"/>
              <p:cNvSpPr/>
              <p:nvPr/>
            </p:nvSpPr>
            <p:spPr>
              <a:xfrm>
                <a:off x="335546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9" name="ph8579"/>
              <p:cNvSpPr/>
              <p:nvPr/>
            </p:nvSpPr>
            <p:spPr>
              <a:xfrm>
                <a:off x="336472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0" name="ph8580"/>
              <p:cNvSpPr/>
              <p:nvPr/>
            </p:nvSpPr>
            <p:spPr>
              <a:xfrm>
                <a:off x="337399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1" name="ph8581"/>
              <p:cNvSpPr/>
              <p:nvPr/>
            </p:nvSpPr>
            <p:spPr>
              <a:xfrm>
                <a:off x="338325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2" name="ph8582"/>
              <p:cNvSpPr/>
              <p:nvPr/>
            </p:nvSpPr>
            <p:spPr>
              <a:xfrm>
                <a:off x="339251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3" name="ph8583"/>
              <p:cNvSpPr/>
              <p:nvPr/>
            </p:nvSpPr>
            <p:spPr>
              <a:xfrm>
                <a:off x="340177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4" name="ph8584"/>
              <p:cNvSpPr/>
              <p:nvPr/>
            </p:nvSpPr>
            <p:spPr>
              <a:xfrm>
                <a:off x="341103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5" name="ph8585"/>
              <p:cNvSpPr/>
              <p:nvPr/>
            </p:nvSpPr>
            <p:spPr>
              <a:xfrm>
                <a:off x="342030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6" name="ph8586"/>
              <p:cNvSpPr/>
              <p:nvPr/>
            </p:nvSpPr>
            <p:spPr>
              <a:xfrm>
                <a:off x="342956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7" name="ph8587"/>
              <p:cNvSpPr/>
              <p:nvPr/>
            </p:nvSpPr>
            <p:spPr>
              <a:xfrm>
                <a:off x="343882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8" name="ph8588"/>
              <p:cNvSpPr/>
              <p:nvPr/>
            </p:nvSpPr>
            <p:spPr>
              <a:xfrm>
                <a:off x="344808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9" name="ph8589"/>
              <p:cNvSpPr/>
              <p:nvPr/>
            </p:nvSpPr>
            <p:spPr>
              <a:xfrm>
                <a:off x="345735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0" name="ph8590"/>
              <p:cNvSpPr/>
              <p:nvPr/>
            </p:nvSpPr>
            <p:spPr>
              <a:xfrm>
                <a:off x="346661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1" name="ph8591"/>
              <p:cNvSpPr/>
              <p:nvPr/>
            </p:nvSpPr>
            <p:spPr>
              <a:xfrm>
                <a:off x="347587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2" name="ph8592"/>
              <p:cNvSpPr/>
              <p:nvPr/>
            </p:nvSpPr>
            <p:spPr>
              <a:xfrm>
                <a:off x="348513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3" name="ph8593"/>
              <p:cNvSpPr/>
              <p:nvPr/>
            </p:nvSpPr>
            <p:spPr>
              <a:xfrm>
                <a:off x="349439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4" name="ph8594"/>
              <p:cNvSpPr/>
              <p:nvPr/>
            </p:nvSpPr>
            <p:spPr>
              <a:xfrm>
                <a:off x="350366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5" name="ph8595"/>
              <p:cNvSpPr/>
              <p:nvPr/>
            </p:nvSpPr>
            <p:spPr>
              <a:xfrm>
                <a:off x="351292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6" name="ph8596"/>
              <p:cNvSpPr/>
              <p:nvPr/>
            </p:nvSpPr>
            <p:spPr>
              <a:xfrm>
                <a:off x="352218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7" name="ph8597"/>
              <p:cNvSpPr/>
              <p:nvPr/>
            </p:nvSpPr>
            <p:spPr>
              <a:xfrm>
                <a:off x="353144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8" name="ph8598"/>
              <p:cNvSpPr/>
              <p:nvPr/>
            </p:nvSpPr>
            <p:spPr>
              <a:xfrm>
                <a:off x="354071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9" name="ph8599"/>
              <p:cNvSpPr/>
              <p:nvPr/>
            </p:nvSpPr>
            <p:spPr>
              <a:xfrm>
                <a:off x="354997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0" name="ph8600"/>
              <p:cNvSpPr/>
              <p:nvPr/>
            </p:nvSpPr>
            <p:spPr>
              <a:xfrm>
                <a:off x="355923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1" name="ph8601"/>
              <p:cNvSpPr/>
              <p:nvPr/>
            </p:nvSpPr>
            <p:spPr>
              <a:xfrm>
                <a:off x="356849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2" name="ph8602"/>
              <p:cNvSpPr/>
              <p:nvPr/>
            </p:nvSpPr>
            <p:spPr>
              <a:xfrm>
                <a:off x="357775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3" name="ph8603"/>
              <p:cNvSpPr/>
              <p:nvPr/>
            </p:nvSpPr>
            <p:spPr>
              <a:xfrm>
                <a:off x="358702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4" name="ph8604"/>
              <p:cNvSpPr/>
              <p:nvPr/>
            </p:nvSpPr>
            <p:spPr>
              <a:xfrm>
                <a:off x="359628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5" name="ph8605"/>
              <p:cNvSpPr/>
              <p:nvPr/>
            </p:nvSpPr>
            <p:spPr>
              <a:xfrm>
                <a:off x="360554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6" name="ph8606"/>
              <p:cNvSpPr/>
              <p:nvPr/>
            </p:nvSpPr>
            <p:spPr>
              <a:xfrm>
                <a:off x="361480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7" name="ph8607"/>
              <p:cNvSpPr/>
              <p:nvPr/>
            </p:nvSpPr>
            <p:spPr>
              <a:xfrm>
                <a:off x="362407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8" name="ph8608"/>
              <p:cNvSpPr/>
              <p:nvPr/>
            </p:nvSpPr>
            <p:spPr>
              <a:xfrm>
                <a:off x="363333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9" name="ph8609"/>
              <p:cNvSpPr/>
              <p:nvPr/>
            </p:nvSpPr>
            <p:spPr>
              <a:xfrm>
                <a:off x="364259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0" name="ph8610"/>
              <p:cNvSpPr/>
              <p:nvPr/>
            </p:nvSpPr>
            <p:spPr>
              <a:xfrm>
                <a:off x="365185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1" name="ph8611"/>
              <p:cNvSpPr/>
              <p:nvPr/>
            </p:nvSpPr>
            <p:spPr>
              <a:xfrm>
                <a:off x="366111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2" name="ph8612"/>
              <p:cNvSpPr/>
              <p:nvPr/>
            </p:nvSpPr>
            <p:spPr>
              <a:xfrm>
                <a:off x="367038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3" name="ph8613"/>
              <p:cNvSpPr/>
              <p:nvPr/>
            </p:nvSpPr>
            <p:spPr>
              <a:xfrm>
                <a:off x="367964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4" name="ph8614"/>
              <p:cNvSpPr/>
              <p:nvPr/>
            </p:nvSpPr>
            <p:spPr>
              <a:xfrm>
                <a:off x="36889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5" name="ph8615"/>
              <p:cNvSpPr/>
              <p:nvPr/>
            </p:nvSpPr>
            <p:spPr>
              <a:xfrm>
                <a:off x="36981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6" name="ph8616"/>
              <p:cNvSpPr/>
              <p:nvPr/>
            </p:nvSpPr>
            <p:spPr>
              <a:xfrm>
                <a:off x="37074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7" name="ph8617"/>
              <p:cNvSpPr/>
              <p:nvPr/>
            </p:nvSpPr>
            <p:spPr>
              <a:xfrm>
                <a:off x="37166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8" name="ph8618"/>
              <p:cNvSpPr/>
              <p:nvPr/>
            </p:nvSpPr>
            <p:spPr>
              <a:xfrm>
                <a:off x="37259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9" name="ph8619"/>
              <p:cNvSpPr/>
              <p:nvPr/>
            </p:nvSpPr>
            <p:spPr>
              <a:xfrm>
                <a:off x="3744479" y="91266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8" y="897168"/>
                    </a:lnTo>
                    <a:lnTo>
                      <a:pt x="909970" y="897460"/>
                    </a:lnTo>
                    <a:lnTo>
                      <a:pt x="910163" y="897753"/>
                    </a:lnTo>
                    <a:lnTo>
                      <a:pt x="910355" y="898046"/>
                    </a:lnTo>
                    <a:lnTo>
                      <a:pt x="910548" y="898339"/>
                    </a:lnTo>
                    <a:lnTo>
                      <a:pt x="910740" y="898631"/>
                    </a:lnTo>
                    <a:lnTo>
                      <a:pt x="910933" y="898924"/>
                    </a:lnTo>
                    <a:lnTo>
                      <a:pt x="911125" y="899217"/>
                    </a:lnTo>
                    <a:lnTo>
                      <a:pt x="914400" y="904490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0" name="ph8620"/>
              <p:cNvSpPr/>
              <p:nvPr/>
            </p:nvSpPr>
            <p:spPr>
              <a:xfrm>
                <a:off x="3744479" y="912663"/>
                <a:ext cx="92005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051" h="914399">
                    <a:moveTo>
                      <a:pt x="914400" y="914399"/>
                    </a:moveTo>
                    <a:lnTo>
                      <a:pt x="914400" y="904490"/>
                    </a:lnTo>
                    <a:lnTo>
                      <a:pt x="915846" y="906818"/>
                    </a:lnTo>
                    <a:lnTo>
                      <a:pt x="920051" y="91439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1" name="ph8621"/>
              <p:cNvSpPr/>
              <p:nvPr/>
            </p:nvSpPr>
            <p:spPr>
              <a:xfrm>
                <a:off x="3272105" y="8781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52" y="931638"/>
                    </a:lnTo>
                    <a:lnTo>
                      <a:pt x="910232" y="922129"/>
                    </a:lnTo>
                    <a:lnTo>
                      <a:pt x="909068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2" name="ph8622"/>
              <p:cNvSpPr/>
              <p:nvPr/>
            </p:nvSpPr>
            <p:spPr>
              <a:xfrm>
                <a:off x="32721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3" name="ph8623"/>
              <p:cNvSpPr/>
              <p:nvPr/>
            </p:nvSpPr>
            <p:spPr>
              <a:xfrm>
                <a:off x="32813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4" name="ph8624"/>
              <p:cNvSpPr/>
              <p:nvPr/>
            </p:nvSpPr>
            <p:spPr>
              <a:xfrm>
                <a:off x="32906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5" name="ph8625"/>
              <p:cNvSpPr/>
              <p:nvPr/>
            </p:nvSpPr>
            <p:spPr>
              <a:xfrm>
                <a:off x="32998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6" name="ph8626"/>
              <p:cNvSpPr/>
              <p:nvPr/>
            </p:nvSpPr>
            <p:spPr>
              <a:xfrm>
                <a:off x="330915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7" name="ph8627"/>
              <p:cNvSpPr/>
              <p:nvPr/>
            </p:nvSpPr>
            <p:spPr>
              <a:xfrm>
                <a:off x="331841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8" name="ph8628"/>
              <p:cNvSpPr/>
              <p:nvPr/>
            </p:nvSpPr>
            <p:spPr>
              <a:xfrm>
                <a:off x="332767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9" name="ph8629"/>
              <p:cNvSpPr/>
              <p:nvPr/>
            </p:nvSpPr>
            <p:spPr>
              <a:xfrm>
                <a:off x="333694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0" name="ph8630"/>
              <p:cNvSpPr/>
              <p:nvPr/>
            </p:nvSpPr>
            <p:spPr>
              <a:xfrm>
                <a:off x="334620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1" name="ph8631"/>
              <p:cNvSpPr/>
              <p:nvPr/>
            </p:nvSpPr>
            <p:spPr>
              <a:xfrm>
                <a:off x="335546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2" name="ph8632"/>
              <p:cNvSpPr/>
              <p:nvPr/>
            </p:nvSpPr>
            <p:spPr>
              <a:xfrm>
                <a:off x="336472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3" name="ph8633"/>
              <p:cNvSpPr/>
              <p:nvPr/>
            </p:nvSpPr>
            <p:spPr>
              <a:xfrm>
                <a:off x="337399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4" name="ph8634"/>
              <p:cNvSpPr/>
              <p:nvPr/>
            </p:nvSpPr>
            <p:spPr>
              <a:xfrm>
                <a:off x="338325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5" name="ph8635"/>
              <p:cNvSpPr/>
              <p:nvPr/>
            </p:nvSpPr>
            <p:spPr>
              <a:xfrm>
                <a:off x="339251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6" name="ph8636"/>
              <p:cNvSpPr/>
              <p:nvPr/>
            </p:nvSpPr>
            <p:spPr>
              <a:xfrm>
                <a:off x="340177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7" name="ph8637"/>
              <p:cNvSpPr/>
              <p:nvPr/>
            </p:nvSpPr>
            <p:spPr>
              <a:xfrm>
                <a:off x="341103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8" name="ph8638"/>
              <p:cNvSpPr/>
              <p:nvPr/>
            </p:nvSpPr>
            <p:spPr>
              <a:xfrm>
                <a:off x="342030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9" name="ph8639"/>
              <p:cNvSpPr/>
              <p:nvPr/>
            </p:nvSpPr>
            <p:spPr>
              <a:xfrm>
                <a:off x="342956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0" name="ph8640"/>
              <p:cNvSpPr/>
              <p:nvPr/>
            </p:nvSpPr>
            <p:spPr>
              <a:xfrm>
                <a:off x="343882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1" name="ph8641"/>
              <p:cNvSpPr/>
              <p:nvPr/>
            </p:nvSpPr>
            <p:spPr>
              <a:xfrm>
                <a:off x="344808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2" name="ph8642"/>
              <p:cNvSpPr/>
              <p:nvPr/>
            </p:nvSpPr>
            <p:spPr>
              <a:xfrm>
                <a:off x="345735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3" name="ph8643"/>
              <p:cNvSpPr/>
              <p:nvPr/>
            </p:nvSpPr>
            <p:spPr>
              <a:xfrm>
                <a:off x="346661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4" name="ph8644"/>
              <p:cNvSpPr/>
              <p:nvPr/>
            </p:nvSpPr>
            <p:spPr>
              <a:xfrm>
                <a:off x="347587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5" name="ph8645"/>
              <p:cNvSpPr/>
              <p:nvPr/>
            </p:nvSpPr>
            <p:spPr>
              <a:xfrm>
                <a:off x="348513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6" name="ph8646"/>
              <p:cNvSpPr/>
              <p:nvPr/>
            </p:nvSpPr>
            <p:spPr>
              <a:xfrm>
                <a:off x="349439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7" name="ph8647"/>
              <p:cNvSpPr/>
              <p:nvPr/>
            </p:nvSpPr>
            <p:spPr>
              <a:xfrm>
                <a:off x="350366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8" name="ph8648"/>
              <p:cNvSpPr/>
              <p:nvPr/>
            </p:nvSpPr>
            <p:spPr>
              <a:xfrm>
                <a:off x="351292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9" name="ph8649"/>
              <p:cNvSpPr/>
              <p:nvPr/>
            </p:nvSpPr>
            <p:spPr>
              <a:xfrm>
                <a:off x="352218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0" name="ph8650"/>
              <p:cNvSpPr/>
              <p:nvPr/>
            </p:nvSpPr>
            <p:spPr>
              <a:xfrm>
                <a:off x="353144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1" name="ph8651"/>
              <p:cNvSpPr/>
              <p:nvPr/>
            </p:nvSpPr>
            <p:spPr>
              <a:xfrm>
                <a:off x="354071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2" name="ph8652"/>
              <p:cNvSpPr/>
              <p:nvPr/>
            </p:nvSpPr>
            <p:spPr>
              <a:xfrm>
                <a:off x="354997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3" name="ph8653"/>
              <p:cNvSpPr/>
              <p:nvPr/>
            </p:nvSpPr>
            <p:spPr>
              <a:xfrm>
                <a:off x="355923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4" name="ph8654"/>
              <p:cNvSpPr/>
              <p:nvPr/>
            </p:nvSpPr>
            <p:spPr>
              <a:xfrm>
                <a:off x="356849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5" name="ph8655"/>
              <p:cNvSpPr/>
              <p:nvPr/>
            </p:nvSpPr>
            <p:spPr>
              <a:xfrm>
                <a:off x="357775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6" name="ph8656"/>
              <p:cNvSpPr/>
              <p:nvPr/>
            </p:nvSpPr>
            <p:spPr>
              <a:xfrm>
                <a:off x="358702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7" name="ph8657"/>
              <p:cNvSpPr/>
              <p:nvPr/>
            </p:nvSpPr>
            <p:spPr>
              <a:xfrm>
                <a:off x="359628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8" name="ph8658"/>
              <p:cNvSpPr/>
              <p:nvPr/>
            </p:nvSpPr>
            <p:spPr>
              <a:xfrm>
                <a:off x="360554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9" name="ph8659"/>
              <p:cNvSpPr/>
              <p:nvPr/>
            </p:nvSpPr>
            <p:spPr>
              <a:xfrm>
                <a:off x="361480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0" name="ph8660"/>
              <p:cNvSpPr/>
              <p:nvPr/>
            </p:nvSpPr>
            <p:spPr>
              <a:xfrm>
                <a:off x="362407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1" name="ph8661"/>
              <p:cNvSpPr/>
              <p:nvPr/>
            </p:nvSpPr>
            <p:spPr>
              <a:xfrm>
                <a:off x="363333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2" name="ph8662"/>
              <p:cNvSpPr/>
              <p:nvPr/>
            </p:nvSpPr>
            <p:spPr>
              <a:xfrm>
                <a:off x="364259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3" name="ph8663"/>
              <p:cNvSpPr/>
              <p:nvPr/>
            </p:nvSpPr>
            <p:spPr>
              <a:xfrm>
                <a:off x="365185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4" name="ph8664"/>
              <p:cNvSpPr/>
              <p:nvPr/>
            </p:nvSpPr>
            <p:spPr>
              <a:xfrm>
                <a:off x="366111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5" name="ph8665"/>
              <p:cNvSpPr/>
              <p:nvPr/>
            </p:nvSpPr>
            <p:spPr>
              <a:xfrm>
                <a:off x="367038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6" name="ph8666"/>
              <p:cNvSpPr/>
              <p:nvPr/>
            </p:nvSpPr>
            <p:spPr>
              <a:xfrm>
                <a:off x="367964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7" name="ph8667"/>
              <p:cNvSpPr/>
              <p:nvPr/>
            </p:nvSpPr>
            <p:spPr>
              <a:xfrm>
                <a:off x="36889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8" name="ph8668"/>
              <p:cNvSpPr/>
              <p:nvPr/>
            </p:nvSpPr>
            <p:spPr>
              <a:xfrm>
                <a:off x="36981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9" name="ph8669"/>
              <p:cNvSpPr/>
              <p:nvPr/>
            </p:nvSpPr>
            <p:spPr>
              <a:xfrm>
                <a:off x="37074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0" name="ph8670"/>
              <p:cNvSpPr/>
              <p:nvPr/>
            </p:nvSpPr>
            <p:spPr>
              <a:xfrm>
                <a:off x="37166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1" name="ph8671"/>
              <p:cNvSpPr/>
              <p:nvPr/>
            </p:nvSpPr>
            <p:spPr>
              <a:xfrm>
                <a:off x="3735217" y="8954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658" y="897161"/>
                    </a:lnTo>
                    <a:lnTo>
                      <a:pt x="908053" y="897728"/>
                    </a:lnTo>
                    <a:lnTo>
                      <a:pt x="908243" y="898017"/>
                    </a:lnTo>
                    <a:lnTo>
                      <a:pt x="908436" y="898309"/>
                    </a:lnTo>
                    <a:lnTo>
                      <a:pt x="908629" y="898602"/>
                    </a:lnTo>
                    <a:lnTo>
                      <a:pt x="908822" y="898894"/>
                    </a:lnTo>
                    <a:lnTo>
                      <a:pt x="909015" y="899187"/>
                    </a:lnTo>
                    <a:lnTo>
                      <a:pt x="909208" y="899480"/>
                    </a:lnTo>
                    <a:lnTo>
                      <a:pt x="909401" y="899772"/>
                    </a:lnTo>
                    <a:lnTo>
                      <a:pt x="909594" y="900065"/>
                    </a:lnTo>
                    <a:lnTo>
                      <a:pt x="909787" y="900357"/>
                    </a:lnTo>
                    <a:lnTo>
                      <a:pt x="909980" y="900650"/>
                    </a:lnTo>
                    <a:lnTo>
                      <a:pt x="910173" y="900943"/>
                    </a:lnTo>
                    <a:lnTo>
                      <a:pt x="910366" y="901235"/>
                    </a:lnTo>
                    <a:lnTo>
                      <a:pt x="910559" y="901528"/>
                    </a:lnTo>
                    <a:lnTo>
                      <a:pt x="910752" y="901821"/>
                    </a:lnTo>
                    <a:lnTo>
                      <a:pt x="910945" y="902113"/>
                    </a:lnTo>
                    <a:lnTo>
                      <a:pt x="911138" y="902406"/>
                    </a:lnTo>
                    <a:lnTo>
                      <a:pt x="911331" y="902698"/>
                    </a:lnTo>
                    <a:lnTo>
                      <a:pt x="911524" y="902991"/>
                    </a:lnTo>
                    <a:lnTo>
                      <a:pt x="911717" y="903284"/>
                    </a:lnTo>
                    <a:lnTo>
                      <a:pt x="911910" y="903576"/>
                    </a:lnTo>
                    <a:lnTo>
                      <a:pt x="912103" y="903869"/>
                    </a:lnTo>
                    <a:lnTo>
                      <a:pt x="912296" y="904162"/>
                    </a:lnTo>
                    <a:lnTo>
                      <a:pt x="912488" y="904454"/>
                    </a:lnTo>
                    <a:lnTo>
                      <a:pt x="912681" y="904747"/>
                    </a:lnTo>
                    <a:lnTo>
                      <a:pt x="912874" y="905040"/>
                    </a:lnTo>
                    <a:lnTo>
                      <a:pt x="913067" y="905332"/>
                    </a:lnTo>
                    <a:lnTo>
                      <a:pt x="913260" y="905625"/>
                    </a:lnTo>
                    <a:lnTo>
                      <a:pt x="913453" y="905918"/>
                    </a:lnTo>
                    <a:lnTo>
                      <a:pt x="913645" y="906210"/>
                    </a:lnTo>
                    <a:lnTo>
                      <a:pt x="913838" y="906503"/>
                    </a:lnTo>
                    <a:lnTo>
                      <a:pt x="914031" y="906796"/>
                    </a:lnTo>
                    <a:lnTo>
                      <a:pt x="914224" y="907088"/>
                    </a:lnTo>
                    <a:lnTo>
                      <a:pt x="914400" y="907355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2" name="ph8672"/>
              <p:cNvSpPr/>
              <p:nvPr/>
            </p:nvSpPr>
            <p:spPr>
              <a:xfrm>
                <a:off x="3735217" y="895425"/>
                <a:ext cx="919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6" h="914400">
                    <a:moveTo>
                      <a:pt x="914400" y="914400"/>
                    </a:moveTo>
                    <a:lnTo>
                      <a:pt x="914417" y="907381"/>
                    </a:lnTo>
                    <a:lnTo>
                      <a:pt x="914609" y="907674"/>
                    </a:lnTo>
                    <a:lnTo>
                      <a:pt x="914802" y="907966"/>
                    </a:lnTo>
                    <a:lnTo>
                      <a:pt x="914995" y="908259"/>
                    </a:lnTo>
                    <a:lnTo>
                      <a:pt x="915188" y="908552"/>
                    </a:lnTo>
                    <a:lnTo>
                      <a:pt x="915380" y="908844"/>
                    </a:lnTo>
                    <a:lnTo>
                      <a:pt x="915573" y="909137"/>
                    </a:lnTo>
                    <a:lnTo>
                      <a:pt x="915766" y="909430"/>
                    </a:lnTo>
                    <a:lnTo>
                      <a:pt x="915958" y="909722"/>
                    </a:lnTo>
                    <a:lnTo>
                      <a:pt x="916151" y="910015"/>
                    </a:lnTo>
                    <a:lnTo>
                      <a:pt x="916344" y="910308"/>
                    </a:lnTo>
                    <a:lnTo>
                      <a:pt x="916536" y="910601"/>
                    </a:lnTo>
                    <a:lnTo>
                      <a:pt x="916729" y="910893"/>
                    </a:lnTo>
                    <a:lnTo>
                      <a:pt x="916922" y="911186"/>
                    </a:lnTo>
                    <a:lnTo>
                      <a:pt x="917114" y="911479"/>
                    </a:lnTo>
                    <a:lnTo>
                      <a:pt x="917307" y="911771"/>
                    </a:lnTo>
                    <a:lnTo>
                      <a:pt x="917499" y="912064"/>
                    </a:lnTo>
                    <a:lnTo>
                      <a:pt x="917692" y="912357"/>
                    </a:lnTo>
                    <a:lnTo>
                      <a:pt x="917885" y="912650"/>
                    </a:lnTo>
                    <a:lnTo>
                      <a:pt x="918077" y="912942"/>
                    </a:lnTo>
                    <a:lnTo>
                      <a:pt x="918270" y="913235"/>
                    </a:lnTo>
                    <a:lnTo>
                      <a:pt x="918462" y="913528"/>
                    </a:lnTo>
                    <a:lnTo>
                      <a:pt x="918655" y="913820"/>
                    </a:lnTo>
                    <a:lnTo>
                      <a:pt x="918848" y="914113"/>
                    </a:lnTo>
                    <a:lnTo>
                      <a:pt x="919036" y="914400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3" name="ph8673"/>
              <p:cNvSpPr/>
              <p:nvPr/>
            </p:nvSpPr>
            <p:spPr>
              <a:xfrm>
                <a:off x="3272105" y="8609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68" y="931638"/>
                    </a:lnTo>
                    <a:lnTo>
                      <a:pt x="908693" y="929152"/>
                    </a:lnTo>
                    <a:lnTo>
                      <a:pt x="907437" y="918803"/>
                    </a:lnTo>
                    <a:lnTo>
                      <a:pt x="907029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4" name="ph8674"/>
              <p:cNvSpPr/>
              <p:nvPr/>
            </p:nvSpPr>
            <p:spPr>
              <a:xfrm>
                <a:off x="32721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5" name="ph8675"/>
              <p:cNvSpPr/>
              <p:nvPr/>
            </p:nvSpPr>
            <p:spPr>
              <a:xfrm>
                <a:off x="32813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6" name="ph8676"/>
              <p:cNvSpPr/>
              <p:nvPr/>
            </p:nvSpPr>
            <p:spPr>
              <a:xfrm>
                <a:off x="329063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7" name="ph8677"/>
              <p:cNvSpPr/>
              <p:nvPr/>
            </p:nvSpPr>
            <p:spPr>
              <a:xfrm>
                <a:off x="329989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8" name="ph8678"/>
              <p:cNvSpPr/>
              <p:nvPr/>
            </p:nvSpPr>
            <p:spPr>
              <a:xfrm>
                <a:off x="330915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9" name="ph8679"/>
              <p:cNvSpPr/>
              <p:nvPr/>
            </p:nvSpPr>
            <p:spPr>
              <a:xfrm>
                <a:off x="331841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0" name="ph8680"/>
              <p:cNvSpPr/>
              <p:nvPr/>
            </p:nvSpPr>
            <p:spPr>
              <a:xfrm>
                <a:off x="332767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1" name="ph8681"/>
              <p:cNvSpPr/>
              <p:nvPr/>
            </p:nvSpPr>
            <p:spPr>
              <a:xfrm>
                <a:off x="333694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2" name="ph8682"/>
              <p:cNvSpPr/>
              <p:nvPr/>
            </p:nvSpPr>
            <p:spPr>
              <a:xfrm>
                <a:off x="334620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3" name="ph8683"/>
              <p:cNvSpPr/>
              <p:nvPr/>
            </p:nvSpPr>
            <p:spPr>
              <a:xfrm>
                <a:off x="335546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4" name="ph8684"/>
              <p:cNvSpPr/>
              <p:nvPr/>
            </p:nvSpPr>
            <p:spPr>
              <a:xfrm>
                <a:off x="336472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5" name="ph8685"/>
              <p:cNvSpPr/>
              <p:nvPr/>
            </p:nvSpPr>
            <p:spPr>
              <a:xfrm>
                <a:off x="337399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6" name="ph8686"/>
              <p:cNvSpPr/>
              <p:nvPr/>
            </p:nvSpPr>
            <p:spPr>
              <a:xfrm>
                <a:off x="338325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7" name="ph8687"/>
              <p:cNvSpPr/>
              <p:nvPr/>
            </p:nvSpPr>
            <p:spPr>
              <a:xfrm>
                <a:off x="339251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8" name="ph8688"/>
              <p:cNvSpPr/>
              <p:nvPr/>
            </p:nvSpPr>
            <p:spPr>
              <a:xfrm>
                <a:off x="340177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9" name="ph8689"/>
              <p:cNvSpPr/>
              <p:nvPr/>
            </p:nvSpPr>
            <p:spPr>
              <a:xfrm>
                <a:off x="341103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0" name="ph8690"/>
              <p:cNvSpPr/>
              <p:nvPr/>
            </p:nvSpPr>
            <p:spPr>
              <a:xfrm>
                <a:off x="342030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1" name="ph8691"/>
              <p:cNvSpPr/>
              <p:nvPr/>
            </p:nvSpPr>
            <p:spPr>
              <a:xfrm>
                <a:off x="342956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2" name="ph8692"/>
              <p:cNvSpPr/>
              <p:nvPr/>
            </p:nvSpPr>
            <p:spPr>
              <a:xfrm>
                <a:off x="343882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3" name="ph8693"/>
              <p:cNvSpPr/>
              <p:nvPr/>
            </p:nvSpPr>
            <p:spPr>
              <a:xfrm>
                <a:off x="344808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4" name="ph8694"/>
              <p:cNvSpPr/>
              <p:nvPr/>
            </p:nvSpPr>
            <p:spPr>
              <a:xfrm>
                <a:off x="345735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5" name="ph8695"/>
              <p:cNvSpPr/>
              <p:nvPr/>
            </p:nvSpPr>
            <p:spPr>
              <a:xfrm>
                <a:off x="346661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6" name="ph8696"/>
              <p:cNvSpPr/>
              <p:nvPr/>
            </p:nvSpPr>
            <p:spPr>
              <a:xfrm>
                <a:off x="347587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7" name="ph8697"/>
              <p:cNvSpPr/>
              <p:nvPr/>
            </p:nvSpPr>
            <p:spPr>
              <a:xfrm>
                <a:off x="348513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8" name="ph8698"/>
              <p:cNvSpPr/>
              <p:nvPr/>
            </p:nvSpPr>
            <p:spPr>
              <a:xfrm>
                <a:off x="349439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9" name="ph8699"/>
              <p:cNvSpPr/>
              <p:nvPr/>
            </p:nvSpPr>
            <p:spPr>
              <a:xfrm>
                <a:off x="350366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0" name="ph8700"/>
              <p:cNvSpPr/>
              <p:nvPr/>
            </p:nvSpPr>
            <p:spPr>
              <a:xfrm>
                <a:off x="351292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1" name="ph8701"/>
              <p:cNvSpPr/>
              <p:nvPr/>
            </p:nvSpPr>
            <p:spPr>
              <a:xfrm>
                <a:off x="352218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2" name="ph8702"/>
              <p:cNvSpPr/>
              <p:nvPr/>
            </p:nvSpPr>
            <p:spPr>
              <a:xfrm>
                <a:off x="353144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3" name="ph8703"/>
              <p:cNvSpPr/>
              <p:nvPr/>
            </p:nvSpPr>
            <p:spPr>
              <a:xfrm>
                <a:off x="354071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4" name="ph8704"/>
              <p:cNvSpPr/>
              <p:nvPr/>
            </p:nvSpPr>
            <p:spPr>
              <a:xfrm>
                <a:off x="354997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5" name="ph8705"/>
              <p:cNvSpPr/>
              <p:nvPr/>
            </p:nvSpPr>
            <p:spPr>
              <a:xfrm>
                <a:off x="355923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6" name="ph8706"/>
              <p:cNvSpPr/>
              <p:nvPr/>
            </p:nvSpPr>
            <p:spPr>
              <a:xfrm>
                <a:off x="356849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7" name="ph8707"/>
              <p:cNvSpPr/>
              <p:nvPr/>
            </p:nvSpPr>
            <p:spPr>
              <a:xfrm>
                <a:off x="357775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8" name="ph8708"/>
              <p:cNvSpPr/>
              <p:nvPr/>
            </p:nvSpPr>
            <p:spPr>
              <a:xfrm>
                <a:off x="358702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9" name="ph8709"/>
              <p:cNvSpPr/>
              <p:nvPr/>
            </p:nvSpPr>
            <p:spPr>
              <a:xfrm>
                <a:off x="359628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0" name="ph8710"/>
              <p:cNvSpPr/>
              <p:nvPr/>
            </p:nvSpPr>
            <p:spPr>
              <a:xfrm>
                <a:off x="360554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1" name="ph8711"/>
              <p:cNvSpPr/>
              <p:nvPr/>
            </p:nvSpPr>
            <p:spPr>
              <a:xfrm>
                <a:off x="361480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2" name="ph8712"/>
              <p:cNvSpPr/>
              <p:nvPr/>
            </p:nvSpPr>
            <p:spPr>
              <a:xfrm>
                <a:off x="362407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3" name="ph8713"/>
              <p:cNvSpPr/>
              <p:nvPr/>
            </p:nvSpPr>
            <p:spPr>
              <a:xfrm>
                <a:off x="363333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4" name="ph8714"/>
              <p:cNvSpPr/>
              <p:nvPr/>
            </p:nvSpPr>
            <p:spPr>
              <a:xfrm>
                <a:off x="364259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5" name="ph8715"/>
              <p:cNvSpPr/>
              <p:nvPr/>
            </p:nvSpPr>
            <p:spPr>
              <a:xfrm>
                <a:off x="365185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6" name="ph8716"/>
              <p:cNvSpPr/>
              <p:nvPr/>
            </p:nvSpPr>
            <p:spPr>
              <a:xfrm>
                <a:off x="366111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7" name="ph8717"/>
              <p:cNvSpPr/>
              <p:nvPr/>
            </p:nvSpPr>
            <p:spPr>
              <a:xfrm>
                <a:off x="367038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8" name="ph8718"/>
              <p:cNvSpPr/>
              <p:nvPr/>
            </p:nvSpPr>
            <p:spPr>
              <a:xfrm>
                <a:off x="367964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9" name="ph8719"/>
              <p:cNvSpPr/>
              <p:nvPr/>
            </p:nvSpPr>
            <p:spPr>
              <a:xfrm>
                <a:off x="36889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0" name="ph8720"/>
              <p:cNvSpPr/>
              <p:nvPr/>
            </p:nvSpPr>
            <p:spPr>
              <a:xfrm>
                <a:off x="36981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1" name="ph8721"/>
              <p:cNvSpPr/>
              <p:nvPr/>
            </p:nvSpPr>
            <p:spPr>
              <a:xfrm>
                <a:off x="3716692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00" y="897161"/>
                    </a:lnTo>
                    <a:lnTo>
                      <a:pt x="914400" y="89899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2" name="ph8722"/>
              <p:cNvSpPr/>
              <p:nvPr/>
            </p:nvSpPr>
            <p:spPr>
              <a:xfrm>
                <a:off x="3725954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998"/>
                    </a:lnTo>
                    <a:lnTo>
                      <a:pt x="907956" y="902236"/>
                    </a:lnTo>
                    <a:lnTo>
                      <a:pt x="912725" y="908374"/>
                    </a:lnTo>
                    <a:lnTo>
                      <a:pt x="914400" y="91077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3" name="ph8723"/>
              <p:cNvSpPr/>
              <p:nvPr/>
            </p:nvSpPr>
            <p:spPr>
              <a:xfrm>
                <a:off x="3725954" y="878187"/>
                <a:ext cx="91692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14400">
                    <a:moveTo>
                      <a:pt x="914400" y="914400"/>
                    </a:moveTo>
                    <a:lnTo>
                      <a:pt x="914400" y="910779"/>
                    </a:lnTo>
                    <a:lnTo>
                      <a:pt x="916920" y="914400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4" name="ph8724"/>
              <p:cNvSpPr/>
              <p:nvPr/>
            </p:nvSpPr>
            <p:spPr>
              <a:xfrm>
                <a:off x="3272105" y="8437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29" y="931638"/>
                    </a:lnTo>
                    <a:lnTo>
                      <a:pt x="906468" y="925587"/>
                    </a:lnTo>
                    <a:lnTo>
                      <a:pt x="905788" y="915053"/>
                    </a:lnTo>
                    <a:lnTo>
                      <a:pt x="905764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5" name="ph8725"/>
              <p:cNvSpPr/>
              <p:nvPr/>
            </p:nvSpPr>
            <p:spPr>
              <a:xfrm>
                <a:off x="32721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6" name="ph8726"/>
              <p:cNvSpPr/>
              <p:nvPr/>
            </p:nvSpPr>
            <p:spPr>
              <a:xfrm>
                <a:off x="328136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7" name="ph8727"/>
              <p:cNvSpPr/>
              <p:nvPr/>
            </p:nvSpPr>
            <p:spPr>
              <a:xfrm>
                <a:off x="329063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8" name="ph8728"/>
              <p:cNvSpPr/>
              <p:nvPr/>
            </p:nvSpPr>
            <p:spPr>
              <a:xfrm>
                <a:off x="329989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9" name="ph8729"/>
              <p:cNvSpPr/>
              <p:nvPr/>
            </p:nvSpPr>
            <p:spPr>
              <a:xfrm>
                <a:off x="330915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0" name="ph8730"/>
              <p:cNvSpPr/>
              <p:nvPr/>
            </p:nvSpPr>
            <p:spPr>
              <a:xfrm>
                <a:off x="331841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1" name="ph8731"/>
              <p:cNvSpPr/>
              <p:nvPr/>
            </p:nvSpPr>
            <p:spPr>
              <a:xfrm>
                <a:off x="332767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2" name="ph8732"/>
              <p:cNvSpPr/>
              <p:nvPr/>
            </p:nvSpPr>
            <p:spPr>
              <a:xfrm>
                <a:off x="333694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3" name="ph8733"/>
              <p:cNvSpPr/>
              <p:nvPr/>
            </p:nvSpPr>
            <p:spPr>
              <a:xfrm>
                <a:off x="334620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4" name="ph8734"/>
              <p:cNvSpPr/>
              <p:nvPr/>
            </p:nvSpPr>
            <p:spPr>
              <a:xfrm>
                <a:off x="335546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5" name="ph8735"/>
              <p:cNvSpPr/>
              <p:nvPr/>
            </p:nvSpPr>
            <p:spPr>
              <a:xfrm>
                <a:off x="336472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6" name="ph8736"/>
              <p:cNvSpPr/>
              <p:nvPr/>
            </p:nvSpPr>
            <p:spPr>
              <a:xfrm>
                <a:off x="337399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7" name="ph8737"/>
              <p:cNvSpPr/>
              <p:nvPr/>
            </p:nvSpPr>
            <p:spPr>
              <a:xfrm>
                <a:off x="338325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8" name="ph8738"/>
              <p:cNvSpPr/>
              <p:nvPr/>
            </p:nvSpPr>
            <p:spPr>
              <a:xfrm>
                <a:off x="339251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9" name="ph8739"/>
              <p:cNvSpPr/>
              <p:nvPr/>
            </p:nvSpPr>
            <p:spPr>
              <a:xfrm>
                <a:off x="340177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0" name="ph8740"/>
              <p:cNvSpPr/>
              <p:nvPr/>
            </p:nvSpPr>
            <p:spPr>
              <a:xfrm>
                <a:off x="341103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1" name="ph8741"/>
              <p:cNvSpPr/>
              <p:nvPr/>
            </p:nvSpPr>
            <p:spPr>
              <a:xfrm>
                <a:off x="342030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2" name="ph8742"/>
              <p:cNvSpPr/>
              <p:nvPr/>
            </p:nvSpPr>
            <p:spPr>
              <a:xfrm>
                <a:off x="342956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3" name="ph8743"/>
              <p:cNvSpPr/>
              <p:nvPr/>
            </p:nvSpPr>
            <p:spPr>
              <a:xfrm>
                <a:off x="343882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4" name="ph8744"/>
              <p:cNvSpPr/>
              <p:nvPr/>
            </p:nvSpPr>
            <p:spPr>
              <a:xfrm>
                <a:off x="344808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5" name="ph8745"/>
              <p:cNvSpPr/>
              <p:nvPr/>
            </p:nvSpPr>
            <p:spPr>
              <a:xfrm>
                <a:off x="345735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6" name="ph8746"/>
              <p:cNvSpPr/>
              <p:nvPr/>
            </p:nvSpPr>
            <p:spPr>
              <a:xfrm>
                <a:off x="346661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7" name="ph8747"/>
              <p:cNvSpPr/>
              <p:nvPr/>
            </p:nvSpPr>
            <p:spPr>
              <a:xfrm>
                <a:off x="347587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8" name="ph8748"/>
              <p:cNvSpPr/>
              <p:nvPr/>
            </p:nvSpPr>
            <p:spPr>
              <a:xfrm>
                <a:off x="348513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9" name="ph8749"/>
              <p:cNvSpPr/>
              <p:nvPr/>
            </p:nvSpPr>
            <p:spPr>
              <a:xfrm>
                <a:off x="349439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0" name="ph8750"/>
              <p:cNvSpPr/>
              <p:nvPr/>
            </p:nvSpPr>
            <p:spPr>
              <a:xfrm>
                <a:off x="350366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1" name="ph8751"/>
              <p:cNvSpPr/>
              <p:nvPr/>
            </p:nvSpPr>
            <p:spPr>
              <a:xfrm>
                <a:off x="351292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2" name="ph8752"/>
              <p:cNvSpPr/>
              <p:nvPr/>
            </p:nvSpPr>
            <p:spPr>
              <a:xfrm>
                <a:off x="352218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3" name="ph8753"/>
              <p:cNvSpPr/>
              <p:nvPr/>
            </p:nvSpPr>
            <p:spPr>
              <a:xfrm>
                <a:off x="353144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4" name="ph8754"/>
              <p:cNvSpPr/>
              <p:nvPr/>
            </p:nvSpPr>
            <p:spPr>
              <a:xfrm>
                <a:off x="354071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5" name="ph8755"/>
              <p:cNvSpPr/>
              <p:nvPr/>
            </p:nvSpPr>
            <p:spPr>
              <a:xfrm>
                <a:off x="354997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6" name="ph8756"/>
              <p:cNvSpPr/>
              <p:nvPr/>
            </p:nvSpPr>
            <p:spPr>
              <a:xfrm>
                <a:off x="355923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7" name="ph8757"/>
              <p:cNvSpPr/>
              <p:nvPr/>
            </p:nvSpPr>
            <p:spPr>
              <a:xfrm>
                <a:off x="356849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8" name="ph8758"/>
              <p:cNvSpPr/>
              <p:nvPr/>
            </p:nvSpPr>
            <p:spPr>
              <a:xfrm>
                <a:off x="357775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9" name="ph8759"/>
              <p:cNvSpPr/>
              <p:nvPr/>
            </p:nvSpPr>
            <p:spPr>
              <a:xfrm>
                <a:off x="358702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0" name="ph8760"/>
              <p:cNvSpPr/>
              <p:nvPr/>
            </p:nvSpPr>
            <p:spPr>
              <a:xfrm>
                <a:off x="359628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1" name="ph8761"/>
              <p:cNvSpPr/>
              <p:nvPr/>
            </p:nvSpPr>
            <p:spPr>
              <a:xfrm>
                <a:off x="360554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2" name="ph8762"/>
              <p:cNvSpPr/>
              <p:nvPr/>
            </p:nvSpPr>
            <p:spPr>
              <a:xfrm>
                <a:off x="361480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3" name="ph8763"/>
              <p:cNvSpPr/>
              <p:nvPr/>
            </p:nvSpPr>
            <p:spPr>
              <a:xfrm>
                <a:off x="362407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4" name="ph8764"/>
              <p:cNvSpPr/>
              <p:nvPr/>
            </p:nvSpPr>
            <p:spPr>
              <a:xfrm>
                <a:off x="363333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5" name="ph8765"/>
              <p:cNvSpPr/>
              <p:nvPr/>
            </p:nvSpPr>
            <p:spPr>
              <a:xfrm>
                <a:off x="364259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6" name="ph8766"/>
              <p:cNvSpPr/>
              <p:nvPr/>
            </p:nvSpPr>
            <p:spPr>
              <a:xfrm>
                <a:off x="365185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7" name="ph8767"/>
              <p:cNvSpPr/>
              <p:nvPr/>
            </p:nvSpPr>
            <p:spPr>
              <a:xfrm>
                <a:off x="366111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8" name="ph8768"/>
              <p:cNvSpPr/>
              <p:nvPr/>
            </p:nvSpPr>
            <p:spPr>
              <a:xfrm>
                <a:off x="367038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9" name="ph8769"/>
              <p:cNvSpPr/>
              <p:nvPr/>
            </p:nvSpPr>
            <p:spPr>
              <a:xfrm>
                <a:off x="367964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0" name="ph8770"/>
              <p:cNvSpPr/>
              <p:nvPr/>
            </p:nvSpPr>
            <p:spPr>
              <a:xfrm>
                <a:off x="36889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1" name="ph8771"/>
              <p:cNvSpPr/>
              <p:nvPr/>
            </p:nvSpPr>
            <p:spPr>
              <a:xfrm>
                <a:off x="3707430" y="8609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145" y="897161"/>
                    </a:lnTo>
                    <a:lnTo>
                      <a:pt x="909600" y="902672"/>
                    </a:lnTo>
                    <a:lnTo>
                      <a:pt x="911237" y="903947"/>
                    </a:lnTo>
                    <a:lnTo>
                      <a:pt x="914400" y="90678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2" name="ph8772"/>
              <p:cNvSpPr/>
              <p:nvPr/>
            </p:nvSpPr>
            <p:spPr>
              <a:xfrm>
                <a:off x="3707430" y="860948"/>
                <a:ext cx="922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63" h="914400">
                    <a:moveTo>
                      <a:pt x="914400" y="914400"/>
                    </a:moveTo>
                    <a:lnTo>
                      <a:pt x="914400" y="906780"/>
                    </a:lnTo>
                    <a:lnTo>
                      <a:pt x="916461" y="908627"/>
                    </a:lnTo>
                    <a:lnTo>
                      <a:pt x="921547" y="913807"/>
                    </a:lnTo>
                    <a:lnTo>
                      <a:pt x="922063" y="914400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3" name="ph8773"/>
              <p:cNvSpPr/>
              <p:nvPr/>
            </p:nvSpPr>
            <p:spPr>
              <a:xfrm>
                <a:off x="3272105" y="8264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64" y="931638"/>
                    </a:lnTo>
                    <a:lnTo>
                      <a:pt x="905399" y="921707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4" name="ph8774"/>
              <p:cNvSpPr/>
              <p:nvPr/>
            </p:nvSpPr>
            <p:spPr>
              <a:xfrm>
                <a:off x="327210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5" name="ph8775"/>
              <p:cNvSpPr/>
              <p:nvPr/>
            </p:nvSpPr>
            <p:spPr>
              <a:xfrm>
                <a:off x="328136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6" name="ph8776"/>
              <p:cNvSpPr/>
              <p:nvPr/>
            </p:nvSpPr>
            <p:spPr>
              <a:xfrm>
                <a:off x="329063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7" name="ph8777"/>
              <p:cNvSpPr/>
              <p:nvPr/>
            </p:nvSpPr>
            <p:spPr>
              <a:xfrm>
                <a:off x="329989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8" name="ph8778"/>
              <p:cNvSpPr/>
              <p:nvPr/>
            </p:nvSpPr>
            <p:spPr>
              <a:xfrm>
                <a:off x="330915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9" name="ph8779"/>
              <p:cNvSpPr/>
              <p:nvPr/>
            </p:nvSpPr>
            <p:spPr>
              <a:xfrm>
                <a:off x="331841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0" name="ph8780"/>
              <p:cNvSpPr/>
              <p:nvPr/>
            </p:nvSpPr>
            <p:spPr>
              <a:xfrm>
                <a:off x="332767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1" name="ph8781"/>
              <p:cNvSpPr/>
              <p:nvPr/>
            </p:nvSpPr>
            <p:spPr>
              <a:xfrm>
                <a:off x="333694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2" name="ph8782"/>
              <p:cNvSpPr/>
              <p:nvPr/>
            </p:nvSpPr>
            <p:spPr>
              <a:xfrm>
                <a:off x="334620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3" name="ph8783"/>
              <p:cNvSpPr/>
              <p:nvPr/>
            </p:nvSpPr>
            <p:spPr>
              <a:xfrm>
                <a:off x="335546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4" name="ph8784"/>
              <p:cNvSpPr/>
              <p:nvPr/>
            </p:nvSpPr>
            <p:spPr>
              <a:xfrm>
                <a:off x="336472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5" name="ph8785"/>
              <p:cNvSpPr/>
              <p:nvPr/>
            </p:nvSpPr>
            <p:spPr>
              <a:xfrm>
                <a:off x="337399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6" name="ph8786"/>
              <p:cNvSpPr/>
              <p:nvPr/>
            </p:nvSpPr>
            <p:spPr>
              <a:xfrm>
                <a:off x="338325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7" name="ph8787"/>
              <p:cNvSpPr/>
              <p:nvPr/>
            </p:nvSpPr>
            <p:spPr>
              <a:xfrm>
                <a:off x="339251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8" name="ph8788"/>
              <p:cNvSpPr/>
              <p:nvPr/>
            </p:nvSpPr>
            <p:spPr>
              <a:xfrm>
                <a:off x="340177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9" name="ph8789"/>
              <p:cNvSpPr/>
              <p:nvPr/>
            </p:nvSpPr>
            <p:spPr>
              <a:xfrm>
                <a:off x="341103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0" name="ph8790"/>
              <p:cNvSpPr/>
              <p:nvPr/>
            </p:nvSpPr>
            <p:spPr>
              <a:xfrm>
                <a:off x="342030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1" name="ph8791"/>
              <p:cNvSpPr/>
              <p:nvPr/>
            </p:nvSpPr>
            <p:spPr>
              <a:xfrm>
                <a:off x="342956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2" name="ph8792"/>
              <p:cNvSpPr/>
              <p:nvPr/>
            </p:nvSpPr>
            <p:spPr>
              <a:xfrm>
                <a:off x="343882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3" name="ph8793"/>
              <p:cNvSpPr/>
              <p:nvPr/>
            </p:nvSpPr>
            <p:spPr>
              <a:xfrm>
                <a:off x="344808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4" name="ph8794"/>
              <p:cNvSpPr/>
              <p:nvPr/>
            </p:nvSpPr>
            <p:spPr>
              <a:xfrm>
                <a:off x="345735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5" name="ph8795"/>
              <p:cNvSpPr/>
              <p:nvPr/>
            </p:nvSpPr>
            <p:spPr>
              <a:xfrm>
                <a:off x="346661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6" name="ph8796"/>
              <p:cNvSpPr/>
              <p:nvPr/>
            </p:nvSpPr>
            <p:spPr>
              <a:xfrm>
                <a:off x="347587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7" name="ph8797"/>
              <p:cNvSpPr/>
              <p:nvPr/>
            </p:nvSpPr>
            <p:spPr>
              <a:xfrm>
                <a:off x="348513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8" name="ph8798"/>
              <p:cNvSpPr/>
              <p:nvPr/>
            </p:nvSpPr>
            <p:spPr>
              <a:xfrm>
                <a:off x="349439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9" name="ph8799"/>
              <p:cNvSpPr/>
              <p:nvPr/>
            </p:nvSpPr>
            <p:spPr>
              <a:xfrm>
                <a:off x="350366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0" name="ph8800"/>
              <p:cNvSpPr/>
              <p:nvPr/>
            </p:nvSpPr>
            <p:spPr>
              <a:xfrm>
                <a:off x="351292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1" name="ph8801"/>
              <p:cNvSpPr/>
              <p:nvPr/>
            </p:nvSpPr>
            <p:spPr>
              <a:xfrm>
                <a:off x="352218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2" name="ph8802"/>
              <p:cNvSpPr/>
              <p:nvPr/>
            </p:nvSpPr>
            <p:spPr>
              <a:xfrm>
                <a:off x="353144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3" name="ph8803"/>
              <p:cNvSpPr/>
              <p:nvPr/>
            </p:nvSpPr>
            <p:spPr>
              <a:xfrm>
                <a:off x="354071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4" name="ph8804"/>
              <p:cNvSpPr/>
              <p:nvPr/>
            </p:nvSpPr>
            <p:spPr>
              <a:xfrm>
                <a:off x="354997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5" name="ph8805"/>
              <p:cNvSpPr/>
              <p:nvPr/>
            </p:nvSpPr>
            <p:spPr>
              <a:xfrm>
                <a:off x="355923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6" name="ph8806"/>
              <p:cNvSpPr/>
              <p:nvPr/>
            </p:nvSpPr>
            <p:spPr>
              <a:xfrm>
                <a:off x="356849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7" name="ph8807"/>
              <p:cNvSpPr/>
              <p:nvPr/>
            </p:nvSpPr>
            <p:spPr>
              <a:xfrm>
                <a:off x="357775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8" name="ph8808"/>
              <p:cNvSpPr/>
              <p:nvPr/>
            </p:nvSpPr>
            <p:spPr>
              <a:xfrm>
                <a:off x="358702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9" name="ph8809"/>
              <p:cNvSpPr/>
              <p:nvPr/>
            </p:nvSpPr>
            <p:spPr>
              <a:xfrm>
                <a:off x="359628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0" name="ph8810"/>
              <p:cNvSpPr/>
              <p:nvPr/>
            </p:nvSpPr>
            <p:spPr>
              <a:xfrm>
                <a:off x="360554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1" name="ph8811"/>
              <p:cNvSpPr/>
              <p:nvPr/>
            </p:nvSpPr>
            <p:spPr>
              <a:xfrm>
                <a:off x="361480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2" name="ph8812"/>
              <p:cNvSpPr/>
              <p:nvPr/>
            </p:nvSpPr>
            <p:spPr>
              <a:xfrm>
                <a:off x="362407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3" name="ph8813"/>
              <p:cNvSpPr/>
              <p:nvPr/>
            </p:nvSpPr>
            <p:spPr>
              <a:xfrm>
                <a:off x="363333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4" name="ph8814"/>
              <p:cNvSpPr/>
              <p:nvPr/>
            </p:nvSpPr>
            <p:spPr>
              <a:xfrm>
                <a:off x="364259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5" name="ph8815"/>
              <p:cNvSpPr/>
              <p:nvPr/>
            </p:nvSpPr>
            <p:spPr>
              <a:xfrm>
                <a:off x="365185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6" name="ph8816"/>
              <p:cNvSpPr/>
              <p:nvPr/>
            </p:nvSpPr>
            <p:spPr>
              <a:xfrm>
                <a:off x="366111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7" name="ph8817"/>
              <p:cNvSpPr/>
              <p:nvPr/>
            </p:nvSpPr>
            <p:spPr>
              <a:xfrm>
                <a:off x="367038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8" name="ph8818"/>
              <p:cNvSpPr/>
              <p:nvPr/>
            </p:nvSpPr>
            <p:spPr>
              <a:xfrm>
                <a:off x="367964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9" name="ph8819"/>
              <p:cNvSpPr/>
              <p:nvPr/>
            </p:nvSpPr>
            <p:spPr>
              <a:xfrm>
                <a:off x="3698168" y="843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374" y="897161"/>
                    </a:lnTo>
                    <a:lnTo>
                      <a:pt x="908074" y="898310"/>
                    </a:lnTo>
                    <a:lnTo>
                      <a:pt x="912197" y="905823"/>
                    </a:lnTo>
                    <a:lnTo>
                      <a:pt x="914400" y="910274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0" name="ph8820"/>
              <p:cNvSpPr/>
              <p:nvPr/>
            </p:nvSpPr>
            <p:spPr>
              <a:xfrm>
                <a:off x="3698168" y="843710"/>
                <a:ext cx="916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407" h="914400">
                    <a:moveTo>
                      <a:pt x="914400" y="914400"/>
                    </a:moveTo>
                    <a:lnTo>
                      <a:pt x="914400" y="910274"/>
                    </a:lnTo>
                    <a:lnTo>
                      <a:pt x="916106" y="913723"/>
                    </a:lnTo>
                    <a:lnTo>
                      <a:pt x="916407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1" name="ph8821"/>
              <p:cNvSpPr/>
              <p:nvPr/>
            </p:nvSpPr>
            <p:spPr>
              <a:xfrm>
                <a:off x="3262843" y="809233"/>
                <a:ext cx="914400" cy="92396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960">
                    <a:moveTo>
                      <a:pt x="914400" y="914400"/>
                    </a:moveTo>
                    <a:lnTo>
                      <a:pt x="914400" y="923960"/>
                    </a:lnTo>
                    <a:lnTo>
                      <a:pt x="914351" y="923759"/>
                    </a:lnTo>
                    <a:lnTo>
                      <a:pt x="912385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2" name="ph8822"/>
              <p:cNvSpPr/>
              <p:nvPr/>
            </p:nvSpPr>
            <p:spPr>
              <a:xfrm>
                <a:off x="326284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595" y="931638"/>
                    </a:lnTo>
                    <a:lnTo>
                      <a:pt x="914565" y="928338"/>
                    </a:lnTo>
                    <a:lnTo>
                      <a:pt x="914628" y="924904"/>
                    </a:lnTo>
                    <a:lnTo>
                      <a:pt x="914400" y="92396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3" name="ph8823"/>
              <p:cNvSpPr/>
              <p:nvPr/>
            </p:nvSpPr>
            <p:spPr>
              <a:xfrm>
                <a:off x="327210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4" name="ph8824"/>
              <p:cNvSpPr/>
              <p:nvPr/>
            </p:nvSpPr>
            <p:spPr>
              <a:xfrm>
                <a:off x="328136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5" name="ph8825"/>
              <p:cNvSpPr/>
              <p:nvPr/>
            </p:nvSpPr>
            <p:spPr>
              <a:xfrm>
                <a:off x="329063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6" name="ph8826"/>
              <p:cNvSpPr/>
              <p:nvPr/>
            </p:nvSpPr>
            <p:spPr>
              <a:xfrm>
                <a:off x="329989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7" name="ph8827"/>
              <p:cNvSpPr/>
              <p:nvPr/>
            </p:nvSpPr>
            <p:spPr>
              <a:xfrm>
                <a:off x="330915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8" name="ph8828"/>
              <p:cNvSpPr/>
              <p:nvPr/>
            </p:nvSpPr>
            <p:spPr>
              <a:xfrm>
                <a:off x="331841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9" name="ph8829"/>
              <p:cNvSpPr/>
              <p:nvPr/>
            </p:nvSpPr>
            <p:spPr>
              <a:xfrm>
                <a:off x="332767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0" name="ph8830"/>
              <p:cNvSpPr/>
              <p:nvPr/>
            </p:nvSpPr>
            <p:spPr>
              <a:xfrm>
                <a:off x="333694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1" name="ph8831"/>
              <p:cNvSpPr/>
              <p:nvPr/>
            </p:nvSpPr>
            <p:spPr>
              <a:xfrm>
                <a:off x="334620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2" name="ph8832"/>
              <p:cNvSpPr/>
              <p:nvPr/>
            </p:nvSpPr>
            <p:spPr>
              <a:xfrm>
                <a:off x="335546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3" name="ph8833"/>
              <p:cNvSpPr/>
              <p:nvPr/>
            </p:nvSpPr>
            <p:spPr>
              <a:xfrm>
                <a:off x="336472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4" name="ph8834"/>
              <p:cNvSpPr/>
              <p:nvPr/>
            </p:nvSpPr>
            <p:spPr>
              <a:xfrm>
                <a:off x="337399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5" name="ph8835"/>
              <p:cNvSpPr/>
              <p:nvPr/>
            </p:nvSpPr>
            <p:spPr>
              <a:xfrm>
                <a:off x="338325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6" name="ph8836"/>
              <p:cNvSpPr/>
              <p:nvPr/>
            </p:nvSpPr>
            <p:spPr>
              <a:xfrm>
                <a:off x="339251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7" name="ph8837"/>
              <p:cNvSpPr/>
              <p:nvPr/>
            </p:nvSpPr>
            <p:spPr>
              <a:xfrm>
                <a:off x="340177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8" name="ph8838"/>
              <p:cNvSpPr/>
              <p:nvPr/>
            </p:nvSpPr>
            <p:spPr>
              <a:xfrm>
                <a:off x="341103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9" name="ph8839"/>
              <p:cNvSpPr/>
              <p:nvPr/>
            </p:nvSpPr>
            <p:spPr>
              <a:xfrm>
                <a:off x="342030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0" name="ph8840"/>
              <p:cNvSpPr/>
              <p:nvPr/>
            </p:nvSpPr>
            <p:spPr>
              <a:xfrm>
                <a:off x="342956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1" name="ph8841"/>
              <p:cNvSpPr/>
              <p:nvPr/>
            </p:nvSpPr>
            <p:spPr>
              <a:xfrm>
                <a:off x="343882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2" name="ph8842"/>
              <p:cNvSpPr/>
              <p:nvPr/>
            </p:nvSpPr>
            <p:spPr>
              <a:xfrm>
                <a:off x="344808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3" name="ph8843"/>
              <p:cNvSpPr/>
              <p:nvPr/>
            </p:nvSpPr>
            <p:spPr>
              <a:xfrm>
                <a:off x="345735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4" name="ph8844"/>
              <p:cNvSpPr/>
              <p:nvPr/>
            </p:nvSpPr>
            <p:spPr>
              <a:xfrm>
                <a:off x="346661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5" name="ph8845"/>
              <p:cNvSpPr/>
              <p:nvPr/>
            </p:nvSpPr>
            <p:spPr>
              <a:xfrm>
                <a:off x="347587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6" name="ph8846"/>
              <p:cNvSpPr/>
              <p:nvPr/>
            </p:nvSpPr>
            <p:spPr>
              <a:xfrm>
                <a:off x="348513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7" name="ph8847"/>
              <p:cNvSpPr/>
              <p:nvPr/>
            </p:nvSpPr>
            <p:spPr>
              <a:xfrm>
                <a:off x="349439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8" name="ph8848"/>
              <p:cNvSpPr/>
              <p:nvPr/>
            </p:nvSpPr>
            <p:spPr>
              <a:xfrm>
                <a:off x="350366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9" name="ph8849"/>
              <p:cNvSpPr/>
              <p:nvPr/>
            </p:nvSpPr>
            <p:spPr>
              <a:xfrm>
                <a:off x="351292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0" name="ph8850"/>
              <p:cNvSpPr/>
              <p:nvPr/>
            </p:nvSpPr>
            <p:spPr>
              <a:xfrm>
                <a:off x="352218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1" name="ph8851"/>
              <p:cNvSpPr/>
              <p:nvPr/>
            </p:nvSpPr>
            <p:spPr>
              <a:xfrm>
                <a:off x="353144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2" name="ph8852"/>
              <p:cNvSpPr/>
              <p:nvPr/>
            </p:nvSpPr>
            <p:spPr>
              <a:xfrm>
                <a:off x="354071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3" name="ph8853"/>
              <p:cNvSpPr/>
              <p:nvPr/>
            </p:nvSpPr>
            <p:spPr>
              <a:xfrm>
                <a:off x="354997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4" name="ph8854"/>
              <p:cNvSpPr/>
              <p:nvPr/>
            </p:nvSpPr>
            <p:spPr>
              <a:xfrm>
                <a:off x="355923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5" name="ph8855"/>
              <p:cNvSpPr/>
              <p:nvPr/>
            </p:nvSpPr>
            <p:spPr>
              <a:xfrm>
                <a:off x="356849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6" name="ph8856"/>
              <p:cNvSpPr/>
              <p:nvPr/>
            </p:nvSpPr>
            <p:spPr>
              <a:xfrm>
                <a:off x="357775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7" name="ph8857"/>
              <p:cNvSpPr/>
              <p:nvPr/>
            </p:nvSpPr>
            <p:spPr>
              <a:xfrm>
                <a:off x="358702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8" name="ph8858"/>
              <p:cNvSpPr/>
              <p:nvPr/>
            </p:nvSpPr>
            <p:spPr>
              <a:xfrm>
                <a:off x="359628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9" name="ph8859"/>
              <p:cNvSpPr/>
              <p:nvPr/>
            </p:nvSpPr>
            <p:spPr>
              <a:xfrm>
                <a:off x="360554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0" name="ph8860"/>
              <p:cNvSpPr/>
              <p:nvPr/>
            </p:nvSpPr>
            <p:spPr>
              <a:xfrm>
                <a:off x="361480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1" name="ph8861"/>
              <p:cNvSpPr/>
              <p:nvPr/>
            </p:nvSpPr>
            <p:spPr>
              <a:xfrm>
                <a:off x="362407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2" name="ph8862"/>
              <p:cNvSpPr/>
              <p:nvPr/>
            </p:nvSpPr>
            <p:spPr>
              <a:xfrm>
                <a:off x="363333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3" name="ph8863"/>
              <p:cNvSpPr/>
              <p:nvPr/>
            </p:nvSpPr>
            <p:spPr>
              <a:xfrm>
                <a:off x="364259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4" name="ph8864"/>
              <p:cNvSpPr/>
              <p:nvPr/>
            </p:nvSpPr>
            <p:spPr>
              <a:xfrm>
                <a:off x="365185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5" name="ph8865"/>
              <p:cNvSpPr/>
              <p:nvPr/>
            </p:nvSpPr>
            <p:spPr>
              <a:xfrm>
                <a:off x="366111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6" name="ph8866"/>
              <p:cNvSpPr/>
              <p:nvPr/>
            </p:nvSpPr>
            <p:spPr>
              <a:xfrm>
                <a:off x="3679643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276" y="897161"/>
                    </a:lnTo>
                    <a:lnTo>
                      <a:pt x="914400" y="897325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7" name="ph8867"/>
              <p:cNvSpPr/>
              <p:nvPr/>
            </p:nvSpPr>
            <p:spPr>
              <a:xfrm>
                <a:off x="3688905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325"/>
                    </a:lnTo>
                    <a:lnTo>
                      <a:pt x="908489" y="901768"/>
                    </a:lnTo>
                    <a:lnTo>
                      <a:pt x="913008" y="908444"/>
                    </a:lnTo>
                    <a:lnTo>
                      <a:pt x="914400" y="91072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8" name="ph8868"/>
              <p:cNvSpPr/>
              <p:nvPr/>
            </p:nvSpPr>
            <p:spPr>
              <a:xfrm>
                <a:off x="3688905" y="826471"/>
                <a:ext cx="9166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36" h="914400">
                    <a:moveTo>
                      <a:pt x="914400" y="914400"/>
                    </a:moveTo>
                    <a:lnTo>
                      <a:pt x="914400" y="910728"/>
                    </a:lnTo>
                    <a:lnTo>
                      <a:pt x="916636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9" name="ph8869"/>
              <p:cNvSpPr/>
              <p:nvPr/>
            </p:nvSpPr>
            <p:spPr>
              <a:xfrm>
                <a:off x="3262843" y="7919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85" y="931638"/>
                    </a:lnTo>
                    <a:lnTo>
                      <a:pt x="912291" y="931188"/>
                    </a:lnTo>
                    <a:lnTo>
                      <a:pt x="910501" y="921195"/>
                    </a:lnTo>
                    <a:lnTo>
                      <a:pt x="909488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0" name="ph8870"/>
              <p:cNvSpPr/>
              <p:nvPr/>
            </p:nvSpPr>
            <p:spPr>
              <a:xfrm>
                <a:off x="326284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1" name="ph8871"/>
              <p:cNvSpPr/>
              <p:nvPr/>
            </p:nvSpPr>
            <p:spPr>
              <a:xfrm>
                <a:off x="327210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2" name="ph8872"/>
              <p:cNvSpPr/>
              <p:nvPr/>
            </p:nvSpPr>
            <p:spPr>
              <a:xfrm>
                <a:off x="328136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3" name="ph8873"/>
              <p:cNvSpPr/>
              <p:nvPr/>
            </p:nvSpPr>
            <p:spPr>
              <a:xfrm>
                <a:off x="329063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4" name="ph8874"/>
              <p:cNvSpPr/>
              <p:nvPr/>
            </p:nvSpPr>
            <p:spPr>
              <a:xfrm>
                <a:off x="329989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5" name="ph8875"/>
              <p:cNvSpPr/>
              <p:nvPr/>
            </p:nvSpPr>
            <p:spPr>
              <a:xfrm>
                <a:off x="330915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6" name="ph8876"/>
              <p:cNvSpPr/>
              <p:nvPr/>
            </p:nvSpPr>
            <p:spPr>
              <a:xfrm>
                <a:off x="331841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7" name="ph8877"/>
              <p:cNvSpPr/>
              <p:nvPr/>
            </p:nvSpPr>
            <p:spPr>
              <a:xfrm>
                <a:off x="332767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8" name="ph8878"/>
              <p:cNvSpPr/>
              <p:nvPr/>
            </p:nvSpPr>
            <p:spPr>
              <a:xfrm>
                <a:off x="333694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9" name="ph8879"/>
              <p:cNvSpPr/>
              <p:nvPr/>
            </p:nvSpPr>
            <p:spPr>
              <a:xfrm>
                <a:off x="334620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0" name="ph8880"/>
              <p:cNvSpPr/>
              <p:nvPr/>
            </p:nvSpPr>
            <p:spPr>
              <a:xfrm>
                <a:off x="335546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1" name="ph8881"/>
              <p:cNvSpPr/>
              <p:nvPr/>
            </p:nvSpPr>
            <p:spPr>
              <a:xfrm>
                <a:off x="336472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2" name="ph8882"/>
              <p:cNvSpPr/>
              <p:nvPr/>
            </p:nvSpPr>
            <p:spPr>
              <a:xfrm>
                <a:off x="337399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3" name="ph8883"/>
              <p:cNvSpPr/>
              <p:nvPr/>
            </p:nvSpPr>
            <p:spPr>
              <a:xfrm>
                <a:off x="338325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4" name="ph8884"/>
              <p:cNvSpPr/>
              <p:nvPr/>
            </p:nvSpPr>
            <p:spPr>
              <a:xfrm>
                <a:off x="339251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5" name="ph8885"/>
              <p:cNvSpPr/>
              <p:nvPr/>
            </p:nvSpPr>
            <p:spPr>
              <a:xfrm>
                <a:off x="340177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6" name="ph8886"/>
              <p:cNvSpPr/>
              <p:nvPr/>
            </p:nvSpPr>
            <p:spPr>
              <a:xfrm>
                <a:off x="341103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7" name="ph8887"/>
              <p:cNvSpPr/>
              <p:nvPr/>
            </p:nvSpPr>
            <p:spPr>
              <a:xfrm>
                <a:off x="342030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8" name="ph8888"/>
              <p:cNvSpPr/>
              <p:nvPr/>
            </p:nvSpPr>
            <p:spPr>
              <a:xfrm>
                <a:off x="342956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9" name="ph8889"/>
              <p:cNvSpPr/>
              <p:nvPr/>
            </p:nvSpPr>
            <p:spPr>
              <a:xfrm>
                <a:off x="343882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0" name="ph8890"/>
              <p:cNvSpPr/>
              <p:nvPr/>
            </p:nvSpPr>
            <p:spPr>
              <a:xfrm>
                <a:off x="344808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1" name="ph8891"/>
              <p:cNvSpPr/>
              <p:nvPr/>
            </p:nvSpPr>
            <p:spPr>
              <a:xfrm>
                <a:off x="345735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2" name="ph8892"/>
              <p:cNvSpPr/>
              <p:nvPr/>
            </p:nvSpPr>
            <p:spPr>
              <a:xfrm>
                <a:off x="346661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3" name="ph8893"/>
              <p:cNvSpPr/>
              <p:nvPr/>
            </p:nvSpPr>
            <p:spPr>
              <a:xfrm>
                <a:off x="347587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4" name="ph8894"/>
              <p:cNvSpPr/>
              <p:nvPr/>
            </p:nvSpPr>
            <p:spPr>
              <a:xfrm>
                <a:off x="348513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5" name="ph8895"/>
              <p:cNvSpPr/>
              <p:nvPr/>
            </p:nvSpPr>
            <p:spPr>
              <a:xfrm>
                <a:off x="349439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6" name="ph8896"/>
              <p:cNvSpPr/>
              <p:nvPr/>
            </p:nvSpPr>
            <p:spPr>
              <a:xfrm>
                <a:off x="350366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7" name="ph8897"/>
              <p:cNvSpPr/>
              <p:nvPr/>
            </p:nvSpPr>
            <p:spPr>
              <a:xfrm>
                <a:off x="351292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8" name="ph8898"/>
              <p:cNvSpPr/>
              <p:nvPr/>
            </p:nvSpPr>
            <p:spPr>
              <a:xfrm>
                <a:off x="352218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9" name="ph8899"/>
              <p:cNvSpPr/>
              <p:nvPr/>
            </p:nvSpPr>
            <p:spPr>
              <a:xfrm>
                <a:off x="353144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0" name="ph8900"/>
              <p:cNvSpPr/>
              <p:nvPr/>
            </p:nvSpPr>
            <p:spPr>
              <a:xfrm>
                <a:off x="354071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1" name="ph8901"/>
              <p:cNvSpPr/>
              <p:nvPr/>
            </p:nvSpPr>
            <p:spPr>
              <a:xfrm>
                <a:off x="354997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2" name="ph8902"/>
              <p:cNvSpPr/>
              <p:nvPr/>
            </p:nvSpPr>
            <p:spPr>
              <a:xfrm>
                <a:off x="355923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3" name="ph8903"/>
              <p:cNvSpPr/>
              <p:nvPr/>
            </p:nvSpPr>
            <p:spPr>
              <a:xfrm>
                <a:off x="356849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4" name="ph8904"/>
              <p:cNvSpPr/>
              <p:nvPr/>
            </p:nvSpPr>
            <p:spPr>
              <a:xfrm>
                <a:off x="357775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5" name="ph8905"/>
              <p:cNvSpPr/>
              <p:nvPr/>
            </p:nvSpPr>
            <p:spPr>
              <a:xfrm>
                <a:off x="358702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6" name="ph8906"/>
              <p:cNvSpPr/>
              <p:nvPr/>
            </p:nvSpPr>
            <p:spPr>
              <a:xfrm>
                <a:off x="359628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7" name="ph8907"/>
              <p:cNvSpPr/>
              <p:nvPr/>
            </p:nvSpPr>
            <p:spPr>
              <a:xfrm>
                <a:off x="360554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8" name="ph8908"/>
              <p:cNvSpPr/>
              <p:nvPr/>
            </p:nvSpPr>
            <p:spPr>
              <a:xfrm>
                <a:off x="361480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9" name="ph8909"/>
              <p:cNvSpPr/>
              <p:nvPr/>
            </p:nvSpPr>
            <p:spPr>
              <a:xfrm>
                <a:off x="362407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0" name="ph8910"/>
              <p:cNvSpPr/>
              <p:nvPr/>
            </p:nvSpPr>
            <p:spPr>
              <a:xfrm>
                <a:off x="363333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1" name="ph8911"/>
              <p:cNvSpPr/>
              <p:nvPr/>
            </p:nvSpPr>
            <p:spPr>
              <a:xfrm>
                <a:off x="364259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2" name="ph8912"/>
              <p:cNvSpPr/>
              <p:nvPr/>
            </p:nvSpPr>
            <p:spPr>
              <a:xfrm>
                <a:off x="365185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3" name="ph8913"/>
              <p:cNvSpPr/>
              <p:nvPr/>
            </p:nvSpPr>
            <p:spPr>
              <a:xfrm>
                <a:off x="3670381" y="809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828" y="897165"/>
                    </a:lnTo>
                    <a:lnTo>
                      <a:pt x="908288" y="897621"/>
                    </a:lnTo>
                    <a:lnTo>
                      <a:pt x="908748" y="898076"/>
                    </a:lnTo>
                    <a:lnTo>
                      <a:pt x="909208" y="898531"/>
                    </a:lnTo>
                    <a:lnTo>
                      <a:pt x="909667" y="898986"/>
                    </a:lnTo>
                    <a:lnTo>
                      <a:pt x="910127" y="899441"/>
                    </a:lnTo>
                    <a:lnTo>
                      <a:pt x="910587" y="899896"/>
                    </a:lnTo>
                    <a:lnTo>
                      <a:pt x="911046" y="900351"/>
                    </a:lnTo>
                    <a:lnTo>
                      <a:pt x="911506" y="900806"/>
                    </a:lnTo>
                    <a:lnTo>
                      <a:pt x="911965" y="901261"/>
                    </a:lnTo>
                    <a:lnTo>
                      <a:pt x="912425" y="901716"/>
                    </a:lnTo>
                    <a:lnTo>
                      <a:pt x="914400" y="903797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4" name="ph8914"/>
              <p:cNvSpPr/>
              <p:nvPr/>
            </p:nvSpPr>
            <p:spPr>
              <a:xfrm>
                <a:off x="3670381" y="809233"/>
                <a:ext cx="923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38" h="914400">
                    <a:moveTo>
                      <a:pt x="914400" y="914400"/>
                    </a:moveTo>
                    <a:lnTo>
                      <a:pt x="914400" y="903797"/>
                    </a:lnTo>
                    <a:lnTo>
                      <a:pt x="917446" y="907007"/>
                    </a:lnTo>
                    <a:lnTo>
                      <a:pt x="922313" y="912776"/>
                    </a:lnTo>
                    <a:lnTo>
                      <a:pt x="923538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5" name="ph8915"/>
              <p:cNvSpPr/>
              <p:nvPr/>
            </p:nvSpPr>
            <p:spPr>
              <a:xfrm>
                <a:off x="3262843" y="7747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488" y="931638"/>
                    </a:lnTo>
                    <a:lnTo>
                      <a:pt x="908988" y="928284"/>
                    </a:lnTo>
                    <a:lnTo>
                      <a:pt x="907753" y="918005"/>
                    </a:lnTo>
                    <a:lnTo>
                      <a:pt x="907423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6" name="ph8916"/>
              <p:cNvSpPr/>
              <p:nvPr/>
            </p:nvSpPr>
            <p:spPr>
              <a:xfrm>
                <a:off x="326284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7" name="ph8917"/>
              <p:cNvSpPr/>
              <p:nvPr/>
            </p:nvSpPr>
            <p:spPr>
              <a:xfrm>
                <a:off x="327210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8" name="ph8918"/>
              <p:cNvSpPr/>
              <p:nvPr/>
            </p:nvSpPr>
            <p:spPr>
              <a:xfrm>
                <a:off x="328136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9" name="ph8919"/>
              <p:cNvSpPr/>
              <p:nvPr/>
            </p:nvSpPr>
            <p:spPr>
              <a:xfrm>
                <a:off x="329063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0" name="ph8920"/>
              <p:cNvSpPr/>
              <p:nvPr/>
            </p:nvSpPr>
            <p:spPr>
              <a:xfrm>
                <a:off x="329989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1" name="ph8921"/>
              <p:cNvSpPr/>
              <p:nvPr/>
            </p:nvSpPr>
            <p:spPr>
              <a:xfrm>
                <a:off x="330915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2" name="ph8922"/>
              <p:cNvSpPr/>
              <p:nvPr/>
            </p:nvSpPr>
            <p:spPr>
              <a:xfrm>
                <a:off x="331841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3" name="ph8923"/>
              <p:cNvSpPr/>
              <p:nvPr/>
            </p:nvSpPr>
            <p:spPr>
              <a:xfrm>
                <a:off x="332767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4" name="ph8924"/>
              <p:cNvSpPr/>
              <p:nvPr/>
            </p:nvSpPr>
            <p:spPr>
              <a:xfrm>
                <a:off x="333694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5" name="ph8925"/>
              <p:cNvSpPr/>
              <p:nvPr/>
            </p:nvSpPr>
            <p:spPr>
              <a:xfrm>
                <a:off x="334620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6" name="ph8926"/>
              <p:cNvSpPr/>
              <p:nvPr/>
            </p:nvSpPr>
            <p:spPr>
              <a:xfrm>
                <a:off x="335546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7" name="ph8927"/>
              <p:cNvSpPr/>
              <p:nvPr/>
            </p:nvSpPr>
            <p:spPr>
              <a:xfrm>
                <a:off x="336472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8" name="ph8928"/>
              <p:cNvSpPr/>
              <p:nvPr/>
            </p:nvSpPr>
            <p:spPr>
              <a:xfrm>
                <a:off x="337399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9" name="ph8929"/>
              <p:cNvSpPr/>
              <p:nvPr/>
            </p:nvSpPr>
            <p:spPr>
              <a:xfrm>
                <a:off x="338325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0" name="ph8930"/>
              <p:cNvSpPr/>
              <p:nvPr/>
            </p:nvSpPr>
            <p:spPr>
              <a:xfrm>
                <a:off x="339251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1" name="ph8931"/>
              <p:cNvSpPr/>
              <p:nvPr/>
            </p:nvSpPr>
            <p:spPr>
              <a:xfrm>
                <a:off x="340177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2" name="ph8932"/>
              <p:cNvSpPr/>
              <p:nvPr/>
            </p:nvSpPr>
            <p:spPr>
              <a:xfrm>
                <a:off x="341103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3" name="ph8933"/>
              <p:cNvSpPr/>
              <p:nvPr/>
            </p:nvSpPr>
            <p:spPr>
              <a:xfrm>
                <a:off x="342030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4" name="ph8934"/>
              <p:cNvSpPr/>
              <p:nvPr/>
            </p:nvSpPr>
            <p:spPr>
              <a:xfrm>
                <a:off x="342956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5" name="ph8935"/>
              <p:cNvSpPr/>
              <p:nvPr/>
            </p:nvSpPr>
            <p:spPr>
              <a:xfrm>
                <a:off x="343882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6" name="ph8936"/>
              <p:cNvSpPr/>
              <p:nvPr/>
            </p:nvSpPr>
            <p:spPr>
              <a:xfrm>
                <a:off x="344808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7" name="ph8937"/>
              <p:cNvSpPr/>
              <p:nvPr/>
            </p:nvSpPr>
            <p:spPr>
              <a:xfrm>
                <a:off x="345735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8" name="ph8938"/>
              <p:cNvSpPr/>
              <p:nvPr/>
            </p:nvSpPr>
            <p:spPr>
              <a:xfrm>
                <a:off x="346661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9" name="ph8939"/>
              <p:cNvSpPr/>
              <p:nvPr/>
            </p:nvSpPr>
            <p:spPr>
              <a:xfrm>
                <a:off x="347587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0" name="ph8940"/>
              <p:cNvSpPr/>
              <p:nvPr/>
            </p:nvSpPr>
            <p:spPr>
              <a:xfrm>
                <a:off x="348513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1" name="ph8941"/>
              <p:cNvSpPr/>
              <p:nvPr/>
            </p:nvSpPr>
            <p:spPr>
              <a:xfrm>
                <a:off x="349439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2" name="ph8942"/>
              <p:cNvSpPr/>
              <p:nvPr/>
            </p:nvSpPr>
            <p:spPr>
              <a:xfrm>
                <a:off x="350366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3" name="ph8943"/>
              <p:cNvSpPr/>
              <p:nvPr/>
            </p:nvSpPr>
            <p:spPr>
              <a:xfrm>
                <a:off x="351292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4" name="ph8944"/>
              <p:cNvSpPr/>
              <p:nvPr/>
            </p:nvSpPr>
            <p:spPr>
              <a:xfrm>
                <a:off x="352218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5" name="ph8945"/>
              <p:cNvSpPr/>
              <p:nvPr/>
            </p:nvSpPr>
            <p:spPr>
              <a:xfrm>
                <a:off x="353144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6" name="ph8946"/>
              <p:cNvSpPr/>
              <p:nvPr/>
            </p:nvSpPr>
            <p:spPr>
              <a:xfrm>
                <a:off x="354071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7" name="ph8947"/>
              <p:cNvSpPr/>
              <p:nvPr/>
            </p:nvSpPr>
            <p:spPr>
              <a:xfrm>
                <a:off x="354997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8" name="ph8948"/>
              <p:cNvSpPr/>
              <p:nvPr/>
            </p:nvSpPr>
            <p:spPr>
              <a:xfrm>
                <a:off x="355923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9" name="ph8949"/>
              <p:cNvSpPr/>
              <p:nvPr/>
            </p:nvSpPr>
            <p:spPr>
              <a:xfrm>
                <a:off x="356849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0" name="ph8950"/>
              <p:cNvSpPr/>
              <p:nvPr/>
            </p:nvSpPr>
            <p:spPr>
              <a:xfrm>
                <a:off x="357775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1" name="ph8951"/>
              <p:cNvSpPr/>
              <p:nvPr/>
            </p:nvSpPr>
            <p:spPr>
              <a:xfrm>
                <a:off x="358702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2" name="ph8952"/>
              <p:cNvSpPr/>
              <p:nvPr/>
            </p:nvSpPr>
            <p:spPr>
              <a:xfrm>
                <a:off x="359628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3" name="ph8953"/>
              <p:cNvSpPr/>
              <p:nvPr/>
            </p:nvSpPr>
            <p:spPr>
              <a:xfrm>
                <a:off x="360554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4" name="ph8954"/>
              <p:cNvSpPr/>
              <p:nvPr/>
            </p:nvSpPr>
            <p:spPr>
              <a:xfrm>
                <a:off x="361480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5" name="ph8955"/>
              <p:cNvSpPr/>
              <p:nvPr/>
            </p:nvSpPr>
            <p:spPr>
              <a:xfrm>
                <a:off x="362407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6" name="ph8956"/>
              <p:cNvSpPr/>
              <p:nvPr/>
            </p:nvSpPr>
            <p:spPr>
              <a:xfrm>
                <a:off x="363333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7" name="ph8957"/>
              <p:cNvSpPr/>
              <p:nvPr/>
            </p:nvSpPr>
            <p:spPr>
              <a:xfrm>
                <a:off x="3651857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91" y="897161"/>
                    </a:lnTo>
                    <a:lnTo>
                      <a:pt x="909316" y="897579"/>
                    </a:lnTo>
                    <a:lnTo>
                      <a:pt x="909777" y="898034"/>
                    </a:lnTo>
                    <a:lnTo>
                      <a:pt x="910238" y="898488"/>
                    </a:lnTo>
                    <a:lnTo>
                      <a:pt x="910699" y="898943"/>
                    </a:lnTo>
                    <a:lnTo>
                      <a:pt x="911160" y="899397"/>
                    </a:lnTo>
                    <a:lnTo>
                      <a:pt x="911621" y="899852"/>
                    </a:lnTo>
                    <a:lnTo>
                      <a:pt x="912082" y="900306"/>
                    </a:lnTo>
                    <a:lnTo>
                      <a:pt x="912543" y="900761"/>
                    </a:lnTo>
                    <a:lnTo>
                      <a:pt x="913004" y="901215"/>
                    </a:lnTo>
                    <a:lnTo>
                      <a:pt x="913464" y="901670"/>
                    </a:lnTo>
                    <a:lnTo>
                      <a:pt x="913925" y="902124"/>
                    </a:lnTo>
                    <a:lnTo>
                      <a:pt x="914400" y="902592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8" name="ph8958"/>
              <p:cNvSpPr/>
              <p:nvPr/>
            </p:nvSpPr>
            <p:spPr>
              <a:xfrm>
                <a:off x="3661119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592"/>
                    </a:lnTo>
                    <a:lnTo>
                      <a:pt x="905584" y="903034"/>
                    </a:lnTo>
                    <a:lnTo>
                      <a:pt x="906045" y="903488"/>
                    </a:lnTo>
                    <a:lnTo>
                      <a:pt x="906506" y="903943"/>
                    </a:lnTo>
                    <a:lnTo>
                      <a:pt x="906966" y="904397"/>
                    </a:lnTo>
                    <a:lnTo>
                      <a:pt x="907427" y="904852"/>
                    </a:lnTo>
                    <a:lnTo>
                      <a:pt x="907888" y="905307"/>
                    </a:lnTo>
                    <a:lnTo>
                      <a:pt x="908348" y="905762"/>
                    </a:lnTo>
                    <a:lnTo>
                      <a:pt x="908809" y="906216"/>
                    </a:lnTo>
                    <a:lnTo>
                      <a:pt x="909269" y="906671"/>
                    </a:lnTo>
                    <a:lnTo>
                      <a:pt x="909729" y="907126"/>
                    </a:lnTo>
                    <a:lnTo>
                      <a:pt x="910190" y="907581"/>
                    </a:lnTo>
                    <a:lnTo>
                      <a:pt x="910650" y="908035"/>
                    </a:lnTo>
                    <a:lnTo>
                      <a:pt x="911110" y="908490"/>
                    </a:lnTo>
                    <a:lnTo>
                      <a:pt x="911571" y="908945"/>
                    </a:lnTo>
                    <a:lnTo>
                      <a:pt x="912031" y="909400"/>
                    </a:lnTo>
                    <a:lnTo>
                      <a:pt x="912491" y="909855"/>
                    </a:lnTo>
                    <a:lnTo>
                      <a:pt x="912951" y="910309"/>
                    </a:lnTo>
                    <a:lnTo>
                      <a:pt x="913411" y="910764"/>
                    </a:lnTo>
                    <a:lnTo>
                      <a:pt x="913871" y="911219"/>
                    </a:lnTo>
                    <a:lnTo>
                      <a:pt x="914400" y="911742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9" name="ph8959"/>
              <p:cNvSpPr/>
              <p:nvPr/>
            </p:nvSpPr>
            <p:spPr>
              <a:xfrm>
                <a:off x="3661119" y="791994"/>
                <a:ext cx="91708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6" h="914400">
                    <a:moveTo>
                      <a:pt x="914400" y="914400"/>
                    </a:moveTo>
                    <a:lnTo>
                      <a:pt x="914400" y="911742"/>
                    </a:lnTo>
                    <a:lnTo>
                      <a:pt x="914791" y="912129"/>
                    </a:lnTo>
                    <a:lnTo>
                      <a:pt x="915251" y="912584"/>
                    </a:lnTo>
                    <a:lnTo>
                      <a:pt x="915711" y="913039"/>
                    </a:lnTo>
                    <a:lnTo>
                      <a:pt x="916171" y="913494"/>
                    </a:lnTo>
                    <a:lnTo>
                      <a:pt x="916631" y="913949"/>
                    </a:lnTo>
                    <a:lnTo>
                      <a:pt x="917086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0" name="ph8960"/>
              <p:cNvSpPr/>
              <p:nvPr/>
            </p:nvSpPr>
            <p:spPr>
              <a:xfrm>
                <a:off x="3262843" y="7575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423" y="931638"/>
                    </a:lnTo>
                    <a:lnTo>
                      <a:pt x="906802" y="924860"/>
                    </a:lnTo>
                    <a:lnTo>
                      <a:pt x="906136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1" name="ph8961"/>
              <p:cNvSpPr/>
              <p:nvPr/>
            </p:nvSpPr>
            <p:spPr>
              <a:xfrm>
                <a:off x="326284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2" name="ph8962"/>
              <p:cNvSpPr/>
              <p:nvPr/>
            </p:nvSpPr>
            <p:spPr>
              <a:xfrm>
                <a:off x="327210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3" name="ph8963"/>
              <p:cNvSpPr/>
              <p:nvPr/>
            </p:nvSpPr>
            <p:spPr>
              <a:xfrm>
                <a:off x="328136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4" name="ph8964"/>
              <p:cNvSpPr/>
              <p:nvPr/>
            </p:nvSpPr>
            <p:spPr>
              <a:xfrm>
                <a:off x="329063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5" name="ph8965"/>
              <p:cNvSpPr/>
              <p:nvPr/>
            </p:nvSpPr>
            <p:spPr>
              <a:xfrm>
                <a:off x="329989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6" name="ph8966"/>
              <p:cNvSpPr/>
              <p:nvPr/>
            </p:nvSpPr>
            <p:spPr>
              <a:xfrm>
                <a:off x="330915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7" name="ph8967"/>
              <p:cNvSpPr/>
              <p:nvPr/>
            </p:nvSpPr>
            <p:spPr>
              <a:xfrm>
                <a:off x="331841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8" name="ph8968"/>
              <p:cNvSpPr/>
              <p:nvPr/>
            </p:nvSpPr>
            <p:spPr>
              <a:xfrm>
                <a:off x="332767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9" name="ph8969"/>
              <p:cNvSpPr/>
              <p:nvPr/>
            </p:nvSpPr>
            <p:spPr>
              <a:xfrm>
                <a:off x="333694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0" name="ph8970"/>
              <p:cNvSpPr/>
              <p:nvPr/>
            </p:nvSpPr>
            <p:spPr>
              <a:xfrm>
                <a:off x="334620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1" name="ph8971"/>
              <p:cNvSpPr/>
              <p:nvPr/>
            </p:nvSpPr>
            <p:spPr>
              <a:xfrm>
                <a:off x="335546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2" name="ph8972"/>
              <p:cNvSpPr/>
              <p:nvPr/>
            </p:nvSpPr>
            <p:spPr>
              <a:xfrm>
                <a:off x="336472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3" name="ph8973"/>
              <p:cNvSpPr/>
              <p:nvPr/>
            </p:nvSpPr>
            <p:spPr>
              <a:xfrm>
                <a:off x="337399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4" name="ph8974"/>
              <p:cNvSpPr/>
              <p:nvPr/>
            </p:nvSpPr>
            <p:spPr>
              <a:xfrm>
                <a:off x="338325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5" name="ph8975"/>
              <p:cNvSpPr/>
              <p:nvPr/>
            </p:nvSpPr>
            <p:spPr>
              <a:xfrm>
                <a:off x="339251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6" name="ph8976"/>
              <p:cNvSpPr/>
              <p:nvPr/>
            </p:nvSpPr>
            <p:spPr>
              <a:xfrm>
                <a:off x="340177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7" name="ph8977"/>
              <p:cNvSpPr/>
              <p:nvPr/>
            </p:nvSpPr>
            <p:spPr>
              <a:xfrm>
                <a:off x="341103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8" name="ph8978"/>
              <p:cNvSpPr/>
              <p:nvPr/>
            </p:nvSpPr>
            <p:spPr>
              <a:xfrm>
                <a:off x="342030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9" name="ph8979"/>
              <p:cNvSpPr/>
              <p:nvPr/>
            </p:nvSpPr>
            <p:spPr>
              <a:xfrm>
                <a:off x="342956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0" name="ph8980"/>
              <p:cNvSpPr/>
              <p:nvPr/>
            </p:nvSpPr>
            <p:spPr>
              <a:xfrm>
                <a:off x="343882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1" name="ph8981"/>
              <p:cNvSpPr/>
              <p:nvPr/>
            </p:nvSpPr>
            <p:spPr>
              <a:xfrm>
                <a:off x="344808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2" name="ph8982"/>
              <p:cNvSpPr/>
              <p:nvPr/>
            </p:nvSpPr>
            <p:spPr>
              <a:xfrm>
                <a:off x="345735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3" name="ph8983"/>
              <p:cNvSpPr/>
              <p:nvPr/>
            </p:nvSpPr>
            <p:spPr>
              <a:xfrm>
                <a:off x="346661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4" name="ph8984"/>
              <p:cNvSpPr/>
              <p:nvPr/>
            </p:nvSpPr>
            <p:spPr>
              <a:xfrm>
                <a:off x="347587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5" name="ph8985"/>
              <p:cNvSpPr/>
              <p:nvPr/>
            </p:nvSpPr>
            <p:spPr>
              <a:xfrm>
                <a:off x="348513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6" name="ph8986"/>
              <p:cNvSpPr/>
              <p:nvPr/>
            </p:nvSpPr>
            <p:spPr>
              <a:xfrm>
                <a:off x="349439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7" name="ph8987"/>
              <p:cNvSpPr/>
              <p:nvPr/>
            </p:nvSpPr>
            <p:spPr>
              <a:xfrm>
                <a:off x="350366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8" name="ph8988"/>
              <p:cNvSpPr/>
              <p:nvPr/>
            </p:nvSpPr>
            <p:spPr>
              <a:xfrm>
                <a:off x="351292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9" name="ph8989"/>
              <p:cNvSpPr/>
              <p:nvPr/>
            </p:nvSpPr>
            <p:spPr>
              <a:xfrm>
                <a:off x="352218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0" name="ph8990"/>
              <p:cNvSpPr/>
              <p:nvPr/>
            </p:nvSpPr>
            <p:spPr>
              <a:xfrm>
                <a:off x="353144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1" name="ph8991"/>
              <p:cNvSpPr/>
              <p:nvPr/>
            </p:nvSpPr>
            <p:spPr>
              <a:xfrm>
                <a:off x="354071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2" name="ph8992"/>
              <p:cNvSpPr/>
              <p:nvPr/>
            </p:nvSpPr>
            <p:spPr>
              <a:xfrm>
                <a:off x="354997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3" name="ph8993"/>
              <p:cNvSpPr/>
              <p:nvPr/>
            </p:nvSpPr>
            <p:spPr>
              <a:xfrm>
                <a:off x="355923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4" name="ph8994"/>
              <p:cNvSpPr/>
              <p:nvPr/>
            </p:nvSpPr>
            <p:spPr>
              <a:xfrm>
                <a:off x="356849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5" name="ph8995"/>
              <p:cNvSpPr/>
              <p:nvPr/>
            </p:nvSpPr>
            <p:spPr>
              <a:xfrm>
                <a:off x="357775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6" name="ph8996"/>
              <p:cNvSpPr/>
              <p:nvPr/>
            </p:nvSpPr>
            <p:spPr>
              <a:xfrm>
                <a:off x="358702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7" name="ph8997"/>
              <p:cNvSpPr/>
              <p:nvPr/>
            </p:nvSpPr>
            <p:spPr>
              <a:xfrm>
                <a:off x="359628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8" name="ph8998"/>
              <p:cNvSpPr/>
              <p:nvPr/>
            </p:nvSpPr>
            <p:spPr>
              <a:xfrm>
                <a:off x="360554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9" name="ph8999"/>
              <p:cNvSpPr/>
              <p:nvPr/>
            </p:nvSpPr>
            <p:spPr>
              <a:xfrm>
                <a:off x="361480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0" name="ph9000"/>
              <p:cNvSpPr/>
              <p:nvPr/>
            </p:nvSpPr>
            <p:spPr>
              <a:xfrm>
                <a:off x="3633332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41" y="897161"/>
                    </a:lnTo>
                    <a:lnTo>
                      <a:pt x="909206" y="897822"/>
                    </a:lnTo>
                    <a:lnTo>
                      <a:pt x="914400" y="901976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1" name="ph9001"/>
              <p:cNvSpPr/>
              <p:nvPr/>
            </p:nvSpPr>
            <p:spPr>
              <a:xfrm>
                <a:off x="3642594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976"/>
                    </a:lnTo>
                    <a:lnTo>
                      <a:pt x="905408" y="902192"/>
                    </a:lnTo>
                    <a:lnTo>
                      <a:pt x="910738" y="907100"/>
                    </a:lnTo>
                    <a:lnTo>
                      <a:pt x="911195" y="907549"/>
                    </a:lnTo>
                    <a:lnTo>
                      <a:pt x="911657" y="908003"/>
                    </a:lnTo>
                    <a:lnTo>
                      <a:pt x="912118" y="908458"/>
                    </a:lnTo>
                    <a:lnTo>
                      <a:pt x="912580" y="908912"/>
                    </a:lnTo>
                    <a:lnTo>
                      <a:pt x="913041" y="909366"/>
                    </a:lnTo>
                    <a:lnTo>
                      <a:pt x="913503" y="909820"/>
                    </a:lnTo>
                    <a:lnTo>
                      <a:pt x="913965" y="910274"/>
                    </a:lnTo>
                    <a:lnTo>
                      <a:pt x="914400" y="910703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2" name="ph9002"/>
              <p:cNvSpPr/>
              <p:nvPr/>
            </p:nvSpPr>
            <p:spPr>
              <a:xfrm>
                <a:off x="3642594" y="774756"/>
                <a:ext cx="9181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3" h="914400">
                    <a:moveTo>
                      <a:pt x="914400" y="914400"/>
                    </a:moveTo>
                    <a:lnTo>
                      <a:pt x="914426" y="910729"/>
                    </a:lnTo>
                    <a:lnTo>
                      <a:pt x="914888" y="911183"/>
                    </a:lnTo>
                    <a:lnTo>
                      <a:pt x="915349" y="911637"/>
                    </a:lnTo>
                    <a:lnTo>
                      <a:pt x="915810" y="912092"/>
                    </a:lnTo>
                    <a:lnTo>
                      <a:pt x="916272" y="912546"/>
                    </a:lnTo>
                    <a:lnTo>
                      <a:pt x="916733" y="913000"/>
                    </a:lnTo>
                    <a:lnTo>
                      <a:pt x="917194" y="913455"/>
                    </a:lnTo>
                    <a:lnTo>
                      <a:pt x="917655" y="913909"/>
                    </a:lnTo>
                    <a:lnTo>
                      <a:pt x="918153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3" name="ph9003"/>
              <p:cNvSpPr/>
              <p:nvPr/>
            </p:nvSpPr>
            <p:spPr>
              <a:xfrm>
                <a:off x="3262843" y="7402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36" y="931638"/>
                    </a:lnTo>
                    <a:lnTo>
                      <a:pt x="905756" y="921130"/>
                    </a:lnTo>
                    <a:lnTo>
                      <a:pt x="905698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4" name="ph9004"/>
              <p:cNvSpPr/>
              <p:nvPr/>
            </p:nvSpPr>
            <p:spPr>
              <a:xfrm>
                <a:off x="326284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5" name="ph9005"/>
              <p:cNvSpPr/>
              <p:nvPr/>
            </p:nvSpPr>
            <p:spPr>
              <a:xfrm>
                <a:off x="327210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6" name="ph9006"/>
              <p:cNvSpPr/>
              <p:nvPr/>
            </p:nvSpPr>
            <p:spPr>
              <a:xfrm>
                <a:off x="328136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7" name="ph9007"/>
              <p:cNvSpPr/>
              <p:nvPr/>
            </p:nvSpPr>
            <p:spPr>
              <a:xfrm>
                <a:off x="329063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8" name="ph9008"/>
              <p:cNvSpPr/>
              <p:nvPr/>
            </p:nvSpPr>
            <p:spPr>
              <a:xfrm>
                <a:off x="329989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9" name="ph9009"/>
              <p:cNvSpPr/>
              <p:nvPr/>
            </p:nvSpPr>
            <p:spPr>
              <a:xfrm>
                <a:off x="330915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0" name="ph9010"/>
              <p:cNvSpPr/>
              <p:nvPr/>
            </p:nvSpPr>
            <p:spPr>
              <a:xfrm>
                <a:off x="331841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1" name="ph9011"/>
              <p:cNvSpPr/>
              <p:nvPr/>
            </p:nvSpPr>
            <p:spPr>
              <a:xfrm>
                <a:off x="332767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2" name="ph9012"/>
              <p:cNvSpPr/>
              <p:nvPr/>
            </p:nvSpPr>
            <p:spPr>
              <a:xfrm>
                <a:off x="333694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3" name="ph9013"/>
              <p:cNvSpPr/>
              <p:nvPr/>
            </p:nvSpPr>
            <p:spPr>
              <a:xfrm>
                <a:off x="334620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4" name="ph9014"/>
              <p:cNvSpPr/>
              <p:nvPr/>
            </p:nvSpPr>
            <p:spPr>
              <a:xfrm>
                <a:off x="335546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5" name="ph9015"/>
              <p:cNvSpPr/>
              <p:nvPr/>
            </p:nvSpPr>
            <p:spPr>
              <a:xfrm>
                <a:off x="336472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6" name="ph9016"/>
              <p:cNvSpPr/>
              <p:nvPr/>
            </p:nvSpPr>
            <p:spPr>
              <a:xfrm>
                <a:off x="337399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7" name="ph9017"/>
              <p:cNvSpPr/>
              <p:nvPr/>
            </p:nvSpPr>
            <p:spPr>
              <a:xfrm>
                <a:off x="338325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8" name="ph9018"/>
              <p:cNvSpPr/>
              <p:nvPr/>
            </p:nvSpPr>
            <p:spPr>
              <a:xfrm>
                <a:off x="339251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9" name="ph9019"/>
              <p:cNvSpPr/>
              <p:nvPr/>
            </p:nvSpPr>
            <p:spPr>
              <a:xfrm>
                <a:off x="340177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0" name="ph9020"/>
              <p:cNvSpPr/>
              <p:nvPr/>
            </p:nvSpPr>
            <p:spPr>
              <a:xfrm>
                <a:off x="341103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1" name="ph9021"/>
              <p:cNvSpPr/>
              <p:nvPr/>
            </p:nvSpPr>
            <p:spPr>
              <a:xfrm>
                <a:off x="342030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2" name="ph9022"/>
              <p:cNvSpPr/>
              <p:nvPr/>
            </p:nvSpPr>
            <p:spPr>
              <a:xfrm>
                <a:off x="342956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3" name="ph9023"/>
              <p:cNvSpPr/>
              <p:nvPr/>
            </p:nvSpPr>
            <p:spPr>
              <a:xfrm>
                <a:off x="343882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4" name="ph9024"/>
              <p:cNvSpPr/>
              <p:nvPr/>
            </p:nvSpPr>
            <p:spPr>
              <a:xfrm>
                <a:off x="344808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5" name="ph9025"/>
              <p:cNvSpPr/>
              <p:nvPr/>
            </p:nvSpPr>
            <p:spPr>
              <a:xfrm>
                <a:off x="345735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6" name="ph9026"/>
              <p:cNvSpPr/>
              <p:nvPr/>
            </p:nvSpPr>
            <p:spPr>
              <a:xfrm>
                <a:off x="346661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7" name="ph9027"/>
              <p:cNvSpPr/>
              <p:nvPr/>
            </p:nvSpPr>
            <p:spPr>
              <a:xfrm>
                <a:off x="347587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8" name="ph9028"/>
              <p:cNvSpPr/>
              <p:nvPr/>
            </p:nvSpPr>
            <p:spPr>
              <a:xfrm>
                <a:off x="348513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9" name="ph9029"/>
              <p:cNvSpPr/>
              <p:nvPr/>
            </p:nvSpPr>
            <p:spPr>
              <a:xfrm>
                <a:off x="349439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0" name="ph9030"/>
              <p:cNvSpPr/>
              <p:nvPr/>
            </p:nvSpPr>
            <p:spPr>
              <a:xfrm>
                <a:off x="350366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1" name="ph9031"/>
              <p:cNvSpPr/>
              <p:nvPr/>
            </p:nvSpPr>
            <p:spPr>
              <a:xfrm>
                <a:off x="351292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2" name="ph9032"/>
              <p:cNvSpPr/>
              <p:nvPr/>
            </p:nvSpPr>
            <p:spPr>
              <a:xfrm>
                <a:off x="352218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3" name="ph9033"/>
              <p:cNvSpPr/>
              <p:nvPr/>
            </p:nvSpPr>
            <p:spPr>
              <a:xfrm>
                <a:off x="353144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4" name="ph9034"/>
              <p:cNvSpPr/>
              <p:nvPr/>
            </p:nvSpPr>
            <p:spPr>
              <a:xfrm>
                <a:off x="354071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5" name="ph9035"/>
              <p:cNvSpPr/>
              <p:nvPr/>
            </p:nvSpPr>
            <p:spPr>
              <a:xfrm>
                <a:off x="354997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6" name="ph9036"/>
              <p:cNvSpPr/>
              <p:nvPr/>
            </p:nvSpPr>
            <p:spPr>
              <a:xfrm>
                <a:off x="355923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7" name="ph9037"/>
              <p:cNvSpPr/>
              <p:nvPr/>
            </p:nvSpPr>
            <p:spPr>
              <a:xfrm>
                <a:off x="356849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8" name="ph9038"/>
              <p:cNvSpPr/>
              <p:nvPr/>
            </p:nvSpPr>
            <p:spPr>
              <a:xfrm>
                <a:off x="357775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9" name="ph9039"/>
              <p:cNvSpPr/>
              <p:nvPr/>
            </p:nvSpPr>
            <p:spPr>
              <a:xfrm>
                <a:off x="3596283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6" y="897161"/>
                    </a:lnTo>
                    <a:lnTo>
                      <a:pt x="914400" y="899935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0" name="ph9040"/>
              <p:cNvSpPr/>
              <p:nvPr/>
            </p:nvSpPr>
            <p:spPr>
              <a:xfrm>
                <a:off x="3605545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935"/>
                    </a:lnTo>
                    <a:lnTo>
                      <a:pt x="905612" y="900544"/>
                    </a:lnTo>
                    <a:lnTo>
                      <a:pt x="914122" y="903183"/>
                    </a:lnTo>
                    <a:lnTo>
                      <a:pt x="914400" y="903283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1" name="ph9041"/>
              <p:cNvSpPr/>
              <p:nvPr/>
            </p:nvSpPr>
            <p:spPr>
              <a:xfrm>
                <a:off x="3614808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283"/>
                    </a:lnTo>
                    <a:lnTo>
                      <a:pt x="910697" y="905293"/>
                    </a:lnTo>
                    <a:lnTo>
                      <a:pt x="914400" y="90701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2" name="ph9042"/>
              <p:cNvSpPr/>
              <p:nvPr/>
            </p:nvSpPr>
            <p:spPr>
              <a:xfrm>
                <a:off x="3624070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018"/>
                    </a:lnTo>
                    <a:lnTo>
                      <a:pt x="907204" y="907982"/>
                    </a:lnTo>
                    <a:lnTo>
                      <a:pt x="912887" y="911240"/>
                    </a:lnTo>
                    <a:lnTo>
                      <a:pt x="914400" y="912276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3" name="ph9043"/>
              <p:cNvSpPr/>
              <p:nvPr/>
            </p:nvSpPr>
            <p:spPr>
              <a:xfrm>
                <a:off x="3624070" y="757517"/>
                <a:ext cx="9175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03" h="914400">
                    <a:moveTo>
                      <a:pt x="914400" y="914400"/>
                    </a:moveTo>
                    <a:lnTo>
                      <a:pt x="914400" y="912276"/>
                    </a:lnTo>
                    <a:lnTo>
                      <a:pt x="917503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4" name="ph9044"/>
              <p:cNvSpPr/>
              <p:nvPr/>
            </p:nvSpPr>
            <p:spPr>
              <a:xfrm>
                <a:off x="3262843" y="7230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698" y="931638"/>
                    </a:lnTo>
                    <a:lnTo>
                      <a:pt x="905665" y="927837"/>
                    </a:lnTo>
                    <a:lnTo>
                      <a:pt x="905862" y="917310"/>
                    </a:lnTo>
                    <a:lnTo>
                      <a:pt x="905996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5" name="ph9045"/>
              <p:cNvSpPr/>
              <p:nvPr/>
            </p:nvSpPr>
            <p:spPr>
              <a:xfrm>
                <a:off x="326284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6" name="ph9046"/>
              <p:cNvSpPr/>
              <p:nvPr/>
            </p:nvSpPr>
            <p:spPr>
              <a:xfrm>
                <a:off x="327210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7" name="ph9047"/>
              <p:cNvSpPr/>
              <p:nvPr/>
            </p:nvSpPr>
            <p:spPr>
              <a:xfrm>
                <a:off x="328136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8" name="ph9048"/>
              <p:cNvSpPr/>
              <p:nvPr/>
            </p:nvSpPr>
            <p:spPr>
              <a:xfrm>
                <a:off x="329063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9" name="ph9049"/>
              <p:cNvSpPr/>
              <p:nvPr/>
            </p:nvSpPr>
            <p:spPr>
              <a:xfrm>
                <a:off x="329989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0" name="ph9050"/>
              <p:cNvSpPr/>
              <p:nvPr/>
            </p:nvSpPr>
            <p:spPr>
              <a:xfrm>
                <a:off x="330915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1" name="ph9051"/>
              <p:cNvSpPr/>
              <p:nvPr/>
            </p:nvSpPr>
            <p:spPr>
              <a:xfrm>
                <a:off x="331841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2" name="ph9052"/>
              <p:cNvSpPr/>
              <p:nvPr/>
            </p:nvSpPr>
            <p:spPr>
              <a:xfrm>
                <a:off x="332767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3" name="ph9053"/>
              <p:cNvSpPr/>
              <p:nvPr/>
            </p:nvSpPr>
            <p:spPr>
              <a:xfrm>
                <a:off x="333694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4" name="ph9054"/>
              <p:cNvSpPr/>
              <p:nvPr/>
            </p:nvSpPr>
            <p:spPr>
              <a:xfrm>
                <a:off x="334620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5" name="ph9055"/>
              <p:cNvSpPr/>
              <p:nvPr/>
            </p:nvSpPr>
            <p:spPr>
              <a:xfrm>
                <a:off x="335546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6" name="ph9056"/>
              <p:cNvSpPr/>
              <p:nvPr/>
            </p:nvSpPr>
            <p:spPr>
              <a:xfrm>
                <a:off x="336472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7" name="ph9057"/>
              <p:cNvSpPr/>
              <p:nvPr/>
            </p:nvSpPr>
            <p:spPr>
              <a:xfrm>
                <a:off x="337399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8" name="ph9058"/>
              <p:cNvSpPr/>
              <p:nvPr/>
            </p:nvSpPr>
            <p:spPr>
              <a:xfrm>
                <a:off x="338325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9" name="ph9059"/>
              <p:cNvSpPr/>
              <p:nvPr/>
            </p:nvSpPr>
            <p:spPr>
              <a:xfrm>
                <a:off x="339251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0" name="ph9060"/>
              <p:cNvSpPr/>
              <p:nvPr/>
            </p:nvSpPr>
            <p:spPr>
              <a:xfrm>
                <a:off x="340177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1" name="ph9061"/>
              <p:cNvSpPr/>
              <p:nvPr/>
            </p:nvSpPr>
            <p:spPr>
              <a:xfrm>
                <a:off x="341103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2" name="ph9062"/>
              <p:cNvSpPr/>
              <p:nvPr/>
            </p:nvSpPr>
            <p:spPr>
              <a:xfrm>
                <a:off x="342030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3" name="ph9063"/>
              <p:cNvSpPr/>
              <p:nvPr/>
            </p:nvSpPr>
            <p:spPr>
              <a:xfrm>
                <a:off x="342956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4" name="ph9064"/>
              <p:cNvSpPr/>
              <p:nvPr/>
            </p:nvSpPr>
            <p:spPr>
              <a:xfrm>
                <a:off x="343882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5" name="ph9065"/>
              <p:cNvSpPr/>
              <p:nvPr/>
            </p:nvSpPr>
            <p:spPr>
              <a:xfrm>
                <a:off x="344808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6" name="ph9066"/>
              <p:cNvSpPr/>
              <p:nvPr/>
            </p:nvSpPr>
            <p:spPr>
              <a:xfrm>
                <a:off x="345735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7" name="ph9067"/>
              <p:cNvSpPr/>
              <p:nvPr/>
            </p:nvSpPr>
            <p:spPr>
              <a:xfrm>
                <a:off x="346661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8" name="ph9068"/>
              <p:cNvSpPr/>
              <p:nvPr/>
            </p:nvSpPr>
            <p:spPr>
              <a:xfrm>
                <a:off x="347587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9" name="ph9069"/>
              <p:cNvSpPr/>
              <p:nvPr/>
            </p:nvSpPr>
            <p:spPr>
              <a:xfrm>
                <a:off x="348513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0" name="ph9070"/>
              <p:cNvSpPr/>
              <p:nvPr/>
            </p:nvSpPr>
            <p:spPr>
              <a:xfrm>
                <a:off x="349439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1" name="ph9071"/>
              <p:cNvSpPr/>
              <p:nvPr/>
            </p:nvSpPr>
            <p:spPr>
              <a:xfrm>
                <a:off x="350366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2" name="ph9072"/>
              <p:cNvSpPr/>
              <p:nvPr/>
            </p:nvSpPr>
            <p:spPr>
              <a:xfrm>
                <a:off x="351292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3" name="ph9073"/>
              <p:cNvSpPr/>
              <p:nvPr/>
            </p:nvSpPr>
            <p:spPr>
              <a:xfrm>
                <a:off x="352218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4" name="ph9074"/>
              <p:cNvSpPr/>
              <p:nvPr/>
            </p:nvSpPr>
            <p:spPr>
              <a:xfrm>
                <a:off x="353144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5" name="ph9075"/>
              <p:cNvSpPr/>
              <p:nvPr/>
            </p:nvSpPr>
            <p:spPr>
              <a:xfrm>
                <a:off x="354071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6" name="ph9076"/>
              <p:cNvSpPr/>
              <p:nvPr/>
            </p:nvSpPr>
            <p:spPr>
              <a:xfrm>
                <a:off x="354997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7" name="ph9077"/>
              <p:cNvSpPr/>
              <p:nvPr/>
            </p:nvSpPr>
            <p:spPr>
              <a:xfrm>
                <a:off x="355923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8" name="ph9078"/>
              <p:cNvSpPr/>
              <p:nvPr/>
            </p:nvSpPr>
            <p:spPr>
              <a:xfrm>
                <a:off x="356849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9" name="ph9079"/>
              <p:cNvSpPr/>
              <p:nvPr/>
            </p:nvSpPr>
            <p:spPr>
              <a:xfrm>
                <a:off x="3587021" y="7402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66" y="897161"/>
                    </a:lnTo>
                    <a:lnTo>
                      <a:pt x="914400" y="898422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0" name="ph9080"/>
              <p:cNvSpPr/>
              <p:nvPr/>
            </p:nvSpPr>
            <p:spPr>
              <a:xfrm>
                <a:off x="3587021" y="740279"/>
                <a:ext cx="9214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8" h="914400">
                    <a:moveTo>
                      <a:pt x="914400" y="914400"/>
                    </a:moveTo>
                    <a:lnTo>
                      <a:pt x="914400" y="898422"/>
                    </a:lnTo>
                    <a:lnTo>
                      <a:pt x="915302" y="900221"/>
                    </a:lnTo>
                    <a:lnTo>
                      <a:pt x="919114" y="908678"/>
                    </a:lnTo>
                    <a:lnTo>
                      <a:pt x="921347" y="914205"/>
                    </a:lnTo>
                    <a:lnTo>
                      <a:pt x="921498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1" name="ph9081"/>
              <p:cNvSpPr/>
              <p:nvPr/>
            </p:nvSpPr>
            <p:spPr>
              <a:xfrm>
                <a:off x="3696990" y="1820892"/>
                <a:ext cx="929722" cy="1221796"/>
              </a:xfrm>
              <a:custGeom>
                <a:avLst/>
                <a:gdLst/>
                <a:ahLst/>
                <a:cxnLst/>
                <a:rect l="0" t="0" r="0" b="0"/>
                <a:pathLst>
                  <a:path w="929722" h="1221796">
                    <a:moveTo>
                      <a:pt x="914400" y="914400"/>
                    </a:moveTo>
                    <a:lnTo>
                      <a:pt x="905391" y="938708"/>
                    </a:lnTo>
                    <a:lnTo>
                      <a:pt x="892981" y="942816"/>
                    </a:lnTo>
                    <a:lnTo>
                      <a:pt x="881077" y="950913"/>
                    </a:lnTo>
                    <a:lnTo>
                      <a:pt x="876826" y="1027830"/>
                    </a:lnTo>
                    <a:lnTo>
                      <a:pt x="898498" y="1057055"/>
                    </a:lnTo>
                    <a:lnTo>
                      <a:pt x="886595" y="1061145"/>
                    </a:lnTo>
                    <a:lnTo>
                      <a:pt x="875704" y="1069899"/>
                    </a:lnTo>
                    <a:lnTo>
                      <a:pt x="867926" y="1082845"/>
                    </a:lnTo>
                    <a:lnTo>
                      <a:pt x="859966" y="1110706"/>
                    </a:lnTo>
                    <a:lnTo>
                      <a:pt x="830063" y="1126497"/>
                    </a:lnTo>
                    <a:lnTo>
                      <a:pt x="818738" y="1138180"/>
                    </a:lnTo>
                    <a:lnTo>
                      <a:pt x="802041" y="1164172"/>
                    </a:lnTo>
                    <a:lnTo>
                      <a:pt x="793339" y="1201898"/>
                    </a:lnTo>
                    <a:lnTo>
                      <a:pt x="776425" y="1217992"/>
                    </a:lnTo>
                    <a:lnTo>
                      <a:pt x="757430" y="1221796"/>
                    </a:lnTo>
                    <a:lnTo>
                      <a:pt x="768574" y="1190888"/>
                    </a:lnTo>
                    <a:lnTo>
                      <a:pt x="783173" y="1165704"/>
                    </a:lnTo>
                    <a:lnTo>
                      <a:pt x="769135" y="1148432"/>
                    </a:lnTo>
                    <a:lnTo>
                      <a:pt x="760686" y="1121396"/>
                    </a:lnTo>
                    <a:lnTo>
                      <a:pt x="749778" y="1100656"/>
                    </a:lnTo>
                    <a:lnTo>
                      <a:pt x="758461" y="1077492"/>
                    </a:lnTo>
                    <a:lnTo>
                      <a:pt x="754192" y="1039530"/>
                    </a:lnTo>
                    <a:lnTo>
                      <a:pt x="755603" y="1002477"/>
                    </a:lnTo>
                    <a:lnTo>
                      <a:pt x="768266" y="983774"/>
                    </a:lnTo>
                    <a:lnTo>
                      <a:pt x="782775" y="968522"/>
                    </a:lnTo>
                    <a:lnTo>
                      <a:pt x="805369" y="933456"/>
                    </a:lnTo>
                    <a:lnTo>
                      <a:pt x="829864" y="908036"/>
                    </a:lnTo>
                    <a:lnTo>
                      <a:pt x="864036" y="896605"/>
                    </a:lnTo>
                    <a:lnTo>
                      <a:pt x="879467" y="907144"/>
                    </a:lnTo>
                    <a:lnTo>
                      <a:pt x="886124" y="884030"/>
                    </a:lnTo>
                    <a:lnTo>
                      <a:pt x="897141" y="878761"/>
                    </a:lnTo>
                    <a:lnTo>
                      <a:pt x="907489" y="884098"/>
                    </a:lnTo>
                    <a:lnTo>
                      <a:pt x="929722" y="90618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2" name="ph9082"/>
              <p:cNvSpPr/>
              <p:nvPr/>
            </p:nvSpPr>
            <p:spPr>
              <a:xfrm>
                <a:off x="3230804" y="2362843"/>
                <a:ext cx="1033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3054" h="914400">
                    <a:moveTo>
                      <a:pt x="914400" y="914400"/>
                    </a:moveTo>
                    <a:lnTo>
                      <a:pt x="905969" y="913171"/>
                    </a:lnTo>
                    <a:lnTo>
                      <a:pt x="900343" y="890023"/>
                    </a:lnTo>
                    <a:lnTo>
                      <a:pt x="899023" y="830463"/>
                    </a:lnTo>
                    <a:lnTo>
                      <a:pt x="902388" y="801036"/>
                    </a:lnTo>
                    <a:lnTo>
                      <a:pt x="942783" y="694895"/>
                    </a:lnTo>
                    <a:lnTo>
                      <a:pt x="960819" y="686226"/>
                    </a:lnTo>
                    <a:lnTo>
                      <a:pt x="986182" y="621177"/>
                    </a:lnTo>
                    <a:lnTo>
                      <a:pt x="993020" y="592239"/>
                    </a:lnTo>
                    <a:lnTo>
                      <a:pt x="1004019" y="566179"/>
                    </a:lnTo>
                    <a:lnTo>
                      <a:pt x="1010513" y="542880"/>
                    </a:lnTo>
                    <a:lnTo>
                      <a:pt x="1015958" y="533470"/>
                    </a:lnTo>
                    <a:lnTo>
                      <a:pt x="1027789" y="537880"/>
                    </a:lnTo>
                    <a:lnTo>
                      <a:pt x="1033054" y="542173"/>
                    </a:lnTo>
                    <a:lnTo>
                      <a:pt x="1020589" y="555742"/>
                    </a:lnTo>
                    <a:lnTo>
                      <a:pt x="1022037" y="573401"/>
                    </a:lnTo>
                    <a:lnTo>
                      <a:pt x="1021168" y="580724"/>
                    </a:lnTo>
                    <a:lnTo>
                      <a:pt x="989709" y="657540"/>
                    </a:lnTo>
                    <a:lnTo>
                      <a:pt x="981297" y="707420"/>
                    </a:lnTo>
                    <a:lnTo>
                      <a:pt x="970136" y="719591"/>
                    </a:lnTo>
                    <a:lnTo>
                      <a:pt x="923915" y="89704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3" name="ph9083"/>
              <p:cNvSpPr/>
              <p:nvPr/>
            </p:nvSpPr>
            <p:spPr>
              <a:xfrm>
                <a:off x="2303388" y="1442538"/>
                <a:ext cx="2307387" cy="2142859"/>
              </a:xfrm>
              <a:custGeom>
                <a:avLst/>
                <a:gdLst/>
                <a:ahLst/>
                <a:cxnLst/>
                <a:rect l="0" t="0" r="0" b="0"/>
                <a:pathLst>
                  <a:path w="2307387" h="2142859">
                    <a:moveTo>
                      <a:pt x="914400" y="914400"/>
                    </a:moveTo>
                    <a:lnTo>
                      <a:pt x="927895" y="920090"/>
                    </a:lnTo>
                    <a:lnTo>
                      <a:pt x="946275" y="908693"/>
                    </a:lnTo>
                    <a:lnTo>
                      <a:pt x="959137" y="876775"/>
                    </a:lnTo>
                    <a:lnTo>
                      <a:pt x="966481" y="828881"/>
                    </a:lnTo>
                    <a:lnTo>
                      <a:pt x="975056" y="783259"/>
                    </a:lnTo>
                    <a:lnTo>
                      <a:pt x="964908" y="734456"/>
                    </a:lnTo>
                    <a:lnTo>
                      <a:pt x="954071" y="691596"/>
                    </a:lnTo>
                    <a:lnTo>
                      <a:pt x="953312" y="679004"/>
                    </a:lnTo>
                    <a:lnTo>
                      <a:pt x="981750" y="642843"/>
                    </a:lnTo>
                    <a:lnTo>
                      <a:pt x="990451" y="613433"/>
                    </a:lnTo>
                    <a:lnTo>
                      <a:pt x="999876" y="585438"/>
                    </a:lnTo>
                    <a:lnTo>
                      <a:pt x="1010278" y="575909"/>
                    </a:lnTo>
                    <a:lnTo>
                      <a:pt x="1025763" y="573738"/>
                    </a:lnTo>
                    <a:lnTo>
                      <a:pt x="1043799" y="568469"/>
                    </a:lnTo>
                    <a:lnTo>
                      <a:pt x="1066539" y="549732"/>
                    </a:lnTo>
                    <a:lnTo>
                      <a:pt x="1086926" y="524632"/>
                    </a:lnTo>
                    <a:lnTo>
                      <a:pt x="1102502" y="501619"/>
                    </a:lnTo>
                    <a:lnTo>
                      <a:pt x="1107785" y="456082"/>
                    </a:lnTo>
                    <a:lnTo>
                      <a:pt x="1108002" y="433204"/>
                    </a:lnTo>
                    <a:lnTo>
                      <a:pt x="1114858" y="416218"/>
                    </a:lnTo>
                    <a:lnTo>
                      <a:pt x="1121497" y="383037"/>
                    </a:lnTo>
                    <a:lnTo>
                      <a:pt x="1115039" y="350311"/>
                    </a:lnTo>
                    <a:lnTo>
                      <a:pt x="1094940" y="300666"/>
                    </a:lnTo>
                    <a:lnTo>
                      <a:pt x="1070736" y="230854"/>
                    </a:lnTo>
                    <a:lnTo>
                      <a:pt x="1067029" y="193667"/>
                    </a:lnTo>
                    <a:lnTo>
                      <a:pt x="1977664" y="193667"/>
                    </a:lnTo>
                    <a:lnTo>
                      <a:pt x="1978108" y="198549"/>
                    </a:lnTo>
                    <a:lnTo>
                      <a:pt x="1976262" y="210265"/>
                    </a:lnTo>
                    <a:lnTo>
                      <a:pt x="1990337" y="258429"/>
                    </a:lnTo>
                    <a:lnTo>
                      <a:pt x="1987062" y="275314"/>
                    </a:lnTo>
                    <a:lnTo>
                      <a:pt x="1985163" y="296828"/>
                    </a:lnTo>
                    <a:lnTo>
                      <a:pt x="2005334" y="317501"/>
                    </a:lnTo>
                    <a:lnTo>
                      <a:pt x="2023333" y="317164"/>
                    </a:lnTo>
                    <a:lnTo>
                      <a:pt x="2041568" y="316844"/>
                    </a:lnTo>
                    <a:lnTo>
                      <a:pt x="2048533" y="322029"/>
                    </a:lnTo>
                    <a:lnTo>
                      <a:pt x="2055516" y="336658"/>
                    </a:lnTo>
                    <a:lnTo>
                      <a:pt x="2061142" y="353931"/>
                    </a:lnTo>
                    <a:lnTo>
                      <a:pt x="2076157" y="352500"/>
                    </a:lnTo>
                    <a:lnTo>
                      <a:pt x="2100127" y="338443"/>
                    </a:lnTo>
                    <a:lnTo>
                      <a:pt x="2115720" y="335093"/>
                    </a:lnTo>
                    <a:lnTo>
                      <a:pt x="2126014" y="362112"/>
                    </a:lnTo>
                    <a:lnTo>
                      <a:pt x="2154017" y="397801"/>
                    </a:lnTo>
                    <a:lnTo>
                      <a:pt x="2170317" y="413794"/>
                    </a:lnTo>
                    <a:lnTo>
                      <a:pt x="2198013" y="422211"/>
                    </a:lnTo>
                    <a:lnTo>
                      <a:pt x="2227193" y="451015"/>
                    </a:lnTo>
                    <a:lnTo>
                      <a:pt x="2223104" y="485727"/>
                    </a:lnTo>
                    <a:lnTo>
                      <a:pt x="2235279" y="497326"/>
                    </a:lnTo>
                    <a:lnTo>
                      <a:pt x="2269705" y="511030"/>
                    </a:lnTo>
                    <a:lnTo>
                      <a:pt x="2281880" y="529514"/>
                    </a:lnTo>
                    <a:lnTo>
                      <a:pt x="2287723" y="545271"/>
                    </a:lnTo>
                    <a:lnTo>
                      <a:pt x="2296786" y="558334"/>
                    </a:lnTo>
                    <a:lnTo>
                      <a:pt x="2307387" y="597811"/>
                    </a:lnTo>
                    <a:lnTo>
                      <a:pt x="2303696" y="622137"/>
                    </a:lnTo>
                    <a:lnTo>
                      <a:pt x="2289821" y="630504"/>
                    </a:lnTo>
                    <a:lnTo>
                      <a:pt x="2257060" y="656563"/>
                    </a:lnTo>
                    <a:lnTo>
                      <a:pt x="2242461" y="676024"/>
                    </a:lnTo>
                    <a:lnTo>
                      <a:pt x="2231010" y="688145"/>
                    </a:lnTo>
                    <a:lnTo>
                      <a:pt x="2198465" y="714137"/>
                    </a:lnTo>
                    <a:lnTo>
                      <a:pt x="2186544" y="718800"/>
                    </a:lnTo>
                    <a:lnTo>
                      <a:pt x="2175129" y="732318"/>
                    </a:lnTo>
                    <a:lnTo>
                      <a:pt x="2164094" y="738227"/>
                    </a:lnTo>
                    <a:lnTo>
                      <a:pt x="2154216" y="734827"/>
                    </a:lnTo>
                    <a:lnTo>
                      <a:pt x="2117294" y="759304"/>
                    </a:lnTo>
                    <a:lnTo>
                      <a:pt x="2120171" y="769758"/>
                    </a:lnTo>
                    <a:lnTo>
                      <a:pt x="2148482" y="774185"/>
                    </a:lnTo>
                    <a:lnTo>
                      <a:pt x="2162918" y="768933"/>
                    </a:lnTo>
                    <a:lnTo>
                      <a:pt x="2174025" y="756627"/>
                    </a:lnTo>
                    <a:lnTo>
                      <a:pt x="2186164" y="753799"/>
                    </a:lnTo>
                    <a:lnTo>
                      <a:pt x="2197235" y="756122"/>
                    </a:lnTo>
                    <a:lnTo>
                      <a:pt x="2208976" y="746425"/>
                    </a:lnTo>
                    <a:lnTo>
                      <a:pt x="2218184" y="742554"/>
                    </a:lnTo>
                    <a:lnTo>
                      <a:pt x="2227699" y="747200"/>
                    </a:lnTo>
                    <a:lnTo>
                      <a:pt x="2238318" y="770448"/>
                    </a:lnTo>
                    <a:lnTo>
                      <a:pt x="2216284" y="782552"/>
                    </a:lnTo>
                    <a:lnTo>
                      <a:pt x="2200654" y="783108"/>
                    </a:lnTo>
                    <a:lnTo>
                      <a:pt x="2193020" y="821238"/>
                    </a:lnTo>
                    <a:lnTo>
                      <a:pt x="2183559" y="837618"/>
                    </a:lnTo>
                    <a:lnTo>
                      <a:pt x="2176775" y="845496"/>
                    </a:lnTo>
                    <a:lnTo>
                      <a:pt x="2142096" y="861725"/>
                    </a:lnTo>
                    <a:lnTo>
                      <a:pt x="2119212" y="882296"/>
                    </a:lnTo>
                    <a:lnTo>
                      <a:pt x="2092239" y="898861"/>
                    </a:lnTo>
                    <a:lnTo>
                      <a:pt x="2080462" y="895259"/>
                    </a:lnTo>
                    <a:lnTo>
                      <a:pt x="2062716" y="912093"/>
                    </a:lnTo>
                    <a:lnTo>
                      <a:pt x="2023279" y="932025"/>
                    </a:lnTo>
                    <a:lnTo>
                      <a:pt x="2003072" y="958876"/>
                    </a:lnTo>
                    <a:lnTo>
                      <a:pt x="1957720" y="982899"/>
                    </a:lnTo>
                    <a:lnTo>
                      <a:pt x="1934619" y="1002444"/>
                    </a:lnTo>
                    <a:lnTo>
                      <a:pt x="1871863" y="1003471"/>
                    </a:lnTo>
                    <a:lnTo>
                      <a:pt x="1811930" y="999178"/>
                    </a:lnTo>
                    <a:lnTo>
                      <a:pt x="1793117" y="1008470"/>
                    </a:lnTo>
                    <a:lnTo>
                      <a:pt x="1812346" y="1011349"/>
                    </a:lnTo>
                    <a:lnTo>
                      <a:pt x="1825824" y="1020473"/>
                    </a:lnTo>
                    <a:lnTo>
                      <a:pt x="1841978" y="1016669"/>
                    </a:lnTo>
                    <a:lnTo>
                      <a:pt x="1879950" y="1021231"/>
                    </a:lnTo>
                    <a:lnTo>
                      <a:pt x="1899487" y="1026197"/>
                    </a:lnTo>
                    <a:lnTo>
                      <a:pt x="1924560" y="1058149"/>
                    </a:lnTo>
                    <a:lnTo>
                      <a:pt x="1906126" y="1069512"/>
                    </a:lnTo>
                    <a:lnTo>
                      <a:pt x="1874197" y="1078232"/>
                    </a:lnTo>
                    <a:lnTo>
                      <a:pt x="1886173" y="1123551"/>
                    </a:lnTo>
                    <a:lnTo>
                      <a:pt x="1896050" y="1154105"/>
                    </a:lnTo>
                    <a:lnTo>
                      <a:pt x="1883116" y="1172539"/>
                    </a:lnTo>
                    <a:lnTo>
                      <a:pt x="1882157" y="1256408"/>
                    </a:lnTo>
                    <a:lnTo>
                      <a:pt x="1864012" y="1258007"/>
                    </a:lnTo>
                    <a:lnTo>
                      <a:pt x="1856306" y="1292703"/>
                    </a:lnTo>
                    <a:lnTo>
                      <a:pt x="1862022" y="1310396"/>
                    </a:lnTo>
                    <a:lnTo>
                      <a:pt x="1861570" y="1351489"/>
                    </a:lnTo>
                    <a:lnTo>
                      <a:pt x="1865351" y="1376808"/>
                    </a:lnTo>
                    <a:lnTo>
                      <a:pt x="1874251" y="1400124"/>
                    </a:lnTo>
                    <a:lnTo>
                      <a:pt x="1870290" y="1424432"/>
                    </a:lnTo>
                    <a:lnTo>
                      <a:pt x="1841598" y="1481333"/>
                    </a:lnTo>
                    <a:lnTo>
                      <a:pt x="1842250" y="1508032"/>
                    </a:lnTo>
                    <a:lnTo>
                      <a:pt x="1847405" y="1523890"/>
                    </a:lnTo>
                    <a:lnTo>
                      <a:pt x="1851222" y="1549243"/>
                    </a:lnTo>
                    <a:lnTo>
                      <a:pt x="1838179" y="1597979"/>
                    </a:lnTo>
                    <a:lnTo>
                      <a:pt x="1828971" y="1638701"/>
                    </a:lnTo>
                    <a:lnTo>
                      <a:pt x="1818027" y="1672976"/>
                    </a:lnTo>
                    <a:lnTo>
                      <a:pt x="1793533" y="1714103"/>
                    </a:lnTo>
                    <a:lnTo>
                      <a:pt x="1781340" y="1744842"/>
                    </a:lnTo>
                    <a:lnTo>
                      <a:pt x="1752811" y="1840765"/>
                    </a:lnTo>
                    <a:lnTo>
                      <a:pt x="1738665" y="1859805"/>
                    </a:lnTo>
                    <a:lnTo>
                      <a:pt x="1721316" y="1874434"/>
                    </a:lnTo>
                    <a:lnTo>
                      <a:pt x="1701978" y="1860899"/>
                    </a:lnTo>
                    <a:lnTo>
                      <a:pt x="1684249" y="1853526"/>
                    </a:lnTo>
                    <a:lnTo>
                      <a:pt x="1662595" y="1854418"/>
                    </a:lnTo>
                    <a:lnTo>
                      <a:pt x="1628676" y="1865512"/>
                    </a:lnTo>
                    <a:lnTo>
                      <a:pt x="1577661" y="1858138"/>
                    </a:lnTo>
                    <a:lnTo>
                      <a:pt x="1527805" y="1861690"/>
                    </a:lnTo>
                    <a:lnTo>
                      <a:pt x="1515196" y="1871269"/>
                    </a:lnTo>
                    <a:lnTo>
                      <a:pt x="1522757" y="1906083"/>
                    </a:lnTo>
                    <a:lnTo>
                      <a:pt x="1504378" y="1910645"/>
                    </a:lnTo>
                    <a:lnTo>
                      <a:pt x="1486414" y="1900746"/>
                    </a:lnTo>
                    <a:lnTo>
                      <a:pt x="1470603" y="1912564"/>
                    </a:lnTo>
                    <a:lnTo>
                      <a:pt x="1457397" y="1925526"/>
                    </a:lnTo>
                    <a:lnTo>
                      <a:pt x="1431456" y="1956283"/>
                    </a:lnTo>
                    <a:lnTo>
                      <a:pt x="1422772" y="1975222"/>
                    </a:lnTo>
                    <a:lnTo>
                      <a:pt x="1420529" y="2010894"/>
                    </a:lnTo>
                    <a:lnTo>
                      <a:pt x="1434151" y="2042879"/>
                    </a:lnTo>
                    <a:lnTo>
                      <a:pt x="1446235" y="2080336"/>
                    </a:lnTo>
                    <a:lnTo>
                      <a:pt x="1415120" y="2125536"/>
                    </a:lnTo>
                    <a:lnTo>
                      <a:pt x="1397754" y="2127068"/>
                    </a:lnTo>
                    <a:lnTo>
                      <a:pt x="1347065" y="2114527"/>
                    </a:lnTo>
                    <a:lnTo>
                      <a:pt x="1257228" y="2142859"/>
                    </a:lnTo>
                    <a:lnTo>
                      <a:pt x="1176546" y="2120452"/>
                    </a:lnTo>
                    <a:lnTo>
                      <a:pt x="1186694" y="2096244"/>
                    </a:lnTo>
                    <a:lnTo>
                      <a:pt x="1186351" y="2078450"/>
                    </a:lnTo>
                    <a:lnTo>
                      <a:pt x="1190909" y="2051078"/>
                    </a:lnTo>
                    <a:lnTo>
                      <a:pt x="1193623" y="2023082"/>
                    </a:lnTo>
                    <a:lnTo>
                      <a:pt x="1192863" y="2004345"/>
                    </a:lnTo>
                    <a:lnTo>
                      <a:pt x="1186948" y="1984380"/>
                    </a:lnTo>
                    <a:lnTo>
                      <a:pt x="1167048" y="1958253"/>
                    </a:lnTo>
                    <a:lnTo>
                      <a:pt x="1122221" y="1870074"/>
                    </a:lnTo>
                    <a:lnTo>
                      <a:pt x="1108960" y="1832853"/>
                    </a:lnTo>
                    <a:lnTo>
                      <a:pt x="1099734" y="1817348"/>
                    </a:lnTo>
                    <a:lnTo>
                      <a:pt x="1106373" y="1816507"/>
                    </a:lnTo>
                    <a:lnTo>
                      <a:pt x="1143296" y="1836489"/>
                    </a:lnTo>
                    <a:lnTo>
                      <a:pt x="1151907" y="1834031"/>
                    </a:lnTo>
                    <a:lnTo>
                      <a:pt x="1160952" y="1826523"/>
                    </a:lnTo>
                    <a:lnTo>
                      <a:pt x="1149935" y="1797921"/>
                    </a:lnTo>
                    <a:lnTo>
                      <a:pt x="1140474" y="1784976"/>
                    </a:lnTo>
                    <a:lnTo>
                      <a:pt x="1134052" y="1765616"/>
                    </a:lnTo>
                    <a:lnTo>
                      <a:pt x="1155669" y="1760381"/>
                    </a:lnTo>
                    <a:lnTo>
                      <a:pt x="1171281" y="1761542"/>
                    </a:lnTo>
                    <a:lnTo>
                      <a:pt x="1182787" y="1739758"/>
                    </a:lnTo>
                    <a:lnTo>
                      <a:pt x="1176148" y="1704541"/>
                    </a:lnTo>
                    <a:lnTo>
                      <a:pt x="1159378" y="1693699"/>
                    </a:lnTo>
                    <a:lnTo>
                      <a:pt x="1145376" y="1688986"/>
                    </a:lnTo>
                    <a:lnTo>
                      <a:pt x="1118530" y="1633668"/>
                    </a:lnTo>
                    <a:lnTo>
                      <a:pt x="1090526" y="1605016"/>
                    </a:lnTo>
                    <a:lnTo>
                      <a:pt x="1040579" y="1494497"/>
                    </a:lnTo>
                    <a:lnTo>
                      <a:pt x="1022308" y="1418641"/>
                    </a:lnTo>
                    <a:lnTo>
                      <a:pt x="1005321" y="1425847"/>
                    </a:lnTo>
                    <a:lnTo>
                      <a:pt x="997072" y="1392801"/>
                    </a:lnTo>
                    <a:lnTo>
                      <a:pt x="991157" y="1361505"/>
                    </a:lnTo>
                    <a:lnTo>
                      <a:pt x="989981" y="1338493"/>
                    </a:lnTo>
                    <a:lnTo>
                      <a:pt x="963352" y="1325311"/>
                    </a:lnTo>
                    <a:lnTo>
                      <a:pt x="962266" y="1309184"/>
                    </a:lnTo>
                    <a:lnTo>
                      <a:pt x="957472" y="1237217"/>
                    </a:lnTo>
                    <a:lnTo>
                      <a:pt x="928908" y="1227554"/>
                    </a:lnTo>
                    <a:lnTo>
                      <a:pt x="910438" y="1187168"/>
                    </a:lnTo>
                    <a:lnTo>
                      <a:pt x="907145" y="1110756"/>
                    </a:lnTo>
                    <a:lnTo>
                      <a:pt x="888331" y="1096851"/>
                    </a:lnTo>
                    <a:lnTo>
                      <a:pt x="873190" y="1100706"/>
                    </a:lnTo>
                    <a:lnTo>
                      <a:pt x="873895" y="1081767"/>
                    </a:lnTo>
                    <a:lnTo>
                      <a:pt x="877513" y="1063990"/>
                    </a:lnTo>
                    <a:lnTo>
                      <a:pt x="868667" y="993555"/>
                    </a:lnTo>
                    <a:lnTo>
                      <a:pt x="865719" y="929264"/>
                    </a:lnTo>
                    <a:lnTo>
                      <a:pt x="858537" y="909854"/>
                    </a:lnTo>
                    <a:lnTo>
                      <a:pt x="854466" y="887128"/>
                    </a:lnTo>
                    <a:lnTo>
                      <a:pt x="858121" y="867499"/>
                    </a:lnTo>
                    <a:lnTo>
                      <a:pt x="863475" y="856220"/>
                    </a:lnTo>
                    <a:lnTo>
                      <a:pt x="881909" y="853257"/>
                    </a:lnTo>
                    <a:lnTo>
                      <a:pt x="899131" y="8706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4" name="ph9084"/>
              <p:cNvSpPr/>
              <p:nvPr/>
            </p:nvSpPr>
            <p:spPr>
              <a:xfrm>
                <a:off x="3723782" y="1804293"/>
                <a:ext cx="9501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164" h="914400">
                    <a:moveTo>
                      <a:pt x="914400" y="914400"/>
                    </a:moveTo>
                    <a:lnTo>
                      <a:pt x="904794" y="912767"/>
                    </a:lnTo>
                    <a:lnTo>
                      <a:pt x="896038" y="896892"/>
                    </a:lnTo>
                    <a:lnTo>
                      <a:pt x="913748" y="872650"/>
                    </a:lnTo>
                    <a:lnTo>
                      <a:pt x="940847" y="873963"/>
                    </a:lnTo>
                    <a:lnTo>
                      <a:pt x="950164" y="879014"/>
                    </a:lnTo>
                    <a:lnTo>
                      <a:pt x="917728" y="8929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5" name="ph9085"/>
              <p:cNvSpPr/>
              <p:nvPr/>
            </p:nvSpPr>
            <p:spPr>
              <a:xfrm>
                <a:off x="3581791" y="1404593"/>
                <a:ext cx="93545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5457" h="914399">
                    <a:moveTo>
                      <a:pt x="914400" y="914399"/>
                    </a:moveTo>
                    <a:lnTo>
                      <a:pt x="910329" y="913356"/>
                    </a:lnTo>
                    <a:lnTo>
                      <a:pt x="915394" y="897346"/>
                    </a:lnTo>
                    <a:lnTo>
                      <a:pt x="919157" y="890427"/>
                    </a:lnTo>
                    <a:lnTo>
                      <a:pt x="931640" y="883963"/>
                    </a:lnTo>
                    <a:lnTo>
                      <a:pt x="935457" y="885091"/>
                    </a:lnTo>
                    <a:lnTo>
                      <a:pt x="922612" y="91111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6" name="ph9086"/>
              <p:cNvSpPr/>
              <p:nvPr/>
            </p:nvSpPr>
            <p:spPr>
              <a:xfrm>
                <a:off x="3618551" y="1260591"/>
                <a:ext cx="93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8134" h="914400">
                    <a:moveTo>
                      <a:pt x="914400" y="914400"/>
                    </a:moveTo>
                    <a:lnTo>
                      <a:pt x="909732" y="900410"/>
                    </a:lnTo>
                    <a:lnTo>
                      <a:pt x="911596" y="897666"/>
                    </a:lnTo>
                    <a:lnTo>
                      <a:pt x="914779" y="883862"/>
                    </a:lnTo>
                    <a:lnTo>
                      <a:pt x="923770" y="876286"/>
                    </a:lnTo>
                    <a:lnTo>
                      <a:pt x="938134" y="880832"/>
                    </a:lnTo>
                    <a:lnTo>
                      <a:pt x="938043" y="884283"/>
                    </a:lnTo>
                    <a:lnTo>
                      <a:pt x="924313" y="895461"/>
                    </a:lnTo>
                    <a:lnTo>
                      <a:pt x="919049" y="9029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7" name="ph9087"/>
              <p:cNvSpPr/>
              <p:nvPr/>
            </p:nvSpPr>
            <p:spPr>
              <a:xfrm>
                <a:off x="3869372" y="2985566"/>
                <a:ext cx="928419" cy="915616"/>
              </a:xfrm>
              <a:custGeom>
                <a:avLst/>
                <a:gdLst/>
                <a:ahLst/>
                <a:cxnLst/>
                <a:rect l="0" t="0" r="0" b="0"/>
                <a:pathLst>
                  <a:path w="928419" h="915616">
                    <a:moveTo>
                      <a:pt x="914400" y="914400"/>
                    </a:moveTo>
                    <a:lnTo>
                      <a:pt x="862517" y="909888"/>
                    </a:lnTo>
                    <a:lnTo>
                      <a:pt x="855136" y="905713"/>
                    </a:lnTo>
                    <a:lnTo>
                      <a:pt x="883682" y="876185"/>
                    </a:lnTo>
                    <a:lnTo>
                      <a:pt x="902279" y="845496"/>
                    </a:lnTo>
                    <a:lnTo>
                      <a:pt x="918072" y="805447"/>
                    </a:lnTo>
                    <a:lnTo>
                      <a:pt x="919754" y="777704"/>
                    </a:lnTo>
                    <a:lnTo>
                      <a:pt x="923698" y="746425"/>
                    </a:lnTo>
                    <a:lnTo>
                      <a:pt x="928419" y="744095"/>
                    </a:lnTo>
                    <a:lnTo>
                      <a:pt x="928419" y="9156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8" name="ph9088"/>
              <p:cNvSpPr/>
              <p:nvPr/>
            </p:nvSpPr>
            <p:spPr>
              <a:xfrm>
                <a:off x="2904509" y="3128877"/>
                <a:ext cx="1893282" cy="920712"/>
              </a:xfrm>
              <a:custGeom>
                <a:avLst/>
                <a:gdLst/>
                <a:ahLst/>
                <a:cxnLst/>
                <a:rect l="0" t="0" r="0" b="0"/>
                <a:pathLst>
                  <a:path w="1893282" h="920712">
                    <a:moveTo>
                      <a:pt x="914400" y="914400"/>
                    </a:moveTo>
                    <a:lnTo>
                      <a:pt x="1020481" y="872482"/>
                    </a:lnTo>
                    <a:lnTo>
                      <a:pt x="1133780" y="833156"/>
                    </a:lnTo>
                    <a:lnTo>
                      <a:pt x="1160228" y="828881"/>
                    </a:lnTo>
                    <a:lnTo>
                      <a:pt x="1186821" y="820598"/>
                    </a:lnTo>
                    <a:lnTo>
                      <a:pt x="1196644" y="805885"/>
                    </a:lnTo>
                    <a:lnTo>
                      <a:pt x="1206449" y="796037"/>
                    </a:lnTo>
                    <a:lnTo>
                      <a:pt x="1221880" y="770095"/>
                    </a:lnTo>
                    <a:lnTo>
                      <a:pt x="1255998" y="729776"/>
                    </a:lnTo>
                    <a:lnTo>
                      <a:pt x="1316329" y="715097"/>
                    </a:lnTo>
                    <a:lnTo>
                      <a:pt x="1338852" y="695973"/>
                    </a:lnTo>
                    <a:lnTo>
                      <a:pt x="1386067" y="669189"/>
                    </a:lnTo>
                    <a:lnTo>
                      <a:pt x="1493704" y="639140"/>
                    </a:lnTo>
                    <a:lnTo>
                      <a:pt x="1538659" y="632540"/>
                    </a:lnTo>
                    <a:lnTo>
                      <a:pt x="1582709" y="631732"/>
                    </a:lnTo>
                    <a:lnTo>
                      <a:pt x="1621928" y="655435"/>
                    </a:lnTo>
                    <a:lnTo>
                      <a:pt x="1663445" y="684694"/>
                    </a:lnTo>
                    <a:lnTo>
                      <a:pt x="1670917" y="702353"/>
                    </a:lnTo>
                    <a:lnTo>
                      <a:pt x="1648449" y="691343"/>
                    </a:lnTo>
                    <a:lnTo>
                      <a:pt x="1615705" y="665065"/>
                    </a:lnTo>
                    <a:lnTo>
                      <a:pt x="1603603" y="663954"/>
                    </a:lnTo>
                    <a:lnTo>
                      <a:pt x="1631552" y="743883"/>
                    </a:lnTo>
                    <a:lnTo>
                      <a:pt x="1646839" y="772148"/>
                    </a:lnTo>
                    <a:lnTo>
                      <a:pt x="1677737" y="793293"/>
                    </a:lnTo>
                    <a:lnTo>
                      <a:pt x="1703642" y="800414"/>
                    </a:lnTo>
                    <a:lnTo>
                      <a:pt x="1783456" y="787603"/>
                    </a:lnTo>
                    <a:lnTo>
                      <a:pt x="1811804" y="770869"/>
                    </a:lnTo>
                    <a:lnTo>
                      <a:pt x="1819999" y="762401"/>
                    </a:lnTo>
                    <a:lnTo>
                      <a:pt x="1827379" y="766576"/>
                    </a:lnTo>
                    <a:lnTo>
                      <a:pt x="1879262" y="771088"/>
                    </a:lnTo>
                    <a:lnTo>
                      <a:pt x="1893282" y="772304"/>
                    </a:lnTo>
                    <a:lnTo>
                      <a:pt x="1893282" y="920712"/>
                    </a:lnTo>
                    <a:lnTo>
                      <a:pt x="902385" y="9207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9" name="ph9089"/>
              <p:cNvSpPr/>
              <p:nvPr/>
            </p:nvSpPr>
            <p:spPr>
              <a:xfrm>
                <a:off x="2459724" y="758992"/>
                <a:ext cx="965161" cy="1866109"/>
              </a:xfrm>
              <a:custGeom>
                <a:avLst/>
                <a:gdLst/>
                <a:ahLst/>
                <a:cxnLst/>
                <a:rect l="0" t="0" r="0" b="0"/>
                <a:pathLst>
                  <a:path w="965161" h="1866109">
                    <a:moveTo>
                      <a:pt x="914400" y="914400"/>
                    </a:moveTo>
                    <a:lnTo>
                      <a:pt x="938604" y="984212"/>
                    </a:lnTo>
                    <a:lnTo>
                      <a:pt x="958703" y="1033857"/>
                    </a:lnTo>
                    <a:lnTo>
                      <a:pt x="965161" y="1066583"/>
                    </a:lnTo>
                    <a:lnTo>
                      <a:pt x="958522" y="1099764"/>
                    </a:lnTo>
                    <a:lnTo>
                      <a:pt x="951665" y="1116749"/>
                    </a:lnTo>
                    <a:lnTo>
                      <a:pt x="951448" y="1139627"/>
                    </a:lnTo>
                    <a:lnTo>
                      <a:pt x="946166" y="1185165"/>
                    </a:lnTo>
                    <a:lnTo>
                      <a:pt x="930590" y="1208177"/>
                    </a:lnTo>
                    <a:lnTo>
                      <a:pt x="910203" y="1233277"/>
                    </a:lnTo>
                    <a:lnTo>
                      <a:pt x="887463" y="1252014"/>
                    </a:lnTo>
                    <a:lnTo>
                      <a:pt x="869427" y="1257283"/>
                    </a:lnTo>
                    <a:lnTo>
                      <a:pt x="853942" y="1259455"/>
                    </a:lnTo>
                    <a:lnTo>
                      <a:pt x="843540" y="1268983"/>
                    </a:lnTo>
                    <a:lnTo>
                      <a:pt x="834115" y="1296979"/>
                    </a:lnTo>
                    <a:lnTo>
                      <a:pt x="825413" y="1326389"/>
                    </a:lnTo>
                    <a:lnTo>
                      <a:pt x="796976" y="1362549"/>
                    </a:lnTo>
                    <a:lnTo>
                      <a:pt x="797735" y="1375141"/>
                    </a:lnTo>
                    <a:lnTo>
                      <a:pt x="808571" y="1418002"/>
                    </a:lnTo>
                    <a:lnTo>
                      <a:pt x="818720" y="1466805"/>
                    </a:lnTo>
                    <a:lnTo>
                      <a:pt x="810145" y="1512426"/>
                    </a:lnTo>
                    <a:lnTo>
                      <a:pt x="802801" y="1560320"/>
                    </a:lnTo>
                    <a:lnTo>
                      <a:pt x="789938" y="1592238"/>
                    </a:lnTo>
                    <a:lnTo>
                      <a:pt x="771559" y="1603635"/>
                    </a:lnTo>
                    <a:lnTo>
                      <a:pt x="758063" y="1597945"/>
                    </a:lnTo>
                    <a:lnTo>
                      <a:pt x="742795" y="1554159"/>
                    </a:lnTo>
                    <a:lnTo>
                      <a:pt x="742451" y="1544092"/>
                    </a:lnTo>
                    <a:lnTo>
                      <a:pt x="738652" y="1530708"/>
                    </a:lnTo>
                    <a:lnTo>
                      <a:pt x="695344" y="1517375"/>
                    </a:lnTo>
                    <a:lnTo>
                      <a:pt x="687692" y="1517864"/>
                    </a:lnTo>
                    <a:lnTo>
                      <a:pt x="670669" y="1510052"/>
                    </a:lnTo>
                    <a:lnTo>
                      <a:pt x="660683" y="1507847"/>
                    </a:lnTo>
                    <a:lnTo>
                      <a:pt x="640205" y="1503336"/>
                    </a:lnTo>
                    <a:lnTo>
                      <a:pt x="623182" y="1464700"/>
                    </a:lnTo>
                    <a:lnTo>
                      <a:pt x="605092" y="1432564"/>
                    </a:lnTo>
                    <a:lnTo>
                      <a:pt x="602523" y="1419130"/>
                    </a:lnTo>
                    <a:lnTo>
                      <a:pt x="603138" y="1359031"/>
                    </a:lnTo>
                    <a:lnTo>
                      <a:pt x="597603" y="1332298"/>
                    </a:lnTo>
                    <a:lnTo>
                      <a:pt x="595902" y="1303157"/>
                    </a:lnTo>
                    <a:lnTo>
                      <a:pt x="584523" y="1326860"/>
                    </a:lnTo>
                    <a:lnTo>
                      <a:pt x="591126" y="1364334"/>
                    </a:lnTo>
                    <a:lnTo>
                      <a:pt x="577088" y="1380057"/>
                    </a:lnTo>
                    <a:lnTo>
                      <a:pt x="559378" y="1387700"/>
                    </a:lnTo>
                    <a:lnTo>
                      <a:pt x="561042" y="1409652"/>
                    </a:lnTo>
                    <a:lnTo>
                      <a:pt x="568314" y="1413810"/>
                    </a:lnTo>
                    <a:lnTo>
                      <a:pt x="569834" y="1436604"/>
                    </a:lnTo>
                    <a:lnTo>
                      <a:pt x="565529" y="1470340"/>
                    </a:lnTo>
                    <a:lnTo>
                      <a:pt x="530669" y="1545354"/>
                    </a:lnTo>
                    <a:lnTo>
                      <a:pt x="523631" y="1553418"/>
                    </a:lnTo>
                    <a:lnTo>
                      <a:pt x="518856" y="1563552"/>
                    </a:lnTo>
                    <a:lnTo>
                      <a:pt x="501019" y="1556819"/>
                    </a:lnTo>
                    <a:lnTo>
                      <a:pt x="478134" y="1577710"/>
                    </a:lnTo>
                    <a:lnTo>
                      <a:pt x="456462" y="1581060"/>
                    </a:lnTo>
                    <a:lnTo>
                      <a:pt x="448611" y="1557425"/>
                    </a:lnTo>
                    <a:lnTo>
                      <a:pt x="418039" y="1526146"/>
                    </a:lnTo>
                    <a:lnTo>
                      <a:pt x="403603" y="1527897"/>
                    </a:lnTo>
                    <a:lnTo>
                      <a:pt x="416555" y="1543334"/>
                    </a:lnTo>
                    <a:lnTo>
                      <a:pt x="429327" y="1563401"/>
                    </a:lnTo>
                    <a:lnTo>
                      <a:pt x="422073" y="1576683"/>
                    </a:lnTo>
                    <a:lnTo>
                      <a:pt x="414945" y="1585353"/>
                    </a:lnTo>
                    <a:lnTo>
                      <a:pt x="402463" y="1589848"/>
                    </a:lnTo>
                    <a:lnTo>
                      <a:pt x="357798" y="1616109"/>
                    </a:lnTo>
                    <a:lnTo>
                      <a:pt x="373699" y="1633752"/>
                    </a:lnTo>
                    <a:lnTo>
                      <a:pt x="360204" y="1653785"/>
                    </a:lnTo>
                    <a:lnTo>
                      <a:pt x="344592" y="1656731"/>
                    </a:lnTo>
                    <a:lnTo>
                      <a:pt x="336271" y="1666091"/>
                    </a:lnTo>
                    <a:lnTo>
                      <a:pt x="333376" y="1678801"/>
                    </a:lnTo>
                    <a:lnTo>
                      <a:pt x="287119" y="1715012"/>
                    </a:lnTo>
                    <a:lnTo>
                      <a:pt x="211719" y="1807887"/>
                    </a:lnTo>
                    <a:lnTo>
                      <a:pt x="172970" y="1834132"/>
                    </a:lnTo>
                    <a:lnTo>
                      <a:pt x="145907" y="1861421"/>
                    </a:lnTo>
                    <a:lnTo>
                      <a:pt x="122064" y="1860747"/>
                    </a:lnTo>
                    <a:lnTo>
                      <a:pt x="115135" y="1866109"/>
                    </a:lnTo>
                    <a:lnTo>
                      <a:pt x="115135" y="877212"/>
                    </a:lnTo>
                    <a:lnTo>
                      <a:pt x="910693" y="8772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0" name="ph9090"/>
              <p:cNvSpPr/>
              <p:nvPr/>
            </p:nvSpPr>
            <p:spPr>
              <a:xfrm>
                <a:off x="1827831" y="3135089"/>
                <a:ext cx="1314683" cy="914501"/>
              </a:xfrm>
              <a:custGeom>
                <a:avLst/>
                <a:gdLst/>
                <a:ahLst/>
                <a:cxnLst/>
                <a:rect l="0" t="0" r="0" b="0"/>
                <a:pathLst>
                  <a:path w="1314683" h="914501">
                    <a:moveTo>
                      <a:pt x="914400" y="914400"/>
                    </a:moveTo>
                    <a:lnTo>
                      <a:pt x="914978" y="824588"/>
                    </a:lnTo>
                    <a:lnTo>
                      <a:pt x="904775" y="811221"/>
                    </a:lnTo>
                    <a:lnTo>
                      <a:pt x="891588" y="806575"/>
                    </a:lnTo>
                    <a:lnTo>
                      <a:pt x="883375" y="812719"/>
                    </a:lnTo>
                    <a:lnTo>
                      <a:pt x="866496" y="812804"/>
                    </a:lnTo>
                    <a:lnTo>
                      <a:pt x="862951" y="792468"/>
                    </a:lnTo>
                    <a:lnTo>
                      <a:pt x="867075" y="777401"/>
                    </a:lnTo>
                    <a:lnTo>
                      <a:pt x="900995" y="767098"/>
                    </a:lnTo>
                    <a:lnTo>
                      <a:pt x="923354" y="753294"/>
                    </a:lnTo>
                    <a:lnTo>
                      <a:pt x="924349" y="728901"/>
                    </a:lnTo>
                    <a:lnTo>
                      <a:pt x="910221" y="709726"/>
                    </a:lnTo>
                    <a:lnTo>
                      <a:pt x="893306" y="674559"/>
                    </a:lnTo>
                    <a:lnTo>
                      <a:pt x="873425" y="641496"/>
                    </a:lnTo>
                    <a:lnTo>
                      <a:pt x="871272" y="603063"/>
                    </a:lnTo>
                    <a:lnTo>
                      <a:pt x="905825" y="603821"/>
                    </a:lnTo>
                    <a:lnTo>
                      <a:pt x="914291" y="605269"/>
                    </a:lnTo>
                    <a:lnTo>
                      <a:pt x="966698" y="623282"/>
                    </a:lnTo>
                    <a:lnTo>
                      <a:pt x="979506" y="635924"/>
                    </a:lnTo>
                    <a:lnTo>
                      <a:pt x="995625" y="636513"/>
                    </a:lnTo>
                    <a:lnTo>
                      <a:pt x="1024660" y="624746"/>
                    </a:lnTo>
                    <a:lnTo>
                      <a:pt x="1046350" y="619578"/>
                    </a:lnTo>
                    <a:lnTo>
                      <a:pt x="1054762" y="626834"/>
                    </a:lnTo>
                    <a:lnTo>
                      <a:pt x="1066575" y="629881"/>
                    </a:lnTo>
                    <a:lnTo>
                      <a:pt x="1069307" y="629881"/>
                    </a:lnTo>
                    <a:lnTo>
                      <a:pt x="1070446" y="636210"/>
                    </a:lnTo>
                    <a:lnTo>
                      <a:pt x="1097564" y="645368"/>
                    </a:lnTo>
                    <a:lnTo>
                      <a:pt x="1108960" y="659964"/>
                    </a:lnTo>
                    <a:lnTo>
                      <a:pt x="1121624" y="682152"/>
                    </a:lnTo>
                    <a:lnTo>
                      <a:pt x="1122854" y="714087"/>
                    </a:lnTo>
                    <a:lnTo>
                      <a:pt x="1106645" y="737066"/>
                    </a:lnTo>
                    <a:lnTo>
                      <a:pt x="1093186" y="751610"/>
                    </a:lnTo>
                    <a:lnTo>
                      <a:pt x="1144092" y="746106"/>
                    </a:lnTo>
                    <a:lnTo>
                      <a:pt x="1149157" y="759287"/>
                    </a:lnTo>
                    <a:lnTo>
                      <a:pt x="1156863" y="773512"/>
                    </a:lnTo>
                    <a:lnTo>
                      <a:pt x="1184288" y="763378"/>
                    </a:lnTo>
                    <a:lnTo>
                      <a:pt x="1253031" y="805464"/>
                    </a:lnTo>
                    <a:lnTo>
                      <a:pt x="1294603" y="784976"/>
                    </a:lnTo>
                    <a:lnTo>
                      <a:pt x="1305240" y="783781"/>
                    </a:lnTo>
                    <a:lnTo>
                      <a:pt x="1314683" y="817787"/>
                    </a:lnTo>
                    <a:lnTo>
                      <a:pt x="1304353" y="852045"/>
                    </a:lnTo>
                    <a:lnTo>
                      <a:pt x="1267703" y="888592"/>
                    </a:lnTo>
                    <a:lnTo>
                      <a:pt x="1275825" y="911117"/>
                    </a:lnTo>
                    <a:lnTo>
                      <a:pt x="1283746" y="914501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1" name="ph9091"/>
              <p:cNvSpPr/>
              <p:nvPr/>
            </p:nvSpPr>
            <p:spPr>
              <a:xfrm>
                <a:off x="2235513" y="3132025"/>
                <a:ext cx="922179" cy="917564"/>
              </a:xfrm>
              <a:custGeom>
                <a:avLst/>
                <a:gdLst/>
                <a:ahLst/>
                <a:cxnLst/>
                <a:rect l="0" t="0" r="0" b="0"/>
                <a:pathLst>
                  <a:path w="922179" h="917564">
                    <a:moveTo>
                      <a:pt x="914400" y="914400"/>
                    </a:moveTo>
                    <a:lnTo>
                      <a:pt x="922179" y="917564"/>
                    </a:lnTo>
                    <a:lnTo>
                      <a:pt x="891527" y="9175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2" name="ph9092"/>
              <p:cNvSpPr/>
              <p:nvPr/>
            </p:nvSpPr>
            <p:spPr>
              <a:xfrm>
                <a:off x="2345972" y="3096050"/>
                <a:ext cx="1308350" cy="953540"/>
              </a:xfrm>
              <a:custGeom>
                <a:avLst/>
                <a:gdLst/>
                <a:ahLst/>
                <a:cxnLst/>
                <a:rect l="0" t="0" r="0" b="0"/>
                <a:pathLst>
                  <a:path w="1308350" h="953540">
                    <a:moveTo>
                      <a:pt x="914400" y="914400"/>
                    </a:moveTo>
                    <a:lnTo>
                      <a:pt x="932128" y="903390"/>
                    </a:lnTo>
                    <a:lnTo>
                      <a:pt x="990487" y="895511"/>
                    </a:lnTo>
                    <a:lnTo>
                      <a:pt x="1001106" y="875663"/>
                    </a:lnTo>
                    <a:lnTo>
                      <a:pt x="1024750" y="855698"/>
                    </a:lnTo>
                    <a:lnTo>
                      <a:pt x="1039982" y="833897"/>
                    </a:lnTo>
                    <a:lnTo>
                      <a:pt x="1076452" y="792400"/>
                    </a:lnTo>
                    <a:lnTo>
                      <a:pt x="1114188" y="799875"/>
                    </a:lnTo>
                    <a:lnTo>
                      <a:pt x="1136222" y="807821"/>
                    </a:lnTo>
                    <a:lnTo>
                      <a:pt x="1160409" y="811827"/>
                    </a:lnTo>
                    <a:lnTo>
                      <a:pt x="1182425" y="856068"/>
                    </a:lnTo>
                    <a:lnTo>
                      <a:pt x="1238107" y="904972"/>
                    </a:lnTo>
                    <a:lnTo>
                      <a:pt x="1289266" y="900713"/>
                    </a:lnTo>
                    <a:lnTo>
                      <a:pt x="1307429" y="946974"/>
                    </a:lnTo>
                    <a:lnTo>
                      <a:pt x="1308350" y="953540"/>
                    </a:lnTo>
                    <a:lnTo>
                      <a:pt x="880553" y="95354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3" name="ph9093"/>
              <p:cNvSpPr/>
              <p:nvPr/>
            </p:nvSpPr>
            <p:spPr>
              <a:xfrm>
                <a:off x="2722684" y="3026440"/>
                <a:ext cx="914400" cy="9383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389">
                    <a:moveTo>
                      <a:pt x="914400" y="914400"/>
                    </a:moveTo>
                    <a:lnTo>
                      <a:pt x="909425" y="926217"/>
                    </a:lnTo>
                    <a:lnTo>
                      <a:pt x="888603" y="906555"/>
                    </a:lnTo>
                    <a:lnTo>
                      <a:pt x="867690" y="906824"/>
                    </a:lnTo>
                    <a:lnTo>
                      <a:pt x="855190" y="937109"/>
                    </a:lnTo>
                    <a:lnTo>
                      <a:pt x="845892" y="938389"/>
                    </a:lnTo>
                    <a:lnTo>
                      <a:pt x="813600" y="910881"/>
                    </a:lnTo>
                    <a:lnTo>
                      <a:pt x="808427" y="897464"/>
                    </a:lnTo>
                    <a:lnTo>
                      <a:pt x="807359" y="886303"/>
                    </a:lnTo>
                    <a:lnTo>
                      <a:pt x="811972" y="847668"/>
                    </a:lnTo>
                    <a:lnTo>
                      <a:pt x="811122" y="835513"/>
                    </a:lnTo>
                    <a:lnTo>
                      <a:pt x="821271" y="822231"/>
                    </a:lnTo>
                    <a:lnTo>
                      <a:pt x="822845" y="803040"/>
                    </a:lnTo>
                    <a:lnTo>
                      <a:pt x="840790" y="782805"/>
                    </a:lnTo>
                    <a:lnTo>
                      <a:pt x="856710" y="782047"/>
                    </a:lnTo>
                    <a:lnTo>
                      <a:pt x="861775" y="799185"/>
                    </a:lnTo>
                    <a:lnTo>
                      <a:pt x="869391" y="810986"/>
                    </a:lnTo>
                    <a:lnTo>
                      <a:pt x="896219" y="824217"/>
                    </a:lnTo>
                    <a:lnTo>
                      <a:pt x="900217" y="830227"/>
                    </a:lnTo>
                    <a:lnTo>
                      <a:pt x="902641" y="838544"/>
                    </a:lnTo>
                    <a:lnTo>
                      <a:pt x="890159" y="854839"/>
                    </a:lnTo>
                    <a:lnTo>
                      <a:pt x="885925" y="863189"/>
                    </a:lnTo>
                    <a:lnTo>
                      <a:pt x="889887" y="876573"/>
                    </a:lnTo>
                    <a:lnTo>
                      <a:pt x="909768" y="8912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4" name="ph9094"/>
              <p:cNvSpPr/>
              <p:nvPr/>
            </p:nvSpPr>
            <p:spPr>
              <a:xfrm>
                <a:off x="2748300" y="3122682"/>
                <a:ext cx="958345" cy="926907"/>
              </a:xfrm>
              <a:custGeom>
                <a:avLst/>
                <a:gdLst/>
                <a:ahLst/>
                <a:cxnLst/>
                <a:rect l="0" t="0" r="0" b="0"/>
                <a:pathLst>
                  <a:path w="958345" h="926907">
                    <a:moveTo>
                      <a:pt x="914399" y="914400"/>
                    </a:moveTo>
                    <a:lnTo>
                      <a:pt x="906006" y="906369"/>
                    </a:lnTo>
                    <a:lnTo>
                      <a:pt x="904757" y="894905"/>
                    </a:lnTo>
                    <a:lnTo>
                      <a:pt x="906114" y="883037"/>
                    </a:lnTo>
                    <a:lnTo>
                      <a:pt x="945225" y="914989"/>
                    </a:lnTo>
                    <a:lnTo>
                      <a:pt x="958345" y="926907"/>
                    </a:lnTo>
                    <a:lnTo>
                      <a:pt x="922742" y="92690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5" name="ph9095"/>
              <p:cNvSpPr/>
              <p:nvPr/>
            </p:nvSpPr>
            <p:spPr>
              <a:xfrm>
                <a:off x="2240144" y="2991761"/>
                <a:ext cx="9428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2837" h="914400">
                    <a:moveTo>
                      <a:pt x="914400" y="914400"/>
                    </a:moveTo>
                    <a:lnTo>
                      <a:pt x="903545" y="900612"/>
                    </a:lnTo>
                    <a:lnTo>
                      <a:pt x="892619" y="897111"/>
                    </a:lnTo>
                    <a:lnTo>
                      <a:pt x="898498" y="880108"/>
                    </a:lnTo>
                    <a:lnTo>
                      <a:pt x="906187" y="873930"/>
                    </a:lnTo>
                    <a:lnTo>
                      <a:pt x="933720" y="885007"/>
                    </a:lnTo>
                    <a:lnTo>
                      <a:pt x="942367" y="906689"/>
                    </a:lnTo>
                    <a:lnTo>
                      <a:pt x="942837" y="9137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6" name="ph9096"/>
              <p:cNvSpPr/>
              <p:nvPr/>
            </p:nvSpPr>
            <p:spPr>
              <a:xfrm>
                <a:off x="1713192" y="2870721"/>
                <a:ext cx="9782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8294" h="914400">
                    <a:moveTo>
                      <a:pt x="914400" y="914400"/>
                    </a:moveTo>
                    <a:lnTo>
                      <a:pt x="916444" y="865714"/>
                    </a:lnTo>
                    <a:lnTo>
                      <a:pt x="936723" y="813847"/>
                    </a:lnTo>
                    <a:lnTo>
                      <a:pt x="945298" y="815009"/>
                    </a:lnTo>
                    <a:lnTo>
                      <a:pt x="936524" y="829015"/>
                    </a:lnTo>
                    <a:lnTo>
                      <a:pt x="933991" y="838830"/>
                    </a:lnTo>
                    <a:lnTo>
                      <a:pt x="930427" y="858442"/>
                    </a:lnTo>
                    <a:lnTo>
                      <a:pt x="932038" y="868627"/>
                    </a:lnTo>
                    <a:lnTo>
                      <a:pt x="978294" y="871421"/>
                    </a:lnTo>
                    <a:lnTo>
                      <a:pt x="972922" y="880512"/>
                    </a:lnTo>
                    <a:lnTo>
                      <a:pt x="926013" y="886640"/>
                    </a:lnTo>
                    <a:lnTo>
                      <a:pt x="918669" y="9075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7" name="ph9097"/>
              <p:cNvSpPr/>
              <p:nvPr/>
            </p:nvSpPr>
            <p:spPr>
              <a:xfrm>
                <a:off x="1762145" y="2897925"/>
                <a:ext cx="9216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18" h="914400">
                    <a:moveTo>
                      <a:pt x="914400" y="914400"/>
                    </a:moveTo>
                    <a:lnTo>
                      <a:pt x="896780" y="913406"/>
                    </a:lnTo>
                    <a:lnTo>
                      <a:pt x="886884" y="905460"/>
                    </a:lnTo>
                    <a:lnTo>
                      <a:pt x="890086" y="896993"/>
                    </a:lnTo>
                    <a:lnTo>
                      <a:pt x="899439" y="890528"/>
                    </a:lnTo>
                    <a:lnTo>
                      <a:pt x="907181" y="889535"/>
                    </a:lnTo>
                    <a:lnTo>
                      <a:pt x="918940" y="893525"/>
                    </a:lnTo>
                    <a:lnTo>
                      <a:pt x="921618" y="90594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8" name="ph9098"/>
              <p:cNvSpPr/>
              <p:nvPr/>
            </p:nvSpPr>
            <p:spPr>
              <a:xfrm>
                <a:off x="3883392" y="945535"/>
                <a:ext cx="914400" cy="10072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7258">
                    <a:moveTo>
                      <a:pt x="914400" y="914400"/>
                    </a:moveTo>
                    <a:lnTo>
                      <a:pt x="914400" y="1003775"/>
                    </a:lnTo>
                    <a:lnTo>
                      <a:pt x="877314" y="1007258"/>
                    </a:lnTo>
                    <a:lnTo>
                      <a:pt x="867347" y="1001315"/>
                    </a:lnTo>
                    <a:lnTo>
                      <a:pt x="853689" y="955104"/>
                    </a:lnTo>
                    <a:lnTo>
                      <a:pt x="856402" y="943169"/>
                    </a:lnTo>
                    <a:lnTo>
                      <a:pt x="865592" y="938085"/>
                    </a:lnTo>
                    <a:lnTo>
                      <a:pt x="873461" y="936991"/>
                    </a:lnTo>
                    <a:lnTo>
                      <a:pt x="874619" y="961872"/>
                    </a:lnTo>
                    <a:lnTo>
                      <a:pt x="886179" y="959397"/>
                    </a:lnTo>
                    <a:lnTo>
                      <a:pt x="889797" y="943000"/>
                    </a:lnTo>
                    <a:lnTo>
                      <a:pt x="890611" y="931452"/>
                    </a:lnTo>
                    <a:lnTo>
                      <a:pt x="887481" y="925627"/>
                    </a:lnTo>
                    <a:lnTo>
                      <a:pt x="879630" y="921116"/>
                    </a:lnTo>
                    <a:lnTo>
                      <a:pt x="875089" y="913372"/>
                    </a:lnTo>
                    <a:lnTo>
                      <a:pt x="881620" y="900914"/>
                    </a:lnTo>
                    <a:lnTo>
                      <a:pt x="893704" y="895527"/>
                    </a:lnTo>
                    <a:lnTo>
                      <a:pt x="904124" y="912177"/>
                    </a:lnTo>
                    <a:lnTo>
                      <a:pt x="912464" y="9143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9" name="ph9099"/>
              <p:cNvSpPr/>
              <p:nvPr/>
            </p:nvSpPr>
            <p:spPr>
              <a:xfrm>
                <a:off x="3821795" y="1009775"/>
                <a:ext cx="914400" cy="9246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635">
                    <a:moveTo>
                      <a:pt x="914400" y="914400"/>
                    </a:moveTo>
                    <a:lnTo>
                      <a:pt x="907308" y="912464"/>
                    </a:lnTo>
                    <a:lnTo>
                      <a:pt x="901863" y="915107"/>
                    </a:lnTo>
                    <a:lnTo>
                      <a:pt x="898173" y="924635"/>
                    </a:lnTo>
                    <a:lnTo>
                      <a:pt x="890140" y="921217"/>
                    </a:lnTo>
                    <a:lnTo>
                      <a:pt x="886902" y="907565"/>
                    </a:lnTo>
                    <a:lnTo>
                      <a:pt x="892890" y="887128"/>
                    </a:lnTo>
                    <a:lnTo>
                      <a:pt x="907236" y="886353"/>
                    </a:lnTo>
                    <a:lnTo>
                      <a:pt x="913441" y="9066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0" name="ph9100"/>
              <p:cNvSpPr/>
              <p:nvPr/>
            </p:nvSpPr>
            <p:spPr>
              <a:xfrm>
                <a:off x="2507247" y="2554267"/>
                <a:ext cx="921292" cy="1228951"/>
              </a:xfrm>
              <a:custGeom>
                <a:avLst/>
                <a:gdLst/>
                <a:ahLst/>
                <a:cxnLst/>
                <a:rect l="0" t="0" r="0" b="0"/>
                <a:pathLst>
                  <a:path w="921292" h="1228951">
                    <a:moveTo>
                      <a:pt x="914400" y="914399"/>
                    </a:moveTo>
                    <a:lnTo>
                      <a:pt x="909587" y="924450"/>
                    </a:lnTo>
                    <a:lnTo>
                      <a:pt x="902514" y="931066"/>
                    </a:lnTo>
                    <a:lnTo>
                      <a:pt x="884008" y="938086"/>
                    </a:lnTo>
                    <a:lnTo>
                      <a:pt x="867980" y="947883"/>
                    </a:lnTo>
                    <a:lnTo>
                      <a:pt x="853689" y="965105"/>
                    </a:lnTo>
                    <a:lnTo>
                      <a:pt x="848424" y="989717"/>
                    </a:lnTo>
                    <a:lnTo>
                      <a:pt x="859604" y="1007730"/>
                    </a:lnTo>
                    <a:lnTo>
                      <a:pt x="879938" y="1017595"/>
                    </a:lnTo>
                    <a:lnTo>
                      <a:pt x="885111" y="1051886"/>
                    </a:lnTo>
                    <a:lnTo>
                      <a:pt x="868324" y="1068805"/>
                    </a:lnTo>
                    <a:lnTo>
                      <a:pt x="825251" y="1085690"/>
                    </a:lnTo>
                    <a:lnTo>
                      <a:pt x="820728" y="1126446"/>
                    </a:lnTo>
                    <a:lnTo>
                      <a:pt x="822121" y="1158566"/>
                    </a:lnTo>
                    <a:lnTo>
                      <a:pt x="821343" y="1181916"/>
                    </a:lnTo>
                    <a:lnTo>
                      <a:pt x="817924" y="1214221"/>
                    </a:lnTo>
                    <a:lnTo>
                      <a:pt x="783082" y="1228951"/>
                    </a:lnTo>
                    <a:lnTo>
                      <a:pt x="760596" y="1179744"/>
                    </a:lnTo>
                    <a:lnTo>
                      <a:pt x="760397" y="1160048"/>
                    </a:lnTo>
                    <a:lnTo>
                      <a:pt x="753685" y="1137052"/>
                    </a:lnTo>
                    <a:lnTo>
                      <a:pt x="752419" y="1117457"/>
                    </a:lnTo>
                    <a:lnTo>
                      <a:pt x="744459" y="1086111"/>
                    </a:lnTo>
                    <a:lnTo>
                      <a:pt x="711499" y="1077626"/>
                    </a:lnTo>
                    <a:lnTo>
                      <a:pt x="698709" y="1076515"/>
                    </a:lnTo>
                    <a:lnTo>
                      <a:pt x="680818" y="1082340"/>
                    </a:lnTo>
                    <a:lnTo>
                      <a:pt x="676386" y="1080067"/>
                    </a:lnTo>
                    <a:lnTo>
                      <a:pt x="654967" y="1037257"/>
                    </a:lnTo>
                    <a:lnTo>
                      <a:pt x="658494" y="990020"/>
                    </a:lnTo>
                    <a:lnTo>
                      <a:pt x="647061" y="966182"/>
                    </a:lnTo>
                    <a:lnTo>
                      <a:pt x="645488" y="955391"/>
                    </a:lnTo>
                    <a:lnTo>
                      <a:pt x="645759" y="943439"/>
                    </a:lnTo>
                    <a:lnTo>
                      <a:pt x="636370" y="933591"/>
                    </a:lnTo>
                    <a:lnTo>
                      <a:pt x="624973" y="928372"/>
                    </a:lnTo>
                    <a:lnTo>
                      <a:pt x="619438" y="901791"/>
                    </a:lnTo>
                    <a:lnTo>
                      <a:pt x="632535" y="895343"/>
                    </a:lnTo>
                    <a:lnTo>
                      <a:pt x="664917" y="898457"/>
                    </a:lnTo>
                    <a:lnTo>
                      <a:pt x="674378" y="896639"/>
                    </a:lnTo>
                    <a:lnTo>
                      <a:pt x="683043" y="891101"/>
                    </a:lnTo>
                    <a:lnTo>
                      <a:pt x="709238" y="847398"/>
                    </a:lnTo>
                    <a:lnTo>
                      <a:pt x="708478" y="837769"/>
                    </a:lnTo>
                    <a:lnTo>
                      <a:pt x="711282" y="825278"/>
                    </a:lnTo>
                    <a:lnTo>
                      <a:pt x="739629" y="820649"/>
                    </a:lnTo>
                    <a:lnTo>
                      <a:pt x="752256" y="837533"/>
                    </a:lnTo>
                    <a:lnTo>
                      <a:pt x="749724" y="864570"/>
                    </a:lnTo>
                    <a:lnTo>
                      <a:pt x="751334" y="899215"/>
                    </a:lnTo>
                    <a:lnTo>
                      <a:pt x="768501" y="908642"/>
                    </a:lnTo>
                    <a:lnTo>
                      <a:pt x="775195" y="910023"/>
                    </a:lnTo>
                    <a:lnTo>
                      <a:pt x="782340" y="884434"/>
                    </a:lnTo>
                    <a:lnTo>
                      <a:pt x="787352" y="871994"/>
                    </a:lnTo>
                    <a:lnTo>
                      <a:pt x="794153" y="865058"/>
                    </a:lnTo>
                    <a:lnTo>
                      <a:pt x="796469" y="841675"/>
                    </a:lnTo>
                    <a:lnTo>
                      <a:pt x="792435" y="827399"/>
                    </a:lnTo>
                    <a:lnTo>
                      <a:pt x="783842" y="816760"/>
                    </a:lnTo>
                    <a:lnTo>
                      <a:pt x="815934" y="787805"/>
                    </a:lnTo>
                    <a:lnTo>
                      <a:pt x="849148" y="764876"/>
                    </a:lnTo>
                    <a:lnTo>
                      <a:pt x="868468" y="763681"/>
                    </a:lnTo>
                    <a:lnTo>
                      <a:pt x="887915" y="769287"/>
                    </a:lnTo>
                    <a:lnTo>
                      <a:pt x="905988" y="777030"/>
                    </a:lnTo>
                    <a:lnTo>
                      <a:pt x="915792" y="783697"/>
                    </a:lnTo>
                    <a:lnTo>
                      <a:pt x="921292" y="794404"/>
                    </a:lnTo>
                    <a:lnTo>
                      <a:pt x="909171" y="819925"/>
                    </a:lnTo>
                    <a:lnTo>
                      <a:pt x="905807" y="833897"/>
                    </a:lnTo>
                    <a:lnTo>
                      <a:pt x="913947" y="8798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1" name="ph9101"/>
              <p:cNvSpPr/>
              <p:nvPr/>
            </p:nvSpPr>
            <p:spPr>
              <a:xfrm>
                <a:off x="1980006" y="2761217"/>
                <a:ext cx="1136910" cy="1010386"/>
              </a:xfrm>
              <a:custGeom>
                <a:avLst/>
                <a:gdLst/>
                <a:ahLst/>
                <a:cxnLst/>
                <a:rect l="0" t="0" r="0" b="0"/>
                <a:pathLst>
                  <a:path w="1136910" h="1010386">
                    <a:moveTo>
                      <a:pt x="914400" y="1003753"/>
                    </a:moveTo>
                    <a:lnTo>
                      <a:pt x="902587" y="1000706"/>
                    </a:lnTo>
                    <a:lnTo>
                      <a:pt x="894175" y="993450"/>
                    </a:lnTo>
                    <a:lnTo>
                      <a:pt x="872484" y="998618"/>
                    </a:lnTo>
                    <a:lnTo>
                      <a:pt x="843449" y="1010386"/>
                    </a:lnTo>
                    <a:lnTo>
                      <a:pt x="827331" y="1009796"/>
                    </a:lnTo>
                    <a:lnTo>
                      <a:pt x="814523" y="997154"/>
                    </a:lnTo>
                    <a:lnTo>
                      <a:pt x="762116" y="979141"/>
                    </a:lnTo>
                    <a:lnTo>
                      <a:pt x="753649" y="977693"/>
                    </a:lnTo>
                    <a:lnTo>
                      <a:pt x="719025" y="976902"/>
                    </a:lnTo>
                    <a:lnTo>
                      <a:pt x="717378" y="948452"/>
                    </a:lnTo>
                    <a:lnTo>
                      <a:pt x="713091" y="927897"/>
                    </a:lnTo>
                    <a:lnTo>
                      <a:pt x="700989" y="897309"/>
                    </a:lnTo>
                    <a:lnTo>
                      <a:pt x="718934" y="889935"/>
                    </a:lnTo>
                    <a:lnTo>
                      <a:pt x="715461" y="830325"/>
                    </a:lnTo>
                    <a:lnTo>
                      <a:pt x="708948" y="799416"/>
                    </a:lnTo>
                    <a:lnTo>
                      <a:pt x="658820" y="767667"/>
                    </a:lnTo>
                    <a:lnTo>
                      <a:pt x="619329" y="736809"/>
                    </a:lnTo>
                    <a:lnTo>
                      <a:pt x="628447" y="632907"/>
                    </a:lnTo>
                    <a:lnTo>
                      <a:pt x="632336" y="604911"/>
                    </a:lnTo>
                    <a:lnTo>
                      <a:pt x="617357" y="550603"/>
                    </a:lnTo>
                    <a:lnTo>
                      <a:pt x="618913" y="488097"/>
                    </a:lnTo>
                    <a:lnTo>
                      <a:pt x="625226" y="389599"/>
                    </a:lnTo>
                    <a:lnTo>
                      <a:pt x="637781" y="385744"/>
                    </a:lnTo>
                    <a:lnTo>
                      <a:pt x="646989" y="386215"/>
                    </a:lnTo>
                    <a:lnTo>
                      <a:pt x="682500" y="403891"/>
                    </a:lnTo>
                    <a:lnTo>
                      <a:pt x="697280" y="405659"/>
                    </a:lnTo>
                    <a:lnTo>
                      <a:pt x="707411" y="421450"/>
                    </a:lnTo>
                    <a:lnTo>
                      <a:pt x="719278" y="427948"/>
                    </a:lnTo>
                    <a:lnTo>
                      <a:pt x="727871" y="411181"/>
                    </a:lnTo>
                    <a:lnTo>
                      <a:pt x="731217" y="382512"/>
                    </a:lnTo>
                    <a:lnTo>
                      <a:pt x="759366" y="345409"/>
                    </a:lnTo>
                    <a:lnTo>
                      <a:pt x="779084" y="331705"/>
                    </a:lnTo>
                    <a:lnTo>
                      <a:pt x="792525" y="325140"/>
                    </a:lnTo>
                    <a:lnTo>
                      <a:pt x="806093" y="340106"/>
                    </a:lnTo>
                    <a:lnTo>
                      <a:pt x="816477" y="356923"/>
                    </a:lnTo>
                    <a:lnTo>
                      <a:pt x="818937" y="320123"/>
                    </a:lnTo>
                    <a:lnTo>
                      <a:pt x="827313" y="250025"/>
                    </a:lnTo>
                    <a:lnTo>
                      <a:pt x="800557" y="239015"/>
                    </a:lnTo>
                    <a:lnTo>
                      <a:pt x="778759" y="248509"/>
                    </a:lnTo>
                    <a:lnTo>
                      <a:pt x="757141" y="292936"/>
                    </a:lnTo>
                    <a:lnTo>
                      <a:pt x="737857" y="348775"/>
                    </a:lnTo>
                    <a:lnTo>
                      <a:pt x="706578" y="353910"/>
                    </a:lnTo>
                    <a:lnTo>
                      <a:pt x="681614" y="369717"/>
                    </a:lnTo>
                    <a:lnTo>
                      <a:pt x="659073" y="353321"/>
                    </a:lnTo>
                    <a:lnTo>
                      <a:pt x="644547" y="338877"/>
                    </a:lnTo>
                    <a:lnTo>
                      <a:pt x="644185" y="317733"/>
                    </a:lnTo>
                    <a:lnTo>
                      <a:pt x="647477" y="304972"/>
                    </a:lnTo>
                    <a:lnTo>
                      <a:pt x="673962" y="259435"/>
                    </a:lnTo>
                    <a:lnTo>
                      <a:pt x="709437" y="215699"/>
                    </a:lnTo>
                    <a:lnTo>
                      <a:pt x="745183" y="216120"/>
                    </a:lnTo>
                    <a:lnTo>
                      <a:pt x="771251" y="202147"/>
                    </a:lnTo>
                    <a:lnTo>
                      <a:pt x="786827" y="200481"/>
                    </a:lnTo>
                    <a:lnTo>
                      <a:pt x="835454" y="203545"/>
                    </a:lnTo>
                    <a:lnTo>
                      <a:pt x="860418" y="193966"/>
                    </a:lnTo>
                    <a:lnTo>
                      <a:pt x="882778" y="173916"/>
                    </a:lnTo>
                    <a:lnTo>
                      <a:pt x="931097" y="89121"/>
                    </a:lnTo>
                    <a:lnTo>
                      <a:pt x="958359" y="53769"/>
                    </a:lnTo>
                    <a:lnTo>
                      <a:pt x="1013335" y="41328"/>
                    </a:lnTo>
                    <a:lnTo>
                      <a:pt x="1064133" y="521"/>
                    </a:lnTo>
                    <a:lnTo>
                      <a:pt x="1078334" y="0"/>
                    </a:lnTo>
                    <a:lnTo>
                      <a:pt x="1054436" y="30419"/>
                    </a:lnTo>
                    <a:lnTo>
                      <a:pt x="1050601" y="42187"/>
                    </a:lnTo>
                    <a:lnTo>
                      <a:pt x="1047707" y="60233"/>
                    </a:lnTo>
                    <a:lnTo>
                      <a:pt x="1064838" y="99424"/>
                    </a:lnTo>
                    <a:lnTo>
                      <a:pt x="1061220" y="123278"/>
                    </a:lnTo>
                    <a:lnTo>
                      <a:pt x="1062432" y="170213"/>
                    </a:lnTo>
                    <a:lnTo>
                      <a:pt x="1046278" y="194673"/>
                    </a:lnTo>
                    <a:lnTo>
                      <a:pt x="1028043" y="246708"/>
                    </a:lnTo>
                    <a:lnTo>
                      <a:pt x="1020191" y="254368"/>
                    </a:lnTo>
                    <a:lnTo>
                      <a:pt x="1018509" y="315107"/>
                    </a:lnTo>
                    <a:lnTo>
                      <a:pt x="1020300" y="329601"/>
                    </a:lnTo>
                    <a:lnTo>
                      <a:pt x="1017713" y="384902"/>
                    </a:lnTo>
                    <a:lnTo>
                      <a:pt x="1036400" y="407544"/>
                    </a:lnTo>
                    <a:lnTo>
                      <a:pt x="1056155" y="419379"/>
                    </a:lnTo>
                    <a:lnTo>
                      <a:pt x="1122040" y="418958"/>
                    </a:lnTo>
                    <a:lnTo>
                      <a:pt x="1128878" y="428907"/>
                    </a:lnTo>
                    <a:lnTo>
                      <a:pt x="1136910" y="446011"/>
                    </a:lnTo>
                    <a:lnTo>
                      <a:pt x="1131031" y="475051"/>
                    </a:lnTo>
                    <a:lnTo>
                      <a:pt x="1123993" y="496952"/>
                    </a:lnTo>
                    <a:lnTo>
                      <a:pt x="1104908" y="515403"/>
                    </a:lnTo>
                    <a:lnTo>
                      <a:pt x="1080414" y="529156"/>
                    </a:lnTo>
                    <a:lnTo>
                      <a:pt x="1065182" y="529762"/>
                    </a:lnTo>
                    <a:lnTo>
                      <a:pt x="1044432" y="503619"/>
                    </a:lnTo>
                    <a:lnTo>
                      <a:pt x="1034573" y="512103"/>
                    </a:lnTo>
                    <a:lnTo>
                      <a:pt x="1024388" y="525436"/>
                    </a:lnTo>
                    <a:lnTo>
                      <a:pt x="1007329" y="596982"/>
                    </a:lnTo>
                    <a:lnTo>
                      <a:pt x="999243" y="645314"/>
                    </a:lnTo>
                    <a:lnTo>
                      <a:pt x="994865" y="649236"/>
                    </a:lnTo>
                    <a:lnTo>
                      <a:pt x="985223" y="642115"/>
                    </a:lnTo>
                    <a:lnTo>
                      <a:pt x="968562" y="641560"/>
                    </a:lnTo>
                    <a:lnTo>
                      <a:pt x="947505" y="653024"/>
                    </a:lnTo>
                    <a:lnTo>
                      <a:pt x="958305" y="663276"/>
                    </a:lnTo>
                    <a:lnTo>
                      <a:pt x="969720" y="681087"/>
                    </a:lnTo>
                    <a:lnTo>
                      <a:pt x="965161" y="690009"/>
                    </a:lnTo>
                    <a:lnTo>
                      <a:pt x="946636" y="699656"/>
                    </a:lnTo>
                    <a:lnTo>
                      <a:pt x="930210" y="719167"/>
                    </a:lnTo>
                    <a:lnTo>
                      <a:pt x="923336" y="733931"/>
                    </a:lnTo>
                    <a:lnTo>
                      <a:pt x="902623" y="751405"/>
                    </a:lnTo>
                    <a:lnTo>
                      <a:pt x="889598" y="773559"/>
                    </a:lnTo>
                    <a:lnTo>
                      <a:pt x="895984" y="801016"/>
                    </a:lnTo>
                    <a:lnTo>
                      <a:pt x="898697" y="825123"/>
                    </a:lnTo>
                    <a:lnTo>
                      <a:pt x="904396" y="851755"/>
                    </a:lnTo>
                    <a:lnTo>
                      <a:pt x="899258" y="873017"/>
                    </a:lnTo>
                    <a:lnTo>
                      <a:pt x="873606" y="903521"/>
                    </a:lnTo>
                    <a:lnTo>
                      <a:pt x="864145" y="929968"/>
                    </a:lnTo>
                    <a:lnTo>
                      <a:pt x="886124" y="929631"/>
                    </a:lnTo>
                    <a:lnTo>
                      <a:pt x="899656" y="935742"/>
                    </a:lnTo>
                    <a:lnTo>
                      <a:pt x="907579" y="943553"/>
                    </a:lnTo>
                    <a:lnTo>
                      <a:pt x="915756" y="954630"/>
                    </a:lnTo>
                    <a:lnTo>
                      <a:pt x="910745" y="968316"/>
                    </a:lnTo>
                    <a:lnTo>
                      <a:pt x="917131" y="100375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2" name="ph9102"/>
              <p:cNvSpPr/>
              <p:nvPr/>
            </p:nvSpPr>
            <p:spPr>
              <a:xfrm>
                <a:off x="2158177" y="2598171"/>
                <a:ext cx="938930" cy="1089831"/>
              </a:xfrm>
              <a:custGeom>
                <a:avLst/>
                <a:gdLst/>
                <a:ahLst/>
                <a:cxnLst/>
                <a:rect l="0" t="0" r="0" b="0"/>
                <a:pathLst>
                  <a:path w="938930" h="1089831">
                    <a:moveTo>
                      <a:pt x="914400" y="914400"/>
                    </a:moveTo>
                    <a:lnTo>
                      <a:pt x="923897" y="952765"/>
                    </a:lnTo>
                    <a:lnTo>
                      <a:pt x="938930" y="995676"/>
                    </a:lnTo>
                    <a:lnTo>
                      <a:pt x="932653" y="1013639"/>
                    </a:lnTo>
                    <a:lnTo>
                      <a:pt x="936922" y="1036651"/>
                    </a:lnTo>
                    <a:lnTo>
                      <a:pt x="932634" y="1060657"/>
                    </a:lnTo>
                    <a:lnTo>
                      <a:pt x="902731" y="1088569"/>
                    </a:lnTo>
                    <a:lnTo>
                      <a:pt x="869192" y="1089831"/>
                    </a:lnTo>
                    <a:lnTo>
                      <a:pt x="834332" y="1076347"/>
                    </a:lnTo>
                    <a:lnTo>
                      <a:pt x="785090" y="1050388"/>
                    </a:lnTo>
                    <a:lnTo>
                      <a:pt x="781128" y="1035809"/>
                    </a:lnTo>
                    <a:lnTo>
                      <a:pt x="774218" y="1027729"/>
                    </a:lnTo>
                    <a:lnTo>
                      <a:pt x="761048" y="983488"/>
                    </a:lnTo>
                    <a:lnTo>
                      <a:pt x="761356" y="928928"/>
                    </a:lnTo>
                    <a:lnTo>
                      <a:pt x="786103" y="922093"/>
                    </a:lnTo>
                    <a:lnTo>
                      <a:pt x="840175" y="896050"/>
                    </a:lnTo>
                    <a:lnTo>
                      <a:pt x="852675" y="900141"/>
                    </a:lnTo>
                    <a:lnTo>
                      <a:pt x="865719" y="913457"/>
                    </a:lnTo>
                    <a:lnTo>
                      <a:pt x="880733" y="914248"/>
                    </a:lnTo>
                    <a:lnTo>
                      <a:pt x="902532" y="895360"/>
                    </a:lnTo>
                    <a:lnTo>
                      <a:pt x="906675" y="8964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3" name="ph9103"/>
              <p:cNvSpPr/>
              <p:nvPr/>
            </p:nvSpPr>
            <p:spPr>
              <a:xfrm>
                <a:off x="2315924" y="2849173"/>
                <a:ext cx="956550" cy="983606"/>
              </a:xfrm>
              <a:custGeom>
                <a:avLst/>
                <a:gdLst/>
                <a:ahLst/>
                <a:cxnLst/>
                <a:rect l="0" t="0" r="0" b="0"/>
                <a:pathLst>
                  <a:path w="956550" h="983606">
                    <a:moveTo>
                      <a:pt x="914400" y="914400"/>
                    </a:moveTo>
                    <a:lnTo>
                      <a:pt x="936578" y="913171"/>
                    </a:lnTo>
                    <a:lnTo>
                      <a:pt x="951665" y="922042"/>
                    </a:lnTo>
                    <a:lnTo>
                      <a:pt x="955265" y="935746"/>
                    </a:lnTo>
                    <a:lnTo>
                      <a:pt x="956550" y="966165"/>
                    </a:lnTo>
                    <a:lnTo>
                      <a:pt x="940703" y="975037"/>
                    </a:lnTo>
                    <a:lnTo>
                      <a:pt x="923209" y="972024"/>
                    </a:lnTo>
                    <a:lnTo>
                      <a:pt x="899403" y="983606"/>
                    </a:lnTo>
                    <a:lnTo>
                      <a:pt x="821253" y="933877"/>
                    </a:lnTo>
                    <a:lnTo>
                      <a:pt x="822392" y="892414"/>
                    </a:lnTo>
                    <a:lnTo>
                      <a:pt x="825522" y="876135"/>
                    </a:lnTo>
                    <a:lnTo>
                      <a:pt x="862553" y="872263"/>
                    </a:lnTo>
                    <a:lnTo>
                      <a:pt x="881620" y="8930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4" name="ph9104"/>
              <p:cNvSpPr/>
              <p:nvPr/>
            </p:nvSpPr>
            <p:spPr>
              <a:xfrm>
                <a:off x="2158720" y="2878313"/>
                <a:ext cx="9628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62809" h="914399">
                    <a:moveTo>
                      <a:pt x="914400" y="914399"/>
                    </a:moveTo>
                    <a:lnTo>
                      <a:pt x="903238" y="886471"/>
                    </a:lnTo>
                    <a:lnTo>
                      <a:pt x="901791" y="877734"/>
                    </a:lnTo>
                    <a:lnTo>
                      <a:pt x="914906" y="859856"/>
                    </a:lnTo>
                    <a:lnTo>
                      <a:pt x="923390" y="839604"/>
                    </a:lnTo>
                    <a:lnTo>
                      <a:pt x="945334" y="808511"/>
                    </a:lnTo>
                    <a:lnTo>
                      <a:pt x="957979" y="772081"/>
                    </a:lnTo>
                    <a:lnTo>
                      <a:pt x="962809" y="772654"/>
                    </a:lnTo>
                    <a:lnTo>
                      <a:pt x="957201" y="805093"/>
                    </a:lnTo>
                    <a:lnTo>
                      <a:pt x="928383" y="895579"/>
                    </a:lnTo>
                    <a:lnTo>
                      <a:pt x="922612" y="91244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5" name="ph9105"/>
              <p:cNvSpPr/>
              <p:nvPr/>
            </p:nvSpPr>
            <p:spPr>
              <a:xfrm>
                <a:off x="2496103" y="2807356"/>
                <a:ext cx="921473" cy="934533"/>
              </a:xfrm>
              <a:custGeom>
                <a:avLst/>
                <a:gdLst/>
                <a:ahLst/>
                <a:cxnLst/>
                <a:rect l="0" t="0" r="0" b="0"/>
                <a:pathLst>
                  <a:path w="921473" h="934533">
                    <a:moveTo>
                      <a:pt x="914400" y="914400"/>
                    </a:moveTo>
                    <a:lnTo>
                      <a:pt x="885962" y="910629"/>
                    </a:lnTo>
                    <a:lnTo>
                      <a:pt x="853906" y="934533"/>
                    </a:lnTo>
                    <a:lnTo>
                      <a:pt x="841749" y="926975"/>
                    </a:lnTo>
                    <a:lnTo>
                      <a:pt x="846344" y="911706"/>
                    </a:lnTo>
                    <a:lnTo>
                      <a:pt x="849691" y="906151"/>
                    </a:lnTo>
                    <a:lnTo>
                      <a:pt x="860472" y="899669"/>
                    </a:lnTo>
                    <a:lnTo>
                      <a:pt x="867672" y="890192"/>
                    </a:lnTo>
                    <a:lnTo>
                      <a:pt x="870494" y="875360"/>
                    </a:lnTo>
                    <a:lnTo>
                      <a:pt x="877170" y="883357"/>
                    </a:lnTo>
                    <a:lnTo>
                      <a:pt x="897015" y="886707"/>
                    </a:lnTo>
                    <a:lnTo>
                      <a:pt x="906711" y="891437"/>
                    </a:lnTo>
                    <a:lnTo>
                      <a:pt x="914816" y="898390"/>
                    </a:lnTo>
                    <a:lnTo>
                      <a:pt x="921473" y="9092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6" name="ph9106"/>
              <p:cNvSpPr/>
              <p:nvPr/>
            </p:nvSpPr>
            <p:spPr>
              <a:xfrm>
                <a:off x="2507319" y="2599417"/>
                <a:ext cx="9318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1839" h="914399">
                    <a:moveTo>
                      <a:pt x="914400" y="914399"/>
                    </a:moveTo>
                    <a:lnTo>
                      <a:pt x="910564" y="913625"/>
                    </a:lnTo>
                    <a:lnTo>
                      <a:pt x="904902" y="893508"/>
                    </a:lnTo>
                    <a:lnTo>
                      <a:pt x="914092" y="881269"/>
                    </a:lnTo>
                    <a:lnTo>
                      <a:pt x="919519" y="870882"/>
                    </a:lnTo>
                    <a:lnTo>
                      <a:pt x="923372" y="871185"/>
                    </a:lnTo>
                    <a:lnTo>
                      <a:pt x="928637" y="882414"/>
                    </a:lnTo>
                    <a:lnTo>
                      <a:pt x="931839" y="89973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7" name="ph9107"/>
              <p:cNvSpPr/>
              <p:nvPr/>
            </p:nvSpPr>
            <p:spPr>
              <a:xfrm>
                <a:off x="2108248" y="2846564"/>
                <a:ext cx="9306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26" h="914400">
                    <a:moveTo>
                      <a:pt x="914400" y="914400"/>
                    </a:moveTo>
                    <a:lnTo>
                      <a:pt x="900181" y="906891"/>
                    </a:lnTo>
                    <a:lnTo>
                      <a:pt x="877043" y="878609"/>
                    </a:lnTo>
                    <a:lnTo>
                      <a:pt x="874131" y="871101"/>
                    </a:lnTo>
                    <a:lnTo>
                      <a:pt x="886287" y="875899"/>
                    </a:lnTo>
                    <a:lnTo>
                      <a:pt x="901375" y="890680"/>
                    </a:lnTo>
                    <a:lnTo>
                      <a:pt x="913730" y="893828"/>
                    </a:lnTo>
                    <a:lnTo>
                      <a:pt x="930626" y="906336"/>
                    </a:lnTo>
                    <a:lnTo>
                      <a:pt x="926828" y="91081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8" name="ph9108"/>
              <p:cNvSpPr/>
              <p:nvPr/>
            </p:nvSpPr>
            <p:spPr>
              <a:xfrm>
                <a:off x="2023007" y="2834392"/>
                <a:ext cx="93368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3684" h="914399">
                    <a:moveTo>
                      <a:pt x="914400" y="914399"/>
                    </a:moveTo>
                    <a:lnTo>
                      <a:pt x="904540" y="906066"/>
                    </a:lnTo>
                    <a:lnTo>
                      <a:pt x="886450" y="902834"/>
                    </a:lnTo>
                    <a:lnTo>
                      <a:pt x="879956" y="849772"/>
                    </a:lnTo>
                    <a:lnTo>
                      <a:pt x="881819" y="846624"/>
                    </a:lnTo>
                    <a:lnTo>
                      <a:pt x="890918" y="850344"/>
                    </a:lnTo>
                    <a:lnTo>
                      <a:pt x="922124" y="875091"/>
                    </a:lnTo>
                    <a:lnTo>
                      <a:pt x="933032" y="902178"/>
                    </a:lnTo>
                    <a:lnTo>
                      <a:pt x="933684" y="9096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9" name="ph9109"/>
              <p:cNvSpPr/>
              <p:nvPr/>
            </p:nvSpPr>
            <p:spPr>
              <a:xfrm>
                <a:off x="2140304" y="2526642"/>
                <a:ext cx="9276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623" h="914400">
                    <a:moveTo>
                      <a:pt x="914400" y="914400"/>
                    </a:moveTo>
                    <a:lnTo>
                      <a:pt x="902659" y="907952"/>
                    </a:lnTo>
                    <a:lnTo>
                      <a:pt x="901429" y="885646"/>
                    </a:lnTo>
                    <a:lnTo>
                      <a:pt x="905879" y="865613"/>
                    </a:lnTo>
                    <a:lnTo>
                      <a:pt x="900651" y="847701"/>
                    </a:lnTo>
                    <a:lnTo>
                      <a:pt x="906404" y="836187"/>
                    </a:lnTo>
                    <a:lnTo>
                      <a:pt x="922920" y="863004"/>
                    </a:lnTo>
                    <a:lnTo>
                      <a:pt x="927623" y="875613"/>
                    </a:lnTo>
                    <a:lnTo>
                      <a:pt x="921256" y="890680"/>
                    </a:lnTo>
                    <a:lnTo>
                      <a:pt x="917547" y="90820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0" name="ph9110"/>
              <p:cNvSpPr/>
              <p:nvPr/>
            </p:nvSpPr>
            <p:spPr>
              <a:xfrm>
                <a:off x="2218309" y="2021895"/>
                <a:ext cx="9446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4610" h="914400">
                    <a:moveTo>
                      <a:pt x="914400" y="914400"/>
                    </a:moveTo>
                    <a:lnTo>
                      <a:pt x="888910" y="902969"/>
                    </a:lnTo>
                    <a:lnTo>
                      <a:pt x="900162" y="886993"/>
                    </a:lnTo>
                    <a:lnTo>
                      <a:pt x="928166" y="879636"/>
                    </a:lnTo>
                    <a:lnTo>
                      <a:pt x="944610" y="882061"/>
                    </a:lnTo>
                    <a:lnTo>
                      <a:pt x="926520" y="897919"/>
                    </a:lnTo>
                    <a:lnTo>
                      <a:pt x="921943" y="90631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1" name="ph9111"/>
              <p:cNvSpPr/>
              <p:nvPr/>
            </p:nvSpPr>
            <p:spPr>
              <a:xfrm>
                <a:off x="2966577" y="2788720"/>
                <a:ext cx="930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391" h="914400">
                    <a:moveTo>
                      <a:pt x="914400" y="914400"/>
                    </a:moveTo>
                    <a:lnTo>
                      <a:pt x="883791" y="904737"/>
                    </a:lnTo>
                    <a:lnTo>
                      <a:pt x="846489" y="880848"/>
                    </a:lnTo>
                    <a:lnTo>
                      <a:pt x="851952" y="834032"/>
                    </a:lnTo>
                    <a:lnTo>
                      <a:pt x="861522" y="813797"/>
                    </a:lnTo>
                    <a:lnTo>
                      <a:pt x="929559" y="866270"/>
                    </a:lnTo>
                    <a:lnTo>
                      <a:pt x="930391" y="886050"/>
                    </a:lnTo>
                    <a:lnTo>
                      <a:pt x="921238" y="9085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2" name="pt9112"/>
              <p:cNvSpPr/>
              <p:nvPr/>
            </p:nvSpPr>
            <p:spPr>
              <a:xfrm>
                <a:off x="3424205" y="3385721"/>
                <a:ext cx="117405" cy="117405"/>
              </a:xfrm>
              <a:prstGeom prst="ellipse">
                <a:avLst/>
              </a:prstGeom>
              <a:solidFill>
                <a:srgbClr val="E4F49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3" name="pt9113"/>
              <p:cNvSpPr/>
              <p:nvPr/>
            </p:nvSpPr>
            <p:spPr>
              <a:xfrm>
                <a:off x="3177166" y="2593700"/>
                <a:ext cx="117405" cy="117405"/>
              </a:xfrm>
              <a:prstGeom prst="ellipse">
                <a:avLst/>
              </a:prstGeom>
              <a:solidFill>
                <a:srgbClr val="89CA5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4" name="pt9114"/>
              <p:cNvSpPr/>
              <p:nvPr/>
            </p:nvSpPr>
            <p:spPr>
              <a:xfrm>
                <a:off x="3359280" y="3233464"/>
                <a:ext cx="117405" cy="117405"/>
              </a:xfrm>
              <a:prstGeom prst="ellipse">
                <a:avLst/>
              </a:prstGeom>
              <a:solidFill>
                <a:srgbClr val="CFEB8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5" name="pt9115"/>
              <p:cNvSpPr/>
              <p:nvPr/>
            </p:nvSpPr>
            <p:spPr>
              <a:xfrm>
                <a:off x="3093313" y="2309346"/>
                <a:ext cx="117405" cy="117405"/>
              </a:xfrm>
              <a:prstGeom prst="ellipse">
                <a:avLst/>
              </a:prstGeom>
              <a:solidFill>
                <a:srgbClr val="DEF19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6" name="pt9116"/>
              <p:cNvSpPr/>
              <p:nvPr/>
            </p:nvSpPr>
            <p:spPr>
              <a:xfrm>
                <a:off x="4133456" y="2716913"/>
                <a:ext cx="117405" cy="117405"/>
              </a:xfrm>
              <a:prstGeom prst="ellipse">
                <a:avLst/>
              </a:prstGeom>
              <a:solidFill>
                <a:srgbClr val="6FBC5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7" name="pt9117"/>
              <p:cNvSpPr/>
              <p:nvPr/>
            </p:nvSpPr>
            <p:spPr>
              <a:xfrm>
                <a:off x="4568420" y="1979213"/>
                <a:ext cx="117405" cy="117405"/>
              </a:xfrm>
              <a:prstGeom prst="ellipse">
                <a:avLst/>
              </a:prstGeom>
              <a:solidFill>
                <a:srgbClr val="6BBA5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8" name="pt9118"/>
              <p:cNvSpPr/>
              <p:nvPr/>
            </p:nvSpPr>
            <p:spPr>
              <a:xfrm>
                <a:off x="3439204" y="3509599"/>
                <a:ext cx="117405" cy="117405"/>
              </a:xfrm>
              <a:prstGeom prst="ellipse">
                <a:avLst/>
              </a:prstGeom>
              <a:solidFill>
                <a:srgbClr val="DAEF8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9" name="pt9119"/>
              <p:cNvSpPr/>
              <p:nvPr/>
            </p:nvSpPr>
            <p:spPr>
              <a:xfrm>
                <a:off x="4063301" y="3075721"/>
                <a:ext cx="117405" cy="117405"/>
              </a:xfrm>
              <a:prstGeom prst="ellipse">
                <a:avLst/>
              </a:prstGeom>
              <a:solidFill>
                <a:srgbClr val="A6D86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6" name="tx91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7" name="tx91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38" name="tx91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9" name="tx91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0" name="tx91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1" name="tx91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2" name="tx91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3" name="tx91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4" name="tx91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5" name="tx91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6" name="tx91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7" name="tx91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8" name="tx91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9" name="tx91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0" name="tx91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1" name="tx91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2" name="tx91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3" name="tx91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4" name="tx91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5" name="tx91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6" name="tx91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7" name="tx91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8" name="tx91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9" name="tx91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0" name="tx91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1" name="tx91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2" name="tx91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3" name="tx91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4" name="tx91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5" name="tx91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6" name="tx91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7" name="tx91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8" name="tx91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9" name="tx91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0" name="tx91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1" name="tx91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2" name="tx91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3" name="tx91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4" name="tx91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5" name="tx91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6" name="tx91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7" name="tx91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8" name="tx91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9" name="tx91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0" name="tx91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1" name="tx91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2" name="tx91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3" name="tx91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4" name="tx91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5" name="tx91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6" name="tx91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7" name="tx91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8" name="tx91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9" name="tx91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0" name="tx91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1" name="tx91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2" name="tx91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3" name="tx91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4" name="tx91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5" name="tx91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6" name="tx91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7" name="tx91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8" name="tx91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9" name="tx91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0" name="tx92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1" name="tx92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2" name="tx92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3" name="tx92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4" name="tx92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5" name="tx92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6" name="tx92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7" name="tx92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8" name="tx92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9" name="tx92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0" name="tx92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1" name="tx92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2" name="tx92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3" name="tx92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4" name="tx92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5" name="tx92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6" name="tx92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7" name="tx92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8" name="tx92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9" name="tx92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0" name="tx92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1" name="tx92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2" name="tx92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3" name="tx92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4" name="tx92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5" name="tx92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6" name="tx92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7" name="tx92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8" name="tx92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9" name="tx92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0" name="tx92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1" name="tx92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2" name="tx92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3" name="tx92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4" name="tx92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5" name="tx92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6" name="tx92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7" name="tx92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8" name="tx92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9" name="tx92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0" name="tx92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1" name="tx92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2" name="tx92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3" name="tx92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4" name="tx92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5" name="tx92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6" name="tx92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7" name="tx92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8" name="tx92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9" name="tx92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0" name="tx92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1" name="tx92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2" name="tx92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3" name="tx92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4" name="tx92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5" name="tx92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6" name="tx92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7" name="tx92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8" name="tx92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9" name="tx92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0" name="tx92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1" name="tx92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2" name="tx92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3" name="tx92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4" name="tx92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5" name="tx92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6" name="tx92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7" name="tx92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8" name="tx92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9" name="tx92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0" name="tx92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1" name="tx92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2" name="tx92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3" name="tx92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4" name="tx92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5" name="tx92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6" name="tx92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7" name="tx92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8" name="tx92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9" name="tx92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0" name="tx92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1" name="tx92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2" name="tx92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3" name="tx92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4" name="tx92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5" name="tx92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6" name="tx92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7" name="tx92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8" name="tx92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9" name="tx92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0" name="tx92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1" name="tx92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2" name="tx92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3" name="tx92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4" name="tx92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5" name="tx92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6" name="tx92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7" name="tx92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8" name="tx92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9" name="tx92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0" name="tx93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1" name="tx93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2" name="tx93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3" name="tx93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4" name="tx93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5" name="tx93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6" name="tx93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7" name="tx93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8" name="tx93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9" name="tx93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0" name="tx93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1" name="tx93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2" name="tx93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3" name="tx93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4" name="tx93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5" name="tx93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6" name="tx93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7" name="tx93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8" name="tx93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9" name="tx93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0" name="tx93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1" name="tx93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2" name="tx93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3" name="tx93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4" name="tx93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5" name="tx93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6" name="tx93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7" name="tx93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8" name="tx93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9" name="tx93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0" name="tx93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1" name="tx93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2" name="tx93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3" name="tx93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4" name="tx93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5" name="tx93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6" name="tx93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7" name="tx93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8" name="tx93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9" name="tx93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0" name="tx93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1" name="tx93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2" name="tx93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3" name="tx93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4" name="tx93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5" name="tx93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6" name="tx93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7" name="tx93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8" name="tx93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9" name="tx93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0" name="tx93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1" name="tx93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2" name="tx93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3" name="tx93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4" name="tx93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5" name="tx93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6" name="tx93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7" name="tx93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8" name="tx93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9" name="tx93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0" name="tx93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1" name="tx93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2" name="tx93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3" name="tx93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4" name="tx93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5" name="tx93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6" name="tx93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7" name="tx93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8" name="tx93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9" name="tx93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0" name="tx93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1" name="tx93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2" name="tx93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3" name="tx93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4" name="tx93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5" name="tx93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6" name="tx93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7" name="tx93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8" name="tx93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9" name="tx93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0" name="tx93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1" name="tx93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2" name="tx93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3" name="tx93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4" name="tx93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5" name="tx93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6" name="tx93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7" name="tx93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8" name="tx93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9" name="tx93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0" name="tx93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1" name="tx93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2" name="tx93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3" name="tx93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4" name="tx93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5" name="tx93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6" name="tx93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7" name="tx93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8" name="tx93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9" name="tx93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0" name="tx94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1" name="tx94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2" name="tx94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3" name="tx94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4" name="tx94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5" name="tx94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6" name="tx94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7" name="tx94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8" name="tx94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9" name="tx94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0" name="tx94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1" name="tx94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2" name="tx94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3" name="tx94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4" name="tx94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5" name="tx94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6" name="tx94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7" name="tx94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8" name="tx94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9" name="tx94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0" name="tx94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1" name="tx94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2" name="tx94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3" name="tx94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4" name="tx94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5" name="tx94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6" name="tx94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7" name="tx94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8" name="tx94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9" name="tx94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0" name="tx94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1" name="tx94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2" name="tx94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3" name="tx94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4" name="tx94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5" name="tx94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6" name="tx94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7" name="tx94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8" name="tx94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9" name="tx94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0" name="tx94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1" name="tx94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2" name="tx94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3" name="tx94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4" name="tx94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5" name="tx94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6" name="tx94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7" name="tx94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8" name="tx94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9" name="tx94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0" name="tx94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1" name="tx94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2" name="tx94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3" name="tx94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4" name="tx94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5" name="tx94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6" name="tx94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7" name="tx94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8" name="tx94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9" name="tx94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0" name="tx94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1" name="tx94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2" name="tx94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3" name="tx94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4" name="tx94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5" name="tx94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6" name="tx94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7" name="tx94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8" name="tx94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9" name="tx94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0" name="tx94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1" name="tx94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2" name="tx94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3" name="tx94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4" name="tx94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5" name="tx94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6" name="tx94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7" name="tx94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8" name="tx94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9" name="tx94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0" name="tx94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1" name="tx94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2" name="tx94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3" name="tx94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4" name="tx94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5" name="tx94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6" name="tx94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7" name="tx94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8" name="tx94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9" name="tx94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0" name="tx94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1" name="tx94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2" name="tx94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3" name="tx94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4" name="tx94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5" name="tx94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6" name="tx94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7" name="tx94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8" name="tx94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9" name="tx94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0" name="tx95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1" name="tx95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2" name="tx95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3" name="tx95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4" name="tx95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5" name="tx95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6" name="tx95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7" name="tx95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8" name="tx95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9" name="tx95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0" name="tx95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1" name="tx95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2" name="tx95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3" name="tx95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4" name="tx95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5" name="tx95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6" name="tx95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7" name="tx95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8" name="tx95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9" name="tx95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0" name="tx95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1" name="tx95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2" name="tx95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3" name="tx95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4" name="tx95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5" name="tx95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6" name="tx95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7" name="tx95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8" name="tx95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9" name="tx95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0" name="tx95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1" name="tx95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2" name="tx95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3" name="tx95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4" name="tx95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5" name="tx95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6" name="tx95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7" name="tx95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8" name="tx95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9" name="tx95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0" name="tx95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1" name="tx95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2" name="tx95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3" name="tx95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4" name="tx95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5" name="tx95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6" name="tx95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7" name="tx95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8" name="tx95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9" name="tx95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0" name="tx95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1" name="tx95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2" name="tx95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3" name="tx95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4" name="tx95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5" name="tx95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6" name="tx95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7" name="tx95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8" name="tx95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9" name="tx95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0" name="tx95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1" name="tx95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2" name="tx95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3" name="tx95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4" name="tx95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5" name="tx95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6" name="tx95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7" name="tx95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8" name="tx95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9" name="tx95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0" name="tx95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1" name="tx95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2" name="tx95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3" name="tx95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4" name="tx95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5" name="tx95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6" name="tx95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7" name="tx95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8" name="tx95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9" name="tx95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0" name="tx95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1" name="tx95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2" name="tx95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3" name="tx95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4" name="tx95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5" name="tx95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6" name="tx95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7" name="tx95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8" name="tx95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9" name="tx95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0" name="tx95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1" name="tx95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2" name="tx95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3" name="tx95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4" name="tx95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5" name="tx95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6" name="tx95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7" name="tx95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8" name="tx95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9" name="tx95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0" name="tx96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1" name="tx96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2" name="tx96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3" name="tx96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4" name="tx96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5" name="tx96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6" name="tx96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7" name="tx96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8" name="tx96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9" name="tx96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0" name="tx96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1" name="tx96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2" name="tx96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3" name="tx96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4" name="tx96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5" name="tx96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6" name="tx96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7" name="tx96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8" name="tx96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9" name="tx96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0" name="tx96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1" name="tx96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2" name="tx96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3" name="tx96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4" name="tx96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5" name="tx96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6" name="tx96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7" name="tx96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8" name="tx96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9" name="tx96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0" name="tx96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1" name="tx96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2" name="tx96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3" name="tx96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4" name="tx96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5" name="tx96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6" name="tx96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7" name="tx96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8" name="tx96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9" name="tx96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0" name="tx96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1" name="tx96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2" name="tx96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3" name="tx96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4" name="tx96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5" name="tx96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6" name="tx96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7" name="tx96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8" name="tx96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9" name="tx96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0" name="tx96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1" name="tx96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2" name="tx96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3" name="tx96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4" name="tx96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5" name="tx96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6" name="tx96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7" name="tx96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8" name="tx96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9" name="tx96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0" name="tx96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1" name="tx96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2" name="tx96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3" name="tx96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4" name="tx96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5" name="tx96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6" name="tx96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7" name="tx96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8" name="tx96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9" name="tx96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0" name="tx96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1" name="tx96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2" name="tx96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3" name="tx96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4" name="tx96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5" name="tx96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6" name="tx96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7" name="tx96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8" name="tx96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9" name="tx96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0" name="tx96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1" name="tx96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2" name="tx96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3" name="tx96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4" name="tx96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5" name="tx96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6" name="tx96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7" name="tx96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8" name="tx96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9" name="tx96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0" name="tx96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1" name="tx96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2" name="tx96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3" name="tx96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4" name="tx96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5" name="tx96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6" name="tx96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7" name="tx96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8" name="tx96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9" name="tx96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0" name="tx97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1" name="tx97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2" name="tx97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3" name="tx97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4" name="tx97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5" name="tx97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6" name="tx97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7" name="tx97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8" name="tx97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9" name="tx97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0" name="tx97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1" name="tx97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2" name="tx97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3" name="tx97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4" name="tx97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5" name="tx97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6" name="tx97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7" name="tx97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8" name="tx97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9" name="tx97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0" name="tx97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1" name="tx97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2" name="tx97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3" name="tx97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4" name="tx97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5" name="tx97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6" name="tx97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7" name="tx97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8" name="tx97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9" name="tx97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0" name="tx97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1" name="tx97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2" name="tx97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3" name="tx97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4" name="tx97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5" name="tx97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6" name="tx97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7" name="tx97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8" name="tx97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9" name="tx97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0" name="tx97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1" name="tx97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2" name="tx97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3" name="tx97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4" name="tx97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5" name="tx97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6" name="tx97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7" name="tx97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8" name="tx97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9" name="tx97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0" name="tx97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1" name="tx97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2" name="tx97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3" name="tx97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4" name="tx97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5" name="tx97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6" name="tx97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7" name="tx97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8" name="tx97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9" name="tx97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0" name="tx97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1" name="tx97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2" name="tx97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3" name="tx97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4" name="tx97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5" name="tx97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6" name="tx97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7" name="tx97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8" name="tx97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9" name="tx97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0" name="tx97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1" name="tx97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2" name="tx97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3" name="tx97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4" name="tx97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5" name="tx97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6" name="tx97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7" name="tx97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8" name="tx97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9" name="tx97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0" name="tx97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1" name="tx97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2" name="tx97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3" name="tx97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4" name="tx97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5" name="tx97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6" name="tx97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7" name="tx97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8" name="tx97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9" name="tx97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0" name="tx97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1" name="tx97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2" name="tx97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3" name="tx97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4" name="tx97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5" name="tx97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6" name="tx97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7" name="tx97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8" name="tx97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9" name="tx97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0" name="tx98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1" name="tx98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2" name="tx98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3" name="tx98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4" name="tx98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5" name="tx98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6" name="tx98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7" name="tx98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8" name="tx98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9" name="tx98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0" name="tx98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1" name="tx98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2" name="tx98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3" name="tx98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4" name="tx98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5" name="tx98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6" name="tx98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7" name="tx98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8" name="tx98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9" name="tx98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0" name="tx98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1" name="tx98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2" name="tx98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3" name="tx98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4" name="tx98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5" name="tx98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6" name="tx98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7" name="tx98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8" name="tx98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9" name="tx98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0" name="tx98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1" name="tx98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2" name="tx98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3" name="tx98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4" name="tx98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5" name="tx98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6" name="tx98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7" name="tx98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8" name="tx98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9" name="tx98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0" name="tx98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1" name="tx98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2" name="tx98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3" name="tx98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4" name="tx98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5" name="tx98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6" name="tx98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7" name="tx98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8" name="tx98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9" name="tx98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0" name="tx98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1" name="tx98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2" name="tx98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3" name="tx98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4" name="tx98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5" name="tx98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6" name="tx98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7" name="tx98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8" name="tx98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9" name="tx98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0" name="tx98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1" name="tx98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2" name="tx98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3" name="tx98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4" name="tx98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5" name="tx98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6" name="tx98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7" name="tx98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8" name="tx98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9" name="tx98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0" name="tx98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1" name="tx98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2" name="tx98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3" name="tx98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4" name="tx98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5" name="tx98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6" name="tx98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7" name="tx98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8" name="tx98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9" name="tx98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0" name="tx98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1" name="tx98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2" name="tx98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3" name="tx98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4" name="tx98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5" name="tx98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6" name="tx98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7" name="tx98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8" name="tx98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9" name="tx98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0" name="tx98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1" name="tx98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2" name="tx98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3" name="tx98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4" name="tx98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5" name="tx98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6" name="tx98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7" name="tx98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8" name="tx98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9" name="tx98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0" name="tx99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1" name="tx99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2" name="tx99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3" name="tx99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4" name="tx99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5" name="tx99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6" name="tx99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7" name="tx99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8" name="tx99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9" name="tx99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0" name="tx99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1" name="tx99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2" name="tx99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3" name="tx99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4" name="tx99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5" name="tx99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6" name="tx99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7" name="tx99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8" name="tx99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9" name="tx99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0" name="tx99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1" name="tx99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2" name="tx99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3" name="tx99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4" name="tx99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5" name="tx99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6" name="tx99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7" name="tx99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8" name="tx99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9" name="tx99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0" name="tx99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1" name="tx99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2" name="tx99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3" name="tx99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4" name="tx99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5" name="tx99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6" name="tx99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7" name="tx99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8" name="tx99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9" name="tx99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0" name="tx99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1" name="tx99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2" name="tx99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3" name="tx99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4" name="tx99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5" name="tx99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6" name="tx99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7" name="tx99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8" name="tx99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9" name="tx99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0" name="tx99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1" name="tx99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2" name="tx99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3" name="tx99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4" name="tx99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5" name="tx99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6" name="tx99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7" name="tx99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8" name="tx99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9" name="tx99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0" name="tx99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1" name="tx99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2" name="tx99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3" name="tx99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4" name="tx99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5" name="tx99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6" name="tx99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7" name="tx99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8" name="tx99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9" name="tx99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0" name="tx99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1" name="tx99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2" name="tx99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3" name="tx99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4" name="tx99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5" name="tx99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6" name="tx99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7" name="tx99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8" name="tx99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9" name="tx99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0" name="tx99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1" name="tx99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2" name="tx99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3" name="tx99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4" name="tx99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5" name="tx99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6" name="tx99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7" name="tx99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8" name="tx99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9" name="tx99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0" name="tx99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1" name="tx99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2" name="tx99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3" name="tx99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4" name="tx99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5" name="tx99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6" name="tx99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7" name="tx99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8" name="tx99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9" name="tx99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0" name="tx100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1" name="tx100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2" name="tx100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3" name="tx100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4" name="tx100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5" name="tx100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6" name="tx100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7" name="tx100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8" name="tx100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9" name="tx100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0" name="tx100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1" name="tx100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2" name="tx100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3" name="tx100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4" name="tx100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5" name="tx100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6" name="tx100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7" name="tx100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8" name="tx100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9" name="tx100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0" name="tx100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1" name="tx100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2" name="tx100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3" name="tx100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4" name="tx100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5" name="tx100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6" name="tx100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7" name="tx100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8" name="tx100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9" name="tx100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0" name="tx100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1" name="tx100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2" name="tx100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3" name="tx100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4" name="tx100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5" name="tx100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6" name="tx100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7" name="tx100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8" name="tx100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9" name="tx100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0" name="tx100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1" name="tx100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2" name="tx100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3" name="tx100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4" name="tx100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5" name="tx100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6" name="tx100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7" name="tx100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8" name="tx100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9" name="tx100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0" name="tx100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1" name="tx100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2" name="tx100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3" name="tx100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4" name="tx100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5" name="tx100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6" name="tx100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7" name="tx100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8" name="tx100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9" name="tx100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0" name="tx100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1" name="tx100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2" name="tx100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3" name="tx100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4" name="tx100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5" name="tx100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6" name="tx100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7" name="tx100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8" name="tx100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9" name="tx100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0" name="tx100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1" name="tx100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2" name="tx100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3" name="tx100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4" name="tx100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5" name="tx100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6" name="tx100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7" name="tx100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8" name="tx100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9" name="tx100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0" name="tx100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1" name="tx100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2" name="tx100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3" name="tx100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4" name="tx100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5" name="tx100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6" name="tx100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7" name="tx100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8" name="tx100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9" name="tx100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0" name="tx100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1" name="tx100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2" name="tx100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3" name="tx100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4" name="tx100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5" name="tx100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6" name="tx100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7" name="tx100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8" name="tx100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9" name="tx100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0" name="tx101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1" name="tx101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2" name="tx101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3" name="tx101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4" name="rc10104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5" name="tx10105"/>
              <p:cNvSpPr/>
              <p:nvPr/>
            </p:nvSpPr>
            <p:spPr>
              <a:xfrm>
                <a:off x="2151360" y="4008899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10106" name="tx10106"/>
              <p:cNvSpPr/>
              <p:nvPr/>
            </p:nvSpPr>
            <p:spPr>
              <a:xfrm>
                <a:off x="2275718" y="399042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07" name="tx10107"/>
              <p:cNvSpPr/>
              <p:nvPr/>
            </p:nvSpPr>
            <p:spPr>
              <a:xfrm>
                <a:off x="2320432" y="4008899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08" name="tx10108"/>
              <p:cNvSpPr/>
              <p:nvPr/>
            </p:nvSpPr>
            <p:spPr>
              <a:xfrm>
                <a:off x="2151360" y="366413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10109" name="tx10109"/>
              <p:cNvSpPr/>
              <p:nvPr/>
            </p:nvSpPr>
            <p:spPr>
              <a:xfrm>
                <a:off x="2275718" y="364565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0" name="tx10110"/>
              <p:cNvSpPr/>
              <p:nvPr/>
            </p:nvSpPr>
            <p:spPr>
              <a:xfrm>
                <a:off x="2320432" y="366413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1" name="tx10111"/>
              <p:cNvSpPr/>
              <p:nvPr/>
            </p:nvSpPr>
            <p:spPr>
              <a:xfrm>
                <a:off x="2151360" y="331954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10112" name="tx10112"/>
              <p:cNvSpPr/>
              <p:nvPr/>
            </p:nvSpPr>
            <p:spPr>
              <a:xfrm>
                <a:off x="2275718" y="330107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3" name="tx10113"/>
              <p:cNvSpPr/>
              <p:nvPr/>
            </p:nvSpPr>
            <p:spPr>
              <a:xfrm>
                <a:off x="2320432" y="331954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4" name="tx10114"/>
              <p:cNvSpPr/>
              <p:nvPr/>
            </p:nvSpPr>
            <p:spPr>
              <a:xfrm>
                <a:off x="2151360" y="297459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10115" name="tx10115"/>
              <p:cNvSpPr/>
              <p:nvPr/>
            </p:nvSpPr>
            <p:spPr>
              <a:xfrm>
                <a:off x="2275718" y="295612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6" name="tx10116"/>
              <p:cNvSpPr/>
              <p:nvPr/>
            </p:nvSpPr>
            <p:spPr>
              <a:xfrm>
                <a:off x="2320432" y="297459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7" name="tx10117"/>
              <p:cNvSpPr/>
              <p:nvPr/>
            </p:nvSpPr>
            <p:spPr>
              <a:xfrm>
                <a:off x="2151360" y="263000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10118" name="tx10118"/>
              <p:cNvSpPr/>
              <p:nvPr/>
            </p:nvSpPr>
            <p:spPr>
              <a:xfrm>
                <a:off x="2275718" y="261153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9" name="tx10119"/>
              <p:cNvSpPr/>
              <p:nvPr/>
            </p:nvSpPr>
            <p:spPr>
              <a:xfrm>
                <a:off x="2320432" y="2630005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0" name="tx10120"/>
              <p:cNvSpPr/>
              <p:nvPr/>
            </p:nvSpPr>
            <p:spPr>
              <a:xfrm>
                <a:off x="2151360" y="228523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10121" name="tx10121"/>
              <p:cNvSpPr/>
              <p:nvPr/>
            </p:nvSpPr>
            <p:spPr>
              <a:xfrm>
                <a:off x="2275718" y="226676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2" name="tx10122"/>
              <p:cNvSpPr/>
              <p:nvPr/>
            </p:nvSpPr>
            <p:spPr>
              <a:xfrm>
                <a:off x="2320432" y="228523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3" name="tx10123"/>
              <p:cNvSpPr/>
              <p:nvPr/>
            </p:nvSpPr>
            <p:spPr>
              <a:xfrm>
                <a:off x="2151360" y="194046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10124" name="tx10124"/>
              <p:cNvSpPr/>
              <p:nvPr/>
            </p:nvSpPr>
            <p:spPr>
              <a:xfrm>
                <a:off x="2275718" y="192199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5" name="tx10125"/>
              <p:cNvSpPr/>
              <p:nvPr/>
            </p:nvSpPr>
            <p:spPr>
              <a:xfrm>
                <a:off x="2320432" y="194046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6" name="tx10126"/>
              <p:cNvSpPr/>
              <p:nvPr/>
            </p:nvSpPr>
            <p:spPr>
              <a:xfrm>
                <a:off x="2151360" y="1595697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10127" name="tx10127"/>
              <p:cNvSpPr/>
              <p:nvPr/>
            </p:nvSpPr>
            <p:spPr>
              <a:xfrm>
                <a:off x="2275718" y="1577226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8" name="tx10128"/>
              <p:cNvSpPr/>
              <p:nvPr/>
            </p:nvSpPr>
            <p:spPr>
              <a:xfrm>
                <a:off x="2320432" y="1595697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9" name="pl10129"/>
              <p:cNvSpPr/>
              <p:nvPr/>
            </p:nvSpPr>
            <p:spPr>
              <a:xfrm>
                <a:off x="2428918" y="404959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0" name="pl10130"/>
              <p:cNvSpPr/>
              <p:nvPr/>
            </p:nvSpPr>
            <p:spPr>
              <a:xfrm>
                <a:off x="2428918" y="370482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1" name="pl10131"/>
              <p:cNvSpPr/>
              <p:nvPr/>
            </p:nvSpPr>
            <p:spPr>
              <a:xfrm>
                <a:off x="2428918" y="336005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2" name="pl10132"/>
              <p:cNvSpPr/>
              <p:nvPr/>
            </p:nvSpPr>
            <p:spPr>
              <a:xfrm>
                <a:off x="2428918" y="301528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3" name="pl10133"/>
              <p:cNvSpPr/>
              <p:nvPr/>
            </p:nvSpPr>
            <p:spPr>
              <a:xfrm>
                <a:off x="2428918" y="2670513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4" name="pl10134"/>
              <p:cNvSpPr/>
              <p:nvPr/>
            </p:nvSpPr>
            <p:spPr>
              <a:xfrm>
                <a:off x="2428918" y="232574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5" name="pl10135"/>
              <p:cNvSpPr/>
              <p:nvPr/>
            </p:nvSpPr>
            <p:spPr>
              <a:xfrm>
                <a:off x="2428918" y="198097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6" name="pl10136"/>
              <p:cNvSpPr/>
              <p:nvPr/>
            </p:nvSpPr>
            <p:spPr>
              <a:xfrm>
                <a:off x="2428918" y="163620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7" name="pl10137"/>
              <p:cNvSpPr/>
              <p:nvPr/>
            </p:nvSpPr>
            <p:spPr>
              <a:xfrm>
                <a:off x="257485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8" name="pl10138"/>
              <p:cNvSpPr/>
              <p:nvPr/>
            </p:nvSpPr>
            <p:spPr>
              <a:xfrm>
                <a:off x="294534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9" name="pl10139"/>
              <p:cNvSpPr/>
              <p:nvPr/>
            </p:nvSpPr>
            <p:spPr>
              <a:xfrm>
                <a:off x="331583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0" name="pl10140"/>
              <p:cNvSpPr/>
              <p:nvPr/>
            </p:nvSpPr>
            <p:spPr>
              <a:xfrm>
                <a:off x="3686326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1" name="pl10141"/>
              <p:cNvSpPr/>
              <p:nvPr/>
            </p:nvSpPr>
            <p:spPr>
              <a:xfrm>
                <a:off x="4056815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2" name="pl10142"/>
              <p:cNvSpPr/>
              <p:nvPr/>
            </p:nvSpPr>
            <p:spPr>
              <a:xfrm>
                <a:off x="4427303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3" name="pl10143"/>
              <p:cNvSpPr/>
              <p:nvPr/>
            </p:nvSpPr>
            <p:spPr>
              <a:xfrm>
                <a:off x="4797792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4" name="tx10144"/>
              <p:cNvSpPr/>
              <p:nvPr/>
            </p:nvSpPr>
            <p:spPr>
              <a:xfrm>
                <a:off x="2468606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10145" name="tx10145"/>
              <p:cNvSpPr/>
              <p:nvPr/>
            </p:nvSpPr>
            <p:spPr>
              <a:xfrm>
                <a:off x="25618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6" name="tx10146"/>
              <p:cNvSpPr/>
              <p:nvPr/>
            </p:nvSpPr>
            <p:spPr>
              <a:xfrm>
                <a:off x="26065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47" name="tx10147"/>
              <p:cNvSpPr/>
              <p:nvPr/>
            </p:nvSpPr>
            <p:spPr>
              <a:xfrm>
                <a:off x="282355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10148" name="tx10148"/>
              <p:cNvSpPr/>
              <p:nvPr/>
            </p:nvSpPr>
            <p:spPr>
              <a:xfrm>
                <a:off x="294790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9" name="tx10149"/>
              <p:cNvSpPr/>
              <p:nvPr/>
            </p:nvSpPr>
            <p:spPr>
              <a:xfrm>
                <a:off x="299262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0" name="tx10150"/>
              <p:cNvSpPr/>
              <p:nvPr/>
            </p:nvSpPr>
            <p:spPr>
              <a:xfrm>
                <a:off x="3194039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10151" name="tx10151"/>
              <p:cNvSpPr/>
              <p:nvPr/>
            </p:nvSpPr>
            <p:spPr>
              <a:xfrm>
                <a:off x="331839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2" name="tx10152"/>
              <p:cNvSpPr/>
              <p:nvPr/>
            </p:nvSpPr>
            <p:spPr>
              <a:xfrm>
                <a:off x="336311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3" name="tx10153"/>
              <p:cNvSpPr/>
              <p:nvPr/>
            </p:nvSpPr>
            <p:spPr>
              <a:xfrm>
                <a:off x="3564528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10154" name="tx10154"/>
              <p:cNvSpPr/>
              <p:nvPr/>
            </p:nvSpPr>
            <p:spPr>
              <a:xfrm>
                <a:off x="3688886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5" name="tx10155"/>
              <p:cNvSpPr/>
              <p:nvPr/>
            </p:nvSpPr>
            <p:spPr>
              <a:xfrm>
                <a:off x="3733600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6" name="tx10156"/>
              <p:cNvSpPr/>
              <p:nvPr/>
            </p:nvSpPr>
            <p:spPr>
              <a:xfrm>
                <a:off x="3935017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10157" name="tx10157"/>
              <p:cNvSpPr/>
              <p:nvPr/>
            </p:nvSpPr>
            <p:spPr>
              <a:xfrm>
                <a:off x="40593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8" name="tx10158"/>
              <p:cNvSpPr/>
              <p:nvPr/>
            </p:nvSpPr>
            <p:spPr>
              <a:xfrm>
                <a:off x="41040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9" name="tx10159"/>
              <p:cNvSpPr/>
              <p:nvPr/>
            </p:nvSpPr>
            <p:spPr>
              <a:xfrm>
                <a:off x="4305505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10160" name="tx10160"/>
              <p:cNvSpPr/>
              <p:nvPr/>
            </p:nvSpPr>
            <p:spPr>
              <a:xfrm>
                <a:off x="4429864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1" name="tx10161"/>
              <p:cNvSpPr/>
              <p:nvPr/>
            </p:nvSpPr>
            <p:spPr>
              <a:xfrm>
                <a:off x="4474578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2" name="tx10162"/>
              <p:cNvSpPr/>
              <p:nvPr/>
            </p:nvSpPr>
            <p:spPr>
              <a:xfrm>
                <a:off x="4675994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10163" name="tx10163"/>
              <p:cNvSpPr/>
              <p:nvPr/>
            </p:nvSpPr>
            <p:spPr>
              <a:xfrm>
                <a:off x="4800353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4" name="tx10164"/>
              <p:cNvSpPr/>
              <p:nvPr/>
            </p:nvSpPr>
            <p:spPr>
              <a:xfrm>
                <a:off x="4845067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5" name="tx10165"/>
              <p:cNvSpPr/>
              <p:nvPr/>
            </p:nvSpPr>
            <p:spPr>
              <a:xfrm>
                <a:off x="3379362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10166" name="tx10166"/>
              <p:cNvSpPr/>
              <p:nvPr/>
            </p:nvSpPr>
            <p:spPr>
              <a:xfrm rot="-5400000">
                <a:off x="1788433" y="2792880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10167" name="rc10167"/>
              <p:cNvSpPr/>
              <p:nvPr/>
            </p:nvSpPr>
            <p:spPr>
              <a:xfrm>
                <a:off x="5048117" y="2049696"/>
                <a:ext cx="737195" cy="158640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8" name="tx10168"/>
              <p:cNvSpPr/>
              <p:nvPr/>
            </p:nvSpPr>
            <p:spPr>
              <a:xfrm>
                <a:off x="5117706" y="2134007"/>
                <a:ext cx="59801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Genomic </a:t>
                </a:r>
              </a:p>
            </p:txBody>
          </p:sp>
          <p:sp>
            <p:nvSpPr>
              <p:cNvPr id="10169" name="tx10169"/>
              <p:cNvSpPr/>
              <p:nvPr/>
            </p:nvSpPr>
            <p:spPr>
              <a:xfrm>
                <a:off x="5117706" y="2284883"/>
                <a:ext cx="37033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Offset</a:t>
                </a:r>
              </a:p>
            </p:txBody>
          </p:sp>
          <p:pic>
            <p:nvPicPr>
              <p:cNvPr id="10170" name="pic10170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17706" y="2469230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10171" name="pl10171"/>
              <p:cNvSpPr/>
              <p:nvPr/>
            </p:nvSpPr>
            <p:spPr>
              <a:xfrm>
                <a:off x="5293271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2" name="pl10172"/>
              <p:cNvSpPr/>
              <p:nvPr/>
            </p:nvSpPr>
            <p:spPr>
              <a:xfrm>
                <a:off x="5293271" y="32673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3" name="pl10173"/>
              <p:cNvSpPr/>
              <p:nvPr/>
            </p:nvSpPr>
            <p:spPr>
              <a:xfrm>
                <a:off x="5293271" y="297004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4" name="pl10174"/>
              <p:cNvSpPr/>
              <p:nvPr/>
            </p:nvSpPr>
            <p:spPr>
              <a:xfrm>
                <a:off x="5293271" y="267272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5" name="pl10175"/>
              <p:cNvSpPr/>
              <p:nvPr/>
            </p:nvSpPr>
            <p:spPr>
              <a:xfrm>
                <a:off x="5117706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6" name="pl10176"/>
              <p:cNvSpPr/>
              <p:nvPr/>
            </p:nvSpPr>
            <p:spPr>
              <a:xfrm>
                <a:off x="5117706" y="32673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7" name="pl10177"/>
              <p:cNvSpPr/>
              <p:nvPr/>
            </p:nvSpPr>
            <p:spPr>
              <a:xfrm>
                <a:off x="5117706" y="297004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8" name="pl10178"/>
              <p:cNvSpPr/>
              <p:nvPr/>
            </p:nvSpPr>
            <p:spPr>
              <a:xfrm>
                <a:off x="5117706" y="267272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9" name="tx10179"/>
              <p:cNvSpPr/>
              <p:nvPr/>
            </p:nvSpPr>
            <p:spPr>
              <a:xfrm>
                <a:off x="5406751" y="3524676"/>
                <a:ext cx="15544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</a:t>
                </a:r>
              </a:p>
            </p:txBody>
          </p:sp>
          <p:sp>
            <p:nvSpPr>
              <p:cNvPr id="10180" name="tx10180"/>
              <p:cNvSpPr/>
              <p:nvPr/>
            </p:nvSpPr>
            <p:spPr>
              <a:xfrm>
                <a:off x="5406751" y="3227357"/>
                <a:ext cx="15544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2.5</a:t>
                </a:r>
              </a:p>
            </p:txBody>
          </p:sp>
          <p:sp>
            <p:nvSpPr>
              <p:cNvPr id="10181" name="tx10181"/>
              <p:cNvSpPr/>
              <p:nvPr/>
            </p:nvSpPr>
            <p:spPr>
              <a:xfrm>
                <a:off x="5406751" y="2930038"/>
                <a:ext cx="15544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5.0</a:t>
                </a:r>
              </a:p>
            </p:txBody>
          </p:sp>
          <p:sp>
            <p:nvSpPr>
              <p:cNvPr id="10182" name="tx10182"/>
              <p:cNvSpPr/>
              <p:nvPr/>
            </p:nvSpPr>
            <p:spPr>
              <a:xfrm>
                <a:off x="5406751" y="2632719"/>
                <a:ext cx="15544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7.5</a:t>
                </a:r>
              </a:p>
            </p:txBody>
          </p:sp>
          <p:sp>
            <p:nvSpPr>
              <p:cNvPr id="10183" name="tx10183"/>
              <p:cNvSpPr/>
              <p:nvPr/>
            </p:nvSpPr>
            <p:spPr>
              <a:xfrm>
                <a:off x="2463713" y="1316468"/>
                <a:ext cx="1071859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Future Treatment</a:t>
                </a:r>
              </a:p>
            </p:txBody>
          </p:sp>
          <p:sp>
            <p:nvSpPr>
              <p:cNvPr id="10184" name="tx10184"/>
              <p:cNvSpPr/>
              <p:nvPr/>
            </p:nvSpPr>
            <p:spPr>
              <a:xfrm>
                <a:off x="2463713" y="986823"/>
                <a:ext cx="1410096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(D) Predicted </a:t>
                </a:r>
              </a:p>
            </p:txBody>
          </p:sp>
          <p:sp>
            <p:nvSpPr>
              <p:cNvPr id="10185" name="tx10185"/>
              <p:cNvSpPr/>
              <p:nvPr/>
            </p:nvSpPr>
            <p:spPr>
              <a:xfrm>
                <a:off x="3873809" y="986823"/>
                <a:ext cx="165049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R</a:t>
                </a:r>
              </a:p>
            </p:txBody>
          </p:sp>
          <p:sp>
            <p:nvSpPr>
              <p:cNvPr id="10186" name="tx10186"/>
              <p:cNvSpPr/>
              <p:nvPr/>
            </p:nvSpPr>
            <p:spPr>
              <a:xfrm>
                <a:off x="4038858" y="986823"/>
                <a:ext cx="165049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D</a:t>
                </a:r>
              </a:p>
            </p:txBody>
          </p:sp>
          <p:sp>
            <p:nvSpPr>
              <p:cNvPr id="10187" name="tx10187"/>
              <p:cNvSpPr/>
              <p:nvPr/>
            </p:nvSpPr>
            <p:spPr>
              <a:xfrm>
                <a:off x="4203907" y="986823"/>
                <a:ext cx="15243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A</a:t>
                </a:r>
              </a:p>
            </p:txBody>
          </p:sp>
          <p:sp>
            <p:nvSpPr>
              <p:cNvPr id="10188" name="tx10188"/>
              <p:cNvSpPr/>
              <p:nvPr/>
            </p:nvSpPr>
            <p:spPr>
              <a:xfrm>
                <a:off x="4356338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</a:t>
                </a:r>
              </a:p>
            </p:txBody>
          </p:sp>
          <p:sp>
            <p:nvSpPr>
              <p:cNvPr id="10189" name="tx10189"/>
              <p:cNvSpPr/>
              <p:nvPr/>
            </p:nvSpPr>
            <p:spPr>
              <a:xfrm>
                <a:off x="4445309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90" name="tx10190"/>
              <p:cNvSpPr/>
              <p:nvPr/>
            </p:nvSpPr>
            <p:spPr>
              <a:xfrm>
                <a:off x="4489749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91" name="tx10191"/>
              <p:cNvSpPr/>
              <p:nvPr/>
            </p:nvSpPr>
            <p:spPr>
              <a:xfrm>
                <a:off x="4534189" y="1077527"/>
                <a:ext cx="80010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</a:t>
                </a:r>
              </a:p>
            </p:txBody>
          </p:sp>
          <p:sp>
            <p:nvSpPr>
              <p:cNvPr id="10192" name="tx10192"/>
              <p:cNvSpPr/>
              <p:nvPr/>
            </p:nvSpPr>
            <p:spPr>
              <a:xfrm>
                <a:off x="4614199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93" name="tx10193"/>
              <p:cNvSpPr/>
              <p:nvPr/>
            </p:nvSpPr>
            <p:spPr>
              <a:xfrm>
                <a:off x="4703170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t</a:t>
                </a:r>
              </a:p>
            </p:txBody>
          </p:sp>
        </p:grpSp>
        <p:grpSp>
          <p:nvGrpSpPr>
            <p:cNvPr id="10194" name="Group 10193">
              <a:extLst>
                <a:ext uri="{FF2B5EF4-FFF2-40B4-BE49-F238E27FC236}">
                  <a16:creationId xmlns:a16="http://schemas.microsoft.com/office/drawing/2014/main" id="{3ACE3F53-28AC-0400-97D9-EC93B1CE346C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195" name="pg9120">
                <a:extLst>
                  <a:ext uri="{FF2B5EF4-FFF2-40B4-BE49-F238E27FC236}">
                    <a16:creationId xmlns:a16="http://schemas.microsoft.com/office/drawing/2014/main" id="{680A3C72-CBD0-7770-F8C1-38CFD5A7046F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6" name="tx9121">
                <a:extLst>
                  <a:ext uri="{FF2B5EF4-FFF2-40B4-BE49-F238E27FC236}">
                    <a16:creationId xmlns:a16="http://schemas.microsoft.com/office/drawing/2014/main" id="{CB7023D6-FD63-A442-B42F-79703C77999D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197" name="pg9122">
                <a:extLst>
                  <a:ext uri="{FF2B5EF4-FFF2-40B4-BE49-F238E27FC236}">
                    <a16:creationId xmlns:a16="http://schemas.microsoft.com/office/drawing/2014/main" id="{85AE337C-B56F-451E-B266-9BA89905FB1E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8" name="tx9123">
                <a:extLst>
                  <a:ext uri="{FF2B5EF4-FFF2-40B4-BE49-F238E27FC236}">
                    <a16:creationId xmlns:a16="http://schemas.microsoft.com/office/drawing/2014/main" id="{65DE5D18-110D-ED28-45B9-5CC5EF9B647B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199" name="pg9124">
                <a:extLst>
                  <a:ext uri="{FF2B5EF4-FFF2-40B4-BE49-F238E27FC236}">
                    <a16:creationId xmlns:a16="http://schemas.microsoft.com/office/drawing/2014/main" id="{CB0CE433-2E18-3CA7-E1E5-713EB4D6969A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0" name="tx9125">
                <a:extLst>
                  <a:ext uri="{FF2B5EF4-FFF2-40B4-BE49-F238E27FC236}">
                    <a16:creationId xmlns:a16="http://schemas.microsoft.com/office/drawing/2014/main" id="{70A7CF17-C85A-D3DF-368A-1D080AA73EB9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201" name="pg9126">
                <a:extLst>
                  <a:ext uri="{FF2B5EF4-FFF2-40B4-BE49-F238E27FC236}">
                    <a16:creationId xmlns:a16="http://schemas.microsoft.com/office/drawing/2014/main" id="{BE129BA3-177B-C9B5-9D74-C2932E5A1C11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2" name="tx9127">
                <a:extLst>
                  <a:ext uri="{FF2B5EF4-FFF2-40B4-BE49-F238E27FC236}">
                    <a16:creationId xmlns:a16="http://schemas.microsoft.com/office/drawing/2014/main" id="{4AE7B709-5EF0-1ED9-BAC4-B221407669EE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203" name="pg9128">
                <a:extLst>
                  <a:ext uri="{FF2B5EF4-FFF2-40B4-BE49-F238E27FC236}">
                    <a16:creationId xmlns:a16="http://schemas.microsoft.com/office/drawing/2014/main" id="{B9A9F138-1883-8137-5491-05474A9F4C8F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4" name="tx9129">
                <a:extLst>
                  <a:ext uri="{FF2B5EF4-FFF2-40B4-BE49-F238E27FC236}">
                    <a16:creationId xmlns:a16="http://schemas.microsoft.com/office/drawing/2014/main" id="{4D92594C-26F4-DCAE-A4AB-72CFB4835628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205" name="pg9130">
                <a:extLst>
                  <a:ext uri="{FF2B5EF4-FFF2-40B4-BE49-F238E27FC236}">
                    <a16:creationId xmlns:a16="http://schemas.microsoft.com/office/drawing/2014/main" id="{46CCB43C-F3FA-FED2-1423-12D91FB8ECC4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6" name="tx9131">
                <a:extLst>
                  <a:ext uri="{FF2B5EF4-FFF2-40B4-BE49-F238E27FC236}">
                    <a16:creationId xmlns:a16="http://schemas.microsoft.com/office/drawing/2014/main" id="{183E9BB7-031E-93AF-B7DE-FB8DAB08B50B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207" name="pg9132">
                <a:extLst>
                  <a:ext uri="{FF2B5EF4-FFF2-40B4-BE49-F238E27FC236}">
                    <a16:creationId xmlns:a16="http://schemas.microsoft.com/office/drawing/2014/main" id="{084E539D-DECA-55A1-DA7B-983C23FC0FAE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8" name="tx9133">
                <a:extLst>
                  <a:ext uri="{FF2B5EF4-FFF2-40B4-BE49-F238E27FC236}">
                    <a16:creationId xmlns:a16="http://schemas.microsoft.com/office/drawing/2014/main" id="{6DEB22D2-9ABB-74BE-FE33-B9EC8E851FE6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09" name="pg9134">
                <a:extLst>
                  <a:ext uri="{FF2B5EF4-FFF2-40B4-BE49-F238E27FC236}">
                    <a16:creationId xmlns:a16="http://schemas.microsoft.com/office/drawing/2014/main" id="{1751ACFC-B2F6-A8AC-3B09-138F42FF3168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0" name="tx9135">
                <a:extLst>
                  <a:ext uri="{FF2B5EF4-FFF2-40B4-BE49-F238E27FC236}">
                    <a16:creationId xmlns:a16="http://schemas.microsoft.com/office/drawing/2014/main" id="{5E429F9A-EFEA-48AA-17F5-5D18FAF9B7EB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11" name="Straight Connector 10210">
              <a:extLst>
                <a:ext uri="{FF2B5EF4-FFF2-40B4-BE49-F238E27FC236}">
                  <a16:creationId xmlns:a16="http://schemas.microsoft.com/office/drawing/2014/main" id="{8F70F212-6C82-F7E9-44E4-9B61957EE7B0}"/>
                </a:ext>
              </a:extLst>
            </p:cNvPr>
            <p:cNvCxnSpPr>
              <a:cxnSpLocks/>
              <a:stCxn id="9114" idx="0"/>
            </p:cNvCxnSpPr>
            <p:nvPr/>
          </p:nvCxnSpPr>
          <p:spPr>
            <a:xfrm flipH="1" flipV="1">
              <a:off x="3254373" y="3090813"/>
              <a:ext cx="163610" cy="142651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13" name="Straight Connector 10212">
              <a:extLst>
                <a:ext uri="{FF2B5EF4-FFF2-40B4-BE49-F238E27FC236}">
                  <a16:creationId xmlns:a16="http://schemas.microsoft.com/office/drawing/2014/main" id="{3CB1B3DF-7E84-E8F9-1818-718888C7F817}"/>
                </a:ext>
              </a:extLst>
            </p:cNvPr>
            <p:cNvCxnSpPr>
              <a:cxnSpLocks/>
              <a:stCxn id="9118" idx="4"/>
            </p:cNvCxnSpPr>
            <p:nvPr/>
          </p:nvCxnSpPr>
          <p:spPr>
            <a:xfrm>
              <a:off x="3497907" y="3627004"/>
              <a:ext cx="58981" cy="28017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4" name="Group 10213">
            <a:extLst>
              <a:ext uri="{FF2B5EF4-FFF2-40B4-BE49-F238E27FC236}">
                <a16:creationId xmlns:a16="http://schemas.microsoft.com/office/drawing/2014/main" id="{8B6E301C-DE1E-D51F-0A6D-474136D71DB5}"/>
              </a:ext>
            </a:extLst>
          </p:cNvPr>
          <p:cNvGrpSpPr/>
          <p:nvPr/>
        </p:nvGrpSpPr>
        <p:grpSpPr>
          <a:xfrm>
            <a:off x="1713192" y="692696"/>
            <a:ext cx="4141709" cy="3848960"/>
            <a:chOff x="1713192" y="692696"/>
            <a:chExt cx="4141709" cy="3848960"/>
          </a:xfrm>
        </p:grpSpPr>
        <p:sp>
          <p:nvSpPr>
            <p:cNvPr id="4" name="rc4"/>
            <p:cNvSpPr/>
            <p:nvPr/>
          </p:nvSpPr>
          <p:spPr>
            <a:xfrm>
              <a:off x="1917497" y="884056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485192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485192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485192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485192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485192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485192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485192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485192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19246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674477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29707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2984938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40169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29540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5063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0586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30266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30266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30266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30266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30266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30266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30266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30266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302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30266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30266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30266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30266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30266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30266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30266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30266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30266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30266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30266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13028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13028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13028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13028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13028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3026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13028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13028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13028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13028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13028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13028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130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3026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13028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13028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13028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13028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13028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795789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795789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7957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1302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795789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795789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778551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7785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795789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778551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61312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613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77855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61312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44074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440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6131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44074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26835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268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4407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26835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09597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095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2683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09597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6923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6923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09597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6751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6751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69235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675120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57881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578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675120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406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406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5788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40643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234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234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40643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061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061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23404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58892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58892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0616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588928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588928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58892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5716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5716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58892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571689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571689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571689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571689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571689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571689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571689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571689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571689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54451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57168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54451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54451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54451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54451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54451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54451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54451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54451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54451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54451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544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57168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54451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54451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54451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37212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372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5445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37212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37212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19974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199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3721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19974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02735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027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1997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02735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02735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485497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6">
                <a:alpha val="100000"/>
              </a:srgbClr>
            </a:solidFill>
            <a:ln w="5420" cap="flat">
              <a:solidFill>
                <a:srgbClr val="9A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4854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0273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485497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682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682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48549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68258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51020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510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68258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33781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337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5102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33781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16543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337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165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165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3378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16543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39930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165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16543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165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165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3993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3993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16543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382066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399304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3820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3820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39930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382066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6482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38206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382066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38206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648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648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382066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475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64827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475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475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6482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47589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3035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47589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30351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4758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3035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3035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47589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30351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131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30351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3035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131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131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3035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13112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29587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13112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1311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29587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2958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1311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295874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2786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29587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278635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2958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2786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2786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29587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278635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6139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278635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2786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2786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6139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613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278635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613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4415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61397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613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613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441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441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6139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44158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2692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44158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441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269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269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44158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09681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26920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269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269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269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0968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096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2692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09681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1924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09681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096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096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1924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1924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09681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175204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1924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192443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1924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1924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1752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1752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19244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175204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57966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175204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1752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1752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579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579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175204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40727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57966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5796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579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407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407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5796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40727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23489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407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40727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407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234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234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40727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062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23489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062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062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2348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06250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089012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062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06250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062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0890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0890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06250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071774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071774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7">
                <a:alpha val="100000"/>
              </a:srgbClr>
            </a:solidFill>
            <a:ln w="5420" cap="flat">
              <a:solidFill>
                <a:srgbClr val="FFFB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08901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089012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08901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07177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0717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089012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54535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071774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0717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545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545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071774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3729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545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545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54535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545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3729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372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54535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20058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372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37297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200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200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3729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20058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028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C">
                <a:alpha val="100000"/>
              </a:srgbClr>
            </a:solidFill>
            <a:ln w="5420" cap="flat">
              <a:solidFill>
                <a:srgbClr val="FF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7">
                <a:alpha val="100000"/>
              </a:srgbClr>
            </a:solidFill>
            <a:ln w="5420" cap="flat">
              <a:solidFill>
                <a:srgbClr val="FFFB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2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2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2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20058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028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028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20058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1985581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0282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02820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198558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19855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0282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1985581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68343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19855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1985581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683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683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1985581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51104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683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68343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511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511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68343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33866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511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511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51104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338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338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51104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3386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338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166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166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33866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8993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166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16627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8993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8993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1662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899389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8821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8993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899389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8821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8821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899389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64912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8821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882150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8821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649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649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8821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882150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47674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64912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4767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4767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64912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30435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476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47674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304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304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4767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30435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13197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30435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1319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131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30435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795958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131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13197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7959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7959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13197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7787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795958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7787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7787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795958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61481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7787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7787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6148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614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778720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44243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614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614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442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442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6148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44243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27004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4424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44243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270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270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44243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09766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27004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270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097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097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27004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6925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097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09766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692527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6925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0976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692527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675289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6925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692527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675289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675289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6752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69252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675289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580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675289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58050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580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67528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58050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408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5805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58050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40812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408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5805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40812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40812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40812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2357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40812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23573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235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4081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23573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23573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06335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235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23573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06335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063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2357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06335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06335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06335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58909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063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06335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58909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58909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0633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589097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589097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589097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589097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5890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5718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5890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589097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571858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5718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58909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BFE47C">
                <a:alpha val="100000"/>
              </a:srgbClr>
            </a:solidFill>
            <a:ln w="5420" cap="flat">
              <a:solidFill>
                <a:srgbClr val="BF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571858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571858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546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571858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571858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546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546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57185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54620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54620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54620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37381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5462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54620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3738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373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54620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37381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37381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37381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201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37381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201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201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3738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20143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20143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02904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20143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20143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029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029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2014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02904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02904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485666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485666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02904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4856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4856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0290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485666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68427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4856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485666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68427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684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684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48566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68427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51189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68427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511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511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6842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51189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51189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33950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5118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33950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511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339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339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5118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33950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33950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16712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C">
                <a:alpha val="100000"/>
              </a:srgbClr>
            </a:solidFill>
            <a:ln w="5420" cap="flat">
              <a:solidFill>
                <a:srgbClr val="FF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33950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167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167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3395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16712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399473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16712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1671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39947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3994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1671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399473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382235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399473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3822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3822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39947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382235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6499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382235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3822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6499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649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382235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47758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64996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649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477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477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6499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47758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30520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47758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477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3052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3052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47758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13281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30520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305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305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1328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132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3052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13281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296043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13281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132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132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132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132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2960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2960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1328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296043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2788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29604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296043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29604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2960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2788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2788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29604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278804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278804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61566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278804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2788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2788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2788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615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615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27880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61566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443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6156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61566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6156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443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443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61566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270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44327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4432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4432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4432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270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270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4432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27089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098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2708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27089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2708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098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098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27089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09850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1926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09850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09850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1926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1926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09850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17537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19261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192612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19261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17537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1753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192612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581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175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175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175373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581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581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17537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58135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4089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581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581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581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58135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581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4089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408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58135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236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408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408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408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408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408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40896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408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2365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236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40896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0641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23658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236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0641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064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23658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0641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08918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0641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06419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0641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08918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0891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06419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0719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089181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0891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0719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0719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089181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547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071943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54704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54704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54704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0719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54704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0719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54704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547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071943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547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374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547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54704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37466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37466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37466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374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54704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202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37466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20227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20227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202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374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37466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202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0298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202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20227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02989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02989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02989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029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20227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02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9857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02989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985750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985750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9857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02989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9857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685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9857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985750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68512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68512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685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9857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985750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6851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5127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6851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68512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51273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512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68512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5127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5127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340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5127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5127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51273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34035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340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5127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34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34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1679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34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34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34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34035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16796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167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34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34035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1679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1679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1679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1679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1679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16796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899558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89955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1679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16796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88231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88231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8995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899558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65081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6508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88231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882319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4784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4784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650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65081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3060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3060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478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478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47843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1336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1336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3060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30604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79612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79612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1336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13366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778889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77888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7961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7961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796127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6165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6165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7788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778889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4441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4441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616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616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61650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2717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2717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4441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4441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44412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0993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0993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271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271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271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271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27173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69269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69269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0993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09935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790548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32499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12194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773949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374249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30247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55222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098533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28648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04745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01681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65706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2996096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092338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61417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40377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67581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15191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979431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23923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30873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67827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18829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47969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777012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69073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16220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04048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496298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1991551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58376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4205" y="3355377"/>
              <a:ext cx="117405" cy="117405"/>
            </a:xfrm>
            <a:prstGeom prst="ellipse">
              <a:avLst/>
            </a:prstGeom>
            <a:solidFill>
              <a:srgbClr val="FFEF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093313" y="2279002"/>
              <a:ext cx="117405" cy="117405"/>
            </a:xfrm>
            <a:prstGeom prst="ellipse">
              <a:avLst/>
            </a:prstGeom>
            <a:solidFill>
              <a:srgbClr val="FFFD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177166" y="2563356"/>
              <a:ext cx="117405" cy="117405"/>
            </a:xfrm>
            <a:prstGeom prst="ellipse">
              <a:avLst/>
            </a:prstGeom>
            <a:solidFill>
              <a:srgbClr val="EDF7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3439204" y="3479255"/>
              <a:ext cx="117405" cy="117405"/>
            </a:xfrm>
            <a:prstGeom prst="ellipse">
              <a:avLst/>
            </a:prstGeom>
            <a:solidFill>
              <a:srgbClr val="B3DE7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063301" y="3045377"/>
              <a:ext cx="117405" cy="117405"/>
            </a:xfrm>
            <a:prstGeom prst="ellipse">
              <a:avLst/>
            </a:prstGeom>
            <a:solidFill>
              <a:srgbClr val="89CA5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4568420" y="1948869"/>
              <a:ext cx="117405" cy="117405"/>
            </a:xfrm>
            <a:prstGeom prst="ellipse">
              <a:avLst/>
            </a:prstGeom>
            <a:solidFill>
              <a:srgbClr val="E1F29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133456" y="2686569"/>
              <a:ext cx="117405" cy="117405"/>
            </a:xfrm>
            <a:prstGeom prst="ellipse">
              <a:avLst/>
            </a:prstGeom>
            <a:solidFill>
              <a:srgbClr val="BBE27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57778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13881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43886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299989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485192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39785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600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397855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3378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1531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3378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28920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2707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28920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4424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2577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4424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59966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5811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59966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54892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36421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54892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10122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891651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10122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6535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4688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6535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19246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6744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2970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2984938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40169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29540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5063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0586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39915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39915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39915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39915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39915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39915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39915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02911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1844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02911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0291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1844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02911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0291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1844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02911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0291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1844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02911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0291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1844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02911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0291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1844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02911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0291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1844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02911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42587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16200000">
              <a:off x="1788433" y="2762536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286124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56479"/>
              <a:ext cx="1397477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(E)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61190" y="956479"/>
              <a:ext cx="17785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4039041" y="956479"/>
              <a:ext cx="139628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178670" y="1047183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267641" y="1047183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312081" y="1047183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356521" y="1047183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436531" y="1047183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525502" y="1047183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sp>
          <p:nvSpPr>
            <p:cNvPr id="9113" name="pt9113"/>
            <p:cNvSpPr/>
            <p:nvPr/>
          </p:nvSpPr>
          <p:spPr>
            <a:xfrm>
              <a:off x="3359280" y="3203120"/>
              <a:ext cx="117405" cy="117405"/>
            </a:xfrm>
            <a:prstGeom prst="ellipse">
              <a:avLst/>
            </a:prstGeom>
            <a:solidFill>
              <a:srgbClr val="FFF1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cxnSp>
          <p:nvCxnSpPr>
            <p:cNvPr id="10193" name="Straight Connector 10192">
              <a:extLst>
                <a:ext uri="{FF2B5EF4-FFF2-40B4-BE49-F238E27FC236}">
                  <a16:creationId xmlns:a16="http://schemas.microsoft.com/office/drawing/2014/main" id="{CBE1AFEA-B26D-796B-E3C5-695D01C1F907}"/>
                </a:ext>
              </a:extLst>
            </p:cNvPr>
            <p:cNvCxnSpPr>
              <a:cxnSpLocks/>
              <a:stCxn id="9113" idx="0"/>
            </p:cNvCxnSpPr>
            <p:nvPr/>
          </p:nvCxnSpPr>
          <p:spPr>
            <a:xfrm flipH="1" flipV="1">
              <a:off x="3254373" y="3090813"/>
              <a:ext cx="163610" cy="112307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grpSp>
          <p:nvGrpSpPr>
            <p:cNvPr id="10194" name="Group 10193">
              <a:extLst>
                <a:ext uri="{FF2B5EF4-FFF2-40B4-BE49-F238E27FC236}">
                  <a16:creationId xmlns:a16="http://schemas.microsoft.com/office/drawing/2014/main" id="{D83875B4-39E9-0307-58EB-ED697E8610E7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195" name="pg9120">
                <a:extLst>
                  <a:ext uri="{FF2B5EF4-FFF2-40B4-BE49-F238E27FC236}">
                    <a16:creationId xmlns:a16="http://schemas.microsoft.com/office/drawing/2014/main" id="{A2BD0EB8-8CF5-C5E1-730A-689974AF98DB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6" name="tx9121">
                <a:extLst>
                  <a:ext uri="{FF2B5EF4-FFF2-40B4-BE49-F238E27FC236}">
                    <a16:creationId xmlns:a16="http://schemas.microsoft.com/office/drawing/2014/main" id="{A938B27E-7979-581E-FE87-CAE0B6B4624E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197" name="pg9122">
                <a:extLst>
                  <a:ext uri="{FF2B5EF4-FFF2-40B4-BE49-F238E27FC236}">
                    <a16:creationId xmlns:a16="http://schemas.microsoft.com/office/drawing/2014/main" id="{757426E8-CFF0-9588-0C46-F1E3A3341CDE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8" name="tx9123">
                <a:extLst>
                  <a:ext uri="{FF2B5EF4-FFF2-40B4-BE49-F238E27FC236}">
                    <a16:creationId xmlns:a16="http://schemas.microsoft.com/office/drawing/2014/main" id="{DFD92C4D-CF05-75B5-3B28-7CA9F114417D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199" name="pg9124">
                <a:extLst>
                  <a:ext uri="{FF2B5EF4-FFF2-40B4-BE49-F238E27FC236}">
                    <a16:creationId xmlns:a16="http://schemas.microsoft.com/office/drawing/2014/main" id="{03CAFBBE-783F-DA92-C1C1-29F87D215FB1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0" name="tx9125">
                <a:extLst>
                  <a:ext uri="{FF2B5EF4-FFF2-40B4-BE49-F238E27FC236}">
                    <a16:creationId xmlns:a16="http://schemas.microsoft.com/office/drawing/2014/main" id="{758BAF89-AE4F-E311-7E5E-1A12AA82FCCA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201" name="pg9126">
                <a:extLst>
                  <a:ext uri="{FF2B5EF4-FFF2-40B4-BE49-F238E27FC236}">
                    <a16:creationId xmlns:a16="http://schemas.microsoft.com/office/drawing/2014/main" id="{F15B17A0-B2F1-AA44-E859-CCBBFF6B86A1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2" name="tx9127">
                <a:extLst>
                  <a:ext uri="{FF2B5EF4-FFF2-40B4-BE49-F238E27FC236}">
                    <a16:creationId xmlns:a16="http://schemas.microsoft.com/office/drawing/2014/main" id="{7C449E9B-4CF1-6912-EF44-E0A0CD9D79E8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203" name="pg9128">
                <a:extLst>
                  <a:ext uri="{FF2B5EF4-FFF2-40B4-BE49-F238E27FC236}">
                    <a16:creationId xmlns:a16="http://schemas.microsoft.com/office/drawing/2014/main" id="{BEAA4B29-89B0-6001-81D9-FF80CD7BEF84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4" name="tx9129">
                <a:extLst>
                  <a:ext uri="{FF2B5EF4-FFF2-40B4-BE49-F238E27FC236}">
                    <a16:creationId xmlns:a16="http://schemas.microsoft.com/office/drawing/2014/main" id="{49C5896E-702D-5A98-CB92-CBFD05890FBD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205" name="pg9130">
                <a:extLst>
                  <a:ext uri="{FF2B5EF4-FFF2-40B4-BE49-F238E27FC236}">
                    <a16:creationId xmlns:a16="http://schemas.microsoft.com/office/drawing/2014/main" id="{B3CEAA19-FE1C-F4E5-BF26-2E86DA848284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6" name="tx9131">
                <a:extLst>
                  <a:ext uri="{FF2B5EF4-FFF2-40B4-BE49-F238E27FC236}">
                    <a16:creationId xmlns:a16="http://schemas.microsoft.com/office/drawing/2014/main" id="{020BB8C8-075F-2332-F0D1-B5C597CE3227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207" name="pg9132">
                <a:extLst>
                  <a:ext uri="{FF2B5EF4-FFF2-40B4-BE49-F238E27FC236}">
                    <a16:creationId xmlns:a16="http://schemas.microsoft.com/office/drawing/2014/main" id="{D2EC992F-1D17-8605-C715-3B3C8BEB4810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8" name="tx9133">
                <a:extLst>
                  <a:ext uri="{FF2B5EF4-FFF2-40B4-BE49-F238E27FC236}">
                    <a16:creationId xmlns:a16="http://schemas.microsoft.com/office/drawing/2014/main" id="{6A3CB047-3EBC-E6A1-DBAE-53E758B41CC6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09" name="pg9134">
                <a:extLst>
                  <a:ext uri="{FF2B5EF4-FFF2-40B4-BE49-F238E27FC236}">
                    <a16:creationId xmlns:a16="http://schemas.microsoft.com/office/drawing/2014/main" id="{8EF7FAB3-0DFB-4A29-E4FD-F0D33E42607D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0" name="tx9135">
                <a:extLst>
                  <a:ext uri="{FF2B5EF4-FFF2-40B4-BE49-F238E27FC236}">
                    <a16:creationId xmlns:a16="http://schemas.microsoft.com/office/drawing/2014/main" id="{273561BE-63F4-53D7-373C-2E4262E54B27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12" name="Straight Connector 10211">
              <a:extLst>
                <a:ext uri="{FF2B5EF4-FFF2-40B4-BE49-F238E27FC236}">
                  <a16:creationId xmlns:a16="http://schemas.microsoft.com/office/drawing/2014/main" id="{2D4DE5C6-99DD-D21C-F61F-E36BF46754C5}"/>
                </a:ext>
              </a:extLst>
            </p:cNvPr>
            <p:cNvCxnSpPr>
              <a:cxnSpLocks/>
              <a:stCxn id="9116" idx="4"/>
            </p:cNvCxnSpPr>
            <p:nvPr/>
          </p:nvCxnSpPr>
          <p:spPr>
            <a:xfrm>
              <a:off x="3497907" y="3596660"/>
              <a:ext cx="58981" cy="310516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1" name="Group 10210">
            <a:extLst>
              <a:ext uri="{FF2B5EF4-FFF2-40B4-BE49-F238E27FC236}">
                <a16:creationId xmlns:a16="http://schemas.microsoft.com/office/drawing/2014/main" id="{99BCE531-00BA-E7A7-7B6A-27E01FCCDC39}"/>
              </a:ext>
            </a:extLst>
          </p:cNvPr>
          <p:cNvGrpSpPr/>
          <p:nvPr/>
        </p:nvGrpSpPr>
        <p:grpSpPr>
          <a:xfrm>
            <a:off x="1713192" y="723040"/>
            <a:ext cx="4141709" cy="3848960"/>
            <a:chOff x="1713192" y="723040"/>
            <a:chExt cx="4141709" cy="3848960"/>
          </a:xfrm>
        </p:grpSpPr>
        <p:grpSp>
          <p:nvGrpSpPr>
            <p:cNvPr id="2" name="Group 1"/>
            <p:cNvGrpSpPr/>
            <p:nvPr/>
          </p:nvGrpSpPr>
          <p:grpSpPr>
            <a:xfrm>
              <a:off x="1713192" y="723040"/>
              <a:ext cx="4141709" cy="3848960"/>
              <a:chOff x="1713192" y="723040"/>
              <a:chExt cx="4141709" cy="3848960"/>
            </a:xfrm>
          </p:grpSpPr>
          <p:sp>
            <p:nvSpPr>
              <p:cNvPr id="4" name="rc4"/>
              <p:cNvSpPr/>
              <p:nvPr/>
            </p:nvSpPr>
            <p:spPr>
              <a:xfrm>
                <a:off x="1917497" y="914400"/>
                <a:ext cx="3937404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/>
              <p:cNvSpPr/>
              <p:nvPr/>
            </p:nvSpPr>
            <p:spPr>
              <a:xfrm>
                <a:off x="2574859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/>
              <p:cNvSpPr/>
              <p:nvPr/>
            </p:nvSpPr>
            <p:spPr>
              <a:xfrm>
                <a:off x="2945348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/>
              <p:cNvSpPr/>
              <p:nvPr/>
            </p:nvSpPr>
            <p:spPr>
              <a:xfrm>
                <a:off x="3315837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/>
              <p:cNvSpPr/>
              <p:nvPr/>
            </p:nvSpPr>
            <p:spPr>
              <a:xfrm>
                <a:off x="3686326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/>
              <p:cNvSpPr/>
              <p:nvPr/>
            </p:nvSpPr>
            <p:spPr>
              <a:xfrm>
                <a:off x="4056815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/>
              <p:cNvSpPr/>
              <p:nvPr/>
            </p:nvSpPr>
            <p:spPr>
              <a:xfrm>
                <a:off x="4427303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/>
              <p:cNvSpPr/>
              <p:nvPr/>
            </p:nvSpPr>
            <p:spPr>
              <a:xfrm>
                <a:off x="4797792" y="1515536"/>
                <a:ext cx="0" cy="2654723"/>
              </a:xfrm>
              <a:custGeom>
                <a:avLst/>
                <a:gdLst/>
                <a:ahLst/>
                <a:cxnLst/>
                <a:rect l="0" t="0" r="0" b="0"/>
                <a:pathLst>
                  <a:path h="2654723">
                    <a:moveTo>
                      <a:pt x="0" y="2654723"/>
                    </a:moveTo>
                    <a:lnTo>
                      <a:pt x="0" y="2628082"/>
                    </a:lnTo>
                    <a:lnTo>
                      <a:pt x="0" y="2596739"/>
                    </a:lnTo>
                    <a:lnTo>
                      <a:pt x="0" y="2565397"/>
                    </a:lnTo>
                    <a:lnTo>
                      <a:pt x="0" y="2534054"/>
                    </a:lnTo>
                    <a:lnTo>
                      <a:pt x="0" y="2502711"/>
                    </a:lnTo>
                    <a:lnTo>
                      <a:pt x="0" y="2471369"/>
                    </a:lnTo>
                    <a:lnTo>
                      <a:pt x="0" y="2440026"/>
                    </a:lnTo>
                    <a:lnTo>
                      <a:pt x="0" y="2408683"/>
                    </a:lnTo>
                    <a:lnTo>
                      <a:pt x="0" y="2377341"/>
                    </a:lnTo>
                    <a:lnTo>
                      <a:pt x="0" y="2345998"/>
                    </a:lnTo>
                    <a:lnTo>
                      <a:pt x="0" y="2314655"/>
                    </a:lnTo>
                    <a:lnTo>
                      <a:pt x="0" y="2283313"/>
                    </a:lnTo>
                    <a:lnTo>
                      <a:pt x="0" y="2251970"/>
                    </a:lnTo>
                    <a:lnTo>
                      <a:pt x="0" y="2220627"/>
                    </a:lnTo>
                    <a:lnTo>
                      <a:pt x="0" y="2189285"/>
                    </a:lnTo>
                    <a:lnTo>
                      <a:pt x="0" y="2157942"/>
                    </a:lnTo>
                    <a:lnTo>
                      <a:pt x="0" y="2126599"/>
                    </a:lnTo>
                    <a:lnTo>
                      <a:pt x="0" y="2095257"/>
                    </a:lnTo>
                    <a:lnTo>
                      <a:pt x="0" y="2063914"/>
                    </a:lnTo>
                    <a:lnTo>
                      <a:pt x="0" y="2032571"/>
                    </a:lnTo>
                    <a:lnTo>
                      <a:pt x="0" y="2001229"/>
                    </a:lnTo>
                    <a:lnTo>
                      <a:pt x="0" y="1969886"/>
                    </a:lnTo>
                    <a:lnTo>
                      <a:pt x="0" y="1938543"/>
                    </a:lnTo>
                    <a:lnTo>
                      <a:pt x="0" y="1907201"/>
                    </a:lnTo>
                    <a:lnTo>
                      <a:pt x="0" y="1875858"/>
                    </a:lnTo>
                    <a:lnTo>
                      <a:pt x="0" y="1844515"/>
                    </a:lnTo>
                    <a:lnTo>
                      <a:pt x="0" y="1813173"/>
                    </a:lnTo>
                    <a:lnTo>
                      <a:pt x="0" y="1781830"/>
                    </a:lnTo>
                    <a:lnTo>
                      <a:pt x="0" y="1750487"/>
                    </a:lnTo>
                    <a:lnTo>
                      <a:pt x="0" y="1719145"/>
                    </a:lnTo>
                    <a:lnTo>
                      <a:pt x="0" y="1687802"/>
                    </a:lnTo>
                    <a:lnTo>
                      <a:pt x="0" y="1656459"/>
                    </a:lnTo>
                    <a:lnTo>
                      <a:pt x="0" y="1625117"/>
                    </a:lnTo>
                    <a:lnTo>
                      <a:pt x="0" y="1593774"/>
                    </a:lnTo>
                    <a:lnTo>
                      <a:pt x="0" y="1562431"/>
                    </a:lnTo>
                    <a:lnTo>
                      <a:pt x="0" y="1531089"/>
                    </a:lnTo>
                    <a:lnTo>
                      <a:pt x="0" y="1499746"/>
                    </a:lnTo>
                    <a:lnTo>
                      <a:pt x="0" y="1468403"/>
                    </a:lnTo>
                    <a:lnTo>
                      <a:pt x="0" y="1437061"/>
                    </a:lnTo>
                    <a:lnTo>
                      <a:pt x="0" y="1405718"/>
                    </a:lnTo>
                    <a:lnTo>
                      <a:pt x="0" y="1374375"/>
                    </a:lnTo>
                    <a:lnTo>
                      <a:pt x="0" y="1343033"/>
                    </a:lnTo>
                    <a:lnTo>
                      <a:pt x="0" y="1311690"/>
                    </a:lnTo>
                    <a:lnTo>
                      <a:pt x="0" y="1280347"/>
                    </a:lnTo>
                    <a:lnTo>
                      <a:pt x="0" y="1249005"/>
                    </a:lnTo>
                    <a:lnTo>
                      <a:pt x="0" y="1217662"/>
                    </a:lnTo>
                    <a:lnTo>
                      <a:pt x="0" y="1186319"/>
                    </a:lnTo>
                    <a:lnTo>
                      <a:pt x="0" y="1154977"/>
                    </a:lnTo>
                    <a:lnTo>
                      <a:pt x="0" y="1123634"/>
                    </a:lnTo>
                    <a:lnTo>
                      <a:pt x="0" y="1092291"/>
                    </a:lnTo>
                    <a:lnTo>
                      <a:pt x="0" y="1060949"/>
                    </a:lnTo>
                    <a:lnTo>
                      <a:pt x="0" y="1029606"/>
                    </a:lnTo>
                    <a:lnTo>
                      <a:pt x="0" y="998263"/>
                    </a:lnTo>
                    <a:lnTo>
                      <a:pt x="0" y="966921"/>
                    </a:lnTo>
                    <a:lnTo>
                      <a:pt x="0" y="935578"/>
                    </a:lnTo>
                    <a:lnTo>
                      <a:pt x="0" y="904235"/>
                    </a:lnTo>
                    <a:lnTo>
                      <a:pt x="0" y="872893"/>
                    </a:lnTo>
                    <a:lnTo>
                      <a:pt x="0" y="841550"/>
                    </a:lnTo>
                    <a:lnTo>
                      <a:pt x="0" y="810207"/>
                    </a:lnTo>
                    <a:lnTo>
                      <a:pt x="0" y="778865"/>
                    </a:lnTo>
                    <a:lnTo>
                      <a:pt x="0" y="747522"/>
                    </a:lnTo>
                    <a:lnTo>
                      <a:pt x="0" y="716179"/>
                    </a:lnTo>
                    <a:lnTo>
                      <a:pt x="0" y="684837"/>
                    </a:lnTo>
                    <a:lnTo>
                      <a:pt x="0" y="653494"/>
                    </a:lnTo>
                    <a:lnTo>
                      <a:pt x="0" y="622151"/>
                    </a:lnTo>
                    <a:lnTo>
                      <a:pt x="0" y="590809"/>
                    </a:lnTo>
                    <a:lnTo>
                      <a:pt x="0" y="559466"/>
                    </a:lnTo>
                    <a:lnTo>
                      <a:pt x="0" y="528123"/>
                    </a:lnTo>
                    <a:lnTo>
                      <a:pt x="0" y="496781"/>
                    </a:lnTo>
                    <a:lnTo>
                      <a:pt x="0" y="465438"/>
                    </a:lnTo>
                    <a:lnTo>
                      <a:pt x="0" y="434095"/>
                    </a:lnTo>
                    <a:lnTo>
                      <a:pt x="0" y="402753"/>
                    </a:lnTo>
                    <a:lnTo>
                      <a:pt x="0" y="371410"/>
                    </a:lnTo>
                    <a:lnTo>
                      <a:pt x="0" y="340067"/>
                    </a:lnTo>
                    <a:lnTo>
                      <a:pt x="0" y="308725"/>
                    </a:lnTo>
                    <a:lnTo>
                      <a:pt x="0" y="277382"/>
                    </a:lnTo>
                    <a:lnTo>
                      <a:pt x="0" y="246039"/>
                    </a:lnTo>
                    <a:lnTo>
                      <a:pt x="0" y="214697"/>
                    </a:lnTo>
                    <a:lnTo>
                      <a:pt x="0" y="183354"/>
                    </a:lnTo>
                    <a:lnTo>
                      <a:pt x="0" y="152011"/>
                    </a:lnTo>
                    <a:lnTo>
                      <a:pt x="0" y="120669"/>
                    </a:lnTo>
                    <a:lnTo>
                      <a:pt x="0" y="89326"/>
                    </a:lnTo>
                    <a:lnTo>
                      <a:pt x="0" y="57983"/>
                    </a:lnTo>
                    <a:lnTo>
                      <a:pt x="0" y="2664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/>
              <p:cNvSpPr/>
              <p:nvPr/>
            </p:nvSpPr>
            <p:spPr>
              <a:xfrm>
                <a:off x="2463713" y="4049590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/>
              <p:cNvSpPr/>
              <p:nvPr/>
            </p:nvSpPr>
            <p:spPr>
              <a:xfrm>
                <a:off x="2463713" y="370482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/>
              <p:cNvSpPr/>
              <p:nvPr/>
            </p:nvSpPr>
            <p:spPr>
              <a:xfrm>
                <a:off x="2463713" y="3360051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/>
              <p:cNvSpPr/>
              <p:nvPr/>
            </p:nvSpPr>
            <p:spPr>
              <a:xfrm>
                <a:off x="2463713" y="3015282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/>
              <p:cNvSpPr/>
              <p:nvPr/>
            </p:nvSpPr>
            <p:spPr>
              <a:xfrm>
                <a:off x="2463713" y="2670513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/>
              <p:cNvSpPr/>
              <p:nvPr/>
            </p:nvSpPr>
            <p:spPr>
              <a:xfrm>
                <a:off x="2463713" y="232574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l19"/>
              <p:cNvSpPr/>
              <p:nvPr/>
            </p:nvSpPr>
            <p:spPr>
              <a:xfrm>
                <a:off x="2463713" y="1980974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l20"/>
              <p:cNvSpPr/>
              <p:nvPr/>
            </p:nvSpPr>
            <p:spPr>
              <a:xfrm>
                <a:off x="2463713" y="1636205"/>
                <a:ext cx="2445226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45226">
                    <a:moveTo>
                      <a:pt x="0" y="0"/>
                    </a:moveTo>
                    <a:lnTo>
                      <a:pt x="10104" y="0"/>
                    </a:lnTo>
                    <a:lnTo>
                      <a:pt x="40042" y="0"/>
                    </a:lnTo>
                    <a:lnTo>
                      <a:pt x="69981" y="0"/>
                    </a:lnTo>
                    <a:lnTo>
                      <a:pt x="99919" y="0"/>
                    </a:lnTo>
                    <a:lnTo>
                      <a:pt x="129858" y="0"/>
                    </a:lnTo>
                    <a:lnTo>
                      <a:pt x="159796" y="0"/>
                    </a:lnTo>
                    <a:lnTo>
                      <a:pt x="189735" y="0"/>
                    </a:lnTo>
                    <a:lnTo>
                      <a:pt x="219673" y="0"/>
                    </a:lnTo>
                    <a:lnTo>
                      <a:pt x="249612" y="0"/>
                    </a:lnTo>
                    <a:lnTo>
                      <a:pt x="279550" y="0"/>
                    </a:lnTo>
                    <a:lnTo>
                      <a:pt x="309489" y="0"/>
                    </a:lnTo>
                    <a:lnTo>
                      <a:pt x="339427" y="0"/>
                    </a:lnTo>
                    <a:lnTo>
                      <a:pt x="369366" y="0"/>
                    </a:lnTo>
                    <a:lnTo>
                      <a:pt x="399304" y="0"/>
                    </a:lnTo>
                    <a:lnTo>
                      <a:pt x="429243" y="0"/>
                    </a:lnTo>
                    <a:lnTo>
                      <a:pt x="459181" y="0"/>
                    </a:lnTo>
                    <a:lnTo>
                      <a:pt x="489120" y="0"/>
                    </a:lnTo>
                    <a:lnTo>
                      <a:pt x="519058" y="0"/>
                    </a:lnTo>
                    <a:lnTo>
                      <a:pt x="548997" y="0"/>
                    </a:lnTo>
                    <a:lnTo>
                      <a:pt x="578935" y="0"/>
                    </a:lnTo>
                    <a:lnTo>
                      <a:pt x="608874" y="0"/>
                    </a:lnTo>
                    <a:lnTo>
                      <a:pt x="638812" y="0"/>
                    </a:lnTo>
                    <a:lnTo>
                      <a:pt x="668751" y="0"/>
                    </a:lnTo>
                    <a:lnTo>
                      <a:pt x="698689" y="0"/>
                    </a:lnTo>
                    <a:lnTo>
                      <a:pt x="728628" y="0"/>
                    </a:lnTo>
                    <a:lnTo>
                      <a:pt x="758566" y="0"/>
                    </a:lnTo>
                    <a:lnTo>
                      <a:pt x="788505" y="0"/>
                    </a:lnTo>
                    <a:lnTo>
                      <a:pt x="818443" y="0"/>
                    </a:lnTo>
                    <a:lnTo>
                      <a:pt x="848381" y="0"/>
                    </a:lnTo>
                    <a:lnTo>
                      <a:pt x="878320" y="0"/>
                    </a:lnTo>
                    <a:lnTo>
                      <a:pt x="908258" y="0"/>
                    </a:lnTo>
                    <a:lnTo>
                      <a:pt x="938197" y="0"/>
                    </a:lnTo>
                    <a:lnTo>
                      <a:pt x="968135" y="0"/>
                    </a:lnTo>
                    <a:lnTo>
                      <a:pt x="998074" y="0"/>
                    </a:lnTo>
                    <a:lnTo>
                      <a:pt x="1028012" y="0"/>
                    </a:lnTo>
                    <a:lnTo>
                      <a:pt x="1057951" y="0"/>
                    </a:lnTo>
                    <a:lnTo>
                      <a:pt x="1087889" y="0"/>
                    </a:lnTo>
                    <a:lnTo>
                      <a:pt x="1117828" y="0"/>
                    </a:lnTo>
                    <a:lnTo>
                      <a:pt x="1147766" y="0"/>
                    </a:lnTo>
                    <a:lnTo>
                      <a:pt x="1177705" y="0"/>
                    </a:lnTo>
                    <a:lnTo>
                      <a:pt x="1207643" y="0"/>
                    </a:lnTo>
                    <a:lnTo>
                      <a:pt x="1237582" y="0"/>
                    </a:lnTo>
                    <a:lnTo>
                      <a:pt x="1267520" y="0"/>
                    </a:lnTo>
                    <a:lnTo>
                      <a:pt x="1297459" y="0"/>
                    </a:lnTo>
                    <a:lnTo>
                      <a:pt x="1327397" y="0"/>
                    </a:lnTo>
                    <a:lnTo>
                      <a:pt x="1357336" y="0"/>
                    </a:lnTo>
                    <a:lnTo>
                      <a:pt x="1387274" y="0"/>
                    </a:lnTo>
                    <a:lnTo>
                      <a:pt x="1417213" y="0"/>
                    </a:lnTo>
                    <a:lnTo>
                      <a:pt x="1447151" y="0"/>
                    </a:lnTo>
                    <a:lnTo>
                      <a:pt x="1477090" y="0"/>
                    </a:lnTo>
                    <a:lnTo>
                      <a:pt x="1507028" y="0"/>
                    </a:lnTo>
                    <a:lnTo>
                      <a:pt x="1536967" y="0"/>
                    </a:lnTo>
                    <a:lnTo>
                      <a:pt x="1566905" y="0"/>
                    </a:lnTo>
                    <a:lnTo>
                      <a:pt x="1596844" y="0"/>
                    </a:lnTo>
                    <a:lnTo>
                      <a:pt x="1626782" y="0"/>
                    </a:lnTo>
                    <a:lnTo>
                      <a:pt x="1656721" y="0"/>
                    </a:lnTo>
                    <a:lnTo>
                      <a:pt x="1686659" y="0"/>
                    </a:lnTo>
                    <a:lnTo>
                      <a:pt x="1716598" y="0"/>
                    </a:lnTo>
                    <a:lnTo>
                      <a:pt x="1746536" y="0"/>
                    </a:lnTo>
                    <a:lnTo>
                      <a:pt x="1776475" y="0"/>
                    </a:lnTo>
                    <a:lnTo>
                      <a:pt x="1806413" y="0"/>
                    </a:lnTo>
                    <a:lnTo>
                      <a:pt x="1836352" y="0"/>
                    </a:lnTo>
                    <a:lnTo>
                      <a:pt x="1866290" y="0"/>
                    </a:lnTo>
                    <a:lnTo>
                      <a:pt x="1896229" y="0"/>
                    </a:lnTo>
                    <a:lnTo>
                      <a:pt x="1926167" y="0"/>
                    </a:lnTo>
                    <a:lnTo>
                      <a:pt x="1956106" y="0"/>
                    </a:lnTo>
                    <a:lnTo>
                      <a:pt x="1986044" y="0"/>
                    </a:lnTo>
                    <a:lnTo>
                      <a:pt x="2015983" y="0"/>
                    </a:lnTo>
                    <a:lnTo>
                      <a:pt x="2045921" y="0"/>
                    </a:lnTo>
                    <a:lnTo>
                      <a:pt x="2075860" y="0"/>
                    </a:lnTo>
                    <a:lnTo>
                      <a:pt x="2105798" y="0"/>
                    </a:lnTo>
                    <a:lnTo>
                      <a:pt x="2135737" y="0"/>
                    </a:lnTo>
                    <a:lnTo>
                      <a:pt x="2165675" y="0"/>
                    </a:lnTo>
                    <a:lnTo>
                      <a:pt x="2195614" y="0"/>
                    </a:lnTo>
                    <a:lnTo>
                      <a:pt x="2225552" y="0"/>
                    </a:lnTo>
                    <a:lnTo>
                      <a:pt x="2255491" y="0"/>
                    </a:lnTo>
                    <a:lnTo>
                      <a:pt x="2285429" y="0"/>
                    </a:lnTo>
                    <a:lnTo>
                      <a:pt x="2315368" y="0"/>
                    </a:lnTo>
                    <a:lnTo>
                      <a:pt x="2345306" y="0"/>
                    </a:lnTo>
                    <a:lnTo>
                      <a:pt x="2375245" y="0"/>
                    </a:lnTo>
                    <a:lnTo>
                      <a:pt x="2405183" y="0"/>
                    </a:lnTo>
                    <a:lnTo>
                      <a:pt x="2435122" y="0"/>
                    </a:lnTo>
                    <a:lnTo>
                      <a:pt x="2445226" y="0"/>
                    </a:lnTo>
                    <a:lnTo>
                      <a:pt x="244522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h21"/>
              <p:cNvSpPr/>
              <p:nvPr/>
            </p:nvSpPr>
            <p:spPr>
              <a:xfrm>
                <a:off x="2577439" y="2860610"/>
                <a:ext cx="914400" cy="9147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69">
                    <a:moveTo>
                      <a:pt x="914400" y="914400"/>
                    </a:moveTo>
                    <a:lnTo>
                      <a:pt x="914400" y="914769"/>
                    </a:lnTo>
                    <a:lnTo>
                      <a:pt x="913610" y="914551"/>
                    </a:lnTo>
                    <a:lnTo>
                      <a:pt x="913063" y="91440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h22"/>
              <p:cNvSpPr/>
              <p:nvPr/>
            </p:nvSpPr>
            <p:spPr>
              <a:xfrm>
                <a:off x="2577439" y="2860610"/>
                <a:ext cx="923662" cy="9173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3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44" y="917330"/>
                    </a:lnTo>
                    <a:lnTo>
                      <a:pt x="922390" y="916982"/>
                    </a:lnTo>
                    <a:lnTo>
                      <a:pt x="921136" y="916634"/>
                    </a:lnTo>
                    <a:lnTo>
                      <a:pt x="919882" y="916287"/>
                    </a:lnTo>
                    <a:lnTo>
                      <a:pt x="918628" y="915939"/>
                    </a:lnTo>
                    <a:lnTo>
                      <a:pt x="917373" y="915592"/>
                    </a:lnTo>
                    <a:lnTo>
                      <a:pt x="916119" y="915245"/>
                    </a:lnTo>
                    <a:lnTo>
                      <a:pt x="914865" y="914898"/>
                    </a:lnTo>
                    <a:lnTo>
                      <a:pt x="914400" y="914769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h23"/>
              <p:cNvSpPr/>
              <p:nvPr/>
            </p:nvSpPr>
            <p:spPr>
              <a:xfrm>
                <a:off x="2586701" y="2860610"/>
                <a:ext cx="923662" cy="91990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9909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19909"/>
                    </a:lnTo>
                    <a:lnTo>
                      <a:pt x="923159" y="919769"/>
                    </a:lnTo>
                    <a:lnTo>
                      <a:pt x="921905" y="919420"/>
                    </a:lnTo>
                    <a:lnTo>
                      <a:pt x="920651" y="919071"/>
                    </a:lnTo>
                    <a:lnTo>
                      <a:pt x="919398" y="918723"/>
                    </a:lnTo>
                    <a:lnTo>
                      <a:pt x="918144" y="918374"/>
                    </a:lnTo>
                    <a:lnTo>
                      <a:pt x="916890" y="918026"/>
                    </a:lnTo>
                    <a:lnTo>
                      <a:pt x="915636" y="917678"/>
                    </a:lnTo>
                    <a:lnTo>
                      <a:pt x="914399" y="917335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h24"/>
              <p:cNvSpPr/>
              <p:nvPr/>
            </p:nvSpPr>
            <p:spPr>
              <a:xfrm>
                <a:off x="2595963" y="2860610"/>
                <a:ext cx="923662" cy="92249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49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491"/>
                    </a:lnTo>
                    <a:lnTo>
                      <a:pt x="922670" y="922214"/>
                    </a:lnTo>
                    <a:lnTo>
                      <a:pt x="921417" y="921864"/>
                    </a:lnTo>
                    <a:lnTo>
                      <a:pt x="920163" y="921514"/>
                    </a:lnTo>
                    <a:lnTo>
                      <a:pt x="918910" y="921165"/>
                    </a:lnTo>
                    <a:lnTo>
                      <a:pt x="917657" y="920816"/>
                    </a:lnTo>
                    <a:lnTo>
                      <a:pt x="916403" y="920467"/>
                    </a:lnTo>
                    <a:lnTo>
                      <a:pt x="915150" y="920118"/>
                    </a:lnTo>
                    <a:lnTo>
                      <a:pt x="914400" y="91990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h25"/>
              <p:cNvSpPr/>
              <p:nvPr/>
            </p:nvSpPr>
            <p:spPr>
              <a:xfrm>
                <a:off x="2605226" y="2860610"/>
                <a:ext cx="923662" cy="92508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08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5080"/>
                    </a:lnTo>
                    <a:lnTo>
                      <a:pt x="923430" y="925016"/>
                    </a:lnTo>
                    <a:lnTo>
                      <a:pt x="922178" y="924665"/>
                    </a:lnTo>
                    <a:lnTo>
                      <a:pt x="920925" y="924314"/>
                    </a:lnTo>
                    <a:lnTo>
                      <a:pt x="919672" y="923964"/>
                    </a:lnTo>
                    <a:lnTo>
                      <a:pt x="918419" y="923614"/>
                    </a:lnTo>
                    <a:lnTo>
                      <a:pt x="917167" y="923263"/>
                    </a:lnTo>
                    <a:lnTo>
                      <a:pt x="915914" y="922913"/>
                    </a:lnTo>
                    <a:lnTo>
                      <a:pt x="914661" y="922563"/>
                    </a:lnTo>
                    <a:lnTo>
                      <a:pt x="914400" y="922491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h26"/>
              <p:cNvSpPr/>
              <p:nvPr/>
            </p:nvSpPr>
            <p:spPr>
              <a:xfrm>
                <a:off x="2614488" y="2860610"/>
                <a:ext cx="923662" cy="92767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67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678"/>
                    </a:lnTo>
                    <a:lnTo>
                      <a:pt x="922935" y="927474"/>
                    </a:lnTo>
                    <a:lnTo>
                      <a:pt x="921682" y="927123"/>
                    </a:lnTo>
                    <a:lnTo>
                      <a:pt x="920430" y="926771"/>
                    </a:lnTo>
                    <a:lnTo>
                      <a:pt x="919178" y="926420"/>
                    </a:lnTo>
                    <a:lnTo>
                      <a:pt x="917926" y="926069"/>
                    </a:lnTo>
                    <a:lnTo>
                      <a:pt x="916673" y="925717"/>
                    </a:lnTo>
                    <a:lnTo>
                      <a:pt x="915421" y="925366"/>
                    </a:lnTo>
                    <a:lnTo>
                      <a:pt x="914400" y="925080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h27"/>
              <p:cNvSpPr/>
              <p:nvPr/>
            </p:nvSpPr>
            <p:spPr>
              <a:xfrm>
                <a:off x="2623750" y="2860610"/>
                <a:ext cx="923662" cy="93011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1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111"/>
                    </a:lnTo>
                    <a:lnTo>
                      <a:pt x="920246" y="929323"/>
                    </a:lnTo>
                    <a:lnTo>
                      <a:pt x="919933" y="929235"/>
                    </a:lnTo>
                    <a:lnTo>
                      <a:pt x="918680" y="928882"/>
                    </a:lnTo>
                    <a:lnTo>
                      <a:pt x="917428" y="928530"/>
                    </a:lnTo>
                    <a:lnTo>
                      <a:pt x="916176" y="928178"/>
                    </a:lnTo>
                    <a:lnTo>
                      <a:pt x="914924" y="927826"/>
                    </a:lnTo>
                    <a:lnTo>
                      <a:pt x="914400" y="92767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h28"/>
              <p:cNvSpPr/>
              <p:nvPr/>
            </p:nvSpPr>
            <p:spPr>
              <a:xfrm>
                <a:off x="2633012" y="2860610"/>
                <a:ext cx="923662" cy="93148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48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481"/>
                    </a:lnTo>
                    <a:lnTo>
                      <a:pt x="922785" y="931454"/>
                    </a:lnTo>
                    <a:lnTo>
                      <a:pt x="916869" y="930681"/>
                    </a:lnTo>
                    <a:lnTo>
                      <a:pt x="914400" y="930111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h29"/>
              <p:cNvSpPr/>
              <p:nvPr/>
            </p:nvSpPr>
            <p:spPr>
              <a:xfrm>
                <a:off x="2642274" y="28606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50"/>
                    </a:lnTo>
                    <a:lnTo>
                      <a:pt x="919453" y="931638"/>
                    </a:lnTo>
                    <a:lnTo>
                      <a:pt x="914400" y="931481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h30"/>
              <p:cNvSpPr/>
              <p:nvPr/>
            </p:nvSpPr>
            <p:spPr>
              <a:xfrm>
                <a:off x="2651537" y="2860610"/>
                <a:ext cx="923662" cy="9313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5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00"/>
                    </a:lnTo>
                    <a:lnTo>
                      <a:pt x="922024" y="930241"/>
                    </a:lnTo>
                    <a:lnTo>
                      <a:pt x="916117" y="931233"/>
                    </a:lnTo>
                    <a:lnTo>
                      <a:pt x="914400" y="93135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h31"/>
              <p:cNvSpPr/>
              <p:nvPr/>
            </p:nvSpPr>
            <p:spPr>
              <a:xfrm>
                <a:off x="2660799" y="2860610"/>
                <a:ext cx="923662" cy="9298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0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056"/>
                    </a:lnTo>
                    <a:lnTo>
                      <a:pt x="922814" y="927327"/>
                    </a:lnTo>
                    <a:lnTo>
                      <a:pt x="921421" y="927772"/>
                    </a:lnTo>
                    <a:lnTo>
                      <a:pt x="920028" y="928217"/>
                    </a:lnTo>
                    <a:lnTo>
                      <a:pt x="918631" y="928663"/>
                    </a:lnTo>
                    <a:lnTo>
                      <a:pt x="914400" y="9298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h32"/>
              <p:cNvSpPr/>
              <p:nvPr/>
            </p:nvSpPr>
            <p:spPr>
              <a:xfrm>
                <a:off x="2670061" y="2860610"/>
                <a:ext cx="923662" cy="92705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5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03"/>
                    </a:lnTo>
                    <a:lnTo>
                      <a:pt x="923307" y="924216"/>
                    </a:lnTo>
                    <a:lnTo>
                      <a:pt x="921913" y="924660"/>
                    </a:lnTo>
                    <a:lnTo>
                      <a:pt x="920520" y="925104"/>
                    </a:lnTo>
                    <a:lnTo>
                      <a:pt x="919126" y="925548"/>
                    </a:lnTo>
                    <a:lnTo>
                      <a:pt x="917732" y="925993"/>
                    </a:lnTo>
                    <a:lnTo>
                      <a:pt x="916339" y="926437"/>
                    </a:lnTo>
                    <a:lnTo>
                      <a:pt x="914945" y="926882"/>
                    </a:lnTo>
                    <a:lnTo>
                      <a:pt x="914400" y="927056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h33"/>
              <p:cNvSpPr/>
              <p:nvPr/>
            </p:nvSpPr>
            <p:spPr>
              <a:xfrm>
                <a:off x="2679323" y="2860610"/>
                <a:ext cx="923662" cy="92410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0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159"/>
                    </a:lnTo>
                    <a:lnTo>
                      <a:pt x="922410" y="921556"/>
                    </a:lnTo>
                    <a:lnTo>
                      <a:pt x="921016" y="921999"/>
                    </a:lnTo>
                    <a:lnTo>
                      <a:pt x="919621" y="922442"/>
                    </a:lnTo>
                    <a:lnTo>
                      <a:pt x="918227" y="922886"/>
                    </a:lnTo>
                    <a:lnTo>
                      <a:pt x="916833" y="923329"/>
                    </a:lnTo>
                    <a:lnTo>
                      <a:pt x="915439" y="923773"/>
                    </a:lnTo>
                    <a:lnTo>
                      <a:pt x="914400" y="924103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h34"/>
              <p:cNvSpPr/>
              <p:nvPr/>
            </p:nvSpPr>
            <p:spPr>
              <a:xfrm>
                <a:off x="2688586" y="2860610"/>
                <a:ext cx="923662" cy="92115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15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223"/>
                    </a:lnTo>
                    <a:lnTo>
                      <a:pt x="922912" y="918461"/>
                    </a:lnTo>
                    <a:lnTo>
                      <a:pt x="921516" y="918902"/>
                    </a:lnTo>
                    <a:lnTo>
                      <a:pt x="920122" y="919344"/>
                    </a:lnTo>
                    <a:lnTo>
                      <a:pt x="918727" y="919786"/>
                    </a:lnTo>
                    <a:lnTo>
                      <a:pt x="917332" y="920229"/>
                    </a:lnTo>
                    <a:lnTo>
                      <a:pt x="915937" y="920671"/>
                    </a:lnTo>
                    <a:lnTo>
                      <a:pt x="914543" y="921114"/>
                    </a:lnTo>
                    <a:lnTo>
                      <a:pt x="914400" y="92115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h35"/>
              <p:cNvSpPr/>
              <p:nvPr/>
            </p:nvSpPr>
            <p:spPr>
              <a:xfrm>
                <a:off x="2697848" y="2860610"/>
                <a:ext cx="923662" cy="9182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296"/>
                    </a:lnTo>
                    <a:lnTo>
                      <a:pt x="923417" y="915373"/>
                    </a:lnTo>
                    <a:lnTo>
                      <a:pt x="922022" y="915813"/>
                    </a:lnTo>
                    <a:lnTo>
                      <a:pt x="920626" y="916254"/>
                    </a:lnTo>
                    <a:lnTo>
                      <a:pt x="919231" y="916695"/>
                    </a:lnTo>
                    <a:lnTo>
                      <a:pt x="917835" y="917136"/>
                    </a:lnTo>
                    <a:lnTo>
                      <a:pt x="916440" y="917578"/>
                    </a:lnTo>
                    <a:lnTo>
                      <a:pt x="915044" y="918019"/>
                    </a:lnTo>
                    <a:lnTo>
                      <a:pt x="914400" y="918223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h36"/>
              <p:cNvSpPr/>
              <p:nvPr/>
            </p:nvSpPr>
            <p:spPr>
              <a:xfrm>
                <a:off x="2707110" y="2860610"/>
                <a:ext cx="917240" cy="915296"/>
              </a:xfrm>
              <a:custGeom>
                <a:avLst/>
                <a:gdLst/>
                <a:ahLst/>
                <a:cxnLst/>
                <a:rect l="0" t="0" r="0" b="0"/>
                <a:pathLst>
                  <a:path w="917240" h="915296">
                    <a:moveTo>
                      <a:pt x="914400" y="914400"/>
                    </a:moveTo>
                    <a:lnTo>
                      <a:pt x="917240" y="914400"/>
                    </a:lnTo>
                    <a:lnTo>
                      <a:pt x="916947" y="914492"/>
                    </a:lnTo>
                    <a:lnTo>
                      <a:pt x="915551" y="914932"/>
                    </a:lnTo>
                    <a:lnTo>
                      <a:pt x="914400" y="915296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h37"/>
              <p:cNvSpPr/>
              <p:nvPr/>
            </p:nvSpPr>
            <p:spPr>
              <a:xfrm>
                <a:off x="2781208" y="2860610"/>
                <a:ext cx="914400" cy="9155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12">
                    <a:moveTo>
                      <a:pt x="914400" y="914400"/>
                    </a:moveTo>
                    <a:lnTo>
                      <a:pt x="914400" y="915512"/>
                    </a:lnTo>
                    <a:lnTo>
                      <a:pt x="911827" y="915307"/>
                    </a:lnTo>
                    <a:lnTo>
                      <a:pt x="907119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h38"/>
              <p:cNvSpPr/>
              <p:nvPr/>
            </p:nvSpPr>
            <p:spPr>
              <a:xfrm>
                <a:off x="2781208" y="2860610"/>
                <a:ext cx="923662" cy="91584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84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74"/>
                    </a:lnTo>
                    <a:lnTo>
                      <a:pt x="918528" y="915841"/>
                    </a:lnTo>
                    <a:lnTo>
                      <a:pt x="914400" y="915512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h39"/>
              <p:cNvSpPr/>
              <p:nvPr/>
            </p:nvSpPr>
            <p:spPr>
              <a:xfrm>
                <a:off x="2790470" y="2860610"/>
                <a:ext cx="923662" cy="91567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567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41"/>
                    </a:lnTo>
                    <a:lnTo>
                      <a:pt x="922456" y="915047"/>
                    </a:lnTo>
                    <a:lnTo>
                      <a:pt x="920296" y="915238"/>
                    </a:lnTo>
                    <a:lnTo>
                      <a:pt x="918136" y="915430"/>
                    </a:lnTo>
                    <a:lnTo>
                      <a:pt x="915971" y="915622"/>
                    </a:lnTo>
                    <a:lnTo>
                      <a:pt x="914400" y="915674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h40"/>
              <p:cNvSpPr/>
              <p:nvPr/>
            </p:nvSpPr>
            <p:spPr>
              <a:xfrm>
                <a:off x="2799732" y="2860610"/>
                <a:ext cx="920549" cy="914941"/>
              </a:xfrm>
              <a:custGeom>
                <a:avLst/>
                <a:gdLst/>
                <a:ahLst/>
                <a:cxnLst/>
                <a:rect l="0" t="0" r="0" b="0"/>
                <a:pathLst>
                  <a:path w="920549" h="914941">
                    <a:moveTo>
                      <a:pt x="914400" y="914400"/>
                    </a:moveTo>
                    <a:lnTo>
                      <a:pt x="920549" y="914400"/>
                    </a:lnTo>
                    <a:lnTo>
                      <a:pt x="919674" y="914476"/>
                    </a:lnTo>
                    <a:lnTo>
                      <a:pt x="917514" y="914666"/>
                    </a:lnTo>
                    <a:lnTo>
                      <a:pt x="915354" y="914857"/>
                    </a:lnTo>
                    <a:lnTo>
                      <a:pt x="914400" y="914941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h41"/>
              <p:cNvSpPr/>
              <p:nvPr/>
            </p:nvSpPr>
            <p:spPr>
              <a:xfrm>
                <a:off x="2531128" y="2843372"/>
                <a:ext cx="914400" cy="916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267">
                    <a:moveTo>
                      <a:pt x="914400" y="914399"/>
                    </a:moveTo>
                    <a:lnTo>
                      <a:pt x="914400" y="916267"/>
                    </a:lnTo>
                    <a:lnTo>
                      <a:pt x="911459" y="91439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h42"/>
              <p:cNvSpPr/>
              <p:nvPr/>
            </p:nvSpPr>
            <p:spPr>
              <a:xfrm>
                <a:off x="2531128" y="2843372"/>
                <a:ext cx="923662" cy="92104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04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1047"/>
                    </a:lnTo>
                    <a:lnTo>
                      <a:pt x="921255" y="920024"/>
                    </a:lnTo>
                    <a:lnTo>
                      <a:pt x="915678" y="917078"/>
                    </a:lnTo>
                    <a:lnTo>
                      <a:pt x="914400" y="916267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h43"/>
              <p:cNvSpPr/>
              <p:nvPr/>
            </p:nvSpPr>
            <p:spPr>
              <a:xfrm>
                <a:off x="2540390" y="2843372"/>
                <a:ext cx="923662" cy="9243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8"/>
                    </a:lnTo>
                    <a:lnTo>
                      <a:pt x="923354" y="924274"/>
                    </a:lnTo>
                    <a:lnTo>
                      <a:pt x="917643" y="922425"/>
                    </a:lnTo>
                    <a:lnTo>
                      <a:pt x="914400" y="921047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h44"/>
              <p:cNvSpPr/>
              <p:nvPr/>
            </p:nvSpPr>
            <p:spPr>
              <a:xfrm>
                <a:off x="2549652" y="2843372"/>
                <a:ext cx="923662" cy="9269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90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900"/>
                    </a:lnTo>
                    <a:lnTo>
                      <a:pt x="922885" y="926687"/>
                    </a:lnTo>
                    <a:lnTo>
                      <a:pt x="921630" y="926342"/>
                    </a:lnTo>
                    <a:lnTo>
                      <a:pt x="920374" y="925997"/>
                    </a:lnTo>
                    <a:lnTo>
                      <a:pt x="919118" y="925652"/>
                    </a:lnTo>
                    <a:lnTo>
                      <a:pt x="917863" y="925308"/>
                    </a:lnTo>
                    <a:lnTo>
                      <a:pt x="916607" y="924963"/>
                    </a:lnTo>
                    <a:lnTo>
                      <a:pt x="915351" y="924619"/>
                    </a:lnTo>
                    <a:lnTo>
                      <a:pt x="914400" y="92435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h45"/>
              <p:cNvSpPr/>
              <p:nvPr/>
            </p:nvSpPr>
            <p:spPr>
              <a:xfrm>
                <a:off x="2558914" y="2843372"/>
                <a:ext cx="923662" cy="9294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450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450"/>
                    </a:lnTo>
                    <a:lnTo>
                      <a:pt x="923350" y="929364"/>
                    </a:lnTo>
                    <a:lnTo>
                      <a:pt x="923037" y="929277"/>
                    </a:lnTo>
                    <a:lnTo>
                      <a:pt x="922881" y="929227"/>
                    </a:lnTo>
                    <a:lnTo>
                      <a:pt x="922724" y="929191"/>
                    </a:lnTo>
                    <a:lnTo>
                      <a:pt x="922411" y="929105"/>
                    </a:lnTo>
                    <a:lnTo>
                      <a:pt x="921155" y="928759"/>
                    </a:lnTo>
                    <a:lnTo>
                      <a:pt x="919900" y="928413"/>
                    </a:lnTo>
                    <a:lnTo>
                      <a:pt x="918644" y="928068"/>
                    </a:lnTo>
                    <a:lnTo>
                      <a:pt x="917389" y="927722"/>
                    </a:lnTo>
                    <a:lnTo>
                      <a:pt x="916134" y="927377"/>
                    </a:lnTo>
                    <a:lnTo>
                      <a:pt x="914878" y="927032"/>
                    </a:lnTo>
                    <a:lnTo>
                      <a:pt x="914400" y="92690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h46"/>
              <p:cNvSpPr/>
              <p:nvPr/>
            </p:nvSpPr>
            <p:spPr>
              <a:xfrm>
                <a:off x="256817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2325" y="931638"/>
                    </a:lnTo>
                    <a:lnTo>
                      <a:pt x="921618" y="931442"/>
                    </a:lnTo>
                    <a:lnTo>
                      <a:pt x="920363" y="931096"/>
                    </a:lnTo>
                    <a:lnTo>
                      <a:pt x="919108" y="930749"/>
                    </a:lnTo>
                    <a:lnTo>
                      <a:pt x="917854" y="930403"/>
                    </a:lnTo>
                    <a:lnTo>
                      <a:pt x="916599" y="930056"/>
                    </a:lnTo>
                    <a:lnTo>
                      <a:pt x="915344" y="929710"/>
                    </a:lnTo>
                    <a:lnTo>
                      <a:pt x="914400" y="92945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h47"/>
              <p:cNvSpPr/>
              <p:nvPr/>
            </p:nvSpPr>
            <p:spPr>
              <a:xfrm>
                <a:off x="257743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h48"/>
              <p:cNvSpPr/>
              <p:nvPr/>
            </p:nvSpPr>
            <p:spPr>
              <a:xfrm>
                <a:off x="258670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h49"/>
              <p:cNvSpPr/>
              <p:nvPr/>
            </p:nvSpPr>
            <p:spPr>
              <a:xfrm>
                <a:off x="259596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h50"/>
              <p:cNvSpPr/>
              <p:nvPr/>
            </p:nvSpPr>
            <p:spPr>
              <a:xfrm>
                <a:off x="260522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h51"/>
              <p:cNvSpPr/>
              <p:nvPr/>
            </p:nvSpPr>
            <p:spPr>
              <a:xfrm>
                <a:off x="261448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h52"/>
              <p:cNvSpPr/>
              <p:nvPr/>
            </p:nvSpPr>
            <p:spPr>
              <a:xfrm>
                <a:off x="262375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h53"/>
              <p:cNvSpPr/>
              <p:nvPr/>
            </p:nvSpPr>
            <p:spPr>
              <a:xfrm>
                <a:off x="2633012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h54"/>
              <p:cNvSpPr/>
              <p:nvPr/>
            </p:nvSpPr>
            <p:spPr>
              <a:xfrm>
                <a:off x="2642274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h55"/>
              <p:cNvSpPr/>
              <p:nvPr/>
            </p:nvSpPr>
            <p:spPr>
              <a:xfrm>
                <a:off x="2651537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h56"/>
              <p:cNvSpPr/>
              <p:nvPr/>
            </p:nvSpPr>
            <p:spPr>
              <a:xfrm>
                <a:off x="2660799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h57"/>
              <p:cNvSpPr/>
              <p:nvPr/>
            </p:nvSpPr>
            <p:spPr>
              <a:xfrm>
                <a:off x="2670061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h58"/>
              <p:cNvSpPr/>
              <p:nvPr/>
            </p:nvSpPr>
            <p:spPr>
              <a:xfrm>
                <a:off x="2679323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h59"/>
              <p:cNvSpPr/>
              <p:nvPr/>
            </p:nvSpPr>
            <p:spPr>
              <a:xfrm>
                <a:off x="268858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h60"/>
              <p:cNvSpPr/>
              <p:nvPr/>
            </p:nvSpPr>
            <p:spPr>
              <a:xfrm>
                <a:off x="269784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h61"/>
              <p:cNvSpPr/>
              <p:nvPr/>
            </p:nvSpPr>
            <p:spPr>
              <a:xfrm>
                <a:off x="2707110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376"/>
                    </a:lnTo>
                    <a:lnTo>
                      <a:pt x="922531" y="912732"/>
                    </a:lnTo>
                    <a:lnTo>
                      <a:pt x="921135" y="913172"/>
                    </a:lnTo>
                    <a:lnTo>
                      <a:pt x="919739" y="913612"/>
                    </a:lnTo>
                    <a:lnTo>
                      <a:pt x="918343" y="914052"/>
                    </a:lnTo>
                    <a:lnTo>
                      <a:pt x="917240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h62"/>
              <p:cNvSpPr/>
              <p:nvPr/>
            </p:nvSpPr>
            <p:spPr>
              <a:xfrm>
                <a:off x="2716372" y="2843372"/>
                <a:ext cx="923662" cy="9296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6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704"/>
                    </a:lnTo>
                    <a:lnTo>
                      <a:pt x="923045" y="926897"/>
                    </a:lnTo>
                    <a:lnTo>
                      <a:pt x="921649" y="927336"/>
                    </a:lnTo>
                    <a:lnTo>
                      <a:pt x="920252" y="927775"/>
                    </a:lnTo>
                    <a:lnTo>
                      <a:pt x="918855" y="928214"/>
                    </a:lnTo>
                    <a:lnTo>
                      <a:pt x="917458" y="928653"/>
                    </a:lnTo>
                    <a:lnTo>
                      <a:pt x="916062" y="929092"/>
                    </a:lnTo>
                    <a:lnTo>
                      <a:pt x="914665" y="929531"/>
                    </a:lnTo>
                    <a:lnTo>
                      <a:pt x="914400" y="929615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h63"/>
              <p:cNvSpPr/>
              <p:nvPr/>
            </p:nvSpPr>
            <p:spPr>
              <a:xfrm>
                <a:off x="2725634" y="2843372"/>
                <a:ext cx="923662" cy="92670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704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564" y="923832"/>
                    </a:lnTo>
                    <a:lnTo>
                      <a:pt x="922167" y="924269"/>
                    </a:lnTo>
                    <a:lnTo>
                      <a:pt x="920769" y="924707"/>
                    </a:lnTo>
                    <a:lnTo>
                      <a:pt x="919372" y="925145"/>
                    </a:lnTo>
                    <a:lnTo>
                      <a:pt x="917974" y="925583"/>
                    </a:lnTo>
                    <a:lnTo>
                      <a:pt x="916577" y="926021"/>
                    </a:lnTo>
                    <a:lnTo>
                      <a:pt x="915180" y="926459"/>
                    </a:lnTo>
                    <a:lnTo>
                      <a:pt x="914400" y="926704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h64"/>
              <p:cNvSpPr/>
              <p:nvPr/>
            </p:nvSpPr>
            <p:spPr>
              <a:xfrm>
                <a:off x="2734897" y="2843372"/>
                <a:ext cx="923662" cy="92435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35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4351"/>
                    </a:lnTo>
                    <a:lnTo>
                      <a:pt x="923113" y="924216"/>
                    </a:lnTo>
                    <a:lnTo>
                      <a:pt x="921537" y="923826"/>
                    </a:lnTo>
                    <a:lnTo>
                      <a:pt x="919961" y="923437"/>
                    </a:lnTo>
                    <a:lnTo>
                      <a:pt x="918385" y="923048"/>
                    </a:lnTo>
                    <a:lnTo>
                      <a:pt x="917503" y="922831"/>
                    </a:lnTo>
                    <a:lnTo>
                      <a:pt x="917097" y="922958"/>
                    </a:lnTo>
                    <a:lnTo>
                      <a:pt x="915699" y="923395"/>
                    </a:lnTo>
                    <a:lnTo>
                      <a:pt x="914400" y="923801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h65"/>
              <p:cNvSpPr/>
              <p:nvPr/>
            </p:nvSpPr>
            <p:spPr>
              <a:xfrm>
                <a:off x="2744159" y="2843372"/>
                <a:ext cx="923662" cy="92664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64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645"/>
                    </a:lnTo>
                    <a:lnTo>
                      <a:pt x="923304" y="926556"/>
                    </a:lnTo>
                    <a:lnTo>
                      <a:pt x="921729" y="926165"/>
                    </a:lnTo>
                    <a:lnTo>
                      <a:pt x="920154" y="925775"/>
                    </a:lnTo>
                    <a:lnTo>
                      <a:pt x="918578" y="925385"/>
                    </a:lnTo>
                    <a:lnTo>
                      <a:pt x="917002" y="924995"/>
                    </a:lnTo>
                    <a:lnTo>
                      <a:pt x="915427" y="924605"/>
                    </a:lnTo>
                    <a:lnTo>
                      <a:pt x="914400" y="924351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h66"/>
              <p:cNvSpPr/>
              <p:nvPr/>
            </p:nvSpPr>
            <p:spPr>
              <a:xfrm>
                <a:off x="2753421" y="2843372"/>
                <a:ext cx="923662" cy="92894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946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8946"/>
                    </a:lnTo>
                    <a:lnTo>
                      <a:pt x="923492" y="928904"/>
                    </a:lnTo>
                    <a:lnTo>
                      <a:pt x="921917" y="928512"/>
                    </a:lnTo>
                    <a:lnTo>
                      <a:pt x="920342" y="928120"/>
                    </a:lnTo>
                    <a:lnTo>
                      <a:pt x="918768" y="927729"/>
                    </a:lnTo>
                    <a:lnTo>
                      <a:pt x="917192" y="927338"/>
                    </a:lnTo>
                    <a:lnTo>
                      <a:pt x="915617" y="926947"/>
                    </a:lnTo>
                    <a:lnTo>
                      <a:pt x="914400" y="926645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h67"/>
              <p:cNvSpPr/>
              <p:nvPr/>
            </p:nvSpPr>
            <p:spPr>
              <a:xfrm>
                <a:off x="2762683" y="2843372"/>
                <a:ext cx="923662" cy="9312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25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255"/>
                    </a:lnTo>
                    <a:lnTo>
                      <a:pt x="922102" y="930866"/>
                    </a:lnTo>
                    <a:lnTo>
                      <a:pt x="920528" y="930473"/>
                    </a:lnTo>
                    <a:lnTo>
                      <a:pt x="918954" y="930080"/>
                    </a:lnTo>
                    <a:lnTo>
                      <a:pt x="917379" y="929688"/>
                    </a:lnTo>
                    <a:lnTo>
                      <a:pt x="915805" y="929296"/>
                    </a:lnTo>
                    <a:lnTo>
                      <a:pt x="914400" y="928946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h68"/>
              <p:cNvSpPr/>
              <p:nvPr/>
            </p:nvSpPr>
            <p:spPr>
              <a:xfrm>
                <a:off x="2771946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382" y="931638"/>
                    </a:lnTo>
                    <a:lnTo>
                      <a:pt x="914400" y="931255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h69"/>
              <p:cNvSpPr/>
              <p:nvPr/>
            </p:nvSpPr>
            <p:spPr>
              <a:xfrm>
                <a:off x="2781208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h70"/>
              <p:cNvSpPr/>
              <p:nvPr/>
            </p:nvSpPr>
            <p:spPr>
              <a:xfrm>
                <a:off x="2790470" y="28433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h71"/>
              <p:cNvSpPr/>
              <p:nvPr/>
            </p:nvSpPr>
            <p:spPr>
              <a:xfrm>
                <a:off x="2799732" y="28606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127"/>
                    </a:lnTo>
                    <a:lnTo>
                      <a:pt x="921834" y="914287"/>
                    </a:lnTo>
                    <a:lnTo>
                      <a:pt x="920549" y="914400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h72"/>
              <p:cNvSpPr/>
              <p:nvPr/>
            </p:nvSpPr>
            <p:spPr>
              <a:xfrm>
                <a:off x="2808994" y="2843372"/>
                <a:ext cx="923662" cy="9313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813"/>
                    </a:lnTo>
                    <a:lnTo>
                      <a:pt x="920443" y="930561"/>
                    </a:lnTo>
                    <a:lnTo>
                      <a:pt x="914738" y="931335"/>
                    </a:lnTo>
                    <a:lnTo>
                      <a:pt x="914400" y="931365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h73"/>
              <p:cNvSpPr/>
              <p:nvPr/>
            </p:nvSpPr>
            <p:spPr>
              <a:xfrm>
                <a:off x="2818257" y="2843372"/>
                <a:ext cx="923662" cy="92981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13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6877"/>
                    </a:lnTo>
                    <a:lnTo>
                      <a:pt x="922490" y="927381"/>
                    </a:lnTo>
                    <a:lnTo>
                      <a:pt x="916858" y="929242"/>
                    </a:lnTo>
                    <a:lnTo>
                      <a:pt x="914400" y="929813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h74"/>
              <p:cNvSpPr/>
              <p:nvPr/>
            </p:nvSpPr>
            <p:spPr>
              <a:xfrm>
                <a:off x="2827519" y="2843372"/>
                <a:ext cx="923662" cy="9268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8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2395"/>
                    </a:lnTo>
                    <a:lnTo>
                      <a:pt x="918802" y="924983"/>
                    </a:lnTo>
                    <a:lnTo>
                      <a:pt x="914400" y="926877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h75"/>
              <p:cNvSpPr/>
              <p:nvPr/>
            </p:nvSpPr>
            <p:spPr>
              <a:xfrm>
                <a:off x="2836781" y="2843372"/>
                <a:ext cx="923662" cy="9223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9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6205"/>
                    </a:lnTo>
                    <a:lnTo>
                      <a:pt x="920451" y="918603"/>
                    </a:lnTo>
                    <a:lnTo>
                      <a:pt x="915040" y="922054"/>
                    </a:lnTo>
                    <a:lnTo>
                      <a:pt x="914400" y="922395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h76"/>
              <p:cNvSpPr/>
              <p:nvPr/>
            </p:nvSpPr>
            <p:spPr>
              <a:xfrm>
                <a:off x="2846043" y="2843372"/>
                <a:ext cx="916775" cy="916205"/>
              </a:xfrm>
              <a:custGeom>
                <a:avLst/>
                <a:gdLst/>
                <a:ahLst/>
                <a:cxnLst/>
                <a:rect l="0" t="0" r="0" b="0"/>
                <a:pathLst>
                  <a:path w="916775" h="916205">
                    <a:moveTo>
                      <a:pt x="914400" y="914399"/>
                    </a:moveTo>
                    <a:lnTo>
                      <a:pt x="916775" y="914399"/>
                    </a:lnTo>
                    <a:lnTo>
                      <a:pt x="916498" y="914638"/>
                    </a:lnTo>
                    <a:lnTo>
                      <a:pt x="914400" y="916205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h77"/>
              <p:cNvSpPr/>
              <p:nvPr/>
            </p:nvSpPr>
            <p:spPr>
              <a:xfrm>
                <a:off x="2512603" y="2826133"/>
                <a:ext cx="914400" cy="9186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691">
                    <a:moveTo>
                      <a:pt x="914400" y="914399"/>
                    </a:moveTo>
                    <a:lnTo>
                      <a:pt x="914400" y="918691"/>
                    </a:lnTo>
                    <a:lnTo>
                      <a:pt x="912947" y="917266"/>
                    </a:lnTo>
                    <a:lnTo>
                      <a:pt x="910363" y="91439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h78"/>
              <p:cNvSpPr/>
              <p:nvPr/>
            </p:nvSpPr>
            <p:spPr>
              <a:xfrm>
                <a:off x="2512603" y="2826133"/>
                <a:ext cx="923662" cy="92706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06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7067"/>
                    </a:lnTo>
                    <a:lnTo>
                      <a:pt x="923336" y="926824"/>
                    </a:lnTo>
                    <a:lnTo>
                      <a:pt x="918075" y="922297"/>
                    </a:lnTo>
                    <a:lnTo>
                      <a:pt x="914400" y="918691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h79"/>
              <p:cNvSpPr/>
              <p:nvPr/>
            </p:nvSpPr>
            <p:spPr>
              <a:xfrm>
                <a:off x="252186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20721" y="931638"/>
                    </a:lnTo>
                    <a:lnTo>
                      <a:pt x="919455" y="930834"/>
                    </a:lnTo>
                    <a:lnTo>
                      <a:pt x="914400" y="927067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h80"/>
              <p:cNvSpPr/>
              <p:nvPr/>
            </p:nvSpPr>
            <p:spPr>
              <a:xfrm>
                <a:off x="253112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h81"/>
              <p:cNvSpPr/>
              <p:nvPr/>
            </p:nvSpPr>
            <p:spPr>
              <a:xfrm>
                <a:off x="254039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h82"/>
              <p:cNvSpPr/>
              <p:nvPr/>
            </p:nvSpPr>
            <p:spPr>
              <a:xfrm>
                <a:off x="254965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h83"/>
              <p:cNvSpPr/>
              <p:nvPr/>
            </p:nvSpPr>
            <p:spPr>
              <a:xfrm>
                <a:off x="255891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h84"/>
              <p:cNvSpPr/>
              <p:nvPr/>
            </p:nvSpPr>
            <p:spPr>
              <a:xfrm>
                <a:off x="256817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h85"/>
              <p:cNvSpPr/>
              <p:nvPr/>
            </p:nvSpPr>
            <p:spPr>
              <a:xfrm>
                <a:off x="257743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h86"/>
              <p:cNvSpPr/>
              <p:nvPr/>
            </p:nvSpPr>
            <p:spPr>
              <a:xfrm>
                <a:off x="258670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h87"/>
              <p:cNvSpPr/>
              <p:nvPr/>
            </p:nvSpPr>
            <p:spPr>
              <a:xfrm>
                <a:off x="259596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h88"/>
              <p:cNvSpPr/>
              <p:nvPr/>
            </p:nvSpPr>
            <p:spPr>
              <a:xfrm>
                <a:off x="260522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h89"/>
              <p:cNvSpPr/>
              <p:nvPr/>
            </p:nvSpPr>
            <p:spPr>
              <a:xfrm>
                <a:off x="261448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h90"/>
              <p:cNvSpPr/>
              <p:nvPr/>
            </p:nvSpPr>
            <p:spPr>
              <a:xfrm>
                <a:off x="262375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h91"/>
              <p:cNvSpPr/>
              <p:nvPr/>
            </p:nvSpPr>
            <p:spPr>
              <a:xfrm>
                <a:off x="263301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h92"/>
              <p:cNvSpPr/>
              <p:nvPr/>
            </p:nvSpPr>
            <p:spPr>
              <a:xfrm>
                <a:off x="264227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h93"/>
              <p:cNvSpPr/>
              <p:nvPr/>
            </p:nvSpPr>
            <p:spPr>
              <a:xfrm>
                <a:off x="265153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h94"/>
              <p:cNvSpPr/>
              <p:nvPr/>
            </p:nvSpPr>
            <p:spPr>
              <a:xfrm>
                <a:off x="266079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h95"/>
              <p:cNvSpPr/>
              <p:nvPr/>
            </p:nvSpPr>
            <p:spPr>
              <a:xfrm>
                <a:off x="267006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h96"/>
              <p:cNvSpPr/>
              <p:nvPr/>
            </p:nvSpPr>
            <p:spPr>
              <a:xfrm>
                <a:off x="267932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h97"/>
              <p:cNvSpPr/>
              <p:nvPr/>
            </p:nvSpPr>
            <p:spPr>
              <a:xfrm>
                <a:off x="268858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h98"/>
              <p:cNvSpPr/>
              <p:nvPr/>
            </p:nvSpPr>
            <p:spPr>
              <a:xfrm>
                <a:off x="269784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h99"/>
              <p:cNvSpPr/>
              <p:nvPr/>
            </p:nvSpPr>
            <p:spPr>
              <a:xfrm>
                <a:off x="270711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h100"/>
              <p:cNvSpPr/>
              <p:nvPr/>
            </p:nvSpPr>
            <p:spPr>
              <a:xfrm>
                <a:off x="271637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h101"/>
              <p:cNvSpPr/>
              <p:nvPr/>
            </p:nvSpPr>
            <p:spPr>
              <a:xfrm>
                <a:off x="272563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h102"/>
              <p:cNvSpPr/>
              <p:nvPr/>
            </p:nvSpPr>
            <p:spPr>
              <a:xfrm>
                <a:off x="273489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h103"/>
              <p:cNvSpPr/>
              <p:nvPr/>
            </p:nvSpPr>
            <p:spPr>
              <a:xfrm>
                <a:off x="274415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h104"/>
              <p:cNvSpPr/>
              <p:nvPr/>
            </p:nvSpPr>
            <p:spPr>
              <a:xfrm>
                <a:off x="275342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h105"/>
              <p:cNvSpPr/>
              <p:nvPr/>
            </p:nvSpPr>
            <p:spPr>
              <a:xfrm>
                <a:off x="2762683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h106"/>
              <p:cNvSpPr/>
              <p:nvPr/>
            </p:nvSpPr>
            <p:spPr>
              <a:xfrm>
                <a:off x="2771946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h107"/>
              <p:cNvSpPr/>
              <p:nvPr/>
            </p:nvSpPr>
            <p:spPr>
              <a:xfrm>
                <a:off x="2781208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h108"/>
              <p:cNvSpPr/>
              <p:nvPr/>
            </p:nvSpPr>
            <p:spPr>
              <a:xfrm>
                <a:off x="2790470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h109"/>
              <p:cNvSpPr/>
              <p:nvPr/>
            </p:nvSpPr>
            <p:spPr>
              <a:xfrm>
                <a:off x="2799732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h110"/>
              <p:cNvSpPr/>
              <p:nvPr/>
            </p:nvSpPr>
            <p:spPr>
              <a:xfrm>
                <a:off x="2808994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h111"/>
              <p:cNvSpPr/>
              <p:nvPr/>
            </p:nvSpPr>
            <p:spPr>
              <a:xfrm>
                <a:off x="2818257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h112"/>
              <p:cNvSpPr/>
              <p:nvPr/>
            </p:nvSpPr>
            <p:spPr>
              <a:xfrm>
                <a:off x="2827519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h113"/>
              <p:cNvSpPr/>
              <p:nvPr/>
            </p:nvSpPr>
            <p:spPr>
              <a:xfrm>
                <a:off x="2836781" y="28261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h114"/>
              <p:cNvSpPr/>
              <p:nvPr/>
            </p:nvSpPr>
            <p:spPr>
              <a:xfrm>
                <a:off x="2846043" y="284337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38"/>
                    </a:lnTo>
                    <a:lnTo>
                      <a:pt x="921691" y="910169"/>
                    </a:lnTo>
                    <a:lnTo>
                      <a:pt x="916775" y="91439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h115"/>
              <p:cNvSpPr/>
              <p:nvPr/>
            </p:nvSpPr>
            <p:spPr>
              <a:xfrm>
                <a:off x="2855306" y="2826133"/>
                <a:ext cx="923662" cy="92547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477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457"/>
                    </a:lnTo>
                    <a:lnTo>
                      <a:pt x="922409" y="917010"/>
                    </a:lnTo>
                    <a:lnTo>
                      <a:pt x="917491" y="922448"/>
                    </a:lnTo>
                    <a:lnTo>
                      <a:pt x="914400" y="925477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h116"/>
              <p:cNvSpPr/>
              <p:nvPr/>
            </p:nvSpPr>
            <p:spPr>
              <a:xfrm>
                <a:off x="2864568" y="2826133"/>
                <a:ext cx="915253" cy="915457"/>
              </a:xfrm>
              <a:custGeom>
                <a:avLst/>
                <a:gdLst/>
                <a:ahLst/>
                <a:cxnLst/>
                <a:rect l="0" t="0" r="0" b="0"/>
                <a:pathLst>
                  <a:path w="915253" h="915457">
                    <a:moveTo>
                      <a:pt x="914400" y="914399"/>
                    </a:moveTo>
                    <a:lnTo>
                      <a:pt x="915253" y="914399"/>
                    </a:lnTo>
                    <a:lnTo>
                      <a:pt x="914400" y="915457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h117"/>
              <p:cNvSpPr/>
              <p:nvPr/>
            </p:nvSpPr>
            <p:spPr>
              <a:xfrm>
                <a:off x="2503341" y="2808895"/>
                <a:ext cx="914400" cy="92545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59">
                    <a:moveTo>
                      <a:pt x="914400" y="914400"/>
                    </a:moveTo>
                    <a:lnTo>
                      <a:pt x="914400" y="925459"/>
                    </a:lnTo>
                    <a:lnTo>
                      <a:pt x="912412" y="922984"/>
                    </a:lnTo>
                    <a:lnTo>
                      <a:pt x="907768" y="916527"/>
                    </a:lnTo>
                    <a:lnTo>
                      <a:pt x="906394" y="91440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h118"/>
              <p:cNvSpPr/>
              <p:nvPr/>
            </p:nvSpPr>
            <p:spPr>
              <a:xfrm>
                <a:off x="250334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25" y="931638"/>
                    </a:lnTo>
                    <a:lnTo>
                      <a:pt x="917230" y="928982"/>
                    </a:lnTo>
                    <a:lnTo>
                      <a:pt x="914400" y="92545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h119"/>
              <p:cNvSpPr/>
              <p:nvPr/>
            </p:nvSpPr>
            <p:spPr>
              <a:xfrm>
                <a:off x="251260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h120"/>
              <p:cNvSpPr/>
              <p:nvPr/>
            </p:nvSpPr>
            <p:spPr>
              <a:xfrm>
                <a:off x="252186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h121"/>
              <p:cNvSpPr/>
              <p:nvPr/>
            </p:nvSpPr>
            <p:spPr>
              <a:xfrm>
                <a:off x="253112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h122"/>
              <p:cNvSpPr/>
              <p:nvPr/>
            </p:nvSpPr>
            <p:spPr>
              <a:xfrm>
                <a:off x="254039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h123"/>
              <p:cNvSpPr/>
              <p:nvPr/>
            </p:nvSpPr>
            <p:spPr>
              <a:xfrm>
                <a:off x="254965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h124"/>
              <p:cNvSpPr/>
              <p:nvPr/>
            </p:nvSpPr>
            <p:spPr>
              <a:xfrm>
                <a:off x="255891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h125"/>
              <p:cNvSpPr/>
              <p:nvPr/>
            </p:nvSpPr>
            <p:spPr>
              <a:xfrm>
                <a:off x="256817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h126"/>
              <p:cNvSpPr/>
              <p:nvPr/>
            </p:nvSpPr>
            <p:spPr>
              <a:xfrm>
                <a:off x="257743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h127"/>
              <p:cNvSpPr/>
              <p:nvPr/>
            </p:nvSpPr>
            <p:spPr>
              <a:xfrm>
                <a:off x="258670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h128"/>
              <p:cNvSpPr/>
              <p:nvPr/>
            </p:nvSpPr>
            <p:spPr>
              <a:xfrm>
                <a:off x="259596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h129"/>
              <p:cNvSpPr/>
              <p:nvPr/>
            </p:nvSpPr>
            <p:spPr>
              <a:xfrm>
                <a:off x="260522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h130"/>
              <p:cNvSpPr/>
              <p:nvPr/>
            </p:nvSpPr>
            <p:spPr>
              <a:xfrm>
                <a:off x="261448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h131"/>
              <p:cNvSpPr/>
              <p:nvPr/>
            </p:nvSpPr>
            <p:spPr>
              <a:xfrm>
                <a:off x="262375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h132"/>
              <p:cNvSpPr/>
              <p:nvPr/>
            </p:nvSpPr>
            <p:spPr>
              <a:xfrm>
                <a:off x="263301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h133"/>
              <p:cNvSpPr/>
              <p:nvPr/>
            </p:nvSpPr>
            <p:spPr>
              <a:xfrm>
                <a:off x="264227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h134"/>
              <p:cNvSpPr/>
              <p:nvPr/>
            </p:nvSpPr>
            <p:spPr>
              <a:xfrm>
                <a:off x="265153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h135"/>
              <p:cNvSpPr/>
              <p:nvPr/>
            </p:nvSpPr>
            <p:spPr>
              <a:xfrm>
                <a:off x="266079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h136"/>
              <p:cNvSpPr/>
              <p:nvPr/>
            </p:nvSpPr>
            <p:spPr>
              <a:xfrm>
                <a:off x="267006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h137"/>
              <p:cNvSpPr/>
              <p:nvPr/>
            </p:nvSpPr>
            <p:spPr>
              <a:xfrm>
                <a:off x="267932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h138"/>
              <p:cNvSpPr/>
              <p:nvPr/>
            </p:nvSpPr>
            <p:spPr>
              <a:xfrm>
                <a:off x="268858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h139"/>
              <p:cNvSpPr/>
              <p:nvPr/>
            </p:nvSpPr>
            <p:spPr>
              <a:xfrm>
                <a:off x="269784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h140"/>
              <p:cNvSpPr/>
              <p:nvPr/>
            </p:nvSpPr>
            <p:spPr>
              <a:xfrm>
                <a:off x="270711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h141"/>
              <p:cNvSpPr/>
              <p:nvPr/>
            </p:nvSpPr>
            <p:spPr>
              <a:xfrm>
                <a:off x="271637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h142"/>
              <p:cNvSpPr/>
              <p:nvPr/>
            </p:nvSpPr>
            <p:spPr>
              <a:xfrm>
                <a:off x="272563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h143"/>
              <p:cNvSpPr/>
              <p:nvPr/>
            </p:nvSpPr>
            <p:spPr>
              <a:xfrm>
                <a:off x="273489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h144"/>
              <p:cNvSpPr/>
              <p:nvPr/>
            </p:nvSpPr>
            <p:spPr>
              <a:xfrm>
                <a:off x="274415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h145"/>
              <p:cNvSpPr/>
              <p:nvPr/>
            </p:nvSpPr>
            <p:spPr>
              <a:xfrm>
                <a:off x="275342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h146"/>
              <p:cNvSpPr/>
              <p:nvPr/>
            </p:nvSpPr>
            <p:spPr>
              <a:xfrm>
                <a:off x="276268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h147"/>
              <p:cNvSpPr/>
              <p:nvPr/>
            </p:nvSpPr>
            <p:spPr>
              <a:xfrm>
                <a:off x="277194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h148"/>
              <p:cNvSpPr/>
              <p:nvPr/>
            </p:nvSpPr>
            <p:spPr>
              <a:xfrm>
                <a:off x="2781208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h149"/>
              <p:cNvSpPr/>
              <p:nvPr/>
            </p:nvSpPr>
            <p:spPr>
              <a:xfrm>
                <a:off x="2790470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h150"/>
              <p:cNvSpPr/>
              <p:nvPr/>
            </p:nvSpPr>
            <p:spPr>
              <a:xfrm>
                <a:off x="2799732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h151"/>
              <p:cNvSpPr/>
              <p:nvPr/>
            </p:nvSpPr>
            <p:spPr>
              <a:xfrm>
                <a:off x="2808994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h152"/>
              <p:cNvSpPr/>
              <p:nvPr/>
            </p:nvSpPr>
            <p:spPr>
              <a:xfrm>
                <a:off x="2818257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h153"/>
              <p:cNvSpPr/>
              <p:nvPr/>
            </p:nvSpPr>
            <p:spPr>
              <a:xfrm>
                <a:off x="2827519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h154"/>
              <p:cNvSpPr/>
              <p:nvPr/>
            </p:nvSpPr>
            <p:spPr>
              <a:xfrm>
                <a:off x="2836781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h155"/>
              <p:cNvSpPr/>
              <p:nvPr/>
            </p:nvSpPr>
            <p:spPr>
              <a:xfrm>
                <a:off x="2846043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h156"/>
              <p:cNvSpPr/>
              <p:nvPr/>
            </p:nvSpPr>
            <p:spPr>
              <a:xfrm>
                <a:off x="2855306" y="28088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h157"/>
              <p:cNvSpPr/>
              <p:nvPr/>
            </p:nvSpPr>
            <p:spPr>
              <a:xfrm>
                <a:off x="2864568" y="28261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065"/>
                    </a:lnTo>
                    <a:lnTo>
                      <a:pt x="923464" y="903353"/>
                    </a:lnTo>
                    <a:lnTo>
                      <a:pt x="922500" y="904759"/>
                    </a:lnTo>
                    <a:lnTo>
                      <a:pt x="917908" y="911109"/>
                    </a:lnTo>
                    <a:lnTo>
                      <a:pt x="915253" y="91439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h158"/>
              <p:cNvSpPr/>
              <p:nvPr/>
            </p:nvSpPr>
            <p:spPr>
              <a:xfrm>
                <a:off x="2873830" y="2808895"/>
                <a:ext cx="918450" cy="920303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20303">
                    <a:moveTo>
                      <a:pt x="914400" y="914400"/>
                    </a:moveTo>
                    <a:lnTo>
                      <a:pt x="918450" y="914400"/>
                    </a:lnTo>
                    <a:lnTo>
                      <a:pt x="918036" y="915003"/>
                    </a:lnTo>
                    <a:lnTo>
                      <a:pt x="917077" y="916400"/>
                    </a:lnTo>
                    <a:lnTo>
                      <a:pt x="916118" y="917797"/>
                    </a:lnTo>
                    <a:lnTo>
                      <a:pt x="915160" y="919194"/>
                    </a:lnTo>
                    <a:lnTo>
                      <a:pt x="914400" y="920303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h159"/>
              <p:cNvSpPr/>
              <p:nvPr/>
            </p:nvSpPr>
            <p:spPr>
              <a:xfrm>
                <a:off x="2494079" y="2791656"/>
                <a:ext cx="914400" cy="9296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693">
                    <a:moveTo>
                      <a:pt x="914400" y="914400"/>
                    </a:moveTo>
                    <a:lnTo>
                      <a:pt x="914400" y="929693"/>
                    </a:lnTo>
                    <a:lnTo>
                      <a:pt x="912574" y="926867"/>
                    </a:lnTo>
                    <a:lnTo>
                      <a:pt x="908317" y="919545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h160"/>
              <p:cNvSpPr/>
              <p:nvPr/>
            </p:nvSpPr>
            <p:spPr>
              <a:xfrm>
                <a:off x="249407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56" y="931638"/>
                    </a:lnTo>
                    <a:lnTo>
                      <a:pt x="914400" y="929693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h161"/>
              <p:cNvSpPr/>
              <p:nvPr/>
            </p:nvSpPr>
            <p:spPr>
              <a:xfrm>
                <a:off x="250334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h162"/>
              <p:cNvSpPr/>
              <p:nvPr/>
            </p:nvSpPr>
            <p:spPr>
              <a:xfrm>
                <a:off x="251260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h163"/>
              <p:cNvSpPr/>
              <p:nvPr/>
            </p:nvSpPr>
            <p:spPr>
              <a:xfrm>
                <a:off x="252186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h164"/>
              <p:cNvSpPr/>
              <p:nvPr/>
            </p:nvSpPr>
            <p:spPr>
              <a:xfrm>
                <a:off x="253112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h165"/>
              <p:cNvSpPr/>
              <p:nvPr/>
            </p:nvSpPr>
            <p:spPr>
              <a:xfrm>
                <a:off x="254039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h166"/>
              <p:cNvSpPr/>
              <p:nvPr/>
            </p:nvSpPr>
            <p:spPr>
              <a:xfrm>
                <a:off x="254965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h167"/>
              <p:cNvSpPr/>
              <p:nvPr/>
            </p:nvSpPr>
            <p:spPr>
              <a:xfrm>
                <a:off x="255891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h168"/>
              <p:cNvSpPr/>
              <p:nvPr/>
            </p:nvSpPr>
            <p:spPr>
              <a:xfrm>
                <a:off x="256817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h169"/>
              <p:cNvSpPr/>
              <p:nvPr/>
            </p:nvSpPr>
            <p:spPr>
              <a:xfrm>
                <a:off x="257743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h170"/>
              <p:cNvSpPr/>
              <p:nvPr/>
            </p:nvSpPr>
            <p:spPr>
              <a:xfrm>
                <a:off x="258670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h171"/>
              <p:cNvSpPr/>
              <p:nvPr/>
            </p:nvSpPr>
            <p:spPr>
              <a:xfrm>
                <a:off x="259596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h172"/>
              <p:cNvSpPr/>
              <p:nvPr/>
            </p:nvSpPr>
            <p:spPr>
              <a:xfrm>
                <a:off x="260522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h173"/>
              <p:cNvSpPr/>
              <p:nvPr/>
            </p:nvSpPr>
            <p:spPr>
              <a:xfrm>
                <a:off x="261448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h174"/>
              <p:cNvSpPr/>
              <p:nvPr/>
            </p:nvSpPr>
            <p:spPr>
              <a:xfrm>
                <a:off x="262375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h175"/>
              <p:cNvSpPr/>
              <p:nvPr/>
            </p:nvSpPr>
            <p:spPr>
              <a:xfrm>
                <a:off x="263301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h176"/>
              <p:cNvSpPr/>
              <p:nvPr/>
            </p:nvSpPr>
            <p:spPr>
              <a:xfrm>
                <a:off x="264227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h177"/>
              <p:cNvSpPr/>
              <p:nvPr/>
            </p:nvSpPr>
            <p:spPr>
              <a:xfrm>
                <a:off x="265153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h178"/>
              <p:cNvSpPr/>
              <p:nvPr/>
            </p:nvSpPr>
            <p:spPr>
              <a:xfrm>
                <a:off x="266079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h179"/>
              <p:cNvSpPr/>
              <p:nvPr/>
            </p:nvSpPr>
            <p:spPr>
              <a:xfrm>
                <a:off x="267006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h180"/>
              <p:cNvSpPr/>
              <p:nvPr/>
            </p:nvSpPr>
            <p:spPr>
              <a:xfrm>
                <a:off x="267932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h181"/>
              <p:cNvSpPr/>
              <p:nvPr/>
            </p:nvSpPr>
            <p:spPr>
              <a:xfrm>
                <a:off x="268858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h182"/>
              <p:cNvSpPr/>
              <p:nvPr/>
            </p:nvSpPr>
            <p:spPr>
              <a:xfrm>
                <a:off x="269784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h183"/>
              <p:cNvSpPr/>
              <p:nvPr/>
            </p:nvSpPr>
            <p:spPr>
              <a:xfrm>
                <a:off x="270711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h184"/>
              <p:cNvSpPr/>
              <p:nvPr/>
            </p:nvSpPr>
            <p:spPr>
              <a:xfrm>
                <a:off x="271637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h185"/>
              <p:cNvSpPr/>
              <p:nvPr/>
            </p:nvSpPr>
            <p:spPr>
              <a:xfrm>
                <a:off x="272563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h186"/>
              <p:cNvSpPr/>
              <p:nvPr/>
            </p:nvSpPr>
            <p:spPr>
              <a:xfrm>
                <a:off x="273489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h187"/>
              <p:cNvSpPr/>
              <p:nvPr/>
            </p:nvSpPr>
            <p:spPr>
              <a:xfrm>
                <a:off x="274415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h188"/>
              <p:cNvSpPr/>
              <p:nvPr/>
            </p:nvSpPr>
            <p:spPr>
              <a:xfrm>
                <a:off x="275342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h189"/>
              <p:cNvSpPr/>
              <p:nvPr/>
            </p:nvSpPr>
            <p:spPr>
              <a:xfrm>
                <a:off x="276268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h190"/>
              <p:cNvSpPr/>
              <p:nvPr/>
            </p:nvSpPr>
            <p:spPr>
              <a:xfrm>
                <a:off x="277194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h191"/>
              <p:cNvSpPr/>
              <p:nvPr/>
            </p:nvSpPr>
            <p:spPr>
              <a:xfrm>
                <a:off x="278120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h192"/>
              <p:cNvSpPr/>
              <p:nvPr/>
            </p:nvSpPr>
            <p:spPr>
              <a:xfrm>
                <a:off x="2790470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h193"/>
              <p:cNvSpPr/>
              <p:nvPr/>
            </p:nvSpPr>
            <p:spPr>
              <a:xfrm>
                <a:off x="2799732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h194"/>
              <p:cNvSpPr/>
              <p:nvPr/>
            </p:nvSpPr>
            <p:spPr>
              <a:xfrm>
                <a:off x="2808994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h195"/>
              <p:cNvSpPr/>
              <p:nvPr/>
            </p:nvSpPr>
            <p:spPr>
              <a:xfrm>
                <a:off x="2818257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h196"/>
              <p:cNvSpPr/>
              <p:nvPr/>
            </p:nvSpPr>
            <p:spPr>
              <a:xfrm>
                <a:off x="2827519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h197"/>
              <p:cNvSpPr/>
              <p:nvPr/>
            </p:nvSpPr>
            <p:spPr>
              <a:xfrm>
                <a:off x="2836781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h198"/>
              <p:cNvSpPr/>
              <p:nvPr/>
            </p:nvSpPr>
            <p:spPr>
              <a:xfrm>
                <a:off x="2846043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h199"/>
              <p:cNvSpPr/>
              <p:nvPr/>
            </p:nvSpPr>
            <p:spPr>
              <a:xfrm>
                <a:off x="2855306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h200"/>
              <p:cNvSpPr/>
              <p:nvPr/>
            </p:nvSpPr>
            <p:spPr>
              <a:xfrm>
                <a:off x="2864568" y="27916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h201"/>
              <p:cNvSpPr/>
              <p:nvPr/>
            </p:nvSpPr>
            <p:spPr>
              <a:xfrm>
                <a:off x="2873830" y="28088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13"/>
                    </a:lnTo>
                    <a:lnTo>
                      <a:pt x="922833" y="908018"/>
                    </a:lnTo>
                    <a:lnTo>
                      <a:pt x="921874" y="909415"/>
                    </a:lnTo>
                    <a:lnTo>
                      <a:pt x="920914" y="910811"/>
                    </a:lnTo>
                    <a:lnTo>
                      <a:pt x="919954" y="912208"/>
                    </a:lnTo>
                    <a:lnTo>
                      <a:pt x="918995" y="913605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h202"/>
              <p:cNvSpPr/>
              <p:nvPr/>
            </p:nvSpPr>
            <p:spPr>
              <a:xfrm>
                <a:off x="2883092" y="2791656"/>
                <a:ext cx="921041" cy="924051"/>
              </a:xfrm>
              <a:custGeom>
                <a:avLst/>
                <a:gdLst/>
                <a:ahLst/>
                <a:cxnLst/>
                <a:rect l="0" t="0" r="0" b="0"/>
                <a:pathLst>
                  <a:path w="921041" h="924051">
                    <a:moveTo>
                      <a:pt x="914400" y="914400"/>
                    </a:moveTo>
                    <a:lnTo>
                      <a:pt x="921041" y="914400"/>
                    </a:lnTo>
                    <a:lnTo>
                      <a:pt x="920296" y="915481"/>
                    </a:lnTo>
                    <a:lnTo>
                      <a:pt x="919335" y="916877"/>
                    </a:lnTo>
                    <a:lnTo>
                      <a:pt x="918374" y="918273"/>
                    </a:lnTo>
                    <a:lnTo>
                      <a:pt x="917413" y="919670"/>
                    </a:lnTo>
                    <a:lnTo>
                      <a:pt x="916452" y="921066"/>
                    </a:lnTo>
                    <a:lnTo>
                      <a:pt x="915492" y="922463"/>
                    </a:lnTo>
                    <a:lnTo>
                      <a:pt x="914531" y="923860"/>
                    </a:lnTo>
                    <a:lnTo>
                      <a:pt x="914400" y="924051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h203"/>
              <p:cNvSpPr/>
              <p:nvPr/>
            </p:nvSpPr>
            <p:spPr>
              <a:xfrm>
                <a:off x="2484817" y="2774418"/>
                <a:ext cx="914400" cy="9307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13">
                    <a:moveTo>
                      <a:pt x="914400" y="914399"/>
                    </a:moveTo>
                    <a:lnTo>
                      <a:pt x="914400" y="930713"/>
                    </a:lnTo>
                    <a:lnTo>
                      <a:pt x="913533" y="929059"/>
                    </a:lnTo>
                    <a:lnTo>
                      <a:pt x="909709" y="920952"/>
                    </a:lnTo>
                    <a:lnTo>
                      <a:pt x="906929" y="91439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h204"/>
              <p:cNvSpPr/>
              <p:nvPr/>
            </p:nvSpPr>
            <p:spPr>
              <a:xfrm>
                <a:off x="248481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884" y="931638"/>
                    </a:lnTo>
                    <a:lnTo>
                      <a:pt x="914400" y="930713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h205"/>
              <p:cNvSpPr/>
              <p:nvPr/>
            </p:nvSpPr>
            <p:spPr>
              <a:xfrm>
                <a:off x="249407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h206"/>
              <p:cNvSpPr/>
              <p:nvPr/>
            </p:nvSpPr>
            <p:spPr>
              <a:xfrm>
                <a:off x="250334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h207"/>
              <p:cNvSpPr/>
              <p:nvPr/>
            </p:nvSpPr>
            <p:spPr>
              <a:xfrm>
                <a:off x="251260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h208"/>
              <p:cNvSpPr/>
              <p:nvPr/>
            </p:nvSpPr>
            <p:spPr>
              <a:xfrm>
                <a:off x="252186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h209"/>
              <p:cNvSpPr/>
              <p:nvPr/>
            </p:nvSpPr>
            <p:spPr>
              <a:xfrm>
                <a:off x="253112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h210"/>
              <p:cNvSpPr/>
              <p:nvPr/>
            </p:nvSpPr>
            <p:spPr>
              <a:xfrm>
                <a:off x="254039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h211"/>
              <p:cNvSpPr/>
              <p:nvPr/>
            </p:nvSpPr>
            <p:spPr>
              <a:xfrm>
                <a:off x="254965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h212"/>
              <p:cNvSpPr/>
              <p:nvPr/>
            </p:nvSpPr>
            <p:spPr>
              <a:xfrm>
                <a:off x="255891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h213"/>
              <p:cNvSpPr/>
              <p:nvPr/>
            </p:nvSpPr>
            <p:spPr>
              <a:xfrm>
                <a:off x="256817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h214"/>
              <p:cNvSpPr/>
              <p:nvPr/>
            </p:nvSpPr>
            <p:spPr>
              <a:xfrm>
                <a:off x="257743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h215"/>
              <p:cNvSpPr/>
              <p:nvPr/>
            </p:nvSpPr>
            <p:spPr>
              <a:xfrm>
                <a:off x="258670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h216"/>
              <p:cNvSpPr/>
              <p:nvPr/>
            </p:nvSpPr>
            <p:spPr>
              <a:xfrm>
                <a:off x="259596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h217"/>
              <p:cNvSpPr/>
              <p:nvPr/>
            </p:nvSpPr>
            <p:spPr>
              <a:xfrm>
                <a:off x="260522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h218"/>
              <p:cNvSpPr/>
              <p:nvPr/>
            </p:nvSpPr>
            <p:spPr>
              <a:xfrm>
                <a:off x="261448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h219"/>
              <p:cNvSpPr/>
              <p:nvPr/>
            </p:nvSpPr>
            <p:spPr>
              <a:xfrm>
                <a:off x="262375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h220"/>
              <p:cNvSpPr/>
              <p:nvPr/>
            </p:nvSpPr>
            <p:spPr>
              <a:xfrm>
                <a:off x="263301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h221"/>
              <p:cNvSpPr/>
              <p:nvPr/>
            </p:nvSpPr>
            <p:spPr>
              <a:xfrm>
                <a:off x="264227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h222"/>
              <p:cNvSpPr/>
              <p:nvPr/>
            </p:nvSpPr>
            <p:spPr>
              <a:xfrm>
                <a:off x="265153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h223"/>
              <p:cNvSpPr/>
              <p:nvPr/>
            </p:nvSpPr>
            <p:spPr>
              <a:xfrm>
                <a:off x="266079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h224"/>
              <p:cNvSpPr/>
              <p:nvPr/>
            </p:nvSpPr>
            <p:spPr>
              <a:xfrm>
                <a:off x="267006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h225"/>
              <p:cNvSpPr/>
              <p:nvPr/>
            </p:nvSpPr>
            <p:spPr>
              <a:xfrm>
                <a:off x="267932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h226"/>
              <p:cNvSpPr/>
              <p:nvPr/>
            </p:nvSpPr>
            <p:spPr>
              <a:xfrm>
                <a:off x="268858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h227"/>
              <p:cNvSpPr/>
              <p:nvPr/>
            </p:nvSpPr>
            <p:spPr>
              <a:xfrm>
                <a:off x="269784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h228"/>
              <p:cNvSpPr/>
              <p:nvPr/>
            </p:nvSpPr>
            <p:spPr>
              <a:xfrm>
                <a:off x="270711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h229"/>
              <p:cNvSpPr/>
              <p:nvPr/>
            </p:nvSpPr>
            <p:spPr>
              <a:xfrm>
                <a:off x="271637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h230"/>
              <p:cNvSpPr/>
              <p:nvPr/>
            </p:nvSpPr>
            <p:spPr>
              <a:xfrm>
                <a:off x="272563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h231"/>
              <p:cNvSpPr/>
              <p:nvPr/>
            </p:nvSpPr>
            <p:spPr>
              <a:xfrm>
                <a:off x="273489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h232"/>
              <p:cNvSpPr/>
              <p:nvPr/>
            </p:nvSpPr>
            <p:spPr>
              <a:xfrm>
                <a:off x="274415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h233"/>
              <p:cNvSpPr/>
              <p:nvPr/>
            </p:nvSpPr>
            <p:spPr>
              <a:xfrm>
                <a:off x="275342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h234"/>
              <p:cNvSpPr/>
              <p:nvPr/>
            </p:nvSpPr>
            <p:spPr>
              <a:xfrm>
                <a:off x="276268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h235"/>
              <p:cNvSpPr/>
              <p:nvPr/>
            </p:nvSpPr>
            <p:spPr>
              <a:xfrm>
                <a:off x="277194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h236"/>
              <p:cNvSpPr/>
              <p:nvPr/>
            </p:nvSpPr>
            <p:spPr>
              <a:xfrm>
                <a:off x="278120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h237"/>
              <p:cNvSpPr/>
              <p:nvPr/>
            </p:nvSpPr>
            <p:spPr>
              <a:xfrm>
                <a:off x="279047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h238"/>
              <p:cNvSpPr/>
              <p:nvPr/>
            </p:nvSpPr>
            <p:spPr>
              <a:xfrm>
                <a:off x="2799732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h239"/>
              <p:cNvSpPr/>
              <p:nvPr/>
            </p:nvSpPr>
            <p:spPr>
              <a:xfrm>
                <a:off x="2808994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h240"/>
              <p:cNvSpPr/>
              <p:nvPr/>
            </p:nvSpPr>
            <p:spPr>
              <a:xfrm>
                <a:off x="2818257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h241"/>
              <p:cNvSpPr/>
              <p:nvPr/>
            </p:nvSpPr>
            <p:spPr>
              <a:xfrm>
                <a:off x="2827519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h242"/>
              <p:cNvSpPr/>
              <p:nvPr/>
            </p:nvSpPr>
            <p:spPr>
              <a:xfrm>
                <a:off x="2836781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h243"/>
              <p:cNvSpPr/>
              <p:nvPr/>
            </p:nvSpPr>
            <p:spPr>
              <a:xfrm>
                <a:off x="2846043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h244"/>
              <p:cNvSpPr/>
              <p:nvPr/>
            </p:nvSpPr>
            <p:spPr>
              <a:xfrm>
                <a:off x="2855306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h245"/>
              <p:cNvSpPr/>
              <p:nvPr/>
            </p:nvSpPr>
            <p:spPr>
              <a:xfrm>
                <a:off x="2864568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h246"/>
              <p:cNvSpPr/>
              <p:nvPr/>
            </p:nvSpPr>
            <p:spPr>
              <a:xfrm>
                <a:off x="2873830" y="27744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h247"/>
              <p:cNvSpPr/>
              <p:nvPr/>
            </p:nvSpPr>
            <p:spPr>
              <a:xfrm>
                <a:off x="2883092" y="27916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595"/>
                    </a:lnTo>
                    <a:lnTo>
                      <a:pt x="923181" y="911292"/>
                    </a:lnTo>
                    <a:lnTo>
                      <a:pt x="922219" y="912688"/>
                    </a:lnTo>
                    <a:lnTo>
                      <a:pt x="921258" y="914085"/>
                    </a:lnTo>
                    <a:lnTo>
                      <a:pt x="921041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h248"/>
              <p:cNvSpPr/>
              <p:nvPr/>
            </p:nvSpPr>
            <p:spPr>
              <a:xfrm>
                <a:off x="2892354" y="2774418"/>
                <a:ext cx="923662" cy="92783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34">
                    <a:moveTo>
                      <a:pt x="914400" y="914399"/>
                    </a:moveTo>
                    <a:lnTo>
                      <a:pt x="923662" y="914411"/>
                    </a:lnTo>
                    <a:lnTo>
                      <a:pt x="923549" y="914575"/>
                    </a:lnTo>
                    <a:lnTo>
                      <a:pt x="922585" y="915970"/>
                    </a:lnTo>
                    <a:lnTo>
                      <a:pt x="921621" y="917365"/>
                    </a:lnTo>
                    <a:lnTo>
                      <a:pt x="920658" y="918761"/>
                    </a:lnTo>
                    <a:lnTo>
                      <a:pt x="919694" y="920156"/>
                    </a:lnTo>
                    <a:lnTo>
                      <a:pt x="918731" y="921552"/>
                    </a:lnTo>
                    <a:lnTo>
                      <a:pt x="917769" y="922948"/>
                    </a:lnTo>
                    <a:lnTo>
                      <a:pt x="916806" y="924343"/>
                    </a:lnTo>
                    <a:lnTo>
                      <a:pt x="915843" y="925739"/>
                    </a:lnTo>
                    <a:lnTo>
                      <a:pt x="914881" y="927135"/>
                    </a:lnTo>
                    <a:lnTo>
                      <a:pt x="914400" y="927834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h249"/>
              <p:cNvSpPr/>
              <p:nvPr/>
            </p:nvSpPr>
            <p:spPr>
              <a:xfrm>
                <a:off x="2475555" y="2757179"/>
                <a:ext cx="914399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148">
                    <a:moveTo>
                      <a:pt x="914399" y="914400"/>
                    </a:moveTo>
                    <a:lnTo>
                      <a:pt x="914399" y="927148"/>
                    </a:lnTo>
                    <a:lnTo>
                      <a:pt x="912029" y="920920"/>
                    </a:lnTo>
                    <a:lnTo>
                      <a:pt x="909813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h250"/>
              <p:cNvSpPr/>
              <p:nvPr/>
            </p:nvSpPr>
            <p:spPr>
              <a:xfrm>
                <a:off x="2475555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191" y="931638"/>
                    </a:lnTo>
                    <a:lnTo>
                      <a:pt x="915379" y="929724"/>
                    </a:lnTo>
                    <a:lnTo>
                      <a:pt x="914399" y="92714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h251"/>
              <p:cNvSpPr/>
              <p:nvPr/>
            </p:nvSpPr>
            <p:spPr>
              <a:xfrm>
                <a:off x="248481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h252"/>
              <p:cNvSpPr/>
              <p:nvPr/>
            </p:nvSpPr>
            <p:spPr>
              <a:xfrm>
                <a:off x="249407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h253"/>
              <p:cNvSpPr/>
              <p:nvPr/>
            </p:nvSpPr>
            <p:spPr>
              <a:xfrm>
                <a:off x="250334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h254"/>
              <p:cNvSpPr/>
              <p:nvPr/>
            </p:nvSpPr>
            <p:spPr>
              <a:xfrm>
                <a:off x="251260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h255"/>
              <p:cNvSpPr/>
              <p:nvPr/>
            </p:nvSpPr>
            <p:spPr>
              <a:xfrm>
                <a:off x="252186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h256"/>
              <p:cNvSpPr/>
              <p:nvPr/>
            </p:nvSpPr>
            <p:spPr>
              <a:xfrm>
                <a:off x="253112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h257"/>
              <p:cNvSpPr/>
              <p:nvPr/>
            </p:nvSpPr>
            <p:spPr>
              <a:xfrm>
                <a:off x="254039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h258"/>
              <p:cNvSpPr/>
              <p:nvPr/>
            </p:nvSpPr>
            <p:spPr>
              <a:xfrm>
                <a:off x="254965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h259"/>
              <p:cNvSpPr/>
              <p:nvPr/>
            </p:nvSpPr>
            <p:spPr>
              <a:xfrm>
                <a:off x="255891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h260"/>
              <p:cNvSpPr/>
              <p:nvPr/>
            </p:nvSpPr>
            <p:spPr>
              <a:xfrm>
                <a:off x="256817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h261"/>
              <p:cNvSpPr/>
              <p:nvPr/>
            </p:nvSpPr>
            <p:spPr>
              <a:xfrm>
                <a:off x="257743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h262"/>
              <p:cNvSpPr/>
              <p:nvPr/>
            </p:nvSpPr>
            <p:spPr>
              <a:xfrm>
                <a:off x="258670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h263"/>
              <p:cNvSpPr/>
              <p:nvPr/>
            </p:nvSpPr>
            <p:spPr>
              <a:xfrm>
                <a:off x="259596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h264"/>
              <p:cNvSpPr/>
              <p:nvPr/>
            </p:nvSpPr>
            <p:spPr>
              <a:xfrm>
                <a:off x="260522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h265"/>
              <p:cNvSpPr/>
              <p:nvPr/>
            </p:nvSpPr>
            <p:spPr>
              <a:xfrm>
                <a:off x="261448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h266"/>
              <p:cNvSpPr/>
              <p:nvPr/>
            </p:nvSpPr>
            <p:spPr>
              <a:xfrm>
                <a:off x="262375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h267"/>
              <p:cNvSpPr/>
              <p:nvPr/>
            </p:nvSpPr>
            <p:spPr>
              <a:xfrm>
                <a:off x="263301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h268"/>
              <p:cNvSpPr/>
              <p:nvPr/>
            </p:nvSpPr>
            <p:spPr>
              <a:xfrm>
                <a:off x="264227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h269"/>
              <p:cNvSpPr/>
              <p:nvPr/>
            </p:nvSpPr>
            <p:spPr>
              <a:xfrm>
                <a:off x="265153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h270"/>
              <p:cNvSpPr/>
              <p:nvPr/>
            </p:nvSpPr>
            <p:spPr>
              <a:xfrm>
                <a:off x="266079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h271"/>
              <p:cNvSpPr/>
              <p:nvPr/>
            </p:nvSpPr>
            <p:spPr>
              <a:xfrm>
                <a:off x="267006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h272"/>
              <p:cNvSpPr/>
              <p:nvPr/>
            </p:nvSpPr>
            <p:spPr>
              <a:xfrm>
                <a:off x="267932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h273"/>
              <p:cNvSpPr/>
              <p:nvPr/>
            </p:nvSpPr>
            <p:spPr>
              <a:xfrm>
                <a:off x="268858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h274"/>
              <p:cNvSpPr/>
              <p:nvPr/>
            </p:nvSpPr>
            <p:spPr>
              <a:xfrm>
                <a:off x="269784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h275"/>
              <p:cNvSpPr/>
              <p:nvPr/>
            </p:nvSpPr>
            <p:spPr>
              <a:xfrm>
                <a:off x="270711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h276"/>
              <p:cNvSpPr/>
              <p:nvPr/>
            </p:nvSpPr>
            <p:spPr>
              <a:xfrm>
                <a:off x="271637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h277"/>
              <p:cNvSpPr/>
              <p:nvPr/>
            </p:nvSpPr>
            <p:spPr>
              <a:xfrm>
                <a:off x="272563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h278"/>
              <p:cNvSpPr/>
              <p:nvPr/>
            </p:nvSpPr>
            <p:spPr>
              <a:xfrm>
                <a:off x="273489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h279"/>
              <p:cNvSpPr/>
              <p:nvPr/>
            </p:nvSpPr>
            <p:spPr>
              <a:xfrm>
                <a:off x="274415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h280"/>
              <p:cNvSpPr/>
              <p:nvPr/>
            </p:nvSpPr>
            <p:spPr>
              <a:xfrm>
                <a:off x="275342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h281"/>
              <p:cNvSpPr/>
              <p:nvPr/>
            </p:nvSpPr>
            <p:spPr>
              <a:xfrm>
                <a:off x="276268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h282"/>
              <p:cNvSpPr/>
              <p:nvPr/>
            </p:nvSpPr>
            <p:spPr>
              <a:xfrm>
                <a:off x="277194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h283"/>
              <p:cNvSpPr/>
              <p:nvPr/>
            </p:nvSpPr>
            <p:spPr>
              <a:xfrm>
                <a:off x="278120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h284"/>
              <p:cNvSpPr/>
              <p:nvPr/>
            </p:nvSpPr>
            <p:spPr>
              <a:xfrm>
                <a:off x="279047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h285"/>
              <p:cNvSpPr/>
              <p:nvPr/>
            </p:nvSpPr>
            <p:spPr>
              <a:xfrm>
                <a:off x="279973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h286"/>
              <p:cNvSpPr/>
              <p:nvPr/>
            </p:nvSpPr>
            <p:spPr>
              <a:xfrm>
                <a:off x="280899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h287"/>
              <p:cNvSpPr/>
              <p:nvPr/>
            </p:nvSpPr>
            <p:spPr>
              <a:xfrm>
                <a:off x="2818257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h288"/>
              <p:cNvSpPr/>
              <p:nvPr/>
            </p:nvSpPr>
            <p:spPr>
              <a:xfrm>
                <a:off x="2827519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h289"/>
              <p:cNvSpPr/>
              <p:nvPr/>
            </p:nvSpPr>
            <p:spPr>
              <a:xfrm>
                <a:off x="2836781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h290"/>
              <p:cNvSpPr/>
              <p:nvPr/>
            </p:nvSpPr>
            <p:spPr>
              <a:xfrm>
                <a:off x="2846043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h291"/>
              <p:cNvSpPr/>
              <p:nvPr/>
            </p:nvSpPr>
            <p:spPr>
              <a:xfrm>
                <a:off x="2855306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h292"/>
              <p:cNvSpPr/>
              <p:nvPr/>
            </p:nvSpPr>
            <p:spPr>
              <a:xfrm>
                <a:off x="2864568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h293"/>
              <p:cNvSpPr/>
              <p:nvPr/>
            </p:nvSpPr>
            <p:spPr>
              <a:xfrm>
                <a:off x="2873830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h294"/>
              <p:cNvSpPr/>
              <p:nvPr/>
            </p:nvSpPr>
            <p:spPr>
              <a:xfrm>
                <a:off x="2883092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h295"/>
              <p:cNvSpPr/>
              <p:nvPr/>
            </p:nvSpPr>
            <p:spPr>
              <a:xfrm>
                <a:off x="2892354" y="27571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h296"/>
              <p:cNvSpPr/>
              <p:nvPr/>
            </p:nvSpPr>
            <p:spPr>
              <a:xfrm>
                <a:off x="2901617" y="277441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920"/>
                    </a:lnTo>
                    <a:lnTo>
                      <a:pt x="920670" y="904988"/>
                    </a:lnTo>
                    <a:lnTo>
                      <a:pt x="916221" y="911776"/>
                    </a:lnTo>
                    <a:lnTo>
                      <a:pt x="915251" y="91318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h297"/>
              <p:cNvSpPr/>
              <p:nvPr/>
            </p:nvSpPr>
            <p:spPr>
              <a:xfrm>
                <a:off x="2910879" y="2757179"/>
                <a:ext cx="915992" cy="917158"/>
              </a:xfrm>
              <a:custGeom>
                <a:avLst/>
                <a:gdLst/>
                <a:ahLst/>
                <a:cxnLst/>
                <a:rect l="0" t="0" r="0" b="0"/>
                <a:pathLst>
                  <a:path w="915992" h="917158">
                    <a:moveTo>
                      <a:pt x="914400" y="914400"/>
                    </a:moveTo>
                    <a:lnTo>
                      <a:pt x="915992" y="914400"/>
                    </a:lnTo>
                    <a:lnTo>
                      <a:pt x="915662" y="915019"/>
                    </a:lnTo>
                    <a:lnTo>
                      <a:pt x="914400" y="91715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h298"/>
              <p:cNvSpPr/>
              <p:nvPr/>
            </p:nvSpPr>
            <p:spPr>
              <a:xfrm>
                <a:off x="2466292" y="2739941"/>
                <a:ext cx="914400" cy="9160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049">
                    <a:moveTo>
                      <a:pt x="914400" y="914399"/>
                    </a:moveTo>
                    <a:lnTo>
                      <a:pt x="914400" y="916049"/>
                    </a:lnTo>
                    <a:lnTo>
                      <a:pt x="913961" y="91439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h299"/>
              <p:cNvSpPr/>
              <p:nvPr/>
            </p:nvSpPr>
            <p:spPr>
              <a:xfrm>
                <a:off x="24662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076" y="931638"/>
                    </a:lnTo>
                    <a:lnTo>
                      <a:pt x="918193" y="929041"/>
                    </a:lnTo>
                    <a:lnTo>
                      <a:pt x="915354" y="919636"/>
                    </a:lnTo>
                    <a:lnTo>
                      <a:pt x="914400" y="91604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h300"/>
              <p:cNvSpPr/>
              <p:nvPr/>
            </p:nvSpPr>
            <p:spPr>
              <a:xfrm>
                <a:off x="2475555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h301"/>
              <p:cNvSpPr/>
              <p:nvPr/>
            </p:nvSpPr>
            <p:spPr>
              <a:xfrm>
                <a:off x="24848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h302"/>
              <p:cNvSpPr/>
              <p:nvPr/>
            </p:nvSpPr>
            <p:spPr>
              <a:xfrm>
                <a:off x="249407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h303"/>
              <p:cNvSpPr/>
              <p:nvPr/>
            </p:nvSpPr>
            <p:spPr>
              <a:xfrm>
                <a:off x="250334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h304"/>
              <p:cNvSpPr/>
              <p:nvPr/>
            </p:nvSpPr>
            <p:spPr>
              <a:xfrm>
                <a:off x="251260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h305"/>
              <p:cNvSpPr/>
              <p:nvPr/>
            </p:nvSpPr>
            <p:spPr>
              <a:xfrm>
                <a:off x="252186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h306"/>
              <p:cNvSpPr/>
              <p:nvPr/>
            </p:nvSpPr>
            <p:spPr>
              <a:xfrm>
                <a:off x="253112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h307"/>
              <p:cNvSpPr/>
              <p:nvPr/>
            </p:nvSpPr>
            <p:spPr>
              <a:xfrm>
                <a:off x="254039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h308"/>
              <p:cNvSpPr/>
              <p:nvPr/>
            </p:nvSpPr>
            <p:spPr>
              <a:xfrm>
                <a:off x="254965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h309"/>
              <p:cNvSpPr/>
              <p:nvPr/>
            </p:nvSpPr>
            <p:spPr>
              <a:xfrm>
                <a:off x="255891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h310"/>
              <p:cNvSpPr/>
              <p:nvPr/>
            </p:nvSpPr>
            <p:spPr>
              <a:xfrm>
                <a:off x="256817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h311"/>
              <p:cNvSpPr/>
              <p:nvPr/>
            </p:nvSpPr>
            <p:spPr>
              <a:xfrm>
                <a:off x="257743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h312"/>
              <p:cNvSpPr/>
              <p:nvPr/>
            </p:nvSpPr>
            <p:spPr>
              <a:xfrm>
                <a:off x="258670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h313"/>
              <p:cNvSpPr/>
              <p:nvPr/>
            </p:nvSpPr>
            <p:spPr>
              <a:xfrm>
                <a:off x="259596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h314"/>
              <p:cNvSpPr/>
              <p:nvPr/>
            </p:nvSpPr>
            <p:spPr>
              <a:xfrm>
                <a:off x="260522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h315"/>
              <p:cNvSpPr/>
              <p:nvPr/>
            </p:nvSpPr>
            <p:spPr>
              <a:xfrm>
                <a:off x="261448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h316"/>
              <p:cNvSpPr/>
              <p:nvPr/>
            </p:nvSpPr>
            <p:spPr>
              <a:xfrm>
                <a:off x="262375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h317"/>
              <p:cNvSpPr/>
              <p:nvPr/>
            </p:nvSpPr>
            <p:spPr>
              <a:xfrm>
                <a:off x="263301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h318"/>
              <p:cNvSpPr/>
              <p:nvPr/>
            </p:nvSpPr>
            <p:spPr>
              <a:xfrm>
                <a:off x="264227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h319"/>
              <p:cNvSpPr/>
              <p:nvPr/>
            </p:nvSpPr>
            <p:spPr>
              <a:xfrm>
                <a:off x="265153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h320"/>
              <p:cNvSpPr/>
              <p:nvPr/>
            </p:nvSpPr>
            <p:spPr>
              <a:xfrm>
                <a:off x="266079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h321"/>
              <p:cNvSpPr/>
              <p:nvPr/>
            </p:nvSpPr>
            <p:spPr>
              <a:xfrm>
                <a:off x="267006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h322"/>
              <p:cNvSpPr/>
              <p:nvPr/>
            </p:nvSpPr>
            <p:spPr>
              <a:xfrm>
                <a:off x="267932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h323"/>
              <p:cNvSpPr/>
              <p:nvPr/>
            </p:nvSpPr>
            <p:spPr>
              <a:xfrm>
                <a:off x="268858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h324"/>
              <p:cNvSpPr/>
              <p:nvPr/>
            </p:nvSpPr>
            <p:spPr>
              <a:xfrm>
                <a:off x="269784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h325"/>
              <p:cNvSpPr/>
              <p:nvPr/>
            </p:nvSpPr>
            <p:spPr>
              <a:xfrm>
                <a:off x="270711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h326"/>
              <p:cNvSpPr/>
              <p:nvPr/>
            </p:nvSpPr>
            <p:spPr>
              <a:xfrm>
                <a:off x="271637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h327"/>
              <p:cNvSpPr/>
              <p:nvPr/>
            </p:nvSpPr>
            <p:spPr>
              <a:xfrm>
                <a:off x="272563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h328"/>
              <p:cNvSpPr/>
              <p:nvPr/>
            </p:nvSpPr>
            <p:spPr>
              <a:xfrm>
                <a:off x="273489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h329"/>
              <p:cNvSpPr/>
              <p:nvPr/>
            </p:nvSpPr>
            <p:spPr>
              <a:xfrm>
                <a:off x="274415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h330"/>
              <p:cNvSpPr/>
              <p:nvPr/>
            </p:nvSpPr>
            <p:spPr>
              <a:xfrm>
                <a:off x="275342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h331"/>
              <p:cNvSpPr/>
              <p:nvPr/>
            </p:nvSpPr>
            <p:spPr>
              <a:xfrm>
                <a:off x="276268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h332"/>
              <p:cNvSpPr/>
              <p:nvPr/>
            </p:nvSpPr>
            <p:spPr>
              <a:xfrm>
                <a:off x="277194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h333"/>
              <p:cNvSpPr/>
              <p:nvPr/>
            </p:nvSpPr>
            <p:spPr>
              <a:xfrm>
                <a:off x="278120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h334"/>
              <p:cNvSpPr/>
              <p:nvPr/>
            </p:nvSpPr>
            <p:spPr>
              <a:xfrm>
                <a:off x="279047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h335"/>
              <p:cNvSpPr/>
              <p:nvPr/>
            </p:nvSpPr>
            <p:spPr>
              <a:xfrm>
                <a:off x="279973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h336"/>
              <p:cNvSpPr/>
              <p:nvPr/>
            </p:nvSpPr>
            <p:spPr>
              <a:xfrm>
                <a:off x="280899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h337"/>
              <p:cNvSpPr/>
              <p:nvPr/>
            </p:nvSpPr>
            <p:spPr>
              <a:xfrm>
                <a:off x="281825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h338"/>
              <p:cNvSpPr/>
              <p:nvPr/>
            </p:nvSpPr>
            <p:spPr>
              <a:xfrm>
                <a:off x="2827519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h339"/>
              <p:cNvSpPr/>
              <p:nvPr/>
            </p:nvSpPr>
            <p:spPr>
              <a:xfrm>
                <a:off x="2836781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h340"/>
              <p:cNvSpPr/>
              <p:nvPr/>
            </p:nvSpPr>
            <p:spPr>
              <a:xfrm>
                <a:off x="2846043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h341"/>
              <p:cNvSpPr/>
              <p:nvPr/>
            </p:nvSpPr>
            <p:spPr>
              <a:xfrm>
                <a:off x="2855306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h342"/>
              <p:cNvSpPr/>
              <p:nvPr/>
            </p:nvSpPr>
            <p:spPr>
              <a:xfrm>
                <a:off x="2864568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h343"/>
              <p:cNvSpPr/>
              <p:nvPr/>
            </p:nvSpPr>
            <p:spPr>
              <a:xfrm>
                <a:off x="2873830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h344"/>
              <p:cNvSpPr/>
              <p:nvPr/>
            </p:nvSpPr>
            <p:spPr>
              <a:xfrm>
                <a:off x="2883092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h345"/>
              <p:cNvSpPr/>
              <p:nvPr/>
            </p:nvSpPr>
            <p:spPr>
              <a:xfrm>
                <a:off x="2892354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h346"/>
              <p:cNvSpPr/>
              <p:nvPr/>
            </p:nvSpPr>
            <p:spPr>
              <a:xfrm>
                <a:off x="2901617" y="27399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h347"/>
              <p:cNvSpPr/>
              <p:nvPr/>
            </p:nvSpPr>
            <p:spPr>
              <a:xfrm>
                <a:off x="2910879" y="27571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148"/>
                    </a:lnTo>
                    <a:lnTo>
                      <a:pt x="923542" y="899424"/>
                    </a:lnTo>
                    <a:lnTo>
                      <a:pt x="919711" y="907411"/>
                    </a:lnTo>
                    <a:lnTo>
                      <a:pt x="915992" y="914400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h348"/>
              <p:cNvSpPr/>
              <p:nvPr/>
            </p:nvSpPr>
            <p:spPr>
              <a:xfrm>
                <a:off x="2920141" y="2739941"/>
                <a:ext cx="915258" cy="916386"/>
              </a:xfrm>
              <a:custGeom>
                <a:avLst/>
                <a:gdLst/>
                <a:ahLst/>
                <a:cxnLst/>
                <a:rect l="0" t="0" r="0" b="0"/>
                <a:pathLst>
                  <a:path w="915258" h="916386">
                    <a:moveTo>
                      <a:pt x="914400" y="914399"/>
                    </a:moveTo>
                    <a:lnTo>
                      <a:pt x="915258" y="914399"/>
                    </a:lnTo>
                    <a:lnTo>
                      <a:pt x="914400" y="916386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h349"/>
              <p:cNvSpPr/>
              <p:nvPr/>
            </p:nvSpPr>
            <p:spPr>
              <a:xfrm>
                <a:off x="2466292" y="27227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961" y="931638"/>
                    </a:lnTo>
                    <a:lnTo>
                      <a:pt x="912782" y="927207"/>
                    </a:lnTo>
                    <a:lnTo>
                      <a:pt x="910484" y="917302"/>
                    </a:lnTo>
                    <a:lnTo>
                      <a:pt x="909906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h350"/>
              <p:cNvSpPr/>
              <p:nvPr/>
            </p:nvSpPr>
            <p:spPr>
              <a:xfrm>
                <a:off x="24662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h351"/>
              <p:cNvSpPr/>
              <p:nvPr/>
            </p:nvSpPr>
            <p:spPr>
              <a:xfrm>
                <a:off x="2475555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h352"/>
              <p:cNvSpPr/>
              <p:nvPr/>
            </p:nvSpPr>
            <p:spPr>
              <a:xfrm>
                <a:off x="24848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h353"/>
              <p:cNvSpPr/>
              <p:nvPr/>
            </p:nvSpPr>
            <p:spPr>
              <a:xfrm>
                <a:off x="24940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h354"/>
              <p:cNvSpPr/>
              <p:nvPr/>
            </p:nvSpPr>
            <p:spPr>
              <a:xfrm>
                <a:off x="250334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h355"/>
              <p:cNvSpPr/>
              <p:nvPr/>
            </p:nvSpPr>
            <p:spPr>
              <a:xfrm>
                <a:off x="251260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h356"/>
              <p:cNvSpPr/>
              <p:nvPr/>
            </p:nvSpPr>
            <p:spPr>
              <a:xfrm>
                <a:off x="252186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h357"/>
              <p:cNvSpPr/>
              <p:nvPr/>
            </p:nvSpPr>
            <p:spPr>
              <a:xfrm>
                <a:off x="253112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h358"/>
              <p:cNvSpPr/>
              <p:nvPr/>
            </p:nvSpPr>
            <p:spPr>
              <a:xfrm>
                <a:off x="254039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h359"/>
              <p:cNvSpPr/>
              <p:nvPr/>
            </p:nvSpPr>
            <p:spPr>
              <a:xfrm>
                <a:off x="254965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h360"/>
              <p:cNvSpPr/>
              <p:nvPr/>
            </p:nvSpPr>
            <p:spPr>
              <a:xfrm>
                <a:off x="255891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h361"/>
              <p:cNvSpPr/>
              <p:nvPr/>
            </p:nvSpPr>
            <p:spPr>
              <a:xfrm>
                <a:off x="256817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h362"/>
              <p:cNvSpPr/>
              <p:nvPr/>
            </p:nvSpPr>
            <p:spPr>
              <a:xfrm>
                <a:off x="257743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h363"/>
              <p:cNvSpPr/>
              <p:nvPr/>
            </p:nvSpPr>
            <p:spPr>
              <a:xfrm>
                <a:off x="258670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h364"/>
              <p:cNvSpPr/>
              <p:nvPr/>
            </p:nvSpPr>
            <p:spPr>
              <a:xfrm>
                <a:off x="259596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h365"/>
              <p:cNvSpPr/>
              <p:nvPr/>
            </p:nvSpPr>
            <p:spPr>
              <a:xfrm>
                <a:off x="260522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h366"/>
              <p:cNvSpPr/>
              <p:nvPr/>
            </p:nvSpPr>
            <p:spPr>
              <a:xfrm>
                <a:off x="261448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h367"/>
              <p:cNvSpPr/>
              <p:nvPr/>
            </p:nvSpPr>
            <p:spPr>
              <a:xfrm>
                <a:off x="262375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h368"/>
              <p:cNvSpPr/>
              <p:nvPr/>
            </p:nvSpPr>
            <p:spPr>
              <a:xfrm>
                <a:off x="263301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h369"/>
              <p:cNvSpPr/>
              <p:nvPr/>
            </p:nvSpPr>
            <p:spPr>
              <a:xfrm>
                <a:off x="264227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h370"/>
              <p:cNvSpPr/>
              <p:nvPr/>
            </p:nvSpPr>
            <p:spPr>
              <a:xfrm>
                <a:off x="265153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h371"/>
              <p:cNvSpPr/>
              <p:nvPr/>
            </p:nvSpPr>
            <p:spPr>
              <a:xfrm>
                <a:off x="266079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h372"/>
              <p:cNvSpPr/>
              <p:nvPr/>
            </p:nvSpPr>
            <p:spPr>
              <a:xfrm>
                <a:off x="267006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h373"/>
              <p:cNvSpPr/>
              <p:nvPr/>
            </p:nvSpPr>
            <p:spPr>
              <a:xfrm>
                <a:off x="267932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h374"/>
              <p:cNvSpPr/>
              <p:nvPr/>
            </p:nvSpPr>
            <p:spPr>
              <a:xfrm>
                <a:off x="268858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h375"/>
              <p:cNvSpPr/>
              <p:nvPr/>
            </p:nvSpPr>
            <p:spPr>
              <a:xfrm>
                <a:off x="269784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h376"/>
              <p:cNvSpPr/>
              <p:nvPr/>
            </p:nvSpPr>
            <p:spPr>
              <a:xfrm>
                <a:off x="270711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h377"/>
              <p:cNvSpPr/>
              <p:nvPr/>
            </p:nvSpPr>
            <p:spPr>
              <a:xfrm>
                <a:off x="271637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h378"/>
              <p:cNvSpPr/>
              <p:nvPr/>
            </p:nvSpPr>
            <p:spPr>
              <a:xfrm>
                <a:off x="272563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h379"/>
              <p:cNvSpPr/>
              <p:nvPr/>
            </p:nvSpPr>
            <p:spPr>
              <a:xfrm>
                <a:off x="273489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h380"/>
              <p:cNvSpPr/>
              <p:nvPr/>
            </p:nvSpPr>
            <p:spPr>
              <a:xfrm>
                <a:off x="274415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h381"/>
              <p:cNvSpPr/>
              <p:nvPr/>
            </p:nvSpPr>
            <p:spPr>
              <a:xfrm>
                <a:off x="275342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h382"/>
              <p:cNvSpPr/>
              <p:nvPr/>
            </p:nvSpPr>
            <p:spPr>
              <a:xfrm>
                <a:off x="276268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h383"/>
              <p:cNvSpPr/>
              <p:nvPr/>
            </p:nvSpPr>
            <p:spPr>
              <a:xfrm>
                <a:off x="277194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h384"/>
              <p:cNvSpPr/>
              <p:nvPr/>
            </p:nvSpPr>
            <p:spPr>
              <a:xfrm>
                <a:off x="278120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h385"/>
              <p:cNvSpPr/>
              <p:nvPr/>
            </p:nvSpPr>
            <p:spPr>
              <a:xfrm>
                <a:off x="279047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h386"/>
              <p:cNvSpPr/>
              <p:nvPr/>
            </p:nvSpPr>
            <p:spPr>
              <a:xfrm>
                <a:off x="279973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h387"/>
              <p:cNvSpPr/>
              <p:nvPr/>
            </p:nvSpPr>
            <p:spPr>
              <a:xfrm>
                <a:off x="280899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h388"/>
              <p:cNvSpPr/>
              <p:nvPr/>
            </p:nvSpPr>
            <p:spPr>
              <a:xfrm>
                <a:off x="281825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h389"/>
              <p:cNvSpPr/>
              <p:nvPr/>
            </p:nvSpPr>
            <p:spPr>
              <a:xfrm>
                <a:off x="282751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h390"/>
              <p:cNvSpPr/>
              <p:nvPr/>
            </p:nvSpPr>
            <p:spPr>
              <a:xfrm>
                <a:off x="2836781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h391"/>
              <p:cNvSpPr/>
              <p:nvPr/>
            </p:nvSpPr>
            <p:spPr>
              <a:xfrm>
                <a:off x="2846043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h392"/>
              <p:cNvSpPr/>
              <p:nvPr/>
            </p:nvSpPr>
            <p:spPr>
              <a:xfrm>
                <a:off x="2855306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h393"/>
              <p:cNvSpPr/>
              <p:nvPr/>
            </p:nvSpPr>
            <p:spPr>
              <a:xfrm>
                <a:off x="2864568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h394"/>
              <p:cNvSpPr/>
              <p:nvPr/>
            </p:nvSpPr>
            <p:spPr>
              <a:xfrm>
                <a:off x="2873830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h395"/>
              <p:cNvSpPr/>
              <p:nvPr/>
            </p:nvSpPr>
            <p:spPr>
              <a:xfrm>
                <a:off x="2883092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h396"/>
              <p:cNvSpPr/>
              <p:nvPr/>
            </p:nvSpPr>
            <p:spPr>
              <a:xfrm>
                <a:off x="2892354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h397"/>
              <p:cNvSpPr/>
              <p:nvPr/>
            </p:nvSpPr>
            <p:spPr>
              <a:xfrm>
                <a:off x="2901617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h398"/>
              <p:cNvSpPr/>
              <p:nvPr/>
            </p:nvSpPr>
            <p:spPr>
              <a:xfrm>
                <a:off x="2910879" y="27227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h399"/>
              <p:cNvSpPr/>
              <p:nvPr/>
            </p:nvSpPr>
            <p:spPr>
              <a:xfrm>
                <a:off x="2920141" y="2739941"/>
                <a:ext cx="92211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111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2111" y="897161"/>
                    </a:lnTo>
                    <a:lnTo>
                      <a:pt x="921252" y="899635"/>
                    </a:lnTo>
                    <a:lnTo>
                      <a:pt x="917885" y="908317"/>
                    </a:lnTo>
                    <a:lnTo>
                      <a:pt x="915258" y="91439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h400"/>
              <p:cNvSpPr/>
              <p:nvPr/>
            </p:nvSpPr>
            <p:spPr>
              <a:xfrm>
                <a:off x="2466292" y="27054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6" y="931638"/>
                    </a:lnTo>
                    <a:lnTo>
                      <a:pt x="908467" y="924427"/>
                    </a:lnTo>
                    <a:lnTo>
                      <a:pt x="906782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h401"/>
              <p:cNvSpPr/>
              <p:nvPr/>
            </p:nvSpPr>
            <p:spPr>
              <a:xfrm>
                <a:off x="24662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h402"/>
              <p:cNvSpPr/>
              <p:nvPr/>
            </p:nvSpPr>
            <p:spPr>
              <a:xfrm>
                <a:off x="2475555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h403"/>
              <p:cNvSpPr/>
              <p:nvPr/>
            </p:nvSpPr>
            <p:spPr>
              <a:xfrm>
                <a:off x="24848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h404"/>
              <p:cNvSpPr/>
              <p:nvPr/>
            </p:nvSpPr>
            <p:spPr>
              <a:xfrm>
                <a:off x="24940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h405"/>
              <p:cNvSpPr/>
              <p:nvPr/>
            </p:nvSpPr>
            <p:spPr>
              <a:xfrm>
                <a:off x="250334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h406"/>
              <p:cNvSpPr/>
              <p:nvPr/>
            </p:nvSpPr>
            <p:spPr>
              <a:xfrm>
                <a:off x="251260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h407"/>
              <p:cNvSpPr/>
              <p:nvPr/>
            </p:nvSpPr>
            <p:spPr>
              <a:xfrm>
                <a:off x="252186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h408"/>
              <p:cNvSpPr/>
              <p:nvPr/>
            </p:nvSpPr>
            <p:spPr>
              <a:xfrm>
                <a:off x="253112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h409"/>
              <p:cNvSpPr/>
              <p:nvPr/>
            </p:nvSpPr>
            <p:spPr>
              <a:xfrm>
                <a:off x="254039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h410"/>
              <p:cNvSpPr/>
              <p:nvPr/>
            </p:nvSpPr>
            <p:spPr>
              <a:xfrm>
                <a:off x="254965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h411"/>
              <p:cNvSpPr/>
              <p:nvPr/>
            </p:nvSpPr>
            <p:spPr>
              <a:xfrm>
                <a:off x="255891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h412"/>
              <p:cNvSpPr/>
              <p:nvPr/>
            </p:nvSpPr>
            <p:spPr>
              <a:xfrm>
                <a:off x="256817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h413"/>
              <p:cNvSpPr/>
              <p:nvPr/>
            </p:nvSpPr>
            <p:spPr>
              <a:xfrm>
                <a:off x="257743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h414"/>
              <p:cNvSpPr/>
              <p:nvPr/>
            </p:nvSpPr>
            <p:spPr>
              <a:xfrm>
                <a:off x="258670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h415"/>
              <p:cNvSpPr/>
              <p:nvPr/>
            </p:nvSpPr>
            <p:spPr>
              <a:xfrm>
                <a:off x="259596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h416"/>
              <p:cNvSpPr/>
              <p:nvPr/>
            </p:nvSpPr>
            <p:spPr>
              <a:xfrm>
                <a:off x="260522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h417"/>
              <p:cNvSpPr/>
              <p:nvPr/>
            </p:nvSpPr>
            <p:spPr>
              <a:xfrm>
                <a:off x="261448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h418"/>
              <p:cNvSpPr/>
              <p:nvPr/>
            </p:nvSpPr>
            <p:spPr>
              <a:xfrm>
                <a:off x="262375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h419"/>
              <p:cNvSpPr/>
              <p:nvPr/>
            </p:nvSpPr>
            <p:spPr>
              <a:xfrm>
                <a:off x="263301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h420"/>
              <p:cNvSpPr/>
              <p:nvPr/>
            </p:nvSpPr>
            <p:spPr>
              <a:xfrm>
                <a:off x="264227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h421"/>
              <p:cNvSpPr/>
              <p:nvPr/>
            </p:nvSpPr>
            <p:spPr>
              <a:xfrm>
                <a:off x="265153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h422"/>
              <p:cNvSpPr/>
              <p:nvPr/>
            </p:nvSpPr>
            <p:spPr>
              <a:xfrm>
                <a:off x="266079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h423"/>
              <p:cNvSpPr/>
              <p:nvPr/>
            </p:nvSpPr>
            <p:spPr>
              <a:xfrm>
                <a:off x="267006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h424"/>
              <p:cNvSpPr/>
              <p:nvPr/>
            </p:nvSpPr>
            <p:spPr>
              <a:xfrm>
                <a:off x="267932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h425"/>
              <p:cNvSpPr/>
              <p:nvPr/>
            </p:nvSpPr>
            <p:spPr>
              <a:xfrm>
                <a:off x="268858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h426"/>
              <p:cNvSpPr/>
              <p:nvPr/>
            </p:nvSpPr>
            <p:spPr>
              <a:xfrm>
                <a:off x="269784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h427"/>
              <p:cNvSpPr/>
              <p:nvPr/>
            </p:nvSpPr>
            <p:spPr>
              <a:xfrm>
                <a:off x="270711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h428"/>
              <p:cNvSpPr/>
              <p:nvPr/>
            </p:nvSpPr>
            <p:spPr>
              <a:xfrm>
                <a:off x="271637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h429"/>
              <p:cNvSpPr/>
              <p:nvPr/>
            </p:nvSpPr>
            <p:spPr>
              <a:xfrm>
                <a:off x="272563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h430"/>
              <p:cNvSpPr/>
              <p:nvPr/>
            </p:nvSpPr>
            <p:spPr>
              <a:xfrm>
                <a:off x="273489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h431"/>
              <p:cNvSpPr/>
              <p:nvPr/>
            </p:nvSpPr>
            <p:spPr>
              <a:xfrm>
                <a:off x="274415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h432"/>
              <p:cNvSpPr/>
              <p:nvPr/>
            </p:nvSpPr>
            <p:spPr>
              <a:xfrm>
                <a:off x="275342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h433"/>
              <p:cNvSpPr/>
              <p:nvPr/>
            </p:nvSpPr>
            <p:spPr>
              <a:xfrm>
                <a:off x="276268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h434"/>
              <p:cNvSpPr/>
              <p:nvPr/>
            </p:nvSpPr>
            <p:spPr>
              <a:xfrm>
                <a:off x="277194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h435"/>
              <p:cNvSpPr/>
              <p:nvPr/>
            </p:nvSpPr>
            <p:spPr>
              <a:xfrm>
                <a:off x="278120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h436"/>
              <p:cNvSpPr/>
              <p:nvPr/>
            </p:nvSpPr>
            <p:spPr>
              <a:xfrm>
                <a:off x="279047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h437"/>
              <p:cNvSpPr/>
              <p:nvPr/>
            </p:nvSpPr>
            <p:spPr>
              <a:xfrm>
                <a:off x="279973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h438"/>
              <p:cNvSpPr/>
              <p:nvPr/>
            </p:nvSpPr>
            <p:spPr>
              <a:xfrm>
                <a:off x="280899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h439"/>
              <p:cNvSpPr/>
              <p:nvPr/>
            </p:nvSpPr>
            <p:spPr>
              <a:xfrm>
                <a:off x="281825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h440"/>
              <p:cNvSpPr/>
              <p:nvPr/>
            </p:nvSpPr>
            <p:spPr>
              <a:xfrm>
                <a:off x="282751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h441"/>
              <p:cNvSpPr/>
              <p:nvPr/>
            </p:nvSpPr>
            <p:spPr>
              <a:xfrm>
                <a:off x="2836781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h442"/>
              <p:cNvSpPr/>
              <p:nvPr/>
            </p:nvSpPr>
            <p:spPr>
              <a:xfrm>
                <a:off x="2846043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h443"/>
              <p:cNvSpPr/>
              <p:nvPr/>
            </p:nvSpPr>
            <p:spPr>
              <a:xfrm>
                <a:off x="2855306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h444"/>
              <p:cNvSpPr/>
              <p:nvPr/>
            </p:nvSpPr>
            <p:spPr>
              <a:xfrm>
                <a:off x="2864568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h445"/>
              <p:cNvSpPr/>
              <p:nvPr/>
            </p:nvSpPr>
            <p:spPr>
              <a:xfrm>
                <a:off x="2873830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h446"/>
              <p:cNvSpPr/>
              <p:nvPr/>
            </p:nvSpPr>
            <p:spPr>
              <a:xfrm>
                <a:off x="2883092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h447"/>
              <p:cNvSpPr/>
              <p:nvPr/>
            </p:nvSpPr>
            <p:spPr>
              <a:xfrm>
                <a:off x="2892354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h448"/>
              <p:cNvSpPr/>
              <p:nvPr/>
            </p:nvSpPr>
            <p:spPr>
              <a:xfrm>
                <a:off x="2901617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h449"/>
              <p:cNvSpPr/>
              <p:nvPr/>
            </p:nvSpPr>
            <p:spPr>
              <a:xfrm>
                <a:off x="2910879" y="27054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h450"/>
              <p:cNvSpPr/>
              <p:nvPr/>
            </p:nvSpPr>
            <p:spPr>
              <a:xfrm>
                <a:off x="2920141" y="272270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931"/>
                    </a:lnTo>
                    <a:lnTo>
                      <a:pt x="922111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h451"/>
              <p:cNvSpPr/>
              <p:nvPr/>
            </p:nvSpPr>
            <p:spPr>
              <a:xfrm>
                <a:off x="2929403" y="2705464"/>
                <a:ext cx="918371" cy="927170"/>
              </a:xfrm>
              <a:custGeom>
                <a:avLst/>
                <a:gdLst/>
                <a:ahLst/>
                <a:cxnLst/>
                <a:rect l="0" t="0" r="0" b="0"/>
                <a:pathLst>
                  <a:path w="918371" h="927170">
                    <a:moveTo>
                      <a:pt x="914400" y="914400"/>
                    </a:moveTo>
                    <a:lnTo>
                      <a:pt x="918371" y="914400"/>
                    </a:lnTo>
                    <a:lnTo>
                      <a:pt x="917979" y="915835"/>
                    </a:lnTo>
                    <a:lnTo>
                      <a:pt x="915112" y="925118"/>
                    </a:lnTo>
                    <a:lnTo>
                      <a:pt x="914400" y="92717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h452"/>
              <p:cNvSpPr/>
              <p:nvPr/>
            </p:nvSpPr>
            <p:spPr>
              <a:xfrm>
                <a:off x="2457030" y="2688225"/>
                <a:ext cx="914400" cy="9194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52">
                    <a:moveTo>
                      <a:pt x="914400" y="914400"/>
                    </a:moveTo>
                    <a:lnTo>
                      <a:pt x="914400" y="919452"/>
                    </a:lnTo>
                    <a:lnTo>
                      <a:pt x="913852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h453"/>
              <p:cNvSpPr/>
              <p:nvPr/>
            </p:nvSpPr>
            <p:spPr>
              <a:xfrm>
                <a:off x="24570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044" y="931638"/>
                    </a:lnTo>
                    <a:lnTo>
                      <a:pt x="915999" y="931370"/>
                    </a:lnTo>
                    <a:lnTo>
                      <a:pt x="914559" y="920920"/>
                    </a:lnTo>
                    <a:lnTo>
                      <a:pt x="914400" y="919452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h454"/>
              <p:cNvSpPr/>
              <p:nvPr/>
            </p:nvSpPr>
            <p:spPr>
              <a:xfrm>
                <a:off x="24662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h455"/>
              <p:cNvSpPr/>
              <p:nvPr/>
            </p:nvSpPr>
            <p:spPr>
              <a:xfrm>
                <a:off x="2475555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h456"/>
              <p:cNvSpPr/>
              <p:nvPr/>
            </p:nvSpPr>
            <p:spPr>
              <a:xfrm>
                <a:off x="24848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h457"/>
              <p:cNvSpPr/>
              <p:nvPr/>
            </p:nvSpPr>
            <p:spPr>
              <a:xfrm>
                <a:off x="24940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h458"/>
              <p:cNvSpPr/>
              <p:nvPr/>
            </p:nvSpPr>
            <p:spPr>
              <a:xfrm>
                <a:off x="25033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h459"/>
              <p:cNvSpPr/>
              <p:nvPr/>
            </p:nvSpPr>
            <p:spPr>
              <a:xfrm>
                <a:off x="251260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h460"/>
              <p:cNvSpPr/>
              <p:nvPr/>
            </p:nvSpPr>
            <p:spPr>
              <a:xfrm>
                <a:off x="252186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h461"/>
              <p:cNvSpPr/>
              <p:nvPr/>
            </p:nvSpPr>
            <p:spPr>
              <a:xfrm>
                <a:off x="253112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h462"/>
              <p:cNvSpPr/>
              <p:nvPr/>
            </p:nvSpPr>
            <p:spPr>
              <a:xfrm>
                <a:off x="254039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h463"/>
              <p:cNvSpPr/>
              <p:nvPr/>
            </p:nvSpPr>
            <p:spPr>
              <a:xfrm>
                <a:off x="254965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h464"/>
              <p:cNvSpPr/>
              <p:nvPr/>
            </p:nvSpPr>
            <p:spPr>
              <a:xfrm>
                <a:off x="255891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h465"/>
              <p:cNvSpPr/>
              <p:nvPr/>
            </p:nvSpPr>
            <p:spPr>
              <a:xfrm>
                <a:off x="256817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h466"/>
              <p:cNvSpPr/>
              <p:nvPr/>
            </p:nvSpPr>
            <p:spPr>
              <a:xfrm>
                <a:off x="257743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h467"/>
              <p:cNvSpPr/>
              <p:nvPr/>
            </p:nvSpPr>
            <p:spPr>
              <a:xfrm>
                <a:off x="258670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h468"/>
              <p:cNvSpPr/>
              <p:nvPr/>
            </p:nvSpPr>
            <p:spPr>
              <a:xfrm>
                <a:off x="259596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h469"/>
              <p:cNvSpPr/>
              <p:nvPr/>
            </p:nvSpPr>
            <p:spPr>
              <a:xfrm>
                <a:off x="260522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h470"/>
              <p:cNvSpPr/>
              <p:nvPr/>
            </p:nvSpPr>
            <p:spPr>
              <a:xfrm>
                <a:off x="261448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h471"/>
              <p:cNvSpPr/>
              <p:nvPr/>
            </p:nvSpPr>
            <p:spPr>
              <a:xfrm>
                <a:off x="262375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h472"/>
              <p:cNvSpPr/>
              <p:nvPr/>
            </p:nvSpPr>
            <p:spPr>
              <a:xfrm>
                <a:off x="263301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h473"/>
              <p:cNvSpPr/>
              <p:nvPr/>
            </p:nvSpPr>
            <p:spPr>
              <a:xfrm>
                <a:off x="264227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h474"/>
              <p:cNvSpPr/>
              <p:nvPr/>
            </p:nvSpPr>
            <p:spPr>
              <a:xfrm>
                <a:off x="265153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h475"/>
              <p:cNvSpPr/>
              <p:nvPr/>
            </p:nvSpPr>
            <p:spPr>
              <a:xfrm>
                <a:off x="266079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h476"/>
              <p:cNvSpPr/>
              <p:nvPr/>
            </p:nvSpPr>
            <p:spPr>
              <a:xfrm>
                <a:off x="267006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h477"/>
              <p:cNvSpPr/>
              <p:nvPr/>
            </p:nvSpPr>
            <p:spPr>
              <a:xfrm>
                <a:off x="267932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h478"/>
              <p:cNvSpPr/>
              <p:nvPr/>
            </p:nvSpPr>
            <p:spPr>
              <a:xfrm>
                <a:off x="268858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h479"/>
              <p:cNvSpPr/>
              <p:nvPr/>
            </p:nvSpPr>
            <p:spPr>
              <a:xfrm>
                <a:off x="269784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h480"/>
              <p:cNvSpPr/>
              <p:nvPr/>
            </p:nvSpPr>
            <p:spPr>
              <a:xfrm>
                <a:off x="270711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h481"/>
              <p:cNvSpPr/>
              <p:nvPr/>
            </p:nvSpPr>
            <p:spPr>
              <a:xfrm>
                <a:off x="271637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h482"/>
              <p:cNvSpPr/>
              <p:nvPr/>
            </p:nvSpPr>
            <p:spPr>
              <a:xfrm>
                <a:off x="272563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h483"/>
              <p:cNvSpPr/>
              <p:nvPr/>
            </p:nvSpPr>
            <p:spPr>
              <a:xfrm>
                <a:off x="273489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h484"/>
              <p:cNvSpPr/>
              <p:nvPr/>
            </p:nvSpPr>
            <p:spPr>
              <a:xfrm>
                <a:off x="274415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h485"/>
              <p:cNvSpPr/>
              <p:nvPr/>
            </p:nvSpPr>
            <p:spPr>
              <a:xfrm>
                <a:off x="275342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h486"/>
              <p:cNvSpPr/>
              <p:nvPr/>
            </p:nvSpPr>
            <p:spPr>
              <a:xfrm>
                <a:off x="276268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h487"/>
              <p:cNvSpPr/>
              <p:nvPr/>
            </p:nvSpPr>
            <p:spPr>
              <a:xfrm>
                <a:off x="277194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h488"/>
              <p:cNvSpPr/>
              <p:nvPr/>
            </p:nvSpPr>
            <p:spPr>
              <a:xfrm>
                <a:off x="278120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h489"/>
              <p:cNvSpPr/>
              <p:nvPr/>
            </p:nvSpPr>
            <p:spPr>
              <a:xfrm>
                <a:off x="279047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h490"/>
              <p:cNvSpPr/>
              <p:nvPr/>
            </p:nvSpPr>
            <p:spPr>
              <a:xfrm>
                <a:off x="279973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h491"/>
              <p:cNvSpPr/>
              <p:nvPr/>
            </p:nvSpPr>
            <p:spPr>
              <a:xfrm>
                <a:off x="280899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h492"/>
              <p:cNvSpPr/>
              <p:nvPr/>
            </p:nvSpPr>
            <p:spPr>
              <a:xfrm>
                <a:off x="281825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h493"/>
              <p:cNvSpPr/>
              <p:nvPr/>
            </p:nvSpPr>
            <p:spPr>
              <a:xfrm>
                <a:off x="282751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h494"/>
              <p:cNvSpPr/>
              <p:nvPr/>
            </p:nvSpPr>
            <p:spPr>
              <a:xfrm>
                <a:off x="283678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h495"/>
              <p:cNvSpPr/>
              <p:nvPr/>
            </p:nvSpPr>
            <p:spPr>
              <a:xfrm>
                <a:off x="2846043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h496"/>
              <p:cNvSpPr/>
              <p:nvPr/>
            </p:nvSpPr>
            <p:spPr>
              <a:xfrm>
                <a:off x="2855306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h497"/>
              <p:cNvSpPr/>
              <p:nvPr/>
            </p:nvSpPr>
            <p:spPr>
              <a:xfrm>
                <a:off x="2864568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h498"/>
              <p:cNvSpPr/>
              <p:nvPr/>
            </p:nvSpPr>
            <p:spPr>
              <a:xfrm>
                <a:off x="2873830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h499"/>
              <p:cNvSpPr/>
              <p:nvPr/>
            </p:nvSpPr>
            <p:spPr>
              <a:xfrm>
                <a:off x="2883092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h500"/>
              <p:cNvSpPr/>
              <p:nvPr/>
            </p:nvSpPr>
            <p:spPr>
              <a:xfrm>
                <a:off x="2892354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h501"/>
              <p:cNvSpPr/>
              <p:nvPr/>
            </p:nvSpPr>
            <p:spPr>
              <a:xfrm>
                <a:off x="2901617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h502"/>
              <p:cNvSpPr/>
              <p:nvPr/>
            </p:nvSpPr>
            <p:spPr>
              <a:xfrm>
                <a:off x="2910879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h503"/>
              <p:cNvSpPr/>
              <p:nvPr/>
            </p:nvSpPr>
            <p:spPr>
              <a:xfrm>
                <a:off x="2920141" y="26882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h504"/>
              <p:cNvSpPr/>
              <p:nvPr/>
            </p:nvSpPr>
            <p:spPr>
              <a:xfrm>
                <a:off x="2929403" y="2705464"/>
                <a:ext cx="9227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64" y="897161"/>
                    </a:lnTo>
                    <a:lnTo>
                      <a:pt x="920585" y="906289"/>
                    </a:lnTo>
                    <a:lnTo>
                      <a:pt x="918371" y="914400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h505"/>
              <p:cNvSpPr/>
              <p:nvPr/>
            </p:nvSpPr>
            <p:spPr>
              <a:xfrm>
                <a:off x="2457030" y="26709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52" y="931638"/>
                    </a:lnTo>
                    <a:lnTo>
                      <a:pt x="913413" y="927583"/>
                    </a:lnTo>
                    <a:lnTo>
                      <a:pt x="912565" y="916911"/>
                    </a:lnTo>
                    <a:lnTo>
                      <a:pt x="912437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h506"/>
              <p:cNvSpPr/>
              <p:nvPr/>
            </p:nvSpPr>
            <p:spPr>
              <a:xfrm>
                <a:off x="24570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h507"/>
              <p:cNvSpPr/>
              <p:nvPr/>
            </p:nvSpPr>
            <p:spPr>
              <a:xfrm>
                <a:off x="24662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h508"/>
              <p:cNvSpPr/>
              <p:nvPr/>
            </p:nvSpPr>
            <p:spPr>
              <a:xfrm>
                <a:off x="2475555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h509"/>
              <p:cNvSpPr/>
              <p:nvPr/>
            </p:nvSpPr>
            <p:spPr>
              <a:xfrm>
                <a:off x="24848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h510"/>
              <p:cNvSpPr/>
              <p:nvPr/>
            </p:nvSpPr>
            <p:spPr>
              <a:xfrm>
                <a:off x="24940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h511"/>
              <p:cNvSpPr/>
              <p:nvPr/>
            </p:nvSpPr>
            <p:spPr>
              <a:xfrm>
                <a:off x="25033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h512"/>
              <p:cNvSpPr/>
              <p:nvPr/>
            </p:nvSpPr>
            <p:spPr>
              <a:xfrm>
                <a:off x="251260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h513"/>
              <p:cNvSpPr/>
              <p:nvPr/>
            </p:nvSpPr>
            <p:spPr>
              <a:xfrm>
                <a:off x="252186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h514"/>
              <p:cNvSpPr/>
              <p:nvPr/>
            </p:nvSpPr>
            <p:spPr>
              <a:xfrm>
                <a:off x="253112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h515"/>
              <p:cNvSpPr/>
              <p:nvPr/>
            </p:nvSpPr>
            <p:spPr>
              <a:xfrm>
                <a:off x="254039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h516"/>
              <p:cNvSpPr/>
              <p:nvPr/>
            </p:nvSpPr>
            <p:spPr>
              <a:xfrm>
                <a:off x="254965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h517"/>
              <p:cNvSpPr/>
              <p:nvPr/>
            </p:nvSpPr>
            <p:spPr>
              <a:xfrm>
                <a:off x="255891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h518"/>
              <p:cNvSpPr/>
              <p:nvPr/>
            </p:nvSpPr>
            <p:spPr>
              <a:xfrm>
                <a:off x="256817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h519"/>
              <p:cNvSpPr/>
              <p:nvPr/>
            </p:nvSpPr>
            <p:spPr>
              <a:xfrm>
                <a:off x="257743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h520"/>
              <p:cNvSpPr/>
              <p:nvPr/>
            </p:nvSpPr>
            <p:spPr>
              <a:xfrm>
                <a:off x="258670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h521"/>
              <p:cNvSpPr/>
              <p:nvPr/>
            </p:nvSpPr>
            <p:spPr>
              <a:xfrm>
                <a:off x="259596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h522"/>
              <p:cNvSpPr/>
              <p:nvPr/>
            </p:nvSpPr>
            <p:spPr>
              <a:xfrm>
                <a:off x="260522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h523"/>
              <p:cNvSpPr/>
              <p:nvPr/>
            </p:nvSpPr>
            <p:spPr>
              <a:xfrm>
                <a:off x="261448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h524"/>
              <p:cNvSpPr/>
              <p:nvPr/>
            </p:nvSpPr>
            <p:spPr>
              <a:xfrm>
                <a:off x="262375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h525"/>
              <p:cNvSpPr/>
              <p:nvPr/>
            </p:nvSpPr>
            <p:spPr>
              <a:xfrm>
                <a:off x="263301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h526"/>
              <p:cNvSpPr/>
              <p:nvPr/>
            </p:nvSpPr>
            <p:spPr>
              <a:xfrm>
                <a:off x="264227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h527"/>
              <p:cNvSpPr/>
              <p:nvPr/>
            </p:nvSpPr>
            <p:spPr>
              <a:xfrm>
                <a:off x="265153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h528"/>
              <p:cNvSpPr/>
              <p:nvPr/>
            </p:nvSpPr>
            <p:spPr>
              <a:xfrm>
                <a:off x="266079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h529"/>
              <p:cNvSpPr/>
              <p:nvPr/>
            </p:nvSpPr>
            <p:spPr>
              <a:xfrm>
                <a:off x="267006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h530"/>
              <p:cNvSpPr/>
              <p:nvPr/>
            </p:nvSpPr>
            <p:spPr>
              <a:xfrm>
                <a:off x="267932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h531"/>
              <p:cNvSpPr/>
              <p:nvPr/>
            </p:nvSpPr>
            <p:spPr>
              <a:xfrm>
                <a:off x="268858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h532"/>
              <p:cNvSpPr/>
              <p:nvPr/>
            </p:nvSpPr>
            <p:spPr>
              <a:xfrm>
                <a:off x="269784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h533"/>
              <p:cNvSpPr/>
              <p:nvPr/>
            </p:nvSpPr>
            <p:spPr>
              <a:xfrm>
                <a:off x="270711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h534"/>
              <p:cNvSpPr/>
              <p:nvPr/>
            </p:nvSpPr>
            <p:spPr>
              <a:xfrm>
                <a:off x="271637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h535"/>
              <p:cNvSpPr/>
              <p:nvPr/>
            </p:nvSpPr>
            <p:spPr>
              <a:xfrm>
                <a:off x="272563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h536"/>
              <p:cNvSpPr/>
              <p:nvPr/>
            </p:nvSpPr>
            <p:spPr>
              <a:xfrm>
                <a:off x="273489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h537"/>
              <p:cNvSpPr/>
              <p:nvPr/>
            </p:nvSpPr>
            <p:spPr>
              <a:xfrm>
                <a:off x="274415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h538"/>
              <p:cNvSpPr/>
              <p:nvPr/>
            </p:nvSpPr>
            <p:spPr>
              <a:xfrm>
                <a:off x="275342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h539"/>
              <p:cNvSpPr/>
              <p:nvPr/>
            </p:nvSpPr>
            <p:spPr>
              <a:xfrm>
                <a:off x="276268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h540"/>
              <p:cNvSpPr/>
              <p:nvPr/>
            </p:nvSpPr>
            <p:spPr>
              <a:xfrm>
                <a:off x="277194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h541"/>
              <p:cNvSpPr/>
              <p:nvPr/>
            </p:nvSpPr>
            <p:spPr>
              <a:xfrm>
                <a:off x="278120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h542"/>
              <p:cNvSpPr/>
              <p:nvPr/>
            </p:nvSpPr>
            <p:spPr>
              <a:xfrm>
                <a:off x="279047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h543"/>
              <p:cNvSpPr/>
              <p:nvPr/>
            </p:nvSpPr>
            <p:spPr>
              <a:xfrm>
                <a:off x="279973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h544"/>
              <p:cNvSpPr/>
              <p:nvPr/>
            </p:nvSpPr>
            <p:spPr>
              <a:xfrm>
                <a:off x="280899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h545"/>
              <p:cNvSpPr/>
              <p:nvPr/>
            </p:nvSpPr>
            <p:spPr>
              <a:xfrm>
                <a:off x="281825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h546"/>
              <p:cNvSpPr/>
              <p:nvPr/>
            </p:nvSpPr>
            <p:spPr>
              <a:xfrm>
                <a:off x="282751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h547"/>
              <p:cNvSpPr/>
              <p:nvPr/>
            </p:nvSpPr>
            <p:spPr>
              <a:xfrm>
                <a:off x="283678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h548"/>
              <p:cNvSpPr/>
              <p:nvPr/>
            </p:nvSpPr>
            <p:spPr>
              <a:xfrm>
                <a:off x="2846043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h549"/>
              <p:cNvSpPr/>
              <p:nvPr/>
            </p:nvSpPr>
            <p:spPr>
              <a:xfrm>
                <a:off x="2855306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h550"/>
              <p:cNvSpPr/>
              <p:nvPr/>
            </p:nvSpPr>
            <p:spPr>
              <a:xfrm>
                <a:off x="2864568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h551"/>
              <p:cNvSpPr/>
              <p:nvPr/>
            </p:nvSpPr>
            <p:spPr>
              <a:xfrm>
                <a:off x="2873830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h552"/>
              <p:cNvSpPr/>
              <p:nvPr/>
            </p:nvSpPr>
            <p:spPr>
              <a:xfrm>
                <a:off x="2883092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h553"/>
              <p:cNvSpPr/>
              <p:nvPr/>
            </p:nvSpPr>
            <p:spPr>
              <a:xfrm>
                <a:off x="2892354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h554"/>
              <p:cNvSpPr/>
              <p:nvPr/>
            </p:nvSpPr>
            <p:spPr>
              <a:xfrm>
                <a:off x="2901617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h555"/>
              <p:cNvSpPr/>
              <p:nvPr/>
            </p:nvSpPr>
            <p:spPr>
              <a:xfrm>
                <a:off x="2910879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h556"/>
              <p:cNvSpPr/>
              <p:nvPr/>
            </p:nvSpPr>
            <p:spPr>
              <a:xfrm>
                <a:off x="2920141" y="26709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h557"/>
              <p:cNvSpPr/>
              <p:nvPr/>
            </p:nvSpPr>
            <p:spPr>
              <a:xfrm>
                <a:off x="2929403" y="26882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151"/>
                    </a:lnTo>
                    <a:lnTo>
                      <a:pt x="922921" y="913742"/>
                    </a:lnTo>
                    <a:lnTo>
                      <a:pt x="922764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h558"/>
              <p:cNvSpPr/>
              <p:nvPr/>
            </p:nvSpPr>
            <p:spPr>
              <a:xfrm>
                <a:off x="2938666" y="2670987"/>
                <a:ext cx="916872" cy="927390"/>
              </a:xfrm>
              <a:custGeom>
                <a:avLst/>
                <a:gdLst/>
                <a:ahLst/>
                <a:cxnLst/>
                <a:rect l="0" t="0" r="0" b="0"/>
                <a:pathLst>
                  <a:path w="916872" h="927390">
                    <a:moveTo>
                      <a:pt x="914400" y="914400"/>
                    </a:moveTo>
                    <a:lnTo>
                      <a:pt x="916872" y="914400"/>
                    </a:lnTo>
                    <a:lnTo>
                      <a:pt x="915720" y="920984"/>
                    </a:lnTo>
                    <a:lnTo>
                      <a:pt x="914400" y="92739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h559"/>
              <p:cNvSpPr/>
              <p:nvPr/>
            </p:nvSpPr>
            <p:spPr>
              <a:xfrm>
                <a:off x="2457030" y="26537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437" y="931638"/>
                    </a:lnTo>
                    <a:lnTo>
                      <a:pt x="912018" y="923410"/>
                    </a:lnTo>
                    <a:lnTo>
                      <a:pt x="911812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h560"/>
              <p:cNvSpPr/>
              <p:nvPr/>
            </p:nvSpPr>
            <p:spPr>
              <a:xfrm>
                <a:off x="24570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h561"/>
              <p:cNvSpPr/>
              <p:nvPr/>
            </p:nvSpPr>
            <p:spPr>
              <a:xfrm>
                <a:off x="24662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h562"/>
              <p:cNvSpPr/>
              <p:nvPr/>
            </p:nvSpPr>
            <p:spPr>
              <a:xfrm>
                <a:off x="2475555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h563"/>
              <p:cNvSpPr/>
              <p:nvPr/>
            </p:nvSpPr>
            <p:spPr>
              <a:xfrm>
                <a:off x="24848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h564"/>
              <p:cNvSpPr/>
              <p:nvPr/>
            </p:nvSpPr>
            <p:spPr>
              <a:xfrm>
                <a:off x="24940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h565"/>
              <p:cNvSpPr/>
              <p:nvPr/>
            </p:nvSpPr>
            <p:spPr>
              <a:xfrm>
                <a:off x="25033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h566"/>
              <p:cNvSpPr/>
              <p:nvPr/>
            </p:nvSpPr>
            <p:spPr>
              <a:xfrm>
                <a:off x="25126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h567"/>
              <p:cNvSpPr/>
              <p:nvPr/>
            </p:nvSpPr>
            <p:spPr>
              <a:xfrm>
                <a:off x="252186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h568"/>
              <p:cNvSpPr/>
              <p:nvPr/>
            </p:nvSpPr>
            <p:spPr>
              <a:xfrm>
                <a:off x="253112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h569"/>
              <p:cNvSpPr/>
              <p:nvPr/>
            </p:nvSpPr>
            <p:spPr>
              <a:xfrm>
                <a:off x="254039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h570"/>
              <p:cNvSpPr/>
              <p:nvPr/>
            </p:nvSpPr>
            <p:spPr>
              <a:xfrm>
                <a:off x="254965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h571"/>
              <p:cNvSpPr/>
              <p:nvPr/>
            </p:nvSpPr>
            <p:spPr>
              <a:xfrm>
                <a:off x="255891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h572"/>
              <p:cNvSpPr/>
              <p:nvPr/>
            </p:nvSpPr>
            <p:spPr>
              <a:xfrm>
                <a:off x="256817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h573"/>
              <p:cNvSpPr/>
              <p:nvPr/>
            </p:nvSpPr>
            <p:spPr>
              <a:xfrm>
                <a:off x="257743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h574"/>
              <p:cNvSpPr/>
              <p:nvPr/>
            </p:nvSpPr>
            <p:spPr>
              <a:xfrm>
                <a:off x="258670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h575"/>
              <p:cNvSpPr/>
              <p:nvPr/>
            </p:nvSpPr>
            <p:spPr>
              <a:xfrm>
                <a:off x="259596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h576"/>
              <p:cNvSpPr/>
              <p:nvPr/>
            </p:nvSpPr>
            <p:spPr>
              <a:xfrm>
                <a:off x="260522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h577"/>
              <p:cNvSpPr/>
              <p:nvPr/>
            </p:nvSpPr>
            <p:spPr>
              <a:xfrm>
                <a:off x="261448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h578"/>
              <p:cNvSpPr/>
              <p:nvPr/>
            </p:nvSpPr>
            <p:spPr>
              <a:xfrm>
                <a:off x="262375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h579"/>
              <p:cNvSpPr/>
              <p:nvPr/>
            </p:nvSpPr>
            <p:spPr>
              <a:xfrm>
                <a:off x="263301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h580"/>
              <p:cNvSpPr/>
              <p:nvPr/>
            </p:nvSpPr>
            <p:spPr>
              <a:xfrm>
                <a:off x="264227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h581"/>
              <p:cNvSpPr/>
              <p:nvPr/>
            </p:nvSpPr>
            <p:spPr>
              <a:xfrm>
                <a:off x="265153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h582"/>
              <p:cNvSpPr/>
              <p:nvPr/>
            </p:nvSpPr>
            <p:spPr>
              <a:xfrm>
                <a:off x="266079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h583"/>
              <p:cNvSpPr/>
              <p:nvPr/>
            </p:nvSpPr>
            <p:spPr>
              <a:xfrm>
                <a:off x="267006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h584"/>
              <p:cNvSpPr/>
              <p:nvPr/>
            </p:nvSpPr>
            <p:spPr>
              <a:xfrm>
                <a:off x="267932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h585"/>
              <p:cNvSpPr/>
              <p:nvPr/>
            </p:nvSpPr>
            <p:spPr>
              <a:xfrm>
                <a:off x="268858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h586"/>
              <p:cNvSpPr/>
              <p:nvPr/>
            </p:nvSpPr>
            <p:spPr>
              <a:xfrm>
                <a:off x="269784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h587"/>
              <p:cNvSpPr/>
              <p:nvPr/>
            </p:nvSpPr>
            <p:spPr>
              <a:xfrm>
                <a:off x="270711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h588"/>
              <p:cNvSpPr/>
              <p:nvPr/>
            </p:nvSpPr>
            <p:spPr>
              <a:xfrm>
                <a:off x="271637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h589"/>
              <p:cNvSpPr/>
              <p:nvPr/>
            </p:nvSpPr>
            <p:spPr>
              <a:xfrm>
                <a:off x="272563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h590"/>
              <p:cNvSpPr/>
              <p:nvPr/>
            </p:nvSpPr>
            <p:spPr>
              <a:xfrm>
                <a:off x="273489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h591"/>
              <p:cNvSpPr/>
              <p:nvPr/>
            </p:nvSpPr>
            <p:spPr>
              <a:xfrm>
                <a:off x="274415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h592"/>
              <p:cNvSpPr/>
              <p:nvPr/>
            </p:nvSpPr>
            <p:spPr>
              <a:xfrm>
                <a:off x="275342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h593"/>
              <p:cNvSpPr/>
              <p:nvPr/>
            </p:nvSpPr>
            <p:spPr>
              <a:xfrm>
                <a:off x="276268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h594"/>
              <p:cNvSpPr/>
              <p:nvPr/>
            </p:nvSpPr>
            <p:spPr>
              <a:xfrm>
                <a:off x="277194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h595"/>
              <p:cNvSpPr/>
              <p:nvPr/>
            </p:nvSpPr>
            <p:spPr>
              <a:xfrm>
                <a:off x="278120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h596"/>
              <p:cNvSpPr/>
              <p:nvPr/>
            </p:nvSpPr>
            <p:spPr>
              <a:xfrm>
                <a:off x="279047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h597"/>
              <p:cNvSpPr/>
              <p:nvPr/>
            </p:nvSpPr>
            <p:spPr>
              <a:xfrm>
                <a:off x="279973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h598"/>
              <p:cNvSpPr/>
              <p:nvPr/>
            </p:nvSpPr>
            <p:spPr>
              <a:xfrm>
                <a:off x="280899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h599"/>
              <p:cNvSpPr/>
              <p:nvPr/>
            </p:nvSpPr>
            <p:spPr>
              <a:xfrm>
                <a:off x="281825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h600"/>
              <p:cNvSpPr/>
              <p:nvPr/>
            </p:nvSpPr>
            <p:spPr>
              <a:xfrm>
                <a:off x="282751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h601"/>
              <p:cNvSpPr/>
              <p:nvPr/>
            </p:nvSpPr>
            <p:spPr>
              <a:xfrm>
                <a:off x="283678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h602"/>
              <p:cNvSpPr/>
              <p:nvPr/>
            </p:nvSpPr>
            <p:spPr>
              <a:xfrm>
                <a:off x="284604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h603"/>
              <p:cNvSpPr/>
              <p:nvPr/>
            </p:nvSpPr>
            <p:spPr>
              <a:xfrm>
                <a:off x="2855306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h604"/>
              <p:cNvSpPr/>
              <p:nvPr/>
            </p:nvSpPr>
            <p:spPr>
              <a:xfrm>
                <a:off x="2864568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h605"/>
              <p:cNvSpPr/>
              <p:nvPr/>
            </p:nvSpPr>
            <p:spPr>
              <a:xfrm>
                <a:off x="2873830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h606"/>
              <p:cNvSpPr/>
              <p:nvPr/>
            </p:nvSpPr>
            <p:spPr>
              <a:xfrm>
                <a:off x="2883092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h607"/>
              <p:cNvSpPr/>
              <p:nvPr/>
            </p:nvSpPr>
            <p:spPr>
              <a:xfrm>
                <a:off x="2892354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h608"/>
              <p:cNvSpPr/>
              <p:nvPr/>
            </p:nvSpPr>
            <p:spPr>
              <a:xfrm>
                <a:off x="2901617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h609"/>
              <p:cNvSpPr/>
              <p:nvPr/>
            </p:nvSpPr>
            <p:spPr>
              <a:xfrm>
                <a:off x="2910879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h610"/>
              <p:cNvSpPr/>
              <p:nvPr/>
            </p:nvSpPr>
            <p:spPr>
              <a:xfrm>
                <a:off x="2920141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h611"/>
              <p:cNvSpPr/>
              <p:nvPr/>
            </p:nvSpPr>
            <p:spPr>
              <a:xfrm>
                <a:off x="2929403" y="26537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h612"/>
              <p:cNvSpPr/>
              <p:nvPr/>
            </p:nvSpPr>
            <p:spPr>
              <a:xfrm>
                <a:off x="2938666" y="2670987"/>
                <a:ext cx="9193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77" y="897161"/>
                    </a:lnTo>
                    <a:lnTo>
                      <a:pt x="918996" y="900463"/>
                    </a:lnTo>
                    <a:lnTo>
                      <a:pt x="917501" y="910802"/>
                    </a:lnTo>
                    <a:lnTo>
                      <a:pt x="916872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h613"/>
              <p:cNvSpPr/>
              <p:nvPr/>
            </p:nvSpPr>
            <p:spPr>
              <a:xfrm>
                <a:off x="2457030" y="26365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812" y="931638"/>
                    </a:lnTo>
                    <a:lnTo>
                      <a:pt x="911772" y="929870"/>
                    </a:lnTo>
                    <a:lnTo>
                      <a:pt x="911828" y="919083"/>
                    </a:lnTo>
                    <a:lnTo>
                      <a:pt x="911984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h614"/>
              <p:cNvSpPr/>
              <p:nvPr/>
            </p:nvSpPr>
            <p:spPr>
              <a:xfrm>
                <a:off x="24570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h615"/>
              <p:cNvSpPr/>
              <p:nvPr/>
            </p:nvSpPr>
            <p:spPr>
              <a:xfrm>
                <a:off x="24662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h616"/>
              <p:cNvSpPr/>
              <p:nvPr/>
            </p:nvSpPr>
            <p:spPr>
              <a:xfrm>
                <a:off x="2475555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h617"/>
              <p:cNvSpPr/>
              <p:nvPr/>
            </p:nvSpPr>
            <p:spPr>
              <a:xfrm>
                <a:off x="24848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h618"/>
              <p:cNvSpPr/>
              <p:nvPr/>
            </p:nvSpPr>
            <p:spPr>
              <a:xfrm>
                <a:off x="24940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h619"/>
              <p:cNvSpPr/>
              <p:nvPr/>
            </p:nvSpPr>
            <p:spPr>
              <a:xfrm>
                <a:off x="25033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h620"/>
              <p:cNvSpPr/>
              <p:nvPr/>
            </p:nvSpPr>
            <p:spPr>
              <a:xfrm>
                <a:off x="25126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h621"/>
              <p:cNvSpPr/>
              <p:nvPr/>
            </p:nvSpPr>
            <p:spPr>
              <a:xfrm>
                <a:off x="252186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h622"/>
              <p:cNvSpPr/>
              <p:nvPr/>
            </p:nvSpPr>
            <p:spPr>
              <a:xfrm>
                <a:off x="253112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h623"/>
              <p:cNvSpPr/>
              <p:nvPr/>
            </p:nvSpPr>
            <p:spPr>
              <a:xfrm>
                <a:off x="254039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h624"/>
              <p:cNvSpPr/>
              <p:nvPr/>
            </p:nvSpPr>
            <p:spPr>
              <a:xfrm>
                <a:off x="254965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h625"/>
              <p:cNvSpPr/>
              <p:nvPr/>
            </p:nvSpPr>
            <p:spPr>
              <a:xfrm>
                <a:off x="255891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h626"/>
              <p:cNvSpPr/>
              <p:nvPr/>
            </p:nvSpPr>
            <p:spPr>
              <a:xfrm>
                <a:off x="256817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h627"/>
              <p:cNvSpPr/>
              <p:nvPr/>
            </p:nvSpPr>
            <p:spPr>
              <a:xfrm>
                <a:off x="257743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h628"/>
              <p:cNvSpPr/>
              <p:nvPr/>
            </p:nvSpPr>
            <p:spPr>
              <a:xfrm>
                <a:off x="258670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h629"/>
              <p:cNvSpPr/>
              <p:nvPr/>
            </p:nvSpPr>
            <p:spPr>
              <a:xfrm>
                <a:off x="259596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h630"/>
              <p:cNvSpPr/>
              <p:nvPr/>
            </p:nvSpPr>
            <p:spPr>
              <a:xfrm>
                <a:off x="260522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h631"/>
              <p:cNvSpPr/>
              <p:nvPr/>
            </p:nvSpPr>
            <p:spPr>
              <a:xfrm>
                <a:off x="261448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h632"/>
              <p:cNvSpPr/>
              <p:nvPr/>
            </p:nvSpPr>
            <p:spPr>
              <a:xfrm>
                <a:off x="262375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h633"/>
              <p:cNvSpPr/>
              <p:nvPr/>
            </p:nvSpPr>
            <p:spPr>
              <a:xfrm>
                <a:off x="263301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h634"/>
              <p:cNvSpPr/>
              <p:nvPr/>
            </p:nvSpPr>
            <p:spPr>
              <a:xfrm>
                <a:off x="264227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h635"/>
              <p:cNvSpPr/>
              <p:nvPr/>
            </p:nvSpPr>
            <p:spPr>
              <a:xfrm>
                <a:off x="265153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h636"/>
              <p:cNvSpPr/>
              <p:nvPr/>
            </p:nvSpPr>
            <p:spPr>
              <a:xfrm>
                <a:off x="266079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h637"/>
              <p:cNvSpPr/>
              <p:nvPr/>
            </p:nvSpPr>
            <p:spPr>
              <a:xfrm>
                <a:off x="267006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h638"/>
              <p:cNvSpPr/>
              <p:nvPr/>
            </p:nvSpPr>
            <p:spPr>
              <a:xfrm>
                <a:off x="267932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h639"/>
              <p:cNvSpPr/>
              <p:nvPr/>
            </p:nvSpPr>
            <p:spPr>
              <a:xfrm>
                <a:off x="268858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h640"/>
              <p:cNvSpPr/>
              <p:nvPr/>
            </p:nvSpPr>
            <p:spPr>
              <a:xfrm>
                <a:off x="269784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h641"/>
              <p:cNvSpPr/>
              <p:nvPr/>
            </p:nvSpPr>
            <p:spPr>
              <a:xfrm>
                <a:off x="270711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h642"/>
              <p:cNvSpPr/>
              <p:nvPr/>
            </p:nvSpPr>
            <p:spPr>
              <a:xfrm>
                <a:off x="271637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h643"/>
              <p:cNvSpPr/>
              <p:nvPr/>
            </p:nvSpPr>
            <p:spPr>
              <a:xfrm>
                <a:off x="272563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h644"/>
              <p:cNvSpPr/>
              <p:nvPr/>
            </p:nvSpPr>
            <p:spPr>
              <a:xfrm>
                <a:off x="273489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h645"/>
              <p:cNvSpPr/>
              <p:nvPr/>
            </p:nvSpPr>
            <p:spPr>
              <a:xfrm>
                <a:off x="274415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h646"/>
              <p:cNvSpPr/>
              <p:nvPr/>
            </p:nvSpPr>
            <p:spPr>
              <a:xfrm>
                <a:off x="275342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h647"/>
              <p:cNvSpPr/>
              <p:nvPr/>
            </p:nvSpPr>
            <p:spPr>
              <a:xfrm>
                <a:off x="276268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h648"/>
              <p:cNvSpPr/>
              <p:nvPr/>
            </p:nvSpPr>
            <p:spPr>
              <a:xfrm>
                <a:off x="277194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h649"/>
              <p:cNvSpPr/>
              <p:nvPr/>
            </p:nvSpPr>
            <p:spPr>
              <a:xfrm>
                <a:off x="278120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h650"/>
              <p:cNvSpPr/>
              <p:nvPr/>
            </p:nvSpPr>
            <p:spPr>
              <a:xfrm>
                <a:off x="279047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h651"/>
              <p:cNvSpPr/>
              <p:nvPr/>
            </p:nvSpPr>
            <p:spPr>
              <a:xfrm>
                <a:off x="279973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h652"/>
              <p:cNvSpPr/>
              <p:nvPr/>
            </p:nvSpPr>
            <p:spPr>
              <a:xfrm>
                <a:off x="280899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h653"/>
              <p:cNvSpPr/>
              <p:nvPr/>
            </p:nvSpPr>
            <p:spPr>
              <a:xfrm>
                <a:off x="281825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h654"/>
              <p:cNvSpPr/>
              <p:nvPr/>
            </p:nvSpPr>
            <p:spPr>
              <a:xfrm>
                <a:off x="282751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h655"/>
              <p:cNvSpPr/>
              <p:nvPr/>
            </p:nvSpPr>
            <p:spPr>
              <a:xfrm>
                <a:off x="283678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h656"/>
              <p:cNvSpPr/>
              <p:nvPr/>
            </p:nvSpPr>
            <p:spPr>
              <a:xfrm>
                <a:off x="284604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h657"/>
              <p:cNvSpPr/>
              <p:nvPr/>
            </p:nvSpPr>
            <p:spPr>
              <a:xfrm>
                <a:off x="2855306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h658"/>
              <p:cNvSpPr/>
              <p:nvPr/>
            </p:nvSpPr>
            <p:spPr>
              <a:xfrm>
                <a:off x="2864568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h659"/>
              <p:cNvSpPr/>
              <p:nvPr/>
            </p:nvSpPr>
            <p:spPr>
              <a:xfrm>
                <a:off x="2873830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h660"/>
              <p:cNvSpPr/>
              <p:nvPr/>
            </p:nvSpPr>
            <p:spPr>
              <a:xfrm>
                <a:off x="2883092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h661"/>
              <p:cNvSpPr/>
              <p:nvPr/>
            </p:nvSpPr>
            <p:spPr>
              <a:xfrm>
                <a:off x="2892354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h662"/>
              <p:cNvSpPr/>
              <p:nvPr/>
            </p:nvSpPr>
            <p:spPr>
              <a:xfrm>
                <a:off x="2901617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h663"/>
              <p:cNvSpPr/>
              <p:nvPr/>
            </p:nvSpPr>
            <p:spPr>
              <a:xfrm>
                <a:off x="2910879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h664"/>
              <p:cNvSpPr/>
              <p:nvPr/>
            </p:nvSpPr>
            <p:spPr>
              <a:xfrm>
                <a:off x="2920141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h665"/>
              <p:cNvSpPr/>
              <p:nvPr/>
            </p:nvSpPr>
            <p:spPr>
              <a:xfrm>
                <a:off x="2929403" y="26365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h666"/>
              <p:cNvSpPr/>
              <p:nvPr/>
            </p:nvSpPr>
            <p:spPr>
              <a:xfrm>
                <a:off x="2938666" y="2653748"/>
                <a:ext cx="9210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072" y="897161"/>
                    </a:lnTo>
                    <a:lnTo>
                      <a:pt x="920202" y="907232"/>
                    </a:lnTo>
                    <a:lnTo>
                      <a:pt x="919377" y="914400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h667"/>
              <p:cNvSpPr/>
              <p:nvPr/>
            </p:nvSpPr>
            <p:spPr>
              <a:xfrm>
                <a:off x="2457030" y="261927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84" y="931638"/>
                    </a:lnTo>
                    <a:lnTo>
                      <a:pt x="912186" y="925554"/>
                    </a:lnTo>
                    <a:lnTo>
                      <a:pt x="912845" y="914836"/>
                    </a:lnTo>
                    <a:lnTo>
                      <a:pt x="912885" y="914400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h668"/>
              <p:cNvSpPr/>
              <p:nvPr/>
            </p:nvSpPr>
            <p:spPr>
              <a:xfrm>
                <a:off x="24570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h669"/>
              <p:cNvSpPr/>
              <p:nvPr/>
            </p:nvSpPr>
            <p:spPr>
              <a:xfrm>
                <a:off x="24662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h670"/>
              <p:cNvSpPr/>
              <p:nvPr/>
            </p:nvSpPr>
            <p:spPr>
              <a:xfrm>
                <a:off x="2475555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h671"/>
              <p:cNvSpPr/>
              <p:nvPr/>
            </p:nvSpPr>
            <p:spPr>
              <a:xfrm>
                <a:off x="24848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h672"/>
              <p:cNvSpPr/>
              <p:nvPr/>
            </p:nvSpPr>
            <p:spPr>
              <a:xfrm>
                <a:off x="24940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h673"/>
              <p:cNvSpPr/>
              <p:nvPr/>
            </p:nvSpPr>
            <p:spPr>
              <a:xfrm>
                <a:off x="25033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h674"/>
              <p:cNvSpPr/>
              <p:nvPr/>
            </p:nvSpPr>
            <p:spPr>
              <a:xfrm>
                <a:off x="25126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h675"/>
              <p:cNvSpPr/>
              <p:nvPr/>
            </p:nvSpPr>
            <p:spPr>
              <a:xfrm>
                <a:off x="252186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h676"/>
              <p:cNvSpPr/>
              <p:nvPr/>
            </p:nvSpPr>
            <p:spPr>
              <a:xfrm>
                <a:off x="253112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h677"/>
              <p:cNvSpPr/>
              <p:nvPr/>
            </p:nvSpPr>
            <p:spPr>
              <a:xfrm>
                <a:off x="254039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h678"/>
              <p:cNvSpPr/>
              <p:nvPr/>
            </p:nvSpPr>
            <p:spPr>
              <a:xfrm>
                <a:off x="254965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h679"/>
              <p:cNvSpPr/>
              <p:nvPr/>
            </p:nvSpPr>
            <p:spPr>
              <a:xfrm>
                <a:off x="255891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h680"/>
              <p:cNvSpPr/>
              <p:nvPr/>
            </p:nvSpPr>
            <p:spPr>
              <a:xfrm>
                <a:off x="256817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h681"/>
              <p:cNvSpPr/>
              <p:nvPr/>
            </p:nvSpPr>
            <p:spPr>
              <a:xfrm>
                <a:off x="257743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h682"/>
              <p:cNvSpPr/>
              <p:nvPr/>
            </p:nvSpPr>
            <p:spPr>
              <a:xfrm>
                <a:off x="258670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h683"/>
              <p:cNvSpPr/>
              <p:nvPr/>
            </p:nvSpPr>
            <p:spPr>
              <a:xfrm>
                <a:off x="259596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h684"/>
              <p:cNvSpPr/>
              <p:nvPr/>
            </p:nvSpPr>
            <p:spPr>
              <a:xfrm>
                <a:off x="260522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h685"/>
              <p:cNvSpPr/>
              <p:nvPr/>
            </p:nvSpPr>
            <p:spPr>
              <a:xfrm>
                <a:off x="261448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h686"/>
              <p:cNvSpPr/>
              <p:nvPr/>
            </p:nvSpPr>
            <p:spPr>
              <a:xfrm>
                <a:off x="262375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h687"/>
              <p:cNvSpPr/>
              <p:nvPr/>
            </p:nvSpPr>
            <p:spPr>
              <a:xfrm>
                <a:off x="263301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h688"/>
              <p:cNvSpPr/>
              <p:nvPr/>
            </p:nvSpPr>
            <p:spPr>
              <a:xfrm>
                <a:off x="264227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h689"/>
              <p:cNvSpPr/>
              <p:nvPr/>
            </p:nvSpPr>
            <p:spPr>
              <a:xfrm>
                <a:off x="265153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h690"/>
              <p:cNvSpPr/>
              <p:nvPr/>
            </p:nvSpPr>
            <p:spPr>
              <a:xfrm>
                <a:off x="266079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h691"/>
              <p:cNvSpPr/>
              <p:nvPr/>
            </p:nvSpPr>
            <p:spPr>
              <a:xfrm>
                <a:off x="267006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h692"/>
              <p:cNvSpPr/>
              <p:nvPr/>
            </p:nvSpPr>
            <p:spPr>
              <a:xfrm>
                <a:off x="267932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h693"/>
              <p:cNvSpPr/>
              <p:nvPr/>
            </p:nvSpPr>
            <p:spPr>
              <a:xfrm>
                <a:off x="268858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h694"/>
              <p:cNvSpPr/>
              <p:nvPr/>
            </p:nvSpPr>
            <p:spPr>
              <a:xfrm>
                <a:off x="269784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h695"/>
              <p:cNvSpPr/>
              <p:nvPr/>
            </p:nvSpPr>
            <p:spPr>
              <a:xfrm>
                <a:off x="270711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h696"/>
              <p:cNvSpPr/>
              <p:nvPr/>
            </p:nvSpPr>
            <p:spPr>
              <a:xfrm>
                <a:off x="271637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h697"/>
              <p:cNvSpPr/>
              <p:nvPr/>
            </p:nvSpPr>
            <p:spPr>
              <a:xfrm>
                <a:off x="272563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h698"/>
              <p:cNvSpPr/>
              <p:nvPr/>
            </p:nvSpPr>
            <p:spPr>
              <a:xfrm>
                <a:off x="273489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h699"/>
              <p:cNvSpPr/>
              <p:nvPr/>
            </p:nvSpPr>
            <p:spPr>
              <a:xfrm>
                <a:off x="274415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h700"/>
              <p:cNvSpPr/>
              <p:nvPr/>
            </p:nvSpPr>
            <p:spPr>
              <a:xfrm>
                <a:off x="275342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h701"/>
              <p:cNvSpPr/>
              <p:nvPr/>
            </p:nvSpPr>
            <p:spPr>
              <a:xfrm>
                <a:off x="276268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h702"/>
              <p:cNvSpPr/>
              <p:nvPr/>
            </p:nvSpPr>
            <p:spPr>
              <a:xfrm>
                <a:off x="277194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h703"/>
              <p:cNvSpPr/>
              <p:nvPr/>
            </p:nvSpPr>
            <p:spPr>
              <a:xfrm>
                <a:off x="278120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h704"/>
              <p:cNvSpPr/>
              <p:nvPr/>
            </p:nvSpPr>
            <p:spPr>
              <a:xfrm>
                <a:off x="279047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h705"/>
              <p:cNvSpPr/>
              <p:nvPr/>
            </p:nvSpPr>
            <p:spPr>
              <a:xfrm>
                <a:off x="279973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h706"/>
              <p:cNvSpPr/>
              <p:nvPr/>
            </p:nvSpPr>
            <p:spPr>
              <a:xfrm>
                <a:off x="280899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h707"/>
              <p:cNvSpPr/>
              <p:nvPr/>
            </p:nvSpPr>
            <p:spPr>
              <a:xfrm>
                <a:off x="281825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h708"/>
              <p:cNvSpPr/>
              <p:nvPr/>
            </p:nvSpPr>
            <p:spPr>
              <a:xfrm>
                <a:off x="282751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h709"/>
              <p:cNvSpPr/>
              <p:nvPr/>
            </p:nvSpPr>
            <p:spPr>
              <a:xfrm>
                <a:off x="283678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h710"/>
              <p:cNvSpPr/>
              <p:nvPr/>
            </p:nvSpPr>
            <p:spPr>
              <a:xfrm>
                <a:off x="284604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h711"/>
              <p:cNvSpPr/>
              <p:nvPr/>
            </p:nvSpPr>
            <p:spPr>
              <a:xfrm>
                <a:off x="2855306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h712"/>
              <p:cNvSpPr/>
              <p:nvPr/>
            </p:nvSpPr>
            <p:spPr>
              <a:xfrm>
                <a:off x="2864568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h713"/>
              <p:cNvSpPr/>
              <p:nvPr/>
            </p:nvSpPr>
            <p:spPr>
              <a:xfrm>
                <a:off x="2873830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h714"/>
              <p:cNvSpPr/>
              <p:nvPr/>
            </p:nvSpPr>
            <p:spPr>
              <a:xfrm>
                <a:off x="2883092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h715"/>
              <p:cNvSpPr/>
              <p:nvPr/>
            </p:nvSpPr>
            <p:spPr>
              <a:xfrm>
                <a:off x="2892354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h716"/>
              <p:cNvSpPr/>
              <p:nvPr/>
            </p:nvSpPr>
            <p:spPr>
              <a:xfrm>
                <a:off x="2901617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h717"/>
              <p:cNvSpPr/>
              <p:nvPr/>
            </p:nvSpPr>
            <p:spPr>
              <a:xfrm>
                <a:off x="2910879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h718"/>
              <p:cNvSpPr/>
              <p:nvPr/>
            </p:nvSpPr>
            <p:spPr>
              <a:xfrm>
                <a:off x="2920141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h719"/>
              <p:cNvSpPr/>
              <p:nvPr/>
            </p:nvSpPr>
            <p:spPr>
              <a:xfrm>
                <a:off x="2929403" y="261927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h720"/>
              <p:cNvSpPr/>
              <p:nvPr/>
            </p:nvSpPr>
            <p:spPr>
              <a:xfrm>
                <a:off x="2938666" y="26365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649"/>
                    </a:lnTo>
                    <a:lnTo>
                      <a:pt x="921398" y="909034"/>
                    </a:lnTo>
                    <a:lnTo>
                      <a:pt x="921115" y="913898"/>
                    </a:lnTo>
                    <a:lnTo>
                      <a:pt x="921072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h721"/>
              <p:cNvSpPr/>
              <p:nvPr/>
            </p:nvSpPr>
            <p:spPr>
              <a:xfrm>
                <a:off x="2947928" y="2619272"/>
                <a:ext cx="923662" cy="92488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88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050"/>
                    </a:lnTo>
                    <a:lnTo>
                      <a:pt x="921206" y="920111"/>
                    </a:lnTo>
                    <a:lnTo>
                      <a:pt x="915717" y="924081"/>
                    </a:lnTo>
                    <a:lnTo>
                      <a:pt x="914400" y="924887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h722"/>
              <p:cNvSpPr/>
              <p:nvPr/>
            </p:nvSpPr>
            <p:spPr>
              <a:xfrm>
                <a:off x="2957190" y="2619272"/>
                <a:ext cx="918568" cy="918050"/>
              </a:xfrm>
              <a:custGeom>
                <a:avLst/>
                <a:gdLst/>
                <a:ahLst/>
                <a:cxnLst/>
                <a:rect l="0" t="0" r="0" b="0"/>
                <a:pathLst>
                  <a:path w="918568" h="918050">
                    <a:moveTo>
                      <a:pt x="914400" y="914400"/>
                    </a:moveTo>
                    <a:lnTo>
                      <a:pt x="918568" y="914400"/>
                    </a:lnTo>
                    <a:lnTo>
                      <a:pt x="917312" y="915606"/>
                    </a:lnTo>
                    <a:lnTo>
                      <a:pt x="914400" y="91805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h723"/>
              <p:cNvSpPr/>
              <p:nvPr/>
            </p:nvSpPr>
            <p:spPr>
              <a:xfrm>
                <a:off x="2457030" y="26192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5" y="914400"/>
                    </a:lnTo>
                    <a:lnTo>
                      <a:pt x="913804" y="904196"/>
                    </a:lnTo>
                    <a:lnTo>
                      <a:pt x="914400" y="899201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h724"/>
              <p:cNvSpPr/>
              <p:nvPr/>
            </p:nvSpPr>
            <p:spPr>
              <a:xfrm>
                <a:off x="2466292" y="26020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40"/>
                    </a:lnTo>
                    <a:lnTo>
                      <a:pt x="905380" y="914400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h725"/>
              <p:cNvSpPr/>
              <p:nvPr/>
            </p:nvSpPr>
            <p:spPr>
              <a:xfrm>
                <a:off x="24662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h726"/>
              <p:cNvSpPr/>
              <p:nvPr/>
            </p:nvSpPr>
            <p:spPr>
              <a:xfrm>
                <a:off x="2475555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h727"/>
              <p:cNvSpPr/>
              <p:nvPr/>
            </p:nvSpPr>
            <p:spPr>
              <a:xfrm>
                <a:off x="24848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h728"/>
              <p:cNvSpPr/>
              <p:nvPr/>
            </p:nvSpPr>
            <p:spPr>
              <a:xfrm>
                <a:off x="24940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h729"/>
              <p:cNvSpPr/>
              <p:nvPr/>
            </p:nvSpPr>
            <p:spPr>
              <a:xfrm>
                <a:off x="25033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h730"/>
              <p:cNvSpPr/>
              <p:nvPr/>
            </p:nvSpPr>
            <p:spPr>
              <a:xfrm>
                <a:off x="25126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h731"/>
              <p:cNvSpPr/>
              <p:nvPr/>
            </p:nvSpPr>
            <p:spPr>
              <a:xfrm>
                <a:off x="25218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h732"/>
              <p:cNvSpPr/>
              <p:nvPr/>
            </p:nvSpPr>
            <p:spPr>
              <a:xfrm>
                <a:off x="25311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h733"/>
              <p:cNvSpPr/>
              <p:nvPr/>
            </p:nvSpPr>
            <p:spPr>
              <a:xfrm>
                <a:off x="254039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h734"/>
              <p:cNvSpPr/>
              <p:nvPr/>
            </p:nvSpPr>
            <p:spPr>
              <a:xfrm>
                <a:off x="254965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h735"/>
              <p:cNvSpPr/>
              <p:nvPr/>
            </p:nvSpPr>
            <p:spPr>
              <a:xfrm>
                <a:off x="255891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h736"/>
              <p:cNvSpPr/>
              <p:nvPr/>
            </p:nvSpPr>
            <p:spPr>
              <a:xfrm>
                <a:off x="256817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h737"/>
              <p:cNvSpPr/>
              <p:nvPr/>
            </p:nvSpPr>
            <p:spPr>
              <a:xfrm>
                <a:off x="257743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h738"/>
              <p:cNvSpPr/>
              <p:nvPr/>
            </p:nvSpPr>
            <p:spPr>
              <a:xfrm>
                <a:off x="258670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h739"/>
              <p:cNvSpPr/>
              <p:nvPr/>
            </p:nvSpPr>
            <p:spPr>
              <a:xfrm>
                <a:off x="259596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h740"/>
              <p:cNvSpPr/>
              <p:nvPr/>
            </p:nvSpPr>
            <p:spPr>
              <a:xfrm>
                <a:off x="260522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h741"/>
              <p:cNvSpPr/>
              <p:nvPr/>
            </p:nvSpPr>
            <p:spPr>
              <a:xfrm>
                <a:off x="261448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h742"/>
              <p:cNvSpPr/>
              <p:nvPr/>
            </p:nvSpPr>
            <p:spPr>
              <a:xfrm>
                <a:off x="262375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h743"/>
              <p:cNvSpPr/>
              <p:nvPr/>
            </p:nvSpPr>
            <p:spPr>
              <a:xfrm>
                <a:off x="263301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h744"/>
              <p:cNvSpPr/>
              <p:nvPr/>
            </p:nvSpPr>
            <p:spPr>
              <a:xfrm>
                <a:off x="264227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h745"/>
              <p:cNvSpPr/>
              <p:nvPr/>
            </p:nvSpPr>
            <p:spPr>
              <a:xfrm>
                <a:off x="265153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h746"/>
              <p:cNvSpPr/>
              <p:nvPr/>
            </p:nvSpPr>
            <p:spPr>
              <a:xfrm>
                <a:off x="266079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h747"/>
              <p:cNvSpPr/>
              <p:nvPr/>
            </p:nvSpPr>
            <p:spPr>
              <a:xfrm>
                <a:off x="267006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h748"/>
              <p:cNvSpPr/>
              <p:nvPr/>
            </p:nvSpPr>
            <p:spPr>
              <a:xfrm>
                <a:off x="267932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h749"/>
              <p:cNvSpPr/>
              <p:nvPr/>
            </p:nvSpPr>
            <p:spPr>
              <a:xfrm>
                <a:off x="268858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h750"/>
              <p:cNvSpPr/>
              <p:nvPr/>
            </p:nvSpPr>
            <p:spPr>
              <a:xfrm>
                <a:off x="269784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h751"/>
              <p:cNvSpPr/>
              <p:nvPr/>
            </p:nvSpPr>
            <p:spPr>
              <a:xfrm>
                <a:off x="270711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h752"/>
              <p:cNvSpPr/>
              <p:nvPr/>
            </p:nvSpPr>
            <p:spPr>
              <a:xfrm>
                <a:off x="271637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h753"/>
              <p:cNvSpPr/>
              <p:nvPr/>
            </p:nvSpPr>
            <p:spPr>
              <a:xfrm>
                <a:off x="272563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h754"/>
              <p:cNvSpPr/>
              <p:nvPr/>
            </p:nvSpPr>
            <p:spPr>
              <a:xfrm>
                <a:off x="273489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h755"/>
              <p:cNvSpPr/>
              <p:nvPr/>
            </p:nvSpPr>
            <p:spPr>
              <a:xfrm>
                <a:off x="274415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h756"/>
              <p:cNvSpPr/>
              <p:nvPr/>
            </p:nvSpPr>
            <p:spPr>
              <a:xfrm>
                <a:off x="275342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h757"/>
              <p:cNvSpPr/>
              <p:nvPr/>
            </p:nvSpPr>
            <p:spPr>
              <a:xfrm>
                <a:off x="276268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h758"/>
              <p:cNvSpPr/>
              <p:nvPr/>
            </p:nvSpPr>
            <p:spPr>
              <a:xfrm>
                <a:off x="277194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h759"/>
              <p:cNvSpPr/>
              <p:nvPr/>
            </p:nvSpPr>
            <p:spPr>
              <a:xfrm>
                <a:off x="278120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h760"/>
              <p:cNvSpPr/>
              <p:nvPr/>
            </p:nvSpPr>
            <p:spPr>
              <a:xfrm>
                <a:off x="279047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h761"/>
              <p:cNvSpPr/>
              <p:nvPr/>
            </p:nvSpPr>
            <p:spPr>
              <a:xfrm>
                <a:off x="279973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h762"/>
              <p:cNvSpPr/>
              <p:nvPr/>
            </p:nvSpPr>
            <p:spPr>
              <a:xfrm>
                <a:off x="280899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h763"/>
              <p:cNvSpPr/>
              <p:nvPr/>
            </p:nvSpPr>
            <p:spPr>
              <a:xfrm>
                <a:off x="281825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h764"/>
              <p:cNvSpPr/>
              <p:nvPr/>
            </p:nvSpPr>
            <p:spPr>
              <a:xfrm>
                <a:off x="282751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h765"/>
              <p:cNvSpPr/>
              <p:nvPr/>
            </p:nvSpPr>
            <p:spPr>
              <a:xfrm>
                <a:off x="283678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h766"/>
              <p:cNvSpPr/>
              <p:nvPr/>
            </p:nvSpPr>
            <p:spPr>
              <a:xfrm>
                <a:off x="284604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h767"/>
              <p:cNvSpPr/>
              <p:nvPr/>
            </p:nvSpPr>
            <p:spPr>
              <a:xfrm>
                <a:off x="285530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h768"/>
              <p:cNvSpPr/>
              <p:nvPr/>
            </p:nvSpPr>
            <p:spPr>
              <a:xfrm>
                <a:off x="286456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h769"/>
              <p:cNvSpPr/>
              <p:nvPr/>
            </p:nvSpPr>
            <p:spPr>
              <a:xfrm>
                <a:off x="2873830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h770"/>
              <p:cNvSpPr/>
              <p:nvPr/>
            </p:nvSpPr>
            <p:spPr>
              <a:xfrm>
                <a:off x="2883092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h771"/>
              <p:cNvSpPr/>
              <p:nvPr/>
            </p:nvSpPr>
            <p:spPr>
              <a:xfrm>
                <a:off x="2892354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h772"/>
              <p:cNvSpPr/>
              <p:nvPr/>
            </p:nvSpPr>
            <p:spPr>
              <a:xfrm>
                <a:off x="2901617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h773"/>
              <p:cNvSpPr/>
              <p:nvPr/>
            </p:nvSpPr>
            <p:spPr>
              <a:xfrm>
                <a:off x="2910879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h774"/>
              <p:cNvSpPr/>
              <p:nvPr/>
            </p:nvSpPr>
            <p:spPr>
              <a:xfrm>
                <a:off x="2920141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h775"/>
              <p:cNvSpPr/>
              <p:nvPr/>
            </p:nvSpPr>
            <p:spPr>
              <a:xfrm>
                <a:off x="2929403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h776"/>
              <p:cNvSpPr/>
              <p:nvPr/>
            </p:nvSpPr>
            <p:spPr>
              <a:xfrm>
                <a:off x="2938666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h777"/>
              <p:cNvSpPr/>
              <p:nvPr/>
            </p:nvSpPr>
            <p:spPr>
              <a:xfrm>
                <a:off x="2947928" y="26020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h778"/>
              <p:cNvSpPr/>
              <p:nvPr/>
            </p:nvSpPr>
            <p:spPr>
              <a:xfrm>
                <a:off x="2957190" y="2619272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361"/>
                    </a:lnTo>
                    <a:lnTo>
                      <a:pt x="922545" y="910577"/>
                    </a:lnTo>
                    <a:lnTo>
                      <a:pt x="918568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h779"/>
              <p:cNvSpPr/>
              <p:nvPr/>
            </p:nvSpPr>
            <p:spPr>
              <a:xfrm>
                <a:off x="2966452" y="2602033"/>
                <a:ext cx="923662" cy="9265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5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728"/>
                    </a:lnTo>
                    <a:lnTo>
                      <a:pt x="923283" y="916248"/>
                    </a:lnTo>
                    <a:lnTo>
                      <a:pt x="918365" y="922278"/>
                    </a:lnTo>
                    <a:lnTo>
                      <a:pt x="914400" y="92659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h780"/>
              <p:cNvSpPr/>
              <p:nvPr/>
            </p:nvSpPr>
            <p:spPr>
              <a:xfrm>
                <a:off x="2975714" y="2602033"/>
                <a:ext cx="915367" cy="915728"/>
              </a:xfrm>
              <a:custGeom>
                <a:avLst/>
                <a:gdLst/>
                <a:ahLst/>
                <a:cxnLst/>
                <a:rect l="0" t="0" r="0" b="0"/>
                <a:pathLst>
                  <a:path w="915367" h="915728">
                    <a:moveTo>
                      <a:pt x="914400" y="914400"/>
                    </a:moveTo>
                    <a:lnTo>
                      <a:pt x="915367" y="914400"/>
                    </a:lnTo>
                    <a:lnTo>
                      <a:pt x="914400" y="91572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h781"/>
              <p:cNvSpPr/>
              <p:nvPr/>
            </p:nvSpPr>
            <p:spPr>
              <a:xfrm>
                <a:off x="3086861" y="2602033"/>
                <a:ext cx="914400" cy="91710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03">
                    <a:moveTo>
                      <a:pt x="914400" y="914400"/>
                    </a:moveTo>
                    <a:lnTo>
                      <a:pt x="914400" y="917103"/>
                    </a:lnTo>
                    <a:lnTo>
                      <a:pt x="909753" y="915085"/>
                    </a:lnTo>
                    <a:lnTo>
                      <a:pt x="908481" y="914400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h782"/>
              <p:cNvSpPr/>
              <p:nvPr/>
            </p:nvSpPr>
            <p:spPr>
              <a:xfrm>
                <a:off x="3086861" y="2602033"/>
                <a:ext cx="923662" cy="9200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3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039"/>
                    </a:lnTo>
                    <a:lnTo>
                      <a:pt x="921163" y="919458"/>
                    </a:lnTo>
                    <a:lnTo>
                      <a:pt x="915428" y="917550"/>
                    </a:lnTo>
                    <a:lnTo>
                      <a:pt x="914400" y="917103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h783"/>
              <p:cNvSpPr/>
              <p:nvPr/>
            </p:nvSpPr>
            <p:spPr>
              <a:xfrm>
                <a:off x="3096123" y="2602033"/>
                <a:ext cx="923662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90"/>
                    </a:lnTo>
                    <a:lnTo>
                      <a:pt x="923495" y="921583"/>
                    </a:lnTo>
                    <a:lnTo>
                      <a:pt x="917683" y="920803"/>
                    </a:lnTo>
                    <a:lnTo>
                      <a:pt x="914400" y="92003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h784"/>
              <p:cNvSpPr/>
              <p:nvPr/>
            </p:nvSpPr>
            <p:spPr>
              <a:xfrm>
                <a:off x="3105386" y="2602033"/>
                <a:ext cx="923662" cy="921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1575"/>
                    </a:lnTo>
                    <a:lnTo>
                      <a:pt x="920058" y="921796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h785"/>
              <p:cNvSpPr/>
              <p:nvPr/>
            </p:nvSpPr>
            <p:spPr>
              <a:xfrm>
                <a:off x="3114648" y="2602033"/>
                <a:ext cx="923662" cy="9215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157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96"/>
                    </a:lnTo>
                    <a:lnTo>
                      <a:pt x="922425" y="920515"/>
                    </a:lnTo>
                    <a:lnTo>
                      <a:pt x="916619" y="921439"/>
                    </a:lnTo>
                    <a:lnTo>
                      <a:pt x="914400" y="921575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h786"/>
              <p:cNvSpPr/>
              <p:nvPr/>
            </p:nvSpPr>
            <p:spPr>
              <a:xfrm>
                <a:off x="3123910" y="2602033"/>
                <a:ext cx="923662" cy="9201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33"/>
                    </a:lnTo>
                    <a:lnTo>
                      <a:pt x="918934" y="919026"/>
                    </a:lnTo>
                    <a:lnTo>
                      <a:pt x="914400" y="920196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h787"/>
              <p:cNvSpPr/>
              <p:nvPr/>
            </p:nvSpPr>
            <p:spPr>
              <a:xfrm>
                <a:off x="3133172" y="2602033"/>
                <a:ext cx="920989" cy="917333"/>
              </a:xfrm>
              <a:custGeom>
                <a:avLst/>
                <a:gdLst/>
                <a:ahLst/>
                <a:cxnLst/>
                <a:rect l="0" t="0" r="0" b="0"/>
                <a:pathLst>
                  <a:path w="920989" h="917333">
                    <a:moveTo>
                      <a:pt x="914400" y="914400"/>
                    </a:moveTo>
                    <a:lnTo>
                      <a:pt x="920989" y="914400"/>
                    </a:lnTo>
                    <a:lnTo>
                      <a:pt x="915394" y="916977"/>
                    </a:lnTo>
                    <a:lnTo>
                      <a:pt x="914400" y="917333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h788"/>
              <p:cNvSpPr/>
              <p:nvPr/>
            </p:nvSpPr>
            <p:spPr>
              <a:xfrm>
                <a:off x="2457030" y="2584795"/>
                <a:ext cx="914400" cy="922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068">
                    <a:moveTo>
                      <a:pt x="914400" y="914400"/>
                    </a:moveTo>
                    <a:lnTo>
                      <a:pt x="914400" y="922068"/>
                    </a:lnTo>
                    <a:lnTo>
                      <a:pt x="913095" y="919498"/>
                    </a:lnTo>
                    <a:lnTo>
                      <a:pt x="911713" y="916778"/>
                    </a:lnTo>
                    <a:lnTo>
                      <a:pt x="910504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h789"/>
              <p:cNvSpPr/>
              <p:nvPr/>
            </p:nvSpPr>
            <p:spPr>
              <a:xfrm>
                <a:off x="24570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43" y="931638"/>
                    </a:lnTo>
                    <a:lnTo>
                      <a:pt x="915059" y="928141"/>
                    </a:lnTo>
                    <a:lnTo>
                      <a:pt x="915609" y="924452"/>
                    </a:lnTo>
                    <a:lnTo>
                      <a:pt x="914476" y="922219"/>
                    </a:lnTo>
                    <a:lnTo>
                      <a:pt x="914400" y="92206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h790"/>
              <p:cNvSpPr/>
              <p:nvPr/>
            </p:nvSpPr>
            <p:spPr>
              <a:xfrm>
                <a:off x="24662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h791"/>
              <p:cNvSpPr/>
              <p:nvPr/>
            </p:nvSpPr>
            <p:spPr>
              <a:xfrm>
                <a:off x="2475555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h792"/>
              <p:cNvSpPr/>
              <p:nvPr/>
            </p:nvSpPr>
            <p:spPr>
              <a:xfrm>
                <a:off x="24848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h793"/>
              <p:cNvSpPr/>
              <p:nvPr/>
            </p:nvSpPr>
            <p:spPr>
              <a:xfrm>
                <a:off x="24940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h794"/>
              <p:cNvSpPr/>
              <p:nvPr/>
            </p:nvSpPr>
            <p:spPr>
              <a:xfrm>
                <a:off x="25033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h795"/>
              <p:cNvSpPr/>
              <p:nvPr/>
            </p:nvSpPr>
            <p:spPr>
              <a:xfrm>
                <a:off x="25126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h796"/>
              <p:cNvSpPr/>
              <p:nvPr/>
            </p:nvSpPr>
            <p:spPr>
              <a:xfrm>
                <a:off x="25218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h797"/>
              <p:cNvSpPr/>
              <p:nvPr/>
            </p:nvSpPr>
            <p:spPr>
              <a:xfrm>
                <a:off x="25311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h798"/>
              <p:cNvSpPr/>
              <p:nvPr/>
            </p:nvSpPr>
            <p:spPr>
              <a:xfrm>
                <a:off x="25403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h799"/>
              <p:cNvSpPr/>
              <p:nvPr/>
            </p:nvSpPr>
            <p:spPr>
              <a:xfrm>
                <a:off x="25496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h800"/>
              <p:cNvSpPr/>
              <p:nvPr/>
            </p:nvSpPr>
            <p:spPr>
              <a:xfrm>
                <a:off x="255891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h801"/>
              <p:cNvSpPr/>
              <p:nvPr/>
            </p:nvSpPr>
            <p:spPr>
              <a:xfrm>
                <a:off x="256817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h802"/>
              <p:cNvSpPr/>
              <p:nvPr/>
            </p:nvSpPr>
            <p:spPr>
              <a:xfrm>
                <a:off x="257743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h803"/>
              <p:cNvSpPr/>
              <p:nvPr/>
            </p:nvSpPr>
            <p:spPr>
              <a:xfrm>
                <a:off x="258670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h804"/>
              <p:cNvSpPr/>
              <p:nvPr/>
            </p:nvSpPr>
            <p:spPr>
              <a:xfrm>
                <a:off x="259596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h805"/>
              <p:cNvSpPr/>
              <p:nvPr/>
            </p:nvSpPr>
            <p:spPr>
              <a:xfrm>
                <a:off x="260522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h806"/>
              <p:cNvSpPr/>
              <p:nvPr/>
            </p:nvSpPr>
            <p:spPr>
              <a:xfrm>
                <a:off x="261448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h807"/>
              <p:cNvSpPr/>
              <p:nvPr/>
            </p:nvSpPr>
            <p:spPr>
              <a:xfrm>
                <a:off x="262375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h808"/>
              <p:cNvSpPr/>
              <p:nvPr/>
            </p:nvSpPr>
            <p:spPr>
              <a:xfrm>
                <a:off x="263301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h809"/>
              <p:cNvSpPr/>
              <p:nvPr/>
            </p:nvSpPr>
            <p:spPr>
              <a:xfrm>
                <a:off x="264227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h810"/>
              <p:cNvSpPr/>
              <p:nvPr/>
            </p:nvSpPr>
            <p:spPr>
              <a:xfrm>
                <a:off x="265153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h811"/>
              <p:cNvSpPr/>
              <p:nvPr/>
            </p:nvSpPr>
            <p:spPr>
              <a:xfrm>
                <a:off x="26607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h812"/>
              <p:cNvSpPr/>
              <p:nvPr/>
            </p:nvSpPr>
            <p:spPr>
              <a:xfrm>
                <a:off x="26700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h813"/>
              <p:cNvSpPr/>
              <p:nvPr/>
            </p:nvSpPr>
            <p:spPr>
              <a:xfrm>
                <a:off x="26793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h814"/>
              <p:cNvSpPr/>
              <p:nvPr/>
            </p:nvSpPr>
            <p:spPr>
              <a:xfrm>
                <a:off x="26885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h815"/>
              <p:cNvSpPr/>
              <p:nvPr/>
            </p:nvSpPr>
            <p:spPr>
              <a:xfrm>
                <a:off x="26978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h816"/>
              <p:cNvSpPr/>
              <p:nvPr/>
            </p:nvSpPr>
            <p:spPr>
              <a:xfrm>
                <a:off x="27071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h817"/>
              <p:cNvSpPr/>
              <p:nvPr/>
            </p:nvSpPr>
            <p:spPr>
              <a:xfrm>
                <a:off x="271637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h818"/>
              <p:cNvSpPr/>
              <p:nvPr/>
            </p:nvSpPr>
            <p:spPr>
              <a:xfrm>
                <a:off x="272563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h819"/>
              <p:cNvSpPr/>
              <p:nvPr/>
            </p:nvSpPr>
            <p:spPr>
              <a:xfrm>
                <a:off x="273489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h820"/>
              <p:cNvSpPr/>
              <p:nvPr/>
            </p:nvSpPr>
            <p:spPr>
              <a:xfrm>
                <a:off x="274415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h821"/>
              <p:cNvSpPr/>
              <p:nvPr/>
            </p:nvSpPr>
            <p:spPr>
              <a:xfrm>
                <a:off x="275342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h822"/>
              <p:cNvSpPr/>
              <p:nvPr/>
            </p:nvSpPr>
            <p:spPr>
              <a:xfrm>
                <a:off x="276268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h823"/>
              <p:cNvSpPr/>
              <p:nvPr/>
            </p:nvSpPr>
            <p:spPr>
              <a:xfrm>
                <a:off x="277194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h824"/>
              <p:cNvSpPr/>
              <p:nvPr/>
            </p:nvSpPr>
            <p:spPr>
              <a:xfrm>
                <a:off x="278120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h825"/>
              <p:cNvSpPr/>
              <p:nvPr/>
            </p:nvSpPr>
            <p:spPr>
              <a:xfrm>
                <a:off x="279047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h826"/>
              <p:cNvSpPr/>
              <p:nvPr/>
            </p:nvSpPr>
            <p:spPr>
              <a:xfrm>
                <a:off x="279973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h827"/>
              <p:cNvSpPr/>
              <p:nvPr/>
            </p:nvSpPr>
            <p:spPr>
              <a:xfrm>
                <a:off x="280899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h828"/>
              <p:cNvSpPr/>
              <p:nvPr/>
            </p:nvSpPr>
            <p:spPr>
              <a:xfrm>
                <a:off x="281825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h829"/>
              <p:cNvSpPr/>
              <p:nvPr/>
            </p:nvSpPr>
            <p:spPr>
              <a:xfrm>
                <a:off x="282751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h830"/>
              <p:cNvSpPr/>
              <p:nvPr/>
            </p:nvSpPr>
            <p:spPr>
              <a:xfrm>
                <a:off x="283678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h831"/>
              <p:cNvSpPr/>
              <p:nvPr/>
            </p:nvSpPr>
            <p:spPr>
              <a:xfrm>
                <a:off x="284604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h832"/>
              <p:cNvSpPr/>
              <p:nvPr/>
            </p:nvSpPr>
            <p:spPr>
              <a:xfrm>
                <a:off x="285530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h833"/>
              <p:cNvSpPr/>
              <p:nvPr/>
            </p:nvSpPr>
            <p:spPr>
              <a:xfrm>
                <a:off x="286456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h834"/>
              <p:cNvSpPr/>
              <p:nvPr/>
            </p:nvSpPr>
            <p:spPr>
              <a:xfrm>
                <a:off x="287383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h835"/>
              <p:cNvSpPr/>
              <p:nvPr/>
            </p:nvSpPr>
            <p:spPr>
              <a:xfrm>
                <a:off x="288309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h836"/>
              <p:cNvSpPr/>
              <p:nvPr/>
            </p:nvSpPr>
            <p:spPr>
              <a:xfrm>
                <a:off x="2892354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h837"/>
              <p:cNvSpPr/>
              <p:nvPr/>
            </p:nvSpPr>
            <p:spPr>
              <a:xfrm>
                <a:off x="2901617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h838"/>
              <p:cNvSpPr/>
              <p:nvPr/>
            </p:nvSpPr>
            <p:spPr>
              <a:xfrm>
                <a:off x="291087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h839"/>
              <p:cNvSpPr/>
              <p:nvPr/>
            </p:nvSpPr>
            <p:spPr>
              <a:xfrm>
                <a:off x="292014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h840"/>
              <p:cNvSpPr/>
              <p:nvPr/>
            </p:nvSpPr>
            <p:spPr>
              <a:xfrm>
                <a:off x="292940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h841"/>
              <p:cNvSpPr/>
              <p:nvPr/>
            </p:nvSpPr>
            <p:spPr>
              <a:xfrm>
                <a:off x="293866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h842"/>
              <p:cNvSpPr/>
              <p:nvPr/>
            </p:nvSpPr>
            <p:spPr>
              <a:xfrm>
                <a:off x="294792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h843"/>
              <p:cNvSpPr/>
              <p:nvPr/>
            </p:nvSpPr>
            <p:spPr>
              <a:xfrm>
                <a:off x="295719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h844"/>
              <p:cNvSpPr/>
              <p:nvPr/>
            </p:nvSpPr>
            <p:spPr>
              <a:xfrm>
                <a:off x="2966452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h845"/>
              <p:cNvSpPr/>
              <p:nvPr/>
            </p:nvSpPr>
            <p:spPr>
              <a:xfrm>
                <a:off x="2975714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49"/>
                    </a:lnTo>
                    <a:lnTo>
                      <a:pt x="922640" y="908601"/>
                    </a:lnTo>
                    <a:lnTo>
                      <a:pt x="921054" y="908372"/>
                    </a:lnTo>
                    <a:lnTo>
                      <a:pt x="919774" y="908187"/>
                    </a:lnTo>
                    <a:lnTo>
                      <a:pt x="918760" y="909741"/>
                    </a:lnTo>
                    <a:lnTo>
                      <a:pt x="915367" y="914400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h846"/>
              <p:cNvSpPr/>
              <p:nvPr/>
            </p:nvSpPr>
            <p:spPr>
              <a:xfrm>
                <a:off x="2984977" y="2584795"/>
                <a:ext cx="923662" cy="92733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3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331"/>
                    </a:lnTo>
                    <a:lnTo>
                      <a:pt x="922894" y="927219"/>
                    </a:lnTo>
                    <a:lnTo>
                      <a:pt x="921308" y="926989"/>
                    </a:lnTo>
                    <a:lnTo>
                      <a:pt x="919722" y="926759"/>
                    </a:lnTo>
                    <a:lnTo>
                      <a:pt x="918136" y="926528"/>
                    </a:lnTo>
                    <a:lnTo>
                      <a:pt x="916550" y="926299"/>
                    </a:lnTo>
                    <a:lnTo>
                      <a:pt x="914964" y="926069"/>
                    </a:lnTo>
                    <a:lnTo>
                      <a:pt x="914400" y="925987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h847"/>
              <p:cNvSpPr/>
              <p:nvPr/>
            </p:nvSpPr>
            <p:spPr>
              <a:xfrm>
                <a:off x="2994239" y="2584795"/>
                <a:ext cx="923662" cy="9286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6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682"/>
                    </a:lnTo>
                    <a:lnTo>
                      <a:pt x="923146" y="928606"/>
                    </a:lnTo>
                    <a:lnTo>
                      <a:pt x="921561" y="928375"/>
                    </a:lnTo>
                    <a:lnTo>
                      <a:pt x="919975" y="928143"/>
                    </a:lnTo>
                    <a:lnTo>
                      <a:pt x="918389" y="927912"/>
                    </a:lnTo>
                    <a:lnTo>
                      <a:pt x="916804" y="927681"/>
                    </a:lnTo>
                    <a:lnTo>
                      <a:pt x="915218" y="927450"/>
                    </a:lnTo>
                    <a:lnTo>
                      <a:pt x="914400" y="927331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h848"/>
              <p:cNvSpPr/>
              <p:nvPr/>
            </p:nvSpPr>
            <p:spPr>
              <a:xfrm>
                <a:off x="3003501" y="2584795"/>
                <a:ext cx="923662" cy="92985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5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57"/>
                    </a:lnTo>
                    <a:lnTo>
                      <a:pt x="919833" y="929477"/>
                    </a:lnTo>
                    <a:lnTo>
                      <a:pt x="918641" y="929303"/>
                    </a:lnTo>
                    <a:lnTo>
                      <a:pt x="917055" y="929070"/>
                    </a:lnTo>
                    <a:lnTo>
                      <a:pt x="915470" y="928838"/>
                    </a:lnTo>
                    <a:lnTo>
                      <a:pt x="914400" y="928682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h849"/>
              <p:cNvSpPr/>
              <p:nvPr/>
            </p:nvSpPr>
            <p:spPr>
              <a:xfrm>
                <a:off x="3012763" y="2584795"/>
                <a:ext cx="923662" cy="93006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6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99"/>
                    </a:lnTo>
                    <a:lnTo>
                      <a:pt x="921826" y="930063"/>
                    </a:lnTo>
                    <a:lnTo>
                      <a:pt x="916194" y="930036"/>
                    </a:lnTo>
                    <a:lnTo>
                      <a:pt x="914400" y="929857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h850"/>
              <p:cNvSpPr/>
              <p:nvPr/>
            </p:nvSpPr>
            <p:spPr>
              <a:xfrm>
                <a:off x="3022026" y="2584795"/>
                <a:ext cx="923662" cy="9298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9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550"/>
                    </a:lnTo>
                    <a:lnTo>
                      <a:pt x="918190" y="929559"/>
                    </a:lnTo>
                    <a:lnTo>
                      <a:pt x="914400" y="92989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h851"/>
              <p:cNvSpPr/>
              <p:nvPr/>
            </p:nvSpPr>
            <p:spPr>
              <a:xfrm>
                <a:off x="3031288" y="2584795"/>
                <a:ext cx="923662" cy="92855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550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25796"/>
                    </a:lnTo>
                    <a:lnTo>
                      <a:pt x="922214" y="926271"/>
                    </a:lnTo>
                    <a:lnTo>
                      <a:pt x="920101" y="926965"/>
                    </a:lnTo>
                    <a:lnTo>
                      <a:pt x="914532" y="928526"/>
                    </a:lnTo>
                    <a:lnTo>
                      <a:pt x="914399" y="928550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h852"/>
              <p:cNvSpPr/>
              <p:nvPr/>
            </p:nvSpPr>
            <p:spPr>
              <a:xfrm>
                <a:off x="3040550" y="2584795"/>
                <a:ext cx="923662" cy="925796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796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58"/>
                    </a:lnTo>
                    <a:lnTo>
                      <a:pt x="923488" y="922815"/>
                    </a:lnTo>
                    <a:lnTo>
                      <a:pt x="921380" y="923506"/>
                    </a:lnTo>
                    <a:lnTo>
                      <a:pt x="919273" y="924197"/>
                    </a:lnTo>
                    <a:lnTo>
                      <a:pt x="917165" y="924888"/>
                    </a:lnTo>
                    <a:lnTo>
                      <a:pt x="915058" y="925579"/>
                    </a:lnTo>
                    <a:lnTo>
                      <a:pt x="914400" y="925796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h853"/>
              <p:cNvSpPr/>
              <p:nvPr/>
            </p:nvSpPr>
            <p:spPr>
              <a:xfrm>
                <a:off x="3049812" y="2584795"/>
                <a:ext cx="923662" cy="92275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5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730"/>
                    </a:lnTo>
                    <a:lnTo>
                      <a:pt x="922658" y="920057"/>
                    </a:lnTo>
                    <a:lnTo>
                      <a:pt x="920550" y="920746"/>
                    </a:lnTo>
                    <a:lnTo>
                      <a:pt x="918441" y="921436"/>
                    </a:lnTo>
                    <a:lnTo>
                      <a:pt x="916333" y="922125"/>
                    </a:lnTo>
                    <a:lnTo>
                      <a:pt x="914400" y="92275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h854"/>
              <p:cNvSpPr/>
              <p:nvPr/>
            </p:nvSpPr>
            <p:spPr>
              <a:xfrm>
                <a:off x="3059074" y="2584795"/>
                <a:ext cx="923662" cy="9238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8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805"/>
                    </a:lnTo>
                    <a:lnTo>
                      <a:pt x="922838" y="923228"/>
                    </a:lnTo>
                    <a:lnTo>
                      <a:pt x="921640" y="922388"/>
                    </a:lnTo>
                    <a:lnTo>
                      <a:pt x="920441" y="921548"/>
                    </a:lnTo>
                    <a:lnTo>
                      <a:pt x="919242" y="920709"/>
                    </a:lnTo>
                    <a:lnTo>
                      <a:pt x="918042" y="919869"/>
                    </a:lnTo>
                    <a:lnTo>
                      <a:pt x="916748" y="918963"/>
                    </a:lnTo>
                    <a:lnTo>
                      <a:pt x="915505" y="919369"/>
                    </a:lnTo>
                    <a:lnTo>
                      <a:pt x="914400" y="919730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h855"/>
              <p:cNvSpPr/>
              <p:nvPr/>
            </p:nvSpPr>
            <p:spPr>
              <a:xfrm>
                <a:off x="3068337" y="2584795"/>
                <a:ext cx="923662" cy="9298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9837"/>
                    </a:lnTo>
                    <a:lnTo>
                      <a:pt x="922681" y="929309"/>
                    </a:lnTo>
                    <a:lnTo>
                      <a:pt x="917176" y="925752"/>
                    </a:lnTo>
                    <a:lnTo>
                      <a:pt x="915973" y="924909"/>
                    </a:lnTo>
                    <a:lnTo>
                      <a:pt x="914775" y="924068"/>
                    </a:lnTo>
                    <a:lnTo>
                      <a:pt x="914400" y="923805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h856"/>
              <p:cNvSpPr/>
              <p:nvPr/>
            </p:nvSpPr>
            <p:spPr>
              <a:xfrm>
                <a:off x="3077599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43" y="931638"/>
                    </a:lnTo>
                    <a:lnTo>
                      <a:pt x="914400" y="929837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h857"/>
              <p:cNvSpPr/>
              <p:nvPr/>
            </p:nvSpPr>
            <p:spPr>
              <a:xfrm>
                <a:off x="3086861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h858"/>
              <p:cNvSpPr/>
              <p:nvPr/>
            </p:nvSpPr>
            <p:spPr>
              <a:xfrm>
                <a:off x="3096123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h859"/>
              <p:cNvSpPr/>
              <p:nvPr/>
            </p:nvSpPr>
            <p:spPr>
              <a:xfrm>
                <a:off x="3105386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h860"/>
              <p:cNvSpPr/>
              <p:nvPr/>
            </p:nvSpPr>
            <p:spPr>
              <a:xfrm>
                <a:off x="3114648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h861"/>
              <p:cNvSpPr/>
              <p:nvPr/>
            </p:nvSpPr>
            <p:spPr>
              <a:xfrm>
                <a:off x="3123910" y="25847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h862"/>
              <p:cNvSpPr/>
              <p:nvPr/>
            </p:nvSpPr>
            <p:spPr>
              <a:xfrm>
                <a:off x="3133172" y="26020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94"/>
                    </a:lnTo>
                    <a:lnTo>
                      <a:pt x="920989" y="914400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h863"/>
              <p:cNvSpPr/>
              <p:nvPr/>
            </p:nvSpPr>
            <p:spPr>
              <a:xfrm>
                <a:off x="3142434" y="2584795"/>
                <a:ext cx="923662" cy="93013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13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119"/>
                    </a:lnTo>
                    <a:lnTo>
                      <a:pt x="922841" y="924764"/>
                    </a:lnTo>
                    <a:lnTo>
                      <a:pt x="917363" y="928457"/>
                    </a:lnTo>
                    <a:lnTo>
                      <a:pt x="914400" y="930133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h864"/>
              <p:cNvSpPr/>
              <p:nvPr/>
            </p:nvSpPr>
            <p:spPr>
              <a:xfrm>
                <a:off x="3151697" y="2584795"/>
                <a:ext cx="923662" cy="92411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11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561"/>
                    </a:lnTo>
                    <a:lnTo>
                      <a:pt x="923247" y="916910"/>
                    </a:lnTo>
                    <a:lnTo>
                      <a:pt x="922173" y="917817"/>
                    </a:lnTo>
                    <a:lnTo>
                      <a:pt x="921099" y="918724"/>
                    </a:lnTo>
                    <a:lnTo>
                      <a:pt x="920024" y="919632"/>
                    </a:lnTo>
                    <a:lnTo>
                      <a:pt x="918946" y="920543"/>
                    </a:lnTo>
                    <a:lnTo>
                      <a:pt x="914400" y="924119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h865"/>
              <p:cNvSpPr/>
              <p:nvPr/>
            </p:nvSpPr>
            <p:spPr>
              <a:xfrm>
                <a:off x="3160959" y="2584795"/>
                <a:ext cx="916961" cy="916561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16561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6134" y="915097"/>
                    </a:lnTo>
                    <a:lnTo>
                      <a:pt x="915060" y="916003"/>
                    </a:lnTo>
                    <a:lnTo>
                      <a:pt x="914400" y="916561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h866"/>
              <p:cNvSpPr/>
              <p:nvPr/>
            </p:nvSpPr>
            <p:spPr>
              <a:xfrm>
                <a:off x="2447768" y="2567556"/>
                <a:ext cx="914399" cy="92109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1091">
                    <a:moveTo>
                      <a:pt x="914399" y="914400"/>
                    </a:moveTo>
                    <a:lnTo>
                      <a:pt x="914399" y="921091"/>
                    </a:lnTo>
                    <a:lnTo>
                      <a:pt x="914056" y="920416"/>
                    </a:lnTo>
                    <a:lnTo>
                      <a:pt x="912671" y="917697"/>
                    </a:lnTo>
                    <a:lnTo>
                      <a:pt x="911285" y="914977"/>
                    </a:lnTo>
                    <a:lnTo>
                      <a:pt x="910990" y="914400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h867"/>
              <p:cNvSpPr/>
              <p:nvPr/>
            </p:nvSpPr>
            <p:spPr>
              <a:xfrm>
                <a:off x="24477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66" y="931638"/>
                    </a:lnTo>
                    <a:lnTo>
                      <a:pt x="919592" y="931296"/>
                    </a:lnTo>
                    <a:lnTo>
                      <a:pt x="918209" y="928576"/>
                    </a:lnTo>
                    <a:lnTo>
                      <a:pt x="916825" y="925856"/>
                    </a:lnTo>
                    <a:lnTo>
                      <a:pt x="915441" y="923136"/>
                    </a:lnTo>
                    <a:lnTo>
                      <a:pt x="914399" y="921091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h868"/>
              <p:cNvSpPr/>
              <p:nvPr/>
            </p:nvSpPr>
            <p:spPr>
              <a:xfrm>
                <a:off x="24570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h869"/>
              <p:cNvSpPr/>
              <p:nvPr/>
            </p:nvSpPr>
            <p:spPr>
              <a:xfrm>
                <a:off x="24662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h870"/>
              <p:cNvSpPr/>
              <p:nvPr/>
            </p:nvSpPr>
            <p:spPr>
              <a:xfrm>
                <a:off x="2475555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h871"/>
              <p:cNvSpPr/>
              <p:nvPr/>
            </p:nvSpPr>
            <p:spPr>
              <a:xfrm>
                <a:off x="24848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h872"/>
              <p:cNvSpPr/>
              <p:nvPr/>
            </p:nvSpPr>
            <p:spPr>
              <a:xfrm>
                <a:off x="24940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h873"/>
              <p:cNvSpPr/>
              <p:nvPr/>
            </p:nvSpPr>
            <p:spPr>
              <a:xfrm>
                <a:off x="25033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h874"/>
              <p:cNvSpPr/>
              <p:nvPr/>
            </p:nvSpPr>
            <p:spPr>
              <a:xfrm>
                <a:off x="25126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h875"/>
              <p:cNvSpPr/>
              <p:nvPr/>
            </p:nvSpPr>
            <p:spPr>
              <a:xfrm>
                <a:off x="25218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h876"/>
              <p:cNvSpPr/>
              <p:nvPr/>
            </p:nvSpPr>
            <p:spPr>
              <a:xfrm>
                <a:off x="25311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h877"/>
              <p:cNvSpPr/>
              <p:nvPr/>
            </p:nvSpPr>
            <p:spPr>
              <a:xfrm>
                <a:off x="25403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h878"/>
              <p:cNvSpPr/>
              <p:nvPr/>
            </p:nvSpPr>
            <p:spPr>
              <a:xfrm>
                <a:off x="25496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h879"/>
              <p:cNvSpPr/>
              <p:nvPr/>
            </p:nvSpPr>
            <p:spPr>
              <a:xfrm>
                <a:off x="25589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h880"/>
              <p:cNvSpPr/>
              <p:nvPr/>
            </p:nvSpPr>
            <p:spPr>
              <a:xfrm>
                <a:off x="25681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h881"/>
              <p:cNvSpPr/>
              <p:nvPr/>
            </p:nvSpPr>
            <p:spPr>
              <a:xfrm>
                <a:off x="25774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h882"/>
              <p:cNvSpPr/>
              <p:nvPr/>
            </p:nvSpPr>
            <p:spPr>
              <a:xfrm>
                <a:off x="25867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h883"/>
              <p:cNvSpPr/>
              <p:nvPr/>
            </p:nvSpPr>
            <p:spPr>
              <a:xfrm>
                <a:off x="25959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h884"/>
              <p:cNvSpPr/>
              <p:nvPr/>
            </p:nvSpPr>
            <p:spPr>
              <a:xfrm>
                <a:off x="26052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h885"/>
              <p:cNvSpPr/>
              <p:nvPr/>
            </p:nvSpPr>
            <p:spPr>
              <a:xfrm>
                <a:off x="26144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h886"/>
              <p:cNvSpPr/>
              <p:nvPr/>
            </p:nvSpPr>
            <p:spPr>
              <a:xfrm>
                <a:off x="26237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h887"/>
              <p:cNvSpPr/>
              <p:nvPr/>
            </p:nvSpPr>
            <p:spPr>
              <a:xfrm>
                <a:off x="26330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h888"/>
              <p:cNvSpPr/>
              <p:nvPr/>
            </p:nvSpPr>
            <p:spPr>
              <a:xfrm>
                <a:off x="26422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h889"/>
              <p:cNvSpPr/>
              <p:nvPr/>
            </p:nvSpPr>
            <p:spPr>
              <a:xfrm>
                <a:off x="26515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h890"/>
              <p:cNvSpPr/>
              <p:nvPr/>
            </p:nvSpPr>
            <p:spPr>
              <a:xfrm>
                <a:off x="26607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h891"/>
              <p:cNvSpPr/>
              <p:nvPr/>
            </p:nvSpPr>
            <p:spPr>
              <a:xfrm>
                <a:off x="26700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h892"/>
              <p:cNvSpPr/>
              <p:nvPr/>
            </p:nvSpPr>
            <p:spPr>
              <a:xfrm>
                <a:off x="26793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h893"/>
              <p:cNvSpPr/>
              <p:nvPr/>
            </p:nvSpPr>
            <p:spPr>
              <a:xfrm>
                <a:off x="26885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h894"/>
              <p:cNvSpPr/>
              <p:nvPr/>
            </p:nvSpPr>
            <p:spPr>
              <a:xfrm>
                <a:off x="26978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h895"/>
              <p:cNvSpPr/>
              <p:nvPr/>
            </p:nvSpPr>
            <p:spPr>
              <a:xfrm>
                <a:off x="27071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h896"/>
              <p:cNvSpPr/>
              <p:nvPr/>
            </p:nvSpPr>
            <p:spPr>
              <a:xfrm>
                <a:off x="27163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h897"/>
              <p:cNvSpPr/>
              <p:nvPr/>
            </p:nvSpPr>
            <p:spPr>
              <a:xfrm>
                <a:off x="27256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h898"/>
              <p:cNvSpPr/>
              <p:nvPr/>
            </p:nvSpPr>
            <p:spPr>
              <a:xfrm>
                <a:off x="27348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h899"/>
              <p:cNvSpPr/>
              <p:nvPr/>
            </p:nvSpPr>
            <p:spPr>
              <a:xfrm>
                <a:off x="274415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h900"/>
              <p:cNvSpPr/>
              <p:nvPr/>
            </p:nvSpPr>
            <p:spPr>
              <a:xfrm>
                <a:off x="275342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h901"/>
              <p:cNvSpPr/>
              <p:nvPr/>
            </p:nvSpPr>
            <p:spPr>
              <a:xfrm>
                <a:off x="276268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h902"/>
              <p:cNvSpPr/>
              <p:nvPr/>
            </p:nvSpPr>
            <p:spPr>
              <a:xfrm>
                <a:off x="277194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h903"/>
              <p:cNvSpPr/>
              <p:nvPr/>
            </p:nvSpPr>
            <p:spPr>
              <a:xfrm>
                <a:off x="278120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h904"/>
              <p:cNvSpPr/>
              <p:nvPr/>
            </p:nvSpPr>
            <p:spPr>
              <a:xfrm>
                <a:off x="279047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h905"/>
              <p:cNvSpPr/>
              <p:nvPr/>
            </p:nvSpPr>
            <p:spPr>
              <a:xfrm>
                <a:off x="279973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h906"/>
              <p:cNvSpPr/>
              <p:nvPr/>
            </p:nvSpPr>
            <p:spPr>
              <a:xfrm>
                <a:off x="280899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h907"/>
              <p:cNvSpPr/>
              <p:nvPr/>
            </p:nvSpPr>
            <p:spPr>
              <a:xfrm>
                <a:off x="281825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h908"/>
              <p:cNvSpPr/>
              <p:nvPr/>
            </p:nvSpPr>
            <p:spPr>
              <a:xfrm>
                <a:off x="282751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h909"/>
              <p:cNvSpPr/>
              <p:nvPr/>
            </p:nvSpPr>
            <p:spPr>
              <a:xfrm>
                <a:off x="283678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h910"/>
              <p:cNvSpPr/>
              <p:nvPr/>
            </p:nvSpPr>
            <p:spPr>
              <a:xfrm>
                <a:off x="284604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h911"/>
              <p:cNvSpPr/>
              <p:nvPr/>
            </p:nvSpPr>
            <p:spPr>
              <a:xfrm>
                <a:off x="285530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h912"/>
              <p:cNvSpPr/>
              <p:nvPr/>
            </p:nvSpPr>
            <p:spPr>
              <a:xfrm>
                <a:off x="286456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h913"/>
              <p:cNvSpPr/>
              <p:nvPr/>
            </p:nvSpPr>
            <p:spPr>
              <a:xfrm>
                <a:off x="287383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h914"/>
              <p:cNvSpPr/>
              <p:nvPr/>
            </p:nvSpPr>
            <p:spPr>
              <a:xfrm>
                <a:off x="288309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h915"/>
              <p:cNvSpPr/>
              <p:nvPr/>
            </p:nvSpPr>
            <p:spPr>
              <a:xfrm>
                <a:off x="289235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h916"/>
              <p:cNvSpPr/>
              <p:nvPr/>
            </p:nvSpPr>
            <p:spPr>
              <a:xfrm>
                <a:off x="290161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h917"/>
              <p:cNvSpPr/>
              <p:nvPr/>
            </p:nvSpPr>
            <p:spPr>
              <a:xfrm>
                <a:off x="291087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h918"/>
              <p:cNvSpPr/>
              <p:nvPr/>
            </p:nvSpPr>
            <p:spPr>
              <a:xfrm>
                <a:off x="292014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h919"/>
              <p:cNvSpPr/>
              <p:nvPr/>
            </p:nvSpPr>
            <p:spPr>
              <a:xfrm>
                <a:off x="292940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h920"/>
              <p:cNvSpPr/>
              <p:nvPr/>
            </p:nvSpPr>
            <p:spPr>
              <a:xfrm>
                <a:off x="293866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h921"/>
              <p:cNvSpPr/>
              <p:nvPr/>
            </p:nvSpPr>
            <p:spPr>
              <a:xfrm>
                <a:off x="294792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h922"/>
              <p:cNvSpPr/>
              <p:nvPr/>
            </p:nvSpPr>
            <p:spPr>
              <a:xfrm>
                <a:off x="295719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h923"/>
              <p:cNvSpPr/>
              <p:nvPr/>
            </p:nvSpPr>
            <p:spPr>
              <a:xfrm>
                <a:off x="296645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h924"/>
              <p:cNvSpPr/>
              <p:nvPr/>
            </p:nvSpPr>
            <p:spPr>
              <a:xfrm>
                <a:off x="297571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h925"/>
              <p:cNvSpPr/>
              <p:nvPr/>
            </p:nvSpPr>
            <p:spPr>
              <a:xfrm>
                <a:off x="298497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h926"/>
              <p:cNvSpPr/>
              <p:nvPr/>
            </p:nvSpPr>
            <p:spPr>
              <a:xfrm>
                <a:off x="299423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h927"/>
              <p:cNvSpPr/>
              <p:nvPr/>
            </p:nvSpPr>
            <p:spPr>
              <a:xfrm>
                <a:off x="300350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h928"/>
              <p:cNvSpPr/>
              <p:nvPr/>
            </p:nvSpPr>
            <p:spPr>
              <a:xfrm>
                <a:off x="301276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h929"/>
              <p:cNvSpPr/>
              <p:nvPr/>
            </p:nvSpPr>
            <p:spPr>
              <a:xfrm>
                <a:off x="302202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h930"/>
              <p:cNvSpPr/>
              <p:nvPr/>
            </p:nvSpPr>
            <p:spPr>
              <a:xfrm>
                <a:off x="303128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h931"/>
              <p:cNvSpPr/>
              <p:nvPr/>
            </p:nvSpPr>
            <p:spPr>
              <a:xfrm>
                <a:off x="304055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h932"/>
              <p:cNvSpPr/>
              <p:nvPr/>
            </p:nvSpPr>
            <p:spPr>
              <a:xfrm>
                <a:off x="304981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h933"/>
              <p:cNvSpPr/>
              <p:nvPr/>
            </p:nvSpPr>
            <p:spPr>
              <a:xfrm>
                <a:off x="305907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h934"/>
              <p:cNvSpPr/>
              <p:nvPr/>
            </p:nvSpPr>
            <p:spPr>
              <a:xfrm>
                <a:off x="306833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h935"/>
              <p:cNvSpPr/>
              <p:nvPr/>
            </p:nvSpPr>
            <p:spPr>
              <a:xfrm>
                <a:off x="3077599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h936"/>
              <p:cNvSpPr/>
              <p:nvPr/>
            </p:nvSpPr>
            <p:spPr>
              <a:xfrm>
                <a:off x="3086861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h937"/>
              <p:cNvSpPr/>
              <p:nvPr/>
            </p:nvSpPr>
            <p:spPr>
              <a:xfrm>
                <a:off x="3096123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h938"/>
              <p:cNvSpPr/>
              <p:nvPr/>
            </p:nvSpPr>
            <p:spPr>
              <a:xfrm>
                <a:off x="3105386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h939"/>
              <p:cNvSpPr/>
              <p:nvPr/>
            </p:nvSpPr>
            <p:spPr>
              <a:xfrm>
                <a:off x="3114648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h940"/>
              <p:cNvSpPr/>
              <p:nvPr/>
            </p:nvSpPr>
            <p:spPr>
              <a:xfrm>
                <a:off x="3123910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h941"/>
              <p:cNvSpPr/>
              <p:nvPr/>
            </p:nvSpPr>
            <p:spPr>
              <a:xfrm>
                <a:off x="3133172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h942"/>
              <p:cNvSpPr/>
              <p:nvPr/>
            </p:nvSpPr>
            <p:spPr>
              <a:xfrm>
                <a:off x="3142434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h943"/>
              <p:cNvSpPr/>
              <p:nvPr/>
            </p:nvSpPr>
            <p:spPr>
              <a:xfrm>
                <a:off x="3151697" y="25675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h944"/>
              <p:cNvSpPr/>
              <p:nvPr/>
            </p:nvSpPr>
            <p:spPr>
              <a:xfrm>
                <a:off x="3160959" y="25847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1" y="908752"/>
                    </a:lnTo>
                    <a:lnTo>
                      <a:pt x="922585" y="909658"/>
                    </a:lnTo>
                    <a:lnTo>
                      <a:pt x="921510" y="910564"/>
                    </a:lnTo>
                    <a:lnTo>
                      <a:pt x="920434" y="911471"/>
                    </a:lnTo>
                    <a:lnTo>
                      <a:pt x="919359" y="912377"/>
                    </a:lnTo>
                    <a:lnTo>
                      <a:pt x="918284" y="913283"/>
                    </a:lnTo>
                    <a:lnTo>
                      <a:pt x="917209" y="914190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h945"/>
              <p:cNvSpPr/>
              <p:nvPr/>
            </p:nvSpPr>
            <p:spPr>
              <a:xfrm>
                <a:off x="3170221" y="2567556"/>
                <a:ext cx="923662" cy="92599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599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732"/>
                    </a:lnTo>
                    <a:lnTo>
                      <a:pt x="922689" y="918722"/>
                    </a:lnTo>
                    <a:lnTo>
                      <a:pt x="917632" y="923269"/>
                    </a:lnTo>
                    <a:lnTo>
                      <a:pt x="916551" y="924178"/>
                    </a:lnTo>
                    <a:lnTo>
                      <a:pt x="915475" y="925084"/>
                    </a:lnTo>
                    <a:lnTo>
                      <a:pt x="914400" y="925990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h946"/>
              <p:cNvSpPr/>
              <p:nvPr/>
            </p:nvSpPr>
            <p:spPr>
              <a:xfrm>
                <a:off x="3179483" y="2567556"/>
                <a:ext cx="917673" cy="917732"/>
              </a:xfrm>
              <a:custGeom>
                <a:avLst/>
                <a:gdLst/>
                <a:ahLst/>
                <a:cxnLst/>
                <a:rect l="0" t="0" r="0" b="0"/>
                <a:pathLst>
                  <a:path w="917673" h="917732">
                    <a:moveTo>
                      <a:pt x="914400" y="914400"/>
                    </a:moveTo>
                    <a:lnTo>
                      <a:pt x="917673" y="914400"/>
                    </a:lnTo>
                    <a:lnTo>
                      <a:pt x="914400" y="917732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h947"/>
              <p:cNvSpPr/>
              <p:nvPr/>
            </p:nvSpPr>
            <p:spPr>
              <a:xfrm>
                <a:off x="2438506" y="2550318"/>
                <a:ext cx="914400" cy="9201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170">
                    <a:moveTo>
                      <a:pt x="914400" y="914400"/>
                    </a:moveTo>
                    <a:lnTo>
                      <a:pt x="914400" y="920170"/>
                    </a:lnTo>
                    <a:lnTo>
                      <a:pt x="913608" y="918622"/>
                    </a:lnTo>
                    <a:lnTo>
                      <a:pt x="912219" y="915904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h948"/>
              <p:cNvSpPr/>
              <p:nvPr/>
            </p:nvSpPr>
            <p:spPr>
              <a:xfrm>
                <a:off x="24385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252" y="931638"/>
                    </a:lnTo>
                    <a:lnTo>
                      <a:pt x="919160" y="929497"/>
                    </a:lnTo>
                    <a:lnTo>
                      <a:pt x="917773" y="926778"/>
                    </a:lnTo>
                    <a:lnTo>
                      <a:pt x="916386" y="924059"/>
                    </a:lnTo>
                    <a:lnTo>
                      <a:pt x="914997" y="921340"/>
                    </a:lnTo>
                    <a:lnTo>
                      <a:pt x="914400" y="920170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h949"/>
              <p:cNvSpPr/>
              <p:nvPr/>
            </p:nvSpPr>
            <p:spPr>
              <a:xfrm>
                <a:off x="24477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h950"/>
              <p:cNvSpPr/>
              <p:nvPr/>
            </p:nvSpPr>
            <p:spPr>
              <a:xfrm>
                <a:off x="24570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h951"/>
              <p:cNvSpPr/>
              <p:nvPr/>
            </p:nvSpPr>
            <p:spPr>
              <a:xfrm>
                <a:off x="24662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h952"/>
              <p:cNvSpPr/>
              <p:nvPr/>
            </p:nvSpPr>
            <p:spPr>
              <a:xfrm>
                <a:off x="2475555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h953"/>
              <p:cNvSpPr/>
              <p:nvPr/>
            </p:nvSpPr>
            <p:spPr>
              <a:xfrm>
                <a:off x="24848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h954"/>
              <p:cNvSpPr/>
              <p:nvPr/>
            </p:nvSpPr>
            <p:spPr>
              <a:xfrm>
                <a:off x="24940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h955"/>
              <p:cNvSpPr/>
              <p:nvPr/>
            </p:nvSpPr>
            <p:spPr>
              <a:xfrm>
                <a:off x="25033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h956"/>
              <p:cNvSpPr/>
              <p:nvPr/>
            </p:nvSpPr>
            <p:spPr>
              <a:xfrm>
                <a:off x="25126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h957"/>
              <p:cNvSpPr/>
              <p:nvPr/>
            </p:nvSpPr>
            <p:spPr>
              <a:xfrm>
                <a:off x="25218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h958"/>
              <p:cNvSpPr/>
              <p:nvPr/>
            </p:nvSpPr>
            <p:spPr>
              <a:xfrm>
                <a:off x="25311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h959"/>
              <p:cNvSpPr/>
              <p:nvPr/>
            </p:nvSpPr>
            <p:spPr>
              <a:xfrm>
                <a:off x="25403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h960"/>
              <p:cNvSpPr/>
              <p:nvPr/>
            </p:nvSpPr>
            <p:spPr>
              <a:xfrm>
                <a:off x="25496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h961"/>
              <p:cNvSpPr/>
              <p:nvPr/>
            </p:nvSpPr>
            <p:spPr>
              <a:xfrm>
                <a:off x="25589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h962"/>
              <p:cNvSpPr/>
              <p:nvPr/>
            </p:nvSpPr>
            <p:spPr>
              <a:xfrm>
                <a:off x="25681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h963"/>
              <p:cNvSpPr/>
              <p:nvPr/>
            </p:nvSpPr>
            <p:spPr>
              <a:xfrm>
                <a:off x="25774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h964"/>
              <p:cNvSpPr/>
              <p:nvPr/>
            </p:nvSpPr>
            <p:spPr>
              <a:xfrm>
                <a:off x="25867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h965"/>
              <p:cNvSpPr/>
              <p:nvPr/>
            </p:nvSpPr>
            <p:spPr>
              <a:xfrm>
                <a:off x="25959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h966"/>
              <p:cNvSpPr/>
              <p:nvPr/>
            </p:nvSpPr>
            <p:spPr>
              <a:xfrm>
                <a:off x="26052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h967"/>
              <p:cNvSpPr/>
              <p:nvPr/>
            </p:nvSpPr>
            <p:spPr>
              <a:xfrm>
                <a:off x="26144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h968"/>
              <p:cNvSpPr/>
              <p:nvPr/>
            </p:nvSpPr>
            <p:spPr>
              <a:xfrm>
                <a:off x="26237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h969"/>
              <p:cNvSpPr/>
              <p:nvPr/>
            </p:nvSpPr>
            <p:spPr>
              <a:xfrm>
                <a:off x="26330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h970"/>
              <p:cNvSpPr/>
              <p:nvPr/>
            </p:nvSpPr>
            <p:spPr>
              <a:xfrm>
                <a:off x="26422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h971"/>
              <p:cNvSpPr/>
              <p:nvPr/>
            </p:nvSpPr>
            <p:spPr>
              <a:xfrm>
                <a:off x="26515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h972"/>
              <p:cNvSpPr/>
              <p:nvPr/>
            </p:nvSpPr>
            <p:spPr>
              <a:xfrm>
                <a:off x="26607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h973"/>
              <p:cNvSpPr/>
              <p:nvPr/>
            </p:nvSpPr>
            <p:spPr>
              <a:xfrm>
                <a:off x="26700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h974"/>
              <p:cNvSpPr/>
              <p:nvPr/>
            </p:nvSpPr>
            <p:spPr>
              <a:xfrm>
                <a:off x="26793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h975"/>
              <p:cNvSpPr/>
              <p:nvPr/>
            </p:nvSpPr>
            <p:spPr>
              <a:xfrm>
                <a:off x="26885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h976"/>
              <p:cNvSpPr/>
              <p:nvPr/>
            </p:nvSpPr>
            <p:spPr>
              <a:xfrm>
                <a:off x="26978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h977"/>
              <p:cNvSpPr/>
              <p:nvPr/>
            </p:nvSpPr>
            <p:spPr>
              <a:xfrm>
                <a:off x="27071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h978"/>
              <p:cNvSpPr/>
              <p:nvPr/>
            </p:nvSpPr>
            <p:spPr>
              <a:xfrm>
                <a:off x="27163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h979"/>
              <p:cNvSpPr/>
              <p:nvPr/>
            </p:nvSpPr>
            <p:spPr>
              <a:xfrm>
                <a:off x="27256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h980"/>
              <p:cNvSpPr/>
              <p:nvPr/>
            </p:nvSpPr>
            <p:spPr>
              <a:xfrm>
                <a:off x="27348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h981"/>
              <p:cNvSpPr/>
              <p:nvPr/>
            </p:nvSpPr>
            <p:spPr>
              <a:xfrm>
                <a:off x="27441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h982"/>
              <p:cNvSpPr/>
              <p:nvPr/>
            </p:nvSpPr>
            <p:spPr>
              <a:xfrm>
                <a:off x="27534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h983"/>
              <p:cNvSpPr/>
              <p:nvPr/>
            </p:nvSpPr>
            <p:spPr>
              <a:xfrm>
                <a:off x="276268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h984"/>
              <p:cNvSpPr/>
              <p:nvPr/>
            </p:nvSpPr>
            <p:spPr>
              <a:xfrm>
                <a:off x="277194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h985"/>
              <p:cNvSpPr/>
              <p:nvPr/>
            </p:nvSpPr>
            <p:spPr>
              <a:xfrm>
                <a:off x="278120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h986"/>
              <p:cNvSpPr/>
              <p:nvPr/>
            </p:nvSpPr>
            <p:spPr>
              <a:xfrm>
                <a:off x="279047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h987"/>
              <p:cNvSpPr/>
              <p:nvPr/>
            </p:nvSpPr>
            <p:spPr>
              <a:xfrm>
                <a:off x="279973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h988"/>
              <p:cNvSpPr/>
              <p:nvPr/>
            </p:nvSpPr>
            <p:spPr>
              <a:xfrm>
                <a:off x="280899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h989"/>
              <p:cNvSpPr/>
              <p:nvPr/>
            </p:nvSpPr>
            <p:spPr>
              <a:xfrm>
                <a:off x="281825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h990"/>
              <p:cNvSpPr/>
              <p:nvPr/>
            </p:nvSpPr>
            <p:spPr>
              <a:xfrm>
                <a:off x="282751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h991"/>
              <p:cNvSpPr/>
              <p:nvPr/>
            </p:nvSpPr>
            <p:spPr>
              <a:xfrm>
                <a:off x="283678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h992"/>
              <p:cNvSpPr/>
              <p:nvPr/>
            </p:nvSpPr>
            <p:spPr>
              <a:xfrm>
                <a:off x="284604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h993"/>
              <p:cNvSpPr/>
              <p:nvPr/>
            </p:nvSpPr>
            <p:spPr>
              <a:xfrm>
                <a:off x="285530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h994"/>
              <p:cNvSpPr/>
              <p:nvPr/>
            </p:nvSpPr>
            <p:spPr>
              <a:xfrm>
                <a:off x="286456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h995"/>
              <p:cNvSpPr/>
              <p:nvPr/>
            </p:nvSpPr>
            <p:spPr>
              <a:xfrm>
                <a:off x="287383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h996"/>
              <p:cNvSpPr/>
              <p:nvPr/>
            </p:nvSpPr>
            <p:spPr>
              <a:xfrm>
                <a:off x="288309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h997"/>
              <p:cNvSpPr/>
              <p:nvPr/>
            </p:nvSpPr>
            <p:spPr>
              <a:xfrm>
                <a:off x="289235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h998"/>
              <p:cNvSpPr/>
              <p:nvPr/>
            </p:nvSpPr>
            <p:spPr>
              <a:xfrm>
                <a:off x="290161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h999"/>
              <p:cNvSpPr/>
              <p:nvPr/>
            </p:nvSpPr>
            <p:spPr>
              <a:xfrm>
                <a:off x="291087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h1000"/>
              <p:cNvSpPr/>
              <p:nvPr/>
            </p:nvSpPr>
            <p:spPr>
              <a:xfrm>
                <a:off x="292014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h1001"/>
              <p:cNvSpPr/>
              <p:nvPr/>
            </p:nvSpPr>
            <p:spPr>
              <a:xfrm>
                <a:off x="292940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h1002"/>
              <p:cNvSpPr/>
              <p:nvPr/>
            </p:nvSpPr>
            <p:spPr>
              <a:xfrm>
                <a:off x="293866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h1003"/>
              <p:cNvSpPr/>
              <p:nvPr/>
            </p:nvSpPr>
            <p:spPr>
              <a:xfrm>
                <a:off x="294792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h1004"/>
              <p:cNvSpPr/>
              <p:nvPr/>
            </p:nvSpPr>
            <p:spPr>
              <a:xfrm>
                <a:off x="295719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h1005"/>
              <p:cNvSpPr/>
              <p:nvPr/>
            </p:nvSpPr>
            <p:spPr>
              <a:xfrm>
                <a:off x="296645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h1006"/>
              <p:cNvSpPr/>
              <p:nvPr/>
            </p:nvSpPr>
            <p:spPr>
              <a:xfrm>
                <a:off x="297571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h1007"/>
              <p:cNvSpPr/>
              <p:nvPr/>
            </p:nvSpPr>
            <p:spPr>
              <a:xfrm>
                <a:off x="298497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h1008"/>
              <p:cNvSpPr/>
              <p:nvPr/>
            </p:nvSpPr>
            <p:spPr>
              <a:xfrm>
                <a:off x="299423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h1009"/>
              <p:cNvSpPr/>
              <p:nvPr/>
            </p:nvSpPr>
            <p:spPr>
              <a:xfrm>
                <a:off x="300350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h1010"/>
              <p:cNvSpPr/>
              <p:nvPr/>
            </p:nvSpPr>
            <p:spPr>
              <a:xfrm>
                <a:off x="301276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h1011"/>
              <p:cNvSpPr/>
              <p:nvPr/>
            </p:nvSpPr>
            <p:spPr>
              <a:xfrm>
                <a:off x="302202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h1012"/>
              <p:cNvSpPr/>
              <p:nvPr/>
            </p:nvSpPr>
            <p:spPr>
              <a:xfrm>
                <a:off x="303128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h1013"/>
              <p:cNvSpPr/>
              <p:nvPr/>
            </p:nvSpPr>
            <p:spPr>
              <a:xfrm>
                <a:off x="304055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h1014"/>
              <p:cNvSpPr/>
              <p:nvPr/>
            </p:nvSpPr>
            <p:spPr>
              <a:xfrm>
                <a:off x="304981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h1015"/>
              <p:cNvSpPr/>
              <p:nvPr/>
            </p:nvSpPr>
            <p:spPr>
              <a:xfrm>
                <a:off x="305907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h1016"/>
              <p:cNvSpPr/>
              <p:nvPr/>
            </p:nvSpPr>
            <p:spPr>
              <a:xfrm>
                <a:off x="306833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h1017"/>
              <p:cNvSpPr/>
              <p:nvPr/>
            </p:nvSpPr>
            <p:spPr>
              <a:xfrm>
                <a:off x="307759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h1018"/>
              <p:cNvSpPr/>
              <p:nvPr/>
            </p:nvSpPr>
            <p:spPr>
              <a:xfrm>
                <a:off x="308686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h1019"/>
              <p:cNvSpPr/>
              <p:nvPr/>
            </p:nvSpPr>
            <p:spPr>
              <a:xfrm>
                <a:off x="3096123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h1020"/>
              <p:cNvSpPr/>
              <p:nvPr/>
            </p:nvSpPr>
            <p:spPr>
              <a:xfrm>
                <a:off x="3105386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h1021"/>
              <p:cNvSpPr/>
              <p:nvPr/>
            </p:nvSpPr>
            <p:spPr>
              <a:xfrm>
                <a:off x="3114648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h1022"/>
              <p:cNvSpPr/>
              <p:nvPr/>
            </p:nvSpPr>
            <p:spPr>
              <a:xfrm>
                <a:off x="3123910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h1023"/>
              <p:cNvSpPr/>
              <p:nvPr/>
            </p:nvSpPr>
            <p:spPr>
              <a:xfrm>
                <a:off x="3133172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h1024"/>
              <p:cNvSpPr/>
              <p:nvPr/>
            </p:nvSpPr>
            <p:spPr>
              <a:xfrm>
                <a:off x="3142434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h1025"/>
              <p:cNvSpPr/>
              <p:nvPr/>
            </p:nvSpPr>
            <p:spPr>
              <a:xfrm>
                <a:off x="3151697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h1026"/>
              <p:cNvSpPr/>
              <p:nvPr/>
            </p:nvSpPr>
            <p:spPr>
              <a:xfrm>
                <a:off x="3160959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h1027"/>
              <p:cNvSpPr/>
              <p:nvPr/>
            </p:nvSpPr>
            <p:spPr>
              <a:xfrm>
                <a:off x="3170221" y="25503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h1028"/>
              <p:cNvSpPr/>
              <p:nvPr/>
            </p:nvSpPr>
            <p:spPr>
              <a:xfrm>
                <a:off x="3179483" y="25675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65"/>
                    </a:lnTo>
                    <a:lnTo>
                      <a:pt x="923139" y="908233"/>
                    </a:lnTo>
                    <a:lnTo>
                      <a:pt x="918354" y="913706"/>
                    </a:lnTo>
                    <a:lnTo>
                      <a:pt x="917673" y="914400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h1029"/>
              <p:cNvSpPr/>
              <p:nvPr/>
            </p:nvSpPr>
            <p:spPr>
              <a:xfrm>
                <a:off x="3188745" y="2550318"/>
                <a:ext cx="922333" cy="924803"/>
              </a:xfrm>
              <a:custGeom>
                <a:avLst/>
                <a:gdLst/>
                <a:ahLst/>
                <a:cxnLst/>
                <a:rect l="0" t="0" r="0" b="0"/>
                <a:pathLst>
                  <a:path w="922333" h="924803">
                    <a:moveTo>
                      <a:pt x="914400" y="914400"/>
                    </a:moveTo>
                    <a:lnTo>
                      <a:pt x="922333" y="914400"/>
                    </a:lnTo>
                    <a:lnTo>
                      <a:pt x="922010" y="914835"/>
                    </a:lnTo>
                    <a:lnTo>
                      <a:pt x="920263" y="917188"/>
                    </a:lnTo>
                    <a:lnTo>
                      <a:pt x="918507" y="919556"/>
                    </a:lnTo>
                    <a:lnTo>
                      <a:pt x="914400" y="924803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h1030"/>
              <p:cNvSpPr/>
              <p:nvPr/>
            </p:nvSpPr>
            <p:spPr>
              <a:xfrm>
                <a:off x="2429243" y="2533079"/>
                <a:ext cx="914400" cy="9191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126">
                    <a:moveTo>
                      <a:pt x="914400" y="914400"/>
                    </a:moveTo>
                    <a:lnTo>
                      <a:pt x="914400" y="919126"/>
                    </a:lnTo>
                    <a:lnTo>
                      <a:pt x="912118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h1031"/>
              <p:cNvSpPr/>
              <p:nvPr/>
            </p:nvSpPr>
            <p:spPr>
              <a:xfrm>
                <a:off x="24292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712" y="931638"/>
                    </a:lnTo>
                    <a:lnTo>
                      <a:pt x="920091" y="930424"/>
                    </a:lnTo>
                    <a:lnTo>
                      <a:pt x="918701" y="927706"/>
                    </a:lnTo>
                    <a:lnTo>
                      <a:pt x="917309" y="924988"/>
                    </a:lnTo>
                    <a:lnTo>
                      <a:pt x="915909" y="922253"/>
                    </a:lnTo>
                    <a:lnTo>
                      <a:pt x="914400" y="919126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h1032"/>
              <p:cNvSpPr/>
              <p:nvPr/>
            </p:nvSpPr>
            <p:spPr>
              <a:xfrm>
                <a:off x="24385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h1033"/>
              <p:cNvSpPr/>
              <p:nvPr/>
            </p:nvSpPr>
            <p:spPr>
              <a:xfrm>
                <a:off x="24477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h1034"/>
              <p:cNvSpPr/>
              <p:nvPr/>
            </p:nvSpPr>
            <p:spPr>
              <a:xfrm>
                <a:off x="24570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h1035"/>
              <p:cNvSpPr/>
              <p:nvPr/>
            </p:nvSpPr>
            <p:spPr>
              <a:xfrm>
                <a:off x="24662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h1036"/>
              <p:cNvSpPr/>
              <p:nvPr/>
            </p:nvSpPr>
            <p:spPr>
              <a:xfrm>
                <a:off x="2475555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h1037"/>
              <p:cNvSpPr/>
              <p:nvPr/>
            </p:nvSpPr>
            <p:spPr>
              <a:xfrm>
                <a:off x="24848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h1038"/>
              <p:cNvSpPr/>
              <p:nvPr/>
            </p:nvSpPr>
            <p:spPr>
              <a:xfrm>
                <a:off x="24940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h1039"/>
              <p:cNvSpPr/>
              <p:nvPr/>
            </p:nvSpPr>
            <p:spPr>
              <a:xfrm>
                <a:off x="25033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h1040"/>
              <p:cNvSpPr/>
              <p:nvPr/>
            </p:nvSpPr>
            <p:spPr>
              <a:xfrm>
                <a:off x="25126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h1041"/>
              <p:cNvSpPr/>
              <p:nvPr/>
            </p:nvSpPr>
            <p:spPr>
              <a:xfrm>
                <a:off x="25218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h1042"/>
              <p:cNvSpPr/>
              <p:nvPr/>
            </p:nvSpPr>
            <p:spPr>
              <a:xfrm>
                <a:off x="25311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h1043"/>
              <p:cNvSpPr/>
              <p:nvPr/>
            </p:nvSpPr>
            <p:spPr>
              <a:xfrm>
                <a:off x="25403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h1044"/>
              <p:cNvSpPr/>
              <p:nvPr/>
            </p:nvSpPr>
            <p:spPr>
              <a:xfrm>
                <a:off x="25496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h1045"/>
              <p:cNvSpPr/>
              <p:nvPr/>
            </p:nvSpPr>
            <p:spPr>
              <a:xfrm>
                <a:off x="25589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h1046"/>
              <p:cNvSpPr/>
              <p:nvPr/>
            </p:nvSpPr>
            <p:spPr>
              <a:xfrm>
                <a:off x="25681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h1047"/>
              <p:cNvSpPr/>
              <p:nvPr/>
            </p:nvSpPr>
            <p:spPr>
              <a:xfrm>
                <a:off x="25774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h1048"/>
              <p:cNvSpPr/>
              <p:nvPr/>
            </p:nvSpPr>
            <p:spPr>
              <a:xfrm>
                <a:off x="25867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h1049"/>
              <p:cNvSpPr/>
              <p:nvPr/>
            </p:nvSpPr>
            <p:spPr>
              <a:xfrm>
                <a:off x="25959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h1050"/>
              <p:cNvSpPr/>
              <p:nvPr/>
            </p:nvSpPr>
            <p:spPr>
              <a:xfrm>
                <a:off x="26052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h1051"/>
              <p:cNvSpPr/>
              <p:nvPr/>
            </p:nvSpPr>
            <p:spPr>
              <a:xfrm>
                <a:off x="26144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h1052"/>
              <p:cNvSpPr/>
              <p:nvPr/>
            </p:nvSpPr>
            <p:spPr>
              <a:xfrm>
                <a:off x="26237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h1053"/>
              <p:cNvSpPr/>
              <p:nvPr/>
            </p:nvSpPr>
            <p:spPr>
              <a:xfrm>
                <a:off x="26330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h1054"/>
              <p:cNvSpPr/>
              <p:nvPr/>
            </p:nvSpPr>
            <p:spPr>
              <a:xfrm>
                <a:off x="26422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h1055"/>
              <p:cNvSpPr/>
              <p:nvPr/>
            </p:nvSpPr>
            <p:spPr>
              <a:xfrm>
                <a:off x="26515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h1056"/>
              <p:cNvSpPr/>
              <p:nvPr/>
            </p:nvSpPr>
            <p:spPr>
              <a:xfrm>
                <a:off x="26607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h1057"/>
              <p:cNvSpPr/>
              <p:nvPr/>
            </p:nvSpPr>
            <p:spPr>
              <a:xfrm>
                <a:off x="26700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h1058"/>
              <p:cNvSpPr/>
              <p:nvPr/>
            </p:nvSpPr>
            <p:spPr>
              <a:xfrm>
                <a:off x="26793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h1059"/>
              <p:cNvSpPr/>
              <p:nvPr/>
            </p:nvSpPr>
            <p:spPr>
              <a:xfrm>
                <a:off x="26885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h1060"/>
              <p:cNvSpPr/>
              <p:nvPr/>
            </p:nvSpPr>
            <p:spPr>
              <a:xfrm>
                <a:off x="26978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h1061"/>
              <p:cNvSpPr/>
              <p:nvPr/>
            </p:nvSpPr>
            <p:spPr>
              <a:xfrm>
                <a:off x="27071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h1062"/>
              <p:cNvSpPr/>
              <p:nvPr/>
            </p:nvSpPr>
            <p:spPr>
              <a:xfrm>
                <a:off x="27163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h1063"/>
              <p:cNvSpPr/>
              <p:nvPr/>
            </p:nvSpPr>
            <p:spPr>
              <a:xfrm>
                <a:off x="27256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h1064"/>
              <p:cNvSpPr/>
              <p:nvPr/>
            </p:nvSpPr>
            <p:spPr>
              <a:xfrm>
                <a:off x="27348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h1065"/>
              <p:cNvSpPr/>
              <p:nvPr/>
            </p:nvSpPr>
            <p:spPr>
              <a:xfrm>
                <a:off x="27441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h1066"/>
              <p:cNvSpPr/>
              <p:nvPr/>
            </p:nvSpPr>
            <p:spPr>
              <a:xfrm>
                <a:off x="27534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h1067"/>
              <p:cNvSpPr/>
              <p:nvPr/>
            </p:nvSpPr>
            <p:spPr>
              <a:xfrm>
                <a:off x="27626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h1068"/>
              <p:cNvSpPr/>
              <p:nvPr/>
            </p:nvSpPr>
            <p:spPr>
              <a:xfrm>
                <a:off x="277194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h1069"/>
              <p:cNvSpPr/>
              <p:nvPr/>
            </p:nvSpPr>
            <p:spPr>
              <a:xfrm>
                <a:off x="278120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h1070"/>
              <p:cNvSpPr/>
              <p:nvPr/>
            </p:nvSpPr>
            <p:spPr>
              <a:xfrm>
                <a:off x="279047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h1071"/>
              <p:cNvSpPr/>
              <p:nvPr/>
            </p:nvSpPr>
            <p:spPr>
              <a:xfrm>
                <a:off x="279973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h1072"/>
              <p:cNvSpPr/>
              <p:nvPr/>
            </p:nvSpPr>
            <p:spPr>
              <a:xfrm>
                <a:off x="280899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h1073"/>
              <p:cNvSpPr/>
              <p:nvPr/>
            </p:nvSpPr>
            <p:spPr>
              <a:xfrm>
                <a:off x="281825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h1074"/>
              <p:cNvSpPr/>
              <p:nvPr/>
            </p:nvSpPr>
            <p:spPr>
              <a:xfrm>
                <a:off x="282751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h1075"/>
              <p:cNvSpPr/>
              <p:nvPr/>
            </p:nvSpPr>
            <p:spPr>
              <a:xfrm>
                <a:off x="283678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h1076"/>
              <p:cNvSpPr/>
              <p:nvPr/>
            </p:nvSpPr>
            <p:spPr>
              <a:xfrm>
                <a:off x="284604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h1077"/>
              <p:cNvSpPr/>
              <p:nvPr/>
            </p:nvSpPr>
            <p:spPr>
              <a:xfrm>
                <a:off x="285530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h1078"/>
              <p:cNvSpPr/>
              <p:nvPr/>
            </p:nvSpPr>
            <p:spPr>
              <a:xfrm>
                <a:off x="286456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h1079"/>
              <p:cNvSpPr/>
              <p:nvPr/>
            </p:nvSpPr>
            <p:spPr>
              <a:xfrm>
                <a:off x="287383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h1080"/>
              <p:cNvSpPr/>
              <p:nvPr/>
            </p:nvSpPr>
            <p:spPr>
              <a:xfrm>
                <a:off x="288309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h1081"/>
              <p:cNvSpPr/>
              <p:nvPr/>
            </p:nvSpPr>
            <p:spPr>
              <a:xfrm>
                <a:off x="289235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h1082"/>
              <p:cNvSpPr/>
              <p:nvPr/>
            </p:nvSpPr>
            <p:spPr>
              <a:xfrm>
                <a:off x="290161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h1083"/>
              <p:cNvSpPr/>
              <p:nvPr/>
            </p:nvSpPr>
            <p:spPr>
              <a:xfrm>
                <a:off x="291087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h1084"/>
              <p:cNvSpPr/>
              <p:nvPr/>
            </p:nvSpPr>
            <p:spPr>
              <a:xfrm>
                <a:off x="292014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h1085"/>
              <p:cNvSpPr/>
              <p:nvPr/>
            </p:nvSpPr>
            <p:spPr>
              <a:xfrm>
                <a:off x="292940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h1086"/>
              <p:cNvSpPr/>
              <p:nvPr/>
            </p:nvSpPr>
            <p:spPr>
              <a:xfrm>
                <a:off x="293866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h1087"/>
              <p:cNvSpPr/>
              <p:nvPr/>
            </p:nvSpPr>
            <p:spPr>
              <a:xfrm>
                <a:off x="294792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h1088"/>
              <p:cNvSpPr/>
              <p:nvPr/>
            </p:nvSpPr>
            <p:spPr>
              <a:xfrm>
                <a:off x="295719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h1089"/>
              <p:cNvSpPr/>
              <p:nvPr/>
            </p:nvSpPr>
            <p:spPr>
              <a:xfrm>
                <a:off x="296645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h1090"/>
              <p:cNvSpPr/>
              <p:nvPr/>
            </p:nvSpPr>
            <p:spPr>
              <a:xfrm>
                <a:off x="297571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h1091"/>
              <p:cNvSpPr/>
              <p:nvPr/>
            </p:nvSpPr>
            <p:spPr>
              <a:xfrm>
                <a:off x="298497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h1092"/>
              <p:cNvSpPr/>
              <p:nvPr/>
            </p:nvSpPr>
            <p:spPr>
              <a:xfrm>
                <a:off x="299423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h1093"/>
              <p:cNvSpPr/>
              <p:nvPr/>
            </p:nvSpPr>
            <p:spPr>
              <a:xfrm>
                <a:off x="300350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h1094"/>
              <p:cNvSpPr/>
              <p:nvPr/>
            </p:nvSpPr>
            <p:spPr>
              <a:xfrm>
                <a:off x="301276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h1095"/>
              <p:cNvSpPr/>
              <p:nvPr/>
            </p:nvSpPr>
            <p:spPr>
              <a:xfrm>
                <a:off x="302202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h1096"/>
              <p:cNvSpPr/>
              <p:nvPr/>
            </p:nvSpPr>
            <p:spPr>
              <a:xfrm>
                <a:off x="303128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h1097"/>
              <p:cNvSpPr/>
              <p:nvPr/>
            </p:nvSpPr>
            <p:spPr>
              <a:xfrm>
                <a:off x="304055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h1098"/>
              <p:cNvSpPr/>
              <p:nvPr/>
            </p:nvSpPr>
            <p:spPr>
              <a:xfrm>
                <a:off x="304981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h1099"/>
              <p:cNvSpPr/>
              <p:nvPr/>
            </p:nvSpPr>
            <p:spPr>
              <a:xfrm>
                <a:off x="305907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h1100"/>
              <p:cNvSpPr/>
              <p:nvPr/>
            </p:nvSpPr>
            <p:spPr>
              <a:xfrm>
                <a:off x="306833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h1101"/>
              <p:cNvSpPr/>
              <p:nvPr/>
            </p:nvSpPr>
            <p:spPr>
              <a:xfrm>
                <a:off x="307759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h1102"/>
              <p:cNvSpPr/>
              <p:nvPr/>
            </p:nvSpPr>
            <p:spPr>
              <a:xfrm>
                <a:off x="308686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h1103"/>
              <p:cNvSpPr/>
              <p:nvPr/>
            </p:nvSpPr>
            <p:spPr>
              <a:xfrm>
                <a:off x="309612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h1104"/>
              <p:cNvSpPr/>
              <p:nvPr/>
            </p:nvSpPr>
            <p:spPr>
              <a:xfrm>
                <a:off x="3105386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h1105"/>
              <p:cNvSpPr/>
              <p:nvPr/>
            </p:nvSpPr>
            <p:spPr>
              <a:xfrm>
                <a:off x="3114648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h1106"/>
              <p:cNvSpPr/>
              <p:nvPr/>
            </p:nvSpPr>
            <p:spPr>
              <a:xfrm>
                <a:off x="3123910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h1107"/>
              <p:cNvSpPr/>
              <p:nvPr/>
            </p:nvSpPr>
            <p:spPr>
              <a:xfrm>
                <a:off x="3133172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h1108"/>
              <p:cNvSpPr/>
              <p:nvPr/>
            </p:nvSpPr>
            <p:spPr>
              <a:xfrm>
                <a:off x="3142434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h1109"/>
              <p:cNvSpPr/>
              <p:nvPr/>
            </p:nvSpPr>
            <p:spPr>
              <a:xfrm>
                <a:off x="3151697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h1110"/>
              <p:cNvSpPr/>
              <p:nvPr/>
            </p:nvSpPr>
            <p:spPr>
              <a:xfrm>
                <a:off x="3160959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h1111"/>
              <p:cNvSpPr/>
              <p:nvPr/>
            </p:nvSpPr>
            <p:spPr>
              <a:xfrm>
                <a:off x="3170221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h1112"/>
              <p:cNvSpPr/>
              <p:nvPr/>
            </p:nvSpPr>
            <p:spPr>
              <a:xfrm>
                <a:off x="3179483" y="25330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h1113"/>
              <p:cNvSpPr/>
              <p:nvPr/>
            </p:nvSpPr>
            <p:spPr>
              <a:xfrm>
                <a:off x="3188745" y="25503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609"/>
                    </a:lnTo>
                    <a:lnTo>
                      <a:pt x="922333" y="914400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h1114"/>
              <p:cNvSpPr/>
              <p:nvPr/>
            </p:nvSpPr>
            <p:spPr>
              <a:xfrm>
                <a:off x="3198008" y="2533079"/>
                <a:ext cx="923662" cy="92984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84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358"/>
                    </a:lnTo>
                    <a:lnTo>
                      <a:pt x="923251" y="917942"/>
                    </a:lnTo>
                    <a:lnTo>
                      <a:pt x="921491" y="920308"/>
                    </a:lnTo>
                    <a:lnTo>
                      <a:pt x="919741" y="922660"/>
                    </a:lnTo>
                    <a:lnTo>
                      <a:pt x="917992" y="925013"/>
                    </a:lnTo>
                    <a:lnTo>
                      <a:pt x="916243" y="927366"/>
                    </a:lnTo>
                    <a:lnTo>
                      <a:pt x="914495" y="929719"/>
                    </a:lnTo>
                    <a:lnTo>
                      <a:pt x="914400" y="92984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h1115"/>
              <p:cNvSpPr/>
              <p:nvPr/>
            </p:nvSpPr>
            <p:spPr>
              <a:xfrm>
                <a:off x="3207270" y="2533079"/>
                <a:ext cx="916478" cy="917358"/>
              </a:xfrm>
              <a:custGeom>
                <a:avLst/>
                <a:gdLst/>
                <a:ahLst/>
                <a:cxnLst/>
                <a:rect l="0" t="0" r="0" b="0"/>
                <a:pathLst>
                  <a:path w="916478" h="917358">
                    <a:moveTo>
                      <a:pt x="914400" y="914400"/>
                    </a:moveTo>
                    <a:lnTo>
                      <a:pt x="916478" y="914400"/>
                    </a:lnTo>
                    <a:lnTo>
                      <a:pt x="914400" y="91735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h1116"/>
              <p:cNvSpPr/>
              <p:nvPr/>
            </p:nvSpPr>
            <p:spPr>
              <a:xfrm>
                <a:off x="2419981" y="2515841"/>
                <a:ext cx="914400" cy="914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87">
                    <a:moveTo>
                      <a:pt x="914400" y="914400"/>
                    </a:moveTo>
                    <a:lnTo>
                      <a:pt x="914400" y="914787"/>
                    </a:lnTo>
                    <a:lnTo>
                      <a:pt x="914253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h1117"/>
              <p:cNvSpPr/>
              <p:nvPr/>
            </p:nvSpPr>
            <p:spPr>
              <a:xfrm>
                <a:off x="24199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381" y="931638"/>
                    </a:lnTo>
                    <a:lnTo>
                      <a:pt x="920784" y="930403"/>
                    </a:lnTo>
                    <a:lnTo>
                      <a:pt x="916694" y="920848"/>
                    </a:lnTo>
                    <a:lnTo>
                      <a:pt x="914400" y="914787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h1118"/>
              <p:cNvSpPr/>
              <p:nvPr/>
            </p:nvSpPr>
            <p:spPr>
              <a:xfrm>
                <a:off x="24292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h1119"/>
              <p:cNvSpPr/>
              <p:nvPr/>
            </p:nvSpPr>
            <p:spPr>
              <a:xfrm>
                <a:off x="24385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h1120"/>
              <p:cNvSpPr/>
              <p:nvPr/>
            </p:nvSpPr>
            <p:spPr>
              <a:xfrm>
                <a:off x="24477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h1121"/>
              <p:cNvSpPr/>
              <p:nvPr/>
            </p:nvSpPr>
            <p:spPr>
              <a:xfrm>
                <a:off x="24570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h1122"/>
              <p:cNvSpPr/>
              <p:nvPr/>
            </p:nvSpPr>
            <p:spPr>
              <a:xfrm>
                <a:off x="24662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h1123"/>
              <p:cNvSpPr/>
              <p:nvPr/>
            </p:nvSpPr>
            <p:spPr>
              <a:xfrm>
                <a:off x="247555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h1124"/>
              <p:cNvSpPr/>
              <p:nvPr/>
            </p:nvSpPr>
            <p:spPr>
              <a:xfrm>
                <a:off x="24848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h1125"/>
              <p:cNvSpPr/>
              <p:nvPr/>
            </p:nvSpPr>
            <p:spPr>
              <a:xfrm>
                <a:off x="24940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h1126"/>
              <p:cNvSpPr/>
              <p:nvPr/>
            </p:nvSpPr>
            <p:spPr>
              <a:xfrm>
                <a:off x="25033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h1127"/>
              <p:cNvSpPr/>
              <p:nvPr/>
            </p:nvSpPr>
            <p:spPr>
              <a:xfrm>
                <a:off x="25126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h1128"/>
              <p:cNvSpPr/>
              <p:nvPr/>
            </p:nvSpPr>
            <p:spPr>
              <a:xfrm>
                <a:off x="25218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h1129"/>
              <p:cNvSpPr/>
              <p:nvPr/>
            </p:nvSpPr>
            <p:spPr>
              <a:xfrm>
                <a:off x="25311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h1130"/>
              <p:cNvSpPr/>
              <p:nvPr/>
            </p:nvSpPr>
            <p:spPr>
              <a:xfrm>
                <a:off x="25403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h1131"/>
              <p:cNvSpPr/>
              <p:nvPr/>
            </p:nvSpPr>
            <p:spPr>
              <a:xfrm>
                <a:off x="25496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h1132"/>
              <p:cNvSpPr/>
              <p:nvPr/>
            </p:nvSpPr>
            <p:spPr>
              <a:xfrm>
                <a:off x="25589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h1133"/>
              <p:cNvSpPr/>
              <p:nvPr/>
            </p:nvSpPr>
            <p:spPr>
              <a:xfrm>
                <a:off x="25681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h1134"/>
              <p:cNvSpPr/>
              <p:nvPr/>
            </p:nvSpPr>
            <p:spPr>
              <a:xfrm>
                <a:off x="25774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h1135"/>
              <p:cNvSpPr/>
              <p:nvPr/>
            </p:nvSpPr>
            <p:spPr>
              <a:xfrm>
                <a:off x="25867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h1136"/>
              <p:cNvSpPr/>
              <p:nvPr/>
            </p:nvSpPr>
            <p:spPr>
              <a:xfrm>
                <a:off x="25959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h1137"/>
              <p:cNvSpPr/>
              <p:nvPr/>
            </p:nvSpPr>
            <p:spPr>
              <a:xfrm>
                <a:off x="26052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h1138"/>
              <p:cNvSpPr/>
              <p:nvPr/>
            </p:nvSpPr>
            <p:spPr>
              <a:xfrm>
                <a:off x="26144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h1139"/>
              <p:cNvSpPr/>
              <p:nvPr/>
            </p:nvSpPr>
            <p:spPr>
              <a:xfrm>
                <a:off x="26237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h1140"/>
              <p:cNvSpPr/>
              <p:nvPr/>
            </p:nvSpPr>
            <p:spPr>
              <a:xfrm>
                <a:off x="26330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h1141"/>
              <p:cNvSpPr/>
              <p:nvPr/>
            </p:nvSpPr>
            <p:spPr>
              <a:xfrm>
                <a:off x="26422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h1142"/>
              <p:cNvSpPr/>
              <p:nvPr/>
            </p:nvSpPr>
            <p:spPr>
              <a:xfrm>
                <a:off x="26515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h1143"/>
              <p:cNvSpPr/>
              <p:nvPr/>
            </p:nvSpPr>
            <p:spPr>
              <a:xfrm>
                <a:off x="26607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h1144"/>
              <p:cNvSpPr/>
              <p:nvPr/>
            </p:nvSpPr>
            <p:spPr>
              <a:xfrm>
                <a:off x="26700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h1145"/>
              <p:cNvSpPr/>
              <p:nvPr/>
            </p:nvSpPr>
            <p:spPr>
              <a:xfrm>
                <a:off x="26793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h1146"/>
              <p:cNvSpPr/>
              <p:nvPr/>
            </p:nvSpPr>
            <p:spPr>
              <a:xfrm>
                <a:off x="26885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h1147"/>
              <p:cNvSpPr/>
              <p:nvPr/>
            </p:nvSpPr>
            <p:spPr>
              <a:xfrm>
                <a:off x="26978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h1148"/>
              <p:cNvSpPr/>
              <p:nvPr/>
            </p:nvSpPr>
            <p:spPr>
              <a:xfrm>
                <a:off x="27071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h1149"/>
              <p:cNvSpPr/>
              <p:nvPr/>
            </p:nvSpPr>
            <p:spPr>
              <a:xfrm>
                <a:off x="27163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h1150"/>
              <p:cNvSpPr/>
              <p:nvPr/>
            </p:nvSpPr>
            <p:spPr>
              <a:xfrm>
                <a:off x="27256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h1151"/>
              <p:cNvSpPr/>
              <p:nvPr/>
            </p:nvSpPr>
            <p:spPr>
              <a:xfrm>
                <a:off x="27348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h1152"/>
              <p:cNvSpPr/>
              <p:nvPr/>
            </p:nvSpPr>
            <p:spPr>
              <a:xfrm>
                <a:off x="27441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h1153"/>
              <p:cNvSpPr/>
              <p:nvPr/>
            </p:nvSpPr>
            <p:spPr>
              <a:xfrm>
                <a:off x="27534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h1154"/>
              <p:cNvSpPr/>
              <p:nvPr/>
            </p:nvSpPr>
            <p:spPr>
              <a:xfrm>
                <a:off x="27626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h1155"/>
              <p:cNvSpPr/>
              <p:nvPr/>
            </p:nvSpPr>
            <p:spPr>
              <a:xfrm>
                <a:off x="277194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h1156"/>
              <p:cNvSpPr/>
              <p:nvPr/>
            </p:nvSpPr>
            <p:spPr>
              <a:xfrm>
                <a:off x="27812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h1157"/>
              <p:cNvSpPr/>
              <p:nvPr/>
            </p:nvSpPr>
            <p:spPr>
              <a:xfrm>
                <a:off x="279047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h1158"/>
              <p:cNvSpPr/>
              <p:nvPr/>
            </p:nvSpPr>
            <p:spPr>
              <a:xfrm>
                <a:off x="279973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h1159"/>
              <p:cNvSpPr/>
              <p:nvPr/>
            </p:nvSpPr>
            <p:spPr>
              <a:xfrm>
                <a:off x="280899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h1160"/>
              <p:cNvSpPr/>
              <p:nvPr/>
            </p:nvSpPr>
            <p:spPr>
              <a:xfrm>
                <a:off x="281825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h1161"/>
              <p:cNvSpPr/>
              <p:nvPr/>
            </p:nvSpPr>
            <p:spPr>
              <a:xfrm>
                <a:off x="282751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h1162"/>
              <p:cNvSpPr/>
              <p:nvPr/>
            </p:nvSpPr>
            <p:spPr>
              <a:xfrm>
                <a:off x="283678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h1163"/>
              <p:cNvSpPr/>
              <p:nvPr/>
            </p:nvSpPr>
            <p:spPr>
              <a:xfrm>
                <a:off x="284604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h1164"/>
              <p:cNvSpPr/>
              <p:nvPr/>
            </p:nvSpPr>
            <p:spPr>
              <a:xfrm>
                <a:off x="285530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h1165"/>
              <p:cNvSpPr/>
              <p:nvPr/>
            </p:nvSpPr>
            <p:spPr>
              <a:xfrm>
                <a:off x="286456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h1166"/>
              <p:cNvSpPr/>
              <p:nvPr/>
            </p:nvSpPr>
            <p:spPr>
              <a:xfrm>
                <a:off x="287383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h1167"/>
              <p:cNvSpPr/>
              <p:nvPr/>
            </p:nvSpPr>
            <p:spPr>
              <a:xfrm>
                <a:off x="288309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h1168"/>
              <p:cNvSpPr/>
              <p:nvPr/>
            </p:nvSpPr>
            <p:spPr>
              <a:xfrm>
                <a:off x="289235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h1169"/>
              <p:cNvSpPr/>
              <p:nvPr/>
            </p:nvSpPr>
            <p:spPr>
              <a:xfrm>
                <a:off x="290161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h1170"/>
              <p:cNvSpPr/>
              <p:nvPr/>
            </p:nvSpPr>
            <p:spPr>
              <a:xfrm>
                <a:off x="291087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h1171"/>
              <p:cNvSpPr/>
              <p:nvPr/>
            </p:nvSpPr>
            <p:spPr>
              <a:xfrm>
                <a:off x="292014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h1172"/>
              <p:cNvSpPr/>
              <p:nvPr/>
            </p:nvSpPr>
            <p:spPr>
              <a:xfrm>
                <a:off x="292940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h1173"/>
              <p:cNvSpPr/>
              <p:nvPr/>
            </p:nvSpPr>
            <p:spPr>
              <a:xfrm>
                <a:off x="293866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h1174"/>
              <p:cNvSpPr/>
              <p:nvPr/>
            </p:nvSpPr>
            <p:spPr>
              <a:xfrm>
                <a:off x="294792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h1175"/>
              <p:cNvSpPr/>
              <p:nvPr/>
            </p:nvSpPr>
            <p:spPr>
              <a:xfrm>
                <a:off x="295719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h1176"/>
              <p:cNvSpPr/>
              <p:nvPr/>
            </p:nvSpPr>
            <p:spPr>
              <a:xfrm>
                <a:off x="296645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h1177"/>
              <p:cNvSpPr/>
              <p:nvPr/>
            </p:nvSpPr>
            <p:spPr>
              <a:xfrm>
                <a:off x="297571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h1178"/>
              <p:cNvSpPr/>
              <p:nvPr/>
            </p:nvSpPr>
            <p:spPr>
              <a:xfrm>
                <a:off x="298497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h1179"/>
              <p:cNvSpPr/>
              <p:nvPr/>
            </p:nvSpPr>
            <p:spPr>
              <a:xfrm>
                <a:off x="299423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h1180"/>
              <p:cNvSpPr/>
              <p:nvPr/>
            </p:nvSpPr>
            <p:spPr>
              <a:xfrm>
                <a:off x="300350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h1181"/>
              <p:cNvSpPr/>
              <p:nvPr/>
            </p:nvSpPr>
            <p:spPr>
              <a:xfrm>
                <a:off x="301276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h1182"/>
              <p:cNvSpPr/>
              <p:nvPr/>
            </p:nvSpPr>
            <p:spPr>
              <a:xfrm>
                <a:off x="302202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h1183"/>
              <p:cNvSpPr/>
              <p:nvPr/>
            </p:nvSpPr>
            <p:spPr>
              <a:xfrm>
                <a:off x="303128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h1184"/>
              <p:cNvSpPr/>
              <p:nvPr/>
            </p:nvSpPr>
            <p:spPr>
              <a:xfrm>
                <a:off x="304055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h1185"/>
              <p:cNvSpPr/>
              <p:nvPr/>
            </p:nvSpPr>
            <p:spPr>
              <a:xfrm>
                <a:off x="304981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h1186"/>
              <p:cNvSpPr/>
              <p:nvPr/>
            </p:nvSpPr>
            <p:spPr>
              <a:xfrm>
                <a:off x="305907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h1187"/>
              <p:cNvSpPr/>
              <p:nvPr/>
            </p:nvSpPr>
            <p:spPr>
              <a:xfrm>
                <a:off x="306833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h1188"/>
              <p:cNvSpPr/>
              <p:nvPr/>
            </p:nvSpPr>
            <p:spPr>
              <a:xfrm>
                <a:off x="307759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h1189"/>
              <p:cNvSpPr/>
              <p:nvPr/>
            </p:nvSpPr>
            <p:spPr>
              <a:xfrm>
                <a:off x="308686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h1190"/>
              <p:cNvSpPr/>
              <p:nvPr/>
            </p:nvSpPr>
            <p:spPr>
              <a:xfrm>
                <a:off x="309612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h1191"/>
              <p:cNvSpPr/>
              <p:nvPr/>
            </p:nvSpPr>
            <p:spPr>
              <a:xfrm>
                <a:off x="3105386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h1192"/>
              <p:cNvSpPr/>
              <p:nvPr/>
            </p:nvSpPr>
            <p:spPr>
              <a:xfrm>
                <a:off x="311464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h1193"/>
              <p:cNvSpPr/>
              <p:nvPr/>
            </p:nvSpPr>
            <p:spPr>
              <a:xfrm>
                <a:off x="3123910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h1194"/>
              <p:cNvSpPr/>
              <p:nvPr/>
            </p:nvSpPr>
            <p:spPr>
              <a:xfrm>
                <a:off x="3133172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h1195"/>
              <p:cNvSpPr/>
              <p:nvPr/>
            </p:nvSpPr>
            <p:spPr>
              <a:xfrm>
                <a:off x="3142434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h1196"/>
              <p:cNvSpPr/>
              <p:nvPr/>
            </p:nvSpPr>
            <p:spPr>
              <a:xfrm>
                <a:off x="3151697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h1197"/>
              <p:cNvSpPr/>
              <p:nvPr/>
            </p:nvSpPr>
            <p:spPr>
              <a:xfrm>
                <a:off x="3160959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h1198"/>
              <p:cNvSpPr/>
              <p:nvPr/>
            </p:nvSpPr>
            <p:spPr>
              <a:xfrm>
                <a:off x="3170221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h1199"/>
              <p:cNvSpPr/>
              <p:nvPr/>
            </p:nvSpPr>
            <p:spPr>
              <a:xfrm>
                <a:off x="3179483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h1200"/>
              <p:cNvSpPr/>
              <p:nvPr/>
            </p:nvSpPr>
            <p:spPr>
              <a:xfrm>
                <a:off x="3188745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h1201"/>
              <p:cNvSpPr/>
              <p:nvPr/>
            </p:nvSpPr>
            <p:spPr>
              <a:xfrm>
                <a:off x="3198008" y="25158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h1202"/>
              <p:cNvSpPr/>
              <p:nvPr/>
            </p:nvSpPr>
            <p:spPr>
              <a:xfrm>
                <a:off x="3207270" y="25330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334"/>
                    </a:lnTo>
                    <a:lnTo>
                      <a:pt x="923552" y="903530"/>
                    </a:lnTo>
                    <a:lnTo>
                      <a:pt x="918878" y="910982"/>
                    </a:lnTo>
                    <a:lnTo>
                      <a:pt x="916478" y="914400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h1203"/>
              <p:cNvSpPr/>
              <p:nvPr/>
            </p:nvSpPr>
            <p:spPr>
              <a:xfrm>
                <a:off x="3216532" y="2515841"/>
                <a:ext cx="917863" cy="920572"/>
              </a:xfrm>
              <a:custGeom>
                <a:avLst/>
                <a:gdLst/>
                <a:ahLst/>
                <a:cxnLst/>
                <a:rect l="0" t="0" r="0" b="0"/>
                <a:pathLst>
                  <a:path w="917863" h="920572">
                    <a:moveTo>
                      <a:pt x="914399" y="914400"/>
                    </a:moveTo>
                    <a:lnTo>
                      <a:pt x="917863" y="914400"/>
                    </a:lnTo>
                    <a:lnTo>
                      <a:pt x="914399" y="920572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h1204"/>
              <p:cNvSpPr/>
              <p:nvPr/>
            </p:nvSpPr>
            <p:spPr>
              <a:xfrm>
                <a:off x="2419981" y="24986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253" y="931638"/>
                    </a:lnTo>
                    <a:lnTo>
                      <a:pt x="912913" y="928100"/>
                    </a:lnTo>
                    <a:lnTo>
                      <a:pt x="912092" y="925788"/>
                    </a:lnTo>
                    <a:lnTo>
                      <a:pt x="911276" y="923491"/>
                    </a:lnTo>
                    <a:lnTo>
                      <a:pt x="910459" y="921194"/>
                    </a:lnTo>
                    <a:lnTo>
                      <a:pt x="909642" y="918897"/>
                    </a:lnTo>
                    <a:lnTo>
                      <a:pt x="908825" y="916600"/>
                    </a:lnTo>
                    <a:lnTo>
                      <a:pt x="908042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h1205"/>
              <p:cNvSpPr/>
              <p:nvPr/>
            </p:nvSpPr>
            <p:spPr>
              <a:xfrm>
                <a:off x="24199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h1206"/>
              <p:cNvSpPr/>
              <p:nvPr/>
            </p:nvSpPr>
            <p:spPr>
              <a:xfrm>
                <a:off x="24292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h1207"/>
              <p:cNvSpPr/>
              <p:nvPr/>
            </p:nvSpPr>
            <p:spPr>
              <a:xfrm>
                <a:off x="24385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h1208"/>
              <p:cNvSpPr/>
              <p:nvPr/>
            </p:nvSpPr>
            <p:spPr>
              <a:xfrm>
                <a:off x="24477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h1209"/>
              <p:cNvSpPr/>
              <p:nvPr/>
            </p:nvSpPr>
            <p:spPr>
              <a:xfrm>
                <a:off x="24570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h1210"/>
              <p:cNvSpPr/>
              <p:nvPr/>
            </p:nvSpPr>
            <p:spPr>
              <a:xfrm>
                <a:off x="24662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h1211"/>
              <p:cNvSpPr/>
              <p:nvPr/>
            </p:nvSpPr>
            <p:spPr>
              <a:xfrm>
                <a:off x="247555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h1212"/>
              <p:cNvSpPr/>
              <p:nvPr/>
            </p:nvSpPr>
            <p:spPr>
              <a:xfrm>
                <a:off x="24848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h1213"/>
              <p:cNvSpPr/>
              <p:nvPr/>
            </p:nvSpPr>
            <p:spPr>
              <a:xfrm>
                <a:off x="24940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h1214"/>
              <p:cNvSpPr/>
              <p:nvPr/>
            </p:nvSpPr>
            <p:spPr>
              <a:xfrm>
                <a:off x="25033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h1215"/>
              <p:cNvSpPr/>
              <p:nvPr/>
            </p:nvSpPr>
            <p:spPr>
              <a:xfrm>
                <a:off x="25126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h1216"/>
              <p:cNvSpPr/>
              <p:nvPr/>
            </p:nvSpPr>
            <p:spPr>
              <a:xfrm>
                <a:off x="25218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h1217"/>
              <p:cNvSpPr/>
              <p:nvPr/>
            </p:nvSpPr>
            <p:spPr>
              <a:xfrm>
                <a:off x="25311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h1218"/>
              <p:cNvSpPr/>
              <p:nvPr/>
            </p:nvSpPr>
            <p:spPr>
              <a:xfrm>
                <a:off x="25403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h1219"/>
              <p:cNvSpPr/>
              <p:nvPr/>
            </p:nvSpPr>
            <p:spPr>
              <a:xfrm>
                <a:off x="25496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h1220"/>
              <p:cNvSpPr/>
              <p:nvPr/>
            </p:nvSpPr>
            <p:spPr>
              <a:xfrm>
                <a:off x="25589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h1221"/>
              <p:cNvSpPr/>
              <p:nvPr/>
            </p:nvSpPr>
            <p:spPr>
              <a:xfrm>
                <a:off x="25681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h1222"/>
              <p:cNvSpPr/>
              <p:nvPr/>
            </p:nvSpPr>
            <p:spPr>
              <a:xfrm>
                <a:off x="25774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h1223"/>
              <p:cNvSpPr/>
              <p:nvPr/>
            </p:nvSpPr>
            <p:spPr>
              <a:xfrm>
                <a:off x="25867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h1224"/>
              <p:cNvSpPr/>
              <p:nvPr/>
            </p:nvSpPr>
            <p:spPr>
              <a:xfrm>
                <a:off x="25959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h1225"/>
              <p:cNvSpPr/>
              <p:nvPr/>
            </p:nvSpPr>
            <p:spPr>
              <a:xfrm>
                <a:off x="26052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h1226"/>
              <p:cNvSpPr/>
              <p:nvPr/>
            </p:nvSpPr>
            <p:spPr>
              <a:xfrm>
                <a:off x="26144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h1227"/>
              <p:cNvSpPr/>
              <p:nvPr/>
            </p:nvSpPr>
            <p:spPr>
              <a:xfrm>
                <a:off x="26237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h1228"/>
              <p:cNvSpPr/>
              <p:nvPr/>
            </p:nvSpPr>
            <p:spPr>
              <a:xfrm>
                <a:off x="26330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h1229"/>
              <p:cNvSpPr/>
              <p:nvPr/>
            </p:nvSpPr>
            <p:spPr>
              <a:xfrm>
                <a:off x="26422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h1230"/>
              <p:cNvSpPr/>
              <p:nvPr/>
            </p:nvSpPr>
            <p:spPr>
              <a:xfrm>
                <a:off x="26515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h1231"/>
              <p:cNvSpPr/>
              <p:nvPr/>
            </p:nvSpPr>
            <p:spPr>
              <a:xfrm>
                <a:off x="26607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h1232"/>
              <p:cNvSpPr/>
              <p:nvPr/>
            </p:nvSpPr>
            <p:spPr>
              <a:xfrm>
                <a:off x="26700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h1233"/>
              <p:cNvSpPr/>
              <p:nvPr/>
            </p:nvSpPr>
            <p:spPr>
              <a:xfrm>
                <a:off x="26793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h1234"/>
              <p:cNvSpPr/>
              <p:nvPr/>
            </p:nvSpPr>
            <p:spPr>
              <a:xfrm>
                <a:off x="26885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h1235"/>
              <p:cNvSpPr/>
              <p:nvPr/>
            </p:nvSpPr>
            <p:spPr>
              <a:xfrm>
                <a:off x="26978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h1236"/>
              <p:cNvSpPr/>
              <p:nvPr/>
            </p:nvSpPr>
            <p:spPr>
              <a:xfrm>
                <a:off x="27071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h1237"/>
              <p:cNvSpPr/>
              <p:nvPr/>
            </p:nvSpPr>
            <p:spPr>
              <a:xfrm>
                <a:off x="27163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h1238"/>
              <p:cNvSpPr/>
              <p:nvPr/>
            </p:nvSpPr>
            <p:spPr>
              <a:xfrm>
                <a:off x="27256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h1239"/>
              <p:cNvSpPr/>
              <p:nvPr/>
            </p:nvSpPr>
            <p:spPr>
              <a:xfrm>
                <a:off x="27348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h1240"/>
              <p:cNvSpPr/>
              <p:nvPr/>
            </p:nvSpPr>
            <p:spPr>
              <a:xfrm>
                <a:off x="27441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h1241"/>
              <p:cNvSpPr/>
              <p:nvPr/>
            </p:nvSpPr>
            <p:spPr>
              <a:xfrm>
                <a:off x="27534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h1242"/>
              <p:cNvSpPr/>
              <p:nvPr/>
            </p:nvSpPr>
            <p:spPr>
              <a:xfrm>
                <a:off x="27626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h1243"/>
              <p:cNvSpPr/>
              <p:nvPr/>
            </p:nvSpPr>
            <p:spPr>
              <a:xfrm>
                <a:off x="277194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h1244"/>
              <p:cNvSpPr/>
              <p:nvPr/>
            </p:nvSpPr>
            <p:spPr>
              <a:xfrm>
                <a:off x="27812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h1245"/>
              <p:cNvSpPr/>
              <p:nvPr/>
            </p:nvSpPr>
            <p:spPr>
              <a:xfrm>
                <a:off x="27904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h1246"/>
              <p:cNvSpPr/>
              <p:nvPr/>
            </p:nvSpPr>
            <p:spPr>
              <a:xfrm>
                <a:off x="279973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h1247"/>
              <p:cNvSpPr/>
              <p:nvPr/>
            </p:nvSpPr>
            <p:spPr>
              <a:xfrm>
                <a:off x="280899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h1248"/>
              <p:cNvSpPr/>
              <p:nvPr/>
            </p:nvSpPr>
            <p:spPr>
              <a:xfrm>
                <a:off x="281825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h1249"/>
              <p:cNvSpPr/>
              <p:nvPr/>
            </p:nvSpPr>
            <p:spPr>
              <a:xfrm>
                <a:off x="282751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h1250"/>
              <p:cNvSpPr/>
              <p:nvPr/>
            </p:nvSpPr>
            <p:spPr>
              <a:xfrm>
                <a:off x="283678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h1251"/>
              <p:cNvSpPr/>
              <p:nvPr/>
            </p:nvSpPr>
            <p:spPr>
              <a:xfrm>
                <a:off x="284604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h1252"/>
              <p:cNvSpPr/>
              <p:nvPr/>
            </p:nvSpPr>
            <p:spPr>
              <a:xfrm>
                <a:off x="285530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h1253"/>
              <p:cNvSpPr/>
              <p:nvPr/>
            </p:nvSpPr>
            <p:spPr>
              <a:xfrm>
                <a:off x="286456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h1254"/>
              <p:cNvSpPr/>
              <p:nvPr/>
            </p:nvSpPr>
            <p:spPr>
              <a:xfrm>
                <a:off x="287383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h1255"/>
              <p:cNvSpPr/>
              <p:nvPr/>
            </p:nvSpPr>
            <p:spPr>
              <a:xfrm>
                <a:off x="288309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h1256"/>
              <p:cNvSpPr/>
              <p:nvPr/>
            </p:nvSpPr>
            <p:spPr>
              <a:xfrm>
                <a:off x="289235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h1257"/>
              <p:cNvSpPr/>
              <p:nvPr/>
            </p:nvSpPr>
            <p:spPr>
              <a:xfrm>
                <a:off x="290161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h1258"/>
              <p:cNvSpPr/>
              <p:nvPr/>
            </p:nvSpPr>
            <p:spPr>
              <a:xfrm>
                <a:off x="291087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h1259"/>
              <p:cNvSpPr/>
              <p:nvPr/>
            </p:nvSpPr>
            <p:spPr>
              <a:xfrm>
                <a:off x="292014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h1260"/>
              <p:cNvSpPr/>
              <p:nvPr/>
            </p:nvSpPr>
            <p:spPr>
              <a:xfrm>
                <a:off x="292940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h1261"/>
              <p:cNvSpPr/>
              <p:nvPr/>
            </p:nvSpPr>
            <p:spPr>
              <a:xfrm>
                <a:off x="293866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h1262"/>
              <p:cNvSpPr/>
              <p:nvPr/>
            </p:nvSpPr>
            <p:spPr>
              <a:xfrm>
                <a:off x="294792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h1263"/>
              <p:cNvSpPr/>
              <p:nvPr/>
            </p:nvSpPr>
            <p:spPr>
              <a:xfrm>
                <a:off x="295719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h1264"/>
              <p:cNvSpPr/>
              <p:nvPr/>
            </p:nvSpPr>
            <p:spPr>
              <a:xfrm>
                <a:off x="296645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h1265"/>
              <p:cNvSpPr/>
              <p:nvPr/>
            </p:nvSpPr>
            <p:spPr>
              <a:xfrm>
                <a:off x="297571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h1266"/>
              <p:cNvSpPr/>
              <p:nvPr/>
            </p:nvSpPr>
            <p:spPr>
              <a:xfrm>
                <a:off x="298497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h1267"/>
              <p:cNvSpPr/>
              <p:nvPr/>
            </p:nvSpPr>
            <p:spPr>
              <a:xfrm>
                <a:off x="299423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h1268"/>
              <p:cNvSpPr/>
              <p:nvPr/>
            </p:nvSpPr>
            <p:spPr>
              <a:xfrm>
                <a:off x="300350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h1269"/>
              <p:cNvSpPr/>
              <p:nvPr/>
            </p:nvSpPr>
            <p:spPr>
              <a:xfrm>
                <a:off x="301276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B">
                  <a:alpha val="100000"/>
                </a:srgbClr>
              </a:solidFill>
              <a:ln w="5420" cap="flat">
                <a:solidFill>
                  <a:srgbClr val="FC92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h1270"/>
              <p:cNvSpPr/>
              <p:nvPr/>
            </p:nvSpPr>
            <p:spPr>
              <a:xfrm>
                <a:off x="302202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h1271"/>
              <p:cNvSpPr/>
              <p:nvPr/>
            </p:nvSpPr>
            <p:spPr>
              <a:xfrm>
                <a:off x="303128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h1272"/>
              <p:cNvSpPr/>
              <p:nvPr/>
            </p:nvSpPr>
            <p:spPr>
              <a:xfrm>
                <a:off x="304055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h1273"/>
              <p:cNvSpPr/>
              <p:nvPr/>
            </p:nvSpPr>
            <p:spPr>
              <a:xfrm>
                <a:off x="304981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h1274"/>
              <p:cNvSpPr/>
              <p:nvPr/>
            </p:nvSpPr>
            <p:spPr>
              <a:xfrm>
                <a:off x="305907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h1275"/>
              <p:cNvSpPr/>
              <p:nvPr/>
            </p:nvSpPr>
            <p:spPr>
              <a:xfrm>
                <a:off x="306833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h1276"/>
              <p:cNvSpPr/>
              <p:nvPr/>
            </p:nvSpPr>
            <p:spPr>
              <a:xfrm>
                <a:off x="307759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h1277"/>
              <p:cNvSpPr/>
              <p:nvPr/>
            </p:nvSpPr>
            <p:spPr>
              <a:xfrm>
                <a:off x="308686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h1278"/>
              <p:cNvSpPr/>
              <p:nvPr/>
            </p:nvSpPr>
            <p:spPr>
              <a:xfrm>
                <a:off x="309612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h1279"/>
              <p:cNvSpPr/>
              <p:nvPr/>
            </p:nvSpPr>
            <p:spPr>
              <a:xfrm>
                <a:off x="3105386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h1280"/>
              <p:cNvSpPr/>
              <p:nvPr/>
            </p:nvSpPr>
            <p:spPr>
              <a:xfrm>
                <a:off x="311464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h1281"/>
              <p:cNvSpPr/>
              <p:nvPr/>
            </p:nvSpPr>
            <p:spPr>
              <a:xfrm>
                <a:off x="312391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h1282"/>
              <p:cNvSpPr/>
              <p:nvPr/>
            </p:nvSpPr>
            <p:spPr>
              <a:xfrm>
                <a:off x="3133172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h1283"/>
              <p:cNvSpPr/>
              <p:nvPr/>
            </p:nvSpPr>
            <p:spPr>
              <a:xfrm>
                <a:off x="3142434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h1284"/>
              <p:cNvSpPr/>
              <p:nvPr/>
            </p:nvSpPr>
            <p:spPr>
              <a:xfrm>
                <a:off x="3151697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h1285"/>
              <p:cNvSpPr/>
              <p:nvPr/>
            </p:nvSpPr>
            <p:spPr>
              <a:xfrm>
                <a:off x="3160959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h1286"/>
              <p:cNvSpPr/>
              <p:nvPr/>
            </p:nvSpPr>
            <p:spPr>
              <a:xfrm>
                <a:off x="3170221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h1287"/>
              <p:cNvSpPr/>
              <p:nvPr/>
            </p:nvSpPr>
            <p:spPr>
              <a:xfrm>
                <a:off x="3179483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h1288"/>
              <p:cNvSpPr/>
              <p:nvPr/>
            </p:nvSpPr>
            <p:spPr>
              <a:xfrm>
                <a:off x="3188745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h1289"/>
              <p:cNvSpPr/>
              <p:nvPr/>
            </p:nvSpPr>
            <p:spPr>
              <a:xfrm>
                <a:off x="3198008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h1290"/>
              <p:cNvSpPr/>
              <p:nvPr/>
            </p:nvSpPr>
            <p:spPr>
              <a:xfrm>
                <a:off x="3207270" y="24986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h1291"/>
              <p:cNvSpPr/>
              <p:nvPr/>
            </p:nvSpPr>
            <p:spPr>
              <a:xfrm>
                <a:off x="3216532" y="25158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3662" y="897161"/>
                    </a:lnTo>
                    <a:lnTo>
                      <a:pt x="923662" y="902864"/>
                    </a:lnTo>
                    <a:lnTo>
                      <a:pt x="922937" y="904476"/>
                    </a:lnTo>
                    <a:lnTo>
                      <a:pt x="918735" y="912845"/>
                    </a:lnTo>
                    <a:lnTo>
                      <a:pt x="917863" y="914400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h1292"/>
              <p:cNvSpPr/>
              <p:nvPr/>
            </p:nvSpPr>
            <p:spPr>
              <a:xfrm>
                <a:off x="3225794" y="2498602"/>
                <a:ext cx="916961" cy="920102"/>
              </a:xfrm>
              <a:custGeom>
                <a:avLst/>
                <a:gdLst/>
                <a:ahLst/>
                <a:cxnLst/>
                <a:rect l="0" t="0" r="0" b="0"/>
                <a:pathLst>
                  <a:path w="916961" h="920102">
                    <a:moveTo>
                      <a:pt x="914400" y="914400"/>
                    </a:moveTo>
                    <a:lnTo>
                      <a:pt x="916961" y="914400"/>
                    </a:lnTo>
                    <a:lnTo>
                      <a:pt x="914400" y="920102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h1293"/>
              <p:cNvSpPr/>
              <p:nvPr/>
            </p:nvSpPr>
            <p:spPr>
              <a:xfrm>
                <a:off x="2410719" y="2481364"/>
                <a:ext cx="914400" cy="9258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34">
                    <a:moveTo>
                      <a:pt x="914400" y="914400"/>
                    </a:moveTo>
                    <a:lnTo>
                      <a:pt x="914400" y="925834"/>
                    </a:lnTo>
                    <a:lnTo>
                      <a:pt x="913777" y="924734"/>
                    </a:lnTo>
                    <a:lnTo>
                      <a:pt x="909801" y="916931"/>
                    </a:lnTo>
                    <a:lnTo>
                      <a:pt x="908639" y="914400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h1294"/>
              <p:cNvSpPr/>
              <p:nvPr/>
            </p:nvSpPr>
            <p:spPr>
              <a:xfrm>
                <a:off x="24107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270" y="931542"/>
                    </a:lnTo>
                    <a:lnTo>
                      <a:pt x="916662" y="929835"/>
                    </a:lnTo>
                    <a:lnTo>
                      <a:pt x="914400" y="925834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h1295"/>
              <p:cNvSpPr/>
              <p:nvPr/>
            </p:nvSpPr>
            <p:spPr>
              <a:xfrm>
                <a:off x="24199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h1296"/>
              <p:cNvSpPr/>
              <p:nvPr/>
            </p:nvSpPr>
            <p:spPr>
              <a:xfrm>
                <a:off x="24292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h1297"/>
              <p:cNvSpPr/>
              <p:nvPr/>
            </p:nvSpPr>
            <p:spPr>
              <a:xfrm>
                <a:off x="24385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h1298"/>
              <p:cNvSpPr/>
              <p:nvPr/>
            </p:nvSpPr>
            <p:spPr>
              <a:xfrm>
                <a:off x="24477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h1299"/>
              <p:cNvSpPr/>
              <p:nvPr/>
            </p:nvSpPr>
            <p:spPr>
              <a:xfrm>
                <a:off x="24570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h1300"/>
              <p:cNvSpPr/>
              <p:nvPr/>
            </p:nvSpPr>
            <p:spPr>
              <a:xfrm>
                <a:off x="24662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h1301"/>
              <p:cNvSpPr/>
              <p:nvPr/>
            </p:nvSpPr>
            <p:spPr>
              <a:xfrm>
                <a:off x="247555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h1302"/>
              <p:cNvSpPr/>
              <p:nvPr/>
            </p:nvSpPr>
            <p:spPr>
              <a:xfrm>
                <a:off x="24848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h1303"/>
              <p:cNvSpPr/>
              <p:nvPr/>
            </p:nvSpPr>
            <p:spPr>
              <a:xfrm>
                <a:off x="24940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h1304"/>
              <p:cNvSpPr/>
              <p:nvPr/>
            </p:nvSpPr>
            <p:spPr>
              <a:xfrm>
                <a:off x="25033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h1305"/>
              <p:cNvSpPr/>
              <p:nvPr/>
            </p:nvSpPr>
            <p:spPr>
              <a:xfrm>
                <a:off x="25126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h1306"/>
              <p:cNvSpPr/>
              <p:nvPr/>
            </p:nvSpPr>
            <p:spPr>
              <a:xfrm>
                <a:off x="25218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h1307"/>
              <p:cNvSpPr/>
              <p:nvPr/>
            </p:nvSpPr>
            <p:spPr>
              <a:xfrm>
                <a:off x="25311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h1308"/>
              <p:cNvSpPr/>
              <p:nvPr/>
            </p:nvSpPr>
            <p:spPr>
              <a:xfrm>
                <a:off x="25403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h1309"/>
              <p:cNvSpPr/>
              <p:nvPr/>
            </p:nvSpPr>
            <p:spPr>
              <a:xfrm>
                <a:off x="25496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h1310"/>
              <p:cNvSpPr/>
              <p:nvPr/>
            </p:nvSpPr>
            <p:spPr>
              <a:xfrm>
                <a:off x="25589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h1311"/>
              <p:cNvSpPr/>
              <p:nvPr/>
            </p:nvSpPr>
            <p:spPr>
              <a:xfrm>
                <a:off x="25681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h1312"/>
              <p:cNvSpPr/>
              <p:nvPr/>
            </p:nvSpPr>
            <p:spPr>
              <a:xfrm>
                <a:off x="25774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h1313"/>
              <p:cNvSpPr/>
              <p:nvPr/>
            </p:nvSpPr>
            <p:spPr>
              <a:xfrm>
                <a:off x="25867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h1314"/>
              <p:cNvSpPr/>
              <p:nvPr/>
            </p:nvSpPr>
            <p:spPr>
              <a:xfrm>
                <a:off x="25959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h1315"/>
              <p:cNvSpPr/>
              <p:nvPr/>
            </p:nvSpPr>
            <p:spPr>
              <a:xfrm>
                <a:off x="26052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h1316"/>
              <p:cNvSpPr/>
              <p:nvPr/>
            </p:nvSpPr>
            <p:spPr>
              <a:xfrm>
                <a:off x="26144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h1317"/>
              <p:cNvSpPr/>
              <p:nvPr/>
            </p:nvSpPr>
            <p:spPr>
              <a:xfrm>
                <a:off x="26237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h1318"/>
              <p:cNvSpPr/>
              <p:nvPr/>
            </p:nvSpPr>
            <p:spPr>
              <a:xfrm>
                <a:off x="26330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h1319"/>
              <p:cNvSpPr/>
              <p:nvPr/>
            </p:nvSpPr>
            <p:spPr>
              <a:xfrm>
                <a:off x="26422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h1320"/>
              <p:cNvSpPr/>
              <p:nvPr/>
            </p:nvSpPr>
            <p:spPr>
              <a:xfrm>
                <a:off x="26515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h1321"/>
              <p:cNvSpPr/>
              <p:nvPr/>
            </p:nvSpPr>
            <p:spPr>
              <a:xfrm>
                <a:off x="26607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h1322"/>
              <p:cNvSpPr/>
              <p:nvPr/>
            </p:nvSpPr>
            <p:spPr>
              <a:xfrm>
                <a:off x="26700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h1323"/>
              <p:cNvSpPr/>
              <p:nvPr/>
            </p:nvSpPr>
            <p:spPr>
              <a:xfrm>
                <a:off x="26793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h1324"/>
              <p:cNvSpPr/>
              <p:nvPr/>
            </p:nvSpPr>
            <p:spPr>
              <a:xfrm>
                <a:off x="26885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h1325"/>
              <p:cNvSpPr/>
              <p:nvPr/>
            </p:nvSpPr>
            <p:spPr>
              <a:xfrm>
                <a:off x="26978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h1326"/>
              <p:cNvSpPr/>
              <p:nvPr/>
            </p:nvSpPr>
            <p:spPr>
              <a:xfrm>
                <a:off x="27071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h1327"/>
              <p:cNvSpPr/>
              <p:nvPr/>
            </p:nvSpPr>
            <p:spPr>
              <a:xfrm>
                <a:off x="27163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h1328"/>
              <p:cNvSpPr/>
              <p:nvPr/>
            </p:nvSpPr>
            <p:spPr>
              <a:xfrm>
                <a:off x="27256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h1329"/>
              <p:cNvSpPr/>
              <p:nvPr/>
            </p:nvSpPr>
            <p:spPr>
              <a:xfrm>
                <a:off x="27348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h1330"/>
              <p:cNvSpPr/>
              <p:nvPr/>
            </p:nvSpPr>
            <p:spPr>
              <a:xfrm>
                <a:off x="27441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h1331"/>
              <p:cNvSpPr/>
              <p:nvPr/>
            </p:nvSpPr>
            <p:spPr>
              <a:xfrm>
                <a:off x="27534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h1332"/>
              <p:cNvSpPr/>
              <p:nvPr/>
            </p:nvSpPr>
            <p:spPr>
              <a:xfrm>
                <a:off x="27626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h1333"/>
              <p:cNvSpPr/>
              <p:nvPr/>
            </p:nvSpPr>
            <p:spPr>
              <a:xfrm>
                <a:off x="277194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h1334"/>
              <p:cNvSpPr/>
              <p:nvPr/>
            </p:nvSpPr>
            <p:spPr>
              <a:xfrm>
                <a:off x="27812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h1335"/>
              <p:cNvSpPr/>
              <p:nvPr/>
            </p:nvSpPr>
            <p:spPr>
              <a:xfrm>
                <a:off x="27904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h1336"/>
              <p:cNvSpPr/>
              <p:nvPr/>
            </p:nvSpPr>
            <p:spPr>
              <a:xfrm>
                <a:off x="27997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h1337"/>
              <p:cNvSpPr/>
              <p:nvPr/>
            </p:nvSpPr>
            <p:spPr>
              <a:xfrm>
                <a:off x="280899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h1338"/>
              <p:cNvSpPr/>
              <p:nvPr/>
            </p:nvSpPr>
            <p:spPr>
              <a:xfrm>
                <a:off x="281825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h1339"/>
              <p:cNvSpPr/>
              <p:nvPr/>
            </p:nvSpPr>
            <p:spPr>
              <a:xfrm>
                <a:off x="282751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h1340"/>
              <p:cNvSpPr/>
              <p:nvPr/>
            </p:nvSpPr>
            <p:spPr>
              <a:xfrm>
                <a:off x="283678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h1341"/>
              <p:cNvSpPr/>
              <p:nvPr/>
            </p:nvSpPr>
            <p:spPr>
              <a:xfrm>
                <a:off x="284604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h1342"/>
              <p:cNvSpPr/>
              <p:nvPr/>
            </p:nvSpPr>
            <p:spPr>
              <a:xfrm>
                <a:off x="285530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h1343"/>
              <p:cNvSpPr/>
              <p:nvPr/>
            </p:nvSpPr>
            <p:spPr>
              <a:xfrm>
                <a:off x="286456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h1344"/>
              <p:cNvSpPr/>
              <p:nvPr/>
            </p:nvSpPr>
            <p:spPr>
              <a:xfrm>
                <a:off x="287383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h1345"/>
              <p:cNvSpPr/>
              <p:nvPr/>
            </p:nvSpPr>
            <p:spPr>
              <a:xfrm>
                <a:off x="288309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h1346"/>
              <p:cNvSpPr/>
              <p:nvPr/>
            </p:nvSpPr>
            <p:spPr>
              <a:xfrm>
                <a:off x="289235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h1347"/>
              <p:cNvSpPr/>
              <p:nvPr/>
            </p:nvSpPr>
            <p:spPr>
              <a:xfrm>
                <a:off x="290161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h1348"/>
              <p:cNvSpPr/>
              <p:nvPr/>
            </p:nvSpPr>
            <p:spPr>
              <a:xfrm>
                <a:off x="291087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h1349"/>
              <p:cNvSpPr/>
              <p:nvPr/>
            </p:nvSpPr>
            <p:spPr>
              <a:xfrm>
                <a:off x="292014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h1350"/>
              <p:cNvSpPr/>
              <p:nvPr/>
            </p:nvSpPr>
            <p:spPr>
              <a:xfrm>
                <a:off x="292940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h1351"/>
              <p:cNvSpPr/>
              <p:nvPr/>
            </p:nvSpPr>
            <p:spPr>
              <a:xfrm>
                <a:off x="293866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h1352"/>
              <p:cNvSpPr/>
              <p:nvPr/>
            </p:nvSpPr>
            <p:spPr>
              <a:xfrm>
                <a:off x="294792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h1353"/>
              <p:cNvSpPr/>
              <p:nvPr/>
            </p:nvSpPr>
            <p:spPr>
              <a:xfrm>
                <a:off x="295719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h1354"/>
              <p:cNvSpPr/>
              <p:nvPr/>
            </p:nvSpPr>
            <p:spPr>
              <a:xfrm>
                <a:off x="296645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h1355"/>
              <p:cNvSpPr/>
              <p:nvPr/>
            </p:nvSpPr>
            <p:spPr>
              <a:xfrm>
                <a:off x="297571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h1356"/>
              <p:cNvSpPr/>
              <p:nvPr/>
            </p:nvSpPr>
            <p:spPr>
              <a:xfrm>
                <a:off x="298497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h1357"/>
              <p:cNvSpPr/>
              <p:nvPr/>
            </p:nvSpPr>
            <p:spPr>
              <a:xfrm>
                <a:off x="299423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h1358"/>
              <p:cNvSpPr/>
              <p:nvPr/>
            </p:nvSpPr>
            <p:spPr>
              <a:xfrm>
                <a:off x="300350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h1359"/>
              <p:cNvSpPr/>
              <p:nvPr/>
            </p:nvSpPr>
            <p:spPr>
              <a:xfrm>
                <a:off x="301276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h1360"/>
              <p:cNvSpPr/>
              <p:nvPr/>
            </p:nvSpPr>
            <p:spPr>
              <a:xfrm>
                <a:off x="302202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h1361"/>
              <p:cNvSpPr/>
              <p:nvPr/>
            </p:nvSpPr>
            <p:spPr>
              <a:xfrm>
                <a:off x="303128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h1362"/>
              <p:cNvSpPr/>
              <p:nvPr/>
            </p:nvSpPr>
            <p:spPr>
              <a:xfrm>
                <a:off x="304055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h1363"/>
              <p:cNvSpPr/>
              <p:nvPr/>
            </p:nvSpPr>
            <p:spPr>
              <a:xfrm>
                <a:off x="304981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h1364"/>
              <p:cNvSpPr/>
              <p:nvPr/>
            </p:nvSpPr>
            <p:spPr>
              <a:xfrm>
                <a:off x="305907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h1365"/>
              <p:cNvSpPr/>
              <p:nvPr/>
            </p:nvSpPr>
            <p:spPr>
              <a:xfrm>
                <a:off x="306833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h1366"/>
              <p:cNvSpPr/>
              <p:nvPr/>
            </p:nvSpPr>
            <p:spPr>
              <a:xfrm>
                <a:off x="307759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h1367"/>
              <p:cNvSpPr/>
              <p:nvPr/>
            </p:nvSpPr>
            <p:spPr>
              <a:xfrm>
                <a:off x="308686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h1368"/>
              <p:cNvSpPr/>
              <p:nvPr/>
            </p:nvSpPr>
            <p:spPr>
              <a:xfrm>
                <a:off x="309612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h1369"/>
              <p:cNvSpPr/>
              <p:nvPr/>
            </p:nvSpPr>
            <p:spPr>
              <a:xfrm>
                <a:off x="3105386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h1370"/>
              <p:cNvSpPr/>
              <p:nvPr/>
            </p:nvSpPr>
            <p:spPr>
              <a:xfrm>
                <a:off x="311464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h1371"/>
              <p:cNvSpPr/>
              <p:nvPr/>
            </p:nvSpPr>
            <p:spPr>
              <a:xfrm>
                <a:off x="312391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h1372"/>
              <p:cNvSpPr/>
              <p:nvPr/>
            </p:nvSpPr>
            <p:spPr>
              <a:xfrm>
                <a:off x="313317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h1373"/>
              <p:cNvSpPr/>
              <p:nvPr/>
            </p:nvSpPr>
            <p:spPr>
              <a:xfrm>
                <a:off x="3142434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h1374"/>
              <p:cNvSpPr/>
              <p:nvPr/>
            </p:nvSpPr>
            <p:spPr>
              <a:xfrm>
                <a:off x="3151697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h1375"/>
              <p:cNvSpPr/>
              <p:nvPr/>
            </p:nvSpPr>
            <p:spPr>
              <a:xfrm>
                <a:off x="3160959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h1376"/>
              <p:cNvSpPr/>
              <p:nvPr/>
            </p:nvSpPr>
            <p:spPr>
              <a:xfrm>
                <a:off x="3170221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h1377"/>
              <p:cNvSpPr/>
              <p:nvPr/>
            </p:nvSpPr>
            <p:spPr>
              <a:xfrm>
                <a:off x="3179483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h1378"/>
              <p:cNvSpPr/>
              <p:nvPr/>
            </p:nvSpPr>
            <p:spPr>
              <a:xfrm>
                <a:off x="3188745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h1379"/>
              <p:cNvSpPr/>
              <p:nvPr/>
            </p:nvSpPr>
            <p:spPr>
              <a:xfrm>
                <a:off x="3198008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h1380"/>
              <p:cNvSpPr/>
              <p:nvPr/>
            </p:nvSpPr>
            <p:spPr>
              <a:xfrm>
                <a:off x="3207270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h1381"/>
              <p:cNvSpPr/>
              <p:nvPr/>
            </p:nvSpPr>
            <p:spPr>
              <a:xfrm>
                <a:off x="3216532" y="24813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h1382"/>
              <p:cNvSpPr/>
              <p:nvPr/>
            </p:nvSpPr>
            <p:spPr>
              <a:xfrm>
                <a:off x="3225794" y="2498602"/>
                <a:ext cx="923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48" y="897161"/>
                    </a:lnTo>
                    <a:lnTo>
                      <a:pt x="921303" y="903744"/>
                    </a:lnTo>
                    <a:lnTo>
                      <a:pt x="917623" y="912926"/>
                    </a:lnTo>
                    <a:lnTo>
                      <a:pt x="916961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h1383"/>
              <p:cNvSpPr/>
              <p:nvPr/>
            </p:nvSpPr>
            <p:spPr>
              <a:xfrm>
                <a:off x="2401457" y="2464125"/>
                <a:ext cx="914400" cy="9237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787">
                    <a:moveTo>
                      <a:pt x="914400" y="914400"/>
                    </a:moveTo>
                    <a:lnTo>
                      <a:pt x="914400" y="923787"/>
                    </a:lnTo>
                    <a:lnTo>
                      <a:pt x="911790" y="917465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h1384"/>
              <p:cNvSpPr/>
              <p:nvPr/>
            </p:nvSpPr>
            <p:spPr>
              <a:xfrm>
                <a:off x="24014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901" y="931638"/>
                    </a:lnTo>
                    <a:lnTo>
                      <a:pt x="915310" y="925993"/>
                    </a:lnTo>
                    <a:lnTo>
                      <a:pt x="914400" y="923787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h1385"/>
              <p:cNvSpPr/>
              <p:nvPr/>
            </p:nvSpPr>
            <p:spPr>
              <a:xfrm>
                <a:off x="24107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h1386"/>
              <p:cNvSpPr/>
              <p:nvPr/>
            </p:nvSpPr>
            <p:spPr>
              <a:xfrm>
                <a:off x="24199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h1387"/>
              <p:cNvSpPr/>
              <p:nvPr/>
            </p:nvSpPr>
            <p:spPr>
              <a:xfrm>
                <a:off x="24292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h1388"/>
              <p:cNvSpPr/>
              <p:nvPr/>
            </p:nvSpPr>
            <p:spPr>
              <a:xfrm>
                <a:off x="24385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h1389"/>
              <p:cNvSpPr/>
              <p:nvPr/>
            </p:nvSpPr>
            <p:spPr>
              <a:xfrm>
                <a:off x="24477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h1390"/>
              <p:cNvSpPr/>
              <p:nvPr/>
            </p:nvSpPr>
            <p:spPr>
              <a:xfrm>
                <a:off x="24570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h1391"/>
              <p:cNvSpPr/>
              <p:nvPr/>
            </p:nvSpPr>
            <p:spPr>
              <a:xfrm>
                <a:off x="24662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h1392"/>
              <p:cNvSpPr/>
              <p:nvPr/>
            </p:nvSpPr>
            <p:spPr>
              <a:xfrm>
                <a:off x="247555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h1393"/>
              <p:cNvSpPr/>
              <p:nvPr/>
            </p:nvSpPr>
            <p:spPr>
              <a:xfrm>
                <a:off x="24848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h1394"/>
              <p:cNvSpPr/>
              <p:nvPr/>
            </p:nvSpPr>
            <p:spPr>
              <a:xfrm>
                <a:off x="24940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h1395"/>
              <p:cNvSpPr/>
              <p:nvPr/>
            </p:nvSpPr>
            <p:spPr>
              <a:xfrm>
                <a:off x="25033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h1396"/>
              <p:cNvSpPr/>
              <p:nvPr/>
            </p:nvSpPr>
            <p:spPr>
              <a:xfrm>
                <a:off x="25126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h1397"/>
              <p:cNvSpPr/>
              <p:nvPr/>
            </p:nvSpPr>
            <p:spPr>
              <a:xfrm>
                <a:off x="25218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h1398"/>
              <p:cNvSpPr/>
              <p:nvPr/>
            </p:nvSpPr>
            <p:spPr>
              <a:xfrm>
                <a:off x="25311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h1399"/>
              <p:cNvSpPr/>
              <p:nvPr/>
            </p:nvSpPr>
            <p:spPr>
              <a:xfrm>
                <a:off x="25403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h1400"/>
              <p:cNvSpPr/>
              <p:nvPr/>
            </p:nvSpPr>
            <p:spPr>
              <a:xfrm>
                <a:off x="25496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h1401"/>
              <p:cNvSpPr/>
              <p:nvPr/>
            </p:nvSpPr>
            <p:spPr>
              <a:xfrm>
                <a:off x="25589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h1402"/>
              <p:cNvSpPr/>
              <p:nvPr/>
            </p:nvSpPr>
            <p:spPr>
              <a:xfrm>
                <a:off x="25681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h1403"/>
              <p:cNvSpPr/>
              <p:nvPr/>
            </p:nvSpPr>
            <p:spPr>
              <a:xfrm>
                <a:off x="25774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h1404"/>
              <p:cNvSpPr/>
              <p:nvPr/>
            </p:nvSpPr>
            <p:spPr>
              <a:xfrm>
                <a:off x="25867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h1405"/>
              <p:cNvSpPr/>
              <p:nvPr/>
            </p:nvSpPr>
            <p:spPr>
              <a:xfrm>
                <a:off x="25959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h1406"/>
              <p:cNvSpPr/>
              <p:nvPr/>
            </p:nvSpPr>
            <p:spPr>
              <a:xfrm>
                <a:off x="26052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h1407"/>
              <p:cNvSpPr/>
              <p:nvPr/>
            </p:nvSpPr>
            <p:spPr>
              <a:xfrm>
                <a:off x="26144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h1408"/>
              <p:cNvSpPr/>
              <p:nvPr/>
            </p:nvSpPr>
            <p:spPr>
              <a:xfrm>
                <a:off x="26237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h1409"/>
              <p:cNvSpPr/>
              <p:nvPr/>
            </p:nvSpPr>
            <p:spPr>
              <a:xfrm>
                <a:off x="26330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h1410"/>
              <p:cNvSpPr/>
              <p:nvPr/>
            </p:nvSpPr>
            <p:spPr>
              <a:xfrm>
                <a:off x="26422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h1411"/>
              <p:cNvSpPr/>
              <p:nvPr/>
            </p:nvSpPr>
            <p:spPr>
              <a:xfrm>
                <a:off x="26515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h1412"/>
              <p:cNvSpPr/>
              <p:nvPr/>
            </p:nvSpPr>
            <p:spPr>
              <a:xfrm>
                <a:off x="26607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h1413"/>
              <p:cNvSpPr/>
              <p:nvPr/>
            </p:nvSpPr>
            <p:spPr>
              <a:xfrm>
                <a:off x="26700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h1414"/>
              <p:cNvSpPr/>
              <p:nvPr/>
            </p:nvSpPr>
            <p:spPr>
              <a:xfrm>
                <a:off x="26793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h1415"/>
              <p:cNvSpPr/>
              <p:nvPr/>
            </p:nvSpPr>
            <p:spPr>
              <a:xfrm>
                <a:off x="26885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h1416"/>
              <p:cNvSpPr/>
              <p:nvPr/>
            </p:nvSpPr>
            <p:spPr>
              <a:xfrm>
                <a:off x="26978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h1417"/>
              <p:cNvSpPr/>
              <p:nvPr/>
            </p:nvSpPr>
            <p:spPr>
              <a:xfrm>
                <a:off x="27071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h1418"/>
              <p:cNvSpPr/>
              <p:nvPr/>
            </p:nvSpPr>
            <p:spPr>
              <a:xfrm>
                <a:off x="27163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h1419"/>
              <p:cNvSpPr/>
              <p:nvPr/>
            </p:nvSpPr>
            <p:spPr>
              <a:xfrm>
                <a:off x="27256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h1420"/>
              <p:cNvSpPr/>
              <p:nvPr/>
            </p:nvSpPr>
            <p:spPr>
              <a:xfrm>
                <a:off x="27348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h1421"/>
              <p:cNvSpPr/>
              <p:nvPr/>
            </p:nvSpPr>
            <p:spPr>
              <a:xfrm>
                <a:off x="27441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h1422"/>
              <p:cNvSpPr/>
              <p:nvPr/>
            </p:nvSpPr>
            <p:spPr>
              <a:xfrm>
                <a:off x="27534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h1423"/>
              <p:cNvSpPr/>
              <p:nvPr/>
            </p:nvSpPr>
            <p:spPr>
              <a:xfrm>
                <a:off x="27626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h1424"/>
              <p:cNvSpPr/>
              <p:nvPr/>
            </p:nvSpPr>
            <p:spPr>
              <a:xfrm>
                <a:off x="277194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h1425"/>
              <p:cNvSpPr/>
              <p:nvPr/>
            </p:nvSpPr>
            <p:spPr>
              <a:xfrm>
                <a:off x="27812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h1426"/>
              <p:cNvSpPr/>
              <p:nvPr/>
            </p:nvSpPr>
            <p:spPr>
              <a:xfrm>
                <a:off x="27904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h1427"/>
              <p:cNvSpPr/>
              <p:nvPr/>
            </p:nvSpPr>
            <p:spPr>
              <a:xfrm>
                <a:off x="27997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h1428"/>
              <p:cNvSpPr/>
              <p:nvPr/>
            </p:nvSpPr>
            <p:spPr>
              <a:xfrm>
                <a:off x="280899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h1429"/>
              <p:cNvSpPr/>
              <p:nvPr/>
            </p:nvSpPr>
            <p:spPr>
              <a:xfrm>
                <a:off x="281825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h1430"/>
              <p:cNvSpPr/>
              <p:nvPr/>
            </p:nvSpPr>
            <p:spPr>
              <a:xfrm>
                <a:off x="282751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h1431"/>
              <p:cNvSpPr/>
              <p:nvPr/>
            </p:nvSpPr>
            <p:spPr>
              <a:xfrm>
                <a:off x="283678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h1432"/>
              <p:cNvSpPr/>
              <p:nvPr/>
            </p:nvSpPr>
            <p:spPr>
              <a:xfrm>
                <a:off x="284604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h1433"/>
              <p:cNvSpPr/>
              <p:nvPr/>
            </p:nvSpPr>
            <p:spPr>
              <a:xfrm>
                <a:off x="285530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h1434"/>
              <p:cNvSpPr/>
              <p:nvPr/>
            </p:nvSpPr>
            <p:spPr>
              <a:xfrm>
                <a:off x="286456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h1435"/>
              <p:cNvSpPr/>
              <p:nvPr/>
            </p:nvSpPr>
            <p:spPr>
              <a:xfrm>
                <a:off x="287383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h1436"/>
              <p:cNvSpPr/>
              <p:nvPr/>
            </p:nvSpPr>
            <p:spPr>
              <a:xfrm>
                <a:off x="288309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h1437"/>
              <p:cNvSpPr/>
              <p:nvPr/>
            </p:nvSpPr>
            <p:spPr>
              <a:xfrm>
                <a:off x="289235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h1438"/>
              <p:cNvSpPr/>
              <p:nvPr/>
            </p:nvSpPr>
            <p:spPr>
              <a:xfrm>
                <a:off x="290161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h1439"/>
              <p:cNvSpPr/>
              <p:nvPr/>
            </p:nvSpPr>
            <p:spPr>
              <a:xfrm>
                <a:off x="291087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h1440"/>
              <p:cNvSpPr/>
              <p:nvPr/>
            </p:nvSpPr>
            <p:spPr>
              <a:xfrm>
                <a:off x="292014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h1441"/>
              <p:cNvSpPr/>
              <p:nvPr/>
            </p:nvSpPr>
            <p:spPr>
              <a:xfrm>
                <a:off x="292940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h1442"/>
              <p:cNvSpPr/>
              <p:nvPr/>
            </p:nvSpPr>
            <p:spPr>
              <a:xfrm>
                <a:off x="293866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h1443"/>
              <p:cNvSpPr/>
              <p:nvPr/>
            </p:nvSpPr>
            <p:spPr>
              <a:xfrm>
                <a:off x="294792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h1444"/>
              <p:cNvSpPr/>
              <p:nvPr/>
            </p:nvSpPr>
            <p:spPr>
              <a:xfrm>
                <a:off x="295719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h1445"/>
              <p:cNvSpPr/>
              <p:nvPr/>
            </p:nvSpPr>
            <p:spPr>
              <a:xfrm>
                <a:off x="296645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h1446"/>
              <p:cNvSpPr/>
              <p:nvPr/>
            </p:nvSpPr>
            <p:spPr>
              <a:xfrm>
                <a:off x="297571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h1447"/>
              <p:cNvSpPr/>
              <p:nvPr/>
            </p:nvSpPr>
            <p:spPr>
              <a:xfrm>
                <a:off x="298497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B">
                  <a:alpha val="100000"/>
                </a:srgbClr>
              </a:solidFill>
              <a:ln w="5420" cap="flat">
                <a:solidFill>
                  <a:srgbClr val="FC92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h1448"/>
              <p:cNvSpPr/>
              <p:nvPr/>
            </p:nvSpPr>
            <p:spPr>
              <a:xfrm>
                <a:off x="299423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h1449"/>
              <p:cNvSpPr/>
              <p:nvPr/>
            </p:nvSpPr>
            <p:spPr>
              <a:xfrm>
                <a:off x="300350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h1450"/>
              <p:cNvSpPr/>
              <p:nvPr/>
            </p:nvSpPr>
            <p:spPr>
              <a:xfrm>
                <a:off x="301276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h1451"/>
              <p:cNvSpPr/>
              <p:nvPr/>
            </p:nvSpPr>
            <p:spPr>
              <a:xfrm>
                <a:off x="302202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h1452"/>
              <p:cNvSpPr/>
              <p:nvPr/>
            </p:nvSpPr>
            <p:spPr>
              <a:xfrm>
                <a:off x="303128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h1453"/>
              <p:cNvSpPr/>
              <p:nvPr/>
            </p:nvSpPr>
            <p:spPr>
              <a:xfrm>
                <a:off x="304055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h1454"/>
              <p:cNvSpPr/>
              <p:nvPr/>
            </p:nvSpPr>
            <p:spPr>
              <a:xfrm>
                <a:off x="304981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h1455"/>
              <p:cNvSpPr/>
              <p:nvPr/>
            </p:nvSpPr>
            <p:spPr>
              <a:xfrm>
                <a:off x="305907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h1456"/>
              <p:cNvSpPr/>
              <p:nvPr/>
            </p:nvSpPr>
            <p:spPr>
              <a:xfrm>
                <a:off x="306833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h1457"/>
              <p:cNvSpPr/>
              <p:nvPr/>
            </p:nvSpPr>
            <p:spPr>
              <a:xfrm>
                <a:off x="307759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h1458"/>
              <p:cNvSpPr/>
              <p:nvPr/>
            </p:nvSpPr>
            <p:spPr>
              <a:xfrm>
                <a:off x="308686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h1459"/>
              <p:cNvSpPr/>
              <p:nvPr/>
            </p:nvSpPr>
            <p:spPr>
              <a:xfrm>
                <a:off x="309612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h1460"/>
              <p:cNvSpPr/>
              <p:nvPr/>
            </p:nvSpPr>
            <p:spPr>
              <a:xfrm>
                <a:off x="3105386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h1461"/>
              <p:cNvSpPr/>
              <p:nvPr/>
            </p:nvSpPr>
            <p:spPr>
              <a:xfrm>
                <a:off x="311464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h1462"/>
              <p:cNvSpPr/>
              <p:nvPr/>
            </p:nvSpPr>
            <p:spPr>
              <a:xfrm>
                <a:off x="312391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h1463"/>
              <p:cNvSpPr/>
              <p:nvPr/>
            </p:nvSpPr>
            <p:spPr>
              <a:xfrm>
                <a:off x="313317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h1464"/>
              <p:cNvSpPr/>
              <p:nvPr/>
            </p:nvSpPr>
            <p:spPr>
              <a:xfrm>
                <a:off x="3142434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h1465"/>
              <p:cNvSpPr/>
              <p:nvPr/>
            </p:nvSpPr>
            <p:spPr>
              <a:xfrm>
                <a:off x="3151697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h1466"/>
              <p:cNvSpPr/>
              <p:nvPr/>
            </p:nvSpPr>
            <p:spPr>
              <a:xfrm>
                <a:off x="3160959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h1467"/>
              <p:cNvSpPr/>
              <p:nvPr/>
            </p:nvSpPr>
            <p:spPr>
              <a:xfrm>
                <a:off x="3170221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h1468"/>
              <p:cNvSpPr/>
              <p:nvPr/>
            </p:nvSpPr>
            <p:spPr>
              <a:xfrm>
                <a:off x="3179483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h1469"/>
              <p:cNvSpPr/>
              <p:nvPr/>
            </p:nvSpPr>
            <p:spPr>
              <a:xfrm>
                <a:off x="3188745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h1470"/>
              <p:cNvSpPr/>
              <p:nvPr/>
            </p:nvSpPr>
            <p:spPr>
              <a:xfrm>
                <a:off x="3198008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h1471"/>
              <p:cNvSpPr/>
              <p:nvPr/>
            </p:nvSpPr>
            <p:spPr>
              <a:xfrm>
                <a:off x="3207270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h1472"/>
              <p:cNvSpPr/>
              <p:nvPr/>
            </p:nvSpPr>
            <p:spPr>
              <a:xfrm>
                <a:off x="3216532" y="24641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h1473"/>
              <p:cNvSpPr/>
              <p:nvPr/>
            </p:nvSpPr>
            <p:spPr>
              <a:xfrm>
                <a:off x="3225794" y="24813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48" y="91440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h1474"/>
              <p:cNvSpPr/>
              <p:nvPr/>
            </p:nvSpPr>
            <p:spPr>
              <a:xfrm>
                <a:off x="3235057" y="2464125"/>
                <a:ext cx="919850" cy="931599"/>
              </a:xfrm>
              <a:custGeom>
                <a:avLst/>
                <a:gdLst/>
                <a:ahLst/>
                <a:cxnLst/>
                <a:rect l="0" t="0" r="0" b="0"/>
                <a:pathLst>
                  <a:path w="919850" h="931599">
                    <a:moveTo>
                      <a:pt x="914400" y="914400"/>
                    </a:moveTo>
                    <a:lnTo>
                      <a:pt x="919850" y="914400"/>
                    </a:lnTo>
                    <a:lnTo>
                      <a:pt x="919434" y="915811"/>
                    </a:lnTo>
                    <a:lnTo>
                      <a:pt x="918554" y="918791"/>
                    </a:lnTo>
                    <a:lnTo>
                      <a:pt x="915442" y="928674"/>
                    </a:lnTo>
                    <a:lnTo>
                      <a:pt x="914400" y="93159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h1475"/>
              <p:cNvSpPr/>
              <p:nvPr/>
            </p:nvSpPr>
            <p:spPr>
              <a:xfrm>
                <a:off x="2392195" y="2446887"/>
                <a:ext cx="914399" cy="915485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485">
                    <a:moveTo>
                      <a:pt x="914399" y="914400"/>
                    </a:moveTo>
                    <a:lnTo>
                      <a:pt x="914399" y="915485"/>
                    </a:lnTo>
                    <a:lnTo>
                      <a:pt x="914082" y="914400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h1476"/>
              <p:cNvSpPr/>
              <p:nvPr/>
            </p:nvSpPr>
            <p:spPr>
              <a:xfrm>
                <a:off x="239219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18" y="931638"/>
                    </a:lnTo>
                    <a:lnTo>
                      <a:pt x="917776" y="925846"/>
                    </a:lnTo>
                    <a:lnTo>
                      <a:pt x="914751" y="916684"/>
                    </a:lnTo>
                    <a:lnTo>
                      <a:pt x="914399" y="915485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h1477"/>
              <p:cNvSpPr/>
              <p:nvPr/>
            </p:nvSpPr>
            <p:spPr>
              <a:xfrm>
                <a:off x="24014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h1478"/>
              <p:cNvSpPr/>
              <p:nvPr/>
            </p:nvSpPr>
            <p:spPr>
              <a:xfrm>
                <a:off x="24107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h1479"/>
              <p:cNvSpPr/>
              <p:nvPr/>
            </p:nvSpPr>
            <p:spPr>
              <a:xfrm>
                <a:off x="24199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h1480"/>
              <p:cNvSpPr/>
              <p:nvPr/>
            </p:nvSpPr>
            <p:spPr>
              <a:xfrm>
                <a:off x="24292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h1481"/>
              <p:cNvSpPr/>
              <p:nvPr/>
            </p:nvSpPr>
            <p:spPr>
              <a:xfrm>
                <a:off x="24385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h1482"/>
              <p:cNvSpPr/>
              <p:nvPr/>
            </p:nvSpPr>
            <p:spPr>
              <a:xfrm>
                <a:off x="24477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h1483"/>
              <p:cNvSpPr/>
              <p:nvPr/>
            </p:nvSpPr>
            <p:spPr>
              <a:xfrm>
                <a:off x="24570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h1484"/>
              <p:cNvSpPr/>
              <p:nvPr/>
            </p:nvSpPr>
            <p:spPr>
              <a:xfrm>
                <a:off x="24662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h1485"/>
              <p:cNvSpPr/>
              <p:nvPr/>
            </p:nvSpPr>
            <p:spPr>
              <a:xfrm>
                <a:off x="247555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h1486"/>
              <p:cNvSpPr/>
              <p:nvPr/>
            </p:nvSpPr>
            <p:spPr>
              <a:xfrm>
                <a:off x="24848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h1487"/>
              <p:cNvSpPr/>
              <p:nvPr/>
            </p:nvSpPr>
            <p:spPr>
              <a:xfrm>
                <a:off x="24940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h1488"/>
              <p:cNvSpPr/>
              <p:nvPr/>
            </p:nvSpPr>
            <p:spPr>
              <a:xfrm>
                <a:off x="25033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h1489"/>
              <p:cNvSpPr/>
              <p:nvPr/>
            </p:nvSpPr>
            <p:spPr>
              <a:xfrm>
                <a:off x="25126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h1490"/>
              <p:cNvSpPr/>
              <p:nvPr/>
            </p:nvSpPr>
            <p:spPr>
              <a:xfrm>
                <a:off x="25218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h1491"/>
              <p:cNvSpPr/>
              <p:nvPr/>
            </p:nvSpPr>
            <p:spPr>
              <a:xfrm>
                <a:off x="25311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h1492"/>
              <p:cNvSpPr/>
              <p:nvPr/>
            </p:nvSpPr>
            <p:spPr>
              <a:xfrm>
                <a:off x="25403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h1493"/>
              <p:cNvSpPr/>
              <p:nvPr/>
            </p:nvSpPr>
            <p:spPr>
              <a:xfrm>
                <a:off x="25496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h1494"/>
              <p:cNvSpPr/>
              <p:nvPr/>
            </p:nvSpPr>
            <p:spPr>
              <a:xfrm>
                <a:off x="25589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h1495"/>
              <p:cNvSpPr/>
              <p:nvPr/>
            </p:nvSpPr>
            <p:spPr>
              <a:xfrm>
                <a:off x="25681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h1496"/>
              <p:cNvSpPr/>
              <p:nvPr/>
            </p:nvSpPr>
            <p:spPr>
              <a:xfrm>
                <a:off x="25774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h1497"/>
              <p:cNvSpPr/>
              <p:nvPr/>
            </p:nvSpPr>
            <p:spPr>
              <a:xfrm>
                <a:off x="25867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h1498"/>
              <p:cNvSpPr/>
              <p:nvPr/>
            </p:nvSpPr>
            <p:spPr>
              <a:xfrm>
                <a:off x="25959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h1499"/>
              <p:cNvSpPr/>
              <p:nvPr/>
            </p:nvSpPr>
            <p:spPr>
              <a:xfrm>
                <a:off x="26052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h1500"/>
              <p:cNvSpPr/>
              <p:nvPr/>
            </p:nvSpPr>
            <p:spPr>
              <a:xfrm>
                <a:off x="26144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h1501"/>
              <p:cNvSpPr/>
              <p:nvPr/>
            </p:nvSpPr>
            <p:spPr>
              <a:xfrm>
                <a:off x="26237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h1502"/>
              <p:cNvSpPr/>
              <p:nvPr/>
            </p:nvSpPr>
            <p:spPr>
              <a:xfrm>
                <a:off x="26330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h1503"/>
              <p:cNvSpPr/>
              <p:nvPr/>
            </p:nvSpPr>
            <p:spPr>
              <a:xfrm>
                <a:off x="26422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h1504"/>
              <p:cNvSpPr/>
              <p:nvPr/>
            </p:nvSpPr>
            <p:spPr>
              <a:xfrm>
                <a:off x="26515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h1505"/>
              <p:cNvSpPr/>
              <p:nvPr/>
            </p:nvSpPr>
            <p:spPr>
              <a:xfrm>
                <a:off x="26607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h1506"/>
              <p:cNvSpPr/>
              <p:nvPr/>
            </p:nvSpPr>
            <p:spPr>
              <a:xfrm>
                <a:off x="26700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h1507"/>
              <p:cNvSpPr/>
              <p:nvPr/>
            </p:nvSpPr>
            <p:spPr>
              <a:xfrm>
                <a:off x="2688586" y="24641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07" y="897161"/>
                    </a:lnTo>
                    <a:lnTo>
                      <a:pt x="909394" y="899586"/>
                    </a:lnTo>
                    <a:lnTo>
                      <a:pt x="909626" y="899513"/>
                    </a:lnTo>
                    <a:lnTo>
                      <a:pt x="909979" y="899402"/>
                    </a:lnTo>
                    <a:lnTo>
                      <a:pt x="910332" y="899291"/>
                    </a:lnTo>
                    <a:lnTo>
                      <a:pt x="910685" y="899180"/>
                    </a:lnTo>
                    <a:lnTo>
                      <a:pt x="911038" y="899069"/>
                    </a:lnTo>
                    <a:lnTo>
                      <a:pt x="911391" y="898958"/>
                    </a:lnTo>
                    <a:lnTo>
                      <a:pt x="911744" y="898847"/>
                    </a:lnTo>
                    <a:lnTo>
                      <a:pt x="912097" y="898736"/>
                    </a:lnTo>
                    <a:lnTo>
                      <a:pt x="912451" y="898625"/>
                    </a:lnTo>
                    <a:lnTo>
                      <a:pt x="912804" y="898515"/>
                    </a:lnTo>
                    <a:lnTo>
                      <a:pt x="913157" y="898404"/>
                    </a:lnTo>
                    <a:lnTo>
                      <a:pt x="913510" y="898293"/>
                    </a:lnTo>
                    <a:lnTo>
                      <a:pt x="913863" y="898182"/>
                    </a:lnTo>
                    <a:lnTo>
                      <a:pt x="914216" y="898071"/>
                    </a:lnTo>
                    <a:lnTo>
                      <a:pt x="914400" y="898014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h1508"/>
              <p:cNvSpPr/>
              <p:nvPr/>
            </p:nvSpPr>
            <p:spPr>
              <a:xfrm>
                <a:off x="2697848" y="24468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252"/>
                    </a:lnTo>
                    <a:lnTo>
                      <a:pt x="905307" y="915199"/>
                    </a:lnTo>
                    <a:lnTo>
                      <a:pt x="905660" y="915088"/>
                    </a:lnTo>
                    <a:lnTo>
                      <a:pt x="906013" y="914977"/>
                    </a:lnTo>
                    <a:lnTo>
                      <a:pt x="906366" y="914866"/>
                    </a:lnTo>
                    <a:lnTo>
                      <a:pt x="906720" y="914756"/>
                    </a:lnTo>
                    <a:lnTo>
                      <a:pt x="907073" y="914645"/>
                    </a:lnTo>
                    <a:lnTo>
                      <a:pt x="907426" y="914534"/>
                    </a:lnTo>
                    <a:lnTo>
                      <a:pt x="907855" y="914400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h1509"/>
              <p:cNvSpPr/>
              <p:nvPr/>
            </p:nvSpPr>
            <p:spPr>
              <a:xfrm>
                <a:off x="26978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h1510"/>
              <p:cNvSpPr/>
              <p:nvPr/>
            </p:nvSpPr>
            <p:spPr>
              <a:xfrm>
                <a:off x="27071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h1511"/>
              <p:cNvSpPr/>
              <p:nvPr/>
            </p:nvSpPr>
            <p:spPr>
              <a:xfrm>
                <a:off x="27163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h1512"/>
              <p:cNvSpPr/>
              <p:nvPr/>
            </p:nvSpPr>
            <p:spPr>
              <a:xfrm>
                <a:off x="27256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h1513"/>
              <p:cNvSpPr/>
              <p:nvPr/>
            </p:nvSpPr>
            <p:spPr>
              <a:xfrm>
                <a:off x="27348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h1514"/>
              <p:cNvSpPr/>
              <p:nvPr/>
            </p:nvSpPr>
            <p:spPr>
              <a:xfrm>
                <a:off x="27441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h1515"/>
              <p:cNvSpPr/>
              <p:nvPr/>
            </p:nvSpPr>
            <p:spPr>
              <a:xfrm>
                <a:off x="27534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h1516"/>
              <p:cNvSpPr/>
              <p:nvPr/>
            </p:nvSpPr>
            <p:spPr>
              <a:xfrm>
                <a:off x="27626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h1517"/>
              <p:cNvSpPr/>
              <p:nvPr/>
            </p:nvSpPr>
            <p:spPr>
              <a:xfrm>
                <a:off x="277194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h1518"/>
              <p:cNvSpPr/>
              <p:nvPr/>
            </p:nvSpPr>
            <p:spPr>
              <a:xfrm>
                <a:off x="27812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h1519"/>
              <p:cNvSpPr/>
              <p:nvPr/>
            </p:nvSpPr>
            <p:spPr>
              <a:xfrm>
                <a:off x="27904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h1520"/>
              <p:cNvSpPr/>
              <p:nvPr/>
            </p:nvSpPr>
            <p:spPr>
              <a:xfrm>
                <a:off x="27997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h1521"/>
              <p:cNvSpPr/>
              <p:nvPr/>
            </p:nvSpPr>
            <p:spPr>
              <a:xfrm>
                <a:off x="28089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h1522"/>
              <p:cNvSpPr/>
              <p:nvPr/>
            </p:nvSpPr>
            <p:spPr>
              <a:xfrm>
                <a:off x="281825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h1523"/>
              <p:cNvSpPr/>
              <p:nvPr/>
            </p:nvSpPr>
            <p:spPr>
              <a:xfrm>
                <a:off x="282751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h1524"/>
              <p:cNvSpPr/>
              <p:nvPr/>
            </p:nvSpPr>
            <p:spPr>
              <a:xfrm>
                <a:off x="283678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h1525"/>
              <p:cNvSpPr/>
              <p:nvPr/>
            </p:nvSpPr>
            <p:spPr>
              <a:xfrm>
                <a:off x="284604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h1526"/>
              <p:cNvSpPr/>
              <p:nvPr/>
            </p:nvSpPr>
            <p:spPr>
              <a:xfrm>
                <a:off x="285530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h1527"/>
              <p:cNvSpPr/>
              <p:nvPr/>
            </p:nvSpPr>
            <p:spPr>
              <a:xfrm>
                <a:off x="286456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h1528"/>
              <p:cNvSpPr/>
              <p:nvPr/>
            </p:nvSpPr>
            <p:spPr>
              <a:xfrm>
                <a:off x="287383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h1529"/>
              <p:cNvSpPr/>
              <p:nvPr/>
            </p:nvSpPr>
            <p:spPr>
              <a:xfrm>
                <a:off x="288309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h1530"/>
              <p:cNvSpPr/>
              <p:nvPr/>
            </p:nvSpPr>
            <p:spPr>
              <a:xfrm>
                <a:off x="289235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h1531"/>
              <p:cNvSpPr/>
              <p:nvPr/>
            </p:nvSpPr>
            <p:spPr>
              <a:xfrm>
                <a:off x="290161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h1532"/>
              <p:cNvSpPr/>
              <p:nvPr/>
            </p:nvSpPr>
            <p:spPr>
              <a:xfrm>
                <a:off x="291087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h1533"/>
              <p:cNvSpPr/>
              <p:nvPr/>
            </p:nvSpPr>
            <p:spPr>
              <a:xfrm>
                <a:off x="292014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h1534"/>
              <p:cNvSpPr/>
              <p:nvPr/>
            </p:nvSpPr>
            <p:spPr>
              <a:xfrm>
                <a:off x="292940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h1535"/>
              <p:cNvSpPr/>
              <p:nvPr/>
            </p:nvSpPr>
            <p:spPr>
              <a:xfrm>
                <a:off x="293866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h1536"/>
              <p:cNvSpPr/>
              <p:nvPr/>
            </p:nvSpPr>
            <p:spPr>
              <a:xfrm>
                <a:off x="294792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h1537"/>
              <p:cNvSpPr/>
              <p:nvPr/>
            </p:nvSpPr>
            <p:spPr>
              <a:xfrm>
                <a:off x="295719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h1538"/>
              <p:cNvSpPr/>
              <p:nvPr/>
            </p:nvSpPr>
            <p:spPr>
              <a:xfrm>
                <a:off x="296645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h1539"/>
              <p:cNvSpPr/>
              <p:nvPr/>
            </p:nvSpPr>
            <p:spPr>
              <a:xfrm>
                <a:off x="297571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h1540"/>
              <p:cNvSpPr/>
              <p:nvPr/>
            </p:nvSpPr>
            <p:spPr>
              <a:xfrm>
                <a:off x="298497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h1541"/>
              <p:cNvSpPr/>
              <p:nvPr/>
            </p:nvSpPr>
            <p:spPr>
              <a:xfrm>
                <a:off x="299423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h1542"/>
              <p:cNvSpPr/>
              <p:nvPr/>
            </p:nvSpPr>
            <p:spPr>
              <a:xfrm>
                <a:off x="300350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h1543"/>
              <p:cNvSpPr/>
              <p:nvPr/>
            </p:nvSpPr>
            <p:spPr>
              <a:xfrm>
                <a:off x="301276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h1544"/>
              <p:cNvSpPr/>
              <p:nvPr/>
            </p:nvSpPr>
            <p:spPr>
              <a:xfrm>
                <a:off x="302202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h1545"/>
              <p:cNvSpPr/>
              <p:nvPr/>
            </p:nvSpPr>
            <p:spPr>
              <a:xfrm>
                <a:off x="303128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h1546"/>
              <p:cNvSpPr/>
              <p:nvPr/>
            </p:nvSpPr>
            <p:spPr>
              <a:xfrm>
                <a:off x="304055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h1547"/>
              <p:cNvSpPr/>
              <p:nvPr/>
            </p:nvSpPr>
            <p:spPr>
              <a:xfrm>
                <a:off x="304981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h1548"/>
              <p:cNvSpPr/>
              <p:nvPr/>
            </p:nvSpPr>
            <p:spPr>
              <a:xfrm>
                <a:off x="305907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h1549"/>
              <p:cNvSpPr/>
              <p:nvPr/>
            </p:nvSpPr>
            <p:spPr>
              <a:xfrm>
                <a:off x="306833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h1550"/>
              <p:cNvSpPr/>
              <p:nvPr/>
            </p:nvSpPr>
            <p:spPr>
              <a:xfrm>
                <a:off x="307759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h1551"/>
              <p:cNvSpPr/>
              <p:nvPr/>
            </p:nvSpPr>
            <p:spPr>
              <a:xfrm>
                <a:off x="308686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h1552"/>
              <p:cNvSpPr/>
              <p:nvPr/>
            </p:nvSpPr>
            <p:spPr>
              <a:xfrm>
                <a:off x="309612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h1553"/>
              <p:cNvSpPr/>
              <p:nvPr/>
            </p:nvSpPr>
            <p:spPr>
              <a:xfrm>
                <a:off x="3105386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h1554"/>
              <p:cNvSpPr/>
              <p:nvPr/>
            </p:nvSpPr>
            <p:spPr>
              <a:xfrm>
                <a:off x="311464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h1555"/>
              <p:cNvSpPr/>
              <p:nvPr/>
            </p:nvSpPr>
            <p:spPr>
              <a:xfrm>
                <a:off x="312391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h1556"/>
              <p:cNvSpPr/>
              <p:nvPr/>
            </p:nvSpPr>
            <p:spPr>
              <a:xfrm>
                <a:off x="313317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h1557"/>
              <p:cNvSpPr/>
              <p:nvPr/>
            </p:nvSpPr>
            <p:spPr>
              <a:xfrm>
                <a:off x="314243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h1558"/>
              <p:cNvSpPr/>
              <p:nvPr/>
            </p:nvSpPr>
            <p:spPr>
              <a:xfrm>
                <a:off x="3151697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h1559"/>
              <p:cNvSpPr/>
              <p:nvPr/>
            </p:nvSpPr>
            <p:spPr>
              <a:xfrm>
                <a:off x="3160959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h1560"/>
              <p:cNvSpPr/>
              <p:nvPr/>
            </p:nvSpPr>
            <p:spPr>
              <a:xfrm>
                <a:off x="3170221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h1561"/>
              <p:cNvSpPr/>
              <p:nvPr/>
            </p:nvSpPr>
            <p:spPr>
              <a:xfrm>
                <a:off x="3179483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h1562"/>
              <p:cNvSpPr/>
              <p:nvPr/>
            </p:nvSpPr>
            <p:spPr>
              <a:xfrm>
                <a:off x="3188745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h1563"/>
              <p:cNvSpPr/>
              <p:nvPr/>
            </p:nvSpPr>
            <p:spPr>
              <a:xfrm>
                <a:off x="3198008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h1564"/>
              <p:cNvSpPr/>
              <p:nvPr/>
            </p:nvSpPr>
            <p:spPr>
              <a:xfrm>
                <a:off x="3207270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h1565"/>
              <p:cNvSpPr/>
              <p:nvPr/>
            </p:nvSpPr>
            <p:spPr>
              <a:xfrm>
                <a:off x="3216532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h1566"/>
              <p:cNvSpPr/>
              <p:nvPr/>
            </p:nvSpPr>
            <p:spPr>
              <a:xfrm>
                <a:off x="3225794" y="24468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h1567"/>
              <p:cNvSpPr/>
              <p:nvPr/>
            </p:nvSpPr>
            <p:spPr>
              <a:xfrm>
                <a:off x="3235057" y="24641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08"/>
                    </a:lnTo>
                    <a:lnTo>
                      <a:pt x="922935" y="903962"/>
                    </a:lnTo>
                    <a:lnTo>
                      <a:pt x="922059" y="906924"/>
                    </a:lnTo>
                    <a:lnTo>
                      <a:pt x="921184" y="909886"/>
                    </a:lnTo>
                    <a:lnTo>
                      <a:pt x="920308" y="912848"/>
                    </a:lnTo>
                    <a:lnTo>
                      <a:pt x="919850" y="914400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h1568"/>
              <p:cNvSpPr/>
              <p:nvPr/>
            </p:nvSpPr>
            <p:spPr>
              <a:xfrm>
                <a:off x="3244319" y="2446887"/>
                <a:ext cx="915687" cy="918747"/>
              </a:xfrm>
              <a:custGeom>
                <a:avLst/>
                <a:gdLst/>
                <a:ahLst/>
                <a:cxnLst/>
                <a:rect l="0" t="0" r="0" b="0"/>
                <a:pathLst>
                  <a:path w="915687" h="918747">
                    <a:moveTo>
                      <a:pt x="914400" y="914400"/>
                    </a:moveTo>
                    <a:lnTo>
                      <a:pt x="915687" y="914400"/>
                    </a:lnTo>
                    <a:lnTo>
                      <a:pt x="915427" y="915277"/>
                    </a:lnTo>
                    <a:lnTo>
                      <a:pt x="914550" y="918239"/>
                    </a:lnTo>
                    <a:lnTo>
                      <a:pt x="914400" y="918747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h1569"/>
              <p:cNvSpPr/>
              <p:nvPr/>
            </p:nvSpPr>
            <p:spPr>
              <a:xfrm>
                <a:off x="2392195" y="2429648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14082" y="931638"/>
                    </a:lnTo>
                    <a:lnTo>
                      <a:pt x="911986" y="924480"/>
                    </a:lnTo>
                    <a:lnTo>
                      <a:pt x="909488" y="914783"/>
                    </a:lnTo>
                    <a:lnTo>
                      <a:pt x="909402" y="914400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h1570"/>
              <p:cNvSpPr/>
              <p:nvPr/>
            </p:nvSpPr>
            <p:spPr>
              <a:xfrm>
                <a:off x="239219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h1571"/>
              <p:cNvSpPr/>
              <p:nvPr/>
            </p:nvSpPr>
            <p:spPr>
              <a:xfrm>
                <a:off x="24014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h1572"/>
              <p:cNvSpPr/>
              <p:nvPr/>
            </p:nvSpPr>
            <p:spPr>
              <a:xfrm>
                <a:off x="24107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h1573"/>
              <p:cNvSpPr/>
              <p:nvPr/>
            </p:nvSpPr>
            <p:spPr>
              <a:xfrm>
                <a:off x="24199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h1574"/>
              <p:cNvSpPr/>
              <p:nvPr/>
            </p:nvSpPr>
            <p:spPr>
              <a:xfrm>
                <a:off x="24292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h1575"/>
              <p:cNvSpPr/>
              <p:nvPr/>
            </p:nvSpPr>
            <p:spPr>
              <a:xfrm>
                <a:off x="24385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h1576"/>
              <p:cNvSpPr/>
              <p:nvPr/>
            </p:nvSpPr>
            <p:spPr>
              <a:xfrm>
                <a:off x="24477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h1577"/>
              <p:cNvSpPr/>
              <p:nvPr/>
            </p:nvSpPr>
            <p:spPr>
              <a:xfrm>
                <a:off x="24570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h1578"/>
              <p:cNvSpPr/>
              <p:nvPr/>
            </p:nvSpPr>
            <p:spPr>
              <a:xfrm>
                <a:off x="24662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h1579"/>
              <p:cNvSpPr/>
              <p:nvPr/>
            </p:nvSpPr>
            <p:spPr>
              <a:xfrm>
                <a:off x="247555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h1580"/>
              <p:cNvSpPr/>
              <p:nvPr/>
            </p:nvSpPr>
            <p:spPr>
              <a:xfrm>
                <a:off x="24848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h1581"/>
              <p:cNvSpPr/>
              <p:nvPr/>
            </p:nvSpPr>
            <p:spPr>
              <a:xfrm>
                <a:off x="24940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h1582"/>
              <p:cNvSpPr/>
              <p:nvPr/>
            </p:nvSpPr>
            <p:spPr>
              <a:xfrm>
                <a:off x="25033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h1583"/>
              <p:cNvSpPr/>
              <p:nvPr/>
            </p:nvSpPr>
            <p:spPr>
              <a:xfrm>
                <a:off x="25126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h1584"/>
              <p:cNvSpPr/>
              <p:nvPr/>
            </p:nvSpPr>
            <p:spPr>
              <a:xfrm>
                <a:off x="25218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h1585"/>
              <p:cNvSpPr/>
              <p:nvPr/>
            </p:nvSpPr>
            <p:spPr>
              <a:xfrm>
                <a:off x="25311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h1586"/>
              <p:cNvSpPr/>
              <p:nvPr/>
            </p:nvSpPr>
            <p:spPr>
              <a:xfrm>
                <a:off x="25403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h1587"/>
              <p:cNvSpPr/>
              <p:nvPr/>
            </p:nvSpPr>
            <p:spPr>
              <a:xfrm>
                <a:off x="25496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h1588"/>
              <p:cNvSpPr/>
              <p:nvPr/>
            </p:nvSpPr>
            <p:spPr>
              <a:xfrm>
                <a:off x="25589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h1589"/>
              <p:cNvSpPr/>
              <p:nvPr/>
            </p:nvSpPr>
            <p:spPr>
              <a:xfrm>
                <a:off x="25681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h1590"/>
              <p:cNvSpPr/>
              <p:nvPr/>
            </p:nvSpPr>
            <p:spPr>
              <a:xfrm>
                <a:off x="25774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h1591"/>
              <p:cNvSpPr/>
              <p:nvPr/>
            </p:nvSpPr>
            <p:spPr>
              <a:xfrm>
                <a:off x="25867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h1592"/>
              <p:cNvSpPr/>
              <p:nvPr/>
            </p:nvSpPr>
            <p:spPr>
              <a:xfrm>
                <a:off x="25959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h1593"/>
              <p:cNvSpPr/>
              <p:nvPr/>
            </p:nvSpPr>
            <p:spPr>
              <a:xfrm>
                <a:off x="26052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h1594"/>
              <p:cNvSpPr/>
              <p:nvPr/>
            </p:nvSpPr>
            <p:spPr>
              <a:xfrm>
                <a:off x="26144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h1595"/>
              <p:cNvSpPr/>
              <p:nvPr/>
            </p:nvSpPr>
            <p:spPr>
              <a:xfrm>
                <a:off x="26237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h1596"/>
              <p:cNvSpPr/>
              <p:nvPr/>
            </p:nvSpPr>
            <p:spPr>
              <a:xfrm>
                <a:off x="26330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h1597"/>
              <p:cNvSpPr/>
              <p:nvPr/>
            </p:nvSpPr>
            <p:spPr>
              <a:xfrm>
                <a:off x="26422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h1598"/>
              <p:cNvSpPr/>
              <p:nvPr/>
            </p:nvSpPr>
            <p:spPr>
              <a:xfrm>
                <a:off x="26515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h1599"/>
              <p:cNvSpPr/>
              <p:nvPr/>
            </p:nvSpPr>
            <p:spPr>
              <a:xfrm>
                <a:off x="26607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h1600"/>
              <p:cNvSpPr/>
              <p:nvPr/>
            </p:nvSpPr>
            <p:spPr>
              <a:xfrm>
                <a:off x="2679323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85" y="897161"/>
                    </a:lnTo>
                    <a:lnTo>
                      <a:pt x="913451" y="897382"/>
                    </a:lnTo>
                    <a:lnTo>
                      <a:pt x="913544" y="897698"/>
                    </a:lnTo>
                    <a:lnTo>
                      <a:pt x="913638" y="898014"/>
                    </a:lnTo>
                    <a:lnTo>
                      <a:pt x="913731" y="898330"/>
                    </a:lnTo>
                    <a:lnTo>
                      <a:pt x="913825" y="898645"/>
                    </a:lnTo>
                    <a:lnTo>
                      <a:pt x="913918" y="898961"/>
                    </a:lnTo>
                    <a:lnTo>
                      <a:pt x="914011" y="899277"/>
                    </a:lnTo>
                    <a:lnTo>
                      <a:pt x="914105" y="899592"/>
                    </a:lnTo>
                    <a:lnTo>
                      <a:pt x="914198" y="899908"/>
                    </a:lnTo>
                    <a:lnTo>
                      <a:pt x="914292" y="900224"/>
                    </a:lnTo>
                    <a:lnTo>
                      <a:pt x="914400" y="900613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h1601"/>
              <p:cNvSpPr/>
              <p:nvPr/>
            </p:nvSpPr>
            <p:spPr>
              <a:xfrm>
                <a:off x="2679323" y="2446887"/>
                <a:ext cx="9180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70" h="914400">
                    <a:moveTo>
                      <a:pt x="914400" y="914400"/>
                    </a:moveTo>
                    <a:lnTo>
                      <a:pt x="914400" y="900613"/>
                    </a:lnTo>
                    <a:lnTo>
                      <a:pt x="917018" y="910053"/>
                    </a:lnTo>
                    <a:lnTo>
                      <a:pt x="918070" y="914400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h1602"/>
              <p:cNvSpPr/>
              <p:nvPr/>
            </p:nvSpPr>
            <p:spPr>
              <a:xfrm>
                <a:off x="2697848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855" y="914400"/>
                    </a:lnTo>
                    <a:lnTo>
                      <a:pt x="908132" y="914313"/>
                    </a:lnTo>
                    <a:lnTo>
                      <a:pt x="908485" y="914202"/>
                    </a:lnTo>
                    <a:lnTo>
                      <a:pt x="908839" y="914091"/>
                    </a:lnTo>
                    <a:lnTo>
                      <a:pt x="909192" y="913980"/>
                    </a:lnTo>
                    <a:lnTo>
                      <a:pt x="909545" y="913870"/>
                    </a:lnTo>
                    <a:lnTo>
                      <a:pt x="909898" y="913759"/>
                    </a:lnTo>
                    <a:lnTo>
                      <a:pt x="910251" y="913648"/>
                    </a:lnTo>
                    <a:lnTo>
                      <a:pt x="910604" y="913538"/>
                    </a:lnTo>
                    <a:lnTo>
                      <a:pt x="910958" y="913427"/>
                    </a:lnTo>
                    <a:lnTo>
                      <a:pt x="911311" y="913316"/>
                    </a:lnTo>
                    <a:lnTo>
                      <a:pt x="911664" y="913206"/>
                    </a:lnTo>
                    <a:lnTo>
                      <a:pt x="912017" y="913095"/>
                    </a:lnTo>
                    <a:lnTo>
                      <a:pt x="912371" y="912985"/>
                    </a:lnTo>
                    <a:lnTo>
                      <a:pt x="912724" y="912874"/>
                    </a:lnTo>
                    <a:lnTo>
                      <a:pt x="913077" y="912763"/>
                    </a:lnTo>
                    <a:lnTo>
                      <a:pt x="913430" y="912653"/>
                    </a:lnTo>
                    <a:lnTo>
                      <a:pt x="913784" y="912542"/>
                    </a:lnTo>
                    <a:lnTo>
                      <a:pt x="914137" y="912432"/>
                    </a:lnTo>
                    <a:lnTo>
                      <a:pt x="914400" y="91234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h1603"/>
              <p:cNvSpPr/>
              <p:nvPr/>
            </p:nvSpPr>
            <p:spPr>
              <a:xfrm>
                <a:off x="2707110" y="24468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8" y="912321"/>
                    </a:lnTo>
                    <a:lnTo>
                      <a:pt x="905581" y="912210"/>
                    </a:lnTo>
                    <a:lnTo>
                      <a:pt x="905934" y="912100"/>
                    </a:lnTo>
                    <a:lnTo>
                      <a:pt x="906288" y="911989"/>
                    </a:lnTo>
                    <a:lnTo>
                      <a:pt x="906641" y="911879"/>
                    </a:lnTo>
                    <a:lnTo>
                      <a:pt x="906994" y="911768"/>
                    </a:lnTo>
                    <a:lnTo>
                      <a:pt x="907348" y="911658"/>
                    </a:lnTo>
                    <a:lnTo>
                      <a:pt x="907701" y="911547"/>
                    </a:lnTo>
                    <a:lnTo>
                      <a:pt x="908054" y="911437"/>
                    </a:lnTo>
                    <a:lnTo>
                      <a:pt x="908408" y="911326"/>
                    </a:lnTo>
                    <a:lnTo>
                      <a:pt x="908761" y="911216"/>
                    </a:lnTo>
                    <a:lnTo>
                      <a:pt x="909114" y="911106"/>
                    </a:lnTo>
                    <a:lnTo>
                      <a:pt x="909468" y="910995"/>
                    </a:lnTo>
                    <a:lnTo>
                      <a:pt x="909821" y="910885"/>
                    </a:lnTo>
                    <a:lnTo>
                      <a:pt x="910174" y="910774"/>
                    </a:lnTo>
                    <a:lnTo>
                      <a:pt x="910528" y="910664"/>
                    </a:lnTo>
                    <a:lnTo>
                      <a:pt x="910881" y="910553"/>
                    </a:lnTo>
                    <a:lnTo>
                      <a:pt x="911234" y="910443"/>
                    </a:lnTo>
                    <a:lnTo>
                      <a:pt x="911588" y="910333"/>
                    </a:lnTo>
                    <a:lnTo>
                      <a:pt x="911941" y="910222"/>
                    </a:lnTo>
                    <a:lnTo>
                      <a:pt x="912294" y="910112"/>
                    </a:lnTo>
                    <a:lnTo>
                      <a:pt x="912648" y="910002"/>
                    </a:lnTo>
                    <a:lnTo>
                      <a:pt x="912876" y="909930"/>
                    </a:lnTo>
                    <a:lnTo>
                      <a:pt x="913934" y="903657"/>
                    </a:lnTo>
                    <a:lnTo>
                      <a:pt x="914400" y="901341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h1604"/>
              <p:cNvSpPr/>
              <p:nvPr/>
            </p:nvSpPr>
            <p:spPr>
              <a:xfrm>
                <a:off x="2716372" y="24296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580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h1605"/>
              <p:cNvSpPr/>
              <p:nvPr/>
            </p:nvSpPr>
            <p:spPr>
              <a:xfrm>
                <a:off x="27163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h1606"/>
              <p:cNvSpPr/>
              <p:nvPr/>
            </p:nvSpPr>
            <p:spPr>
              <a:xfrm>
                <a:off x="27256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h1607"/>
              <p:cNvSpPr/>
              <p:nvPr/>
            </p:nvSpPr>
            <p:spPr>
              <a:xfrm>
                <a:off x="27348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h1608"/>
              <p:cNvSpPr/>
              <p:nvPr/>
            </p:nvSpPr>
            <p:spPr>
              <a:xfrm>
                <a:off x="27441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h1609"/>
              <p:cNvSpPr/>
              <p:nvPr/>
            </p:nvSpPr>
            <p:spPr>
              <a:xfrm>
                <a:off x="27534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h1610"/>
              <p:cNvSpPr/>
              <p:nvPr/>
            </p:nvSpPr>
            <p:spPr>
              <a:xfrm>
                <a:off x="27626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h1611"/>
              <p:cNvSpPr/>
              <p:nvPr/>
            </p:nvSpPr>
            <p:spPr>
              <a:xfrm>
                <a:off x="277194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h1612"/>
              <p:cNvSpPr/>
              <p:nvPr/>
            </p:nvSpPr>
            <p:spPr>
              <a:xfrm>
                <a:off x="27812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h1613"/>
              <p:cNvSpPr/>
              <p:nvPr/>
            </p:nvSpPr>
            <p:spPr>
              <a:xfrm>
                <a:off x="27904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h1614"/>
              <p:cNvSpPr/>
              <p:nvPr/>
            </p:nvSpPr>
            <p:spPr>
              <a:xfrm>
                <a:off x="27997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h1615"/>
              <p:cNvSpPr/>
              <p:nvPr/>
            </p:nvSpPr>
            <p:spPr>
              <a:xfrm>
                <a:off x="28089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h1616"/>
              <p:cNvSpPr/>
              <p:nvPr/>
            </p:nvSpPr>
            <p:spPr>
              <a:xfrm>
                <a:off x="28182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h1617"/>
              <p:cNvSpPr/>
              <p:nvPr/>
            </p:nvSpPr>
            <p:spPr>
              <a:xfrm>
                <a:off x="282751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h1618"/>
              <p:cNvSpPr/>
              <p:nvPr/>
            </p:nvSpPr>
            <p:spPr>
              <a:xfrm>
                <a:off x="283678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h1619"/>
              <p:cNvSpPr/>
              <p:nvPr/>
            </p:nvSpPr>
            <p:spPr>
              <a:xfrm>
                <a:off x="284604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h1620"/>
              <p:cNvSpPr/>
              <p:nvPr/>
            </p:nvSpPr>
            <p:spPr>
              <a:xfrm>
                <a:off x="285530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h1621"/>
              <p:cNvSpPr/>
              <p:nvPr/>
            </p:nvSpPr>
            <p:spPr>
              <a:xfrm>
                <a:off x="286456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h1622"/>
              <p:cNvSpPr/>
              <p:nvPr/>
            </p:nvSpPr>
            <p:spPr>
              <a:xfrm>
                <a:off x="287383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h1623"/>
              <p:cNvSpPr/>
              <p:nvPr/>
            </p:nvSpPr>
            <p:spPr>
              <a:xfrm>
                <a:off x="288309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h1624"/>
              <p:cNvSpPr/>
              <p:nvPr/>
            </p:nvSpPr>
            <p:spPr>
              <a:xfrm>
                <a:off x="289235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h1625"/>
              <p:cNvSpPr/>
              <p:nvPr/>
            </p:nvSpPr>
            <p:spPr>
              <a:xfrm>
                <a:off x="290161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h1626"/>
              <p:cNvSpPr/>
              <p:nvPr/>
            </p:nvSpPr>
            <p:spPr>
              <a:xfrm>
                <a:off x="291087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h1627"/>
              <p:cNvSpPr/>
              <p:nvPr/>
            </p:nvSpPr>
            <p:spPr>
              <a:xfrm>
                <a:off x="292014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h1628"/>
              <p:cNvSpPr/>
              <p:nvPr/>
            </p:nvSpPr>
            <p:spPr>
              <a:xfrm>
                <a:off x="292940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h1629"/>
              <p:cNvSpPr/>
              <p:nvPr/>
            </p:nvSpPr>
            <p:spPr>
              <a:xfrm>
                <a:off x="293866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h1630"/>
              <p:cNvSpPr/>
              <p:nvPr/>
            </p:nvSpPr>
            <p:spPr>
              <a:xfrm>
                <a:off x="294792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h1631"/>
              <p:cNvSpPr/>
              <p:nvPr/>
            </p:nvSpPr>
            <p:spPr>
              <a:xfrm>
                <a:off x="295719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h1632"/>
              <p:cNvSpPr/>
              <p:nvPr/>
            </p:nvSpPr>
            <p:spPr>
              <a:xfrm>
                <a:off x="296645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h1633"/>
              <p:cNvSpPr/>
              <p:nvPr/>
            </p:nvSpPr>
            <p:spPr>
              <a:xfrm>
                <a:off x="297571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h1634"/>
              <p:cNvSpPr/>
              <p:nvPr/>
            </p:nvSpPr>
            <p:spPr>
              <a:xfrm>
                <a:off x="298497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h1635"/>
              <p:cNvSpPr/>
              <p:nvPr/>
            </p:nvSpPr>
            <p:spPr>
              <a:xfrm>
                <a:off x="299423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h1636"/>
              <p:cNvSpPr/>
              <p:nvPr/>
            </p:nvSpPr>
            <p:spPr>
              <a:xfrm>
                <a:off x="300350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h1637"/>
              <p:cNvSpPr/>
              <p:nvPr/>
            </p:nvSpPr>
            <p:spPr>
              <a:xfrm>
                <a:off x="301276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h1638"/>
              <p:cNvSpPr/>
              <p:nvPr/>
            </p:nvSpPr>
            <p:spPr>
              <a:xfrm>
                <a:off x="302202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h1639"/>
              <p:cNvSpPr/>
              <p:nvPr/>
            </p:nvSpPr>
            <p:spPr>
              <a:xfrm>
                <a:off x="303128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h1640"/>
              <p:cNvSpPr/>
              <p:nvPr/>
            </p:nvSpPr>
            <p:spPr>
              <a:xfrm>
                <a:off x="304055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h1641"/>
              <p:cNvSpPr/>
              <p:nvPr/>
            </p:nvSpPr>
            <p:spPr>
              <a:xfrm>
                <a:off x="304981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h1642"/>
              <p:cNvSpPr/>
              <p:nvPr/>
            </p:nvSpPr>
            <p:spPr>
              <a:xfrm>
                <a:off x="305907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h1643"/>
              <p:cNvSpPr/>
              <p:nvPr/>
            </p:nvSpPr>
            <p:spPr>
              <a:xfrm>
                <a:off x="306833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h1644"/>
              <p:cNvSpPr/>
              <p:nvPr/>
            </p:nvSpPr>
            <p:spPr>
              <a:xfrm>
                <a:off x="307759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h1645"/>
              <p:cNvSpPr/>
              <p:nvPr/>
            </p:nvSpPr>
            <p:spPr>
              <a:xfrm>
                <a:off x="308686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h1646"/>
              <p:cNvSpPr/>
              <p:nvPr/>
            </p:nvSpPr>
            <p:spPr>
              <a:xfrm>
                <a:off x="309612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h1647"/>
              <p:cNvSpPr/>
              <p:nvPr/>
            </p:nvSpPr>
            <p:spPr>
              <a:xfrm>
                <a:off x="3105386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h1648"/>
              <p:cNvSpPr/>
              <p:nvPr/>
            </p:nvSpPr>
            <p:spPr>
              <a:xfrm>
                <a:off x="311464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h1649"/>
              <p:cNvSpPr/>
              <p:nvPr/>
            </p:nvSpPr>
            <p:spPr>
              <a:xfrm>
                <a:off x="312391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h1650"/>
              <p:cNvSpPr/>
              <p:nvPr/>
            </p:nvSpPr>
            <p:spPr>
              <a:xfrm>
                <a:off x="313317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h1651"/>
              <p:cNvSpPr/>
              <p:nvPr/>
            </p:nvSpPr>
            <p:spPr>
              <a:xfrm>
                <a:off x="314243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h1652"/>
              <p:cNvSpPr/>
              <p:nvPr/>
            </p:nvSpPr>
            <p:spPr>
              <a:xfrm>
                <a:off x="315169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h1653"/>
              <p:cNvSpPr/>
              <p:nvPr/>
            </p:nvSpPr>
            <p:spPr>
              <a:xfrm>
                <a:off x="3160959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h1654"/>
              <p:cNvSpPr/>
              <p:nvPr/>
            </p:nvSpPr>
            <p:spPr>
              <a:xfrm>
                <a:off x="3170221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h1655"/>
              <p:cNvSpPr/>
              <p:nvPr/>
            </p:nvSpPr>
            <p:spPr>
              <a:xfrm>
                <a:off x="3179483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h1656"/>
              <p:cNvSpPr/>
              <p:nvPr/>
            </p:nvSpPr>
            <p:spPr>
              <a:xfrm>
                <a:off x="3188745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h1657"/>
              <p:cNvSpPr/>
              <p:nvPr/>
            </p:nvSpPr>
            <p:spPr>
              <a:xfrm>
                <a:off x="3198008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h1658"/>
              <p:cNvSpPr/>
              <p:nvPr/>
            </p:nvSpPr>
            <p:spPr>
              <a:xfrm>
                <a:off x="3207270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h1659"/>
              <p:cNvSpPr/>
              <p:nvPr/>
            </p:nvSpPr>
            <p:spPr>
              <a:xfrm>
                <a:off x="3216532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h1660"/>
              <p:cNvSpPr/>
              <p:nvPr/>
            </p:nvSpPr>
            <p:spPr>
              <a:xfrm>
                <a:off x="3225794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h1661"/>
              <p:cNvSpPr/>
              <p:nvPr/>
            </p:nvSpPr>
            <p:spPr>
              <a:xfrm>
                <a:off x="3235057" y="24296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h1662"/>
              <p:cNvSpPr/>
              <p:nvPr/>
            </p:nvSpPr>
            <p:spPr>
              <a:xfrm>
                <a:off x="3244319" y="2446887"/>
                <a:ext cx="9207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79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99" y="897161"/>
                    </a:lnTo>
                    <a:lnTo>
                      <a:pt x="920696" y="897509"/>
                    </a:lnTo>
                    <a:lnTo>
                      <a:pt x="919817" y="900470"/>
                    </a:lnTo>
                    <a:lnTo>
                      <a:pt x="918938" y="903431"/>
                    </a:lnTo>
                    <a:lnTo>
                      <a:pt x="918059" y="906393"/>
                    </a:lnTo>
                    <a:lnTo>
                      <a:pt x="917181" y="909354"/>
                    </a:lnTo>
                    <a:lnTo>
                      <a:pt x="916304" y="912316"/>
                    </a:lnTo>
                    <a:lnTo>
                      <a:pt x="915687" y="914400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h1663"/>
              <p:cNvSpPr/>
              <p:nvPr/>
            </p:nvSpPr>
            <p:spPr>
              <a:xfrm>
                <a:off x="2392195" y="2412410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399"/>
                    </a:moveTo>
                    <a:lnTo>
                      <a:pt x="914399" y="931638"/>
                    </a:lnTo>
                    <a:lnTo>
                      <a:pt x="909402" y="931638"/>
                    </a:lnTo>
                    <a:lnTo>
                      <a:pt x="907264" y="922096"/>
                    </a:lnTo>
                    <a:lnTo>
                      <a:pt x="905787" y="91439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h1664"/>
              <p:cNvSpPr/>
              <p:nvPr/>
            </p:nvSpPr>
            <p:spPr>
              <a:xfrm>
                <a:off x="239219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h1665"/>
              <p:cNvSpPr/>
              <p:nvPr/>
            </p:nvSpPr>
            <p:spPr>
              <a:xfrm>
                <a:off x="24014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h1666"/>
              <p:cNvSpPr/>
              <p:nvPr/>
            </p:nvSpPr>
            <p:spPr>
              <a:xfrm>
                <a:off x="24107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h1667"/>
              <p:cNvSpPr/>
              <p:nvPr/>
            </p:nvSpPr>
            <p:spPr>
              <a:xfrm>
                <a:off x="24199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h1668"/>
              <p:cNvSpPr/>
              <p:nvPr/>
            </p:nvSpPr>
            <p:spPr>
              <a:xfrm>
                <a:off x="24292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h1669"/>
              <p:cNvSpPr/>
              <p:nvPr/>
            </p:nvSpPr>
            <p:spPr>
              <a:xfrm>
                <a:off x="24385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h1670"/>
              <p:cNvSpPr/>
              <p:nvPr/>
            </p:nvSpPr>
            <p:spPr>
              <a:xfrm>
                <a:off x="24477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h1671"/>
              <p:cNvSpPr/>
              <p:nvPr/>
            </p:nvSpPr>
            <p:spPr>
              <a:xfrm>
                <a:off x="24570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h1672"/>
              <p:cNvSpPr/>
              <p:nvPr/>
            </p:nvSpPr>
            <p:spPr>
              <a:xfrm>
                <a:off x="24662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h1673"/>
              <p:cNvSpPr/>
              <p:nvPr/>
            </p:nvSpPr>
            <p:spPr>
              <a:xfrm>
                <a:off x="247555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h1674"/>
              <p:cNvSpPr/>
              <p:nvPr/>
            </p:nvSpPr>
            <p:spPr>
              <a:xfrm>
                <a:off x="24848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h1675"/>
              <p:cNvSpPr/>
              <p:nvPr/>
            </p:nvSpPr>
            <p:spPr>
              <a:xfrm>
                <a:off x="24940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h1676"/>
              <p:cNvSpPr/>
              <p:nvPr/>
            </p:nvSpPr>
            <p:spPr>
              <a:xfrm>
                <a:off x="25033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h1677"/>
              <p:cNvSpPr/>
              <p:nvPr/>
            </p:nvSpPr>
            <p:spPr>
              <a:xfrm>
                <a:off x="25126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h1678"/>
              <p:cNvSpPr/>
              <p:nvPr/>
            </p:nvSpPr>
            <p:spPr>
              <a:xfrm>
                <a:off x="25218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h1679"/>
              <p:cNvSpPr/>
              <p:nvPr/>
            </p:nvSpPr>
            <p:spPr>
              <a:xfrm>
                <a:off x="25311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h1680"/>
              <p:cNvSpPr/>
              <p:nvPr/>
            </p:nvSpPr>
            <p:spPr>
              <a:xfrm>
                <a:off x="25403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h1681"/>
              <p:cNvSpPr/>
              <p:nvPr/>
            </p:nvSpPr>
            <p:spPr>
              <a:xfrm>
                <a:off x="25496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h1682"/>
              <p:cNvSpPr/>
              <p:nvPr/>
            </p:nvSpPr>
            <p:spPr>
              <a:xfrm>
                <a:off x="25589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h1683"/>
              <p:cNvSpPr/>
              <p:nvPr/>
            </p:nvSpPr>
            <p:spPr>
              <a:xfrm>
                <a:off x="25681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h1684"/>
              <p:cNvSpPr/>
              <p:nvPr/>
            </p:nvSpPr>
            <p:spPr>
              <a:xfrm>
                <a:off x="25774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h1685"/>
              <p:cNvSpPr/>
              <p:nvPr/>
            </p:nvSpPr>
            <p:spPr>
              <a:xfrm>
                <a:off x="25867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h1686"/>
              <p:cNvSpPr/>
              <p:nvPr/>
            </p:nvSpPr>
            <p:spPr>
              <a:xfrm>
                <a:off x="25959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h1687"/>
              <p:cNvSpPr/>
              <p:nvPr/>
            </p:nvSpPr>
            <p:spPr>
              <a:xfrm>
                <a:off x="26052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h1688"/>
              <p:cNvSpPr/>
              <p:nvPr/>
            </p:nvSpPr>
            <p:spPr>
              <a:xfrm>
                <a:off x="26144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h1689"/>
              <p:cNvSpPr/>
              <p:nvPr/>
            </p:nvSpPr>
            <p:spPr>
              <a:xfrm>
                <a:off x="26237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h1690"/>
              <p:cNvSpPr/>
              <p:nvPr/>
            </p:nvSpPr>
            <p:spPr>
              <a:xfrm>
                <a:off x="26330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h1691"/>
              <p:cNvSpPr/>
              <p:nvPr/>
            </p:nvSpPr>
            <p:spPr>
              <a:xfrm>
                <a:off x="26422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h1692"/>
              <p:cNvSpPr/>
              <p:nvPr/>
            </p:nvSpPr>
            <p:spPr>
              <a:xfrm>
                <a:off x="26515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h1693"/>
              <p:cNvSpPr/>
              <p:nvPr/>
            </p:nvSpPr>
            <p:spPr>
              <a:xfrm>
                <a:off x="26607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h1694"/>
              <p:cNvSpPr/>
              <p:nvPr/>
            </p:nvSpPr>
            <p:spPr>
              <a:xfrm>
                <a:off x="2670061" y="2429648"/>
                <a:ext cx="9226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4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69" y="897262"/>
                    </a:lnTo>
                    <a:lnTo>
                      <a:pt x="917661" y="897574"/>
                    </a:lnTo>
                    <a:lnTo>
                      <a:pt x="917755" y="897889"/>
                    </a:lnTo>
                    <a:lnTo>
                      <a:pt x="917849" y="898205"/>
                    </a:lnTo>
                    <a:lnTo>
                      <a:pt x="917942" y="898521"/>
                    </a:lnTo>
                    <a:lnTo>
                      <a:pt x="918036" y="898836"/>
                    </a:lnTo>
                    <a:lnTo>
                      <a:pt x="918130" y="899152"/>
                    </a:lnTo>
                    <a:lnTo>
                      <a:pt x="918223" y="899468"/>
                    </a:lnTo>
                    <a:lnTo>
                      <a:pt x="918317" y="899783"/>
                    </a:lnTo>
                    <a:lnTo>
                      <a:pt x="918411" y="900099"/>
                    </a:lnTo>
                    <a:lnTo>
                      <a:pt x="918504" y="900415"/>
                    </a:lnTo>
                    <a:lnTo>
                      <a:pt x="918598" y="900730"/>
                    </a:lnTo>
                    <a:lnTo>
                      <a:pt x="918691" y="901046"/>
                    </a:lnTo>
                    <a:lnTo>
                      <a:pt x="918785" y="901362"/>
                    </a:lnTo>
                    <a:lnTo>
                      <a:pt x="918879" y="901677"/>
                    </a:lnTo>
                    <a:lnTo>
                      <a:pt x="918972" y="901993"/>
                    </a:lnTo>
                    <a:lnTo>
                      <a:pt x="919066" y="902309"/>
                    </a:lnTo>
                    <a:lnTo>
                      <a:pt x="919160" y="902625"/>
                    </a:lnTo>
                    <a:lnTo>
                      <a:pt x="919253" y="902940"/>
                    </a:lnTo>
                    <a:lnTo>
                      <a:pt x="919347" y="903256"/>
                    </a:lnTo>
                    <a:lnTo>
                      <a:pt x="919440" y="903572"/>
                    </a:lnTo>
                    <a:lnTo>
                      <a:pt x="919534" y="903887"/>
                    </a:lnTo>
                    <a:lnTo>
                      <a:pt x="919627" y="904203"/>
                    </a:lnTo>
                    <a:lnTo>
                      <a:pt x="919721" y="904519"/>
                    </a:lnTo>
                    <a:lnTo>
                      <a:pt x="919815" y="904834"/>
                    </a:lnTo>
                    <a:lnTo>
                      <a:pt x="919908" y="905150"/>
                    </a:lnTo>
                    <a:lnTo>
                      <a:pt x="920002" y="905466"/>
                    </a:lnTo>
                    <a:lnTo>
                      <a:pt x="920095" y="905781"/>
                    </a:lnTo>
                    <a:lnTo>
                      <a:pt x="920189" y="906097"/>
                    </a:lnTo>
                    <a:lnTo>
                      <a:pt x="920282" y="906413"/>
                    </a:lnTo>
                    <a:lnTo>
                      <a:pt x="920376" y="906728"/>
                    </a:lnTo>
                    <a:lnTo>
                      <a:pt x="920469" y="907044"/>
                    </a:lnTo>
                    <a:lnTo>
                      <a:pt x="920563" y="907360"/>
                    </a:lnTo>
                    <a:lnTo>
                      <a:pt x="920657" y="907676"/>
                    </a:lnTo>
                    <a:lnTo>
                      <a:pt x="920750" y="907991"/>
                    </a:lnTo>
                    <a:lnTo>
                      <a:pt x="920844" y="908307"/>
                    </a:lnTo>
                    <a:lnTo>
                      <a:pt x="920937" y="908623"/>
                    </a:lnTo>
                    <a:lnTo>
                      <a:pt x="921031" y="908938"/>
                    </a:lnTo>
                    <a:lnTo>
                      <a:pt x="921124" y="909254"/>
                    </a:lnTo>
                    <a:lnTo>
                      <a:pt x="921218" y="909570"/>
                    </a:lnTo>
                    <a:lnTo>
                      <a:pt x="921311" y="909885"/>
                    </a:lnTo>
                    <a:lnTo>
                      <a:pt x="921405" y="910201"/>
                    </a:lnTo>
                    <a:lnTo>
                      <a:pt x="921498" y="910517"/>
                    </a:lnTo>
                    <a:lnTo>
                      <a:pt x="921592" y="910832"/>
                    </a:lnTo>
                    <a:lnTo>
                      <a:pt x="921685" y="911148"/>
                    </a:lnTo>
                    <a:lnTo>
                      <a:pt x="921779" y="911464"/>
                    </a:lnTo>
                    <a:lnTo>
                      <a:pt x="921872" y="911780"/>
                    </a:lnTo>
                    <a:lnTo>
                      <a:pt x="921966" y="912095"/>
                    </a:lnTo>
                    <a:lnTo>
                      <a:pt x="922059" y="912411"/>
                    </a:lnTo>
                    <a:lnTo>
                      <a:pt x="922152" y="912727"/>
                    </a:lnTo>
                    <a:lnTo>
                      <a:pt x="922246" y="913042"/>
                    </a:lnTo>
                    <a:lnTo>
                      <a:pt x="922339" y="913358"/>
                    </a:lnTo>
                    <a:lnTo>
                      <a:pt x="922433" y="913674"/>
                    </a:lnTo>
                    <a:lnTo>
                      <a:pt x="922526" y="913989"/>
                    </a:lnTo>
                    <a:lnTo>
                      <a:pt x="922648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h1695"/>
              <p:cNvSpPr/>
              <p:nvPr/>
            </p:nvSpPr>
            <p:spPr>
              <a:xfrm>
                <a:off x="2716372" y="24124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977" y="931638"/>
                    </a:lnTo>
                    <a:lnTo>
                      <a:pt x="906755" y="927763"/>
                    </a:lnTo>
                    <a:lnTo>
                      <a:pt x="909133" y="917613"/>
                    </a:lnTo>
                    <a:lnTo>
                      <a:pt x="909999" y="91439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h1696"/>
              <p:cNvSpPr/>
              <p:nvPr/>
            </p:nvSpPr>
            <p:spPr>
              <a:xfrm>
                <a:off x="27163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h1697"/>
              <p:cNvSpPr/>
              <p:nvPr/>
            </p:nvSpPr>
            <p:spPr>
              <a:xfrm>
                <a:off x="27256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h1698"/>
              <p:cNvSpPr/>
              <p:nvPr/>
            </p:nvSpPr>
            <p:spPr>
              <a:xfrm>
                <a:off x="27348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h1699"/>
              <p:cNvSpPr/>
              <p:nvPr/>
            </p:nvSpPr>
            <p:spPr>
              <a:xfrm>
                <a:off x="27441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h1700"/>
              <p:cNvSpPr/>
              <p:nvPr/>
            </p:nvSpPr>
            <p:spPr>
              <a:xfrm>
                <a:off x="27534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h1701"/>
              <p:cNvSpPr/>
              <p:nvPr/>
            </p:nvSpPr>
            <p:spPr>
              <a:xfrm>
                <a:off x="27626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h1702"/>
              <p:cNvSpPr/>
              <p:nvPr/>
            </p:nvSpPr>
            <p:spPr>
              <a:xfrm>
                <a:off x="277194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h1703"/>
              <p:cNvSpPr/>
              <p:nvPr/>
            </p:nvSpPr>
            <p:spPr>
              <a:xfrm>
                <a:off x="27812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h1704"/>
              <p:cNvSpPr/>
              <p:nvPr/>
            </p:nvSpPr>
            <p:spPr>
              <a:xfrm>
                <a:off x="27904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h1705"/>
              <p:cNvSpPr/>
              <p:nvPr/>
            </p:nvSpPr>
            <p:spPr>
              <a:xfrm>
                <a:off x="27997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h1706"/>
              <p:cNvSpPr/>
              <p:nvPr/>
            </p:nvSpPr>
            <p:spPr>
              <a:xfrm>
                <a:off x="28089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h1707"/>
              <p:cNvSpPr/>
              <p:nvPr/>
            </p:nvSpPr>
            <p:spPr>
              <a:xfrm>
                <a:off x="28182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h1708"/>
              <p:cNvSpPr/>
              <p:nvPr/>
            </p:nvSpPr>
            <p:spPr>
              <a:xfrm>
                <a:off x="282751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h1709"/>
              <p:cNvSpPr/>
              <p:nvPr/>
            </p:nvSpPr>
            <p:spPr>
              <a:xfrm>
                <a:off x="283678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h1710"/>
              <p:cNvSpPr/>
              <p:nvPr/>
            </p:nvSpPr>
            <p:spPr>
              <a:xfrm>
                <a:off x="284604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h1711"/>
              <p:cNvSpPr/>
              <p:nvPr/>
            </p:nvSpPr>
            <p:spPr>
              <a:xfrm>
                <a:off x="285530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h1712"/>
              <p:cNvSpPr/>
              <p:nvPr/>
            </p:nvSpPr>
            <p:spPr>
              <a:xfrm>
                <a:off x="286456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h1713"/>
              <p:cNvSpPr/>
              <p:nvPr/>
            </p:nvSpPr>
            <p:spPr>
              <a:xfrm>
                <a:off x="287383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h1714"/>
              <p:cNvSpPr/>
              <p:nvPr/>
            </p:nvSpPr>
            <p:spPr>
              <a:xfrm>
                <a:off x="288309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h1715"/>
              <p:cNvSpPr/>
              <p:nvPr/>
            </p:nvSpPr>
            <p:spPr>
              <a:xfrm>
                <a:off x="289235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h1716"/>
              <p:cNvSpPr/>
              <p:nvPr/>
            </p:nvSpPr>
            <p:spPr>
              <a:xfrm>
                <a:off x="290161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h1717"/>
              <p:cNvSpPr/>
              <p:nvPr/>
            </p:nvSpPr>
            <p:spPr>
              <a:xfrm>
                <a:off x="291087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h1718"/>
              <p:cNvSpPr/>
              <p:nvPr/>
            </p:nvSpPr>
            <p:spPr>
              <a:xfrm>
                <a:off x="292014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h1719"/>
              <p:cNvSpPr/>
              <p:nvPr/>
            </p:nvSpPr>
            <p:spPr>
              <a:xfrm>
                <a:off x="292940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h1720"/>
              <p:cNvSpPr/>
              <p:nvPr/>
            </p:nvSpPr>
            <p:spPr>
              <a:xfrm>
                <a:off x="293866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h1721"/>
              <p:cNvSpPr/>
              <p:nvPr/>
            </p:nvSpPr>
            <p:spPr>
              <a:xfrm>
                <a:off x="294792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h1722"/>
              <p:cNvSpPr/>
              <p:nvPr/>
            </p:nvSpPr>
            <p:spPr>
              <a:xfrm>
                <a:off x="295719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h1723"/>
              <p:cNvSpPr/>
              <p:nvPr/>
            </p:nvSpPr>
            <p:spPr>
              <a:xfrm>
                <a:off x="296645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h1724"/>
              <p:cNvSpPr/>
              <p:nvPr/>
            </p:nvSpPr>
            <p:spPr>
              <a:xfrm>
                <a:off x="297571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h1725"/>
              <p:cNvSpPr/>
              <p:nvPr/>
            </p:nvSpPr>
            <p:spPr>
              <a:xfrm>
                <a:off x="298497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h1726"/>
              <p:cNvSpPr/>
              <p:nvPr/>
            </p:nvSpPr>
            <p:spPr>
              <a:xfrm>
                <a:off x="299423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h1727"/>
              <p:cNvSpPr/>
              <p:nvPr/>
            </p:nvSpPr>
            <p:spPr>
              <a:xfrm>
                <a:off x="300350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h1728"/>
              <p:cNvSpPr/>
              <p:nvPr/>
            </p:nvSpPr>
            <p:spPr>
              <a:xfrm>
                <a:off x="301276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h1729"/>
              <p:cNvSpPr/>
              <p:nvPr/>
            </p:nvSpPr>
            <p:spPr>
              <a:xfrm>
                <a:off x="302202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h1730"/>
              <p:cNvSpPr/>
              <p:nvPr/>
            </p:nvSpPr>
            <p:spPr>
              <a:xfrm>
                <a:off x="303128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h1731"/>
              <p:cNvSpPr/>
              <p:nvPr/>
            </p:nvSpPr>
            <p:spPr>
              <a:xfrm>
                <a:off x="304055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h1732"/>
              <p:cNvSpPr/>
              <p:nvPr/>
            </p:nvSpPr>
            <p:spPr>
              <a:xfrm>
                <a:off x="304981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h1733"/>
              <p:cNvSpPr/>
              <p:nvPr/>
            </p:nvSpPr>
            <p:spPr>
              <a:xfrm>
                <a:off x="305907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h1734"/>
              <p:cNvSpPr/>
              <p:nvPr/>
            </p:nvSpPr>
            <p:spPr>
              <a:xfrm>
                <a:off x="306833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h1735"/>
              <p:cNvSpPr/>
              <p:nvPr/>
            </p:nvSpPr>
            <p:spPr>
              <a:xfrm>
                <a:off x="307759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h1736"/>
              <p:cNvSpPr/>
              <p:nvPr/>
            </p:nvSpPr>
            <p:spPr>
              <a:xfrm>
                <a:off x="308686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h1737"/>
              <p:cNvSpPr/>
              <p:nvPr/>
            </p:nvSpPr>
            <p:spPr>
              <a:xfrm>
                <a:off x="309612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h1738"/>
              <p:cNvSpPr/>
              <p:nvPr/>
            </p:nvSpPr>
            <p:spPr>
              <a:xfrm>
                <a:off x="3105386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h1739"/>
              <p:cNvSpPr/>
              <p:nvPr/>
            </p:nvSpPr>
            <p:spPr>
              <a:xfrm>
                <a:off x="311464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h1740"/>
              <p:cNvSpPr/>
              <p:nvPr/>
            </p:nvSpPr>
            <p:spPr>
              <a:xfrm>
                <a:off x="312391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h1741"/>
              <p:cNvSpPr/>
              <p:nvPr/>
            </p:nvSpPr>
            <p:spPr>
              <a:xfrm>
                <a:off x="313317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h1742"/>
              <p:cNvSpPr/>
              <p:nvPr/>
            </p:nvSpPr>
            <p:spPr>
              <a:xfrm>
                <a:off x="314243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h1743"/>
              <p:cNvSpPr/>
              <p:nvPr/>
            </p:nvSpPr>
            <p:spPr>
              <a:xfrm>
                <a:off x="315169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h1744"/>
              <p:cNvSpPr/>
              <p:nvPr/>
            </p:nvSpPr>
            <p:spPr>
              <a:xfrm>
                <a:off x="3160959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h1745"/>
              <p:cNvSpPr/>
              <p:nvPr/>
            </p:nvSpPr>
            <p:spPr>
              <a:xfrm>
                <a:off x="3170221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h1746"/>
              <p:cNvSpPr/>
              <p:nvPr/>
            </p:nvSpPr>
            <p:spPr>
              <a:xfrm>
                <a:off x="3179483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h1747"/>
              <p:cNvSpPr/>
              <p:nvPr/>
            </p:nvSpPr>
            <p:spPr>
              <a:xfrm>
                <a:off x="3188745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h1748"/>
              <p:cNvSpPr/>
              <p:nvPr/>
            </p:nvSpPr>
            <p:spPr>
              <a:xfrm>
                <a:off x="3198008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h1749"/>
              <p:cNvSpPr/>
              <p:nvPr/>
            </p:nvSpPr>
            <p:spPr>
              <a:xfrm>
                <a:off x="3207270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h1750"/>
              <p:cNvSpPr/>
              <p:nvPr/>
            </p:nvSpPr>
            <p:spPr>
              <a:xfrm>
                <a:off x="3216532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h1751"/>
              <p:cNvSpPr/>
              <p:nvPr/>
            </p:nvSpPr>
            <p:spPr>
              <a:xfrm>
                <a:off x="3225794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h1752"/>
              <p:cNvSpPr/>
              <p:nvPr/>
            </p:nvSpPr>
            <p:spPr>
              <a:xfrm>
                <a:off x="3235057" y="24124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h1753"/>
              <p:cNvSpPr/>
              <p:nvPr/>
            </p:nvSpPr>
            <p:spPr>
              <a:xfrm>
                <a:off x="3244319" y="24296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769"/>
                    </a:lnTo>
                    <a:lnTo>
                      <a:pt x="923336" y="905864"/>
                    </a:lnTo>
                    <a:lnTo>
                      <a:pt x="922456" y="908825"/>
                    </a:lnTo>
                    <a:lnTo>
                      <a:pt x="921576" y="911786"/>
                    </a:lnTo>
                    <a:lnTo>
                      <a:pt x="920799" y="9144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h1754"/>
              <p:cNvSpPr/>
              <p:nvPr/>
            </p:nvSpPr>
            <p:spPr>
              <a:xfrm>
                <a:off x="3253581" y="2412410"/>
                <a:ext cx="916664" cy="922007"/>
              </a:xfrm>
              <a:custGeom>
                <a:avLst/>
                <a:gdLst/>
                <a:ahLst/>
                <a:cxnLst/>
                <a:rect l="0" t="0" r="0" b="0"/>
                <a:pathLst>
                  <a:path w="916664" h="922007">
                    <a:moveTo>
                      <a:pt x="914400" y="914399"/>
                    </a:moveTo>
                    <a:lnTo>
                      <a:pt x="916664" y="914399"/>
                    </a:lnTo>
                    <a:lnTo>
                      <a:pt x="915836" y="917181"/>
                    </a:lnTo>
                    <a:lnTo>
                      <a:pt x="914955" y="920141"/>
                    </a:lnTo>
                    <a:lnTo>
                      <a:pt x="914400" y="922007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h1755"/>
              <p:cNvSpPr/>
              <p:nvPr/>
            </p:nvSpPr>
            <p:spPr>
              <a:xfrm>
                <a:off x="2382932" y="2395171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925" y="918906"/>
                    </a:lnTo>
                    <a:lnTo>
                      <a:pt x="912335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h1756"/>
              <p:cNvSpPr/>
              <p:nvPr/>
            </p:nvSpPr>
            <p:spPr>
              <a:xfrm>
                <a:off x="23829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49" y="931638"/>
                    </a:lnTo>
                    <a:lnTo>
                      <a:pt x="914583" y="929207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h1757"/>
              <p:cNvSpPr/>
              <p:nvPr/>
            </p:nvSpPr>
            <p:spPr>
              <a:xfrm>
                <a:off x="239219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h1758"/>
              <p:cNvSpPr/>
              <p:nvPr/>
            </p:nvSpPr>
            <p:spPr>
              <a:xfrm>
                <a:off x="24014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h1759"/>
              <p:cNvSpPr/>
              <p:nvPr/>
            </p:nvSpPr>
            <p:spPr>
              <a:xfrm>
                <a:off x="24107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h1760"/>
              <p:cNvSpPr/>
              <p:nvPr/>
            </p:nvSpPr>
            <p:spPr>
              <a:xfrm>
                <a:off x="24199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h1761"/>
              <p:cNvSpPr/>
              <p:nvPr/>
            </p:nvSpPr>
            <p:spPr>
              <a:xfrm>
                <a:off x="24292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h1762"/>
              <p:cNvSpPr/>
              <p:nvPr/>
            </p:nvSpPr>
            <p:spPr>
              <a:xfrm>
                <a:off x="24385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h1763"/>
              <p:cNvSpPr/>
              <p:nvPr/>
            </p:nvSpPr>
            <p:spPr>
              <a:xfrm>
                <a:off x="24477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h1764"/>
              <p:cNvSpPr/>
              <p:nvPr/>
            </p:nvSpPr>
            <p:spPr>
              <a:xfrm>
                <a:off x="24570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h1765"/>
              <p:cNvSpPr/>
              <p:nvPr/>
            </p:nvSpPr>
            <p:spPr>
              <a:xfrm>
                <a:off x="24662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h1766"/>
              <p:cNvSpPr/>
              <p:nvPr/>
            </p:nvSpPr>
            <p:spPr>
              <a:xfrm>
                <a:off x="247555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h1767"/>
              <p:cNvSpPr/>
              <p:nvPr/>
            </p:nvSpPr>
            <p:spPr>
              <a:xfrm>
                <a:off x="24848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h1768"/>
              <p:cNvSpPr/>
              <p:nvPr/>
            </p:nvSpPr>
            <p:spPr>
              <a:xfrm>
                <a:off x="24940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h1769"/>
              <p:cNvSpPr/>
              <p:nvPr/>
            </p:nvSpPr>
            <p:spPr>
              <a:xfrm>
                <a:off x="25033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h1770"/>
              <p:cNvSpPr/>
              <p:nvPr/>
            </p:nvSpPr>
            <p:spPr>
              <a:xfrm>
                <a:off x="25126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h1771"/>
              <p:cNvSpPr/>
              <p:nvPr/>
            </p:nvSpPr>
            <p:spPr>
              <a:xfrm>
                <a:off x="25218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h1772"/>
              <p:cNvSpPr/>
              <p:nvPr/>
            </p:nvSpPr>
            <p:spPr>
              <a:xfrm>
                <a:off x="25311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h1773"/>
              <p:cNvSpPr/>
              <p:nvPr/>
            </p:nvSpPr>
            <p:spPr>
              <a:xfrm>
                <a:off x="25403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h1774"/>
              <p:cNvSpPr/>
              <p:nvPr/>
            </p:nvSpPr>
            <p:spPr>
              <a:xfrm>
                <a:off x="25496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h1775"/>
              <p:cNvSpPr/>
              <p:nvPr/>
            </p:nvSpPr>
            <p:spPr>
              <a:xfrm>
                <a:off x="25589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h1776"/>
              <p:cNvSpPr/>
              <p:nvPr/>
            </p:nvSpPr>
            <p:spPr>
              <a:xfrm>
                <a:off x="25681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h1777"/>
              <p:cNvSpPr/>
              <p:nvPr/>
            </p:nvSpPr>
            <p:spPr>
              <a:xfrm>
                <a:off x="25774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h1778"/>
              <p:cNvSpPr/>
              <p:nvPr/>
            </p:nvSpPr>
            <p:spPr>
              <a:xfrm>
                <a:off x="25867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h1779"/>
              <p:cNvSpPr/>
              <p:nvPr/>
            </p:nvSpPr>
            <p:spPr>
              <a:xfrm>
                <a:off x="25959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h1780"/>
              <p:cNvSpPr/>
              <p:nvPr/>
            </p:nvSpPr>
            <p:spPr>
              <a:xfrm>
                <a:off x="26052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h1781"/>
              <p:cNvSpPr/>
              <p:nvPr/>
            </p:nvSpPr>
            <p:spPr>
              <a:xfrm>
                <a:off x="26144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h1782"/>
              <p:cNvSpPr/>
              <p:nvPr/>
            </p:nvSpPr>
            <p:spPr>
              <a:xfrm>
                <a:off x="26237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h1783"/>
              <p:cNvSpPr/>
              <p:nvPr/>
            </p:nvSpPr>
            <p:spPr>
              <a:xfrm>
                <a:off x="26330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h1784"/>
              <p:cNvSpPr/>
              <p:nvPr/>
            </p:nvSpPr>
            <p:spPr>
              <a:xfrm>
                <a:off x="26422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h1785"/>
              <p:cNvSpPr/>
              <p:nvPr/>
            </p:nvSpPr>
            <p:spPr>
              <a:xfrm>
                <a:off x="26515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h1786"/>
              <p:cNvSpPr/>
              <p:nvPr/>
            </p:nvSpPr>
            <p:spPr>
              <a:xfrm>
                <a:off x="2670061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1802" y="897161"/>
                    </a:lnTo>
                    <a:lnTo>
                      <a:pt x="914400" y="904545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h1787"/>
              <p:cNvSpPr/>
              <p:nvPr/>
            </p:nvSpPr>
            <p:spPr>
              <a:xfrm>
                <a:off x="2670061" y="2412410"/>
                <a:ext cx="91753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37" h="914399">
                    <a:moveTo>
                      <a:pt x="914400" y="914399"/>
                    </a:moveTo>
                    <a:lnTo>
                      <a:pt x="914400" y="904545"/>
                    </a:lnTo>
                    <a:lnTo>
                      <a:pt x="914757" y="905562"/>
                    </a:lnTo>
                    <a:lnTo>
                      <a:pt x="917537" y="91439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h1788"/>
              <p:cNvSpPr/>
              <p:nvPr/>
            </p:nvSpPr>
            <p:spPr>
              <a:xfrm>
                <a:off x="2716372" y="24124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999" y="914399"/>
                    </a:lnTo>
                    <a:lnTo>
                      <a:pt x="911800" y="907715"/>
                    </a:lnTo>
                    <a:lnTo>
                      <a:pt x="914400" y="899231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h1789"/>
              <p:cNvSpPr/>
              <p:nvPr/>
            </p:nvSpPr>
            <p:spPr>
              <a:xfrm>
                <a:off x="2725634" y="23951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70"/>
                    </a:lnTo>
                    <a:lnTo>
                      <a:pt x="905485" y="915336"/>
                    </a:lnTo>
                    <a:lnTo>
                      <a:pt x="905809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h1790"/>
              <p:cNvSpPr/>
              <p:nvPr/>
            </p:nvSpPr>
            <p:spPr>
              <a:xfrm>
                <a:off x="27256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h1791"/>
              <p:cNvSpPr/>
              <p:nvPr/>
            </p:nvSpPr>
            <p:spPr>
              <a:xfrm>
                <a:off x="27348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h1792"/>
              <p:cNvSpPr/>
              <p:nvPr/>
            </p:nvSpPr>
            <p:spPr>
              <a:xfrm>
                <a:off x="27441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h1793"/>
              <p:cNvSpPr/>
              <p:nvPr/>
            </p:nvSpPr>
            <p:spPr>
              <a:xfrm>
                <a:off x="27534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h1794"/>
              <p:cNvSpPr/>
              <p:nvPr/>
            </p:nvSpPr>
            <p:spPr>
              <a:xfrm>
                <a:off x="27626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h1795"/>
              <p:cNvSpPr/>
              <p:nvPr/>
            </p:nvSpPr>
            <p:spPr>
              <a:xfrm>
                <a:off x="277194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h1796"/>
              <p:cNvSpPr/>
              <p:nvPr/>
            </p:nvSpPr>
            <p:spPr>
              <a:xfrm>
                <a:off x="27812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h1797"/>
              <p:cNvSpPr/>
              <p:nvPr/>
            </p:nvSpPr>
            <p:spPr>
              <a:xfrm>
                <a:off x="27904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h1798"/>
              <p:cNvSpPr/>
              <p:nvPr/>
            </p:nvSpPr>
            <p:spPr>
              <a:xfrm>
                <a:off x="27997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h1799"/>
              <p:cNvSpPr/>
              <p:nvPr/>
            </p:nvSpPr>
            <p:spPr>
              <a:xfrm>
                <a:off x="28089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h1800"/>
              <p:cNvSpPr/>
              <p:nvPr/>
            </p:nvSpPr>
            <p:spPr>
              <a:xfrm>
                <a:off x="28182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h1801"/>
              <p:cNvSpPr/>
              <p:nvPr/>
            </p:nvSpPr>
            <p:spPr>
              <a:xfrm>
                <a:off x="28275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h1802"/>
              <p:cNvSpPr/>
              <p:nvPr/>
            </p:nvSpPr>
            <p:spPr>
              <a:xfrm>
                <a:off x="283678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h1803"/>
              <p:cNvSpPr/>
              <p:nvPr/>
            </p:nvSpPr>
            <p:spPr>
              <a:xfrm>
                <a:off x="284604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h1804"/>
              <p:cNvSpPr/>
              <p:nvPr/>
            </p:nvSpPr>
            <p:spPr>
              <a:xfrm>
                <a:off x="285530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h1805"/>
              <p:cNvSpPr/>
              <p:nvPr/>
            </p:nvSpPr>
            <p:spPr>
              <a:xfrm>
                <a:off x="286456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h1806"/>
              <p:cNvSpPr/>
              <p:nvPr/>
            </p:nvSpPr>
            <p:spPr>
              <a:xfrm>
                <a:off x="287383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h1807"/>
              <p:cNvSpPr/>
              <p:nvPr/>
            </p:nvSpPr>
            <p:spPr>
              <a:xfrm>
                <a:off x="288309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h1808"/>
              <p:cNvSpPr/>
              <p:nvPr/>
            </p:nvSpPr>
            <p:spPr>
              <a:xfrm>
                <a:off x="289235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h1809"/>
              <p:cNvSpPr/>
              <p:nvPr/>
            </p:nvSpPr>
            <p:spPr>
              <a:xfrm>
                <a:off x="290161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h1810"/>
              <p:cNvSpPr/>
              <p:nvPr/>
            </p:nvSpPr>
            <p:spPr>
              <a:xfrm>
                <a:off x="291087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h1811"/>
              <p:cNvSpPr/>
              <p:nvPr/>
            </p:nvSpPr>
            <p:spPr>
              <a:xfrm>
                <a:off x="292014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h1812"/>
              <p:cNvSpPr/>
              <p:nvPr/>
            </p:nvSpPr>
            <p:spPr>
              <a:xfrm>
                <a:off x="292940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h1813"/>
              <p:cNvSpPr/>
              <p:nvPr/>
            </p:nvSpPr>
            <p:spPr>
              <a:xfrm>
                <a:off x="293866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h1814"/>
              <p:cNvSpPr/>
              <p:nvPr/>
            </p:nvSpPr>
            <p:spPr>
              <a:xfrm>
                <a:off x="294792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h1815"/>
              <p:cNvSpPr/>
              <p:nvPr/>
            </p:nvSpPr>
            <p:spPr>
              <a:xfrm>
                <a:off x="295719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h1816"/>
              <p:cNvSpPr/>
              <p:nvPr/>
            </p:nvSpPr>
            <p:spPr>
              <a:xfrm>
                <a:off x="296645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h1817"/>
              <p:cNvSpPr/>
              <p:nvPr/>
            </p:nvSpPr>
            <p:spPr>
              <a:xfrm>
                <a:off x="297571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h1818"/>
              <p:cNvSpPr/>
              <p:nvPr/>
            </p:nvSpPr>
            <p:spPr>
              <a:xfrm>
                <a:off x="298497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h1819"/>
              <p:cNvSpPr/>
              <p:nvPr/>
            </p:nvSpPr>
            <p:spPr>
              <a:xfrm>
                <a:off x="299423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h1820"/>
              <p:cNvSpPr/>
              <p:nvPr/>
            </p:nvSpPr>
            <p:spPr>
              <a:xfrm>
                <a:off x="300350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h1821"/>
              <p:cNvSpPr/>
              <p:nvPr/>
            </p:nvSpPr>
            <p:spPr>
              <a:xfrm>
                <a:off x="301276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h1822"/>
              <p:cNvSpPr/>
              <p:nvPr/>
            </p:nvSpPr>
            <p:spPr>
              <a:xfrm>
                <a:off x="302202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h1823"/>
              <p:cNvSpPr/>
              <p:nvPr/>
            </p:nvSpPr>
            <p:spPr>
              <a:xfrm>
                <a:off x="303128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h1824"/>
              <p:cNvSpPr/>
              <p:nvPr/>
            </p:nvSpPr>
            <p:spPr>
              <a:xfrm>
                <a:off x="304055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h1825"/>
              <p:cNvSpPr/>
              <p:nvPr/>
            </p:nvSpPr>
            <p:spPr>
              <a:xfrm>
                <a:off x="304981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h1826"/>
              <p:cNvSpPr/>
              <p:nvPr/>
            </p:nvSpPr>
            <p:spPr>
              <a:xfrm>
                <a:off x="305907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h1827"/>
              <p:cNvSpPr/>
              <p:nvPr/>
            </p:nvSpPr>
            <p:spPr>
              <a:xfrm>
                <a:off x="306833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h1828"/>
              <p:cNvSpPr/>
              <p:nvPr/>
            </p:nvSpPr>
            <p:spPr>
              <a:xfrm>
                <a:off x="307759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h1829"/>
              <p:cNvSpPr/>
              <p:nvPr/>
            </p:nvSpPr>
            <p:spPr>
              <a:xfrm>
                <a:off x="308686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h1830"/>
              <p:cNvSpPr/>
              <p:nvPr/>
            </p:nvSpPr>
            <p:spPr>
              <a:xfrm>
                <a:off x="309612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h1831"/>
              <p:cNvSpPr/>
              <p:nvPr/>
            </p:nvSpPr>
            <p:spPr>
              <a:xfrm>
                <a:off x="3105386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h1832"/>
              <p:cNvSpPr/>
              <p:nvPr/>
            </p:nvSpPr>
            <p:spPr>
              <a:xfrm>
                <a:off x="311464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h1833"/>
              <p:cNvSpPr/>
              <p:nvPr/>
            </p:nvSpPr>
            <p:spPr>
              <a:xfrm>
                <a:off x="312391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h1834"/>
              <p:cNvSpPr/>
              <p:nvPr/>
            </p:nvSpPr>
            <p:spPr>
              <a:xfrm>
                <a:off x="313317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h1835"/>
              <p:cNvSpPr/>
              <p:nvPr/>
            </p:nvSpPr>
            <p:spPr>
              <a:xfrm>
                <a:off x="314243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h1836"/>
              <p:cNvSpPr/>
              <p:nvPr/>
            </p:nvSpPr>
            <p:spPr>
              <a:xfrm>
                <a:off x="315169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h1837"/>
              <p:cNvSpPr/>
              <p:nvPr/>
            </p:nvSpPr>
            <p:spPr>
              <a:xfrm>
                <a:off x="316095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h1838"/>
              <p:cNvSpPr/>
              <p:nvPr/>
            </p:nvSpPr>
            <p:spPr>
              <a:xfrm>
                <a:off x="3170221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h1839"/>
              <p:cNvSpPr/>
              <p:nvPr/>
            </p:nvSpPr>
            <p:spPr>
              <a:xfrm>
                <a:off x="3179483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h1840"/>
              <p:cNvSpPr/>
              <p:nvPr/>
            </p:nvSpPr>
            <p:spPr>
              <a:xfrm>
                <a:off x="3188745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h1841"/>
              <p:cNvSpPr/>
              <p:nvPr/>
            </p:nvSpPr>
            <p:spPr>
              <a:xfrm>
                <a:off x="3198008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h1842"/>
              <p:cNvSpPr/>
              <p:nvPr/>
            </p:nvSpPr>
            <p:spPr>
              <a:xfrm>
                <a:off x="3207270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h1843"/>
              <p:cNvSpPr/>
              <p:nvPr/>
            </p:nvSpPr>
            <p:spPr>
              <a:xfrm>
                <a:off x="3216532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h1844"/>
              <p:cNvSpPr/>
              <p:nvPr/>
            </p:nvSpPr>
            <p:spPr>
              <a:xfrm>
                <a:off x="3225794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h1845"/>
              <p:cNvSpPr/>
              <p:nvPr/>
            </p:nvSpPr>
            <p:spPr>
              <a:xfrm>
                <a:off x="3235057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h1846"/>
              <p:cNvSpPr/>
              <p:nvPr/>
            </p:nvSpPr>
            <p:spPr>
              <a:xfrm>
                <a:off x="3244319" y="23951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h1847"/>
              <p:cNvSpPr/>
              <p:nvPr/>
            </p:nvSpPr>
            <p:spPr>
              <a:xfrm>
                <a:off x="3253581" y="2412410"/>
                <a:ext cx="9218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0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1805" y="897161"/>
                    </a:lnTo>
                    <a:lnTo>
                      <a:pt x="921131" y="899417"/>
                    </a:lnTo>
                    <a:lnTo>
                      <a:pt x="920248" y="902378"/>
                    </a:lnTo>
                    <a:lnTo>
                      <a:pt x="919365" y="905338"/>
                    </a:lnTo>
                    <a:lnTo>
                      <a:pt x="918482" y="908299"/>
                    </a:lnTo>
                    <a:lnTo>
                      <a:pt x="917599" y="911259"/>
                    </a:lnTo>
                    <a:lnTo>
                      <a:pt x="916717" y="914220"/>
                    </a:lnTo>
                    <a:lnTo>
                      <a:pt x="916664" y="91439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h1848"/>
              <p:cNvSpPr/>
              <p:nvPr/>
            </p:nvSpPr>
            <p:spPr>
              <a:xfrm>
                <a:off x="2382932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5" y="931638"/>
                    </a:lnTo>
                    <a:lnTo>
                      <a:pt x="911557" y="925697"/>
                    </a:lnTo>
                    <a:lnTo>
                      <a:pt x="910482" y="915130"/>
                    </a:lnTo>
                    <a:lnTo>
                      <a:pt x="910429" y="91439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h1849"/>
              <p:cNvSpPr/>
              <p:nvPr/>
            </p:nvSpPr>
            <p:spPr>
              <a:xfrm>
                <a:off x="23829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h1850"/>
              <p:cNvSpPr/>
              <p:nvPr/>
            </p:nvSpPr>
            <p:spPr>
              <a:xfrm>
                <a:off x="239219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h1851"/>
              <p:cNvSpPr/>
              <p:nvPr/>
            </p:nvSpPr>
            <p:spPr>
              <a:xfrm>
                <a:off x="24014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h1852"/>
              <p:cNvSpPr/>
              <p:nvPr/>
            </p:nvSpPr>
            <p:spPr>
              <a:xfrm>
                <a:off x="24107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h1853"/>
              <p:cNvSpPr/>
              <p:nvPr/>
            </p:nvSpPr>
            <p:spPr>
              <a:xfrm>
                <a:off x="24199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h1854"/>
              <p:cNvSpPr/>
              <p:nvPr/>
            </p:nvSpPr>
            <p:spPr>
              <a:xfrm>
                <a:off x="24292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h1855"/>
              <p:cNvSpPr/>
              <p:nvPr/>
            </p:nvSpPr>
            <p:spPr>
              <a:xfrm>
                <a:off x="24385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h1856"/>
              <p:cNvSpPr/>
              <p:nvPr/>
            </p:nvSpPr>
            <p:spPr>
              <a:xfrm>
                <a:off x="24477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h1857"/>
              <p:cNvSpPr/>
              <p:nvPr/>
            </p:nvSpPr>
            <p:spPr>
              <a:xfrm>
                <a:off x="24570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h1858"/>
              <p:cNvSpPr/>
              <p:nvPr/>
            </p:nvSpPr>
            <p:spPr>
              <a:xfrm>
                <a:off x="24662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h1859"/>
              <p:cNvSpPr/>
              <p:nvPr/>
            </p:nvSpPr>
            <p:spPr>
              <a:xfrm>
                <a:off x="247555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h1860"/>
              <p:cNvSpPr/>
              <p:nvPr/>
            </p:nvSpPr>
            <p:spPr>
              <a:xfrm>
                <a:off x="24848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h1861"/>
              <p:cNvSpPr/>
              <p:nvPr/>
            </p:nvSpPr>
            <p:spPr>
              <a:xfrm>
                <a:off x="24940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h1862"/>
              <p:cNvSpPr/>
              <p:nvPr/>
            </p:nvSpPr>
            <p:spPr>
              <a:xfrm>
                <a:off x="25033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h1863"/>
              <p:cNvSpPr/>
              <p:nvPr/>
            </p:nvSpPr>
            <p:spPr>
              <a:xfrm>
                <a:off x="25126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h1864"/>
              <p:cNvSpPr/>
              <p:nvPr/>
            </p:nvSpPr>
            <p:spPr>
              <a:xfrm>
                <a:off x="25218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h1865"/>
              <p:cNvSpPr/>
              <p:nvPr/>
            </p:nvSpPr>
            <p:spPr>
              <a:xfrm>
                <a:off x="25311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h1866"/>
              <p:cNvSpPr/>
              <p:nvPr/>
            </p:nvSpPr>
            <p:spPr>
              <a:xfrm>
                <a:off x="25403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h1867"/>
              <p:cNvSpPr/>
              <p:nvPr/>
            </p:nvSpPr>
            <p:spPr>
              <a:xfrm>
                <a:off x="25496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h1868"/>
              <p:cNvSpPr/>
              <p:nvPr/>
            </p:nvSpPr>
            <p:spPr>
              <a:xfrm>
                <a:off x="25589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h1869"/>
              <p:cNvSpPr/>
              <p:nvPr/>
            </p:nvSpPr>
            <p:spPr>
              <a:xfrm>
                <a:off x="25681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h1870"/>
              <p:cNvSpPr/>
              <p:nvPr/>
            </p:nvSpPr>
            <p:spPr>
              <a:xfrm>
                <a:off x="25774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h1871"/>
              <p:cNvSpPr/>
              <p:nvPr/>
            </p:nvSpPr>
            <p:spPr>
              <a:xfrm>
                <a:off x="25867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h1872"/>
              <p:cNvSpPr/>
              <p:nvPr/>
            </p:nvSpPr>
            <p:spPr>
              <a:xfrm>
                <a:off x="25959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h1873"/>
              <p:cNvSpPr/>
              <p:nvPr/>
            </p:nvSpPr>
            <p:spPr>
              <a:xfrm>
                <a:off x="26052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h1874"/>
              <p:cNvSpPr/>
              <p:nvPr/>
            </p:nvSpPr>
            <p:spPr>
              <a:xfrm>
                <a:off x="26144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h1875"/>
              <p:cNvSpPr/>
              <p:nvPr/>
            </p:nvSpPr>
            <p:spPr>
              <a:xfrm>
                <a:off x="26237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h1876"/>
              <p:cNvSpPr/>
              <p:nvPr/>
            </p:nvSpPr>
            <p:spPr>
              <a:xfrm>
                <a:off x="26330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h1877"/>
              <p:cNvSpPr/>
              <p:nvPr/>
            </p:nvSpPr>
            <p:spPr>
              <a:xfrm>
                <a:off x="26422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h1878"/>
              <p:cNvSpPr/>
              <p:nvPr/>
            </p:nvSpPr>
            <p:spPr>
              <a:xfrm>
                <a:off x="26515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h1879"/>
              <p:cNvSpPr/>
              <p:nvPr/>
            </p:nvSpPr>
            <p:spPr>
              <a:xfrm>
                <a:off x="2660799" y="2395171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79" y="897161"/>
                    </a:lnTo>
                    <a:lnTo>
                      <a:pt x="919224" y="897955"/>
                    </a:lnTo>
                    <a:lnTo>
                      <a:pt x="916989" y="904142"/>
                    </a:lnTo>
                    <a:lnTo>
                      <a:pt x="917694" y="905766"/>
                    </a:lnTo>
                    <a:lnTo>
                      <a:pt x="920972" y="914136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h1880"/>
              <p:cNvSpPr/>
              <p:nvPr/>
            </p:nvSpPr>
            <p:spPr>
              <a:xfrm>
                <a:off x="2725634" y="23779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809" y="931638"/>
                    </a:lnTo>
                    <a:lnTo>
                      <a:pt x="908704" y="923263"/>
                    </a:lnTo>
                    <a:lnTo>
                      <a:pt x="912143" y="91439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h1881"/>
              <p:cNvSpPr/>
              <p:nvPr/>
            </p:nvSpPr>
            <p:spPr>
              <a:xfrm>
                <a:off x="27256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h1882"/>
              <p:cNvSpPr/>
              <p:nvPr/>
            </p:nvSpPr>
            <p:spPr>
              <a:xfrm>
                <a:off x="27348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h1883"/>
              <p:cNvSpPr/>
              <p:nvPr/>
            </p:nvSpPr>
            <p:spPr>
              <a:xfrm>
                <a:off x="27441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h1884"/>
              <p:cNvSpPr/>
              <p:nvPr/>
            </p:nvSpPr>
            <p:spPr>
              <a:xfrm>
                <a:off x="27534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h1885"/>
              <p:cNvSpPr/>
              <p:nvPr/>
            </p:nvSpPr>
            <p:spPr>
              <a:xfrm>
                <a:off x="27626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h1886"/>
              <p:cNvSpPr/>
              <p:nvPr/>
            </p:nvSpPr>
            <p:spPr>
              <a:xfrm>
                <a:off x="277194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h1887"/>
              <p:cNvSpPr/>
              <p:nvPr/>
            </p:nvSpPr>
            <p:spPr>
              <a:xfrm>
                <a:off x="27812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h1888"/>
              <p:cNvSpPr/>
              <p:nvPr/>
            </p:nvSpPr>
            <p:spPr>
              <a:xfrm>
                <a:off x="27904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h1889"/>
              <p:cNvSpPr/>
              <p:nvPr/>
            </p:nvSpPr>
            <p:spPr>
              <a:xfrm>
                <a:off x="27997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h1890"/>
              <p:cNvSpPr/>
              <p:nvPr/>
            </p:nvSpPr>
            <p:spPr>
              <a:xfrm>
                <a:off x="28089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h1891"/>
              <p:cNvSpPr/>
              <p:nvPr/>
            </p:nvSpPr>
            <p:spPr>
              <a:xfrm>
                <a:off x="28182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h1892"/>
              <p:cNvSpPr/>
              <p:nvPr/>
            </p:nvSpPr>
            <p:spPr>
              <a:xfrm>
                <a:off x="28275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h1893"/>
              <p:cNvSpPr/>
              <p:nvPr/>
            </p:nvSpPr>
            <p:spPr>
              <a:xfrm>
                <a:off x="283678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h1894"/>
              <p:cNvSpPr/>
              <p:nvPr/>
            </p:nvSpPr>
            <p:spPr>
              <a:xfrm>
                <a:off x="284604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h1895"/>
              <p:cNvSpPr/>
              <p:nvPr/>
            </p:nvSpPr>
            <p:spPr>
              <a:xfrm>
                <a:off x="285530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h1896"/>
              <p:cNvSpPr/>
              <p:nvPr/>
            </p:nvSpPr>
            <p:spPr>
              <a:xfrm>
                <a:off x="286456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h1897"/>
              <p:cNvSpPr/>
              <p:nvPr/>
            </p:nvSpPr>
            <p:spPr>
              <a:xfrm>
                <a:off x="287383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h1898"/>
              <p:cNvSpPr/>
              <p:nvPr/>
            </p:nvSpPr>
            <p:spPr>
              <a:xfrm>
                <a:off x="288309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h1899"/>
              <p:cNvSpPr/>
              <p:nvPr/>
            </p:nvSpPr>
            <p:spPr>
              <a:xfrm>
                <a:off x="289235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h1900"/>
              <p:cNvSpPr/>
              <p:nvPr/>
            </p:nvSpPr>
            <p:spPr>
              <a:xfrm>
                <a:off x="290161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h1901"/>
              <p:cNvSpPr/>
              <p:nvPr/>
            </p:nvSpPr>
            <p:spPr>
              <a:xfrm>
                <a:off x="291087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h1902"/>
              <p:cNvSpPr/>
              <p:nvPr/>
            </p:nvSpPr>
            <p:spPr>
              <a:xfrm>
                <a:off x="292014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h1903"/>
              <p:cNvSpPr/>
              <p:nvPr/>
            </p:nvSpPr>
            <p:spPr>
              <a:xfrm>
                <a:off x="292940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h1904"/>
              <p:cNvSpPr/>
              <p:nvPr/>
            </p:nvSpPr>
            <p:spPr>
              <a:xfrm>
                <a:off x="293866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h1905"/>
              <p:cNvSpPr/>
              <p:nvPr/>
            </p:nvSpPr>
            <p:spPr>
              <a:xfrm>
                <a:off x="294792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h1906"/>
              <p:cNvSpPr/>
              <p:nvPr/>
            </p:nvSpPr>
            <p:spPr>
              <a:xfrm>
                <a:off x="295719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h1907"/>
              <p:cNvSpPr/>
              <p:nvPr/>
            </p:nvSpPr>
            <p:spPr>
              <a:xfrm>
                <a:off x="296645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h1908"/>
              <p:cNvSpPr/>
              <p:nvPr/>
            </p:nvSpPr>
            <p:spPr>
              <a:xfrm>
                <a:off x="297571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h1909"/>
              <p:cNvSpPr/>
              <p:nvPr/>
            </p:nvSpPr>
            <p:spPr>
              <a:xfrm>
                <a:off x="298497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h1910"/>
              <p:cNvSpPr/>
              <p:nvPr/>
            </p:nvSpPr>
            <p:spPr>
              <a:xfrm>
                <a:off x="299423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h1911"/>
              <p:cNvSpPr/>
              <p:nvPr/>
            </p:nvSpPr>
            <p:spPr>
              <a:xfrm>
                <a:off x="300350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h1912"/>
              <p:cNvSpPr/>
              <p:nvPr/>
            </p:nvSpPr>
            <p:spPr>
              <a:xfrm>
                <a:off x="301276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h1913"/>
              <p:cNvSpPr/>
              <p:nvPr/>
            </p:nvSpPr>
            <p:spPr>
              <a:xfrm>
                <a:off x="302202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h1914"/>
              <p:cNvSpPr/>
              <p:nvPr/>
            </p:nvSpPr>
            <p:spPr>
              <a:xfrm>
                <a:off x="303128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h1915"/>
              <p:cNvSpPr/>
              <p:nvPr/>
            </p:nvSpPr>
            <p:spPr>
              <a:xfrm>
                <a:off x="304055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h1916"/>
              <p:cNvSpPr/>
              <p:nvPr/>
            </p:nvSpPr>
            <p:spPr>
              <a:xfrm>
                <a:off x="304981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h1917"/>
              <p:cNvSpPr/>
              <p:nvPr/>
            </p:nvSpPr>
            <p:spPr>
              <a:xfrm>
                <a:off x="305907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h1918"/>
              <p:cNvSpPr/>
              <p:nvPr/>
            </p:nvSpPr>
            <p:spPr>
              <a:xfrm>
                <a:off x="306833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h1919"/>
              <p:cNvSpPr/>
              <p:nvPr/>
            </p:nvSpPr>
            <p:spPr>
              <a:xfrm>
                <a:off x="307759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h1920"/>
              <p:cNvSpPr/>
              <p:nvPr/>
            </p:nvSpPr>
            <p:spPr>
              <a:xfrm>
                <a:off x="308686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h1921"/>
              <p:cNvSpPr/>
              <p:nvPr/>
            </p:nvSpPr>
            <p:spPr>
              <a:xfrm>
                <a:off x="309612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h1922"/>
              <p:cNvSpPr/>
              <p:nvPr/>
            </p:nvSpPr>
            <p:spPr>
              <a:xfrm>
                <a:off x="3105386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h1923"/>
              <p:cNvSpPr/>
              <p:nvPr/>
            </p:nvSpPr>
            <p:spPr>
              <a:xfrm>
                <a:off x="311464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h1924"/>
              <p:cNvSpPr/>
              <p:nvPr/>
            </p:nvSpPr>
            <p:spPr>
              <a:xfrm>
                <a:off x="312391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h1925"/>
              <p:cNvSpPr/>
              <p:nvPr/>
            </p:nvSpPr>
            <p:spPr>
              <a:xfrm>
                <a:off x="313317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h1926"/>
              <p:cNvSpPr/>
              <p:nvPr/>
            </p:nvSpPr>
            <p:spPr>
              <a:xfrm>
                <a:off x="314243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h1927"/>
              <p:cNvSpPr/>
              <p:nvPr/>
            </p:nvSpPr>
            <p:spPr>
              <a:xfrm>
                <a:off x="315169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h1928"/>
              <p:cNvSpPr/>
              <p:nvPr/>
            </p:nvSpPr>
            <p:spPr>
              <a:xfrm>
                <a:off x="316095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h1929"/>
              <p:cNvSpPr/>
              <p:nvPr/>
            </p:nvSpPr>
            <p:spPr>
              <a:xfrm>
                <a:off x="3170221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h1930"/>
              <p:cNvSpPr/>
              <p:nvPr/>
            </p:nvSpPr>
            <p:spPr>
              <a:xfrm>
                <a:off x="3179483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h1931"/>
              <p:cNvSpPr/>
              <p:nvPr/>
            </p:nvSpPr>
            <p:spPr>
              <a:xfrm>
                <a:off x="3188745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h1932"/>
              <p:cNvSpPr/>
              <p:nvPr/>
            </p:nvSpPr>
            <p:spPr>
              <a:xfrm>
                <a:off x="3198008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h1933"/>
              <p:cNvSpPr/>
              <p:nvPr/>
            </p:nvSpPr>
            <p:spPr>
              <a:xfrm>
                <a:off x="3207270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h1934"/>
              <p:cNvSpPr/>
              <p:nvPr/>
            </p:nvSpPr>
            <p:spPr>
              <a:xfrm>
                <a:off x="3216532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h1935"/>
              <p:cNvSpPr/>
              <p:nvPr/>
            </p:nvSpPr>
            <p:spPr>
              <a:xfrm>
                <a:off x="3225794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h1936"/>
              <p:cNvSpPr/>
              <p:nvPr/>
            </p:nvSpPr>
            <p:spPr>
              <a:xfrm>
                <a:off x="3235057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h1937"/>
              <p:cNvSpPr/>
              <p:nvPr/>
            </p:nvSpPr>
            <p:spPr>
              <a:xfrm>
                <a:off x="3244319" y="23779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h1938"/>
              <p:cNvSpPr/>
              <p:nvPr/>
            </p:nvSpPr>
            <p:spPr>
              <a:xfrm>
                <a:off x="3253581" y="23951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86"/>
                    </a:lnTo>
                    <a:lnTo>
                      <a:pt x="922900" y="910735"/>
                    </a:lnTo>
                    <a:lnTo>
                      <a:pt x="922015" y="913695"/>
                    </a:lnTo>
                    <a:lnTo>
                      <a:pt x="921805" y="914400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h1939"/>
              <p:cNvSpPr/>
              <p:nvPr/>
            </p:nvSpPr>
            <p:spPr>
              <a:xfrm>
                <a:off x="3262843" y="2377933"/>
                <a:ext cx="919168" cy="925424"/>
              </a:xfrm>
              <a:custGeom>
                <a:avLst/>
                <a:gdLst/>
                <a:ahLst/>
                <a:cxnLst/>
                <a:rect l="0" t="0" r="0" b="0"/>
                <a:pathLst>
                  <a:path w="919168" h="925424">
                    <a:moveTo>
                      <a:pt x="914400" y="914399"/>
                    </a:moveTo>
                    <a:lnTo>
                      <a:pt x="919168" y="914399"/>
                    </a:lnTo>
                    <a:lnTo>
                      <a:pt x="917734" y="916810"/>
                    </a:lnTo>
                    <a:lnTo>
                      <a:pt x="916862" y="918274"/>
                    </a:lnTo>
                    <a:lnTo>
                      <a:pt x="916642" y="918831"/>
                    </a:lnTo>
                    <a:lnTo>
                      <a:pt x="915890" y="920727"/>
                    </a:lnTo>
                    <a:lnTo>
                      <a:pt x="915541" y="921608"/>
                    </a:lnTo>
                    <a:lnTo>
                      <a:pt x="915407" y="922054"/>
                    </a:lnTo>
                    <a:lnTo>
                      <a:pt x="914522" y="925014"/>
                    </a:lnTo>
                    <a:lnTo>
                      <a:pt x="914400" y="925424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h1940"/>
              <p:cNvSpPr/>
              <p:nvPr/>
            </p:nvSpPr>
            <p:spPr>
              <a:xfrm>
                <a:off x="2382932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29" y="931638"/>
                    </a:lnTo>
                    <a:lnTo>
                      <a:pt x="909704" y="921713"/>
                    </a:lnTo>
                    <a:lnTo>
                      <a:pt x="909377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h1941"/>
              <p:cNvSpPr/>
              <p:nvPr/>
            </p:nvSpPr>
            <p:spPr>
              <a:xfrm>
                <a:off x="23829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h1942"/>
              <p:cNvSpPr/>
              <p:nvPr/>
            </p:nvSpPr>
            <p:spPr>
              <a:xfrm>
                <a:off x="239219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h1943"/>
              <p:cNvSpPr/>
              <p:nvPr/>
            </p:nvSpPr>
            <p:spPr>
              <a:xfrm>
                <a:off x="24014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h1944"/>
              <p:cNvSpPr/>
              <p:nvPr/>
            </p:nvSpPr>
            <p:spPr>
              <a:xfrm>
                <a:off x="24107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h1945"/>
              <p:cNvSpPr/>
              <p:nvPr/>
            </p:nvSpPr>
            <p:spPr>
              <a:xfrm>
                <a:off x="24199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h1946"/>
              <p:cNvSpPr/>
              <p:nvPr/>
            </p:nvSpPr>
            <p:spPr>
              <a:xfrm>
                <a:off x="24292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h1947"/>
              <p:cNvSpPr/>
              <p:nvPr/>
            </p:nvSpPr>
            <p:spPr>
              <a:xfrm>
                <a:off x="24385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h1948"/>
              <p:cNvSpPr/>
              <p:nvPr/>
            </p:nvSpPr>
            <p:spPr>
              <a:xfrm>
                <a:off x="24477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h1949"/>
              <p:cNvSpPr/>
              <p:nvPr/>
            </p:nvSpPr>
            <p:spPr>
              <a:xfrm>
                <a:off x="24570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h1950"/>
              <p:cNvSpPr/>
              <p:nvPr/>
            </p:nvSpPr>
            <p:spPr>
              <a:xfrm>
                <a:off x="24662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h1951"/>
              <p:cNvSpPr/>
              <p:nvPr/>
            </p:nvSpPr>
            <p:spPr>
              <a:xfrm>
                <a:off x="247555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h1952"/>
              <p:cNvSpPr/>
              <p:nvPr/>
            </p:nvSpPr>
            <p:spPr>
              <a:xfrm>
                <a:off x="24848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h1953"/>
              <p:cNvSpPr/>
              <p:nvPr/>
            </p:nvSpPr>
            <p:spPr>
              <a:xfrm>
                <a:off x="24940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h1954"/>
              <p:cNvSpPr/>
              <p:nvPr/>
            </p:nvSpPr>
            <p:spPr>
              <a:xfrm>
                <a:off x="25033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h1955"/>
              <p:cNvSpPr/>
              <p:nvPr/>
            </p:nvSpPr>
            <p:spPr>
              <a:xfrm>
                <a:off x="25126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h1956"/>
              <p:cNvSpPr/>
              <p:nvPr/>
            </p:nvSpPr>
            <p:spPr>
              <a:xfrm>
                <a:off x="25218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h1957"/>
              <p:cNvSpPr/>
              <p:nvPr/>
            </p:nvSpPr>
            <p:spPr>
              <a:xfrm>
                <a:off x="25311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h1958"/>
              <p:cNvSpPr/>
              <p:nvPr/>
            </p:nvSpPr>
            <p:spPr>
              <a:xfrm>
                <a:off x="25403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h1959"/>
              <p:cNvSpPr/>
              <p:nvPr/>
            </p:nvSpPr>
            <p:spPr>
              <a:xfrm>
                <a:off x="25496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h1960"/>
              <p:cNvSpPr/>
              <p:nvPr/>
            </p:nvSpPr>
            <p:spPr>
              <a:xfrm>
                <a:off x="25589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h1961"/>
              <p:cNvSpPr/>
              <p:nvPr/>
            </p:nvSpPr>
            <p:spPr>
              <a:xfrm>
                <a:off x="25681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h1962"/>
              <p:cNvSpPr/>
              <p:nvPr/>
            </p:nvSpPr>
            <p:spPr>
              <a:xfrm>
                <a:off x="25774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h1963"/>
              <p:cNvSpPr/>
              <p:nvPr/>
            </p:nvSpPr>
            <p:spPr>
              <a:xfrm>
                <a:off x="25867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h1964"/>
              <p:cNvSpPr/>
              <p:nvPr/>
            </p:nvSpPr>
            <p:spPr>
              <a:xfrm>
                <a:off x="25959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h1965"/>
              <p:cNvSpPr/>
              <p:nvPr/>
            </p:nvSpPr>
            <p:spPr>
              <a:xfrm>
                <a:off x="26052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h1966"/>
              <p:cNvSpPr/>
              <p:nvPr/>
            </p:nvSpPr>
            <p:spPr>
              <a:xfrm>
                <a:off x="26144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h1967"/>
              <p:cNvSpPr/>
              <p:nvPr/>
            </p:nvSpPr>
            <p:spPr>
              <a:xfrm>
                <a:off x="26237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h1968"/>
              <p:cNvSpPr/>
              <p:nvPr/>
            </p:nvSpPr>
            <p:spPr>
              <a:xfrm>
                <a:off x="26330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h1969"/>
              <p:cNvSpPr/>
              <p:nvPr/>
            </p:nvSpPr>
            <p:spPr>
              <a:xfrm>
                <a:off x="26422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h1970"/>
              <p:cNvSpPr/>
              <p:nvPr/>
            </p:nvSpPr>
            <p:spPr>
              <a:xfrm>
                <a:off x="26515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h1971"/>
              <p:cNvSpPr/>
              <p:nvPr/>
            </p:nvSpPr>
            <p:spPr>
              <a:xfrm>
                <a:off x="2660799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98"/>
                    </a:lnTo>
                    <a:lnTo>
                      <a:pt x="922250" y="905774"/>
                    </a:lnTo>
                    <a:lnTo>
                      <a:pt x="919479" y="91439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h1972"/>
              <p:cNvSpPr/>
              <p:nvPr/>
            </p:nvSpPr>
            <p:spPr>
              <a:xfrm>
                <a:off x="2670061" y="2360695"/>
                <a:ext cx="915431" cy="918036"/>
              </a:xfrm>
              <a:custGeom>
                <a:avLst/>
                <a:gdLst/>
                <a:ahLst/>
                <a:cxnLst/>
                <a:rect l="0" t="0" r="0" b="0"/>
                <a:pathLst>
                  <a:path w="915431" h="918036">
                    <a:moveTo>
                      <a:pt x="914400" y="914400"/>
                    </a:moveTo>
                    <a:lnTo>
                      <a:pt x="915431" y="914400"/>
                    </a:lnTo>
                    <a:lnTo>
                      <a:pt x="914400" y="918036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h1973"/>
              <p:cNvSpPr/>
              <p:nvPr/>
            </p:nvSpPr>
            <p:spPr>
              <a:xfrm>
                <a:off x="2725634" y="23779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87" y="914286"/>
                    </a:lnTo>
                    <a:lnTo>
                      <a:pt x="914400" y="909183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h1974"/>
              <p:cNvSpPr/>
              <p:nvPr/>
            </p:nvSpPr>
            <p:spPr>
              <a:xfrm>
                <a:off x="2734897" y="236069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421"/>
                    </a:lnTo>
                    <a:lnTo>
                      <a:pt x="906660" y="922908"/>
                    </a:lnTo>
                    <a:lnTo>
                      <a:pt x="906796" y="922612"/>
                    </a:lnTo>
                    <a:lnTo>
                      <a:pt x="906933" y="922312"/>
                    </a:lnTo>
                    <a:lnTo>
                      <a:pt x="907070" y="922012"/>
                    </a:lnTo>
                    <a:lnTo>
                      <a:pt x="907208" y="921712"/>
                    </a:lnTo>
                    <a:lnTo>
                      <a:pt x="907345" y="921412"/>
                    </a:lnTo>
                    <a:lnTo>
                      <a:pt x="907482" y="921113"/>
                    </a:lnTo>
                    <a:lnTo>
                      <a:pt x="907619" y="920813"/>
                    </a:lnTo>
                    <a:lnTo>
                      <a:pt x="907757" y="920513"/>
                    </a:lnTo>
                    <a:lnTo>
                      <a:pt x="907894" y="920213"/>
                    </a:lnTo>
                    <a:lnTo>
                      <a:pt x="908031" y="919914"/>
                    </a:lnTo>
                    <a:lnTo>
                      <a:pt x="908169" y="919614"/>
                    </a:lnTo>
                    <a:lnTo>
                      <a:pt x="908306" y="919314"/>
                    </a:lnTo>
                    <a:lnTo>
                      <a:pt x="908443" y="919014"/>
                    </a:lnTo>
                    <a:lnTo>
                      <a:pt x="908581" y="918714"/>
                    </a:lnTo>
                    <a:lnTo>
                      <a:pt x="908718" y="918415"/>
                    </a:lnTo>
                    <a:lnTo>
                      <a:pt x="908855" y="918115"/>
                    </a:lnTo>
                    <a:lnTo>
                      <a:pt x="908993" y="917815"/>
                    </a:lnTo>
                    <a:lnTo>
                      <a:pt x="909130" y="917515"/>
                    </a:lnTo>
                    <a:lnTo>
                      <a:pt x="909267" y="917216"/>
                    </a:lnTo>
                    <a:lnTo>
                      <a:pt x="909405" y="916916"/>
                    </a:lnTo>
                    <a:lnTo>
                      <a:pt x="909542" y="916616"/>
                    </a:lnTo>
                    <a:lnTo>
                      <a:pt x="909679" y="916316"/>
                    </a:lnTo>
                    <a:lnTo>
                      <a:pt x="909817" y="916017"/>
                    </a:lnTo>
                    <a:lnTo>
                      <a:pt x="909954" y="915717"/>
                    </a:lnTo>
                    <a:lnTo>
                      <a:pt x="910091" y="915417"/>
                    </a:lnTo>
                    <a:lnTo>
                      <a:pt x="910229" y="915117"/>
                    </a:lnTo>
                    <a:lnTo>
                      <a:pt x="910366" y="914818"/>
                    </a:lnTo>
                    <a:lnTo>
                      <a:pt x="910558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h1975"/>
              <p:cNvSpPr/>
              <p:nvPr/>
            </p:nvSpPr>
            <p:spPr>
              <a:xfrm>
                <a:off x="27348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h1976"/>
              <p:cNvSpPr/>
              <p:nvPr/>
            </p:nvSpPr>
            <p:spPr>
              <a:xfrm>
                <a:off x="27441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h1977"/>
              <p:cNvSpPr/>
              <p:nvPr/>
            </p:nvSpPr>
            <p:spPr>
              <a:xfrm>
                <a:off x="27534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h1978"/>
              <p:cNvSpPr/>
              <p:nvPr/>
            </p:nvSpPr>
            <p:spPr>
              <a:xfrm>
                <a:off x="27626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h1979"/>
              <p:cNvSpPr/>
              <p:nvPr/>
            </p:nvSpPr>
            <p:spPr>
              <a:xfrm>
                <a:off x="277194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h1980"/>
              <p:cNvSpPr/>
              <p:nvPr/>
            </p:nvSpPr>
            <p:spPr>
              <a:xfrm>
                <a:off x="27812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h1981"/>
              <p:cNvSpPr/>
              <p:nvPr/>
            </p:nvSpPr>
            <p:spPr>
              <a:xfrm>
                <a:off x="27904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h1982"/>
              <p:cNvSpPr/>
              <p:nvPr/>
            </p:nvSpPr>
            <p:spPr>
              <a:xfrm>
                <a:off x="27997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h1983"/>
              <p:cNvSpPr/>
              <p:nvPr/>
            </p:nvSpPr>
            <p:spPr>
              <a:xfrm>
                <a:off x="28089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h1984"/>
              <p:cNvSpPr/>
              <p:nvPr/>
            </p:nvSpPr>
            <p:spPr>
              <a:xfrm>
                <a:off x="28182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h1985"/>
              <p:cNvSpPr/>
              <p:nvPr/>
            </p:nvSpPr>
            <p:spPr>
              <a:xfrm>
                <a:off x="28275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h1986"/>
              <p:cNvSpPr/>
              <p:nvPr/>
            </p:nvSpPr>
            <p:spPr>
              <a:xfrm>
                <a:off x="28367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h1987"/>
              <p:cNvSpPr/>
              <p:nvPr/>
            </p:nvSpPr>
            <p:spPr>
              <a:xfrm>
                <a:off x="284604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h1988"/>
              <p:cNvSpPr/>
              <p:nvPr/>
            </p:nvSpPr>
            <p:spPr>
              <a:xfrm>
                <a:off x="285530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h1989"/>
              <p:cNvSpPr/>
              <p:nvPr/>
            </p:nvSpPr>
            <p:spPr>
              <a:xfrm>
                <a:off x="286456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h1990"/>
              <p:cNvSpPr/>
              <p:nvPr/>
            </p:nvSpPr>
            <p:spPr>
              <a:xfrm>
                <a:off x="287383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h1991"/>
              <p:cNvSpPr/>
              <p:nvPr/>
            </p:nvSpPr>
            <p:spPr>
              <a:xfrm>
                <a:off x="288309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h1992"/>
              <p:cNvSpPr/>
              <p:nvPr/>
            </p:nvSpPr>
            <p:spPr>
              <a:xfrm>
                <a:off x="289235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h1993"/>
              <p:cNvSpPr/>
              <p:nvPr/>
            </p:nvSpPr>
            <p:spPr>
              <a:xfrm>
                <a:off x="290161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h1994"/>
              <p:cNvSpPr/>
              <p:nvPr/>
            </p:nvSpPr>
            <p:spPr>
              <a:xfrm>
                <a:off x="291087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h1995"/>
              <p:cNvSpPr/>
              <p:nvPr/>
            </p:nvSpPr>
            <p:spPr>
              <a:xfrm>
                <a:off x="292014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h1996"/>
              <p:cNvSpPr/>
              <p:nvPr/>
            </p:nvSpPr>
            <p:spPr>
              <a:xfrm>
                <a:off x="292940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h1997"/>
              <p:cNvSpPr/>
              <p:nvPr/>
            </p:nvSpPr>
            <p:spPr>
              <a:xfrm>
                <a:off x="293866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h1998"/>
              <p:cNvSpPr/>
              <p:nvPr/>
            </p:nvSpPr>
            <p:spPr>
              <a:xfrm>
                <a:off x="294792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h1999"/>
              <p:cNvSpPr/>
              <p:nvPr/>
            </p:nvSpPr>
            <p:spPr>
              <a:xfrm>
                <a:off x="295719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h2000"/>
              <p:cNvSpPr/>
              <p:nvPr/>
            </p:nvSpPr>
            <p:spPr>
              <a:xfrm>
                <a:off x="296645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h2001"/>
              <p:cNvSpPr/>
              <p:nvPr/>
            </p:nvSpPr>
            <p:spPr>
              <a:xfrm>
                <a:off x="297571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h2002"/>
              <p:cNvSpPr/>
              <p:nvPr/>
            </p:nvSpPr>
            <p:spPr>
              <a:xfrm>
                <a:off x="298497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h2003"/>
              <p:cNvSpPr/>
              <p:nvPr/>
            </p:nvSpPr>
            <p:spPr>
              <a:xfrm>
                <a:off x="299423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h2004"/>
              <p:cNvSpPr/>
              <p:nvPr/>
            </p:nvSpPr>
            <p:spPr>
              <a:xfrm>
                <a:off x="300350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h2005"/>
              <p:cNvSpPr/>
              <p:nvPr/>
            </p:nvSpPr>
            <p:spPr>
              <a:xfrm>
                <a:off x="301276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h2006"/>
              <p:cNvSpPr/>
              <p:nvPr/>
            </p:nvSpPr>
            <p:spPr>
              <a:xfrm>
                <a:off x="302202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h2007"/>
              <p:cNvSpPr/>
              <p:nvPr/>
            </p:nvSpPr>
            <p:spPr>
              <a:xfrm>
                <a:off x="303128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h2008"/>
              <p:cNvSpPr/>
              <p:nvPr/>
            </p:nvSpPr>
            <p:spPr>
              <a:xfrm>
                <a:off x="304055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h2009"/>
              <p:cNvSpPr/>
              <p:nvPr/>
            </p:nvSpPr>
            <p:spPr>
              <a:xfrm>
                <a:off x="304981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h2010"/>
              <p:cNvSpPr/>
              <p:nvPr/>
            </p:nvSpPr>
            <p:spPr>
              <a:xfrm>
                <a:off x="305907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h2011"/>
              <p:cNvSpPr/>
              <p:nvPr/>
            </p:nvSpPr>
            <p:spPr>
              <a:xfrm>
                <a:off x="306833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h2012"/>
              <p:cNvSpPr/>
              <p:nvPr/>
            </p:nvSpPr>
            <p:spPr>
              <a:xfrm>
                <a:off x="307759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h2013"/>
              <p:cNvSpPr/>
              <p:nvPr/>
            </p:nvSpPr>
            <p:spPr>
              <a:xfrm>
                <a:off x="308686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h2014"/>
              <p:cNvSpPr/>
              <p:nvPr/>
            </p:nvSpPr>
            <p:spPr>
              <a:xfrm>
                <a:off x="309612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h2015"/>
              <p:cNvSpPr/>
              <p:nvPr/>
            </p:nvSpPr>
            <p:spPr>
              <a:xfrm>
                <a:off x="3105386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h2016"/>
              <p:cNvSpPr/>
              <p:nvPr/>
            </p:nvSpPr>
            <p:spPr>
              <a:xfrm>
                <a:off x="311464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h2017"/>
              <p:cNvSpPr/>
              <p:nvPr/>
            </p:nvSpPr>
            <p:spPr>
              <a:xfrm>
                <a:off x="312391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h2018"/>
              <p:cNvSpPr/>
              <p:nvPr/>
            </p:nvSpPr>
            <p:spPr>
              <a:xfrm>
                <a:off x="313317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h2019"/>
              <p:cNvSpPr/>
              <p:nvPr/>
            </p:nvSpPr>
            <p:spPr>
              <a:xfrm>
                <a:off x="314243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h2020"/>
              <p:cNvSpPr/>
              <p:nvPr/>
            </p:nvSpPr>
            <p:spPr>
              <a:xfrm>
                <a:off x="315169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h2021"/>
              <p:cNvSpPr/>
              <p:nvPr/>
            </p:nvSpPr>
            <p:spPr>
              <a:xfrm>
                <a:off x="316095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h2022"/>
              <p:cNvSpPr/>
              <p:nvPr/>
            </p:nvSpPr>
            <p:spPr>
              <a:xfrm>
                <a:off x="317022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h2023"/>
              <p:cNvSpPr/>
              <p:nvPr/>
            </p:nvSpPr>
            <p:spPr>
              <a:xfrm>
                <a:off x="3179483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h2024"/>
              <p:cNvSpPr/>
              <p:nvPr/>
            </p:nvSpPr>
            <p:spPr>
              <a:xfrm>
                <a:off x="3188745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h2025"/>
              <p:cNvSpPr/>
              <p:nvPr/>
            </p:nvSpPr>
            <p:spPr>
              <a:xfrm>
                <a:off x="3198008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h2026"/>
              <p:cNvSpPr/>
              <p:nvPr/>
            </p:nvSpPr>
            <p:spPr>
              <a:xfrm>
                <a:off x="3207270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h2027"/>
              <p:cNvSpPr/>
              <p:nvPr/>
            </p:nvSpPr>
            <p:spPr>
              <a:xfrm>
                <a:off x="3216532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h2028"/>
              <p:cNvSpPr/>
              <p:nvPr/>
            </p:nvSpPr>
            <p:spPr>
              <a:xfrm>
                <a:off x="3225794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h2029"/>
              <p:cNvSpPr/>
              <p:nvPr/>
            </p:nvSpPr>
            <p:spPr>
              <a:xfrm>
                <a:off x="3235057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h2030"/>
              <p:cNvSpPr/>
              <p:nvPr/>
            </p:nvSpPr>
            <p:spPr>
              <a:xfrm>
                <a:off x="3244319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h2031"/>
              <p:cNvSpPr/>
              <p:nvPr/>
            </p:nvSpPr>
            <p:spPr>
              <a:xfrm>
                <a:off x="3253581" y="236069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h2032"/>
              <p:cNvSpPr/>
              <p:nvPr/>
            </p:nvSpPr>
            <p:spPr>
              <a:xfrm>
                <a:off x="3262843" y="23779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856"/>
                    </a:lnTo>
                    <a:lnTo>
                      <a:pt x="922268" y="909195"/>
                    </a:lnTo>
                    <a:lnTo>
                      <a:pt x="920756" y="911733"/>
                    </a:lnTo>
                    <a:lnTo>
                      <a:pt x="919244" y="914271"/>
                    </a:lnTo>
                    <a:lnTo>
                      <a:pt x="919168" y="91439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h2033"/>
              <p:cNvSpPr/>
              <p:nvPr/>
            </p:nvSpPr>
            <p:spPr>
              <a:xfrm>
                <a:off x="3272105" y="2360695"/>
                <a:ext cx="920184" cy="924095"/>
              </a:xfrm>
              <a:custGeom>
                <a:avLst/>
                <a:gdLst/>
                <a:ahLst/>
                <a:cxnLst/>
                <a:rect l="0" t="0" r="0" b="0"/>
                <a:pathLst>
                  <a:path w="920184" h="924095">
                    <a:moveTo>
                      <a:pt x="914400" y="914400"/>
                    </a:moveTo>
                    <a:lnTo>
                      <a:pt x="920184" y="914400"/>
                    </a:lnTo>
                    <a:lnTo>
                      <a:pt x="919059" y="916284"/>
                    </a:lnTo>
                    <a:lnTo>
                      <a:pt x="917545" y="918821"/>
                    </a:lnTo>
                    <a:lnTo>
                      <a:pt x="916031" y="921358"/>
                    </a:lnTo>
                    <a:lnTo>
                      <a:pt x="914518" y="923896"/>
                    </a:lnTo>
                    <a:lnTo>
                      <a:pt x="914400" y="924095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h2034"/>
              <p:cNvSpPr/>
              <p:nvPr/>
            </p:nvSpPr>
            <p:spPr>
              <a:xfrm>
                <a:off x="2382932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377" y="931638"/>
                    </a:lnTo>
                    <a:lnTo>
                      <a:pt x="909224" y="928235"/>
                    </a:lnTo>
                    <a:lnTo>
                      <a:pt x="909045" y="917486"/>
                    </a:lnTo>
                    <a:lnTo>
                      <a:pt x="909079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h2035"/>
              <p:cNvSpPr/>
              <p:nvPr/>
            </p:nvSpPr>
            <p:spPr>
              <a:xfrm>
                <a:off x="23829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h2036"/>
              <p:cNvSpPr/>
              <p:nvPr/>
            </p:nvSpPr>
            <p:spPr>
              <a:xfrm>
                <a:off x="239219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h2037"/>
              <p:cNvSpPr/>
              <p:nvPr/>
            </p:nvSpPr>
            <p:spPr>
              <a:xfrm>
                <a:off x="24014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h2038"/>
              <p:cNvSpPr/>
              <p:nvPr/>
            </p:nvSpPr>
            <p:spPr>
              <a:xfrm>
                <a:off x="24107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h2039"/>
              <p:cNvSpPr/>
              <p:nvPr/>
            </p:nvSpPr>
            <p:spPr>
              <a:xfrm>
                <a:off x="24199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h2040"/>
              <p:cNvSpPr/>
              <p:nvPr/>
            </p:nvSpPr>
            <p:spPr>
              <a:xfrm>
                <a:off x="24292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h2041"/>
              <p:cNvSpPr/>
              <p:nvPr/>
            </p:nvSpPr>
            <p:spPr>
              <a:xfrm>
                <a:off x="24385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h2042"/>
              <p:cNvSpPr/>
              <p:nvPr/>
            </p:nvSpPr>
            <p:spPr>
              <a:xfrm>
                <a:off x="24477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h2043"/>
              <p:cNvSpPr/>
              <p:nvPr/>
            </p:nvSpPr>
            <p:spPr>
              <a:xfrm>
                <a:off x="24570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h2044"/>
              <p:cNvSpPr/>
              <p:nvPr/>
            </p:nvSpPr>
            <p:spPr>
              <a:xfrm>
                <a:off x="24662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h2045"/>
              <p:cNvSpPr/>
              <p:nvPr/>
            </p:nvSpPr>
            <p:spPr>
              <a:xfrm>
                <a:off x="247555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h2046"/>
              <p:cNvSpPr/>
              <p:nvPr/>
            </p:nvSpPr>
            <p:spPr>
              <a:xfrm>
                <a:off x="24848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h2047"/>
              <p:cNvSpPr/>
              <p:nvPr/>
            </p:nvSpPr>
            <p:spPr>
              <a:xfrm>
                <a:off x="24940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h2048"/>
              <p:cNvSpPr/>
              <p:nvPr/>
            </p:nvSpPr>
            <p:spPr>
              <a:xfrm>
                <a:off x="25033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h2049"/>
              <p:cNvSpPr/>
              <p:nvPr/>
            </p:nvSpPr>
            <p:spPr>
              <a:xfrm>
                <a:off x="25126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h2050"/>
              <p:cNvSpPr/>
              <p:nvPr/>
            </p:nvSpPr>
            <p:spPr>
              <a:xfrm>
                <a:off x="25218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h2051"/>
              <p:cNvSpPr/>
              <p:nvPr/>
            </p:nvSpPr>
            <p:spPr>
              <a:xfrm>
                <a:off x="25311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h2052"/>
              <p:cNvSpPr/>
              <p:nvPr/>
            </p:nvSpPr>
            <p:spPr>
              <a:xfrm>
                <a:off x="25403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h2053"/>
              <p:cNvSpPr/>
              <p:nvPr/>
            </p:nvSpPr>
            <p:spPr>
              <a:xfrm>
                <a:off x="25496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h2054"/>
              <p:cNvSpPr/>
              <p:nvPr/>
            </p:nvSpPr>
            <p:spPr>
              <a:xfrm>
                <a:off x="25589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h2055"/>
              <p:cNvSpPr/>
              <p:nvPr/>
            </p:nvSpPr>
            <p:spPr>
              <a:xfrm>
                <a:off x="25681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h2056"/>
              <p:cNvSpPr/>
              <p:nvPr/>
            </p:nvSpPr>
            <p:spPr>
              <a:xfrm>
                <a:off x="25774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h2057"/>
              <p:cNvSpPr/>
              <p:nvPr/>
            </p:nvSpPr>
            <p:spPr>
              <a:xfrm>
                <a:off x="25867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h2058"/>
              <p:cNvSpPr/>
              <p:nvPr/>
            </p:nvSpPr>
            <p:spPr>
              <a:xfrm>
                <a:off x="25959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h2059"/>
              <p:cNvSpPr/>
              <p:nvPr/>
            </p:nvSpPr>
            <p:spPr>
              <a:xfrm>
                <a:off x="26052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h2060"/>
              <p:cNvSpPr/>
              <p:nvPr/>
            </p:nvSpPr>
            <p:spPr>
              <a:xfrm>
                <a:off x="26144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h2061"/>
              <p:cNvSpPr/>
              <p:nvPr/>
            </p:nvSpPr>
            <p:spPr>
              <a:xfrm>
                <a:off x="26237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h2062"/>
              <p:cNvSpPr/>
              <p:nvPr/>
            </p:nvSpPr>
            <p:spPr>
              <a:xfrm>
                <a:off x="26330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h2063"/>
              <p:cNvSpPr/>
              <p:nvPr/>
            </p:nvSpPr>
            <p:spPr>
              <a:xfrm>
                <a:off x="26422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h2064"/>
              <p:cNvSpPr/>
              <p:nvPr/>
            </p:nvSpPr>
            <p:spPr>
              <a:xfrm>
                <a:off x="26515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h2065"/>
              <p:cNvSpPr/>
              <p:nvPr/>
            </p:nvSpPr>
            <p:spPr>
              <a:xfrm>
                <a:off x="26607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h2066"/>
              <p:cNvSpPr/>
              <p:nvPr/>
            </p:nvSpPr>
            <p:spPr>
              <a:xfrm>
                <a:off x="2670061" y="2360695"/>
                <a:ext cx="9195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4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540" y="897161"/>
                    </a:lnTo>
                    <a:lnTo>
                      <a:pt x="918214" y="903345"/>
                    </a:lnTo>
                    <a:lnTo>
                      <a:pt x="915741" y="913308"/>
                    </a:lnTo>
                    <a:lnTo>
                      <a:pt x="915431" y="914400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h2067"/>
              <p:cNvSpPr/>
              <p:nvPr/>
            </p:nvSpPr>
            <p:spPr>
              <a:xfrm>
                <a:off x="2734897" y="23606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558" y="914400"/>
                    </a:lnTo>
                    <a:lnTo>
                      <a:pt x="910641" y="914218"/>
                    </a:lnTo>
                    <a:lnTo>
                      <a:pt x="910778" y="913918"/>
                    </a:lnTo>
                    <a:lnTo>
                      <a:pt x="910916" y="913619"/>
                    </a:lnTo>
                    <a:lnTo>
                      <a:pt x="911053" y="913319"/>
                    </a:lnTo>
                    <a:lnTo>
                      <a:pt x="911191" y="913019"/>
                    </a:lnTo>
                    <a:lnTo>
                      <a:pt x="911328" y="912719"/>
                    </a:lnTo>
                    <a:lnTo>
                      <a:pt x="911466" y="912420"/>
                    </a:lnTo>
                    <a:lnTo>
                      <a:pt x="911603" y="912120"/>
                    </a:lnTo>
                    <a:lnTo>
                      <a:pt x="911741" y="911820"/>
                    </a:lnTo>
                    <a:lnTo>
                      <a:pt x="911878" y="911520"/>
                    </a:lnTo>
                    <a:lnTo>
                      <a:pt x="912015" y="911221"/>
                    </a:lnTo>
                    <a:lnTo>
                      <a:pt x="912153" y="910921"/>
                    </a:lnTo>
                    <a:lnTo>
                      <a:pt x="912290" y="910621"/>
                    </a:lnTo>
                    <a:lnTo>
                      <a:pt x="912428" y="910321"/>
                    </a:lnTo>
                    <a:lnTo>
                      <a:pt x="912565" y="910022"/>
                    </a:lnTo>
                    <a:lnTo>
                      <a:pt x="912703" y="909722"/>
                    </a:lnTo>
                    <a:lnTo>
                      <a:pt x="912840" y="909422"/>
                    </a:lnTo>
                    <a:lnTo>
                      <a:pt x="912978" y="909123"/>
                    </a:lnTo>
                    <a:lnTo>
                      <a:pt x="913115" y="908823"/>
                    </a:lnTo>
                    <a:lnTo>
                      <a:pt x="913253" y="908523"/>
                    </a:lnTo>
                    <a:lnTo>
                      <a:pt x="913391" y="908223"/>
                    </a:lnTo>
                    <a:lnTo>
                      <a:pt x="913528" y="907924"/>
                    </a:lnTo>
                    <a:lnTo>
                      <a:pt x="913666" y="907624"/>
                    </a:lnTo>
                    <a:lnTo>
                      <a:pt x="913803" y="907324"/>
                    </a:lnTo>
                    <a:lnTo>
                      <a:pt x="913941" y="907025"/>
                    </a:lnTo>
                    <a:lnTo>
                      <a:pt x="914078" y="906725"/>
                    </a:lnTo>
                    <a:lnTo>
                      <a:pt x="914216" y="906425"/>
                    </a:lnTo>
                    <a:lnTo>
                      <a:pt x="914400" y="906025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h2068"/>
              <p:cNvSpPr/>
              <p:nvPr/>
            </p:nvSpPr>
            <p:spPr>
              <a:xfrm>
                <a:off x="2744159" y="23434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264"/>
                    </a:lnTo>
                    <a:lnTo>
                      <a:pt x="905229" y="923064"/>
                    </a:lnTo>
                    <a:lnTo>
                      <a:pt x="905366" y="922764"/>
                    </a:lnTo>
                    <a:lnTo>
                      <a:pt x="905504" y="922465"/>
                    </a:lnTo>
                    <a:lnTo>
                      <a:pt x="905642" y="922165"/>
                    </a:lnTo>
                    <a:lnTo>
                      <a:pt x="905779" y="921865"/>
                    </a:lnTo>
                    <a:lnTo>
                      <a:pt x="905917" y="921566"/>
                    </a:lnTo>
                    <a:lnTo>
                      <a:pt x="906054" y="921266"/>
                    </a:lnTo>
                    <a:lnTo>
                      <a:pt x="906192" y="920966"/>
                    </a:lnTo>
                    <a:lnTo>
                      <a:pt x="909361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h2069"/>
              <p:cNvSpPr/>
              <p:nvPr/>
            </p:nvSpPr>
            <p:spPr>
              <a:xfrm>
                <a:off x="27441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h2070"/>
              <p:cNvSpPr/>
              <p:nvPr/>
            </p:nvSpPr>
            <p:spPr>
              <a:xfrm>
                <a:off x="27534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h2071"/>
              <p:cNvSpPr/>
              <p:nvPr/>
            </p:nvSpPr>
            <p:spPr>
              <a:xfrm>
                <a:off x="27626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h2072"/>
              <p:cNvSpPr/>
              <p:nvPr/>
            </p:nvSpPr>
            <p:spPr>
              <a:xfrm>
                <a:off x="277194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h2073"/>
              <p:cNvSpPr/>
              <p:nvPr/>
            </p:nvSpPr>
            <p:spPr>
              <a:xfrm>
                <a:off x="27812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h2074"/>
              <p:cNvSpPr/>
              <p:nvPr/>
            </p:nvSpPr>
            <p:spPr>
              <a:xfrm>
                <a:off x="27904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h2075"/>
              <p:cNvSpPr/>
              <p:nvPr/>
            </p:nvSpPr>
            <p:spPr>
              <a:xfrm>
                <a:off x="27997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h2076"/>
              <p:cNvSpPr/>
              <p:nvPr/>
            </p:nvSpPr>
            <p:spPr>
              <a:xfrm>
                <a:off x="28089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h2077"/>
              <p:cNvSpPr/>
              <p:nvPr/>
            </p:nvSpPr>
            <p:spPr>
              <a:xfrm>
                <a:off x="28182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h2078"/>
              <p:cNvSpPr/>
              <p:nvPr/>
            </p:nvSpPr>
            <p:spPr>
              <a:xfrm>
                <a:off x="28275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h2079"/>
              <p:cNvSpPr/>
              <p:nvPr/>
            </p:nvSpPr>
            <p:spPr>
              <a:xfrm>
                <a:off x="28367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h2080"/>
              <p:cNvSpPr/>
              <p:nvPr/>
            </p:nvSpPr>
            <p:spPr>
              <a:xfrm>
                <a:off x="28460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h2081"/>
              <p:cNvSpPr/>
              <p:nvPr/>
            </p:nvSpPr>
            <p:spPr>
              <a:xfrm>
                <a:off x="285530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h2082"/>
              <p:cNvSpPr/>
              <p:nvPr/>
            </p:nvSpPr>
            <p:spPr>
              <a:xfrm>
                <a:off x="286456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h2083"/>
              <p:cNvSpPr/>
              <p:nvPr/>
            </p:nvSpPr>
            <p:spPr>
              <a:xfrm>
                <a:off x="287383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h2084"/>
              <p:cNvSpPr/>
              <p:nvPr/>
            </p:nvSpPr>
            <p:spPr>
              <a:xfrm>
                <a:off x="288309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h2085"/>
              <p:cNvSpPr/>
              <p:nvPr/>
            </p:nvSpPr>
            <p:spPr>
              <a:xfrm>
                <a:off x="289235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h2086"/>
              <p:cNvSpPr/>
              <p:nvPr/>
            </p:nvSpPr>
            <p:spPr>
              <a:xfrm>
                <a:off x="290161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h2087"/>
              <p:cNvSpPr/>
              <p:nvPr/>
            </p:nvSpPr>
            <p:spPr>
              <a:xfrm>
                <a:off x="291087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h2088"/>
              <p:cNvSpPr/>
              <p:nvPr/>
            </p:nvSpPr>
            <p:spPr>
              <a:xfrm>
                <a:off x="292014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h2089"/>
              <p:cNvSpPr/>
              <p:nvPr/>
            </p:nvSpPr>
            <p:spPr>
              <a:xfrm>
                <a:off x="292940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h2090"/>
              <p:cNvSpPr/>
              <p:nvPr/>
            </p:nvSpPr>
            <p:spPr>
              <a:xfrm>
                <a:off x="293866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h2091"/>
              <p:cNvSpPr/>
              <p:nvPr/>
            </p:nvSpPr>
            <p:spPr>
              <a:xfrm>
                <a:off x="294792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h2092"/>
              <p:cNvSpPr/>
              <p:nvPr/>
            </p:nvSpPr>
            <p:spPr>
              <a:xfrm>
                <a:off x="295719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h2093"/>
              <p:cNvSpPr/>
              <p:nvPr/>
            </p:nvSpPr>
            <p:spPr>
              <a:xfrm>
                <a:off x="296645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h2094"/>
              <p:cNvSpPr/>
              <p:nvPr/>
            </p:nvSpPr>
            <p:spPr>
              <a:xfrm>
                <a:off x="297571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h2095"/>
              <p:cNvSpPr/>
              <p:nvPr/>
            </p:nvSpPr>
            <p:spPr>
              <a:xfrm>
                <a:off x="298497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h2096"/>
              <p:cNvSpPr/>
              <p:nvPr/>
            </p:nvSpPr>
            <p:spPr>
              <a:xfrm>
                <a:off x="299423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h2097"/>
              <p:cNvSpPr/>
              <p:nvPr/>
            </p:nvSpPr>
            <p:spPr>
              <a:xfrm>
                <a:off x="300350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h2098"/>
              <p:cNvSpPr/>
              <p:nvPr/>
            </p:nvSpPr>
            <p:spPr>
              <a:xfrm>
                <a:off x="301276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h2099"/>
              <p:cNvSpPr/>
              <p:nvPr/>
            </p:nvSpPr>
            <p:spPr>
              <a:xfrm>
                <a:off x="302202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h2100"/>
              <p:cNvSpPr/>
              <p:nvPr/>
            </p:nvSpPr>
            <p:spPr>
              <a:xfrm>
                <a:off x="303128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h2101"/>
              <p:cNvSpPr/>
              <p:nvPr/>
            </p:nvSpPr>
            <p:spPr>
              <a:xfrm>
                <a:off x="304055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h2102"/>
              <p:cNvSpPr/>
              <p:nvPr/>
            </p:nvSpPr>
            <p:spPr>
              <a:xfrm>
                <a:off x="304981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h2103"/>
              <p:cNvSpPr/>
              <p:nvPr/>
            </p:nvSpPr>
            <p:spPr>
              <a:xfrm>
                <a:off x="305907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h2104"/>
              <p:cNvSpPr/>
              <p:nvPr/>
            </p:nvSpPr>
            <p:spPr>
              <a:xfrm>
                <a:off x="306833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h2105"/>
              <p:cNvSpPr/>
              <p:nvPr/>
            </p:nvSpPr>
            <p:spPr>
              <a:xfrm>
                <a:off x="307759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h2106"/>
              <p:cNvSpPr/>
              <p:nvPr/>
            </p:nvSpPr>
            <p:spPr>
              <a:xfrm>
                <a:off x="308686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h2107"/>
              <p:cNvSpPr/>
              <p:nvPr/>
            </p:nvSpPr>
            <p:spPr>
              <a:xfrm>
                <a:off x="309612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h2108"/>
              <p:cNvSpPr/>
              <p:nvPr/>
            </p:nvSpPr>
            <p:spPr>
              <a:xfrm>
                <a:off x="3105386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h2109"/>
              <p:cNvSpPr/>
              <p:nvPr/>
            </p:nvSpPr>
            <p:spPr>
              <a:xfrm>
                <a:off x="311464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h2110"/>
              <p:cNvSpPr/>
              <p:nvPr/>
            </p:nvSpPr>
            <p:spPr>
              <a:xfrm>
                <a:off x="312391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h2111"/>
              <p:cNvSpPr/>
              <p:nvPr/>
            </p:nvSpPr>
            <p:spPr>
              <a:xfrm>
                <a:off x="313317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h2112"/>
              <p:cNvSpPr/>
              <p:nvPr/>
            </p:nvSpPr>
            <p:spPr>
              <a:xfrm>
                <a:off x="314243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h2113"/>
              <p:cNvSpPr/>
              <p:nvPr/>
            </p:nvSpPr>
            <p:spPr>
              <a:xfrm>
                <a:off x="315169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h2114"/>
              <p:cNvSpPr/>
              <p:nvPr/>
            </p:nvSpPr>
            <p:spPr>
              <a:xfrm>
                <a:off x="316095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h2115"/>
              <p:cNvSpPr/>
              <p:nvPr/>
            </p:nvSpPr>
            <p:spPr>
              <a:xfrm>
                <a:off x="317022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h2116"/>
              <p:cNvSpPr/>
              <p:nvPr/>
            </p:nvSpPr>
            <p:spPr>
              <a:xfrm>
                <a:off x="317948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h2117"/>
              <p:cNvSpPr/>
              <p:nvPr/>
            </p:nvSpPr>
            <p:spPr>
              <a:xfrm>
                <a:off x="3188745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h2118"/>
              <p:cNvSpPr/>
              <p:nvPr/>
            </p:nvSpPr>
            <p:spPr>
              <a:xfrm>
                <a:off x="3198008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h2119"/>
              <p:cNvSpPr/>
              <p:nvPr/>
            </p:nvSpPr>
            <p:spPr>
              <a:xfrm>
                <a:off x="3207270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h2120"/>
              <p:cNvSpPr/>
              <p:nvPr/>
            </p:nvSpPr>
            <p:spPr>
              <a:xfrm>
                <a:off x="3216532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h2121"/>
              <p:cNvSpPr/>
              <p:nvPr/>
            </p:nvSpPr>
            <p:spPr>
              <a:xfrm>
                <a:off x="3225794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h2122"/>
              <p:cNvSpPr/>
              <p:nvPr/>
            </p:nvSpPr>
            <p:spPr>
              <a:xfrm>
                <a:off x="3235057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h2123"/>
              <p:cNvSpPr/>
              <p:nvPr/>
            </p:nvSpPr>
            <p:spPr>
              <a:xfrm>
                <a:off x="3244319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h2124"/>
              <p:cNvSpPr/>
              <p:nvPr/>
            </p:nvSpPr>
            <p:spPr>
              <a:xfrm>
                <a:off x="3253581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h2125"/>
              <p:cNvSpPr/>
              <p:nvPr/>
            </p:nvSpPr>
            <p:spPr>
              <a:xfrm>
                <a:off x="3262843" y="23434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h2126"/>
              <p:cNvSpPr/>
              <p:nvPr/>
            </p:nvSpPr>
            <p:spPr>
              <a:xfrm>
                <a:off x="3272105" y="236069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8657"/>
                    </a:lnTo>
                    <a:lnTo>
                      <a:pt x="922090" y="911210"/>
                    </a:lnTo>
                    <a:lnTo>
                      <a:pt x="920574" y="913747"/>
                    </a:lnTo>
                    <a:lnTo>
                      <a:pt x="920184" y="914400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h2127"/>
              <p:cNvSpPr/>
              <p:nvPr/>
            </p:nvSpPr>
            <p:spPr>
              <a:xfrm>
                <a:off x="3281368" y="2343456"/>
                <a:ext cx="920648" cy="925814"/>
              </a:xfrm>
              <a:custGeom>
                <a:avLst/>
                <a:gdLst/>
                <a:ahLst/>
                <a:cxnLst/>
                <a:rect l="0" t="0" r="0" b="0"/>
                <a:pathLst>
                  <a:path w="920648" h="925814">
                    <a:moveTo>
                      <a:pt x="914400" y="914400"/>
                    </a:moveTo>
                    <a:lnTo>
                      <a:pt x="920648" y="914400"/>
                    </a:lnTo>
                    <a:lnTo>
                      <a:pt x="918437" y="918707"/>
                    </a:lnTo>
                    <a:lnTo>
                      <a:pt x="914400" y="925814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h2128"/>
              <p:cNvSpPr/>
              <p:nvPr/>
            </p:nvSpPr>
            <p:spPr>
              <a:xfrm>
                <a:off x="2382932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79" y="931638"/>
                    </a:lnTo>
                    <a:lnTo>
                      <a:pt x="909165" y="923973"/>
                    </a:lnTo>
                    <a:lnTo>
                      <a:pt x="909541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h2129"/>
              <p:cNvSpPr/>
              <p:nvPr/>
            </p:nvSpPr>
            <p:spPr>
              <a:xfrm>
                <a:off x="23829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h2130"/>
              <p:cNvSpPr/>
              <p:nvPr/>
            </p:nvSpPr>
            <p:spPr>
              <a:xfrm>
                <a:off x="239219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h2131"/>
              <p:cNvSpPr/>
              <p:nvPr/>
            </p:nvSpPr>
            <p:spPr>
              <a:xfrm>
                <a:off x="24014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h2132"/>
              <p:cNvSpPr/>
              <p:nvPr/>
            </p:nvSpPr>
            <p:spPr>
              <a:xfrm>
                <a:off x="24107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h2133"/>
              <p:cNvSpPr/>
              <p:nvPr/>
            </p:nvSpPr>
            <p:spPr>
              <a:xfrm>
                <a:off x="24199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h2134"/>
              <p:cNvSpPr/>
              <p:nvPr/>
            </p:nvSpPr>
            <p:spPr>
              <a:xfrm>
                <a:off x="24292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h2135"/>
              <p:cNvSpPr/>
              <p:nvPr/>
            </p:nvSpPr>
            <p:spPr>
              <a:xfrm>
                <a:off x="24385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h2136"/>
              <p:cNvSpPr/>
              <p:nvPr/>
            </p:nvSpPr>
            <p:spPr>
              <a:xfrm>
                <a:off x="24477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h2137"/>
              <p:cNvSpPr/>
              <p:nvPr/>
            </p:nvSpPr>
            <p:spPr>
              <a:xfrm>
                <a:off x="24570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h2138"/>
              <p:cNvSpPr/>
              <p:nvPr/>
            </p:nvSpPr>
            <p:spPr>
              <a:xfrm>
                <a:off x="24662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h2139"/>
              <p:cNvSpPr/>
              <p:nvPr/>
            </p:nvSpPr>
            <p:spPr>
              <a:xfrm>
                <a:off x="247555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h2140"/>
              <p:cNvSpPr/>
              <p:nvPr/>
            </p:nvSpPr>
            <p:spPr>
              <a:xfrm>
                <a:off x="24848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h2141"/>
              <p:cNvSpPr/>
              <p:nvPr/>
            </p:nvSpPr>
            <p:spPr>
              <a:xfrm>
                <a:off x="24940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h2142"/>
              <p:cNvSpPr/>
              <p:nvPr/>
            </p:nvSpPr>
            <p:spPr>
              <a:xfrm>
                <a:off x="25033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h2143"/>
              <p:cNvSpPr/>
              <p:nvPr/>
            </p:nvSpPr>
            <p:spPr>
              <a:xfrm>
                <a:off x="25126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h2144"/>
              <p:cNvSpPr/>
              <p:nvPr/>
            </p:nvSpPr>
            <p:spPr>
              <a:xfrm>
                <a:off x="25218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h2145"/>
              <p:cNvSpPr/>
              <p:nvPr/>
            </p:nvSpPr>
            <p:spPr>
              <a:xfrm>
                <a:off x="25311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h2146"/>
              <p:cNvSpPr/>
              <p:nvPr/>
            </p:nvSpPr>
            <p:spPr>
              <a:xfrm>
                <a:off x="25403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h2147"/>
              <p:cNvSpPr/>
              <p:nvPr/>
            </p:nvSpPr>
            <p:spPr>
              <a:xfrm>
                <a:off x="25496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h2148"/>
              <p:cNvSpPr/>
              <p:nvPr/>
            </p:nvSpPr>
            <p:spPr>
              <a:xfrm>
                <a:off x="25589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h2149"/>
              <p:cNvSpPr/>
              <p:nvPr/>
            </p:nvSpPr>
            <p:spPr>
              <a:xfrm>
                <a:off x="25681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h2150"/>
              <p:cNvSpPr/>
              <p:nvPr/>
            </p:nvSpPr>
            <p:spPr>
              <a:xfrm>
                <a:off x="25774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h2151"/>
              <p:cNvSpPr/>
              <p:nvPr/>
            </p:nvSpPr>
            <p:spPr>
              <a:xfrm>
                <a:off x="25867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h2152"/>
              <p:cNvSpPr/>
              <p:nvPr/>
            </p:nvSpPr>
            <p:spPr>
              <a:xfrm>
                <a:off x="25959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h2153"/>
              <p:cNvSpPr/>
              <p:nvPr/>
            </p:nvSpPr>
            <p:spPr>
              <a:xfrm>
                <a:off x="26052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h2154"/>
              <p:cNvSpPr/>
              <p:nvPr/>
            </p:nvSpPr>
            <p:spPr>
              <a:xfrm>
                <a:off x="26144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h2155"/>
              <p:cNvSpPr/>
              <p:nvPr/>
            </p:nvSpPr>
            <p:spPr>
              <a:xfrm>
                <a:off x="26237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h2156"/>
              <p:cNvSpPr/>
              <p:nvPr/>
            </p:nvSpPr>
            <p:spPr>
              <a:xfrm>
                <a:off x="26330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h2157"/>
              <p:cNvSpPr/>
              <p:nvPr/>
            </p:nvSpPr>
            <p:spPr>
              <a:xfrm>
                <a:off x="26422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h2158"/>
              <p:cNvSpPr/>
              <p:nvPr/>
            </p:nvSpPr>
            <p:spPr>
              <a:xfrm>
                <a:off x="26515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h2159"/>
              <p:cNvSpPr/>
              <p:nvPr/>
            </p:nvSpPr>
            <p:spPr>
              <a:xfrm>
                <a:off x="26607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h2160"/>
              <p:cNvSpPr/>
              <p:nvPr/>
            </p:nvSpPr>
            <p:spPr>
              <a:xfrm>
                <a:off x="2670061" y="2343456"/>
                <a:ext cx="92271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1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719" y="897161"/>
                    </a:lnTo>
                    <a:lnTo>
                      <a:pt x="922292" y="899996"/>
                    </a:lnTo>
                    <a:lnTo>
                      <a:pt x="920400" y="910390"/>
                    </a:lnTo>
                    <a:lnTo>
                      <a:pt x="919540" y="914400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h2161"/>
              <p:cNvSpPr/>
              <p:nvPr/>
            </p:nvSpPr>
            <p:spPr>
              <a:xfrm>
                <a:off x="2744159" y="23434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61" y="914400"/>
                    </a:lnTo>
                    <a:lnTo>
                      <a:pt x="909843" y="913401"/>
                    </a:lnTo>
                    <a:lnTo>
                      <a:pt x="913689" y="906179"/>
                    </a:lnTo>
                    <a:lnTo>
                      <a:pt x="914400" y="904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h2162"/>
              <p:cNvSpPr/>
              <p:nvPr/>
            </p:nvSpPr>
            <p:spPr>
              <a:xfrm>
                <a:off x="2753421" y="23262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208"/>
                    </a:lnTo>
                    <a:lnTo>
                      <a:pt x="908459" y="916555"/>
                    </a:lnTo>
                    <a:lnTo>
                      <a:pt x="909858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h2163"/>
              <p:cNvSpPr/>
              <p:nvPr/>
            </p:nvSpPr>
            <p:spPr>
              <a:xfrm>
                <a:off x="27534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h2164"/>
              <p:cNvSpPr/>
              <p:nvPr/>
            </p:nvSpPr>
            <p:spPr>
              <a:xfrm>
                <a:off x="27626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h2165"/>
              <p:cNvSpPr/>
              <p:nvPr/>
            </p:nvSpPr>
            <p:spPr>
              <a:xfrm>
                <a:off x="277194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h2166"/>
              <p:cNvSpPr/>
              <p:nvPr/>
            </p:nvSpPr>
            <p:spPr>
              <a:xfrm>
                <a:off x="27812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h2167"/>
              <p:cNvSpPr/>
              <p:nvPr/>
            </p:nvSpPr>
            <p:spPr>
              <a:xfrm>
                <a:off x="27904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h2168"/>
              <p:cNvSpPr/>
              <p:nvPr/>
            </p:nvSpPr>
            <p:spPr>
              <a:xfrm>
                <a:off x="27997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h2169"/>
              <p:cNvSpPr/>
              <p:nvPr/>
            </p:nvSpPr>
            <p:spPr>
              <a:xfrm>
                <a:off x="28089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h2170"/>
              <p:cNvSpPr/>
              <p:nvPr/>
            </p:nvSpPr>
            <p:spPr>
              <a:xfrm>
                <a:off x="28182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h2171"/>
              <p:cNvSpPr/>
              <p:nvPr/>
            </p:nvSpPr>
            <p:spPr>
              <a:xfrm>
                <a:off x="28275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h2172"/>
              <p:cNvSpPr/>
              <p:nvPr/>
            </p:nvSpPr>
            <p:spPr>
              <a:xfrm>
                <a:off x="28367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h2173"/>
              <p:cNvSpPr/>
              <p:nvPr/>
            </p:nvSpPr>
            <p:spPr>
              <a:xfrm>
                <a:off x="28460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h2174"/>
              <p:cNvSpPr/>
              <p:nvPr/>
            </p:nvSpPr>
            <p:spPr>
              <a:xfrm>
                <a:off x="285530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h2175"/>
              <p:cNvSpPr/>
              <p:nvPr/>
            </p:nvSpPr>
            <p:spPr>
              <a:xfrm>
                <a:off x="286456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h2176"/>
              <p:cNvSpPr/>
              <p:nvPr/>
            </p:nvSpPr>
            <p:spPr>
              <a:xfrm>
                <a:off x="287383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h2177"/>
              <p:cNvSpPr/>
              <p:nvPr/>
            </p:nvSpPr>
            <p:spPr>
              <a:xfrm>
                <a:off x="288309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h2178"/>
              <p:cNvSpPr/>
              <p:nvPr/>
            </p:nvSpPr>
            <p:spPr>
              <a:xfrm>
                <a:off x="289235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h2179"/>
              <p:cNvSpPr/>
              <p:nvPr/>
            </p:nvSpPr>
            <p:spPr>
              <a:xfrm>
                <a:off x="290161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h2180"/>
              <p:cNvSpPr/>
              <p:nvPr/>
            </p:nvSpPr>
            <p:spPr>
              <a:xfrm>
                <a:off x="291087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h2181"/>
              <p:cNvSpPr/>
              <p:nvPr/>
            </p:nvSpPr>
            <p:spPr>
              <a:xfrm>
                <a:off x="292014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h2182"/>
              <p:cNvSpPr/>
              <p:nvPr/>
            </p:nvSpPr>
            <p:spPr>
              <a:xfrm>
                <a:off x="292940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h2183"/>
              <p:cNvSpPr/>
              <p:nvPr/>
            </p:nvSpPr>
            <p:spPr>
              <a:xfrm>
                <a:off x="293866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h2184"/>
              <p:cNvSpPr/>
              <p:nvPr/>
            </p:nvSpPr>
            <p:spPr>
              <a:xfrm>
                <a:off x="294792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h2185"/>
              <p:cNvSpPr/>
              <p:nvPr/>
            </p:nvSpPr>
            <p:spPr>
              <a:xfrm>
                <a:off x="295719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h2186"/>
              <p:cNvSpPr/>
              <p:nvPr/>
            </p:nvSpPr>
            <p:spPr>
              <a:xfrm>
                <a:off x="296645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h2187"/>
              <p:cNvSpPr/>
              <p:nvPr/>
            </p:nvSpPr>
            <p:spPr>
              <a:xfrm>
                <a:off x="297571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h2188"/>
              <p:cNvSpPr/>
              <p:nvPr/>
            </p:nvSpPr>
            <p:spPr>
              <a:xfrm>
                <a:off x="298497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h2189"/>
              <p:cNvSpPr/>
              <p:nvPr/>
            </p:nvSpPr>
            <p:spPr>
              <a:xfrm>
                <a:off x="299423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h2190"/>
              <p:cNvSpPr/>
              <p:nvPr/>
            </p:nvSpPr>
            <p:spPr>
              <a:xfrm>
                <a:off x="300350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h2191"/>
              <p:cNvSpPr/>
              <p:nvPr/>
            </p:nvSpPr>
            <p:spPr>
              <a:xfrm>
                <a:off x="301276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h2192"/>
              <p:cNvSpPr/>
              <p:nvPr/>
            </p:nvSpPr>
            <p:spPr>
              <a:xfrm>
                <a:off x="302202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h2193"/>
              <p:cNvSpPr/>
              <p:nvPr/>
            </p:nvSpPr>
            <p:spPr>
              <a:xfrm>
                <a:off x="303128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h2194"/>
              <p:cNvSpPr/>
              <p:nvPr/>
            </p:nvSpPr>
            <p:spPr>
              <a:xfrm>
                <a:off x="304055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h2195"/>
              <p:cNvSpPr/>
              <p:nvPr/>
            </p:nvSpPr>
            <p:spPr>
              <a:xfrm>
                <a:off x="304981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h2196"/>
              <p:cNvSpPr/>
              <p:nvPr/>
            </p:nvSpPr>
            <p:spPr>
              <a:xfrm>
                <a:off x="305907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h2197"/>
              <p:cNvSpPr/>
              <p:nvPr/>
            </p:nvSpPr>
            <p:spPr>
              <a:xfrm>
                <a:off x="306833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h2198"/>
              <p:cNvSpPr/>
              <p:nvPr/>
            </p:nvSpPr>
            <p:spPr>
              <a:xfrm>
                <a:off x="307759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h2199"/>
              <p:cNvSpPr/>
              <p:nvPr/>
            </p:nvSpPr>
            <p:spPr>
              <a:xfrm>
                <a:off x="308686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h2200"/>
              <p:cNvSpPr/>
              <p:nvPr/>
            </p:nvSpPr>
            <p:spPr>
              <a:xfrm>
                <a:off x="309612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h2201"/>
              <p:cNvSpPr/>
              <p:nvPr/>
            </p:nvSpPr>
            <p:spPr>
              <a:xfrm>
                <a:off x="3105386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h2202"/>
              <p:cNvSpPr/>
              <p:nvPr/>
            </p:nvSpPr>
            <p:spPr>
              <a:xfrm>
                <a:off x="311464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h2203"/>
              <p:cNvSpPr/>
              <p:nvPr/>
            </p:nvSpPr>
            <p:spPr>
              <a:xfrm>
                <a:off x="312391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h2204"/>
              <p:cNvSpPr/>
              <p:nvPr/>
            </p:nvSpPr>
            <p:spPr>
              <a:xfrm>
                <a:off x="313317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h2205"/>
              <p:cNvSpPr/>
              <p:nvPr/>
            </p:nvSpPr>
            <p:spPr>
              <a:xfrm>
                <a:off x="314243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h2206"/>
              <p:cNvSpPr/>
              <p:nvPr/>
            </p:nvSpPr>
            <p:spPr>
              <a:xfrm>
                <a:off x="315169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h2207"/>
              <p:cNvSpPr/>
              <p:nvPr/>
            </p:nvSpPr>
            <p:spPr>
              <a:xfrm>
                <a:off x="316095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h2208"/>
              <p:cNvSpPr/>
              <p:nvPr/>
            </p:nvSpPr>
            <p:spPr>
              <a:xfrm>
                <a:off x="317022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h2209"/>
              <p:cNvSpPr/>
              <p:nvPr/>
            </p:nvSpPr>
            <p:spPr>
              <a:xfrm>
                <a:off x="317948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h2210"/>
              <p:cNvSpPr/>
              <p:nvPr/>
            </p:nvSpPr>
            <p:spPr>
              <a:xfrm>
                <a:off x="318874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h2211"/>
              <p:cNvSpPr/>
              <p:nvPr/>
            </p:nvSpPr>
            <p:spPr>
              <a:xfrm>
                <a:off x="3198008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h2212"/>
              <p:cNvSpPr/>
              <p:nvPr/>
            </p:nvSpPr>
            <p:spPr>
              <a:xfrm>
                <a:off x="3207270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h2213"/>
              <p:cNvSpPr/>
              <p:nvPr/>
            </p:nvSpPr>
            <p:spPr>
              <a:xfrm>
                <a:off x="3216532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h2214"/>
              <p:cNvSpPr/>
              <p:nvPr/>
            </p:nvSpPr>
            <p:spPr>
              <a:xfrm>
                <a:off x="3225794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h2215"/>
              <p:cNvSpPr/>
              <p:nvPr/>
            </p:nvSpPr>
            <p:spPr>
              <a:xfrm>
                <a:off x="3235057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h2216"/>
              <p:cNvSpPr/>
              <p:nvPr/>
            </p:nvSpPr>
            <p:spPr>
              <a:xfrm>
                <a:off x="3244319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h2217"/>
              <p:cNvSpPr/>
              <p:nvPr/>
            </p:nvSpPr>
            <p:spPr>
              <a:xfrm>
                <a:off x="3253581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h2218"/>
              <p:cNvSpPr/>
              <p:nvPr/>
            </p:nvSpPr>
            <p:spPr>
              <a:xfrm>
                <a:off x="3262843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h2219"/>
              <p:cNvSpPr/>
              <p:nvPr/>
            </p:nvSpPr>
            <p:spPr>
              <a:xfrm>
                <a:off x="3272105" y="23262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h2220"/>
              <p:cNvSpPr/>
              <p:nvPr/>
            </p:nvSpPr>
            <p:spPr>
              <a:xfrm>
                <a:off x="3281368" y="23434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251"/>
                    </a:lnTo>
                    <a:lnTo>
                      <a:pt x="922320" y="911143"/>
                    </a:lnTo>
                    <a:lnTo>
                      <a:pt x="920648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h2221"/>
              <p:cNvSpPr/>
              <p:nvPr/>
            </p:nvSpPr>
            <p:spPr>
              <a:xfrm>
                <a:off x="3290630" y="2326218"/>
                <a:ext cx="919267" cy="925489"/>
              </a:xfrm>
              <a:custGeom>
                <a:avLst/>
                <a:gdLst/>
                <a:ahLst/>
                <a:cxnLst/>
                <a:rect l="0" t="0" r="0" b="0"/>
                <a:pathLst>
                  <a:path w="919267" h="925489">
                    <a:moveTo>
                      <a:pt x="914400" y="914400"/>
                    </a:moveTo>
                    <a:lnTo>
                      <a:pt x="919267" y="914400"/>
                    </a:lnTo>
                    <a:lnTo>
                      <a:pt x="916731" y="920462"/>
                    </a:lnTo>
                    <a:lnTo>
                      <a:pt x="914400" y="92548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h2222"/>
              <p:cNvSpPr/>
              <p:nvPr/>
            </p:nvSpPr>
            <p:spPr>
              <a:xfrm>
                <a:off x="2382932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41" y="931638"/>
                    </a:lnTo>
                    <a:lnTo>
                      <a:pt x="909586" y="930486"/>
                    </a:lnTo>
                    <a:lnTo>
                      <a:pt x="910306" y="919816"/>
                    </a:lnTo>
                    <a:lnTo>
                      <a:pt x="910826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h2223"/>
              <p:cNvSpPr/>
              <p:nvPr/>
            </p:nvSpPr>
            <p:spPr>
              <a:xfrm>
                <a:off x="23829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h2224"/>
              <p:cNvSpPr/>
              <p:nvPr/>
            </p:nvSpPr>
            <p:spPr>
              <a:xfrm>
                <a:off x="239219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h2225"/>
              <p:cNvSpPr/>
              <p:nvPr/>
            </p:nvSpPr>
            <p:spPr>
              <a:xfrm>
                <a:off x="24014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h2226"/>
              <p:cNvSpPr/>
              <p:nvPr/>
            </p:nvSpPr>
            <p:spPr>
              <a:xfrm>
                <a:off x="24107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h2227"/>
              <p:cNvSpPr/>
              <p:nvPr/>
            </p:nvSpPr>
            <p:spPr>
              <a:xfrm>
                <a:off x="24199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h2228"/>
              <p:cNvSpPr/>
              <p:nvPr/>
            </p:nvSpPr>
            <p:spPr>
              <a:xfrm>
                <a:off x="24292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h2229"/>
              <p:cNvSpPr/>
              <p:nvPr/>
            </p:nvSpPr>
            <p:spPr>
              <a:xfrm>
                <a:off x="24385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h2230"/>
              <p:cNvSpPr/>
              <p:nvPr/>
            </p:nvSpPr>
            <p:spPr>
              <a:xfrm>
                <a:off x="24477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h2231"/>
              <p:cNvSpPr/>
              <p:nvPr/>
            </p:nvSpPr>
            <p:spPr>
              <a:xfrm>
                <a:off x="24570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h2232"/>
              <p:cNvSpPr/>
              <p:nvPr/>
            </p:nvSpPr>
            <p:spPr>
              <a:xfrm>
                <a:off x="24662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h2233"/>
              <p:cNvSpPr/>
              <p:nvPr/>
            </p:nvSpPr>
            <p:spPr>
              <a:xfrm>
                <a:off x="247555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h2234"/>
              <p:cNvSpPr/>
              <p:nvPr/>
            </p:nvSpPr>
            <p:spPr>
              <a:xfrm>
                <a:off x="24848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h2235"/>
              <p:cNvSpPr/>
              <p:nvPr/>
            </p:nvSpPr>
            <p:spPr>
              <a:xfrm>
                <a:off x="24940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h2236"/>
              <p:cNvSpPr/>
              <p:nvPr/>
            </p:nvSpPr>
            <p:spPr>
              <a:xfrm>
                <a:off x="25033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h2237"/>
              <p:cNvSpPr/>
              <p:nvPr/>
            </p:nvSpPr>
            <p:spPr>
              <a:xfrm>
                <a:off x="25126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h2238"/>
              <p:cNvSpPr/>
              <p:nvPr/>
            </p:nvSpPr>
            <p:spPr>
              <a:xfrm>
                <a:off x="25218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h2239"/>
              <p:cNvSpPr/>
              <p:nvPr/>
            </p:nvSpPr>
            <p:spPr>
              <a:xfrm>
                <a:off x="25311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h2240"/>
              <p:cNvSpPr/>
              <p:nvPr/>
            </p:nvSpPr>
            <p:spPr>
              <a:xfrm>
                <a:off x="25403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h2241"/>
              <p:cNvSpPr/>
              <p:nvPr/>
            </p:nvSpPr>
            <p:spPr>
              <a:xfrm>
                <a:off x="25496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h2242"/>
              <p:cNvSpPr/>
              <p:nvPr/>
            </p:nvSpPr>
            <p:spPr>
              <a:xfrm>
                <a:off x="25589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h2243"/>
              <p:cNvSpPr/>
              <p:nvPr/>
            </p:nvSpPr>
            <p:spPr>
              <a:xfrm>
                <a:off x="25681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h2244"/>
              <p:cNvSpPr/>
              <p:nvPr/>
            </p:nvSpPr>
            <p:spPr>
              <a:xfrm>
                <a:off x="25774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h2245"/>
              <p:cNvSpPr/>
              <p:nvPr/>
            </p:nvSpPr>
            <p:spPr>
              <a:xfrm>
                <a:off x="25867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h2246"/>
              <p:cNvSpPr/>
              <p:nvPr/>
            </p:nvSpPr>
            <p:spPr>
              <a:xfrm>
                <a:off x="25959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h2247"/>
              <p:cNvSpPr/>
              <p:nvPr/>
            </p:nvSpPr>
            <p:spPr>
              <a:xfrm>
                <a:off x="26052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h2248"/>
              <p:cNvSpPr/>
              <p:nvPr/>
            </p:nvSpPr>
            <p:spPr>
              <a:xfrm>
                <a:off x="26144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h2249"/>
              <p:cNvSpPr/>
              <p:nvPr/>
            </p:nvSpPr>
            <p:spPr>
              <a:xfrm>
                <a:off x="26237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h2250"/>
              <p:cNvSpPr/>
              <p:nvPr/>
            </p:nvSpPr>
            <p:spPr>
              <a:xfrm>
                <a:off x="26330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h2251"/>
              <p:cNvSpPr/>
              <p:nvPr/>
            </p:nvSpPr>
            <p:spPr>
              <a:xfrm>
                <a:off x="26422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h2252"/>
              <p:cNvSpPr/>
              <p:nvPr/>
            </p:nvSpPr>
            <p:spPr>
              <a:xfrm>
                <a:off x="26515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h2253"/>
              <p:cNvSpPr/>
              <p:nvPr/>
            </p:nvSpPr>
            <p:spPr>
              <a:xfrm>
                <a:off x="26607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h2254"/>
              <p:cNvSpPr/>
              <p:nvPr/>
            </p:nvSpPr>
            <p:spPr>
              <a:xfrm>
                <a:off x="2670061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149"/>
                    </a:lnTo>
                    <a:lnTo>
                      <a:pt x="922719" y="914400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h2255"/>
              <p:cNvSpPr/>
              <p:nvPr/>
            </p:nvSpPr>
            <p:spPr>
              <a:xfrm>
                <a:off x="2679323" y="2308979"/>
                <a:ext cx="915768" cy="925387"/>
              </a:xfrm>
              <a:custGeom>
                <a:avLst/>
                <a:gdLst/>
                <a:ahLst/>
                <a:cxnLst/>
                <a:rect l="0" t="0" r="0" b="0"/>
                <a:pathLst>
                  <a:path w="915768" h="925387">
                    <a:moveTo>
                      <a:pt x="914400" y="914400"/>
                    </a:moveTo>
                    <a:lnTo>
                      <a:pt x="915768" y="914400"/>
                    </a:lnTo>
                    <a:lnTo>
                      <a:pt x="914623" y="923906"/>
                    </a:lnTo>
                    <a:lnTo>
                      <a:pt x="914400" y="925387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h2256"/>
              <p:cNvSpPr/>
              <p:nvPr/>
            </p:nvSpPr>
            <p:spPr>
              <a:xfrm>
                <a:off x="2753421" y="23262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58" y="914400"/>
                    </a:lnTo>
                    <a:lnTo>
                      <a:pt x="912667" y="910071"/>
                    </a:lnTo>
                    <a:lnTo>
                      <a:pt x="914400" y="90765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h2257"/>
              <p:cNvSpPr/>
              <p:nvPr/>
            </p:nvSpPr>
            <p:spPr>
              <a:xfrm>
                <a:off x="2762683" y="23089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896"/>
                    </a:lnTo>
                    <a:lnTo>
                      <a:pt x="907779" y="921217"/>
                    </a:lnTo>
                    <a:lnTo>
                      <a:pt x="912309" y="915533"/>
                    </a:lnTo>
                    <a:lnTo>
                      <a:pt x="912511" y="915292"/>
                    </a:lnTo>
                    <a:lnTo>
                      <a:pt x="912716" y="915049"/>
                    </a:lnTo>
                    <a:lnTo>
                      <a:pt x="912920" y="914806"/>
                    </a:lnTo>
                    <a:lnTo>
                      <a:pt x="913124" y="914563"/>
                    </a:lnTo>
                    <a:lnTo>
                      <a:pt x="913262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h2258"/>
              <p:cNvSpPr/>
              <p:nvPr/>
            </p:nvSpPr>
            <p:spPr>
              <a:xfrm>
                <a:off x="27626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h2259"/>
              <p:cNvSpPr/>
              <p:nvPr/>
            </p:nvSpPr>
            <p:spPr>
              <a:xfrm>
                <a:off x="277194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h2260"/>
              <p:cNvSpPr/>
              <p:nvPr/>
            </p:nvSpPr>
            <p:spPr>
              <a:xfrm>
                <a:off x="27812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h2261"/>
              <p:cNvSpPr/>
              <p:nvPr/>
            </p:nvSpPr>
            <p:spPr>
              <a:xfrm>
                <a:off x="27904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h2262"/>
              <p:cNvSpPr/>
              <p:nvPr/>
            </p:nvSpPr>
            <p:spPr>
              <a:xfrm>
                <a:off x="27997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h2263"/>
              <p:cNvSpPr/>
              <p:nvPr/>
            </p:nvSpPr>
            <p:spPr>
              <a:xfrm>
                <a:off x="28089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h2264"/>
              <p:cNvSpPr/>
              <p:nvPr/>
            </p:nvSpPr>
            <p:spPr>
              <a:xfrm>
                <a:off x="28182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h2265"/>
              <p:cNvSpPr/>
              <p:nvPr/>
            </p:nvSpPr>
            <p:spPr>
              <a:xfrm>
                <a:off x="28275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h2266"/>
              <p:cNvSpPr/>
              <p:nvPr/>
            </p:nvSpPr>
            <p:spPr>
              <a:xfrm>
                <a:off x="28367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h2267"/>
              <p:cNvSpPr/>
              <p:nvPr/>
            </p:nvSpPr>
            <p:spPr>
              <a:xfrm>
                <a:off x="28460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h2268"/>
              <p:cNvSpPr/>
              <p:nvPr/>
            </p:nvSpPr>
            <p:spPr>
              <a:xfrm>
                <a:off x="285530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h2269"/>
              <p:cNvSpPr/>
              <p:nvPr/>
            </p:nvSpPr>
            <p:spPr>
              <a:xfrm>
                <a:off x="28645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h2270"/>
              <p:cNvSpPr/>
              <p:nvPr/>
            </p:nvSpPr>
            <p:spPr>
              <a:xfrm>
                <a:off x="287383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h2271"/>
              <p:cNvSpPr/>
              <p:nvPr/>
            </p:nvSpPr>
            <p:spPr>
              <a:xfrm>
                <a:off x="288309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h2272"/>
              <p:cNvSpPr/>
              <p:nvPr/>
            </p:nvSpPr>
            <p:spPr>
              <a:xfrm>
                <a:off x="289235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h2273"/>
              <p:cNvSpPr/>
              <p:nvPr/>
            </p:nvSpPr>
            <p:spPr>
              <a:xfrm>
                <a:off x="290161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h2274"/>
              <p:cNvSpPr/>
              <p:nvPr/>
            </p:nvSpPr>
            <p:spPr>
              <a:xfrm>
                <a:off x="291087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h2275"/>
              <p:cNvSpPr/>
              <p:nvPr/>
            </p:nvSpPr>
            <p:spPr>
              <a:xfrm>
                <a:off x="292014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h2276"/>
              <p:cNvSpPr/>
              <p:nvPr/>
            </p:nvSpPr>
            <p:spPr>
              <a:xfrm>
                <a:off x="292940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h2277"/>
              <p:cNvSpPr/>
              <p:nvPr/>
            </p:nvSpPr>
            <p:spPr>
              <a:xfrm>
                <a:off x="293866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h2278"/>
              <p:cNvSpPr/>
              <p:nvPr/>
            </p:nvSpPr>
            <p:spPr>
              <a:xfrm>
                <a:off x="294792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h2279"/>
              <p:cNvSpPr/>
              <p:nvPr/>
            </p:nvSpPr>
            <p:spPr>
              <a:xfrm>
                <a:off x="295719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h2280"/>
              <p:cNvSpPr/>
              <p:nvPr/>
            </p:nvSpPr>
            <p:spPr>
              <a:xfrm>
                <a:off x="296645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h2281"/>
              <p:cNvSpPr/>
              <p:nvPr/>
            </p:nvSpPr>
            <p:spPr>
              <a:xfrm>
                <a:off x="297571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h2282"/>
              <p:cNvSpPr/>
              <p:nvPr/>
            </p:nvSpPr>
            <p:spPr>
              <a:xfrm>
                <a:off x="298497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h2283"/>
              <p:cNvSpPr/>
              <p:nvPr/>
            </p:nvSpPr>
            <p:spPr>
              <a:xfrm>
                <a:off x="299423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h2284"/>
              <p:cNvSpPr/>
              <p:nvPr/>
            </p:nvSpPr>
            <p:spPr>
              <a:xfrm>
                <a:off x="300350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h2285"/>
              <p:cNvSpPr/>
              <p:nvPr/>
            </p:nvSpPr>
            <p:spPr>
              <a:xfrm>
                <a:off x="301276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h2286"/>
              <p:cNvSpPr/>
              <p:nvPr/>
            </p:nvSpPr>
            <p:spPr>
              <a:xfrm>
                <a:off x="302202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h2287"/>
              <p:cNvSpPr/>
              <p:nvPr/>
            </p:nvSpPr>
            <p:spPr>
              <a:xfrm>
                <a:off x="303128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h2288"/>
              <p:cNvSpPr/>
              <p:nvPr/>
            </p:nvSpPr>
            <p:spPr>
              <a:xfrm>
                <a:off x="304055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h2289"/>
              <p:cNvSpPr/>
              <p:nvPr/>
            </p:nvSpPr>
            <p:spPr>
              <a:xfrm>
                <a:off x="304981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h2290"/>
              <p:cNvSpPr/>
              <p:nvPr/>
            </p:nvSpPr>
            <p:spPr>
              <a:xfrm>
                <a:off x="305907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h2291"/>
              <p:cNvSpPr/>
              <p:nvPr/>
            </p:nvSpPr>
            <p:spPr>
              <a:xfrm>
                <a:off x="306833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h2292"/>
              <p:cNvSpPr/>
              <p:nvPr/>
            </p:nvSpPr>
            <p:spPr>
              <a:xfrm>
                <a:off x="307759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h2293"/>
              <p:cNvSpPr/>
              <p:nvPr/>
            </p:nvSpPr>
            <p:spPr>
              <a:xfrm>
                <a:off x="308686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h2294"/>
              <p:cNvSpPr/>
              <p:nvPr/>
            </p:nvSpPr>
            <p:spPr>
              <a:xfrm>
                <a:off x="309612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h2295"/>
              <p:cNvSpPr/>
              <p:nvPr/>
            </p:nvSpPr>
            <p:spPr>
              <a:xfrm>
                <a:off x="3105386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h2296"/>
              <p:cNvSpPr/>
              <p:nvPr/>
            </p:nvSpPr>
            <p:spPr>
              <a:xfrm>
                <a:off x="311464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h2297"/>
              <p:cNvSpPr/>
              <p:nvPr/>
            </p:nvSpPr>
            <p:spPr>
              <a:xfrm>
                <a:off x="312391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h2298"/>
              <p:cNvSpPr/>
              <p:nvPr/>
            </p:nvSpPr>
            <p:spPr>
              <a:xfrm>
                <a:off x="313317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h2299"/>
              <p:cNvSpPr/>
              <p:nvPr/>
            </p:nvSpPr>
            <p:spPr>
              <a:xfrm>
                <a:off x="314243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h2300"/>
              <p:cNvSpPr/>
              <p:nvPr/>
            </p:nvSpPr>
            <p:spPr>
              <a:xfrm>
                <a:off x="315169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h2301"/>
              <p:cNvSpPr/>
              <p:nvPr/>
            </p:nvSpPr>
            <p:spPr>
              <a:xfrm>
                <a:off x="316095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h2302"/>
              <p:cNvSpPr/>
              <p:nvPr/>
            </p:nvSpPr>
            <p:spPr>
              <a:xfrm>
                <a:off x="317022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h2303"/>
              <p:cNvSpPr/>
              <p:nvPr/>
            </p:nvSpPr>
            <p:spPr>
              <a:xfrm>
                <a:off x="317948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h2304"/>
              <p:cNvSpPr/>
              <p:nvPr/>
            </p:nvSpPr>
            <p:spPr>
              <a:xfrm>
                <a:off x="318874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h2305"/>
              <p:cNvSpPr/>
              <p:nvPr/>
            </p:nvSpPr>
            <p:spPr>
              <a:xfrm>
                <a:off x="319800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h2306"/>
              <p:cNvSpPr/>
              <p:nvPr/>
            </p:nvSpPr>
            <p:spPr>
              <a:xfrm>
                <a:off x="3207270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h2307"/>
              <p:cNvSpPr/>
              <p:nvPr/>
            </p:nvSpPr>
            <p:spPr>
              <a:xfrm>
                <a:off x="3216532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h2308"/>
              <p:cNvSpPr/>
              <p:nvPr/>
            </p:nvSpPr>
            <p:spPr>
              <a:xfrm>
                <a:off x="3225794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h2309"/>
              <p:cNvSpPr/>
              <p:nvPr/>
            </p:nvSpPr>
            <p:spPr>
              <a:xfrm>
                <a:off x="3235057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h2310"/>
              <p:cNvSpPr/>
              <p:nvPr/>
            </p:nvSpPr>
            <p:spPr>
              <a:xfrm>
                <a:off x="3244319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h2311"/>
              <p:cNvSpPr/>
              <p:nvPr/>
            </p:nvSpPr>
            <p:spPr>
              <a:xfrm>
                <a:off x="3253581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h2312"/>
              <p:cNvSpPr/>
              <p:nvPr/>
            </p:nvSpPr>
            <p:spPr>
              <a:xfrm>
                <a:off x="3262843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h2313"/>
              <p:cNvSpPr/>
              <p:nvPr/>
            </p:nvSpPr>
            <p:spPr>
              <a:xfrm>
                <a:off x="3272105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h2314"/>
              <p:cNvSpPr/>
              <p:nvPr/>
            </p:nvSpPr>
            <p:spPr>
              <a:xfrm>
                <a:off x="3281368" y="23089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h2315"/>
              <p:cNvSpPr/>
              <p:nvPr/>
            </p:nvSpPr>
            <p:spPr>
              <a:xfrm>
                <a:off x="3290630" y="23262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87"/>
                    </a:lnTo>
                    <a:lnTo>
                      <a:pt x="923409" y="903638"/>
                    </a:lnTo>
                    <a:lnTo>
                      <a:pt x="920184" y="912207"/>
                    </a:lnTo>
                    <a:lnTo>
                      <a:pt x="919267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h2316"/>
              <p:cNvSpPr/>
              <p:nvPr/>
            </p:nvSpPr>
            <p:spPr>
              <a:xfrm>
                <a:off x="3299892" y="2308979"/>
                <a:ext cx="916330" cy="920126"/>
              </a:xfrm>
              <a:custGeom>
                <a:avLst/>
                <a:gdLst/>
                <a:ahLst/>
                <a:cxnLst/>
                <a:rect l="0" t="0" r="0" b="0"/>
                <a:pathLst>
                  <a:path w="916330" h="920126">
                    <a:moveTo>
                      <a:pt x="914400" y="914400"/>
                    </a:moveTo>
                    <a:lnTo>
                      <a:pt x="916330" y="914400"/>
                    </a:lnTo>
                    <a:lnTo>
                      <a:pt x="914400" y="920126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h2317"/>
              <p:cNvSpPr/>
              <p:nvPr/>
            </p:nvSpPr>
            <p:spPr>
              <a:xfrm>
                <a:off x="2382932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26" y="931638"/>
                    </a:lnTo>
                    <a:lnTo>
                      <a:pt x="911322" y="926469"/>
                    </a:lnTo>
                    <a:lnTo>
                      <a:pt x="912633" y="915995"/>
                    </a:lnTo>
                    <a:lnTo>
                      <a:pt x="912880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h2318"/>
              <p:cNvSpPr/>
              <p:nvPr/>
            </p:nvSpPr>
            <p:spPr>
              <a:xfrm>
                <a:off x="23829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h2319"/>
              <p:cNvSpPr/>
              <p:nvPr/>
            </p:nvSpPr>
            <p:spPr>
              <a:xfrm>
                <a:off x="239219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h2320"/>
              <p:cNvSpPr/>
              <p:nvPr/>
            </p:nvSpPr>
            <p:spPr>
              <a:xfrm>
                <a:off x="24014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h2321"/>
              <p:cNvSpPr/>
              <p:nvPr/>
            </p:nvSpPr>
            <p:spPr>
              <a:xfrm>
                <a:off x="24107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h2322"/>
              <p:cNvSpPr/>
              <p:nvPr/>
            </p:nvSpPr>
            <p:spPr>
              <a:xfrm>
                <a:off x="24199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h2323"/>
              <p:cNvSpPr/>
              <p:nvPr/>
            </p:nvSpPr>
            <p:spPr>
              <a:xfrm>
                <a:off x="24292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h2324"/>
              <p:cNvSpPr/>
              <p:nvPr/>
            </p:nvSpPr>
            <p:spPr>
              <a:xfrm>
                <a:off x="24385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h2325"/>
              <p:cNvSpPr/>
              <p:nvPr/>
            </p:nvSpPr>
            <p:spPr>
              <a:xfrm>
                <a:off x="24477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h2326"/>
              <p:cNvSpPr/>
              <p:nvPr/>
            </p:nvSpPr>
            <p:spPr>
              <a:xfrm>
                <a:off x="24570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h2327"/>
              <p:cNvSpPr/>
              <p:nvPr/>
            </p:nvSpPr>
            <p:spPr>
              <a:xfrm>
                <a:off x="24662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h2328"/>
              <p:cNvSpPr/>
              <p:nvPr/>
            </p:nvSpPr>
            <p:spPr>
              <a:xfrm>
                <a:off x="247555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h2329"/>
              <p:cNvSpPr/>
              <p:nvPr/>
            </p:nvSpPr>
            <p:spPr>
              <a:xfrm>
                <a:off x="24848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h2330"/>
              <p:cNvSpPr/>
              <p:nvPr/>
            </p:nvSpPr>
            <p:spPr>
              <a:xfrm>
                <a:off x="24940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h2331"/>
              <p:cNvSpPr/>
              <p:nvPr/>
            </p:nvSpPr>
            <p:spPr>
              <a:xfrm>
                <a:off x="25033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h2332"/>
              <p:cNvSpPr/>
              <p:nvPr/>
            </p:nvSpPr>
            <p:spPr>
              <a:xfrm>
                <a:off x="25126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h2333"/>
              <p:cNvSpPr/>
              <p:nvPr/>
            </p:nvSpPr>
            <p:spPr>
              <a:xfrm>
                <a:off x="25218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h2334"/>
              <p:cNvSpPr/>
              <p:nvPr/>
            </p:nvSpPr>
            <p:spPr>
              <a:xfrm>
                <a:off x="25311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h2335"/>
              <p:cNvSpPr/>
              <p:nvPr/>
            </p:nvSpPr>
            <p:spPr>
              <a:xfrm>
                <a:off x="25403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h2336"/>
              <p:cNvSpPr/>
              <p:nvPr/>
            </p:nvSpPr>
            <p:spPr>
              <a:xfrm>
                <a:off x="25496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h2337"/>
              <p:cNvSpPr/>
              <p:nvPr/>
            </p:nvSpPr>
            <p:spPr>
              <a:xfrm>
                <a:off x="25589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h2338"/>
              <p:cNvSpPr/>
              <p:nvPr/>
            </p:nvSpPr>
            <p:spPr>
              <a:xfrm>
                <a:off x="25681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h2339"/>
              <p:cNvSpPr/>
              <p:nvPr/>
            </p:nvSpPr>
            <p:spPr>
              <a:xfrm>
                <a:off x="25774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h2340"/>
              <p:cNvSpPr/>
              <p:nvPr/>
            </p:nvSpPr>
            <p:spPr>
              <a:xfrm>
                <a:off x="25867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h2341"/>
              <p:cNvSpPr/>
              <p:nvPr/>
            </p:nvSpPr>
            <p:spPr>
              <a:xfrm>
                <a:off x="25959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h2342"/>
              <p:cNvSpPr/>
              <p:nvPr/>
            </p:nvSpPr>
            <p:spPr>
              <a:xfrm>
                <a:off x="26052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h2343"/>
              <p:cNvSpPr/>
              <p:nvPr/>
            </p:nvSpPr>
            <p:spPr>
              <a:xfrm>
                <a:off x="26144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h2344"/>
              <p:cNvSpPr/>
              <p:nvPr/>
            </p:nvSpPr>
            <p:spPr>
              <a:xfrm>
                <a:off x="26237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h2345"/>
              <p:cNvSpPr/>
              <p:nvPr/>
            </p:nvSpPr>
            <p:spPr>
              <a:xfrm>
                <a:off x="26330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h2346"/>
              <p:cNvSpPr/>
              <p:nvPr/>
            </p:nvSpPr>
            <p:spPr>
              <a:xfrm>
                <a:off x="26422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h2347"/>
              <p:cNvSpPr/>
              <p:nvPr/>
            </p:nvSpPr>
            <p:spPr>
              <a:xfrm>
                <a:off x="26515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h2348"/>
              <p:cNvSpPr/>
              <p:nvPr/>
            </p:nvSpPr>
            <p:spPr>
              <a:xfrm>
                <a:off x="26607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h2349"/>
              <p:cNvSpPr/>
              <p:nvPr/>
            </p:nvSpPr>
            <p:spPr>
              <a:xfrm>
                <a:off x="26700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h2350"/>
              <p:cNvSpPr/>
              <p:nvPr/>
            </p:nvSpPr>
            <p:spPr>
              <a:xfrm>
                <a:off x="2679323" y="2308979"/>
                <a:ext cx="9172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18" y="897161"/>
                    </a:lnTo>
                    <a:lnTo>
                      <a:pt x="916896" y="902376"/>
                    </a:lnTo>
                    <a:lnTo>
                      <a:pt x="915913" y="913197"/>
                    </a:lnTo>
                    <a:lnTo>
                      <a:pt x="915768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h2351"/>
              <p:cNvSpPr/>
              <p:nvPr/>
            </p:nvSpPr>
            <p:spPr>
              <a:xfrm>
                <a:off x="2762683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29" y="914320"/>
                    </a:lnTo>
                    <a:lnTo>
                      <a:pt x="913533" y="914077"/>
                    </a:lnTo>
                    <a:lnTo>
                      <a:pt x="913737" y="913834"/>
                    </a:lnTo>
                    <a:lnTo>
                      <a:pt x="913942" y="913591"/>
                    </a:lnTo>
                    <a:lnTo>
                      <a:pt x="914146" y="913348"/>
                    </a:lnTo>
                    <a:lnTo>
                      <a:pt x="914400" y="913047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h2352"/>
              <p:cNvSpPr/>
              <p:nvPr/>
            </p:nvSpPr>
            <p:spPr>
              <a:xfrm>
                <a:off x="2771946" y="23089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047"/>
                    </a:lnTo>
                    <a:lnTo>
                      <a:pt x="905293" y="912862"/>
                    </a:lnTo>
                    <a:lnTo>
                      <a:pt x="905497" y="912619"/>
                    </a:lnTo>
                    <a:lnTo>
                      <a:pt x="905702" y="912376"/>
                    </a:lnTo>
                    <a:lnTo>
                      <a:pt x="905906" y="912133"/>
                    </a:lnTo>
                    <a:lnTo>
                      <a:pt x="906110" y="911890"/>
                    </a:lnTo>
                    <a:lnTo>
                      <a:pt x="906315" y="911647"/>
                    </a:lnTo>
                    <a:lnTo>
                      <a:pt x="906519" y="911404"/>
                    </a:lnTo>
                    <a:lnTo>
                      <a:pt x="906724" y="911162"/>
                    </a:lnTo>
                    <a:lnTo>
                      <a:pt x="906928" y="910919"/>
                    </a:lnTo>
                    <a:lnTo>
                      <a:pt x="907133" y="910676"/>
                    </a:lnTo>
                    <a:lnTo>
                      <a:pt x="907337" y="910433"/>
                    </a:lnTo>
                    <a:lnTo>
                      <a:pt x="907542" y="910190"/>
                    </a:lnTo>
                    <a:lnTo>
                      <a:pt x="907746" y="909947"/>
                    </a:lnTo>
                    <a:lnTo>
                      <a:pt x="907951" y="909704"/>
                    </a:lnTo>
                    <a:lnTo>
                      <a:pt x="908155" y="909461"/>
                    </a:lnTo>
                    <a:lnTo>
                      <a:pt x="908360" y="909218"/>
                    </a:lnTo>
                    <a:lnTo>
                      <a:pt x="908564" y="908975"/>
                    </a:lnTo>
                    <a:lnTo>
                      <a:pt x="908769" y="908732"/>
                    </a:lnTo>
                    <a:lnTo>
                      <a:pt x="908973" y="908489"/>
                    </a:lnTo>
                    <a:lnTo>
                      <a:pt x="909178" y="908246"/>
                    </a:lnTo>
                    <a:lnTo>
                      <a:pt x="909382" y="908003"/>
                    </a:lnTo>
                    <a:lnTo>
                      <a:pt x="909587" y="907761"/>
                    </a:lnTo>
                    <a:lnTo>
                      <a:pt x="909791" y="907518"/>
                    </a:lnTo>
                    <a:lnTo>
                      <a:pt x="909996" y="907275"/>
                    </a:lnTo>
                    <a:lnTo>
                      <a:pt x="910200" y="907032"/>
                    </a:lnTo>
                    <a:lnTo>
                      <a:pt x="910405" y="906789"/>
                    </a:lnTo>
                    <a:lnTo>
                      <a:pt x="910610" y="906546"/>
                    </a:lnTo>
                    <a:lnTo>
                      <a:pt x="910814" y="906303"/>
                    </a:lnTo>
                    <a:lnTo>
                      <a:pt x="911019" y="906060"/>
                    </a:lnTo>
                    <a:lnTo>
                      <a:pt x="911223" y="905817"/>
                    </a:lnTo>
                    <a:lnTo>
                      <a:pt x="911428" y="905574"/>
                    </a:lnTo>
                    <a:lnTo>
                      <a:pt x="911633" y="905332"/>
                    </a:lnTo>
                    <a:lnTo>
                      <a:pt x="911837" y="905089"/>
                    </a:lnTo>
                    <a:lnTo>
                      <a:pt x="912042" y="904846"/>
                    </a:lnTo>
                    <a:lnTo>
                      <a:pt x="912247" y="904603"/>
                    </a:lnTo>
                    <a:lnTo>
                      <a:pt x="912451" y="904360"/>
                    </a:lnTo>
                    <a:lnTo>
                      <a:pt x="912656" y="904117"/>
                    </a:lnTo>
                    <a:lnTo>
                      <a:pt x="912861" y="903874"/>
                    </a:lnTo>
                    <a:lnTo>
                      <a:pt x="913065" y="903632"/>
                    </a:lnTo>
                    <a:lnTo>
                      <a:pt x="913270" y="903389"/>
                    </a:lnTo>
                    <a:lnTo>
                      <a:pt x="913475" y="903146"/>
                    </a:lnTo>
                    <a:lnTo>
                      <a:pt x="913679" y="902903"/>
                    </a:lnTo>
                    <a:lnTo>
                      <a:pt x="913884" y="902660"/>
                    </a:lnTo>
                    <a:lnTo>
                      <a:pt x="914089" y="902417"/>
                    </a:lnTo>
                    <a:lnTo>
                      <a:pt x="914400" y="90204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h2353"/>
              <p:cNvSpPr/>
              <p:nvPr/>
            </p:nvSpPr>
            <p:spPr>
              <a:xfrm>
                <a:off x="2781208" y="22917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36" y="919170"/>
                    </a:lnTo>
                    <a:lnTo>
                      <a:pt x="905441" y="918927"/>
                    </a:lnTo>
                    <a:lnTo>
                      <a:pt x="905645" y="918685"/>
                    </a:lnTo>
                    <a:lnTo>
                      <a:pt x="905850" y="918442"/>
                    </a:lnTo>
                    <a:lnTo>
                      <a:pt x="906055" y="918199"/>
                    </a:lnTo>
                    <a:lnTo>
                      <a:pt x="906260" y="917956"/>
                    </a:lnTo>
                    <a:lnTo>
                      <a:pt x="906464" y="917713"/>
                    </a:lnTo>
                    <a:lnTo>
                      <a:pt x="906669" y="917471"/>
                    </a:lnTo>
                    <a:lnTo>
                      <a:pt x="906874" y="917228"/>
                    </a:lnTo>
                    <a:lnTo>
                      <a:pt x="907079" y="916985"/>
                    </a:lnTo>
                    <a:lnTo>
                      <a:pt x="907284" y="916742"/>
                    </a:lnTo>
                    <a:lnTo>
                      <a:pt x="907488" y="916499"/>
                    </a:lnTo>
                    <a:lnTo>
                      <a:pt x="907693" y="916257"/>
                    </a:lnTo>
                    <a:lnTo>
                      <a:pt x="907898" y="916014"/>
                    </a:lnTo>
                    <a:lnTo>
                      <a:pt x="908103" y="915771"/>
                    </a:lnTo>
                    <a:lnTo>
                      <a:pt x="908308" y="915528"/>
                    </a:lnTo>
                    <a:lnTo>
                      <a:pt x="908512" y="915285"/>
                    </a:lnTo>
                    <a:lnTo>
                      <a:pt x="908717" y="915043"/>
                    </a:lnTo>
                    <a:lnTo>
                      <a:pt x="908922" y="914800"/>
                    </a:lnTo>
                    <a:lnTo>
                      <a:pt x="909127" y="914557"/>
                    </a:lnTo>
                    <a:lnTo>
                      <a:pt x="909260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h2354"/>
              <p:cNvSpPr/>
              <p:nvPr/>
            </p:nvSpPr>
            <p:spPr>
              <a:xfrm>
                <a:off x="27812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h2355"/>
              <p:cNvSpPr/>
              <p:nvPr/>
            </p:nvSpPr>
            <p:spPr>
              <a:xfrm>
                <a:off x="27904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h2356"/>
              <p:cNvSpPr/>
              <p:nvPr/>
            </p:nvSpPr>
            <p:spPr>
              <a:xfrm>
                <a:off x="27997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h2357"/>
              <p:cNvSpPr/>
              <p:nvPr/>
            </p:nvSpPr>
            <p:spPr>
              <a:xfrm>
                <a:off x="28089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h2358"/>
              <p:cNvSpPr/>
              <p:nvPr/>
            </p:nvSpPr>
            <p:spPr>
              <a:xfrm>
                <a:off x="28182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h2359"/>
              <p:cNvSpPr/>
              <p:nvPr/>
            </p:nvSpPr>
            <p:spPr>
              <a:xfrm>
                <a:off x="28275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h2360"/>
              <p:cNvSpPr/>
              <p:nvPr/>
            </p:nvSpPr>
            <p:spPr>
              <a:xfrm>
                <a:off x="28367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h2361"/>
              <p:cNvSpPr/>
              <p:nvPr/>
            </p:nvSpPr>
            <p:spPr>
              <a:xfrm>
                <a:off x="28460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h2362"/>
              <p:cNvSpPr/>
              <p:nvPr/>
            </p:nvSpPr>
            <p:spPr>
              <a:xfrm>
                <a:off x="285530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h2363"/>
              <p:cNvSpPr/>
              <p:nvPr/>
            </p:nvSpPr>
            <p:spPr>
              <a:xfrm>
                <a:off x="28645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h2364"/>
              <p:cNvSpPr/>
              <p:nvPr/>
            </p:nvSpPr>
            <p:spPr>
              <a:xfrm>
                <a:off x="28738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h2365"/>
              <p:cNvSpPr/>
              <p:nvPr/>
            </p:nvSpPr>
            <p:spPr>
              <a:xfrm>
                <a:off x="288309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h2366"/>
              <p:cNvSpPr/>
              <p:nvPr/>
            </p:nvSpPr>
            <p:spPr>
              <a:xfrm>
                <a:off x="289235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h2367"/>
              <p:cNvSpPr/>
              <p:nvPr/>
            </p:nvSpPr>
            <p:spPr>
              <a:xfrm>
                <a:off x="290161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h2368"/>
              <p:cNvSpPr/>
              <p:nvPr/>
            </p:nvSpPr>
            <p:spPr>
              <a:xfrm>
                <a:off x="291087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h2369"/>
              <p:cNvSpPr/>
              <p:nvPr/>
            </p:nvSpPr>
            <p:spPr>
              <a:xfrm>
                <a:off x="292014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h2370"/>
              <p:cNvSpPr/>
              <p:nvPr/>
            </p:nvSpPr>
            <p:spPr>
              <a:xfrm>
                <a:off x="292940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h2371"/>
              <p:cNvSpPr/>
              <p:nvPr/>
            </p:nvSpPr>
            <p:spPr>
              <a:xfrm>
                <a:off x="293866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h2372"/>
              <p:cNvSpPr/>
              <p:nvPr/>
            </p:nvSpPr>
            <p:spPr>
              <a:xfrm>
                <a:off x="294792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h2373"/>
              <p:cNvSpPr/>
              <p:nvPr/>
            </p:nvSpPr>
            <p:spPr>
              <a:xfrm>
                <a:off x="295719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h2374"/>
              <p:cNvSpPr/>
              <p:nvPr/>
            </p:nvSpPr>
            <p:spPr>
              <a:xfrm>
                <a:off x="296645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h2375"/>
              <p:cNvSpPr/>
              <p:nvPr/>
            </p:nvSpPr>
            <p:spPr>
              <a:xfrm>
                <a:off x="297571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h2376"/>
              <p:cNvSpPr/>
              <p:nvPr/>
            </p:nvSpPr>
            <p:spPr>
              <a:xfrm>
                <a:off x="298497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h2377"/>
              <p:cNvSpPr/>
              <p:nvPr/>
            </p:nvSpPr>
            <p:spPr>
              <a:xfrm>
                <a:off x="299423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h2378"/>
              <p:cNvSpPr/>
              <p:nvPr/>
            </p:nvSpPr>
            <p:spPr>
              <a:xfrm>
                <a:off x="300350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h2379"/>
              <p:cNvSpPr/>
              <p:nvPr/>
            </p:nvSpPr>
            <p:spPr>
              <a:xfrm>
                <a:off x="301276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h2380"/>
              <p:cNvSpPr/>
              <p:nvPr/>
            </p:nvSpPr>
            <p:spPr>
              <a:xfrm>
                <a:off x="302202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h2381"/>
              <p:cNvSpPr/>
              <p:nvPr/>
            </p:nvSpPr>
            <p:spPr>
              <a:xfrm>
                <a:off x="303128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h2382"/>
              <p:cNvSpPr/>
              <p:nvPr/>
            </p:nvSpPr>
            <p:spPr>
              <a:xfrm>
                <a:off x="304055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h2383"/>
              <p:cNvSpPr/>
              <p:nvPr/>
            </p:nvSpPr>
            <p:spPr>
              <a:xfrm>
                <a:off x="304981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h2384"/>
              <p:cNvSpPr/>
              <p:nvPr/>
            </p:nvSpPr>
            <p:spPr>
              <a:xfrm>
                <a:off x="305907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h2385"/>
              <p:cNvSpPr/>
              <p:nvPr/>
            </p:nvSpPr>
            <p:spPr>
              <a:xfrm>
                <a:off x="306833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h2386"/>
              <p:cNvSpPr/>
              <p:nvPr/>
            </p:nvSpPr>
            <p:spPr>
              <a:xfrm>
                <a:off x="307759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h2387"/>
              <p:cNvSpPr/>
              <p:nvPr/>
            </p:nvSpPr>
            <p:spPr>
              <a:xfrm>
                <a:off x="308686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h2388"/>
              <p:cNvSpPr/>
              <p:nvPr/>
            </p:nvSpPr>
            <p:spPr>
              <a:xfrm>
                <a:off x="309612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h2389"/>
              <p:cNvSpPr/>
              <p:nvPr/>
            </p:nvSpPr>
            <p:spPr>
              <a:xfrm>
                <a:off x="3105386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h2390"/>
              <p:cNvSpPr/>
              <p:nvPr/>
            </p:nvSpPr>
            <p:spPr>
              <a:xfrm>
                <a:off x="311464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h2391"/>
              <p:cNvSpPr/>
              <p:nvPr/>
            </p:nvSpPr>
            <p:spPr>
              <a:xfrm>
                <a:off x="312391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h2392"/>
              <p:cNvSpPr/>
              <p:nvPr/>
            </p:nvSpPr>
            <p:spPr>
              <a:xfrm>
                <a:off x="313317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h2393"/>
              <p:cNvSpPr/>
              <p:nvPr/>
            </p:nvSpPr>
            <p:spPr>
              <a:xfrm>
                <a:off x="314243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h2394"/>
              <p:cNvSpPr/>
              <p:nvPr/>
            </p:nvSpPr>
            <p:spPr>
              <a:xfrm>
                <a:off x="315169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h2395"/>
              <p:cNvSpPr/>
              <p:nvPr/>
            </p:nvSpPr>
            <p:spPr>
              <a:xfrm>
                <a:off x="316095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h2396"/>
              <p:cNvSpPr/>
              <p:nvPr/>
            </p:nvSpPr>
            <p:spPr>
              <a:xfrm>
                <a:off x="317022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h2397"/>
              <p:cNvSpPr/>
              <p:nvPr/>
            </p:nvSpPr>
            <p:spPr>
              <a:xfrm>
                <a:off x="317948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h2398"/>
              <p:cNvSpPr/>
              <p:nvPr/>
            </p:nvSpPr>
            <p:spPr>
              <a:xfrm>
                <a:off x="318874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h2399"/>
              <p:cNvSpPr/>
              <p:nvPr/>
            </p:nvSpPr>
            <p:spPr>
              <a:xfrm>
                <a:off x="319800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h2400"/>
              <p:cNvSpPr/>
              <p:nvPr/>
            </p:nvSpPr>
            <p:spPr>
              <a:xfrm>
                <a:off x="320727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h2401"/>
              <p:cNvSpPr/>
              <p:nvPr/>
            </p:nvSpPr>
            <p:spPr>
              <a:xfrm>
                <a:off x="3216532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h2402"/>
              <p:cNvSpPr/>
              <p:nvPr/>
            </p:nvSpPr>
            <p:spPr>
              <a:xfrm>
                <a:off x="3225794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h2403"/>
              <p:cNvSpPr/>
              <p:nvPr/>
            </p:nvSpPr>
            <p:spPr>
              <a:xfrm>
                <a:off x="3235057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h2404"/>
              <p:cNvSpPr/>
              <p:nvPr/>
            </p:nvSpPr>
            <p:spPr>
              <a:xfrm>
                <a:off x="3244319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h2405"/>
              <p:cNvSpPr/>
              <p:nvPr/>
            </p:nvSpPr>
            <p:spPr>
              <a:xfrm>
                <a:off x="3253581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h2406"/>
              <p:cNvSpPr/>
              <p:nvPr/>
            </p:nvSpPr>
            <p:spPr>
              <a:xfrm>
                <a:off x="3262843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h2407"/>
              <p:cNvSpPr/>
              <p:nvPr/>
            </p:nvSpPr>
            <p:spPr>
              <a:xfrm>
                <a:off x="3272105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h2408"/>
              <p:cNvSpPr/>
              <p:nvPr/>
            </p:nvSpPr>
            <p:spPr>
              <a:xfrm>
                <a:off x="3281368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h2409"/>
              <p:cNvSpPr/>
              <p:nvPr/>
            </p:nvSpPr>
            <p:spPr>
              <a:xfrm>
                <a:off x="3290630" y="22917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h2410"/>
              <p:cNvSpPr/>
              <p:nvPr/>
            </p:nvSpPr>
            <p:spPr>
              <a:xfrm>
                <a:off x="3299892" y="2308979"/>
                <a:ext cx="9218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59" y="897194"/>
                    </a:lnTo>
                    <a:lnTo>
                      <a:pt x="921184" y="899309"/>
                    </a:lnTo>
                    <a:lnTo>
                      <a:pt x="920509" y="901425"/>
                    </a:lnTo>
                    <a:lnTo>
                      <a:pt x="919835" y="903540"/>
                    </a:lnTo>
                    <a:lnTo>
                      <a:pt x="919160" y="905655"/>
                    </a:lnTo>
                    <a:lnTo>
                      <a:pt x="918486" y="907770"/>
                    </a:lnTo>
                    <a:lnTo>
                      <a:pt x="917812" y="909885"/>
                    </a:lnTo>
                    <a:lnTo>
                      <a:pt x="917134" y="912014"/>
                    </a:lnTo>
                    <a:lnTo>
                      <a:pt x="916330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h2411"/>
              <p:cNvSpPr/>
              <p:nvPr/>
            </p:nvSpPr>
            <p:spPr>
              <a:xfrm>
                <a:off x="2382932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80" y="914400"/>
                    </a:lnTo>
                    <a:lnTo>
                      <a:pt x="914235" y="905663"/>
                    </a:lnTo>
                    <a:lnTo>
                      <a:pt x="914400" y="904775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h2412"/>
              <p:cNvSpPr/>
              <p:nvPr/>
            </p:nvSpPr>
            <p:spPr>
              <a:xfrm>
                <a:off x="2392195" y="2274502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5137" y="931638"/>
                    </a:lnTo>
                    <a:lnTo>
                      <a:pt x="905137" y="922013"/>
                    </a:lnTo>
                    <a:lnTo>
                      <a:pt x="906551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h2413"/>
              <p:cNvSpPr/>
              <p:nvPr/>
            </p:nvSpPr>
            <p:spPr>
              <a:xfrm>
                <a:off x="239219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h2414"/>
              <p:cNvSpPr/>
              <p:nvPr/>
            </p:nvSpPr>
            <p:spPr>
              <a:xfrm>
                <a:off x="24014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h2415"/>
              <p:cNvSpPr/>
              <p:nvPr/>
            </p:nvSpPr>
            <p:spPr>
              <a:xfrm>
                <a:off x="24107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h2416"/>
              <p:cNvSpPr/>
              <p:nvPr/>
            </p:nvSpPr>
            <p:spPr>
              <a:xfrm>
                <a:off x="24199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h2417"/>
              <p:cNvSpPr/>
              <p:nvPr/>
            </p:nvSpPr>
            <p:spPr>
              <a:xfrm>
                <a:off x="24292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h2418"/>
              <p:cNvSpPr/>
              <p:nvPr/>
            </p:nvSpPr>
            <p:spPr>
              <a:xfrm>
                <a:off x="24385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h2419"/>
              <p:cNvSpPr/>
              <p:nvPr/>
            </p:nvSpPr>
            <p:spPr>
              <a:xfrm>
                <a:off x="24477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h2420"/>
              <p:cNvSpPr/>
              <p:nvPr/>
            </p:nvSpPr>
            <p:spPr>
              <a:xfrm>
                <a:off x="24570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h2421"/>
              <p:cNvSpPr/>
              <p:nvPr/>
            </p:nvSpPr>
            <p:spPr>
              <a:xfrm>
                <a:off x="24662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h2422"/>
              <p:cNvSpPr/>
              <p:nvPr/>
            </p:nvSpPr>
            <p:spPr>
              <a:xfrm>
                <a:off x="247555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h2423"/>
              <p:cNvSpPr/>
              <p:nvPr/>
            </p:nvSpPr>
            <p:spPr>
              <a:xfrm>
                <a:off x="24848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h2424"/>
              <p:cNvSpPr/>
              <p:nvPr/>
            </p:nvSpPr>
            <p:spPr>
              <a:xfrm>
                <a:off x="24940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h2425"/>
              <p:cNvSpPr/>
              <p:nvPr/>
            </p:nvSpPr>
            <p:spPr>
              <a:xfrm>
                <a:off x="25033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h2426"/>
              <p:cNvSpPr/>
              <p:nvPr/>
            </p:nvSpPr>
            <p:spPr>
              <a:xfrm>
                <a:off x="25126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h2427"/>
              <p:cNvSpPr/>
              <p:nvPr/>
            </p:nvSpPr>
            <p:spPr>
              <a:xfrm>
                <a:off x="25218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h2428"/>
              <p:cNvSpPr/>
              <p:nvPr/>
            </p:nvSpPr>
            <p:spPr>
              <a:xfrm>
                <a:off x="25311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h2429"/>
              <p:cNvSpPr/>
              <p:nvPr/>
            </p:nvSpPr>
            <p:spPr>
              <a:xfrm>
                <a:off x="25403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h2430"/>
              <p:cNvSpPr/>
              <p:nvPr/>
            </p:nvSpPr>
            <p:spPr>
              <a:xfrm>
                <a:off x="25496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h2431"/>
              <p:cNvSpPr/>
              <p:nvPr/>
            </p:nvSpPr>
            <p:spPr>
              <a:xfrm>
                <a:off x="25589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h2432"/>
              <p:cNvSpPr/>
              <p:nvPr/>
            </p:nvSpPr>
            <p:spPr>
              <a:xfrm>
                <a:off x="25681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h2433"/>
              <p:cNvSpPr/>
              <p:nvPr/>
            </p:nvSpPr>
            <p:spPr>
              <a:xfrm>
                <a:off x="25774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h2434"/>
              <p:cNvSpPr/>
              <p:nvPr/>
            </p:nvSpPr>
            <p:spPr>
              <a:xfrm>
                <a:off x="25867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h2435"/>
              <p:cNvSpPr/>
              <p:nvPr/>
            </p:nvSpPr>
            <p:spPr>
              <a:xfrm>
                <a:off x="25959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h2436"/>
              <p:cNvSpPr/>
              <p:nvPr/>
            </p:nvSpPr>
            <p:spPr>
              <a:xfrm>
                <a:off x="26052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h2437"/>
              <p:cNvSpPr/>
              <p:nvPr/>
            </p:nvSpPr>
            <p:spPr>
              <a:xfrm>
                <a:off x="26144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h2438"/>
              <p:cNvSpPr/>
              <p:nvPr/>
            </p:nvSpPr>
            <p:spPr>
              <a:xfrm>
                <a:off x="26237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h2439"/>
              <p:cNvSpPr/>
              <p:nvPr/>
            </p:nvSpPr>
            <p:spPr>
              <a:xfrm>
                <a:off x="26330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h2440"/>
              <p:cNvSpPr/>
              <p:nvPr/>
            </p:nvSpPr>
            <p:spPr>
              <a:xfrm>
                <a:off x="26422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h2441"/>
              <p:cNvSpPr/>
              <p:nvPr/>
            </p:nvSpPr>
            <p:spPr>
              <a:xfrm>
                <a:off x="26515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h2442"/>
              <p:cNvSpPr/>
              <p:nvPr/>
            </p:nvSpPr>
            <p:spPr>
              <a:xfrm>
                <a:off x="26607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h2443"/>
              <p:cNvSpPr/>
              <p:nvPr/>
            </p:nvSpPr>
            <p:spPr>
              <a:xfrm>
                <a:off x="26700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h2444"/>
              <p:cNvSpPr/>
              <p:nvPr/>
            </p:nvSpPr>
            <p:spPr>
              <a:xfrm>
                <a:off x="2679323" y="2291741"/>
                <a:ext cx="917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3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933" y="897161"/>
                    </a:lnTo>
                    <a:lnTo>
                      <a:pt x="917930" y="897757"/>
                    </a:lnTo>
                    <a:lnTo>
                      <a:pt x="917569" y="908712"/>
                    </a:lnTo>
                    <a:lnTo>
                      <a:pt x="917218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h2445"/>
              <p:cNvSpPr/>
              <p:nvPr/>
            </p:nvSpPr>
            <p:spPr>
              <a:xfrm>
                <a:off x="2781208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332" y="914314"/>
                    </a:lnTo>
                    <a:lnTo>
                      <a:pt x="909537" y="914072"/>
                    </a:lnTo>
                    <a:lnTo>
                      <a:pt x="909742" y="913829"/>
                    </a:lnTo>
                    <a:lnTo>
                      <a:pt x="909947" y="913586"/>
                    </a:lnTo>
                    <a:lnTo>
                      <a:pt x="910151" y="913343"/>
                    </a:lnTo>
                    <a:lnTo>
                      <a:pt x="910356" y="913101"/>
                    </a:lnTo>
                    <a:lnTo>
                      <a:pt x="910561" y="912858"/>
                    </a:lnTo>
                    <a:lnTo>
                      <a:pt x="910766" y="912615"/>
                    </a:lnTo>
                    <a:lnTo>
                      <a:pt x="910971" y="912372"/>
                    </a:lnTo>
                    <a:lnTo>
                      <a:pt x="911176" y="912130"/>
                    </a:lnTo>
                    <a:lnTo>
                      <a:pt x="911381" y="911887"/>
                    </a:lnTo>
                    <a:lnTo>
                      <a:pt x="911586" y="911644"/>
                    </a:lnTo>
                    <a:lnTo>
                      <a:pt x="911791" y="911402"/>
                    </a:lnTo>
                    <a:lnTo>
                      <a:pt x="911996" y="911159"/>
                    </a:lnTo>
                    <a:lnTo>
                      <a:pt x="912201" y="910916"/>
                    </a:lnTo>
                    <a:lnTo>
                      <a:pt x="912406" y="910673"/>
                    </a:lnTo>
                    <a:lnTo>
                      <a:pt x="912611" y="910431"/>
                    </a:lnTo>
                    <a:lnTo>
                      <a:pt x="912816" y="910188"/>
                    </a:lnTo>
                    <a:lnTo>
                      <a:pt x="913021" y="909945"/>
                    </a:lnTo>
                    <a:lnTo>
                      <a:pt x="913226" y="909703"/>
                    </a:lnTo>
                    <a:lnTo>
                      <a:pt x="913431" y="909460"/>
                    </a:lnTo>
                    <a:lnTo>
                      <a:pt x="913636" y="909217"/>
                    </a:lnTo>
                    <a:lnTo>
                      <a:pt x="913841" y="908975"/>
                    </a:lnTo>
                    <a:lnTo>
                      <a:pt x="914046" y="908732"/>
                    </a:lnTo>
                    <a:lnTo>
                      <a:pt x="914251" y="908489"/>
                    </a:lnTo>
                    <a:lnTo>
                      <a:pt x="914400" y="908313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h2446"/>
              <p:cNvSpPr/>
              <p:nvPr/>
            </p:nvSpPr>
            <p:spPr>
              <a:xfrm>
                <a:off x="2790470" y="22917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94" y="908247"/>
                    </a:lnTo>
                    <a:lnTo>
                      <a:pt x="905399" y="908004"/>
                    </a:lnTo>
                    <a:lnTo>
                      <a:pt x="905604" y="907761"/>
                    </a:lnTo>
                    <a:lnTo>
                      <a:pt x="905809" y="907519"/>
                    </a:lnTo>
                    <a:lnTo>
                      <a:pt x="906014" y="907276"/>
                    </a:lnTo>
                    <a:lnTo>
                      <a:pt x="906219" y="907033"/>
                    </a:lnTo>
                    <a:lnTo>
                      <a:pt x="906424" y="906791"/>
                    </a:lnTo>
                    <a:lnTo>
                      <a:pt x="906629" y="906548"/>
                    </a:lnTo>
                    <a:lnTo>
                      <a:pt x="906835" y="906305"/>
                    </a:lnTo>
                    <a:lnTo>
                      <a:pt x="907040" y="906063"/>
                    </a:lnTo>
                    <a:lnTo>
                      <a:pt x="907245" y="905820"/>
                    </a:lnTo>
                    <a:lnTo>
                      <a:pt x="907450" y="905577"/>
                    </a:lnTo>
                    <a:lnTo>
                      <a:pt x="907655" y="905335"/>
                    </a:lnTo>
                    <a:lnTo>
                      <a:pt x="907860" y="905092"/>
                    </a:lnTo>
                    <a:lnTo>
                      <a:pt x="908065" y="904849"/>
                    </a:lnTo>
                    <a:lnTo>
                      <a:pt x="908271" y="904607"/>
                    </a:lnTo>
                    <a:lnTo>
                      <a:pt x="908476" y="904364"/>
                    </a:lnTo>
                    <a:lnTo>
                      <a:pt x="908681" y="904122"/>
                    </a:lnTo>
                    <a:lnTo>
                      <a:pt x="908886" y="903879"/>
                    </a:lnTo>
                    <a:lnTo>
                      <a:pt x="909091" y="903636"/>
                    </a:lnTo>
                    <a:lnTo>
                      <a:pt x="909296" y="903394"/>
                    </a:lnTo>
                    <a:lnTo>
                      <a:pt x="909502" y="903151"/>
                    </a:lnTo>
                    <a:lnTo>
                      <a:pt x="909707" y="902909"/>
                    </a:lnTo>
                    <a:lnTo>
                      <a:pt x="909912" y="902666"/>
                    </a:lnTo>
                    <a:lnTo>
                      <a:pt x="910117" y="902423"/>
                    </a:lnTo>
                    <a:lnTo>
                      <a:pt x="910323" y="902181"/>
                    </a:lnTo>
                    <a:lnTo>
                      <a:pt x="910528" y="901938"/>
                    </a:lnTo>
                    <a:lnTo>
                      <a:pt x="910733" y="901696"/>
                    </a:lnTo>
                    <a:lnTo>
                      <a:pt x="914400" y="897551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h2447"/>
              <p:cNvSpPr/>
              <p:nvPr/>
            </p:nvSpPr>
            <p:spPr>
              <a:xfrm>
                <a:off x="2799732" y="22745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90"/>
                    </a:lnTo>
                    <a:lnTo>
                      <a:pt x="905263" y="914648"/>
                    </a:lnTo>
                    <a:lnTo>
                      <a:pt x="905504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h2448"/>
              <p:cNvSpPr/>
              <p:nvPr/>
            </p:nvSpPr>
            <p:spPr>
              <a:xfrm>
                <a:off x="27997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h2449"/>
              <p:cNvSpPr/>
              <p:nvPr/>
            </p:nvSpPr>
            <p:spPr>
              <a:xfrm>
                <a:off x="28089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h2450"/>
              <p:cNvSpPr/>
              <p:nvPr/>
            </p:nvSpPr>
            <p:spPr>
              <a:xfrm>
                <a:off x="28182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h2451"/>
              <p:cNvSpPr/>
              <p:nvPr/>
            </p:nvSpPr>
            <p:spPr>
              <a:xfrm>
                <a:off x="28275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h2452"/>
              <p:cNvSpPr/>
              <p:nvPr/>
            </p:nvSpPr>
            <p:spPr>
              <a:xfrm>
                <a:off x="28367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h2453"/>
              <p:cNvSpPr/>
              <p:nvPr/>
            </p:nvSpPr>
            <p:spPr>
              <a:xfrm>
                <a:off x="28460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h2454"/>
              <p:cNvSpPr/>
              <p:nvPr/>
            </p:nvSpPr>
            <p:spPr>
              <a:xfrm>
                <a:off x="285530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h2455"/>
              <p:cNvSpPr/>
              <p:nvPr/>
            </p:nvSpPr>
            <p:spPr>
              <a:xfrm>
                <a:off x="28645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h2456"/>
              <p:cNvSpPr/>
              <p:nvPr/>
            </p:nvSpPr>
            <p:spPr>
              <a:xfrm>
                <a:off x="28738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h2457"/>
              <p:cNvSpPr/>
              <p:nvPr/>
            </p:nvSpPr>
            <p:spPr>
              <a:xfrm>
                <a:off x="288309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h2458"/>
              <p:cNvSpPr/>
              <p:nvPr/>
            </p:nvSpPr>
            <p:spPr>
              <a:xfrm>
                <a:off x="289235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h2459"/>
              <p:cNvSpPr/>
              <p:nvPr/>
            </p:nvSpPr>
            <p:spPr>
              <a:xfrm>
                <a:off x="290161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h2460"/>
              <p:cNvSpPr/>
              <p:nvPr/>
            </p:nvSpPr>
            <p:spPr>
              <a:xfrm>
                <a:off x="291087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h2461"/>
              <p:cNvSpPr/>
              <p:nvPr/>
            </p:nvSpPr>
            <p:spPr>
              <a:xfrm>
                <a:off x="292014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h2462"/>
              <p:cNvSpPr/>
              <p:nvPr/>
            </p:nvSpPr>
            <p:spPr>
              <a:xfrm>
                <a:off x="292940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h2463"/>
              <p:cNvSpPr/>
              <p:nvPr/>
            </p:nvSpPr>
            <p:spPr>
              <a:xfrm>
                <a:off x="293866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h2464"/>
              <p:cNvSpPr/>
              <p:nvPr/>
            </p:nvSpPr>
            <p:spPr>
              <a:xfrm>
                <a:off x="294792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h2465"/>
              <p:cNvSpPr/>
              <p:nvPr/>
            </p:nvSpPr>
            <p:spPr>
              <a:xfrm>
                <a:off x="295719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h2466"/>
              <p:cNvSpPr/>
              <p:nvPr/>
            </p:nvSpPr>
            <p:spPr>
              <a:xfrm>
                <a:off x="296645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h2467"/>
              <p:cNvSpPr/>
              <p:nvPr/>
            </p:nvSpPr>
            <p:spPr>
              <a:xfrm>
                <a:off x="297571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h2468"/>
              <p:cNvSpPr/>
              <p:nvPr/>
            </p:nvSpPr>
            <p:spPr>
              <a:xfrm>
                <a:off x="298497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h2469"/>
              <p:cNvSpPr/>
              <p:nvPr/>
            </p:nvSpPr>
            <p:spPr>
              <a:xfrm>
                <a:off x="299423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h2470"/>
              <p:cNvSpPr/>
              <p:nvPr/>
            </p:nvSpPr>
            <p:spPr>
              <a:xfrm>
                <a:off x="300350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h2471"/>
              <p:cNvSpPr/>
              <p:nvPr/>
            </p:nvSpPr>
            <p:spPr>
              <a:xfrm>
                <a:off x="301276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h2472"/>
              <p:cNvSpPr/>
              <p:nvPr/>
            </p:nvSpPr>
            <p:spPr>
              <a:xfrm>
                <a:off x="302202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h2473"/>
              <p:cNvSpPr/>
              <p:nvPr/>
            </p:nvSpPr>
            <p:spPr>
              <a:xfrm>
                <a:off x="303128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h2474"/>
              <p:cNvSpPr/>
              <p:nvPr/>
            </p:nvSpPr>
            <p:spPr>
              <a:xfrm>
                <a:off x="304055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h2475"/>
              <p:cNvSpPr/>
              <p:nvPr/>
            </p:nvSpPr>
            <p:spPr>
              <a:xfrm>
                <a:off x="304981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h2476"/>
              <p:cNvSpPr/>
              <p:nvPr/>
            </p:nvSpPr>
            <p:spPr>
              <a:xfrm>
                <a:off x="305907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h2477"/>
              <p:cNvSpPr/>
              <p:nvPr/>
            </p:nvSpPr>
            <p:spPr>
              <a:xfrm>
                <a:off x="306833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h2478"/>
              <p:cNvSpPr/>
              <p:nvPr/>
            </p:nvSpPr>
            <p:spPr>
              <a:xfrm>
                <a:off x="307759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h2479"/>
              <p:cNvSpPr/>
              <p:nvPr/>
            </p:nvSpPr>
            <p:spPr>
              <a:xfrm>
                <a:off x="308686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h2480"/>
              <p:cNvSpPr/>
              <p:nvPr/>
            </p:nvSpPr>
            <p:spPr>
              <a:xfrm>
                <a:off x="309612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h2481"/>
              <p:cNvSpPr/>
              <p:nvPr/>
            </p:nvSpPr>
            <p:spPr>
              <a:xfrm>
                <a:off x="3105386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h2482"/>
              <p:cNvSpPr/>
              <p:nvPr/>
            </p:nvSpPr>
            <p:spPr>
              <a:xfrm>
                <a:off x="311464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h2483"/>
              <p:cNvSpPr/>
              <p:nvPr/>
            </p:nvSpPr>
            <p:spPr>
              <a:xfrm>
                <a:off x="312391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h2484"/>
              <p:cNvSpPr/>
              <p:nvPr/>
            </p:nvSpPr>
            <p:spPr>
              <a:xfrm>
                <a:off x="313317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h2485"/>
              <p:cNvSpPr/>
              <p:nvPr/>
            </p:nvSpPr>
            <p:spPr>
              <a:xfrm>
                <a:off x="314243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h2486"/>
              <p:cNvSpPr/>
              <p:nvPr/>
            </p:nvSpPr>
            <p:spPr>
              <a:xfrm>
                <a:off x="315169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h2487"/>
              <p:cNvSpPr/>
              <p:nvPr/>
            </p:nvSpPr>
            <p:spPr>
              <a:xfrm>
                <a:off x="316095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h2488"/>
              <p:cNvSpPr/>
              <p:nvPr/>
            </p:nvSpPr>
            <p:spPr>
              <a:xfrm>
                <a:off x="317022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h2489"/>
              <p:cNvSpPr/>
              <p:nvPr/>
            </p:nvSpPr>
            <p:spPr>
              <a:xfrm>
                <a:off x="317948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h2490"/>
              <p:cNvSpPr/>
              <p:nvPr/>
            </p:nvSpPr>
            <p:spPr>
              <a:xfrm>
                <a:off x="318874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h2491"/>
              <p:cNvSpPr/>
              <p:nvPr/>
            </p:nvSpPr>
            <p:spPr>
              <a:xfrm>
                <a:off x="319800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h2492"/>
              <p:cNvSpPr/>
              <p:nvPr/>
            </p:nvSpPr>
            <p:spPr>
              <a:xfrm>
                <a:off x="320727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h2493"/>
              <p:cNvSpPr/>
              <p:nvPr/>
            </p:nvSpPr>
            <p:spPr>
              <a:xfrm>
                <a:off x="3216532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h2494"/>
              <p:cNvSpPr/>
              <p:nvPr/>
            </p:nvSpPr>
            <p:spPr>
              <a:xfrm>
                <a:off x="3225794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h2495"/>
              <p:cNvSpPr/>
              <p:nvPr/>
            </p:nvSpPr>
            <p:spPr>
              <a:xfrm>
                <a:off x="3235057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h2496"/>
              <p:cNvSpPr/>
              <p:nvPr/>
            </p:nvSpPr>
            <p:spPr>
              <a:xfrm>
                <a:off x="3244319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h2497"/>
              <p:cNvSpPr/>
              <p:nvPr/>
            </p:nvSpPr>
            <p:spPr>
              <a:xfrm>
                <a:off x="3253581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h2498"/>
              <p:cNvSpPr/>
              <p:nvPr/>
            </p:nvSpPr>
            <p:spPr>
              <a:xfrm>
                <a:off x="3262843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h2499"/>
              <p:cNvSpPr/>
              <p:nvPr/>
            </p:nvSpPr>
            <p:spPr>
              <a:xfrm>
                <a:off x="3272105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h2500"/>
              <p:cNvSpPr/>
              <p:nvPr/>
            </p:nvSpPr>
            <p:spPr>
              <a:xfrm>
                <a:off x="3281368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h2501"/>
              <p:cNvSpPr/>
              <p:nvPr/>
            </p:nvSpPr>
            <p:spPr>
              <a:xfrm>
                <a:off x="3290630" y="22745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h2502"/>
              <p:cNvSpPr/>
              <p:nvPr/>
            </p:nvSpPr>
            <p:spPr>
              <a:xfrm>
                <a:off x="3299892" y="22917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788"/>
                    </a:lnTo>
                    <a:lnTo>
                      <a:pt x="923210" y="910203"/>
                    </a:lnTo>
                    <a:lnTo>
                      <a:pt x="922534" y="912318"/>
                    </a:lnTo>
                    <a:lnTo>
                      <a:pt x="921870" y="914400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h2503"/>
              <p:cNvSpPr/>
              <p:nvPr/>
            </p:nvSpPr>
            <p:spPr>
              <a:xfrm>
                <a:off x="3309154" y="2274502"/>
                <a:ext cx="918118" cy="926027"/>
              </a:xfrm>
              <a:custGeom>
                <a:avLst/>
                <a:gdLst/>
                <a:ahLst/>
                <a:cxnLst/>
                <a:rect l="0" t="0" r="0" b="0"/>
                <a:pathLst>
                  <a:path w="918118" h="926027">
                    <a:moveTo>
                      <a:pt x="914400" y="914400"/>
                    </a:moveTo>
                    <a:lnTo>
                      <a:pt x="918118" y="914400"/>
                    </a:lnTo>
                    <a:lnTo>
                      <a:pt x="918005" y="914753"/>
                    </a:lnTo>
                    <a:lnTo>
                      <a:pt x="917328" y="916867"/>
                    </a:lnTo>
                    <a:lnTo>
                      <a:pt x="916652" y="918982"/>
                    </a:lnTo>
                    <a:lnTo>
                      <a:pt x="915975" y="921097"/>
                    </a:lnTo>
                    <a:lnTo>
                      <a:pt x="915299" y="923212"/>
                    </a:lnTo>
                    <a:lnTo>
                      <a:pt x="914623" y="925327"/>
                    </a:lnTo>
                    <a:lnTo>
                      <a:pt x="914400" y="926027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h2504"/>
              <p:cNvSpPr/>
              <p:nvPr/>
            </p:nvSpPr>
            <p:spPr>
              <a:xfrm>
                <a:off x="2392195" y="2257264"/>
                <a:ext cx="914399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638">
                    <a:moveTo>
                      <a:pt x="914399" y="914400"/>
                    </a:moveTo>
                    <a:lnTo>
                      <a:pt x="914399" y="931638"/>
                    </a:lnTo>
                    <a:lnTo>
                      <a:pt x="906551" y="931638"/>
                    </a:lnTo>
                    <a:lnTo>
                      <a:pt x="906860" y="929976"/>
                    </a:lnTo>
                    <a:lnTo>
                      <a:pt x="909029" y="920009"/>
                    </a:lnTo>
                    <a:lnTo>
                      <a:pt x="910436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h2505"/>
              <p:cNvSpPr/>
              <p:nvPr/>
            </p:nvSpPr>
            <p:spPr>
              <a:xfrm>
                <a:off x="239219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h2506"/>
              <p:cNvSpPr/>
              <p:nvPr/>
            </p:nvSpPr>
            <p:spPr>
              <a:xfrm>
                <a:off x="24014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h2507"/>
              <p:cNvSpPr/>
              <p:nvPr/>
            </p:nvSpPr>
            <p:spPr>
              <a:xfrm>
                <a:off x="24107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h2508"/>
              <p:cNvSpPr/>
              <p:nvPr/>
            </p:nvSpPr>
            <p:spPr>
              <a:xfrm>
                <a:off x="24199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h2509"/>
              <p:cNvSpPr/>
              <p:nvPr/>
            </p:nvSpPr>
            <p:spPr>
              <a:xfrm>
                <a:off x="24292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h2510"/>
              <p:cNvSpPr/>
              <p:nvPr/>
            </p:nvSpPr>
            <p:spPr>
              <a:xfrm>
                <a:off x="24385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h2511"/>
              <p:cNvSpPr/>
              <p:nvPr/>
            </p:nvSpPr>
            <p:spPr>
              <a:xfrm>
                <a:off x="24477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h2512"/>
              <p:cNvSpPr/>
              <p:nvPr/>
            </p:nvSpPr>
            <p:spPr>
              <a:xfrm>
                <a:off x="24570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h2513"/>
              <p:cNvSpPr/>
              <p:nvPr/>
            </p:nvSpPr>
            <p:spPr>
              <a:xfrm>
                <a:off x="24662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h2514"/>
              <p:cNvSpPr/>
              <p:nvPr/>
            </p:nvSpPr>
            <p:spPr>
              <a:xfrm>
                <a:off x="247555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h2515"/>
              <p:cNvSpPr/>
              <p:nvPr/>
            </p:nvSpPr>
            <p:spPr>
              <a:xfrm>
                <a:off x="24848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h2516"/>
              <p:cNvSpPr/>
              <p:nvPr/>
            </p:nvSpPr>
            <p:spPr>
              <a:xfrm>
                <a:off x="24940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h2517"/>
              <p:cNvSpPr/>
              <p:nvPr/>
            </p:nvSpPr>
            <p:spPr>
              <a:xfrm>
                <a:off x="25033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h2518"/>
              <p:cNvSpPr/>
              <p:nvPr/>
            </p:nvSpPr>
            <p:spPr>
              <a:xfrm>
                <a:off x="25126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h2519"/>
              <p:cNvSpPr/>
              <p:nvPr/>
            </p:nvSpPr>
            <p:spPr>
              <a:xfrm>
                <a:off x="25218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h2520"/>
              <p:cNvSpPr/>
              <p:nvPr/>
            </p:nvSpPr>
            <p:spPr>
              <a:xfrm>
                <a:off x="25311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h2521"/>
              <p:cNvSpPr/>
              <p:nvPr/>
            </p:nvSpPr>
            <p:spPr>
              <a:xfrm>
                <a:off x="25403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h2522"/>
              <p:cNvSpPr/>
              <p:nvPr/>
            </p:nvSpPr>
            <p:spPr>
              <a:xfrm>
                <a:off x="25496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h2523"/>
              <p:cNvSpPr/>
              <p:nvPr/>
            </p:nvSpPr>
            <p:spPr>
              <a:xfrm>
                <a:off x="25589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h2524"/>
              <p:cNvSpPr/>
              <p:nvPr/>
            </p:nvSpPr>
            <p:spPr>
              <a:xfrm>
                <a:off x="25681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h2525"/>
              <p:cNvSpPr/>
              <p:nvPr/>
            </p:nvSpPr>
            <p:spPr>
              <a:xfrm>
                <a:off x="25774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h2526"/>
              <p:cNvSpPr/>
              <p:nvPr/>
            </p:nvSpPr>
            <p:spPr>
              <a:xfrm>
                <a:off x="25867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h2527"/>
              <p:cNvSpPr/>
              <p:nvPr/>
            </p:nvSpPr>
            <p:spPr>
              <a:xfrm>
                <a:off x="25959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h2528"/>
              <p:cNvSpPr/>
              <p:nvPr/>
            </p:nvSpPr>
            <p:spPr>
              <a:xfrm>
                <a:off x="26052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h2529"/>
              <p:cNvSpPr/>
              <p:nvPr/>
            </p:nvSpPr>
            <p:spPr>
              <a:xfrm>
                <a:off x="26144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h2530"/>
              <p:cNvSpPr/>
              <p:nvPr/>
            </p:nvSpPr>
            <p:spPr>
              <a:xfrm>
                <a:off x="26237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h2531"/>
              <p:cNvSpPr/>
              <p:nvPr/>
            </p:nvSpPr>
            <p:spPr>
              <a:xfrm>
                <a:off x="26330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h2532"/>
              <p:cNvSpPr/>
              <p:nvPr/>
            </p:nvSpPr>
            <p:spPr>
              <a:xfrm>
                <a:off x="26422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h2533"/>
              <p:cNvSpPr/>
              <p:nvPr/>
            </p:nvSpPr>
            <p:spPr>
              <a:xfrm>
                <a:off x="26515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h2534"/>
              <p:cNvSpPr/>
              <p:nvPr/>
            </p:nvSpPr>
            <p:spPr>
              <a:xfrm>
                <a:off x="26607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h2535"/>
              <p:cNvSpPr/>
              <p:nvPr/>
            </p:nvSpPr>
            <p:spPr>
              <a:xfrm>
                <a:off x="26700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h2536"/>
              <p:cNvSpPr/>
              <p:nvPr/>
            </p:nvSpPr>
            <p:spPr>
              <a:xfrm>
                <a:off x="2679323" y="2274502"/>
                <a:ext cx="917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9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814" y="897161"/>
                    </a:lnTo>
                    <a:lnTo>
                      <a:pt x="917979" y="904022"/>
                    </a:lnTo>
                    <a:lnTo>
                      <a:pt x="917933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h2537"/>
              <p:cNvSpPr/>
              <p:nvPr/>
            </p:nvSpPr>
            <p:spPr>
              <a:xfrm>
                <a:off x="2799732" y="22745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504" y="914400"/>
                    </a:lnTo>
                    <a:lnTo>
                      <a:pt x="909144" y="910647"/>
                    </a:lnTo>
                    <a:lnTo>
                      <a:pt x="909556" y="910241"/>
                    </a:lnTo>
                    <a:lnTo>
                      <a:pt x="909972" y="909832"/>
                    </a:lnTo>
                    <a:lnTo>
                      <a:pt x="910388" y="909423"/>
                    </a:lnTo>
                    <a:lnTo>
                      <a:pt x="910804" y="909014"/>
                    </a:lnTo>
                    <a:lnTo>
                      <a:pt x="911221" y="908605"/>
                    </a:lnTo>
                    <a:lnTo>
                      <a:pt x="911637" y="908196"/>
                    </a:lnTo>
                    <a:lnTo>
                      <a:pt x="912053" y="907787"/>
                    </a:lnTo>
                    <a:lnTo>
                      <a:pt x="912470" y="907378"/>
                    </a:lnTo>
                    <a:lnTo>
                      <a:pt x="912886" y="906969"/>
                    </a:lnTo>
                    <a:lnTo>
                      <a:pt x="913302" y="906560"/>
                    </a:lnTo>
                    <a:lnTo>
                      <a:pt x="913719" y="906151"/>
                    </a:lnTo>
                    <a:lnTo>
                      <a:pt x="914135" y="905742"/>
                    </a:lnTo>
                    <a:lnTo>
                      <a:pt x="914400" y="905483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h2538"/>
              <p:cNvSpPr/>
              <p:nvPr/>
            </p:nvSpPr>
            <p:spPr>
              <a:xfrm>
                <a:off x="2808994" y="22572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721"/>
                    </a:lnTo>
                    <a:lnTo>
                      <a:pt x="905289" y="922572"/>
                    </a:lnTo>
                    <a:lnTo>
                      <a:pt x="905706" y="922163"/>
                    </a:lnTo>
                    <a:lnTo>
                      <a:pt x="906122" y="921754"/>
                    </a:lnTo>
                    <a:lnTo>
                      <a:pt x="906539" y="921345"/>
                    </a:lnTo>
                    <a:lnTo>
                      <a:pt x="906955" y="920936"/>
                    </a:lnTo>
                    <a:lnTo>
                      <a:pt x="907372" y="920528"/>
                    </a:lnTo>
                    <a:lnTo>
                      <a:pt x="907789" y="920119"/>
                    </a:lnTo>
                    <a:lnTo>
                      <a:pt x="908205" y="919710"/>
                    </a:lnTo>
                    <a:lnTo>
                      <a:pt x="908622" y="919301"/>
                    </a:lnTo>
                    <a:lnTo>
                      <a:pt x="909038" y="918892"/>
                    </a:lnTo>
                    <a:lnTo>
                      <a:pt x="909455" y="918484"/>
                    </a:lnTo>
                    <a:lnTo>
                      <a:pt x="909872" y="918075"/>
                    </a:lnTo>
                    <a:lnTo>
                      <a:pt x="910289" y="917666"/>
                    </a:lnTo>
                    <a:lnTo>
                      <a:pt x="910705" y="917257"/>
                    </a:lnTo>
                    <a:lnTo>
                      <a:pt x="911122" y="916849"/>
                    </a:lnTo>
                    <a:lnTo>
                      <a:pt x="911539" y="916440"/>
                    </a:lnTo>
                    <a:lnTo>
                      <a:pt x="911956" y="916031"/>
                    </a:lnTo>
                    <a:lnTo>
                      <a:pt x="912373" y="915623"/>
                    </a:lnTo>
                    <a:lnTo>
                      <a:pt x="912790" y="915214"/>
                    </a:lnTo>
                    <a:lnTo>
                      <a:pt x="913207" y="914805"/>
                    </a:lnTo>
                    <a:lnTo>
                      <a:pt x="913648" y="914400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h2539"/>
              <p:cNvSpPr/>
              <p:nvPr/>
            </p:nvSpPr>
            <p:spPr>
              <a:xfrm>
                <a:off x="28089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h2540"/>
              <p:cNvSpPr/>
              <p:nvPr/>
            </p:nvSpPr>
            <p:spPr>
              <a:xfrm>
                <a:off x="28182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h2541"/>
              <p:cNvSpPr/>
              <p:nvPr/>
            </p:nvSpPr>
            <p:spPr>
              <a:xfrm>
                <a:off x="28275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h2542"/>
              <p:cNvSpPr/>
              <p:nvPr/>
            </p:nvSpPr>
            <p:spPr>
              <a:xfrm>
                <a:off x="28367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h2543"/>
              <p:cNvSpPr/>
              <p:nvPr/>
            </p:nvSpPr>
            <p:spPr>
              <a:xfrm>
                <a:off x="28460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h2544"/>
              <p:cNvSpPr/>
              <p:nvPr/>
            </p:nvSpPr>
            <p:spPr>
              <a:xfrm>
                <a:off x="285530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h2545"/>
              <p:cNvSpPr/>
              <p:nvPr/>
            </p:nvSpPr>
            <p:spPr>
              <a:xfrm>
                <a:off x="28645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h2546"/>
              <p:cNvSpPr/>
              <p:nvPr/>
            </p:nvSpPr>
            <p:spPr>
              <a:xfrm>
                <a:off x="28738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h2547"/>
              <p:cNvSpPr/>
              <p:nvPr/>
            </p:nvSpPr>
            <p:spPr>
              <a:xfrm>
                <a:off x="28830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h2548"/>
              <p:cNvSpPr/>
              <p:nvPr/>
            </p:nvSpPr>
            <p:spPr>
              <a:xfrm>
                <a:off x="289235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h2549"/>
              <p:cNvSpPr/>
              <p:nvPr/>
            </p:nvSpPr>
            <p:spPr>
              <a:xfrm>
                <a:off x="290161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h2550"/>
              <p:cNvSpPr/>
              <p:nvPr/>
            </p:nvSpPr>
            <p:spPr>
              <a:xfrm>
                <a:off x="291087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h2551"/>
              <p:cNvSpPr/>
              <p:nvPr/>
            </p:nvSpPr>
            <p:spPr>
              <a:xfrm>
                <a:off x="292014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h2552"/>
              <p:cNvSpPr/>
              <p:nvPr/>
            </p:nvSpPr>
            <p:spPr>
              <a:xfrm>
                <a:off x="292940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h2553"/>
              <p:cNvSpPr/>
              <p:nvPr/>
            </p:nvSpPr>
            <p:spPr>
              <a:xfrm>
                <a:off x="293866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h2554"/>
              <p:cNvSpPr/>
              <p:nvPr/>
            </p:nvSpPr>
            <p:spPr>
              <a:xfrm>
                <a:off x="294792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h2555"/>
              <p:cNvSpPr/>
              <p:nvPr/>
            </p:nvSpPr>
            <p:spPr>
              <a:xfrm>
                <a:off x="295719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h2556"/>
              <p:cNvSpPr/>
              <p:nvPr/>
            </p:nvSpPr>
            <p:spPr>
              <a:xfrm>
                <a:off x="296645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h2557"/>
              <p:cNvSpPr/>
              <p:nvPr/>
            </p:nvSpPr>
            <p:spPr>
              <a:xfrm>
                <a:off x="297571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h2558"/>
              <p:cNvSpPr/>
              <p:nvPr/>
            </p:nvSpPr>
            <p:spPr>
              <a:xfrm>
                <a:off x="298497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h2559"/>
              <p:cNvSpPr/>
              <p:nvPr/>
            </p:nvSpPr>
            <p:spPr>
              <a:xfrm>
                <a:off x="299423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h2560"/>
              <p:cNvSpPr/>
              <p:nvPr/>
            </p:nvSpPr>
            <p:spPr>
              <a:xfrm>
                <a:off x="300350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h2561"/>
              <p:cNvSpPr/>
              <p:nvPr/>
            </p:nvSpPr>
            <p:spPr>
              <a:xfrm>
                <a:off x="301276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h2562"/>
              <p:cNvSpPr/>
              <p:nvPr/>
            </p:nvSpPr>
            <p:spPr>
              <a:xfrm>
                <a:off x="302202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h2563"/>
              <p:cNvSpPr/>
              <p:nvPr/>
            </p:nvSpPr>
            <p:spPr>
              <a:xfrm>
                <a:off x="303128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h2564"/>
              <p:cNvSpPr/>
              <p:nvPr/>
            </p:nvSpPr>
            <p:spPr>
              <a:xfrm>
                <a:off x="304055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h2565"/>
              <p:cNvSpPr/>
              <p:nvPr/>
            </p:nvSpPr>
            <p:spPr>
              <a:xfrm>
                <a:off x="304981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h2566"/>
              <p:cNvSpPr/>
              <p:nvPr/>
            </p:nvSpPr>
            <p:spPr>
              <a:xfrm>
                <a:off x="305907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h2567"/>
              <p:cNvSpPr/>
              <p:nvPr/>
            </p:nvSpPr>
            <p:spPr>
              <a:xfrm>
                <a:off x="306833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h2568"/>
              <p:cNvSpPr/>
              <p:nvPr/>
            </p:nvSpPr>
            <p:spPr>
              <a:xfrm>
                <a:off x="307759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h2569"/>
              <p:cNvSpPr/>
              <p:nvPr/>
            </p:nvSpPr>
            <p:spPr>
              <a:xfrm>
                <a:off x="308686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h2570"/>
              <p:cNvSpPr/>
              <p:nvPr/>
            </p:nvSpPr>
            <p:spPr>
              <a:xfrm>
                <a:off x="309612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h2571"/>
              <p:cNvSpPr/>
              <p:nvPr/>
            </p:nvSpPr>
            <p:spPr>
              <a:xfrm>
                <a:off x="3105386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h2572"/>
              <p:cNvSpPr/>
              <p:nvPr/>
            </p:nvSpPr>
            <p:spPr>
              <a:xfrm>
                <a:off x="311464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h2573"/>
              <p:cNvSpPr/>
              <p:nvPr/>
            </p:nvSpPr>
            <p:spPr>
              <a:xfrm>
                <a:off x="312391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h2574"/>
              <p:cNvSpPr/>
              <p:nvPr/>
            </p:nvSpPr>
            <p:spPr>
              <a:xfrm>
                <a:off x="313317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h2575"/>
              <p:cNvSpPr/>
              <p:nvPr/>
            </p:nvSpPr>
            <p:spPr>
              <a:xfrm>
                <a:off x="314243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h2576"/>
              <p:cNvSpPr/>
              <p:nvPr/>
            </p:nvSpPr>
            <p:spPr>
              <a:xfrm>
                <a:off x="315169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h2577"/>
              <p:cNvSpPr/>
              <p:nvPr/>
            </p:nvSpPr>
            <p:spPr>
              <a:xfrm>
                <a:off x="316095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h2578"/>
              <p:cNvSpPr/>
              <p:nvPr/>
            </p:nvSpPr>
            <p:spPr>
              <a:xfrm>
                <a:off x="317022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h2579"/>
              <p:cNvSpPr/>
              <p:nvPr/>
            </p:nvSpPr>
            <p:spPr>
              <a:xfrm>
                <a:off x="317948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h2580"/>
              <p:cNvSpPr/>
              <p:nvPr/>
            </p:nvSpPr>
            <p:spPr>
              <a:xfrm>
                <a:off x="318874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h2581"/>
              <p:cNvSpPr/>
              <p:nvPr/>
            </p:nvSpPr>
            <p:spPr>
              <a:xfrm>
                <a:off x="319800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h2582"/>
              <p:cNvSpPr/>
              <p:nvPr/>
            </p:nvSpPr>
            <p:spPr>
              <a:xfrm>
                <a:off x="320727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h2583"/>
              <p:cNvSpPr/>
              <p:nvPr/>
            </p:nvSpPr>
            <p:spPr>
              <a:xfrm>
                <a:off x="321653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h2584"/>
              <p:cNvSpPr/>
              <p:nvPr/>
            </p:nvSpPr>
            <p:spPr>
              <a:xfrm>
                <a:off x="3225794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h2585"/>
              <p:cNvSpPr/>
              <p:nvPr/>
            </p:nvSpPr>
            <p:spPr>
              <a:xfrm>
                <a:off x="3235057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h2586"/>
              <p:cNvSpPr/>
              <p:nvPr/>
            </p:nvSpPr>
            <p:spPr>
              <a:xfrm>
                <a:off x="3244319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h2587"/>
              <p:cNvSpPr/>
              <p:nvPr/>
            </p:nvSpPr>
            <p:spPr>
              <a:xfrm>
                <a:off x="3253581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h2588"/>
              <p:cNvSpPr/>
              <p:nvPr/>
            </p:nvSpPr>
            <p:spPr>
              <a:xfrm>
                <a:off x="3262843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h2589"/>
              <p:cNvSpPr/>
              <p:nvPr/>
            </p:nvSpPr>
            <p:spPr>
              <a:xfrm>
                <a:off x="3272105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h2590"/>
              <p:cNvSpPr/>
              <p:nvPr/>
            </p:nvSpPr>
            <p:spPr>
              <a:xfrm>
                <a:off x="3281368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h2591"/>
              <p:cNvSpPr/>
              <p:nvPr/>
            </p:nvSpPr>
            <p:spPr>
              <a:xfrm>
                <a:off x="3290630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h2592"/>
              <p:cNvSpPr/>
              <p:nvPr/>
            </p:nvSpPr>
            <p:spPr>
              <a:xfrm>
                <a:off x="3299892" y="22572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h2593"/>
              <p:cNvSpPr/>
              <p:nvPr/>
            </p:nvSpPr>
            <p:spPr>
              <a:xfrm>
                <a:off x="3309154" y="2274502"/>
                <a:ext cx="9231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150" y="897161"/>
                    </a:lnTo>
                    <a:lnTo>
                      <a:pt x="921238" y="904212"/>
                    </a:lnTo>
                    <a:lnTo>
                      <a:pt x="918686" y="912624"/>
                    </a:lnTo>
                    <a:lnTo>
                      <a:pt x="918118" y="914400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h2594"/>
              <p:cNvSpPr/>
              <p:nvPr/>
            </p:nvSpPr>
            <p:spPr>
              <a:xfrm>
                <a:off x="2382932" y="2240025"/>
                <a:ext cx="914400" cy="9149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999">
                    <a:moveTo>
                      <a:pt x="914400" y="914400"/>
                    </a:moveTo>
                    <a:lnTo>
                      <a:pt x="914400" y="914999"/>
                    </a:lnTo>
                    <a:lnTo>
                      <a:pt x="914130" y="914400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h2595"/>
              <p:cNvSpPr/>
              <p:nvPr/>
            </p:nvSpPr>
            <p:spPr>
              <a:xfrm>
                <a:off x="23829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20477" y="928533"/>
                    </a:lnTo>
                    <a:lnTo>
                      <a:pt x="920240" y="928005"/>
                    </a:lnTo>
                    <a:lnTo>
                      <a:pt x="919475" y="926300"/>
                    </a:lnTo>
                    <a:lnTo>
                      <a:pt x="918710" y="924595"/>
                    </a:lnTo>
                    <a:lnTo>
                      <a:pt x="917945" y="922890"/>
                    </a:lnTo>
                    <a:lnTo>
                      <a:pt x="917180" y="921186"/>
                    </a:lnTo>
                    <a:lnTo>
                      <a:pt x="916414" y="919481"/>
                    </a:lnTo>
                    <a:lnTo>
                      <a:pt x="915648" y="917776"/>
                    </a:lnTo>
                    <a:lnTo>
                      <a:pt x="914882" y="916072"/>
                    </a:lnTo>
                    <a:lnTo>
                      <a:pt x="914400" y="91499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h2596"/>
              <p:cNvSpPr/>
              <p:nvPr/>
            </p:nvSpPr>
            <p:spPr>
              <a:xfrm>
                <a:off x="239219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h2597"/>
              <p:cNvSpPr/>
              <p:nvPr/>
            </p:nvSpPr>
            <p:spPr>
              <a:xfrm>
                <a:off x="24014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h2598"/>
              <p:cNvSpPr/>
              <p:nvPr/>
            </p:nvSpPr>
            <p:spPr>
              <a:xfrm>
                <a:off x="24107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h2599"/>
              <p:cNvSpPr/>
              <p:nvPr/>
            </p:nvSpPr>
            <p:spPr>
              <a:xfrm>
                <a:off x="24199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h2600"/>
              <p:cNvSpPr/>
              <p:nvPr/>
            </p:nvSpPr>
            <p:spPr>
              <a:xfrm>
                <a:off x="24292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h2601"/>
              <p:cNvSpPr/>
              <p:nvPr/>
            </p:nvSpPr>
            <p:spPr>
              <a:xfrm>
                <a:off x="24385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h2602"/>
              <p:cNvSpPr/>
              <p:nvPr/>
            </p:nvSpPr>
            <p:spPr>
              <a:xfrm>
                <a:off x="24477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h2603"/>
              <p:cNvSpPr/>
              <p:nvPr/>
            </p:nvSpPr>
            <p:spPr>
              <a:xfrm>
                <a:off x="24570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h2604"/>
              <p:cNvSpPr/>
              <p:nvPr/>
            </p:nvSpPr>
            <p:spPr>
              <a:xfrm>
                <a:off x="24662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h2605"/>
              <p:cNvSpPr/>
              <p:nvPr/>
            </p:nvSpPr>
            <p:spPr>
              <a:xfrm>
                <a:off x="247555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h2606"/>
              <p:cNvSpPr/>
              <p:nvPr/>
            </p:nvSpPr>
            <p:spPr>
              <a:xfrm>
                <a:off x="24848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h2607"/>
              <p:cNvSpPr/>
              <p:nvPr/>
            </p:nvSpPr>
            <p:spPr>
              <a:xfrm>
                <a:off x="24940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h2608"/>
              <p:cNvSpPr/>
              <p:nvPr/>
            </p:nvSpPr>
            <p:spPr>
              <a:xfrm>
                <a:off x="25033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h2609"/>
              <p:cNvSpPr/>
              <p:nvPr/>
            </p:nvSpPr>
            <p:spPr>
              <a:xfrm>
                <a:off x="25126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h2610"/>
              <p:cNvSpPr/>
              <p:nvPr/>
            </p:nvSpPr>
            <p:spPr>
              <a:xfrm>
                <a:off x="25218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h2611"/>
              <p:cNvSpPr/>
              <p:nvPr/>
            </p:nvSpPr>
            <p:spPr>
              <a:xfrm>
                <a:off x="25311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h2612"/>
              <p:cNvSpPr/>
              <p:nvPr/>
            </p:nvSpPr>
            <p:spPr>
              <a:xfrm>
                <a:off x="25403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h2613"/>
              <p:cNvSpPr/>
              <p:nvPr/>
            </p:nvSpPr>
            <p:spPr>
              <a:xfrm>
                <a:off x="25496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h2614"/>
              <p:cNvSpPr/>
              <p:nvPr/>
            </p:nvSpPr>
            <p:spPr>
              <a:xfrm>
                <a:off x="25589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h2615"/>
              <p:cNvSpPr/>
              <p:nvPr/>
            </p:nvSpPr>
            <p:spPr>
              <a:xfrm>
                <a:off x="25681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h2616"/>
              <p:cNvSpPr/>
              <p:nvPr/>
            </p:nvSpPr>
            <p:spPr>
              <a:xfrm>
                <a:off x="25774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h2617"/>
              <p:cNvSpPr/>
              <p:nvPr/>
            </p:nvSpPr>
            <p:spPr>
              <a:xfrm>
                <a:off x="25867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h2618"/>
              <p:cNvSpPr/>
              <p:nvPr/>
            </p:nvSpPr>
            <p:spPr>
              <a:xfrm>
                <a:off x="25959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h2619"/>
              <p:cNvSpPr/>
              <p:nvPr/>
            </p:nvSpPr>
            <p:spPr>
              <a:xfrm>
                <a:off x="26052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h2620"/>
              <p:cNvSpPr/>
              <p:nvPr/>
            </p:nvSpPr>
            <p:spPr>
              <a:xfrm>
                <a:off x="26144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h2621"/>
              <p:cNvSpPr/>
              <p:nvPr/>
            </p:nvSpPr>
            <p:spPr>
              <a:xfrm>
                <a:off x="26237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h2622"/>
              <p:cNvSpPr/>
              <p:nvPr/>
            </p:nvSpPr>
            <p:spPr>
              <a:xfrm>
                <a:off x="26330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h2623"/>
              <p:cNvSpPr/>
              <p:nvPr/>
            </p:nvSpPr>
            <p:spPr>
              <a:xfrm>
                <a:off x="26422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h2624"/>
              <p:cNvSpPr/>
              <p:nvPr/>
            </p:nvSpPr>
            <p:spPr>
              <a:xfrm>
                <a:off x="26515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h2625"/>
              <p:cNvSpPr/>
              <p:nvPr/>
            </p:nvSpPr>
            <p:spPr>
              <a:xfrm>
                <a:off x="26607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h2626"/>
              <p:cNvSpPr/>
              <p:nvPr/>
            </p:nvSpPr>
            <p:spPr>
              <a:xfrm>
                <a:off x="26700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h2627"/>
              <p:cNvSpPr/>
              <p:nvPr/>
            </p:nvSpPr>
            <p:spPr>
              <a:xfrm>
                <a:off x="2679323" y="2257264"/>
                <a:ext cx="9178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1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6959" y="897161"/>
                    </a:lnTo>
                    <a:lnTo>
                      <a:pt x="917139" y="899374"/>
                    </a:lnTo>
                    <a:lnTo>
                      <a:pt x="917715" y="910296"/>
                    </a:lnTo>
                    <a:lnTo>
                      <a:pt x="917814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h2628"/>
              <p:cNvSpPr/>
              <p:nvPr/>
            </p:nvSpPr>
            <p:spPr>
              <a:xfrm>
                <a:off x="2808994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8" y="914400"/>
                    </a:lnTo>
                    <a:lnTo>
                      <a:pt x="914400" y="91370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h2629"/>
              <p:cNvSpPr/>
              <p:nvPr/>
            </p:nvSpPr>
            <p:spPr>
              <a:xfrm>
                <a:off x="2818257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708"/>
                    </a:lnTo>
                    <a:lnTo>
                      <a:pt x="909037" y="910119"/>
                    </a:lnTo>
                    <a:lnTo>
                      <a:pt x="914252" y="905924"/>
                    </a:lnTo>
                    <a:lnTo>
                      <a:pt x="914400" y="905813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h2630"/>
              <p:cNvSpPr/>
              <p:nvPr/>
            </p:nvSpPr>
            <p:spPr>
              <a:xfrm>
                <a:off x="2827519" y="22572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36" y="905739"/>
                    </a:lnTo>
                    <a:lnTo>
                      <a:pt x="905485" y="905553"/>
                    </a:lnTo>
                    <a:lnTo>
                      <a:pt x="905734" y="905367"/>
                    </a:lnTo>
                    <a:lnTo>
                      <a:pt x="905982" y="905180"/>
                    </a:lnTo>
                    <a:lnTo>
                      <a:pt x="906231" y="904994"/>
                    </a:lnTo>
                    <a:lnTo>
                      <a:pt x="906480" y="904808"/>
                    </a:lnTo>
                    <a:lnTo>
                      <a:pt x="906729" y="904622"/>
                    </a:lnTo>
                    <a:lnTo>
                      <a:pt x="906978" y="904435"/>
                    </a:lnTo>
                    <a:lnTo>
                      <a:pt x="907227" y="904249"/>
                    </a:lnTo>
                    <a:lnTo>
                      <a:pt x="907475" y="904063"/>
                    </a:lnTo>
                    <a:lnTo>
                      <a:pt x="907724" y="903877"/>
                    </a:lnTo>
                    <a:lnTo>
                      <a:pt x="907973" y="903690"/>
                    </a:lnTo>
                    <a:lnTo>
                      <a:pt x="908222" y="903504"/>
                    </a:lnTo>
                    <a:lnTo>
                      <a:pt x="908471" y="903318"/>
                    </a:lnTo>
                    <a:lnTo>
                      <a:pt x="908720" y="903132"/>
                    </a:lnTo>
                    <a:lnTo>
                      <a:pt x="908969" y="902946"/>
                    </a:lnTo>
                    <a:lnTo>
                      <a:pt x="909217" y="902759"/>
                    </a:lnTo>
                    <a:lnTo>
                      <a:pt x="909466" y="902573"/>
                    </a:lnTo>
                    <a:lnTo>
                      <a:pt x="909715" y="902387"/>
                    </a:lnTo>
                    <a:lnTo>
                      <a:pt x="909964" y="902201"/>
                    </a:lnTo>
                    <a:lnTo>
                      <a:pt x="910213" y="902015"/>
                    </a:lnTo>
                    <a:lnTo>
                      <a:pt x="910462" y="901829"/>
                    </a:lnTo>
                    <a:lnTo>
                      <a:pt x="910711" y="901642"/>
                    </a:lnTo>
                    <a:lnTo>
                      <a:pt x="910960" y="901456"/>
                    </a:lnTo>
                    <a:lnTo>
                      <a:pt x="911209" y="901270"/>
                    </a:lnTo>
                    <a:lnTo>
                      <a:pt x="911458" y="901084"/>
                    </a:lnTo>
                    <a:lnTo>
                      <a:pt x="911707" y="900898"/>
                    </a:lnTo>
                    <a:lnTo>
                      <a:pt x="911956" y="900712"/>
                    </a:lnTo>
                    <a:lnTo>
                      <a:pt x="912205" y="900526"/>
                    </a:lnTo>
                    <a:lnTo>
                      <a:pt x="912454" y="900339"/>
                    </a:lnTo>
                    <a:lnTo>
                      <a:pt x="912703" y="900153"/>
                    </a:lnTo>
                    <a:lnTo>
                      <a:pt x="912952" y="899967"/>
                    </a:lnTo>
                    <a:lnTo>
                      <a:pt x="913201" y="899781"/>
                    </a:lnTo>
                    <a:lnTo>
                      <a:pt x="913450" y="899595"/>
                    </a:lnTo>
                    <a:lnTo>
                      <a:pt x="913699" y="899409"/>
                    </a:lnTo>
                    <a:lnTo>
                      <a:pt x="913948" y="899223"/>
                    </a:lnTo>
                    <a:lnTo>
                      <a:pt x="914197" y="899037"/>
                    </a:lnTo>
                    <a:lnTo>
                      <a:pt x="914400" y="898885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h2631"/>
              <p:cNvSpPr/>
              <p:nvPr/>
            </p:nvSpPr>
            <p:spPr>
              <a:xfrm>
                <a:off x="2836781" y="22400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83" y="916089"/>
                    </a:lnTo>
                    <a:lnTo>
                      <a:pt x="905433" y="915903"/>
                    </a:lnTo>
                    <a:lnTo>
                      <a:pt x="905682" y="915717"/>
                    </a:lnTo>
                    <a:lnTo>
                      <a:pt x="905931" y="915531"/>
                    </a:lnTo>
                    <a:lnTo>
                      <a:pt x="906180" y="915345"/>
                    </a:lnTo>
                    <a:lnTo>
                      <a:pt x="906429" y="915159"/>
                    </a:lnTo>
                    <a:lnTo>
                      <a:pt x="906678" y="914973"/>
                    </a:lnTo>
                    <a:lnTo>
                      <a:pt x="906927" y="914787"/>
                    </a:lnTo>
                    <a:lnTo>
                      <a:pt x="907176" y="914601"/>
                    </a:lnTo>
                    <a:lnTo>
                      <a:pt x="907445" y="914400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h2632"/>
              <p:cNvSpPr/>
              <p:nvPr/>
            </p:nvSpPr>
            <p:spPr>
              <a:xfrm>
                <a:off x="28367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h2633"/>
              <p:cNvSpPr/>
              <p:nvPr/>
            </p:nvSpPr>
            <p:spPr>
              <a:xfrm>
                <a:off x="28460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h2634"/>
              <p:cNvSpPr/>
              <p:nvPr/>
            </p:nvSpPr>
            <p:spPr>
              <a:xfrm>
                <a:off x="285530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h2635"/>
              <p:cNvSpPr/>
              <p:nvPr/>
            </p:nvSpPr>
            <p:spPr>
              <a:xfrm>
                <a:off x="28645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h2636"/>
              <p:cNvSpPr/>
              <p:nvPr/>
            </p:nvSpPr>
            <p:spPr>
              <a:xfrm>
                <a:off x="28738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h2637"/>
              <p:cNvSpPr/>
              <p:nvPr/>
            </p:nvSpPr>
            <p:spPr>
              <a:xfrm>
                <a:off x="28830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h2638"/>
              <p:cNvSpPr/>
              <p:nvPr/>
            </p:nvSpPr>
            <p:spPr>
              <a:xfrm>
                <a:off x="289235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h2639"/>
              <p:cNvSpPr/>
              <p:nvPr/>
            </p:nvSpPr>
            <p:spPr>
              <a:xfrm>
                <a:off x="290161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h2640"/>
              <p:cNvSpPr/>
              <p:nvPr/>
            </p:nvSpPr>
            <p:spPr>
              <a:xfrm>
                <a:off x="291087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h2641"/>
              <p:cNvSpPr/>
              <p:nvPr/>
            </p:nvSpPr>
            <p:spPr>
              <a:xfrm>
                <a:off x="292014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h2642"/>
              <p:cNvSpPr/>
              <p:nvPr/>
            </p:nvSpPr>
            <p:spPr>
              <a:xfrm>
                <a:off x="292940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h2643"/>
              <p:cNvSpPr/>
              <p:nvPr/>
            </p:nvSpPr>
            <p:spPr>
              <a:xfrm>
                <a:off x="293866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h2644"/>
              <p:cNvSpPr/>
              <p:nvPr/>
            </p:nvSpPr>
            <p:spPr>
              <a:xfrm>
                <a:off x="294792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h2645"/>
              <p:cNvSpPr/>
              <p:nvPr/>
            </p:nvSpPr>
            <p:spPr>
              <a:xfrm>
                <a:off x="295719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h2646"/>
              <p:cNvSpPr/>
              <p:nvPr/>
            </p:nvSpPr>
            <p:spPr>
              <a:xfrm>
                <a:off x="296645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h2647"/>
              <p:cNvSpPr/>
              <p:nvPr/>
            </p:nvSpPr>
            <p:spPr>
              <a:xfrm>
                <a:off x="297571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h2648"/>
              <p:cNvSpPr/>
              <p:nvPr/>
            </p:nvSpPr>
            <p:spPr>
              <a:xfrm>
                <a:off x="298497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h2649"/>
              <p:cNvSpPr/>
              <p:nvPr/>
            </p:nvSpPr>
            <p:spPr>
              <a:xfrm>
                <a:off x="299423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h2650"/>
              <p:cNvSpPr/>
              <p:nvPr/>
            </p:nvSpPr>
            <p:spPr>
              <a:xfrm>
                <a:off x="300350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h2651"/>
              <p:cNvSpPr/>
              <p:nvPr/>
            </p:nvSpPr>
            <p:spPr>
              <a:xfrm>
                <a:off x="301276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h2652"/>
              <p:cNvSpPr/>
              <p:nvPr/>
            </p:nvSpPr>
            <p:spPr>
              <a:xfrm>
                <a:off x="302202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h2653"/>
              <p:cNvSpPr/>
              <p:nvPr/>
            </p:nvSpPr>
            <p:spPr>
              <a:xfrm>
                <a:off x="303128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h2654"/>
              <p:cNvSpPr/>
              <p:nvPr/>
            </p:nvSpPr>
            <p:spPr>
              <a:xfrm>
                <a:off x="304055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h2655"/>
              <p:cNvSpPr/>
              <p:nvPr/>
            </p:nvSpPr>
            <p:spPr>
              <a:xfrm>
                <a:off x="304981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h2656"/>
              <p:cNvSpPr/>
              <p:nvPr/>
            </p:nvSpPr>
            <p:spPr>
              <a:xfrm>
                <a:off x="305907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h2657"/>
              <p:cNvSpPr/>
              <p:nvPr/>
            </p:nvSpPr>
            <p:spPr>
              <a:xfrm>
                <a:off x="306833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h2658"/>
              <p:cNvSpPr/>
              <p:nvPr/>
            </p:nvSpPr>
            <p:spPr>
              <a:xfrm>
                <a:off x="307759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h2659"/>
              <p:cNvSpPr/>
              <p:nvPr/>
            </p:nvSpPr>
            <p:spPr>
              <a:xfrm>
                <a:off x="308686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h2660"/>
              <p:cNvSpPr/>
              <p:nvPr/>
            </p:nvSpPr>
            <p:spPr>
              <a:xfrm>
                <a:off x="309612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h2661"/>
              <p:cNvSpPr/>
              <p:nvPr/>
            </p:nvSpPr>
            <p:spPr>
              <a:xfrm>
                <a:off x="3105386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h2662"/>
              <p:cNvSpPr/>
              <p:nvPr/>
            </p:nvSpPr>
            <p:spPr>
              <a:xfrm>
                <a:off x="311464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h2663"/>
              <p:cNvSpPr/>
              <p:nvPr/>
            </p:nvSpPr>
            <p:spPr>
              <a:xfrm>
                <a:off x="312391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h2664"/>
              <p:cNvSpPr/>
              <p:nvPr/>
            </p:nvSpPr>
            <p:spPr>
              <a:xfrm>
                <a:off x="313317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h2665"/>
              <p:cNvSpPr/>
              <p:nvPr/>
            </p:nvSpPr>
            <p:spPr>
              <a:xfrm>
                <a:off x="314243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h2666"/>
              <p:cNvSpPr/>
              <p:nvPr/>
            </p:nvSpPr>
            <p:spPr>
              <a:xfrm>
                <a:off x="315169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h2667"/>
              <p:cNvSpPr/>
              <p:nvPr/>
            </p:nvSpPr>
            <p:spPr>
              <a:xfrm>
                <a:off x="316095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h2668"/>
              <p:cNvSpPr/>
              <p:nvPr/>
            </p:nvSpPr>
            <p:spPr>
              <a:xfrm>
                <a:off x="317022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h2669"/>
              <p:cNvSpPr/>
              <p:nvPr/>
            </p:nvSpPr>
            <p:spPr>
              <a:xfrm>
                <a:off x="317948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h2670"/>
              <p:cNvSpPr/>
              <p:nvPr/>
            </p:nvSpPr>
            <p:spPr>
              <a:xfrm>
                <a:off x="318874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h2671"/>
              <p:cNvSpPr/>
              <p:nvPr/>
            </p:nvSpPr>
            <p:spPr>
              <a:xfrm>
                <a:off x="319800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h2672"/>
              <p:cNvSpPr/>
              <p:nvPr/>
            </p:nvSpPr>
            <p:spPr>
              <a:xfrm>
                <a:off x="320727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h2673"/>
              <p:cNvSpPr/>
              <p:nvPr/>
            </p:nvSpPr>
            <p:spPr>
              <a:xfrm>
                <a:off x="321653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h2674"/>
              <p:cNvSpPr/>
              <p:nvPr/>
            </p:nvSpPr>
            <p:spPr>
              <a:xfrm>
                <a:off x="3225794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h2675"/>
              <p:cNvSpPr/>
              <p:nvPr/>
            </p:nvSpPr>
            <p:spPr>
              <a:xfrm>
                <a:off x="3235057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h2676"/>
              <p:cNvSpPr/>
              <p:nvPr/>
            </p:nvSpPr>
            <p:spPr>
              <a:xfrm>
                <a:off x="3244319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h2677"/>
              <p:cNvSpPr/>
              <p:nvPr/>
            </p:nvSpPr>
            <p:spPr>
              <a:xfrm>
                <a:off x="3253581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h2678"/>
              <p:cNvSpPr/>
              <p:nvPr/>
            </p:nvSpPr>
            <p:spPr>
              <a:xfrm>
                <a:off x="3262843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h2679"/>
              <p:cNvSpPr/>
              <p:nvPr/>
            </p:nvSpPr>
            <p:spPr>
              <a:xfrm>
                <a:off x="3272105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h2680"/>
              <p:cNvSpPr/>
              <p:nvPr/>
            </p:nvSpPr>
            <p:spPr>
              <a:xfrm>
                <a:off x="3281368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h2681"/>
              <p:cNvSpPr/>
              <p:nvPr/>
            </p:nvSpPr>
            <p:spPr>
              <a:xfrm>
                <a:off x="3290630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h2682"/>
              <p:cNvSpPr/>
              <p:nvPr/>
            </p:nvSpPr>
            <p:spPr>
              <a:xfrm>
                <a:off x="3299892" y="22400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h2683"/>
              <p:cNvSpPr/>
              <p:nvPr/>
            </p:nvSpPr>
            <p:spPr>
              <a:xfrm>
                <a:off x="3309154" y="22572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472"/>
                    </a:lnTo>
                    <a:lnTo>
                      <a:pt x="923577" y="912826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h2684"/>
              <p:cNvSpPr/>
              <p:nvPr/>
            </p:nvSpPr>
            <p:spPr>
              <a:xfrm>
                <a:off x="3318417" y="2240025"/>
                <a:ext cx="917978" cy="929710"/>
              </a:xfrm>
              <a:custGeom>
                <a:avLst/>
                <a:gdLst/>
                <a:ahLst/>
                <a:cxnLst/>
                <a:rect l="0" t="0" r="0" b="0"/>
                <a:pathLst>
                  <a:path w="917978" h="929710">
                    <a:moveTo>
                      <a:pt x="914400" y="914400"/>
                    </a:moveTo>
                    <a:lnTo>
                      <a:pt x="917978" y="914400"/>
                    </a:lnTo>
                    <a:lnTo>
                      <a:pt x="917572" y="916196"/>
                    </a:lnTo>
                    <a:lnTo>
                      <a:pt x="917005" y="918714"/>
                    </a:lnTo>
                    <a:lnTo>
                      <a:pt x="916434" y="921246"/>
                    </a:lnTo>
                    <a:lnTo>
                      <a:pt x="914400" y="92971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h2685"/>
              <p:cNvSpPr/>
              <p:nvPr/>
            </p:nvSpPr>
            <p:spPr>
              <a:xfrm>
                <a:off x="2382932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16" y="931606"/>
                    </a:lnTo>
                    <a:lnTo>
                      <a:pt x="913349" y="929901"/>
                    </a:lnTo>
                    <a:lnTo>
                      <a:pt x="912582" y="928197"/>
                    </a:lnTo>
                    <a:lnTo>
                      <a:pt x="911815" y="926492"/>
                    </a:lnTo>
                    <a:lnTo>
                      <a:pt x="911048" y="924788"/>
                    </a:lnTo>
                    <a:lnTo>
                      <a:pt x="910281" y="923084"/>
                    </a:lnTo>
                    <a:lnTo>
                      <a:pt x="909513" y="921380"/>
                    </a:lnTo>
                    <a:lnTo>
                      <a:pt x="908746" y="919676"/>
                    </a:lnTo>
                    <a:lnTo>
                      <a:pt x="907978" y="917972"/>
                    </a:lnTo>
                    <a:lnTo>
                      <a:pt x="907210" y="916267"/>
                    </a:lnTo>
                    <a:lnTo>
                      <a:pt x="906441" y="914564"/>
                    </a:lnTo>
                    <a:lnTo>
                      <a:pt x="906367" y="91440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h2686"/>
              <p:cNvSpPr/>
              <p:nvPr/>
            </p:nvSpPr>
            <p:spPr>
              <a:xfrm>
                <a:off x="23829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h2687"/>
              <p:cNvSpPr/>
              <p:nvPr/>
            </p:nvSpPr>
            <p:spPr>
              <a:xfrm>
                <a:off x="239219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h2688"/>
              <p:cNvSpPr/>
              <p:nvPr/>
            </p:nvSpPr>
            <p:spPr>
              <a:xfrm>
                <a:off x="24014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h2689"/>
              <p:cNvSpPr/>
              <p:nvPr/>
            </p:nvSpPr>
            <p:spPr>
              <a:xfrm>
                <a:off x="24107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h2690"/>
              <p:cNvSpPr/>
              <p:nvPr/>
            </p:nvSpPr>
            <p:spPr>
              <a:xfrm>
                <a:off x="24199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h2691"/>
              <p:cNvSpPr/>
              <p:nvPr/>
            </p:nvSpPr>
            <p:spPr>
              <a:xfrm>
                <a:off x="24292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h2692"/>
              <p:cNvSpPr/>
              <p:nvPr/>
            </p:nvSpPr>
            <p:spPr>
              <a:xfrm>
                <a:off x="24385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h2693"/>
              <p:cNvSpPr/>
              <p:nvPr/>
            </p:nvSpPr>
            <p:spPr>
              <a:xfrm>
                <a:off x="24477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h2694"/>
              <p:cNvSpPr/>
              <p:nvPr/>
            </p:nvSpPr>
            <p:spPr>
              <a:xfrm>
                <a:off x="24570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h2695"/>
              <p:cNvSpPr/>
              <p:nvPr/>
            </p:nvSpPr>
            <p:spPr>
              <a:xfrm>
                <a:off x="24662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h2696"/>
              <p:cNvSpPr/>
              <p:nvPr/>
            </p:nvSpPr>
            <p:spPr>
              <a:xfrm>
                <a:off x="247555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h2697"/>
              <p:cNvSpPr/>
              <p:nvPr/>
            </p:nvSpPr>
            <p:spPr>
              <a:xfrm>
                <a:off x="24848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h2698"/>
              <p:cNvSpPr/>
              <p:nvPr/>
            </p:nvSpPr>
            <p:spPr>
              <a:xfrm>
                <a:off x="24940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h2699"/>
              <p:cNvSpPr/>
              <p:nvPr/>
            </p:nvSpPr>
            <p:spPr>
              <a:xfrm>
                <a:off x="25033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h2700"/>
              <p:cNvSpPr/>
              <p:nvPr/>
            </p:nvSpPr>
            <p:spPr>
              <a:xfrm>
                <a:off x="25126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h2701"/>
              <p:cNvSpPr/>
              <p:nvPr/>
            </p:nvSpPr>
            <p:spPr>
              <a:xfrm>
                <a:off x="25218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h2702"/>
              <p:cNvSpPr/>
              <p:nvPr/>
            </p:nvSpPr>
            <p:spPr>
              <a:xfrm>
                <a:off x="25311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h2703"/>
              <p:cNvSpPr/>
              <p:nvPr/>
            </p:nvSpPr>
            <p:spPr>
              <a:xfrm>
                <a:off x="25403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h2704"/>
              <p:cNvSpPr/>
              <p:nvPr/>
            </p:nvSpPr>
            <p:spPr>
              <a:xfrm>
                <a:off x="25496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h2705"/>
              <p:cNvSpPr/>
              <p:nvPr/>
            </p:nvSpPr>
            <p:spPr>
              <a:xfrm>
                <a:off x="25589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h2706"/>
              <p:cNvSpPr/>
              <p:nvPr/>
            </p:nvSpPr>
            <p:spPr>
              <a:xfrm>
                <a:off x="25681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h2707"/>
              <p:cNvSpPr/>
              <p:nvPr/>
            </p:nvSpPr>
            <p:spPr>
              <a:xfrm>
                <a:off x="25774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h2708"/>
              <p:cNvSpPr/>
              <p:nvPr/>
            </p:nvSpPr>
            <p:spPr>
              <a:xfrm>
                <a:off x="25867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h2709"/>
              <p:cNvSpPr/>
              <p:nvPr/>
            </p:nvSpPr>
            <p:spPr>
              <a:xfrm>
                <a:off x="25959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h2710"/>
              <p:cNvSpPr/>
              <p:nvPr/>
            </p:nvSpPr>
            <p:spPr>
              <a:xfrm>
                <a:off x="26052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h2711"/>
              <p:cNvSpPr/>
              <p:nvPr/>
            </p:nvSpPr>
            <p:spPr>
              <a:xfrm>
                <a:off x="26144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h2712"/>
              <p:cNvSpPr/>
              <p:nvPr/>
            </p:nvSpPr>
            <p:spPr>
              <a:xfrm>
                <a:off x="26237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h2713"/>
              <p:cNvSpPr/>
              <p:nvPr/>
            </p:nvSpPr>
            <p:spPr>
              <a:xfrm>
                <a:off x="26330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h2714"/>
              <p:cNvSpPr/>
              <p:nvPr/>
            </p:nvSpPr>
            <p:spPr>
              <a:xfrm>
                <a:off x="26422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h2715"/>
              <p:cNvSpPr/>
              <p:nvPr/>
            </p:nvSpPr>
            <p:spPr>
              <a:xfrm>
                <a:off x="26515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h2716"/>
              <p:cNvSpPr/>
              <p:nvPr/>
            </p:nvSpPr>
            <p:spPr>
              <a:xfrm>
                <a:off x="26607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h2717"/>
              <p:cNvSpPr/>
              <p:nvPr/>
            </p:nvSpPr>
            <p:spPr>
              <a:xfrm>
                <a:off x="26700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h2718"/>
              <p:cNvSpPr/>
              <p:nvPr/>
            </p:nvSpPr>
            <p:spPr>
              <a:xfrm>
                <a:off x="2679323" y="2240025"/>
                <a:ext cx="916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5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297" y="897161"/>
                    </a:lnTo>
                    <a:lnTo>
                      <a:pt x="916253" y="905762"/>
                    </a:lnTo>
                    <a:lnTo>
                      <a:pt x="916959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h2719"/>
              <p:cNvSpPr/>
              <p:nvPr/>
            </p:nvSpPr>
            <p:spPr>
              <a:xfrm>
                <a:off x="2836781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445" y="914400"/>
                    </a:lnTo>
                    <a:lnTo>
                      <a:pt x="907674" y="914229"/>
                    </a:lnTo>
                    <a:lnTo>
                      <a:pt x="907923" y="914043"/>
                    </a:lnTo>
                    <a:lnTo>
                      <a:pt x="908172" y="913857"/>
                    </a:lnTo>
                    <a:lnTo>
                      <a:pt x="908421" y="913671"/>
                    </a:lnTo>
                    <a:lnTo>
                      <a:pt x="908671" y="913485"/>
                    </a:lnTo>
                    <a:lnTo>
                      <a:pt x="908920" y="913299"/>
                    </a:lnTo>
                    <a:lnTo>
                      <a:pt x="909169" y="913113"/>
                    </a:lnTo>
                    <a:lnTo>
                      <a:pt x="909418" y="912927"/>
                    </a:lnTo>
                    <a:lnTo>
                      <a:pt x="909667" y="912741"/>
                    </a:lnTo>
                    <a:lnTo>
                      <a:pt x="909916" y="912555"/>
                    </a:lnTo>
                    <a:lnTo>
                      <a:pt x="910166" y="912369"/>
                    </a:lnTo>
                    <a:lnTo>
                      <a:pt x="910415" y="912183"/>
                    </a:lnTo>
                    <a:lnTo>
                      <a:pt x="910664" y="911997"/>
                    </a:lnTo>
                    <a:lnTo>
                      <a:pt x="910913" y="911811"/>
                    </a:lnTo>
                    <a:lnTo>
                      <a:pt x="911162" y="911625"/>
                    </a:lnTo>
                    <a:lnTo>
                      <a:pt x="911411" y="911439"/>
                    </a:lnTo>
                    <a:lnTo>
                      <a:pt x="911661" y="911253"/>
                    </a:lnTo>
                    <a:lnTo>
                      <a:pt x="914400" y="909313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h2720"/>
              <p:cNvSpPr/>
              <p:nvPr/>
            </p:nvSpPr>
            <p:spPr>
              <a:xfrm>
                <a:off x="2846043" y="22400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313"/>
                    </a:lnTo>
                    <a:lnTo>
                      <a:pt x="905336" y="909017"/>
                    </a:lnTo>
                    <a:lnTo>
                      <a:pt x="910052" y="902708"/>
                    </a:lnTo>
                    <a:lnTo>
                      <a:pt x="914400" y="897511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h2721"/>
              <p:cNvSpPr/>
              <p:nvPr/>
            </p:nvSpPr>
            <p:spPr>
              <a:xfrm>
                <a:off x="2855306" y="22227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750"/>
                    </a:lnTo>
                    <a:lnTo>
                      <a:pt x="905430" y="914400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h2722"/>
              <p:cNvSpPr/>
              <p:nvPr/>
            </p:nvSpPr>
            <p:spPr>
              <a:xfrm>
                <a:off x="285530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h2723"/>
              <p:cNvSpPr/>
              <p:nvPr/>
            </p:nvSpPr>
            <p:spPr>
              <a:xfrm>
                <a:off x="28645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h2724"/>
              <p:cNvSpPr/>
              <p:nvPr/>
            </p:nvSpPr>
            <p:spPr>
              <a:xfrm>
                <a:off x="28738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h2725"/>
              <p:cNvSpPr/>
              <p:nvPr/>
            </p:nvSpPr>
            <p:spPr>
              <a:xfrm>
                <a:off x="28830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h2726"/>
              <p:cNvSpPr/>
              <p:nvPr/>
            </p:nvSpPr>
            <p:spPr>
              <a:xfrm>
                <a:off x="28923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h2727"/>
              <p:cNvSpPr/>
              <p:nvPr/>
            </p:nvSpPr>
            <p:spPr>
              <a:xfrm>
                <a:off x="290161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h2728"/>
              <p:cNvSpPr/>
              <p:nvPr/>
            </p:nvSpPr>
            <p:spPr>
              <a:xfrm>
                <a:off x="291087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h2729"/>
              <p:cNvSpPr/>
              <p:nvPr/>
            </p:nvSpPr>
            <p:spPr>
              <a:xfrm>
                <a:off x="292014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h2730"/>
              <p:cNvSpPr/>
              <p:nvPr/>
            </p:nvSpPr>
            <p:spPr>
              <a:xfrm>
                <a:off x="292940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h2731"/>
              <p:cNvSpPr/>
              <p:nvPr/>
            </p:nvSpPr>
            <p:spPr>
              <a:xfrm>
                <a:off x="293866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h2732"/>
              <p:cNvSpPr/>
              <p:nvPr/>
            </p:nvSpPr>
            <p:spPr>
              <a:xfrm>
                <a:off x="294792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h2733"/>
              <p:cNvSpPr/>
              <p:nvPr/>
            </p:nvSpPr>
            <p:spPr>
              <a:xfrm>
                <a:off x="295719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h2734"/>
              <p:cNvSpPr/>
              <p:nvPr/>
            </p:nvSpPr>
            <p:spPr>
              <a:xfrm>
                <a:off x="296645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h2735"/>
              <p:cNvSpPr/>
              <p:nvPr/>
            </p:nvSpPr>
            <p:spPr>
              <a:xfrm>
                <a:off x="297571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h2736"/>
              <p:cNvSpPr/>
              <p:nvPr/>
            </p:nvSpPr>
            <p:spPr>
              <a:xfrm>
                <a:off x="298497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h2737"/>
              <p:cNvSpPr/>
              <p:nvPr/>
            </p:nvSpPr>
            <p:spPr>
              <a:xfrm>
                <a:off x="299423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h2738"/>
              <p:cNvSpPr/>
              <p:nvPr/>
            </p:nvSpPr>
            <p:spPr>
              <a:xfrm>
                <a:off x="300350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h2739"/>
              <p:cNvSpPr/>
              <p:nvPr/>
            </p:nvSpPr>
            <p:spPr>
              <a:xfrm>
                <a:off x="301276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h2740"/>
              <p:cNvSpPr/>
              <p:nvPr/>
            </p:nvSpPr>
            <p:spPr>
              <a:xfrm>
                <a:off x="302202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h2741"/>
              <p:cNvSpPr/>
              <p:nvPr/>
            </p:nvSpPr>
            <p:spPr>
              <a:xfrm>
                <a:off x="303128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h2742"/>
              <p:cNvSpPr/>
              <p:nvPr/>
            </p:nvSpPr>
            <p:spPr>
              <a:xfrm>
                <a:off x="304055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h2743"/>
              <p:cNvSpPr/>
              <p:nvPr/>
            </p:nvSpPr>
            <p:spPr>
              <a:xfrm>
                <a:off x="304981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h2744"/>
              <p:cNvSpPr/>
              <p:nvPr/>
            </p:nvSpPr>
            <p:spPr>
              <a:xfrm>
                <a:off x="305907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h2745"/>
              <p:cNvSpPr/>
              <p:nvPr/>
            </p:nvSpPr>
            <p:spPr>
              <a:xfrm>
                <a:off x="306833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h2746"/>
              <p:cNvSpPr/>
              <p:nvPr/>
            </p:nvSpPr>
            <p:spPr>
              <a:xfrm>
                <a:off x="307759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h2747"/>
              <p:cNvSpPr/>
              <p:nvPr/>
            </p:nvSpPr>
            <p:spPr>
              <a:xfrm>
                <a:off x="308686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h2748"/>
              <p:cNvSpPr/>
              <p:nvPr/>
            </p:nvSpPr>
            <p:spPr>
              <a:xfrm>
                <a:off x="309612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h2749"/>
              <p:cNvSpPr/>
              <p:nvPr/>
            </p:nvSpPr>
            <p:spPr>
              <a:xfrm>
                <a:off x="3105386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h2750"/>
              <p:cNvSpPr/>
              <p:nvPr/>
            </p:nvSpPr>
            <p:spPr>
              <a:xfrm>
                <a:off x="311464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h2751"/>
              <p:cNvSpPr/>
              <p:nvPr/>
            </p:nvSpPr>
            <p:spPr>
              <a:xfrm>
                <a:off x="312391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h2752"/>
              <p:cNvSpPr/>
              <p:nvPr/>
            </p:nvSpPr>
            <p:spPr>
              <a:xfrm>
                <a:off x="313317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h2753"/>
              <p:cNvSpPr/>
              <p:nvPr/>
            </p:nvSpPr>
            <p:spPr>
              <a:xfrm>
                <a:off x="314243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h2754"/>
              <p:cNvSpPr/>
              <p:nvPr/>
            </p:nvSpPr>
            <p:spPr>
              <a:xfrm>
                <a:off x="315169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h2755"/>
              <p:cNvSpPr/>
              <p:nvPr/>
            </p:nvSpPr>
            <p:spPr>
              <a:xfrm>
                <a:off x="316095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h2756"/>
              <p:cNvSpPr/>
              <p:nvPr/>
            </p:nvSpPr>
            <p:spPr>
              <a:xfrm>
                <a:off x="317022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h2757"/>
              <p:cNvSpPr/>
              <p:nvPr/>
            </p:nvSpPr>
            <p:spPr>
              <a:xfrm>
                <a:off x="317948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h2758"/>
              <p:cNvSpPr/>
              <p:nvPr/>
            </p:nvSpPr>
            <p:spPr>
              <a:xfrm>
                <a:off x="318874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h2759"/>
              <p:cNvSpPr/>
              <p:nvPr/>
            </p:nvSpPr>
            <p:spPr>
              <a:xfrm>
                <a:off x="319800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h2760"/>
              <p:cNvSpPr/>
              <p:nvPr/>
            </p:nvSpPr>
            <p:spPr>
              <a:xfrm>
                <a:off x="320727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h2761"/>
              <p:cNvSpPr/>
              <p:nvPr/>
            </p:nvSpPr>
            <p:spPr>
              <a:xfrm>
                <a:off x="321653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h2762"/>
              <p:cNvSpPr/>
              <p:nvPr/>
            </p:nvSpPr>
            <p:spPr>
              <a:xfrm>
                <a:off x="322579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h2763"/>
              <p:cNvSpPr/>
              <p:nvPr/>
            </p:nvSpPr>
            <p:spPr>
              <a:xfrm>
                <a:off x="3235057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h2764"/>
              <p:cNvSpPr/>
              <p:nvPr/>
            </p:nvSpPr>
            <p:spPr>
              <a:xfrm>
                <a:off x="3244319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h2765"/>
              <p:cNvSpPr/>
              <p:nvPr/>
            </p:nvSpPr>
            <p:spPr>
              <a:xfrm>
                <a:off x="3253581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h2766"/>
              <p:cNvSpPr/>
              <p:nvPr/>
            </p:nvSpPr>
            <p:spPr>
              <a:xfrm>
                <a:off x="3262843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h2767"/>
              <p:cNvSpPr/>
              <p:nvPr/>
            </p:nvSpPr>
            <p:spPr>
              <a:xfrm>
                <a:off x="3272105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h2768"/>
              <p:cNvSpPr/>
              <p:nvPr/>
            </p:nvSpPr>
            <p:spPr>
              <a:xfrm>
                <a:off x="3281368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h2769"/>
              <p:cNvSpPr/>
              <p:nvPr/>
            </p:nvSpPr>
            <p:spPr>
              <a:xfrm>
                <a:off x="3290630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h2770"/>
              <p:cNvSpPr/>
              <p:nvPr/>
            </p:nvSpPr>
            <p:spPr>
              <a:xfrm>
                <a:off x="3299892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h2771"/>
              <p:cNvSpPr/>
              <p:nvPr/>
            </p:nvSpPr>
            <p:spPr>
              <a:xfrm>
                <a:off x="3309154" y="22227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h2772"/>
              <p:cNvSpPr/>
              <p:nvPr/>
            </p:nvSpPr>
            <p:spPr>
              <a:xfrm>
                <a:off x="3318417" y="2240025"/>
                <a:ext cx="92187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7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873" y="897161"/>
                    </a:lnTo>
                    <a:lnTo>
                      <a:pt x="921553" y="898573"/>
                    </a:lnTo>
                    <a:lnTo>
                      <a:pt x="920984" y="901090"/>
                    </a:lnTo>
                    <a:lnTo>
                      <a:pt x="920415" y="903608"/>
                    </a:lnTo>
                    <a:lnTo>
                      <a:pt x="919846" y="906125"/>
                    </a:lnTo>
                    <a:lnTo>
                      <a:pt x="919277" y="908643"/>
                    </a:lnTo>
                    <a:lnTo>
                      <a:pt x="918709" y="911161"/>
                    </a:lnTo>
                    <a:lnTo>
                      <a:pt x="918140" y="913678"/>
                    </a:lnTo>
                    <a:lnTo>
                      <a:pt x="917978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h2773"/>
              <p:cNvSpPr/>
              <p:nvPr/>
            </p:nvSpPr>
            <p:spPr>
              <a:xfrm>
                <a:off x="2373670" y="2205548"/>
                <a:ext cx="914400" cy="92891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1">
                    <a:moveTo>
                      <a:pt x="914400" y="914400"/>
                    </a:moveTo>
                    <a:lnTo>
                      <a:pt x="914400" y="928911"/>
                    </a:lnTo>
                    <a:lnTo>
                      <a:pt x="914166" y="928394"/>
                    </a:lnTo>
                    <a:lnTo>
                      <a:pt x="913397" y="926690"/>
                    </a:lnTo>
                    <a:lnTo>
                      <a:pt x="912628" y="924987"/>
                    </a:lnTo>
                    <a:lnTo>
                      <a:pt x="911859" y="923283"/>
                    </a:lnTo>
                    <a:lnTo>
                      <a:pt x="911089" y="921579"/>
                    </a:lnTo>
                    <a:lnTo>
                      <a:pt x="910319" y="919876"/>
                    </a:lnTo>
                    <a:lnTo>
                      <a:pt x="909549" y="918172"/>
                    </a:lnTo>
                    <a:lnTo>
                      <a:pt x="908779" y="916468"/>
                    </a:lnTo>
                    <a:lnTo>
                      <a:pt x="908009" y="914765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h2774"/>
              <p:cNvSpPr/>
              <p:nvPr/>
            </p:nvSpPr>
            <p:spPr>
              <a:xfrm>
                <a:off x="23736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29" y="931638"/>
                    </a:lnTo>
                    <a:lnTo>
                      <a:pt x="914935" y="930098"/>
                    </a:lnTo>
                    <a:lnTo>
                      <a:pt x="914400" y="928911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h2775"/>
              <p:cNvSpPr/>
              <p:nvPr/>
            </p:nvSpPr>
            <p:spPr>
              <a:xfrm>
                <a:off x="23829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h2776"/>
              <p:cNvSpPr/>
              <p:nvPr/>
            </p:nvSpPr>
            <p:spPr>
              <a:xfrm>
                <a:off x="239219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h2777"/>
              <p:cNvSpPr/>
              <p:nvPr/>
            </p:nvSpPr>
            <p:spPr>
              <a:xfrm>
                <a:off x="24014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h2778"/>
              <p:cNvSpPr/>
              <p:nvPr/>
            </p:nvSpPr>
            <p:spPr>
              <a:xfrm>
                <a:off x="24107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h2779"/>
              <p:cNvSpPr/>
              <p:nvPr/>
            </p:nvSpPr>
            <p:spPr>
              <a:xfrm>
                <a:off x="24199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h2780"/>
              <p:cNvSpPr/>
              <p:nvPr/>
            </p:nvSpPr>
            <p:spPr>
              <a:xfrm>
                <a:off x="24292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h2781"/>
              <p:cNvSpPr/>
              <p:nvPr/>
            </p:nvSpPr>
            <p:spPr>
              <a:xfrm>
                <a:off x="243850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h2782"/>
              <p:cNvSpPr/>
              <p:nvPr/>
            </p:nvSpPr>
            <p:spPr>
              <a:xfrm>
                <a:off x="24477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h2783"/>
              <p:cNvSpPr/>
              <p:nvPr/>
            </p:nvSpPr>
            <p:spPr>
              <a:xfrm>
                <a:off x="24570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h2784"/>
              <p:cNvSpPr/>
              <p:nvPr/>
            </p:nvSpPr>
            <p:spPr>
              <a:xfrm>
                <a:off x="24662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h2785"/>
              <p:cNvSpPr/>
              <p:nvPr/>
            </p:nvSpPr>
            <p:spPr>
              <a:xfrm>
                <a:off x="247555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h2786"/>
              <p:cNvSpPr/>
              <p:nvPr/>
            </p:nvSpPr>
            <p:spPr>
              <a:xfrm>
                <a:off x="24848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h2787"/>
              <p:cNvSpPr/>
              <p:nvPr/>
            </p:nvSpPr>
            <p:spPr>
              <a:xfrm>
                <a:off x="24940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h2788"/>
              <p:cNvSpPr/>
              <p:nvPr/>
            </p:nvSpPr>
            <p:spPr>
              <a:xfrm>
                <a:off x="25033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h2789"/>
              <p:cNvSpPr/>
              <p:nvPr/>
            </p:nvSpPr>
            <p:spPr>
              <a:xfrm>
                <a:off x="25126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h2790"/>
              <p:cNvSpPr/>
              <p:nvPr/>
            </p:nvSpPr>
            <p:spPr>
              <a:xfrm>
                <a:off x="25218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h2791"/>
              <p:cNvSpPr/>
              <p:nvPr/>
            </p:nvSpPr>
            <p:spPr>
              <a:xfrm>
                <a:off x="25311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h2792"/>
              <p:cNvSpPr/>
              <p:nvPr/>
            </p:nvSpPr>
            <p:spPr>
              <a:xfrm>
                <a:off x="25403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h2793"/>
              <p:cNvSpPr/>
              <p:nvPr/>
            </p:nvSpPr>
            <p:spPr>
              <a:xfrm>
                <a:off x="25496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h2794"/>
              <p:cNvSpPr/>
              <p:nvPr/>
            </p:nvSpPr>
            <p:spPr>
              <a:xfrm>
                <a:off x="25589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h2795"/>
              <p:cNvSpPr/>
              <p:nvPr/>
            </p:nvSpPr>
            <p:spPr>
              <a:xfrm>
                <a:off x="25681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h2796"/>
              <p:cNvSpPr/>
              <p:nvPr/>
            </p:nvSpPr>
            <p:spPr>
              <a:xfrm>
                <a:off x="25774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h2797"/>
              <p:cNvSpPr/>
              <p:nvPr/>
            </p:nvSpPr>
            <p:spPr>
              <a:xfrm>
                <a:off x="25867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h2798"/>
              <p:cNvSpPr/>
              <p:nvPr/>
            </p:nvSpPr>
            <p:spPr>
              <a:xfrm>
                <a:off x="25959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h2799"/>
              <p:cNvSpPr/>
              <p:nvPr/>
            </p:nvSpPr>
            <p:spPr>
              <a:xfrm>
                <a:off x="26052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h2800"/>
              <p:cNvSpPr/>
              <p:nvPr/>
            </p:nvSpPr>
            <p:spPr>
              <a:xfrm>
                <a:off x="26144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h2801"/>
              <p:cNvSpPr/>
              <p:nvPr/>
            </p:nvSpPr>
            <p:spPr>
              <a:xfrm>
                <a:off x="26237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h2802"/>
              <p:cNvSpPr/>
              <p:nvPr/>
            </p:nvSpPr>
            <p:spPr>
              <a:xfrm>
                <a:off x="26330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h2803"/>
              <p:cNvSpPr/>
              <p:nvPr/>
            </p:nvSpPr>
            <p:spPr>
              <a:xfrm>
                <a:off x="26422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h2804"/>
              <p:cNvSpPr/>
              <p:nvPr/>
            </p:nvSpPr>
            <p:spPr>
              <a:xfrm>
                <a:off x="26515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h2805"/>
              <p:cNvSpPr/>
              <p:nvPr/>
            </p:nvSpPr>
            <p:spPr>
              <a:xfrm>
                <a:off x="26607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h2806"/>
              <p:cNvSpPr/>
              <p:nvPr/>
            </p:nvSpPr>
            <p:spPr>
              <a:xfrm>
                <a:off x="2679323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789" y="897161"/>
                    </a:lnTo>
                    <a:lnTo>
                      <a:pt x="913560" y="901639"/>
                    </a:lnTo>
                    <a:lnTo>
                      <a:pt x="914400" y="907585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h2807"/>
              <p:cNvSpPr/>
              <p:nvPr/>
            </p:nvSpPr>
            <p:spPr>
              <a:xfrm>
                <a:off x="2679323" y="2222787"/>
                <a:ext cx="9152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297" h="914400">
                    <a:moveTo>
                      <a:pt x="914400" y="914400"/>
                    </a:moveTo>
                    <a:lnTo>
                      <a:pt x="914400" y="907585"/>
                    </a:lnTo>
                    <a:lnTo>
                      <a:pt x="915059" y="912254"/>
                    </a:lnTo>
                    <a:lnTo>
                      <a:pt x="915297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h2808"/>
              <p:cNvSpPr/>
              <p:nvPr/>
            </p:nvSpPr>
            <p:spPr>
              <a:xfrm>
                <a:off x="2855306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430" y="914400"/>
                    </a:lnTo>
                    <a:lnTo>
                      <a:pt x="905677" y="914105"/>
                    </a:lnTo>
                    <a:lnTo>
                      <a:pt x="910721" y="908746"/>
                    </a:lnTo>
                    <a:lnTo>
                      <a:pt x="914400" y="905300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h2809"/>
              <p:cNvSpPr/>
              <p:nvPr/>
            </p:nvSpPr>
            <p:spPr>
              <a:xfrm>
                <a:off x="2864568" y="22227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300"/>
                    </a:lnTo>
                    <a:lnTo>
                      <a:pt x="906646" y="903885"/>
                    </a:lnTo>
                    <a:lnTo>
                      <a:pt x="911964" y="899536"/>
                    </a:lnTo>
                    <a:lnTo>
                      <a:pt x="912357" y="899236"/>
                    </a:lnTo>
                    <a:lnTo>
                      <a:pt x="912754" y="898934"/>
                    </a:lnTo>
                    <a:lnTo>
                      <a:pt x="913151" y="898632"/>
                    </a:lnTo>
                    <a:lnTo>
                      <a:pt x="913548" y="898330"/>
                    </a:lnTo>
                    <a:lnTo>
                      <a:pt x="913945" y="898029"/>
                    </a:lnTo>
                    <a:lnTo>
                      <a:pt x="914400" y="897683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h2810"/>
              <p:cNvSpPr/>
              <p:nvPr/>
            </p:nvSpPr>
            <p:spPr>
              <a:xfrm>
                <a:off x="2873830" y="22055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921"/>
                    </a:lnTo>
                    <a:lnTo>
                      <a:pt x="905477" y="914663"/>
                    </a:lnTo>
                    <a:lnTo>
                      <a:pt x="905824" y="914400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h2811"/>
              <p:cNvSpPr/>
              <p:nvPr/>
            </p:nvSpPr>
            <p:spPr>
              <a:xfrm>
                <a:off x="28738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h2812"/>
              <p:cNvSpPr/>
              <p:nvPr/>
            </p:nvSpPr>
            <p:spPr>
              <a:xfrm>
                <a:off x="28830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h2813"/>
              <p:cNvSpPr/>
              <p:nvPr/>
            </p:nvSpPr>
            <p:spPr>
              <a:xfrm>
                <a:off x="28923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h2814"/>
              <p:cNvSpPr/>
              <p:nvPr/>
            </p:nvSpPr>
            <p:spPr>
              <a:xfrm>
                <a:off x="290161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h2815"/>
              <p:cNvSpPr/>
              <p:nvPr/>
            </p:nvSpPr>
            <p:spPr>
              <a:xfrm>
                <a:off x="291087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h2816"/>
              <p:cNvSpPr/>
              <p:nvPr/>
            </p:nvSpPr>
            <p:spPr>
              <a:xfrm>
                <a:off x="292014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h2817"/>
              <p:cNvSpPr/>
              <p:nvPr/>
            </p:nvSpPr>
            <p:spPr>
              <a:xfrm>
                <a:off x="292940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h2818"/>
              <p:cNvSpPr/>
              <p:nvPr/>
            </p:nvSpPr>
            <p:spPr>
              <a:xfrm>
                <a:off x="293866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h2819"/>
              <p:cNvSpPr/>
              <p:nvPr/>
            </p:nvSpPr>
            <p:spPr>
              <a:xfrm>
                <a:off x="294792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h2820"/>
              <p:cNvSpPr/>
              <p:nvPr/>
            </p:nvSpPr>
            <p:spPr>
              <a:xfrm>
                <a:off x="295719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h2821"/>
              <p:cNvSpPr/>
              <p:nvPr/>
            </p:nvSpPr>
            <p:spPr>
              <a:xfrm>
                <a:off x="296645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h2822"/>
              <p:cNvSpPr/>
              <p:nvPr/>
            </p:nvSpPr>
            <p:spPr>
              <a:xfrm>
                <a:off x="297571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h2823"/>
              <p:cNvSpPr/>
              <p:nvPr/>
            </p:nvSpPr>
            <p:spPr>
              <a:xfrm>
                <a:off x="298497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h2824"/>
              <p:cNvSpPr/>
              <p:nvPr/>
            </p:nvSpPr>
            <p:spPr>
              <a:xfrm>
                <a:off x="299423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h2825"/>
              <p:cNvSpPr/>
              <p:nvPr/>
            </p:nvSpPr>
            <p:spPr>
              <a:xfrm>
                <a:off x="300350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h2826"/>
              <p:cNvSpPr/>
              <p:nvPr/>
            </p:nvSpPr>
            <p:spPr>
              <a:xfrm>
                <a:off x="301276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h2827"/>
              <p:cNvSpPr/>
              <p:nvPr/>
            </p:nvSpPr>
            <p:spPr>
              <a:xfrm>
                <a:off x="302202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h2828"/>
              <p:cNvSpPr/>
              <p:nvPr/>
            </p:nvSpPr>
            <p:spPr>
              <a:xfrm>
                <a:off x="303128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h2829"/>
              <p:cNvSpPr/>
              <p:nvPr/>
            </p:nvSpPr>
            <p:spPr>
              <a:xfrm>
                <a:off x="304055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h2830"/>
              <p:cNvSpPr/>
              <p:nvPr/>
            </p:nvSpPr>
            <p:spPr>
              <a:xfrm>
                <a:off x="304981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h2831"/>
              <p:cNvSpPr/>
              <p:nvPr/>
            </p:nvSpPr>
            <p:spPr>
              <a:xfrm>
                <a:off x="305907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h2832"/>
              <p:cNvSpPr/>
              <p:nvPr/>
            </p:nvSpPr>
            <p:spPr>
              <a:xfrm>
                <a:off x="306833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h2833"/>
              <p:cNvSpPr/>
              <p:nvPr/>
            </p:nvSpPr>
            <p:spPr>
              <a:xfrm>
                <a:off x="307759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h2834"/>
              <p:cNvSpPr/>
              <p:nvPr/>
            </p:nvSpPr>
            <p:spPr>
              <a:xfrm>
                <a:off x="308686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h2835"/>
              <p:cNvSpPr/>
              <p:nvPr/>
            </p:nvSpPr>
            <p:spPr>
              <a:xfrm>
                <a:off x="309612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h2836"/>
              <p:cNvSpPr/>
              <p:nvPr/>
            </p:nvSpPr>
            <p:spPr>
              <a:xfrm>
                <a:off x="3105386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h2837"/>
              <p:cNvSpPr/>
              <p:nvPr/>
            </p:nvSpPr>
            <p:spPr>
              <a:xfrm>
                <a:off x="311464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h2838"/>
              <p:cNvSpPr/>
              <p:nvPr/>
            </p:nvSpPr>
            <p:spPr>
              <a:xfrm>
                <a:off x="312391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h2839"/>
              <p:cNvSpPr/>
              <p:nvPr/>
            </p:nvSpPr>
            <p:spPr>
              <a:xfrm>
                <a:off x="313317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h2840"/>
              <p:cNvSpPr/>
              <p:nvPr/>
            </p:nvSpPr>
            <p:spPr>
              <a:xfrm>
                <a:off x="314243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h2841"/>
              <p:cNvSpPr/>
              <p:nvPr/>
            </p:nvSpPr>
            <p:spPr>
              <a:xfrm>
                <a:off x="315169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h2842"/>
              <p:cNvSpPr/>
              <p:nvPr/>
            </p:nvSpPr>
            <p:spPr>
              <a:xfrm>
                <a:off x="316095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h2843"/>
              <p:cNvSpPr/>
              <p:nvPr/>
            </p:nvSpPr>
            <p:spPr>
              <a:xfrm>
                <a:off x="317022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h2844"/>
              <p:cNvSpPr/>
              <p:nvPr/>
            </p:nvSpPr>
            <p:spPr>
              <a:xfrm>
                <a:off x="317948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h2845"/>
              <p:cNvSpPr/>
              <p:nvPr/>
            </p:nvSpPr>
            <p:spPr>
              <a:xfrm>
                <a:off x="318874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h2846"/>
              <p:cNvSpPr/>
              <p:nvPr/>
            </p:nvSpPr>
            <p:spPr>
              <a:xfrm>
                <a:off x="319800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h2847"/>
              <p:cNvSpPr/>
              <p:nvPr/>
            </p:nvSpPr>
            <p:spPr>
              <a:xfrm>
                <a:off x="320727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h2848"/>
              <p:cNvSpPr/>
              <p:nvPr/>
            </p:nvSpPr>
            <p:spPr>
              <a:xfrm>
                <a:off x="321653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h2849"/>
              <p:cNvSpPr/>
              <p:nvPr/>
            </p:nvSpPr>
            <p:spPr>
              <a:xfrm>
                <a:off x="322579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h2850"/>
              <p:cNvSpPr/>
              <p:nvPr/>
            </p:nvSpPr>
            <p:spPr>
              <a:xfrm>
                <a:off x="3235057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h2851"/>
              <p:cNvSpPr/>
              <p:nvPr/>
            </p:nvSpPr>
            <p:spPr>
              <a:xfrm>
                <a:off x="3244319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h2852"/>
              <p:cNvSpPr/>
              <p:nvPr/>
            </p:nvSpPr>
            <p:spPr>
              <a:xfrm>
                <a:off x="3253581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h2853"/>
              <p:cNvSpPr/>
              <p:nvPr/>
            </p:nvSpPr>
            <p:spPr>
              <a:xfrm>
                <a:off x="3262843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h2854"/>
              <p:cNvSpPr/>
              <p:nvPr/>
            </p:nvSpPr>
            <p:spPr>
              <a:xfrm>
                <a:off x="3272105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h2855"/>
              <p:cNvSpPr/>
              <p:nvPr/>
            </p:nvSpPr>
            <p:spPr>
              <a:xfrm>
                <a:off x="3281368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h2856"/>
              <p:cNvSpPr/>
              <p:nvPr/>
            </p:nvSpPr>
            <p:spPr>
              <a:xfrm>
                <a:off x="3290630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h2857"/>
              <p:cNvSpPr/>
              <p:nvPr/>
            </p:nvSpPr>
            <p:spPr>
              <a:xfrm>
                <a:off x="3299892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h2858"/>
              <p:cNvSpPr/>
              <p:nvPr/>
            </p:nvSpPr>
            <p:spPr>
              <a:xfrm>
                <a:off x="3309154" y="22055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h2859"/>
              <p:cNvSpPr/>
              <p:nvPr/>
            </p:nvSpPr>
            <p:spPr>
              <a:xfrm>
                <a:off x="3318417" y="22227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497"/>
                    </a:lnTo>
                    <a:lnTo>
                      <a:pt x="923263" y="908259"/>
                    </a:lnTo>
                    <a:lnTo>
                      <a:pt x="922693" y="910776"/>
                    </a:lnTo>
                    <a:lnTo>
                      <a:pt x="922123" y="913294"/>
                    </a:lnTo>
                    <a:lnTo>
                      <a:pt x="921873" y="914400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h2860"/>
              <p:cNvSpPr/>
              <p:nvPr/>
            </p:nvSpPr>
            <p:spPr>
              <a:xfrm>
                <a:off x="3327679" y="2205548"/>
                <a:ext cx="916792" cy="923736"/>
              </a:xfrm>
              <a:custGeom>
                <a:avLst/>
                <a:gdLst/>
                <a:ahLst/>
                <a:cxnLst/>
                <a:rect l="0" t="0" r="0" b="0"/>
                <a:pathLst>
                  <a:path w="916792" h="923736">
                    <a:moveTo>
                      <a:pt x="914400" y="914400"/>
                    </a:moveTo>
                    <a:lnTo>
                      <a:pt x="916792" y="914400"/>
                    </a:lnTo>
                    <a:lnTo>
                      <a:pt x="916667" y="914867"/>
                    </a:lnTo>
                    <a:lnTo>
                      <a:pt x="915863" y="917877"/>
                    </a:lnTo>
                    <a:lnTo>
                      <a:pt x="915060" y="920887"/>
                    </a:lnTo>
                    <a:lnTo>
                      <a:pt x="914963" y="921250"/>
                    </a:lnTo>
                    <a:lnTo>
                      <a:pt x="914571" y="922980"/>
                    </a:lnTo>
                    <a:lnTo>
                      <a:pt x="914400" y="923736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h2861"/>
              <p:cNvSpPr/>
              <p:nvPr/>
            </p:nvSpPr>
            <p:spPr>
              <a:xfrm>
                <a:off x="2364408" y="2188310"/>
                <a:ext cx="914399" cy="92565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659">
                    <a:moveTo>
                      <a:pt x="914399" y="914400"/>
                    </a:moveTo>
                    <a:lnTo>
                      <a:pt x="914399" y="925659"/>
                    </a:lnTo>
                    <a:lnTo>
                      <a:pt x="914187" y="925190"/>
                    </a:lnTo>
                    <a:lnTo>
                      <a:pt x="913416" y="923487"/>
                    </a:lnTo>
                    <a:lnTo>
                      <a:pt x="912644" y="921784"/>
                    </a:lnTo>
                    <a:lnTo>
                      <a:pt x="911872" y="920081"/>
                    </a:lnTo>
                    <a:lnTo>
                      <a:pt x="911100" y="918378"/>
                    </a:lnTo>
                    <a:lnTo>
                      <a:pt x="910328" y="916675"/>
                    </a:lnTo>
                    <a:lnTo>
                      <a:pt x="909555" y="914972"/>
                    </a:lnTo>
                    <a:lnTo>
                      <a:pt x="909296" y="914400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h2862"/>
              <p:cNvSpPr/>
              <p:nvPr/>
            </p:nvSpPr>
            <p:spPr>
              <a:xfrm>
                <a:off x="23644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6500" y="930300"/>
                    </a:lnTo>
                    <a:lnTo>
                      <a:pt x="915729" y="928597"/>
                    </a:lnTo>
                    <a:lnTo>
                      <a:pt x="914958" y="926893"/>
                    </a:lnTo>
                    <a:lnTo>
                      <a:pt x="914399" y="92565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h2863"/>
              <p:cNvSpPr/>
              <p:nvPr/>
            </p:nvSpPr>
            <p:spPr>
              <a:xfrm>
                <a:off x="23736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h2864"/>
              <p:cNvSpPr/>
              <p:nvPr/>
            </p:nvSpPr>
            <p:spPr>
              <a:xfrm>
                <a:off x="23829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h2865"/>
              <p:cNvSpPr/>
              <p:nvPr/>
            </p:nvSpPr>
            <p:spPr>
              <a:xfrm>
                <a:off x="239219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h2866"/>
              <p:cNvSpPr/>
              <p:nvPr/>
            </p:nvSpPr>
            <p:spPr>
              <a:xfrm>
                <a:off x="24014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h2867"/>
              <p:cNvSpPr/>
              <p:nvPr/>
            </p:nvSpPr>
            <p:spPr>
              <a:xfrm>
                <a:off x="24107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h2868"/>
              <p:cNvSpPr/>
              <p:nvPr/>
            </p:nvSpPr>
            <p:spPr>
              <a:xfrm>
                <a:off x="24199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h2869"/>
              <p:cNvSpPr/>
              <p:nvPr/>
            </p:nvSpPr>
            <p:spPr>
              <a:xfrm>
                <a:off x="24292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h2870"/>
              <p:cNvSpPr/>
              <p:nvPr/>
            </p:nvSpPr>
            <p:spPr>
              <a:xfrm>
                <a:off x="243850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h2871"/>
              <p:cNvSpPr/>
              <p:nvPr/>
            </p:nvSpPr>
            <p:spPr>
              <a:xfrm>
                <a:off x="24477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h2872"/>
              <p:cNvSpPr/>
              <p:nvPr/>
            </p:nvSpPr>
            <p:spPr>
              <a:xfrm>
                <a:off x="24570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h2873"/>
              <p:cNvSpPr/>
              <p:nvPr/>
            </p:nvSpPr>
            <p:spPr>
              <a:xfrm>
                <a:off x="24662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h2874"/>
              <p:cNvSpPr/>
              <p:nvPr/>
            </p:nvSpPr>
            <p:spPr>
              <a:xfrm>
                <a:off x="247555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h2875"/>
              <p:cNvSpPr/>
              <p:nvPr/>
            </p:nvSpPr>
            <p:spPr>
              <a:xfrm>
                <a:off x="24848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h2876"/>
              <p:cNvSpPr/>
              <p:nvPr/>
            </p:nvSpPr>
            <p:spPr>
              <a:xfrm>
                <a:off x="24940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h2877"/>
              <p:cNvSpPr/>
              <p:nvPr/>
            </p:nvSpPr>
            <p:spPr>
              <a:xfrm>
                <a:off x="25033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h2878"/>
              <p:cNvSpPr/>
              <p:nvPr/>
            </p:nvSpPr>
            <p:spPr>
              <a:xfrm>
                <a:off x="25126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h2879"/>
              <p:cNvSpPr/>
              <p:nvPr/>
            </p:nvSpPr>
            <p:spPr>
              <a:xfrm>
                <a:off x="25218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h2880"/>
              <p:cNvSpPr/>
              <p:nvPr/>
            </p:nvSpPr>
            <p:spPr>
              <a:xfrm>
                <a:off x="25311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h2881"/>
              <p:cNvSpPr/>
              <p:nvPr/>
            </p:nvSpPr>
            <p:spPr>
              <a:xfrm>
                <a:off x="25403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h2882"/>
              <p:cNvSpPr/>
              <p:nvPr/>
            </p:nvSpPr>
            <p:spPr>
              <a:xfrm>
                <a:off x="25496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h2883"/>
              <p:cNvSpPr/>
              <p:nvPr/>
            </p:nvSpPr>
            <p:spPr>
              <a:xfrm>
                <a:off x="25589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h2884"/>
              <p:cNvSpPr/>
              <p:nvPr/>
            </p:nvSpPr>
            <p:spPr>
              <a:xfrm>
                <a:off x="25681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h2885"/>
              <p:cNvSpPr/>
              <p:nvPr/>
            </p:nvSpPr>
            <p:spPr>
              <a:xfrm>
                <a:off x="25774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h2886"/>
              <p:cNvSpPr/>
              <p:nvPr/>
            </p:nvSpPr>
            <p:spPr>
              <a:xfrm>
                <a:off x="25867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h2887"/>
              <p:cNvSpPr/>
              <p:nvPr/>
            </p:nvSpPr>
            <p:spPr>
              <a:xfrm>
                <a:off x="25959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h2888"/>
              <p:cNvSpPr/>
              <p:nvPr/>
            </p:nvSpPr>
            <p:spPr>
              <a:xfrm>
                <a:off x="26052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h2889"/>
              <p:cNvSpPr/>
              <p:nvPr/>
            </p:nvSpPr>
            <p:spPr>
              <a:xfrm>
                <a:off x="26144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h2890"/>
              <p:cNvSpPr/>
              <p:nvPr/>
            </p:nvSpPr>
            <p:spPr>
              <a:xfrm>
                <a:off x="26237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h2891"/>
              <p:cNvSpPr/>
              <p:nvPr/>
            </p:nvSpPr>
            <p:spPr>
              <a:xfrm>
                <a:off x="26330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h2892"/>
              <p:cNvSpPr/>
              <p:nvPr/>
            </p:nvSpPr>
            <p:spPr>
              <a:xfrm>
                <a:off x="26422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h2893"/>
              <p:cNvSpPr/>
              <p:nvPr/>
            </p:nvSpPr>
            <p:spPr>
              <a:xfrm>
                <a:off x="26515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h2894"/>
              <p:cNvSpPr/>
              <p:nvPr/>
            </p:nvSpPr>
            <p:spPr>
              <a:xfrm>
                <a:off x="26607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h2895"/>
              <p:cNvSpPr/>
              <p:nvPr/>
            </p:nvSpPr>
            <p:spPr>
              <a:xfrm>
                <a:off x="2670061" y="2205548"/>
                <a:ext cx="9220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5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03" y="897161"/>
                    </a:lnTo>
                    <a:lnTo>
                      <a:pt x="918932" y="897316"/>
                    </a:lnTo>
                    <a:lnTo>
                      <a:pt x="919037" y="897871"/>
                    </a:lnTo>
                    <a:lnTo>
                      <a:pt x="919142" y="898427"/>
                    </a:lnTo>
                    <a:lnTo>
                      <a:pt x="919246" y="898982"/>
                    </a:lnTo>
                    <a:lnTo>
                      <a:pt x="919351" y="899538"/>
                    </a:lnTo>
                    <a:lnTo>
                      <a:pt x="919455" y="900093"/>
                    </a:lnTo>
                    <a:lnTo>
                      <a:pt x="919560" y="900649"/>
                    </a:lnTo>
                    <a:lnTo>
                      <a:pt x="919664" y="901204"/>
                    </a:lnTo>
                    <a:lnTo>
                      <a:pt x="919769" y="901760"/>
                    </a:lnTo>
                    <a:lnTo>
                      <a:pt x="919874" y="902316"/>
                    </a:lnTo>
                    <a:lnTo>
                      <a:pt x="919978" y="902871"/>
                    </a:lnTo>
                    <a:lnTo>
                      <a:pt x="920083" y="903427"/>
                    </a:lnTo>
                    <a:lnTo>
                      <a:pt x="920187" y="903982"/>
                    </a:lnTo>
                    <a:lnTo>
                      <a:pt x="920292" y="904538"/>
                    </a:lnTo>
                    <a:lnTo>
                      <a:pt x="920396" y="905093"/>
                    </a:lnTo>
                    <a:lnTo>
                      <a:pt x="920501" y="905649"/>
                    </a:lnTo>
                    <a:lnTo>
                      <a:pt x="920605" y="906204"/>
                    </a:lnTo>
                    <a:lnTo>
                      <a:pt x="920710" y="906760"/>
                    </a:lnTo>
                    <a:lnTo>
                      <a:pt x="920814" y="907315"/>
                    </a:lnTo>
                    <a:lnTo>
                      <a:pt x="920918" y="907871"/>
                    </a:lnTo>
                    <a:lnTo>
                      <a:pt x="921023" y="908426"/>
                    </a:lnTo>
                    <a:lnTo>
                      <a:pt x="922051" y="914400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h2896"/>
              <p:cNvSpPr/>
              <p:nvPr/>
            </p:nvSpPr>
            <p:spPr>
              <a:xfrm>
                <a:off x="2873830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874" y="914361"/>
                    </a:lnTo>
                    <a:lnTo>
                      <a:pt x="906271" y="914060"/>
                    </a:lnTo>
                    <a:lnTo>
                      <a:pt x="906668" y="913758"/>
                    </a:lnTo>
                    <a:lnTo>
                      <a:pt x="907065" y="913456"/>
                    </a:lnTo>
                    <a:lnTo>
                      <a:pt x="907462" y="913154"/>
                    </a:lnTo>
                    <a:lnTo>
                      <a:pt x="907859" y="912852"/>
                    </a:lnTo>
                    <a:lnTo>
                      <a:pt x="908256" y="912551"/>
                    </a:lnTo>
                    <a:lnTo>
                      <a:pt x="908653" y="912249"/>
                    </a:lnTo>
                    <a:lnTo>
                      <a:pt x="909051" y="911947"/>
                    </a:lnTo>
                    <a:lnTo>
                      <a:pt x="909448" y="911646"/>
                    </a:lnTo>
                    <a:lnTo>
                      <a:pt x="909845" y="911344"/>
                    </a:lnTo>
                    <a:lnTo>
                      <a:pt x="910242" y="911042"/>
                    </a:lnTo>
                    <a:lnTo>
                      <a:pt x="910639" y="910740"/>
                    </a:lnTo>
                    <a:lnTo>
                      <a:pt x="911037" y="910439"/>
                    </a:lnTo>
                    <a:lnTo>
                      <a:pt x="911434" y="910137"/>
                    </a:lnTo>
                    <a:lnTo>
                      <a:pt x="911831" y="909836"/>
                    </a:lnTo>
                    <a:lnTo>
                      <a:pt x="912229" y="909534"/>
                    </a:lnTo>
                    <a:lnTo>
                      <a:pt x="912626" y="909232"/>
                    </a:lnTo>
                    <a:lnTo>
                      <a:pt x="913023" y="908931"/>
                    </a:lnTo>
                    <a:lnTo>
                      <a:pt x="913421" y="908629"/>
                    </a:lnTo>
                    <a:lnTo>
                      <a:pt x="913818" y="908327"/>
                    </a:lnTo>
                    <a:lnTo>
                      <a:pt x="914215" y="908026"/>
                    </a:lnTo>
                    <a:lnTo>
                      <a:pt x="914400" y="907886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h2897"/>
              <p:cNvSpPr/>
              <p:nvPr/>
            </p:nvSpPr>
            <p:spPr>
              <a:xfrm>
                <a:off x="2883092" y="22055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886"/>
                    </a:lnTo>
                    <a:lnTo>
                      <a:pt x="905351" y="907724"/>
                    </a:lnTo>
                    <a:lnTo>
                      <a:pt x="905748" y="907423"/>
                    </a:lnTo>
                    <a:lnTo>
                      <a:pt x="906145" y="907121"/>
                    </a:lnTo>
                    <a:lnTo>
                      <a:pt x="911308" y="903480"/>
                    </a:lnTo>
                    <a:lnTo>
                      <a:pt x="914400" y="901621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h2898"/>
              <p:cNvSpPr/>
              <p:nvPr/>
            </p:nvSpPr>
            <p:spPr>
              <a:xfrm>
                <a:off x="2892354" y="21883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59"/>
                    </a:lnTo>
                    <a:lnTo>
                      <a:pt x="907298" y="917560"/>
                    </a:lnTo>
                    <a:lnTo>
                      <a:pt x="912629" y="914890"/>
                    </a:lnTo>
                    <a:lnTo>
                      <a:pt x="913846" y="914400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h2899"/>
              <p:cNvSpPr/>
              <p:nvPr/>
            </p:nvSpPr>
            <p:spPr>
              <a:xfrm>
                <a:off x="28923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h2900"/>
              <p:cNvSpPr/>
              <p:nvPr/>
            </p:nvSpPr>
            <p:spPr>
              <a:xfrm>
                <a:off x="29016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h2901"/>
              <p:cNvSpPr/>
              <p:nvPr/>
            </p:nvSpPr>
            <p:spPr>
              <a:xfrm>
                <a:off x="291087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h2902"/>
              <p:cNvSpPr/>
              <p:nvPr/>
            </p:nvSpPr>
            <p:spPr>
              <a:xfrm>
                <a:off x="292014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h2903"/>
              <p:cNvSpPr/>
              <p:nvPr/>
            </p:nvSpPr>
            <p:spPr>
              <a:xfrm>
                <a:off x="292940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h2904"/>
              <p:cNvSpPr/>
              <p:nvPr/>
            </p:nvSpPr>
            <p:spPr>
              <a:xfrm>
                <a:off x="293866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h2905"/>
              <p:cNvSpPr/>
              <p:nvPr/>
            </p:nvSpPr>
            <p:spPr>
              <a:xfrm>
                <a:off x="294792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h2906"/>
              <p:cNvSpPr/>
              <p:nvPr/>
            </p:nvSpPr>
            <p:spPr>
              <a:xfrm>
                <a:off x="295719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h2907"/>
              <p:cNvSpPr/>
              <p:nvPr/>
            </p:nvSpPr>
            <p:spPr>
              <a:xfrm>
                <a:off x="296645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h2908"/>
              <p:cNvSpPr/>
              <p:nvPr/>
            </p:nvSpPr>
            <p:spPr>
              <a:xfrm>
                <a:off x="297571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h2909"/>
              <p:cNvSpPr/>
              <p:nvPr/>
            </p:nvSpPr>
            <p:spPr>
              <a:xfrm>
                <a:off x="298497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h2910"/>
              <p:cNvSpPr/>
              <p:nvPr/>
            </p:nvSpPr>
            <p:spPr>
              <a:xfrm>
                <a:off x="299423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h2911"/>
              <p:cNvSpPr/>
              <p:nvPr/>
            </p:nvSpPr>
            <p:spPr>
              <a:xfrm>
                <a:off x="300350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h2912"/>
              <p:cNvSpPr/>
              <p:nvPr/>
            </p:nvSpPr>
            <p:spPr>
              <a:xfrm>
                <a:off x="301276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h2913"/>
              <p:cNvSpPr/>
              <p:nvPr/>
            </p:nvSpPr>
            <p:spPr>
              <a:xfrm>
                <a:off x="302202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h2914"/>
              <p:cNvSpPr/>
              <p:nvPr/>
            </p:nvSpPr>
            <p:spPr>
              <a:xfrm>
                <a:off x="303128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h2915"/>
              <p:cNvSpPr/>
              <p:nvPr/>
            </p:nvSpPr>
            <p:spPr>
              <a:xfrm>
                <a:off x="304055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h2916"/>
              <p:cNvSpPr/>
              <p:nvPr/>
            </p:nvSpPr>
            <p:spPr>
              <a:xfrm>
                <a:off x="304981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h2917"/>
              <p:cNvSpPr/>
              <p:nvPr/>
            </p:nvSpPr>
            <p:spPr>
              <a:xfrm>
                <a:off x="305907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h2918"/>
              <p:cNvSpPr/>
              <p:nvPr/>
            </p:nvSpPr>
            <p:spPr>
              <a:xfrm>
                <a:off x="306833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h2919"/>
              <p:cNvSpPr/>
              <p:nvPr/>
            </p:nvSpPr>
            <p:spPr>
              <a:xfrm>
                <a:off x="307759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h2920"/>
              <p:cNvSpPr/>
              <p:nvPr/>
            </p:nvSpPr>
            <p:spPr>
              <a:xfrm>
                <a:off x="308686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h2921"/>
              <p:cNvSpPr/>
              <p:nvPr/>
            </p:nvSpPr>
            <p:spPr>
              <a:xfrm>
                <a:off x="309612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h2922"/>
              <p:cNvSpPr/>
              <p:nvPr/>
            </p:nvSpPr>
            <p:spPr>
              <a:xfrm>
                <a:off x="3105386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h2923"/>
              <p:cNvSpPr/>
              <p:nvPr/>
            </p:nvSpPr>
            <p:spPr>
              <a:xfrm>
                <a:off x="311464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h2924"/>
              <p:cNvSpPr/>
              <p:nvPr/>
            </p:nvSpPr>
            <p:spPr>
              <a:xfrm>
                <a:off x="312391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h2925"/>
              <p:cNvSpPr/>
              <p:nvPr/>
            </p:nvSpPr>
            <p:spPr>
              <a:xfrm>
                <a:off x="313317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h2926"/>
              <p:cNvSpPr/>
              <p:nvPr/>
            </p:nvSpPr>
            <p:spPr>
              <a:xfrm>
                <a:off x="314243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h2927"/>
              <p:cNvSpPr/>
              <p:nvPr/>
            </p:nvSpPr>
            <p:spPr>
              <a:xfrm>
                <a:off x="315169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h2928"/>
              <p:cNvSpPr/>
              <p:nvPr/>
            </p:nvSpPr>
            <p:spPr>
              <a:xfrm>
                <a:off x="316095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h2929"/>
              <p:cNvSpPr/>
              <p:nvPr/>
            </p:nvSpPr>
            <p:spPr>
              <a:xfrm>
                <a:off x="317022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h2930"/>
              <p:cNvSpPr/>
              <p:nvPr/>
            </p:nvSpPr>
            <p:spPr>
              <a:xfrm>
                <a:off x="317948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h2931"/>
              <p:cNvSpPr/>
              <p:nvPr/>
            </p:nvSpPr>
            <p:spPr>
              <a:xfrm>
                <a:off x="318874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h2932"/>
              <p:cNvSpPr/>
              <p:nvPr/>
            </p:nvSpPr>
            <p:spPr>
              <a:xfrm>
                <a:off x="319800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h2933"/>
              <p:cNvSpPr/>
              <p:nvPr/>
            </p:nvSpPr>
            <p:spPr>
              <a:xfrm>
                <a:off x="320727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h2934"/>
              <p:cNvSpPr/>
              <p:nvPr/>
            </p:nvSpPr>
            <p:spPr>
              <a:xfrm>
                <a:off x="321653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h2935"/>
              <p:cNvSpPr/>
              <p:nvPr/>
            </p:nvSpPr>
            <p:spPr>
              <a:xfrm>
                <a:off x="322579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h2936"/>
              <p:cNvSpPr/>
              <p:nvPr/>
            </p:nvSpPr>
            <p:spPr>
              <a:xfrm>
                <a:off x="323505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h2937"/>
              <p:cNvSpPr/>
              <p:nvPr/>
            </p:nvSpPr>
            <p:spPr>
              <a:xfrm>
                <a:off x="3244319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h2938"/>
              <p:cNvSpPr/>
              <p:nvPr/>
            </p:nvSpPr>
            <p:spPr>
              <a:xfrm>
                <a:off x="3253581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h2939"/>
              <p:cNvSpPr/>
              <p:nvPr/>
            </p:nvSpPr>
            <p:spPr>
              <a:xfrm>
                <a:off x="3262843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h2940"/>
              <p:cNvSpPr/>
              <p:nvPr/>
            </p:nvSpPr>
            <p:spPr>
              <a:xfrm>
                <a:off x="3272105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h2941"/>
              <p:cNvSpPr/>
              <p:nvPr/>
            </p:nvSpPr>
            <p:spPr>
              <a:xfrm>
                <a:off x="3281368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h2942"/>
              <p:cNvSpPr/>
              <p:nvPr/>
            </p:nvSpPr>
            <p:spPr>
              <a:xfrm>
                <a:off x="3290630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h2943"/>
              <p:cNvSpPr/>
              <p:nvPr/>
            </p:nvSpPr>
            <p:spPr>
              <a:xfrm>
                <a:off x="3299892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h2944"/>
              <p:cNvSpPr/>
              <p:nvPr/>
            </p:nvSpPr>
            <p:spPr>
              <a:xfrm>
                <a:off x="3309154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h2945"/>
              <p:cNvSpPr/>
              <p:nvPr/>
            </p:nvSpPr>
            <p:spPr>
              <a:xfrm>
                <a:off x="3318417" y="21883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h2946"/>
              <p:cNvSpPr/>
              <p:nvPr/>
            </p:nvSpPr>
            <p:spPr>
              <a:xfrm>
                <a:off x="3327679" y="2205548"/>
                <a:ext cx="9214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03" y="897161"/>
                    </a:lnTo>
                    <a:lnTo>
                      <a:pt x="920691" y="899818"/>
                    </a:lnTo>
                    <a:lnTo>
                      <a:pt x="919886" y="902828"/>
                    </a:lnTo>
                    <a:lnTo>
                      <a:pt x="919080" y="905838"/>
                    </a:lnTo>
                    <a:lnTo>
                      <a:pt x="918275" y="908847"/>
                    </a:lnTo>
                    <a:lnTo>
                      <a:pt x="917471" y="911857"/>
                    </a:lnTo>
                    <a:lnTo>
                      <a:pt x="916792" y="914400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h2947"/>
              <p:cNvSpPr/>
              <p:nvPr/>
            </p:nvSpPr>
            <p:spPr>
              <a:xfrm>
                <a:off x="2355146" y="2171071"/>
                <a:ext cx="914400" cy="9224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81">
                    <a:moveTo>
                      <a:pt x="914400" y="914400"/>
                    </a:moveTo>
                    <a:lnTo>
                      <a:pt x="914400" y="922481"/>
                    </a:lnTo>
                    <a:lnTo>
                      <a:pt x="914178" y="921993"/>
                    </a:lnTo>
                    <a:lnTo>
                      <a:pt x="913404" y="920291"/>
                    </a:lnTo>
                    <a:lnTo>
                      <a:pt x="912630" y="918588"/>
                    </a:lnTo>
                    <a:lnTo>
                      <a:pt x="911856" y="916886"/>
                    </a:lnTo>
                    <a:lnTo>
                      <a:pt x="911081" y="915183"/>
                    </a:lnTo>
                    <a:lnTo>
                      <a:pt x="910724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h2948"/>
              <p:cNvSpPr/>
              <p:nvPr/>
            </p:nvSpPr>
            <p:spPr>
              <a:xfrm>
                <a:off x="235514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58" y="931638"/>
                    </a:lnTo>
                    <a:lnTo>
                      <a:pt x="918045" y="930507"/>
                    </a:lnTo>
                    <a:lnTo>
                      <a:pt x="917272" y="928804"/>
                    </a:lnTo>
                    <a:lnTo>
                      <a:pt x="916499" y="927101"/>
                    </a:lnTo>
                    <a:lnTo>
                      <a:pt x="915725" y="925399"/>
                    </a:lnTo>
                    <a:lnTo>
                      <a:pt x="914952" y="923696"/>
                    </a:lnTo>
                    <a:lnTo>
                      <a:pt x="914400" y="922481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h2949"/>
              <p:cNvSpPr/>
              <p:nvPr/>
            </p:nvSpPr>
            <p:spPr>
              <a:xfrm>
                <a:off x="23644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h2950"/>
              <p:cNvSpPr/>
              <p:nvPr/>
            </p:nvSpPr>
            <p:spPr>
              <a:xfrm>
                <a:off x="23736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h2951"/>
              <p:cNvSpPr/>
              <p:nvPr/>
            </p:nvSpPr>
            <p:spPr>
              <a:xfrm>
                <a:off x="23829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h2952"/>
              <p:cNvSpPr/>
              <p:nvPr/>
            </p:nvSpPr>
            <p:spPr>
              <a:xfrm>
                <a:off x="239219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h2953"/>
              <p:cNvSpPr/>
              <p:nvPr/>
            </p:nvSpPr>
            <p:spPr>
              <a:xfrm>
                <a:off x="24014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h2954"/>
              <p:cNvSpPr/>
              <p:nvPr/>
            </p:nvSpPr>
            <p:spPr>
              <a:xfrm>
                <a:off x="24107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h2955"/>
              <p:cNvSpPr/>
              <p:nvPr/>
            </p:nvSpPr>
            <p:spPr>
              <a:xfrm>
                <a:off x="24199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h2956"/>
              <p:cNvSpPr/>
              <p:nvPr/>
            </p:nvSpPr>
            <p:spPr>
              <a:xfrm>
                <a:off x="24292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h2957"/>
              <p:cNvSpPr/>
              <p:nvPr/>
            </p:nvSpPr>
            <p:spPr>
              <a:xfrm>
                <a:off x="243850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h2958"/>
              <p:cNvSpPr/>
              <p:nvPr/>
            </p:nvSpPr>
            <p:spPr>
              <a:xfrm>
                <a:off x="24477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h2959"/>
              <p:cNvSpPr/>
              <p:nvPr/>
            </p:nvSpPr>
            <p:spPr>
              <a:xfrm>
                <a:off x="24570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h2960"/>
              <p:cNvSpPr/>
              <p:nvPr/>
            </p:nvSpPr>
            <p:spPr>
              <a:xfrm>
                <a:off x="24662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h2961"/>
              <p:cNvSpPr/>
              <p:nvPr/>
            </p:nvSpPr>
            <p:spPr>
              <a:xfrm>
                <a:off x="247555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h2962"/>
              <p:cNvSpPr/>
              <p:nvPr/>
            </p:nvSpPr>
            <p:spPr>
              <a:xfrm>
                <a:off x="24848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h2963"/>
              <p:cNvSpPr/>
              <p:nvPr/>
            </p:nvSpPr>
            <p:spPr>
              <a:xfrm>
                <a:off x="249407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h2964"/>
              <p:cNvSpPr/>
              <p:nvPr/>
            </p:nvSpPr>
            <p:spPr>
              <a:xfrm>
                <a:off x="250334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h2965"/>
              <p:cNvSpPr/>
              <p:nvPr/>
            </p:nvSpPr>
            <p:spPr>
              <a:xfrm>
                <a:off x="251260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h2966"/>
              <p:cNvSpPr/>
              <p:nvPr/>
            </p:nvSpPr>
            <p:spPr>
              <a:xfrm>
                <a:off x="252186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h2967"/>
              <p:cNvSpPr/>
              <p:nvPr/>
            </p:nvSpPr>
            <p:spPr>
              <a:xfrm>
                <a:off x="253112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h2968"/>
              <p:cNvSpPr/>
              <p:nvPr/>
            </p:nvSpPr>
            <p:spPr>
              <a:xfrm>
                <a:off x="254039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h2969"/>
              <p:cNvSpPr/>
              <p:nvPr/>
            </p:nvSpPr>
            <p:spPr>
              <a:xfrm>
                <a:off x="254965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h2970"/>
              <p:cNvSpPr/>
              <p:nvPr/>
            </p:nvSpPr>
            <p:spPr>
              <a:xfrm>
                <a:off x="255891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h2971"/>
              <p:cNvSpPr/>
              <p:nvPr/>
            </p:nvSpPr>
            <p:spPr>
              <a:xfrm>
                <a:off x="256817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h2972"/>
              <p:cNvSpPr/>
              <p:nvPr/>
            </p:nvSpPr>
            <p:spPr>
              <a:xfrm>
                <a:off x="257743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h2973"/>
              <p:cNvSpPr/>
              <p:nvPr/>
            </p:nvSpPr>
            <p:spPr>
              <a:xfrm>
                <a:off x="258670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h2974"/>
              <p:cNvSpPr/>
              <p:nvPr/>
            </p:nvSpPr>
            <p:spPr>
              <a:xfrm>
                <a:off x="259596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h2975"/>
              <p:cNvSpPr/>
              <p:nvPr/>
            </p:nvSpPr>
            <p:spPr>
              <a:xfrm>
                <a:off x="260522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h2976"/>
              <p:cNvSpPr/>
              <p:nvPr/>
            </p:nvSpPr>
            <p:spPr>
              <a:xfrm>
                <a:off x="261448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h2977"/>
              <p:cNvSpPr/>
              <p:nvPr/>
            </p:nvSpPr>
            <p:spPr>
              <a:xfrm>
                <a:off x="262375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h2978"/>
              <p:cNvSpPr/>
              <p:nvPr/>
            </p:nvSpPr>
            <p:spPr>
              <a:xfrm>
                <a:off x="263301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h2979"/>
              <p:cNvSpPr/>
              <p:nvPr/>
            </p:nvSpPr>
            <p:spPr>
              <a:xfrm>
                <a:off x="264227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h2980"/>
              <p:cNvSpPr/>
              <p:nvPr/>
            </p:nvSpPr>
            <p:spPr>
              <a:xfrm>
                <a:off x="265153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h2981"/>
              <p:cNvSpPr/>
              <p:nvPr/>
            </p:nvSpPr>
            <p:spPr>
              <a:xfrm>
                <a:off x="26607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h2982"/>
              <p:cNvSpPr/>
              <p:nvPr/>
            </p:nvSpPr>
            <p:spPr>
              <a:xfrm>
                <a:off x="2670061" y="2188310"/>
                <a:ext cx="918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652" y="897161"/>
                    </a:lnTo>
                    <a:lnTo>
                      <a:pt x="915685" y="897333"/>
                    </a:lnTo>
                    <a:lnTo>
                      <a:pt x="915790" y="897889"/>
                    </a:lnTo>
                    <a:lnTo>
                      <a:pt x="915895" y="898444"/>
                    </a:lnTo>
                    <a:lnTo>
                      <a:pt x="916000" y="899000"/>
                    </a:lnTo>
                    <a:lnTo>
                      <a:pt x="916104" y="899555"/>
                    </a:lnTo>
                    <a:lnTo>
                      <a:pt x="916209" y="900111"/>
                    </a:lnTo>
                    <a:lnTo>
                      <a:pt x="916314" y="900666"/>
                    </a:lnTo>
                    <a:lnTo>
                      <a:pt x="916419" y="901222"/>
                    </a:lnTo>
                    <a:lnTo>
                      <a:pt x="916524" y="901777"/>
                    </a:lnTo>
                    <a:lnTo>
                      <a:pt x="916629" y="902333"/>
                    </a:lnTo>
                    <a:lnTo>
                      <a:pt x="916733" y="902888"/>
                    </a:lnTo>
                    <a:lnTo>
                      <a:pt x="916838" y="903444"/>
                    </a:lnTo>
                    <a:lnTo>
                      <a:pt x="916943" y="903999"/>
                    </a:lnTo>
                    <a:lnTo>
                      <a:pt x="917048" y="904555"/>
                    </a:lnTo>
                    <a:lnTo>
                      <a:pt x="917153" y="905110"/>
                    </a:lnTo>
                    <a:lnTo>
                      <a:pt x="917257" y="905666"/>
                    </a:lnTo>
                    <a:lnTo>
                      <a:pt x="917362" y="906222"/>
                    </a:lnTo>
                    <a:lnTo>
                      <a:pt x="917467" y="906777"/>
                    </a:lnTo>
                    <a:lnTo>
                      <a:pt x="917572" y="907333"/>
                    </a:lnTo>
                    <a:lnTo>
                      <a:pt x="917676" y="907888"/>
                    </a:lnTo>
                    <a:lnTo>
                      <a:pt x="917781" y="908444"/>
                    </a:lnTo>
                    <a:lnTo>
                      <a:pt x="917886" y="908999"/>
                    </a:lnTo>
                    <a:lnTo>
                      <a:pt x="917990" y="909555"/>
                    </a:lnTo>
                    <a:lnTo>
                      <a:pt x="918095" y="910110"/>
                    </a:lnTo>
                    <a:lnTo>
                      <a:pt x="918200" y="910666"/>
                    </a:lnTo>
                    <a:lnTo>
                      <a:pt x="918305" y="911221"/>
                    </a:lnTo>
                    <a:lnTo>
                      <a:pt x="918409" y="911777"/>
                    </a:lnTo>
                    <a:lnTo>
                      <a:pt x="918514" y="912332"/>
                    </a:lnTo>
                    <a:lnTo>
                      <a:pt x="918618" y="912888"/>
                    </a:lnTo>
                    <a:lnTo>
                      <a:pt x="918723" y="913443"/>
                    </a:lnTo>
                    <a:lnTo>
                      <a:pt x="918828" y="913999"/>
                    </a:lnTo>
                    <a:lnTo>
                      <a:pt x="918903" y="914400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h2983"/>
              <p:cNvSpPr/>
              <p:nvPr/>
            </p:nvSpPr>
            <p:spPr>
              <a:xfrm>
                <a:off x="289235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46" y="914400"/>
                    </a:lnTo>
                    <a:lnTo>
                      <a:pt x="914400" y="914176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h2984"/>
              <p:cNvSpPr/>
              <p:nvPr/>
            </p:nvSpPr>
            <p:spPr>
              <a:xfrm>
                <a:off x="290161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76"/>
                    </a:lnTo>
                    <a:lnTo>
                      <a:pt x="908763" y="912716"/>
                    </a:lnTo>
                    <a:lnTo>
                      <a:pt x="914209" y="911043"/>
                    </a:lnTo>
                    <a:lnTo>
                      <a:pt x="914400" y="911002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h2985"/>
              <p:cNvSpPr/>
              <p:nvPr/>
            </p:nvSpPr>
            <p:spPr>
              <a:xfrm>
                <a:off x="291087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002"/>
                    </a:lnTo>
                    <a:lnTo>
                      <a:pt x="910432" y="909876"/>
                    </a:lnTo>
                    <a:lnTo>
                      <a:pt x="914400" y="909401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h2986"/>
              <p:cNvSpPr/>
              <p:nvPr/>
            </p:nvSpPr>
            <p:spPr>
              <a:xfrm>
                <a:off x="292014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01"/>
                    </a:lnTo>
                    <a:lnTo>
                      <a:pt x="906679" y="909217"/>
                    </a:lnTo>
                    <a:lnTo>
                      <a:pt x="907068" y="909188"/>
                    </a:lnTo>
                    <a:lnTo>
                      <a:pt x="907460" y="909159"/>
                    </a:lnTo>
                    <a:lnTo>
                      <a:pt x="907851" y="909131"/>
                    </a:lnTo>
                    <a:lnTo>
                      <a:pt x="908242" y="909102"/>
                    </a:lnTo>
                    <a:lnTo>
                      <a:pt x="908633" y="909074"/>
                    </a:lnTo>
                    <a:lnTo>
                      <a:pt x="909025" y="909045"/>
                    </a:lnTo>
                    <a:lnTo>
                      <a:pt x="909416" y="909016"/>
                    </a:lnTo>
                    <a:lnTo>
                      <a:pt x="909807" y="908988"/>
                    </a:lnTo>
                    <a:lnTo>
                      <a:pt x="910199" y="908959"/>
                    </a:lnTo>
                    <a:lnTo>
                      <a:pt x="910590" y="908931"/>
                    </a:lnTo>
                    <a:lnTo>
                      <a:pt x="910981" y="908902"/>
                    </a:lnTo>
                    <a:lnTo>
                      <a:pt x="911373" y="908874"/>
                    </a:lnTo>
                    <a:lnTo>
                      <a:pt x="911764" y="908845"/>
                    </a:lnTo>
                    <a:lnTo>
                      <a:pt x="912155" y="908816"/>
                    </a:lnTo>
                    <a:lnTo>
                      <a:pt x="912547" y="908788"/>
                    </a:lnTo>
                    <a:lnTo>
                      <a:pt x="912938" y="908759"/>
                    </a:lnTo>
                    <a:lnTo>
                      <a:pt x="913329" y="908731"/>
                    </a:lnTo>
                    <a:lnTo>
                      <a:pt x="913721" y="908703"/>
                    </a:lnTo>
                    <a:lnTo>
                      <a:pt x="914112" y="908674"/>
                    </a:lnTo>
                    <a:lnTo>
                      <a:pt x="914400" y="908653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h2987"/>
              <p:cNvSpPr/>
              <p:nvPr/>
            </p:nvSpPr>
            <p:spPr>
              <a:xfrm>
                <a:off x="292940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1" y="908646"/>
                    </a:lnTo>
                    <a:lnTo>
                      <a:pt x="905632" y="908617"/>
                    </a:lnTo>
                    <a:lnTo>
                      <a:pt x="906024" y="908589"/>
                    </a:lnTo>
                    <a:lnTo>
                      <a:pt x="906415" y="908560"/>
                    </a:lnTo>
                    <a:lnTo>
                      <a:pt x="906806" y="908532"/>
                    </a:lnTo>
                    <a:lnTo>
                      <a:pt x="907198" y="908504"/>
                    </a:lnTo>
                    <a:lnTo>
                      <a:pt x="907589" y="908475"/>
                    </a:lnTo>
                    <a:lnTo>
                      <a:pt x="907980" y="908447"/>
                    </a:lnTo>
                    <a:lnTo>
                      <a:pt x="908372" y="908419"/>
                    </a:lnTo>
                    <a:lnTo>
                      <a:pt x="908763" y="908390"/>
                    </a:lnTo>
                    <a:lnTo>
                      <a:pt x="909155" y="908362"/>
                    </a:lnTo>
                    <a:lnTo>
                      <a:pt x="909546" y="908334"/>
                    </a:lnTo>
                    <a:lnTo>
                      <a:pt x="909937" y="908305"/>
                    </a:lnTo>
                    <a:lnTo>
                      <a:pt x="910329" y="908277"/>
                    </a:lnTo>
                    <a:lnTo>
                      <a:pt x="910720" y="908249"/>
                    </a:lnTo>
                    <a:lnTo>
                      <a:pt x="911111" y="908221"/>
                    </a:lnTo>
                    <a:lnTo>
                      <a:pt x="911503" y="908192"/>
                    </a:lnTo>
                    <a:lnTo>
                      <a:pt x="911894" y="908164"/>
                    </a:lnTo>
                    <a:lnTo>
                      <a:pt x="912285" y="908136"/>
                    </a:lnTo>
                    <a:lnTo>
                      <a:pt x="912677" y="908108"/>
                    </a:lnTo>
                    <a:lnTo>
                      <a:pt x="913068" y="908080"/>
                    </a:lnTo>
                    <a:lnTo>
                      <a:pt x="913459" y="908051"/>
                    </a:lnTo>
                    <a:lnTo>
                      <a:pt x="913851" y="908023"/>
                    </a:lnTo>
                    <a:lnTo>
                      <a:pt x="914242" y="907995"/>
                    </a:lnTo>
                    <a:lnTo>
                      <a:pt x="914400" y="907984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h2988"/>
              <p:cNvSpPr/>
              <p:nvPr/>
            </p:nvSpPr>
            <p:spPr>
              <a:xfrm>
                <a:off x="293866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984"/>
                    </a:lnTo>
                    <a:lnTo>
                      <a:pt x="905371" y="907967"/>
                    </a:lnTo>
                    <a:lnTo>
                      <a:pt x="905763" y="907939"/>
                    </a:lnTo>
                    <a:lnTo>
                      <a:pt x="906154" y="907911"/>
                    </a:lnTo>
                    <a:lnTo>
                      <a:pt x="906545" y="907883"/>
                    </a:lnTo>
                    <a:lnTo>
                      <a:pt x="906937" y="907854"/>
                    </a:lnTo>
                    <a:lnTo>
                      <a:pt x="907328" y="907826"/>
                    </a:lnTo>
                    <a:lnTo>
                      <a:pt x="907720" y="907798"/>
                    </a:lnTo>
                    <a:lnTo>
                      <a:pt x="908111" y="907770"/>
                    </a:lnTo>
                    <a:lnTo>
                      <a:pt x="908502" y="907742"/>
                    </a:lnTo>
                    <a:lnTo>
                      <a:pt x="908894" y="907714"/>
                    </a:lnTo>
                    <a:lnTo>
                      <a:pt x="909285" y="907686"/>
                    </a:lnTo>
                    <a:lnTo>
                      <a:pt x="909677" y="907658"/>
                    </a:lnTo>
                    <a:lnTo>
                      <a:pt x="910068" y="907630"/>
                    </a:lnTo>
                    <a:lnTo>
                      <a:pt x="910459" y="907602"/>
                    </a:lnTo>
                    <a:lnTo>
                      <a:pt x="910851" y="907574"/>
                    </a:lnTo>
                    <a:lnTo>
                      <a:pt x="911242" y="907546"/>
                    </a:lnTo>
                    <a:lnTo>
                      <a:pt x="911634" y="907518"/>
                    </a:lnTo>
                    <a:lnTo>
                      <a:pt x="912025" y="907490"/>
                    </a:lnTo>
                    <a:lnTo>
                      <a:pt x="912416" y="907463"/>
                    </a:lnTo>
                    <a:lnTo>
                      <a:pt x="912808" y="907435"/>
                    </a:lnTo>
                    <a:lnTo>
                      <a:pt x="913199" y="907407"/>
                    </a:lnTo>
                    <a:lnTo>
                      <a:pt x="913591" y="907379"/>
                    </a:lnTo>
                    <a:lnTo>
                      <a:pt x="913982" y="907351"/>
                    </a:lnTo>
                    <a:lnTo>
                      <a:pt x="914400" y="907321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h2989"/>
              <p:cNvSpPr/>
              <p:nvPr/>
            </p:nvSpPr>
            <p:spPr>
              <a:xfrm>
                <a:off x="2947928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321"/>
                    </a:lnTo>
                    <a:lnTo>
                      <a:pt x="905503" y="907295"/>
                    </a:lnTo>
                    <a:lnTo>
                      <a:pt x="905894" y="907267"/>
                    </a:lnTo>
                    <a:lnTo>
                      <a:pt x="906285" y="907240"/>
                    </a:lnTo>
                    <a:lnTo>
                      <a:pt x="906677" y="907212"/>
                    </a:lnTo>
                    <a:lnTo>
                      <a:pt x="907068" y="907184"/>
                    </a:lnTo>
                    <a:lnTo>
                      <a:pt x="907460" y="907156"/>
                    </a:lnTo>
                    <a:lnTo>
                      <a:pt x="907851" y="907128"/>
                    </a:lnTo>
                    <a:lnTo>
                      <a:pt x="908243" y="907101"/>
                    </a:lnTo>
                    <a:lnTo>
                      <a:pt x="908634" y="907073"/>
                    </a:lnTo>
                    <a:lnTo>
                      <a:pt x="909025" y="907045"/>
                    </a:lnTo>
                    <a:lnTo>
                      <a:pt x="909417" y="907018"/>
                    </a:lnTo>
                    <a:lnTo>
                      <a:pt x="909808" y="906990"/>
                    </a:lnTo>
                    <a:lnTo>
                      <a:pt x="910200" y="906962"/>
                    </a:lnTo>
                    <a:lnTo>
                      <a:pt x="910591" y="906934"/>
                    </a:lnTo>
                    <a:lnTo>
                      <a:pt x="910983" y="906907"/>
                    </a:lnTo>
                    <a:lnTo>
                      <a:pt x="911374" y="906879"/>
                    </a:lnTo>
                    <a:lnTo>
                      <a:pt x="911765" y="906851"/>
                    </a:lnTo>
                    <a:lnTo>
                      <a:pt x="912157" y="906824"/>
                    </a:lnTo>
                    <a:lnTo>
                      <a:pt x="912548" y="906796"/>
                    </a:lnTo>
                    <a:lnTo>
                      <a:pt x="912940" y="906769"/>
                    </a:lnTo>
                    <a:lnTo>
                      <a:pt x="913331" y="906741"/>
                    </a:lnTo>
                    <a:lnTo>
                      <a:pt x="913723" y="906713"/>
                    </a:lnTo>
                    <a:lnTo>
                      <a:pt x="914114" y="906686"/>
                    </a:lnTo>
                    <a:lnTo>
                      <a:pt x="914400" y="906666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h2990"/>
              <p:cNvSpPr/>
              <p:nvPr/>
            </p:nvSpPr>
            <p:spPr>
              <a:xfrm>
                <a:off x="295719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3" y="906658"/>
                    </a:lnTo>
                    <a:lnTo>
                      <a:pt x="905635" y="906631"/>
                    </a:lnTo>
                    <a:lnTo>
                      <a:pt x="906026" y="906603"/>
                    </a:lnTo>
                    <a:lnTo>
                      <a:pt x="906418" y="906576"/>
                    </a:lnTo>
                    <a:lnTo>
                      <a:pt x="906809" y="906548"/>
                    </a:lnTo>
                    <a:lnTo>
                      <a:pt x="907201" y="906521"/>
                    </a:lnTo>
                    <a:lnTo>
                      <a:pt x="907592" y="906493"/>
                    </a:lnTo>
                    <a:lnTo>
                      <a:pt x="907984" y="906466"/>
                    </a:lnTo>
                    <a:lnTo>
                      <a:pt x="908375" y="906438"/>
                    </a:lnTo>
                    <a:lnTo>
                      <a:pt x="908766" y="906411"/>
                    </a:lnTo>
                    <a:lnTo>
                      <a:pt x="909158" y="906383"/>
                    </a:lnTo>
                    <a:lnTo>
                      <a:pt x="909549" y="906356"/>
                    </a:lnTo>
                    <a:lnTo>
                      <a:pt x="909941" y="906329"/>
                    </a:lnTo>
                    <a:lnTo>
                      <a:pt x="910332" y="906301"/>
                    </a:lnTo>
                    <a:lnTo>
                      <a:pt x="910724" y="906274"/>
                    </a:lnTo>
                    <a:lnTo>
                      <a:pt x="911115" y="906246"/>
                    </a:lnTo>
                    <a:lnTo>
                      <a:pt x="911507" y="906219"/>
                    </a:lnTo>
                    <a:lnTo>
                      <a:pt x="911898" y="906192"/>
                    </a:lnTo>
                    <a:lnTo>
                      <a:pt x="912290" y="906164"/>
                    </a:lnTo>
                    <a:lnTo>
                      <a:pt x="912681" y="906137"/>
                    </a:lnTo>
                    <a:lnTo>
                      <a:pt x="913073" y="906110"/>
                    </a:lnTo>
                    <a:lnTo>
                      <a:pt x="913464" y="906082"/>
                    </a:lnTo>
                    <a:lnTo>
                      <a:pt x="913856" y="906055"/>
                    </a:lnTo>
                    <a:lnTo>
                      <a:pt x="914247" y="906028"/>
                    </a:lnTo>
                    <a:lnTo>
                      <a:pt x="914400" y="906017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h2991"/>
              <p:cNvSpPr/>
              <p:nvPr/>
            </p:nvSpPr>
            <p:spPr>
              <a:xfrm>
                <a:off x="296645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017"/>
                    </a:lnTo>
                    <a:lnTo>
                      <a:pt x="905376" y="906001"/>
                    </a:lnTo>
                    <a:lnTo>
                      <a:pt x="905768" y="905973"/>
                    </a:lnTo>
                    <a:lnTo>
                      <a:pt x="906159" y="905946"/>
                    </a:lnTo>
                    <a:lnTo>
                      <a:pt x="906551" y="905919"/>
                    </a:lnTo>
                    <a:lnTo>
                      <a:pt x="906942" y="905892"/>
                    </a:lnTo>
                    <a:lnTo>
                      <a:pt x="907334" y="905864"/>
                    </a:lnTo>
                    <a:lnTo>
                      <a:pt x="907725" y="905837"/>
                    </a:lnTo>
                    <a:lnTo>
                      <a:pt x="908117" y="905810"/>
                    </a:lnTo>
                    <a:lnTo>
                      <a:pt x="908508" y="905783"/>
                    </a:lnTo>
                    <a:lnTo>
                      <a:pt x="908900" y="905756"/>
                    </a:lnTo>
                    <a:lnTo>
                      <a:pt x="909291" y="905729"/>
                    </a:lnTo>
                    <a:lnTo>
                      <a:pt x="909683" y="905702"/>
                    </a:lnTo>
                    <a:lnTo>
                      <a:pt x="910074" y="905674"/>
                    </a:lnTo>
                    <a:lnTo>
                      <a:pt x="910466" y="905647"/>
                    </a:lnTo>
                    <a:lnTo>
                      <a:pt x="914400" y="905580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h2992"/>
              <p:cNvSpPr/>
              <p:nvPr/>
            </p:nvSpPr>
            <p:spPr>
              <a:xfrm>
                <a:off x="297571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580"/>
                    </a:lnTo>
                    <a:lnTo>
                      <a:pt x="907431" y="905541"/>
                    </a:lnTo>
                    <a:lnTo>
                      <a:pt x="913652" y="906085"/>
                    </a:lnTo>
                    <a:lnTo>
                      <a:pt x="914400" y="906189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h2993"/>
              <p:cNvSpPr/>
              <p:nvPr/>
            </p:nvSpPr>
            <p:spPr>
              <a:xfrm>
                <a:off x="298497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189"/>
                    </a:lnTo>
                    <a:lnTo>
                      <a:pt x="914400" y="907483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h2994"/>
              <p:cNvSpPr/>
              <p:nvPr/>
            </p:nvSpPr>
            <p:spPr>
              <a:xfrm>
                <a:off x="2994239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483"/>
                    </a:lnTo>
                    <a:lnTo>
                      <a:pt x="914400" y="908776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h2995"/>
              <p:cNvSpPr/>
              <p:nvPr/>
            </p:nvSpPr>
            <p:spPr>
              <a:xfrm>
                <a:off x="3003501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776"/>
                    </a:lnTo>
                    <a:lnTo>
                      <a:pt x="914400" y="910070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h2996"/>
              <p:cNvSpPr/>
              <p:nvPr/>
            </p:nvSpPr>
            <p:spPr>
              <a:xfrm>
                <a:off x="3012763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70"/>
                    </a:lnTo>
                    <a:lnTo>
                      <a:pt x="914400" y="911297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h2997"/>
              <p:cNvSpPr/>
              <p:nvPr/>
            </p:nvSpPr>
            <p:spPr>
              <a:xfrm>
                <a:off x="3022026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97"/>
                    </a:lnTo>
                    <a:lnTo>
                      <a:pt x="905620" y="911139"/>
                    </a:lnTo>
                    <a:lnTo>
                      <a:pt x="906153" y="910965"/>
                    </a:lnTo>
                    <a:lnTo>
                      <a:pt x="906686" y="910790"/>
                    </a:lnTo>
                    <a:lnTo>
                      <a:pt x="907219" y="910616"/>
                    </a:lnTo>
                    <a:lnTo>
                      <a:pt x="907752" y="910442"/>
                    </a:lnTo>
                    <a:lnTo>
                      <a:pt x="908285" y="910268"/>
                    </a:lnTo>
                    <a:lnTo>
                      <a:pt x="908818" y="910093"/>
                    </a:lnTo>
                    <a:lnTo>
                      <a:pt x="909351" y="909919"/>
                    </a:lnTo>
                    <a:lnTo>
                      <a:pt x="909884" y="909745"/>
                    </a:lnTo>
                    <a:lnTo>
                      <a:pt x="910417" y="909571"/>
                    </a:lnTo>
                    <a:lnTo>
                      <a:pt x="910950" y="909396"/>
                    </a:lnTo>
                    <a:lnTo>
                      <a:pt x="911483" y="909222"/>
                    </a:lnTo>
                    <a:lnTo>
                      <a:pt x="912016" y="909048"/>
                    </a:lnTo>
                    <a:lnTo>
                      <a:pt x="912549" y="908874"/>
                    </a:lnTo>
                    <a:lnTo>
                      <a:pt x="913082" y="908700"/>
                    </a:lnTo>
                    <a:lnTo>
                      <a:pt x="913615" y="908526"/>
                    </a:lnTo>
                    <a:lnTo>
                      <a:pt x="914148" y="908352"/>
                    </a:lnTo>
                    <a:lnTo>
                      <a:pt x="914400" y="90827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h2998"/>
              <p:cNvSpPr/>
              <p:nvPr/>
            </p:nvSpPr>
            <p:spPr>
              <a:xfrm>
                <a:off x="3031288" y="21883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270"/>
                    </a:lnTo>
                    <a:lnTo>
                      <a:pt x="905419" y="908178"/>
                    </a:lnTo>
                    <a:lnTo>
                      <a:pt x="905952" y="908004"/>
                    </a:lnTo>
                    <a:lnTo>
                      <a:pt x="906485" y="907830"/>
                    </a:lnTo>
                    <a:lnTo>
                      <a:pt x="907018" y="907656"/>
                    </a:lnTo>
                    <a:lnTo>
                      <a:pt x="907551" y="907482"/>
                    </a:lnTo>
                    <a:lnTo>
                      <a:pt x="908084" y="907308"/>
                    </a:lnTo>
                    <a:lnTo>
                      <a:pt x="908618" y="907134"/>
                    </a:lnTo>
                    <a:lnTo>
                      <a:pt x="909151" y="906960"/>
                    </a:lnTo>
                    <a:lnTo>
                      <a:pt x="909684" y="906786"/>
                    </a:lnTo>
                    <a:lnTo>
                      <a:pt x="910217" y="906613"/>
                    </a:lnTo>
                    <a:lnTo>
                      <a:pt x="910751" y="906439"/>
                    </a:lnTo>
                    <a:lnTo>
                      <a:pt x="911284" y="906265"/>
                    </a:lnTo>
                    <a:lnTo>
                      <a:pt x="911817" y="906091"/>
                    </a:lnTo>
                    <a:lnTo>
                      <a:pt x="912350" y="905918"/>
                    </a:lnTo>
                    <a:lnTo>
                      <a:pt x="912884" y="905744"/>
                    </a:lnTo>
                    <a:lnTo>
                      <a:pt x="913417" y="905570"/>
                    </a:lnTo>
                    <a:lnTo>
                      <a:pt x="913950" y="905397"/>
                    </a:lnTo>
                    <a:lnTo>
                      <a:pt x="914399" y="905250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h2999"/>
              <p:cNvSpPr/>
              <p:nvPr/>
            </p:nvSpPr>
            <p:spPr>
              <a:xfrm>
                <a:off x="3040550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21" y="905223"/>
                    </a:lnTo>
                    <a:lnTo>
                      <a:pt x="905755" y="905049"/>
                    </a:lnTo>
                    <a:lnTo>
                      <a:pt x="906288" y="904876"/>
                    </a:lnTo>
                    <a:lnTo>
                      <a:pt x="911803" y="903345"/>
                    </a:lnTo>
                    <a:lnTo>
                      <a:pt x="914400" y="902871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h3000"/>
              <p:cNvSpPr/>
              <p:nvPr/>
            </p:nvSpPr>
            <p:spPr>
              <a:xfrm>
                <a:off x="3049812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871"/>
                    </a:lnTo>
                    <a:lnTo>
                      <a:pt x="908090" y="902331"/>
                    </a:lnTo>
                    <a:lnTo>
                      <a:pt x="913659" y="901837"/>
                    </a:lnTo>
                    <a:lnTo>
                      <a:pt x="913997" y="901823"/>
                    </a:lnTo>
                    <a:lnTo>
                      <a:pt x="914400" y="901806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h3001"/>
              <p:cNvSpPr/>
              <p:nvPr/>
            </p:nvSpPr>
            <p:spPr>
              <a:xfrm>
                <a:off x="3059074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06"/>
                    </a:lnTo>
                    <a:lnTo>
                      <a:pt x="905415" y="901794"/>
                    </a:lnTo>
                    <a:lnTo>
                      <a:pt x="905755" y="901780"/>
                    </a:lnTo>
                    <a:lnTo>
                      <a:pt x="906095" y="901765"/>
                    </a:lnTo>
                    <a:lnTo>
                      <a:pt x="906435" y="901751"/>
                    </a:lnTo>
                    <a:lnTo>
                      <a:pt x="906775" y="901737"/>
                    </a:lnTo>
                    <a:lnTo>
                      <a:pt x="907115" y="901723"/>
                    </a:lnTo>
                    <a:lnTo>
                      <a:pt x="907455" y="901709"/>
                    </a:lnTo>
                    <a:lnTo>
                      <a:pt x="907795" y="901694"/>
                    </a:lnTo>
                    <a:lnTo>
                      <a:pt x="908135" y="901680"/>
                    </a:lnTo>
                    <a:lnTo>
                      <a:pt x="908475" y="901666"/>
                    </a:lnTo>
                    <a:lnTo>
                      <a:pt x="908815" y="901652"/>
                    </a:lnTo>
                    <a:lnTo>
                      <a:pt x="909155" y="901638"/>
                    </a:lnTo>
                    <a:lnTo>
                      <a:pt x="909495" y="901623"/>
                    </a:lnTo>
                    <a:lnTo>
                      <a:pt x="909835" y="901609"/>
                    </a:lnTo>
                    <a:lnTo>
                      <a:pt x="910175" y="901595"/>
                    </a:lnTo>
                    <a:lnTo>
                      <a:pt x="910514" y="901581"/>
                    </a:lnTo>
                    <a:lnTo>
                      <a:pt x="910854" y="901567"/>
                    </a:lnTo>
                    <a:lnTo>
                      <a:pt x="911194" y="901553"/>
                    </a:lnTo>
                    <a:lnTo>
                      <a:pt x="911534" y="901539"/>
                    </a:lnTo>
                    <a:lnTo>
                      <a:pt x="911874" y="901524"/>
                    </a:lnTo>
                    <a:lnTo>
                      <a:pt x="912214" y="901510"/>
                    </a:lnTo>
                    <a:lnTo>
                      <a:pt x="912554" y="901496"/>
                    </a:lnTo>
                    <a:lnTo>
                      <a:pt x="912894" y="901482"/>
                    </a:lnTo>
                    <a:lnTo>
                      <a:pt x="913234" y="901468"/>
                    </a:lnTo>
                    <a:lnTo>
                      <a:pt x="913574" y="901454"/>
                    </a:lnTo>
                    <a:lnTo>
                      <a:pt x="913914" y="901440"/>
                    </a:lnTo>
                    <a:lnTo>
                      <a:pt x="914254" y="901426"/>
                    </a:lnTo>
                    <a:lnTo>
                      <a:pt x="914400" y="90142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h3002"/>
              <p:cNvSpPr/>
              <p:nvPr/>
            </p:nvSpPr>
            <p:spPr>
              <a:xfrm>
                <a:off x="3068337" y="21883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420"/>
                    </a:lnTo>
                    <a:lnTo>
                      <a:pt x="905332" y="901412"/>
                    </a:lnTo>
                    <a:lnTo>
                      <a:pt x="905672" y="901398"/>
                    </a:lnTo>
                    <a:lnTo>
                      <a:pt x="906012" y="901384"/>
                    </a:lnTo>
                    <a:lnTo>
                      <a:pt x="906352" y="901370"/>
                    </a:lnTo>
                    <a:lnTo>
                      <a:pt x="906692" y="901356"/>
                    </a:lnTo>
                    <a:lnTo>
                      <a:pt x="907032" y="901342"/>
                    </a:lnTo>
                    <a:lnTo>
                      <a:pt x="907372" y="901328"/>
                    </a:lnTo>
                    <a:lnTo>
                      <a:pt x="907712" y="901314"/>
                    </a:lnTo>
                    <a:lnTo>
                      <a:pt x="908052" y="901300"/>
                    </a:lnTo>
                    <a:lnTo>
                      <a:pt x="908392" y="901286"/>
                    </a:lnTo>
                    <a:lnTo>
                      <a:pt x="908732" y="901272"/>
                    </a:lnTo>
                    <a:lnTo>
                      <a:pt x="909072" y="901258"/>
                    </a:lnTo>
                    <a:lnTo>
                      <a:pt x="909412" y="901244"/>
                    </a:lnTo>
                    <a:lnTo>
                      <a:pt x="909752" y="901230"/>
                    </a:lnTo>
                    <a:lnTo>
                      <a:pt x="910092" y="901216"/>
                    </a:lnTo>
                    <a:lnTo>
                      <a:pt x="910432" y="901203"/>
                    </a:lnTo>
                    <a:lnTo>
                      <a:pt x="910772" y="901189"/>
                    </a:lnTo>
                    <a:lnTo>
                      <a:pt x="911112" y="901175"/>
                    </a:lnTo>
                    <a:lnTo>
                      <a:pt x="911452" y="901161"/>
                    </a:lnTo>
                    <a:lnTo>
                      <a:pt x="911792" y="901147"/>
                    </a:lnTo>
                    <a:lnTo>
                      <a:pt x="912132" y="901133"/>
                    </a:lnTo>
                    <a:lnTo>
                      <a:pt x="912472" y="901119"/>
                    </a:lnTo>
                    <a:lnTo>
                      <a:pt x="912812" y="901106"/>
                    </a:lnTo>
                    <a:lnTo>
                      <a:pt x="913152" y="901092"/>
                    </a:lnTo>
                    <a:lnTo>
                      <a:pt x="913492" y="901078"/>
                    </a:lnTo>
                    <a:lnTo>
                      <a:pt x="913832" y="901064"/>
                    </a:lnTo>
                    <a:lnTo>
                      <a:pt x="914172" y="901050"/>
                    </a:lnTo>
                    <a:lnTo>
                      <a:pt x="914400" y="901041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h3003"/>
              <p:cNvSpPr/>
              <p:nvPr/>
            </p:nvSpPr>
            <p:spPr>
              <a:xfrm>
                <a:off x="3077599" y="21710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250" y="918275"/>
                    </a:lnTo>
                    <a:lnTo>
                      <a:pt x="905590" y="918261"/>
                    </a:lnTo>
                    <a:lnTo>
                      <a:pt x="905930" y="918247"/>
                    </a:lnTo>
                    <a:lnTo>
                      <a:pt x="906270" y="918234"/>
                    </a:lnTo>
                    <a:lnTo>
                      <a:pt x="906610" y="918220"/>
                    </a:lnTo>
                    <a:lnTo>
                      <a:pt x="906950" y="918206"/>
                    </a:lnTo>
                    <a:lnTo>
                      <a:pt x="907290" y="918193"/>
                    </a:lnTo>
                    <a:lnTo>
                      <a:pt x="907630" y="918179"/>
                    </a:lnTo>
                    <a:lnTo>
                      <a:pt x="909268" y="918186"/>
                    </a:lnTo>
                    <a:lnTo>
                      <a:pt x="909378" y="917819"/>
                    </a:lnTo>
                    <a:lnTo>
                      <a:pt x="909492" y="917440"/>
                    </a:lnTo>
                    <a:lnTo>
                      <a:pt x="909605" y="917060"/>
                    </a:lnTo>
                    <a:lnTo>
                      <a:pt x="909719" y="916681"/>
                    </a:lnTo>
                    <a:lnTo>
                      <a:pt x="909833" y="916302"/>
                    </a:lnTo>
                    <a:lnTo>
                      <a:pt x="909946" y="915923"/>
                    </a:lnTo>
                    <a:lnTo>
                      <a:pt x="910060" y="915544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h3004"/>
              <p:cNvSpPr/>
              <p:nvPr/>
            </p:nvSpPr>
            <p:spPr>
              <a:xfrm>
                <a:off x="307759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h3005"/>
              <p:cNvSpPr/>
              <p:nvPr/>
            </p:nvSpPr>
            <p:spPr>
              <a:xfrm>
                <a:off x="308686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h3006"/>
              <p:cNvSpPr/>
              <p:nvPr/>
            </p:nvSpPr>
            <p:spPr>
              <a:xfrm>
                <a:off x="309612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h3007"/>
              <p:cNvSpPr/>
              <p:nvPr/>
            </p:nvSpPr>
            <p:spPr>
              <a:xfrm>
                <a:off x="3105386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h3008"/>
              <p:cNvSpPr/>
              <p:nvPr/>
            </p:nvSpPr>
            <p:spPr>
              <a:xfrm>
                <a:off x="311464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h3009"/>
              <p:cNvSpPr/>
              <p:nvPr/>
            </p:nvSpPr>
            <p:spPr>
              <a:xfrm>
                <a:off x="312391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h3010"/>
              <p:cNvSpPr/>
              <p:nvPr/>
            </p:nvSpPr>
            <p:spPr>
              <a:xfrm>
                <a:off x="313317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h3011"/>
              <p:cNvSpPr/>
              <p:nvPr/>
            </p:nvSpPr>
            <p:spPr>
              <a:xfrm>
                <a:off x="314243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h3012"/>
              <p:cNvSpPr/>
              <p:nvPr/>
            </p:nvSpPr>
            <p:spPr>
              <a:xfrm>
                <a:off x="315169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h3013"/>
              <p:cNvSpPr/>
              <p:nvPr/>
            </p:nvSpPr>
            <p:spPr>
              <a:xfrm>
                <a:off x="316095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h3014"/>
              <p:cNvSpPr/>
              <p:nvPr/>
            </p:nvSpPr>
            <p:spPr>
              <a:xfrm>
                <a:off x="317022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h3015"/>
              <p:cNvSpPr/>
              <p:nvPr/>
            </p:nvSpPr>
            <p:spPr>
              <a:xfrm>
                <a:off x="317948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h3016"/>
              <p:cNvSpPr/>
              <p:nvPr/>
            </p:nvSpPr>
            <p:spPr>
              <a:xfrm>
                <a:off x="318874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h3017"/>
              <p:cNvSpPr/>
              <p:nvPr/>
            </p:nvSpPr>
            <p:spPr>
              <a:xfrm>
                <a:off x="319800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h3018"/>
              <p:cNvSpPr/>
              <p:nvPr/>
            </p:nvSpPr>
            <p:spPr>
              <a:xfrm>
                <a:off x="320727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h3019"/>
              <p:cNvSpPr/>
              <p:nvPr/>
            </p:nvSpPr>
            <p:spPr>
              <a:xfrm>
                <a:off x="321653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h3020"/>
              <p:cNvSpPr/>
              <p:nvPr/>
            </p:nvSpPr>
            <p:spPr>
              <a:xfrm>
                <a:off x="322579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h3021"/>
              <p:cNvSpPr/>
              <p:nvPr/>
            </p:nvSpPr>
            <p:spPr>
              <a:xfrm>
                <a:off x="323505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h3022"/>
              <p:cNvSpPr/>
              <p:nvPr/>
            </p:nvSpPr>
            <p:spPr>
              <a:xfrm>
                <a:off x="3244319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h3023"/>
              <p:cNvSpPr/>
              <p:nvPr/>
            </p:nvSpPr>
            <p:spPr>
              <a:xfrm>
                <a:off x="3253581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h3024"/>
              <p:cNvSpPr/>
              <p:nvPr/>
            </p:nvSpPr>
            <p:spPr>
              <a:xfrm>
                <a:off x="3262843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h3025"/>
              <p:cNvSpPr/>
              <p:nvPr/>
            </p:nvSpPr>
            <p:spPr>
              <a:xfrm>
                <a:off x="3272105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h3026"/>
              <p:cNvSpPr/>
              <p:nvPr/>
            </p:nvSpPr>
            <p:spPr>
              <a:xfrm>
                <a:off x="3281368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h3027"/>
              <p:cNvSpPr/>
              <p:nvPr/>
            </p:nvSpPr>
            <p:spPr>
              <a:xfrm>
                <a:off x="3290630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h3028"/>
              <p:cNvSpPr/>
              <p:nvPr/>
            </p:nvSpPr>
            <p:spPr>
              <a:xfrm>
                <a:off x="3299892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h3029"/>
              <p:cNvSpPr/>
              <p:nvPr/>
            </p:nvSpPr>
            <p:spPr>
              <a:xfrm>
                <a:off x="3309154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h3030"/>
              <p:cNvSpPr/>
              <p:nvPr/>
            </p:nvSpPr>
            <p:spPr>
              <a:xfrm>
                <a:off x="3318417" y="21710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h3031"/>
              <p:cNvSpPr/>
              <p:nvPr/>
            </p:nvSpPr>
            <p:spPr>
              <a:xfrm>
                <a:off x="3327679" y="21883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5973"/>
                    </a:lnTo>
                    <a:lnTo>
                      <a:pt x="923110" y="908029"/>
                    </a:lnTo>
                    <a:lnTo>
                      <a:pt x="922304" y="911038"/>
                    </a:lnTo>
                    <a:lnTo>
                      <a:pt x="921497" y="914047"/>
                    </a:lnTo>
                    <a:lnTo>
                      <a:pt x="921403" y="914400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h3032"/>
              <p:cNvSpPr/>
              <p:nvPr/>
            </p:nvSpPr>
            <p:spPr>
              <a:xfrm>
                <a:off x="3336941" y="2171071"/>
                <a:ext cx="916765" cy="923212"/>
              </a:xfrm>
              <a:custGeom>
                <a:avLst/>
                <a:gdLst/>
                <a:ahLst/>
                <a:cxnLst/>
                <a:rect l="0" t="0" r="0" b="0"/>
                <a:pathLst>
                  <a:path w="916765" h="923212">
                    <a:moveTo>
                      <a:pt x="914400" y="914400"/>
                    </a:moveTo>
                    <a:lnTo>
                      <a:pt x="916765" y="914400"/>
                    </a:lnTo>
                    <a:lnTo>
                      <a:pt x="916271" y="916240"/>
                    </a:lnTo>
                    <a:lnTo>
                      <a:pt x="915463" y="919249"/>
                    </a:lnTo>
                    <a:lnTo>
                      <a:pt x="914655" y="922258"/>
                    </a:lnTo>
                    <a:lnTo>
                      <a:pt x="914400" y="923212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h3033"/>
              <p:cNvSpPr/>
              <p:nvPr/>
            </p:nvSpPr>
            <p:spPr>
              <a:xfrm>
                <a:off x="2345883" y="2153833"/>
                <a:ext cx="914400" cy="9193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375">
                    <a:moveTo>
                      <a:pt x="914400" y="914400"/>
                    </a:moveTo>
                    <a:lnTo>
                      <a:pt x="914400" y="919375"/>
                    </a:lnTo>
                    <a:lnTo>
                      <a:pt x="914139" y="918804"/>
                    </a:lnTo>
                    <a:lnTo>
                      <a:pt x="913358" y="917091"/>
                    </a:lnTo>
                    <a:lnTo>
                      <a:pt x="912199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h3034"/>
              <p:cNvSpPr/>
              <p:nvPr/>
            </p:nvSpPr>
            <p:spPr>
              <a:xfrm>
                <a:off x="23458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987" y="931638"/>
                    </a:lnTo>
                    <a:lnTo>
                      <a:pt x="919569" y="930719"/>
                    </a:lnTo>
                    <a:lnTo>
                      <a:pt x="918794" y="929017"/>
                    </a:lnTo>
                    <a:lnTo>
                      <a:pt x="918018" y="927315"/>
                    </a:lnTo>
                    <a:lnTo>
                      <a:pt x="917243" y="925613"/>
                    </a:lnTo>
                    <a:lnTo>
                      <a:pt x="916467" y="923910"/>
                    </a:lnTo>
                    <a:lnTo>
                      <a:pt x="915692" y="922208"/>
                    </a:lnTo>
                    <a:lnTo>
                      <a:pt x="914916" y="920506"/>
                    </a:lnTo>
                    <a:lnTo>
                      <a:pt x="914400" y="919375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h3035"/>
              <p:cNvSpPr/>
              <p:nvPr/>
            </p:nvSpPr>
            <p:spPr>
              <a:xfrm>
                <a:off x="235514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h3036"/>
              <p:cNvSpPr/>
              <p:nvPr/>
            </p:nvSpPr>
            <p:spPr>
              <a:xfrm>
                <a:off x="23644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h3037"/>
              <p:cNvSpPr/>
              <p:nvPr/>
            </p:nvSpPr>
            <p:spPr>
              <a:xfrm>
                <a:off x="23736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h3038"/>
              <p:cNvSpPr/>
              <p:nvPr/>
            </p:nvSpPr>
            <p:spPr>
              <a:xfrm>
                <a:off x="23829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h3039"/>
              <p:cNvSpPr/>
              <p:nvPr/>
            </p:nvSpPr>
            <p:spPr>
              <a:xfrm>
                <a:off x="239219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h3040"/>
              <p:cNvSpPr/>
              <p:nvPr/>
            </p:nvSpPr>
            <p:spPr>
              <a:xfrm>
                <a:off x="24014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h3041"/>
              <p:cNvSpPr/>
              <p:nvPr/>
            </p:nvSpPr>
            <p:spPr>
              <a:xfrm>
                <a:off x="24107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h3042"/>
              <p:cNvSpPr/>
              <p:nvPr/>
            </p:nvSpPr>
            <p:spPr>
              <a:xfrm>
                <a:off x="24199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h3043"/>
              <p:cNvSpPr/>
              <p:nvPr/>
            </p:nvSpPr>
            <p:spPr>
              <a:xfrm>
                <a:off x="24292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h3044"/>
              <p:cNvSpPr/>
              <p:nvPr/>
            </p:nvSpPr>
            <p:spPr>
              <a:xfrm>
                <a:off x="243850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h3045"/>
              <p:cNvSpPr/>
              <p:nvPr/>
            </p:nvSpPr>
            <p:spPr>
              <a:xfrm>
                <a:off x="24477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h3046"/>
              <p:cNvSpPr/>
              <p:nvPr/>
            </p:nvSpPr>
            <p:spPr>
              <a:xfrm>
                <a:off x="24570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h3047"/>
              <p:cNvSpPr/>
              <p:nvPr/>
            </p:nvSpPr>
            <p:spPr>
              <a:xfrm>
                <a:off x="24662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h3048"/>
              <p:cNvSpPr/>
              <p:nvPr/>
            </p:nvSpPr>
            <p:spPr>
              <a:xfrm>
                <a:off x="247555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h3049"/>
              <p:cNvSpPr/>
              <p:nvPr/>
            </p:nvSpPr>
            <p:spPr>
              <a:xfrm>
                <a:off x="24848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h3050"/>
              <p:cNvSpPr/>
              <p:nvPr/>
            </p:nvSpPr>
            <p:spPr>
              <a:xfrm>
                <a:off x="24940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h3051"/>
              <p:cNvSpPr/>
              <p:nvPr/>
            </p:nvSpPr>
            <p:spPr>
              <a:xfrm>
                <a:off x="250334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h3052"/>
              <p:cNvSpPr/>
              <p:nvPr/>
            </p:nvSpPr>
            <p:spPr>
              <a:xfrm>
                <a:off x="251260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h3053"/>
              <p:cNvSpPr/>
              <p:nvPr/>
            </p:nvSpPr>
            <p:spPr>
              <a:xfrm>
                <a:off x="252186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h3054"/>
              <p:cNvSpPr/>
              <p:nvPr/>
            </p:nvSpPr>
            <p:spPr>
              <a:xfrm>
                <a:off x="253112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h3055"/>
              <p:cNvSpPr/>
              <p:nvPr/>
            </p:nvSpPr>
            <p:spPr>
              <a:xfrm>
                <a:off x="254039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h3056"/>
              <p:cNvSpPr/>
              <p:nvPr/>
            </p:nvSpPr>
            <p:spPr>
              <a:xfrm>
                <a:off x="254965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h3057"/>
              <p:cNvSpPr/>
              <p:nvPr/>
            </p:nvSpPr>
            <p:spPr>
              <a:xfrm>
                <a:off x="255891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h3058"/>
              <p:cNvSpPr/>
              <p:nvPr/>
            </p:nvSpPr>
            <p:spPr>
              <a:xfrm>
                <a:off x="256817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h3059"/>
              <p:cNvSpPr/>
              <p:nvPr/>
            </p:nvSpPr>
            <p:spPr>
              <a:xfrm>
                <a:off x="257743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h3060"/>
              <p:cNvSpPr/>
              <p:nvPr/>
            </p:nvSpPr>
            <p:spPr>
              <a:xfrm>
                <a:off x="258670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h3061"/>
              <p:cNvSpPr/>
              <p:nvPr/>
            </p:nvSpPr>
            <p:spPr>
              <a:xfrm>
                <a:off x="259596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h3062"/>
              <p:cNvSpPr/>
              <p:nvPr/>
            </p:nvSpPr>
            <p:spPr>
              <a:xfrm>
                <a:off x="260522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h3063"/>
              <p:cNvSpPr/>
              <p:nvPr/>
            </p:nvSpPr>
            <p:spPr>
              <a:xfrm>
                <a:off x="261448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h3064"/>
              <p:cNvSpPr/>
              <p:nvPr/>
            </p:nvSpPr>
            <p:spPr>
              <a:xfrm>
                <a:off x="262375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h3065"/>
              <p:cNvSpPr/>
              <p:nvPr/>
            </p:nvSpPr>
            <p:spPr>
              <a:xfrm>
                <a:off x="263301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h3066"/>
              <p:cNvSpPr/>
              <p:nvPr/>
            </p:nvSpPr>
            <p:spPr>
              <a:xfrm>
                <a:off x="264227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h3067"/>
              <p:cNvSpPr/>
              <p:nvPr/>
            </p:nvSpPr>
            <p:spPr>
              <a:xfrm>
                <a:off x="265153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h3068"/>
              <p:cNvSpPr/>
              <p:nvPr/>
            </p:nvSpPr>
            <p:spPr>
              <a:xfrm>
                <a:off x="2670061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0" y="897161"/>
                    </a:lnTo>
                    <a:lnTo>
                      <a:pt x="914322" y="907355"/>
                    </a:lnTo>
                    <a:lnTo>
                      <a:pt x="914400" y="90776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h3069"/>
              <p:cNvSpPr/>
              <p:nvPr/>
            </p:nvSpPr>
            <p:spPr>
              <a:xfrm>
                <a:off x="2670061" y="2171071"/>
                <a:ext cx="9156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52" h="914400">
                    <a:moveTo>
                      <a:pt x="914400" y="914400"/>
                    </a:moveTo>
                    <a:lnTo>
                      <a:pt x="914400" y="907768"/>
                    </a:lnTo>
                    <a:lnTo>
                      <a:pt x="914426" y="907906"/>
                    </a:lnTo>
                    <a:lnTo>
                      <a:pt x="914531" y="908461"/>
                    </a:lnTo>
                    <a:lnTo>
                      <a:pt x="914636" y="909017"/>
                    </a:lnTo>
                    <a:lnTo>
                      <a:pt x="914741" y="909572"/>
                    </a:lnTo>
                    <a:lnTo>
                      <a:pt x="914845" y="910128"/>
                    </a:lnTo>
                    <a:lnTo>
                      <a:pt x="914950" y="910683"/>
                    </a:lnTo>
                    <a:lnTo>
                      <a:pt x="915055" y="911239"/>
                    </a:lnTo>
                    <a:lnTo>
                      <a:pt x="915160" y="911794"/>
                    </a:lnTo>
                    <a:lnTo>
                      <a:pt x="915265" y="912350"/>
                    </a:lnTo>
                    <a:lnTo>
                      <a:pt x="915370" y="912905"/>
                    </a:lnTo>
                    <a:lnTo>
                      <a:pt x="915475" y="913461"/>
                    </a:lnTo>
                    <a:lnTo>
                      <a:pt x="915580" y="914016"/>
                    </a:lnTo>
                    <a:lnTo>
                      <a:pt x="915652" y="91440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h3070"/>
              <p:cNvSpPr/>
              <p:nvPr/>
            </p:nvSpPr>
            <p:spPr>
              <a:xfrm>
                <a:off x="3077599" y="2171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29" y="914400"/>
                    </a:lnTo>
                    <a:lnTo>
                      <a:pt x="913659" y="904375"/>
                    </a:lnTo>
                    <a:lnTo>
                      <a:pt x="914400" y="902375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h3071"/>
              <p:cNvSpPr/>
              <p:nvPr/>
            </p:nvSpPr>
            <p:spPr>
              <a:xfrm>
                <a:off x="3086861" y="21538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613"/>
                    </a:lnTo>
                    <a:lnTo>
                      <a:pt x="907067" y="914400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h3072"/>
              <p:cNvSpPr/>
              <p:nvPr/>
            </p:nvSpPr>
            <p:spPr>
              <a:xfrm>
                <a:off x="308686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h3073"/>
              <p:cNvSpPr/>
              <p:nvPr/>
            </p:nvSpPr>
            <p:spPr>
              <a:xfrm>
                <a:off x="309612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h3074"/>
              <p:cNvSpPr/>
              <p:nvPr/>
            </p:nvSpPr>
            <p:spPr>
              <a:xfrm>
                <a:off x="3105386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h3075"/>
              <p:cNvSpPr/>
              <p:nvPr/>
            </p:nvSpPr>
            <p:spPr>
              <a:xfrm>
                <a:off x="311464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h3076"/>
              <p:cNvSpPr/>
              <p:nvPr/>
            </p:nvSpPr>
            <p:spPr>
              <a:xfrm>
                <a:off x="312391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h3077"/>
              <p:cNvSpPr/>
              <p:nvPr/>
            </p:nvSpPr>
            <p:spPr>
              <a:xfrm>
                <a:off x="313317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h3078"/>
              <p:cNvSpPr/>
              <p:nvPr/>
            </p:nvSpPr>
            <p:spPr>
              <a:xfrm>
                <a:off x="314243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h3079"/>
              <p:cNvSpPr/>
              <p:nvPr/>
            </p:nvSpPr>
            <p:spPr>
              <a:xfrm>
                <a:off x="315169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h3080"/>
              <p:cNvSpPr/>
              <p:nvPr/>
            </p:nvSpPr>
            <p:spPr>
              <a:xfrm>
                <a:off x="316095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h3081"/>
              <p:cNvSpPr/>
              <p:nvPr/>
            </p:nvSpPr>
            <p:spPr>
              <a:xfrm>
                <a:off x="317022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h3082"/>
              <p:cNvSpPr/>
              <p:nvPr/>
            </p:nvSpPr>
            <p:spPr>
              <a:xfrm>
                <a:off x="317948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h3083"/>
              <p:cNvSpPr/>
              <p:nvPr/>
            </p:nvSpPr>
            <p:spPr>
              <a:xfrm>
                <a:off x="318874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h3084"/>
              <p:cNvSpPr/>
              <p:nvPr/>
            </p:nvSpPr>
            <p:spPr>
              <a:xfrm>
                <a:off x="319800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h3085"/>
              <p:cNvSpPr/>
              <p:nvPr/>
            </p:nvSpPr>
            <p:spPr>
              <a:xfrm>
                <a:off x="320727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h3086"/>
              <p:cNvSpPr/>
              <p:nvPr/>
            </p:nvSpPr>
            <p:spPr>
              <a:xfrm>
                <a:off x="321653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h3087"/>
              <p:cNvSpPr/>
              <p:nvPr/>
            </p:nvSpPr>
            <p:spPr>
              <a:xfrm>
                <a:off x="322579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h3088"/>
              <p:cNvSpPr/>
              <p:nvPr/>
            </p:nvSpPr>
            <p:spPr>
              <a:xfrm>
                <a:off x="323505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h3089"/>
              <p:cNvSpPr/>
              <p:nvPr/>
            </p:nvSpPr>
            <p:spPr>
              <a:xfrm>
                <a:off x="324431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h3090"/>
              <p:cNvSpPr/>
              <p:nvPr/>
            </p:nvSpPr>
            <p:spPr>
              <a:xfrm>
                <a:off x="3253581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h3091"/>
              <p:cNvSpPr/>
              <p:nvPr/>
            </p:nvSpPr>
            <p:spPr>
              <a:xfrm>
                <a:off x="3262843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h3092"/>
              <p:cNvSpPr/>
              <p:nvPr/>
            </p:nvSpPr>
            <p:spPr>
              <a:xfrm>
                <a:off x="3272105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h3093"/>
              <p:cNvSpPr/>
              <p:nvPr/>
            </p:nvSpPr>
            <p:spPr>
              <a:xfrm>
                <a:off x="3281368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h3094"/>
              <p:cNvSpPr/>
              <p:nvPr/>
            </p:nvSpPr>
            <p:spPr>
              <a:xfrm>
                <a:off x="3290630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h3095"/>
              <p:cNvSpPr/>
              <p:nvPr/>
            </p:nvSpPr>
            <p:spPr>
              <a:xfrm>
                <a:off x="3299892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h3096"/>
              <p:cNvSpPr/>
              <p:nvPr/>
            </p:nvSpPr>
            <p:spPr>
              <a:xfrm>
                <a:off x="3309154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h3097"/>
              <p:cNvSpPr/>
              <p:nvPr/>
            </p:nvSpPr>
            <p:spPr>
              <a:xfrm>
                <a:off x="3318417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h3098"/>
              <p:cNvSpPr/>
              <p:nvPr/>
            </p:nvSpPr>
            <p:spPr>
              <a:xfrm>
                <a:off x="3327679" y="21538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h3099"/>
              <p:cNvSpPr/>
              <p:nvPr/>
            </p:nvSpPr>
            <p:spPr>
              <a:xfrm>
                <a:off x="3336941" y="2171071"/>
                <a:ext cx="9209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907" y="897161"/>
                    </a:lnTo>
                    <a:lnTo>
                      <a:pt x="919559" y="903358"/>
                    </a:lnTo>
                    <a:lnTo>
                      <a:pt x="917084" y="913212"/>
                    </a:lnTo>
                    <a:lnTo>
                      <a:pt x="916765" y="914400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h3100"/>
              <p:cNvSpPr/>
              <p:nvPr/>
            </p:nvSpPr>
            <p:spPr>
              <a:xfrm>
                <a:off x="2345883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199" y="931638"/>
                    </a:lnTo>
                    <a:lnTo>
                      <a:pt x="909400" y="925137"/>
                    </a:lnTo>
                    <a:lnTo>
                      <a:pt x="905731" y="915540"/>
                    </a:lnTo>
                    <a:lnTo>
                      <a:pt x="905345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h3101"/>
              <p:cNvSpPr/>
              <p:nvPr/>
            </p:nvSpPr>
            <p:spPr>
              <a:xfrm>
                <a:off x="23458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h3102"/>
              <p:cNvSpPr/>
              <p:nvPr/>
            </p:nvSpPr>
            <p:spPr>
              <a:xfrm>
                <a:off x="235514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h3103"/>
              <p:cNvSpPr/>
              <p:nvPr/>
            </p:nvSpPr>
            <p:spPr>
              <a:xfrm>
                <a:off x="23644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h3104"/>
              <p:cNvSpPr/>
              <p:nvPr/>
            </p:nvSpPr>
            <p:spPr>
              <a:xfrm>
                <a:off x="23736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h3105"/>
              <p:cNvSpPr/>
              <p:nvPr/>
            </p:nvSpPr>
            <p:spPr>
              <a:xfrm>
                <a:off x="23829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h3106"/>
              <p:cNvSpPr/>
              <p:nvPr/>
            </p:nvSpPr>
            <p:spPr>
              <a:xfrm>
                <a:off x="239219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h3107"/>
              <p:cNvSpPr/>
              <p:nvPr/>
            </p:nvSpPr>
            <p:spPr>
              <a:xfrm>
                <a:off x="24014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h3108"/>
              <p:cNvSpPr/>
              <p:nvPr/>
            </p:nvSpPr>
            <p:spPr>
              <a:xfrm>
                <a:off x="24107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h3109"/>
              <p:cNvSpPr/>
              <p:nvPr/>
            </p:nvSpPr>
            <p:spPr>
              <a:xfrm>
                <a:off x="24199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h3110"/>
              <p:cNvSpPr/>
              <p:nvPr/>
            </p:nvSpPr>
            <p:spPr>
              <a:xfrm>
                <a:off x="24292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h3111"/>
              <p:cNvSpPr/>
              <p:nvPr/>
            </p:nvSpPr>
            <p:spPr>
              <a:xfrm>
                <a:off x="243850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h3112"/>
              <p:cNvSpPr/>
              <p:nvPr/>
            </p:nvSpPr>
            <p:spPr>
              <a:xfrm>
                <a:off x="24477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h3113"/>
              <p:cNvSpPr/>
              <p:nvPr/>
            </p:nvSpPr>
            <p:spPr>
              <a:xfrm>
                <a:off x="24570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h3114"/>
              <p:cNvSpPr/>
              <p:nvPr/>
            </p:nvSpPr>
            <p:spPr>
              <a:xfrm>
                <a:off x="24662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h3115"/>
              <p:cNvSpPr/>
              <p:nvPr/>
            </p:nvSpPr>
            <p:spPr>
              <a:xfrm>
                <a:off x="247555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h3116"/>
              <p:cNvSpPr/>
              <p:nvPr/>
            </p:nvSpPr>
            <p:spPr>
              <a:xfrm>
                <a:off x="24848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h3117"/>
              <p:cNvSpPr/>
              <p:nvPr/>
            </p:nvSpPr>
            <p:spPr>
              <a:xfrm>
                <a:off x="24940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h3118"/>
              <p:cNvSpPr/>
              <p:nvPr/>
            </p:nvSpPr>
            <p:spPr>
              <a:xfrm>
                <a:off x="250334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h3119"/>
              <p:cNvSpPr/>
              <p:nvPr/>
            </p:nvSpPr>
            <p:spPr>
              <a:xfrm>
                <a:off x="251260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h3120"/>
              <p:cNvSpPr/>
              <p:nvPr/>
            </p:nvSpPr>
            <p:spPr>
              <a:xfrm>
                <a:off x="252186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h3121"/>
              <p:cNvSpPr/>
              <p:nvPr/>
            </p:nvSpPr>
            <p:spPr>
              <a:xfrm>
                <a:off x="253112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h3122"/>
              <p:cNvSpPr/>
              <p:nvPr/>
            </p:nvSpPr>
            <p:spPr>
              <a:xfrm>
                <a:off x="254039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h3123"/>
              <p:cNvSpPr/>
              <p:nvPr/>
            </p:nvSpPr>
            <p:spPr>
              <a:xfrm>
                <a:off x="254965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h3124"/>
              <p:cNvSpPr/>
              <p:nvPr/>
            </p:nvSpPr>
            <p:spPr>
              <a:xfrm>
                <a:off x="255891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h3125"/>
              <p:cNvSpPr/>
              <p:nvPr/>
            </p:nvSpPr>
            <p:spPr>
              <a:xfrm>
                <a:off x="256817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h3126"/>
              <p:cNvSpPr/>
              <p:nvPr/>
            </p:nvSpPr>
            <p:spPr>
              <a:xfrm>
                <a:off x="257743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h3127"/>
              <p:cNvSpPr/>
              <p:nvPr/>
            </p:nvSpPr>
            <p:spPr>
              <a:xfrm>
                <a:off x="258670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h3128"/>
              <p:cNvSpPr/>
              <p:nvPr/>
            </p:nvSpPr>
            <p:spPr>
              <a:xfrm>
                <a:off x="259596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h3129"/>
              <p:cNvSpPr/>
              <p:nvPr/>
            </p:nvSpPr>
            <p:spPr>
              <a:xfrm>
                <a:off x="260522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h3130"/>
              <p:cNvSpPr/>
              <p:nvPr/>
            </p:nvSpPr>
            <p:spPr>
              <a:xfrm>
                <a:off x="261448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h3131"/>
              <p:cNvSpPr/>
              <p:nvPr/>
            </p:nvSpPr>
            <p:spPr>
              <a:xfrm>
                <a:off x="262375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h3132"/>
              <p:cNvSpPr/>
              <p:nvPr/>
            </p:nvSpPr>
            <p:spPr>
              <a:xfrm>
                <a:off x="263301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h3133"/>
              <p:cNvSpPr/>
              <p:nvPr/>
            </p:nvSpPr>
            <p:spPr>
              <a:xfrm>
                <a:off x="264227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h3134"/>
              <p:cNvSpPr/>
              <p:nvPr/>
            </p:nvSpPr>
            <p:spPr>
              <a:xfrm>
                <a:off x="265153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h3135"/>
              <p:cNvSpPr/>
              <p:nvPr/>
            </p:nvSpPr>
            <p:spPr>
              <a:xfrm>
                <a:off x="2660799" y="2153833"/>
                <a:ext cx="9214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132" y="897161"/>
                    </a:lnTo>
                    <a:lnTo>
                      <a:pt x="919112" y="904408"/>
                    </a:lnTo>
                    <a:lnTo>
                      <a:pt x="921493" y="91440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h3136"/>
              <p:cNvSpPr/>
              <p:nvPr/>
            </p:nvSpPr>
            <p:spPr>
              <a:xfrm>
                <a:off x="3086861" y="21365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67" y="931638"/>
                    </a:lnTo>
                    <a:lnTo>
                      <a:pt x="908367" y="928126"/>
                    </a:lnTo>
                    <a:lnTo>
                      <a:pt x="908557" y="927646"/>
                    </a:lnTo>
                    <a:lnTo>
                      <a:pt x="908750" y="927159"/>
                    </a:lnTo>
                    <a:lnTo>
                      <a:pt x="908942" y="926672"/>
                    </a:lnTo>
                    <a:lnTo>
                      <a:pt x="909135" y="926185"/>
                    </a:lnTo>
                    <a:lnTo>
                      <a:pt x="909328" y="925699"/>
                    </a:lnTo>
                    <a:lnTo>
                      <a:pt x="909520" y="925212"/>
                    </a:lnTo>
                    <a:lnTo>
                      <a:pt x="909713" y="924725"/>
                    </a:lnTo>
                    <a:lnTo>
                      <a:pt x="909906" y="924239"/>
                    </a:lnTo>
                    <a:lnTo>
                      <a:pt x="910098" y="923752"/>
                    </a:lnTo>
                    <a:lnTo>
                      <a:pt x="910291" y="923265"/>
                    </a:lnTo>
                    <a:lnTo>
                      <a:pt x="910484" y="922778"/>
                    </a:lnTo>
                    <a:lnTo>
                      <a:pt x="910676" y="922292"/>
                    </a:lnTo>
                    <a:lnTo>
                      <a:pt x="910869" y="921805"/>
                    </a:lnTo>
                    <a:lnTo>
                      <a:pt x="911062" y="921318"/>
                    </a:lnTo>
                    <a:lnTo>
                      <a:pt x="911255" y="920832"/>
                    </a:lnTo>
                    <a:lnTo>
                      <a:pt x="911448" y="920345"/>
                    </a:lnTo>
                    <a:lnTo>
                      <a:pt x="911640" y="919858"/>
                    </a:lnTo>
                    <a:lnTo>
                      <a:pt x="911833" y="919372"/>
                    </a:lnTo>
                    <a:lnTo>
                      <a:pt x="912026" y="918885"/>
                    </a:lnTo>
                    <a:lnTo>
                      <a:pt x="912219" y="918398"/>
                    </a:lnTo>
                    <a:lnTo>
                      <a:pt x="912412" y="917912"/>
                    </a:lnTo>
                    <a:lnTo>
                      <a:pt x="912605" y="917425"/>
                    </a:lnTo>
                    <a:lnTo>
                      <a:pt x="912797" y="916938"/>
                    </a:lnTo>
                    <a:lnTo>
                      <a:pt x="912990" y="916452"/>
                    </a:lnTo>
                    <a:lnTo>
                      <a:pt x="913183" y="915965"/>
                    </a:lnTo>
                    <a:lnTo>
                      <a:pt x="913376" y="915478"/>
                    </a:lnTo>
                    <a:lnTo>
                      <a:pt x="913569" y="914992"/>
                    </a:lnTo>
                    <a:lnTo>
                      <a:pt x="913804" y="9144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h3137"/>
              <p:cNvSpPr/>
              <p:nvPr/>
            </p:nvSpPr>
            <p:spPr>
              <a:xfrm>
                <a:off x="308686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h3138"/>
              <p:cNvSpPr/>
              <p:nvPr/>
            </p:nvSpPr>
            <p:spPr>
              <a:xfrm>
                <a:off x="309612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h3139"/>
              <p:cNvSpPr/>
              <p:nvPr/>
            </p:nvSpPr>
            <p:spPr>
              <a:xfrm>
                <a:off x="3105386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h3140"/>
              <p:cNvSpPr/>
              <p:nvPr/>
            </p:nvSpPr>
            <p:spPr>
              <a:xfrm>
                <a:off x="311464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h3141"/>
              <p:cNvSpPr/>
              <p:nvPr/>
            </p:nvSpPr>
            <p:spPr>
              <a:xfrm>
                <a:off x="312391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h3142"/>
              <p:cNvSpPr/>
              <p:nvPr/>
            </p:nvSpPr>
            <p:spPr>
              <a:xfrm>
                <a:off x="313317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h3143"/>
              <p:cNvSpPr/>
              <p:nvPr/>
            </p:nvSpPr>
            <p:spPr>
              <a:xfrm>
                <a:off x="314243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h3144"/>
              <p:cNvSpPr/>
              <p:nvPr/>
            </p:nvSpPr>
            <p:spPr>
              <a:xfrm>
                <a:off x="315169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h3145"/>
              <p:cNvSpPr/>
              <p:nvPr/>
            </p:nvSpPr>
            <p:spPr>
              <a:xfrm>
                <a:off x="316095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h3146"/>
              <p:cNvSpPr/>
              <p:nvPr/>
            </p:nvSpPr>
            <p:spPr>
              <a:xfrm>
                <a:off x="317022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h3147"/>
              <p:cNvSpPr/>
              <p:nvPr/>
            </p:nvSpPr>
            <p:spPr>
              <a:xfrm>
                <a:off x="317948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h3148"/>
              <p:cNvSpPr/>
              <p:nvPr/>
            </p:nvSpPr>
            <p:spPr>
              <a:xfrm>
                <a:off x="318874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h3149"/>
              <p:cNvSpPr/>
              <p:nvPr/>
            </p:nvSpPr>
            <p:spPr>
              <a:xfrm>
                <a:off x="319800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h3150"/>
              <p:cNvSpPr/>
              <p:nvPr/>
            </p:nvSpPr>
            <p:spPr>
              <a:xfrm>
                <a:off x="320727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h3151"/>
              <p:cNvSpPr/>
              <p:nvPr/>
            </p:nvSpPr>
            <p:spPr>
              <a:xfrm>
                <a:off x="321653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h3152"/>
              <p:cNvSpPr/>
              <p:nvPr/>
            </p:nvSpPr>
            <p:spPr>
              <a:xfrm>
                <a:off x="322579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h3153"/>
              <p:cNvSpPr/>
              <p:nvPr/>
            </p:nvSpPr>
            <p:spPr>
              <a:xfrm>
                <a:off x="323505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h3154"/>
              <p:cNvSpPr/>
              <p:nvPr/>
            </p:nvSpPr>
            <p:spPr>
              <a:xfrm>
                <a:off x="324431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h3155"/>
              <p:cNvSpPr/>
              <p:nvPr/>
            </p:nvSpPr>
            <p:spPr>
              <a:xfrm>
                <a:off x="3253581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h3156"/>
              <p:cNvSpPr/>
              <p:nvPr/>
            </p:nvSpPr>
            <p:spPr>
              <a:xfrm>
                <a:off x="3262843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h3157"/>
              <p:cNvSpPr/>
              <p:nvPr/>
            </p:nvSpPr>
            <p:spPr>
              <a:xfrm>
                <a:off x="3272105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h3158"/>
              <p:cNvSpPr/>
              <p:nvPr/>
            </p:nvSpPr>
            <p:spPr>
              <a:xfrm>
                <a:off x="3281368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h3159"/>
              <p:cNvSpPr/>
              <p:nvPr/>
            </p:nvSpPr>
            <p:spPr>
              <a:xfrm>
                <a:off x="3290630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h3160"/>
              <p:cNvSpPr/>
              <p:nvPr/>
            </p:nvSpPr>
            <p:spPr>
              <a:xfrm>
                <a:off x="3299892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h3161"/>
              <p:cNvSpPr/>
              <p:nvPr/>
            </p:nvSpPr>
            <p:spPr>
              <a:xfrm>
                <a:off x="3309154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h3162"/>
              <p:cNvSpPr/>
              <p:nvPr/>
            </p:nvSpPr>
            <p:spPr>
              <a:xfrm>
                <a:off x="3318417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h3163"/>
              <p:cNvSpPr/>
              <p:nvPr/>
            </p:nvSpPr>
            <p:spPr>
              <a:xfrm>
                <a:off x="3327679" y="21365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h3164"/>
              <p:cNvSpPr/>
              <p:nvPr/>
            </p:nvSpPr>
            <p:spPr>
              <a:xfrm>
                <a:off x="3336941" y="21538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58" y="900230"/>
                    </a:lnTo>
                    <a:lnTo>
                      <a:pt x="921753" y="910513"/>
                    </a:lnTo>
                    <a:lnTo>
                      <a:pt x="920907" y="914400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h3165"/>
              <p:cNvSpPr/>
              <p:nvPr/>
            </p:nvSpPr>
            <p:spPr>
              <a:xfrm>
                <a:off x="3346203" y="2136594"/>
                <a:ext cx="914869" cy="917447"/>
              </a:xfrm>
              <a:custGeom>
                <a:avLst/>
                <a:gdLst/>
                <a:ahLst/>
                <a:cxnLst/>
                <a:rect l="0" t="0" r="0" b="0"/>
                <a:pathLst>
                  <a:path w="914869" h="917447">
                    <a:moveTo>
                      <a:pt x="914400" y="914400"/>
                    </a:moveTo>
                    <a:lnTo>
                      <a:pt x="914869" y="914400"/>
                    </a:lnTo>
                    <a:lnTo>
                      <a:pt x="914400" y="917447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h3166"/>
              <p:cNvSpPr/>
              <p:nvPr/>
            </p:nvSpPr>
            <p:spPr>
              <a:xfrm>
                <a:off x="2336621" y="2119356"/>
                <a:ext cx="914400" cy="9310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3">
                    <a:moveTo>
                      <a:pt x="914400" y="914400"/>
                    </a:moveTo>
                    <a:lnTo>
                      <a:pt x="914400" y="931023"/>
                    </a:lnTo>
                    <a:lnTo>
                      <a:pt x="911623" y="922808"/>
                    </a:lnTo>
                    <a:lnTo>
                      <a:pt x="911493" y="922374"/>
                    </a:lnTo>
                    <a:lnTo>
                      <a:pt x="908119" y="918196"/>
                    </a:lnTo>
                    <a:lnTo>
                      <a:pt x="905377" y="914400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h3167"/>
              <p:cNvSpPr/>
              <p:nvPr/>
            </p:nvSpPr>
            <p:spPr>
              <a:xfrm>
                <a:off x="23366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07" y="931638"/>
                    </a:lnTo>
                    <a:lnTo>
                      <a:pt x="914400" y="931023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h3168"/>
              <p:cNvSpPr/>
              <p:nvPr/>
            </p:nvSpPr>
            <p:spPr>
              <a:xfrm>
                <a:off x="23458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h3169"/>
              <p:cNvSpPr/>
              <p:nvPr/>
            </p:nvSpPr>
            <p:spPr>
              <a:xfrm>
                <a:off x="235514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h3170"/>
              <p:cNvSpPr/>
              <p:nvPr/>
            </p:nvSpPr>
            <p:spPr>
              <a:xfrm>
                <a:off x="23644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h3171"/>
              <p:cNvSpPr/>
              <p:nvPr/>
            </p:nvSpPr>
            <p:spPr>
              <a:xfrm>
                <a:off x="23736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h3172"/>
              <p:cNvSpPr/>
              <p:nvPr/>
            </p:nvSpPr>
            <p:spPr>
              <a:xfrm>
                <a:off x="23829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h3173"/>
              <p:cNvSpPr/>
              <p:nvPr/>
            </p:nvSpPr>
            <p:spPr>
              <a:xfrm>
                <a:off x="239219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h3174"/>
              <p:cNvSpPr/>
              <p:nvPr/>
            </p:nvSpPr>
            <p:spPr>
              <a:xfrm>
                <a:off x="24014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h3175"/>
              <p:cNvSpPr/>
              <p:nvPr/>
            </p:nvSpPr>
            <p:spPr>
              <a:xfrm>
                <a:off x="24107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h3176"/>
              <p:cNvSpPr/>
              <p:nvPr/>
            </p:nvSpPr>
            <p:spPr>
              <a:xfrm>
                <a:off x="24199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h3177"/>
              <p:cNvSpPr/>
              <p:nvPr/>
            </p:nvSpPr>
            <p:spPr>
              <a:xfrm>
                <a:off x="24292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h3178"/>
              <p:cNvSpPr/>
              <p:nvPr/>
            </p:nvSpPr>
            <p:spPr>
              <a:xfrm>
                <a:off x="243850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h3179"/>
              <p:cNvSpPr/>
              <p:nvPr/>
            </p:nvSpPr>
            <p:spPr>
              <a:xfrm>
                <a:off x="24477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h3180"/>
              <p:cNvSpPr/>
              <p:nvPr/>
            </p:nvSpPr>
            <p:spPr>
              <a:xfrm>
                <a:off x="24570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h3181"/>
              <p:cNvSpPr/>
              <p:nvPr/>
            </p:nvSpPr>
            <p:spPr>
              <a:xfrm>
                <a:off x="24662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h3182"/>
              <p:cNvSpPr/>
              <p:nvPr/>
            </p:nvSpPr>
            <p:spPr>
              <a:xfrm>
                <a:off x="247555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h3183"/>
              <p:cNvSpPr/>
              <p:nvPr/>
            </p:nvSpPr>
            <p:spPr>
              <a:xfrm>
                <a:off x="24848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h3184"/>
              <p:cNvSpPr/>
              <p:nvPr/>
            </p:nvSpPr>
            <p:spPr>
              <a:xfrm>
                <a:off x="24940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h3185"/>
              <p:cNvSpPr/>
              <p:nvPr/>
            </p:nvSpPr>
            <p:spPr>
              <a:xfrm>
                <a:off x="25033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h3186"/>
              <p:cNvSpPr/>
              <p:nvPr/>
            </p:nvSpPr>
            <p:spPr>
              <a:xfrm>
                <a:off x="251260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h3187"/>
              <p:cNvSpPr/>
              <p:nvPr/>
            </p:nvSpPr>
            <p:spPr>
              <a:xfrm>
                <a:off x="252186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h3188"/>
              <p:cNvSpPr/>
              <p:nvPr/>
            </p:nvSpPr>
            <p:spPr>
              <a:xfrm>
                <a:off x="253112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h3189"/>
              <p:cNvSpPr/>
              <p:nvPr/>
            </p:nvSpPr>
            <p:spPr>
              <a:xfrm>
                <a:off x="254039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h3190"/>
              <p:cNvSpPr/>
              <p:nvPr/>
            </p:nvSpPr>
            <p:spPr>
              <a:xfrm>
                <a:off x="254965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h3191"/>
              <p:cNvSpPr/>
              <p:nvPr/>
            </p:nvSpPr>
            <p:spPr>
              <a:xfrm>
                <a:off x="255891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h3192"/>
              <p:cNvSpPr/>
              <p:nvPr/>
            </p:nvSpPr>
            <p:spPr>
              <a:xfrm>
                <a:off x="256817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h3193"/>
              <p:cNvSpPr/>
              <p:nvPr/>
            </p:nvSpPr>
            <p:spPr>
              <a:xfrm>
                <a:off x="257743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h3194"/>
              <p:cNvSpPr/>
              <p:nvPr/>
            </p:nvSpPr>
            <p:spPr>
              <a:xfrm>
                <a:off x="258670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h3195"/>
              <p:cNvSpPr/>
              <p:nvPr/>
            </p:nvSpPr>
            <p:spPr>
              <a:xfrm>
                <a:off x="259596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h3196"/>
              <p:cNvSpPr/>
              <p:nvPr/>
            </p:nvSpPr>
            <p:spPr>
              <a:xfrm>
                <a:off x="260522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h3197"/>
              <p:cNvSpPr/>
              <p:nvPr/>
            </p:nvSpPr>
            <p:spPr>
              <a:xfrm>
                <a:off x="261448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h3198"/>
              <p:cNvSpPr/>
              <p:nvPr/>
            </p:nvSpPr>
            <p:spPr>
              <a:xfrm>
                <a:off x="262375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h3199"/>
              <p:cNvSpPr/>
              <p:nvPr/>
            </p:nvSpPr>
            <p:spPr>
              <a:xfrm>
                <a:off x="263301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h3200"/>
              <p:cNvSpPr/>
              <p:nvPr/>
            </p:nvSpPr>
            <p:spPr>
              <a:xfrm>
                <a:off x="264227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h3201"/>
              <p:cNvSpPr/>
              <p:nvPr/>
            </p:nvSpPr>
            <p:spPr>
              <a:xfrm>
                <a:off x="2660799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1676" y="897161"/>
                    </a:lnTo>
                    <a:lnTo>
                      <a:pt x="913521" y="902450"/>
                    </a:lnTo>
                    <a:lnTo>
                      <a:pt x="914400" y="905284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h3202"/>
              <p:cNvSpPr/>
              <p:nvPr/>
            </p:nvSpPr>
            <p:spPr>
              <a:xfrm>
                <a:off x="2660799" y="2136594"/>
                <a:ext cx="9171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2" h="914400">
                    <a:moveTo>
                      <a:pt x="914400" y="914400"/>
                    </a:moveTo>
                    <a:lnTo>
                      <a:pt x="914400" y="905284"/>
                    </a:lnTo>
                    <a:lnTo>
                      <a:pt x="916453" y="911910"/>
                    </a:lnTo>
                    <a:lnTo>
                      <a:pt x="917132" y="914400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h3203"/>
              <p:cNvSpPr/>
              <p:nvPr/>
            </p:nvSpPr>
            <p:spPr>
              <a:xfrm>
                <a:off x="3086861" y="21365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04" y="914400"/>
                    </a:lnTo>
                    <a:lnTo>
                      <a:pt x="913955" y="914018"/>
                    </a:lnTo>
                    <a:lnTo>
                      <a:pt x="914148" y="913532"/>
                    </a:lnTo>
                    <a:lnTo>
                      <a:pt x="914341" y="913045"/>
                    </a:lnTo>
                    <a:lnTo>
                      <a:pt x="914400" y="91289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h3204"/>
              <p:cNvSpPr/>
              <p:nvPr/>
            </p:nvSpPr>
            <p:spPr>
              <a:xfrm>
                <a:off x="3096123" y="21193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136"/>
                    </a:lnTo>
                    <a:lnTo>
                      <a:pt x="905272" y="929797"/>
                    </a:lnTo>
                    <a:lnTo>
                      <a:pt x="905465" y="929310"/>
                    </a:lnTo>
                    <a:lnTo>
                      <a:pt x="905658" y="928823"/>
                    </a:lnTo>
                    <a:lnTo>
                      <a:pt x="905851" y="928337"/>
                    </a:lnTo>
                    <a:lnTo>
                      <a:pt x="906044" y="927850"/>
                    </a:lnTo>
                    <a:lnTo>
                      <a:pt x="906237" y="927364"/>
                    </a:lnTo>
                    <a:lnTo>
                      <a:pt x="906430" y="926877"/>
                    </a:lnTo>
                    <a:lnTo>
                      <a:pt x="906623" y="926390"/>
                    </a:lnTo>
                    <a:lnTo>
                      <a:pt x="906817" y="925904"/>
                    </a:lnTo>
                    <a:lnTo>
                      <a:pt x="907010" y="925417"/>
                    </a:lnTo>
                    <a:lnTo>
                      <a:pt x="907203" y="924930"/>
                    </a:lnTo>
                    <a:lnTo>
                      <a:pt x="907396" y="924444"/>
                    </a:lnTo>
                    <a:lnTo>
                      <a:pt x="907589" y="923957"/>
                    </a:lnTo>
                    <a:lnTo>
                      <a:pt x="907782" y="923471"/>
                    </a:lnTo>
                    <a:lnTo>
                      <a:pt x="907976" y="922984"/>
                    </a:lnTo>
                    <a:lnTo>
                      <a:pt x="908169" y="922497"/>
                    </a:lnTo>
                    <a:lnTo>
                      <a:pt x="908362" y="922011"/>
                    </a:lnTo>
                    <a:lnTo>
                      <a:pt x="908555" y="921524"/>
                    </a:lnTo>
                    <a:lnTo>
                      <a:pt x="908749" y="921038"/>
                    </a:lnTo>
                    <a:lnTo>
                      <a:pt x="908942" y="920551"/>
                    </a:lnTo>
                    <a:lnTo>
                      <a:pt x="909135" y="920064"/>
                    </a:lnTo>
                    <a:lnTo>
                      <a:pt x="909329" y="919578"/>
                    </a:lnTo>
                    <a:lnTo>
                      <a:pt x="909522" y="919091"/>
                    </a:lnTo>
                    <a:lnTo>
                      <a:pt x="909715" y="918605"/>
                    </a:lnTo>
                    <a:lnTo>
                      <a:pt x="909909" y="918118"/>
                    </a:lnTo>
                    <a:lnTo>
                      <a:pt x="910102" y="917631"/>
                    </a:lnTo>
                    <a:lnTo>
                      <a:pt x="910295" y="917145"/>
                    </a:lnTo>
                    <a:lnTo>
                      <a:pt x="910489" y="916658"/>
                    </a:lnTo>
                    <a:lnTo>
                      <a:pt x="910682" y="916172"/>
                    </a:lnTo>
                    <a:lnTo>
                      <a:pt x="910876" y="915685"/>
                    </a:lnTo>
                    <a:lnTo>
                      <a:pt x="911069" y="915199"/>
                    </a:lnTo>
                    <a:lnTo>
                      <a:pt x="911263" y="914712"/>
                    </a:lnTo>
                    <a:lnTo>
                      <a:pt x="911387" y="914400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h3205"/>
              <p:cNvSpPr/>
              <p:nvPr/>
            </p:nvSpPr>
            <p:spPr>
              <a:xfrm>
                <a:off x="309612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h3206"/>
              <p:cNvSpPr/>
              <p:nvPr/>
            </p:nvSpPr>
            <p:spPr>
              <a:xfrm>
                <a:off x="3105386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h3207"/>
              <p:cNvSpPr/>
              <p:nvPr/>
            </p:nvSpPr>
            <p:spPr>
              <a:xfrm>
                <a:off x="311464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h3208"/>
              <p:cNvSpPr/>
              <p:nvPr/>
            </p:nvSpPr>
            <p:spPr>
              <a:xfrm>
                <a:off x="312391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h3209"/>
              <p:cNvSpPr/>
              <p:nvPr/>
            </p:nvSpPr>
            <p:spPr>
              <a:xfrm>
                <a:off x="313317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h3210"/>
              <p:cNvSpPr/>
              <p:nvPr/>
            </p:nvSpPr>
            <p:spPr>
              <a:xfrm>
                <a:off x="314243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4">
                  <a:alpha val="100000"/>
                </a:srgbClr>
              </a:solidFill>
              <a:ln w="5420" cap="flat">
                <a:solidFill>
                  <a:srgbClr val="FEA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h3211"/>
              <p:cNvSpPr/>
              <p:nvPr/>
            </p:nvSpPr>
            <p:spPr>
              <a:xfrm>
                <a:off x="315169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h3212"/>
              <p:cNvSpPr/>
              <p:nvPr/>
            </p:nvSpPr>
            <p:spPr>
              <a:xfrm>
                <a:off x="316095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h3213"/>
              <p:cNvSpPr/>
              <p:nvPr/>
            </p:nvSpPr>
            <p:spPr>
              <a:xfrm>
                <a:off x="317022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h3214"/>
              <p:cNvSpPr/>
              <p:nvPr/>
            </p:nvSpPr>
            <p:spPr>
              <a:xfrm>
                <a:off x="317948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h3215"/>
              <p:cNvSpPr/>
              <p:nvPr/>
            </p:nvSpPr>
            <p:spPr>
              <a:xfrm>
                <a:off x="318874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h3216"/>
              <p:cNvSpPr/>
              <p:nvPr/>
            </p:nvSpPr>
            <p:spPr>
              <a:xfrm>
                <a:off x="319800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h3217"/>
              <p:cNvSpPr/>
              <p:nvPr/>
            </p:nvSpPr>
            <p:spPr>
              <a:xfrm>
                <a:off x="320727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h3218"/>
              <p:cNvSpPr/>
              <p:nvPr/>
            </p:nvSpPr>
            <p:spPr>
              <a:xfrm>
                <a:off x="321653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h3219"/>
              <p:cNvSpPr/>
              <p:nvPr/>
            </p:nvSpPr>
            <p:spPr>
              <a:xfrm>
                <a:off x="322579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h3220"/>
              <p:cNvSpPr/>
              <p:nvPr/>
            </p:nvSpPr>
            <p:spPr>
              <a:xfrm>
                <a:off x="323505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h3221"/>
              <p:cNvSpPr/>
              <p:nvPr/>
            </p:nvSpPr>
            <p:spPr>
              <a:xfrm>
                <a:off x="324431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h3222"/>
              <p:cNvSpPr/>
              <p:nvPr/>
            </p:nvSpPr>
            <p:spPr>
              <a:xfrm>
                <a:off x="325358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h3223"/>
              <p:cNvSpPr/>
              <p:nvPr/>
            </p:nvSpPr>
            <p:spPr>
              <a:xfrm>
                <a:off x="3262843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h3224"/>
              <p:cNvSpPr/>
              <p:nvPr/>
            </p:nvSpPr>
            <p:spPr>
              <a:xfrm>
                <a:off x="3272105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h3225"/>
              <p:cNvSpPr/>
              <p:nvPr/>
            </p:nvSpPr>
            <p:spPr>
              <a:xfrm>
                <a:off x="3281368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h3226"/>
              <p:cNvSpPr/>
              <p:nvPr/>
            </p:nvSpPr>
            <p:spPr>
              <a:xfrm>
                <a:off x="3290630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h3227"/>
              <p:cNvSpPr/>
              <p:nvPr/>
            </p:nvSpPr>
            <p:spPr>
              <a:xfrm>
                <a:off x="3299892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h3228"/>
              <p:cNvSpPr/>
              <p:nvPr/>
            </p:nvSpPr>
            <p:spPr>
              <a:xfrm>
                <a:off x="3309154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h3229"/>
              <p:cNvSpPr/>
              <p:nvPr/>
            </p:nvSpPr>
            <p:spPr>
              <a:xfrm>
                <a:off x="3318417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h3230"/>
              <p:cNvSpPr/>
              <p:nvPr/>
            </p:nvSpPr>
            <p:spPr>
              <a:xfrm>
                <a:off x="3327679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h3231"/>
              <p:cNvSpPr/>
              <p:nvPr/>
            </p:nvSpPr>
            <p:spPr>
              <a:xfrm>
                <a:off x="3336941" y="21193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h3232"/>
              <p:cNvSpPr/>
              <p:nvPr/>
            </p:nvSpPr>
            <p:spPr>
              <a:xfrm>
                <a:off x="3346203" y="2136594"/>
                <a:ext cx="917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3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231" y="897161"/>
                    </a:lnTo>
                    <a:lnTo>
                      <a:pt x="916009" y="907012"/>
                    </a:lnTo>
                    <a:lnTo>
                      <a:pt x="914869" y="914400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h3233"/>
              <p:cNvSpPr/>
              <p:nvPr/>
            </p:nvSpPr>
            <p:spPr>
              <a:xfrm>
                <a:off x="2318097" y="2102118"/>
                <a:ext cx="914400" cy="91676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761">
                    <a:moveTo>
                      <a:pt x="914400" y="914400"/>
                    </a:moveTo>
                    <a:lnTo>
                      <a:pt x="914400" y="916761"/>
                    </a:lnTo>
                    <a:lnTo>
                      <a:pt x="913213" y="914727"/>
                    </a:lnTo>
                    <a:lnTo>
                      <a:pt x="913040" y="914400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h3234"/>
              <p:cNvSpPr/>
              <p:nvPr/>
            </p:nvSpPr>
            <p:spPr>
              <a:xfrm>
                <a:off x="2318097" y="2102118"/>
                <a:ext cx="923662" cy="93130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30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307"/>
                    </a:lnTo>
                    <a:lnTo>
                      <a:pt x="921975" y="928971"/>
                    </a:lnTo>
                    <a:lnTo>
                      <a:pt x="917493" y="922063"/>
                    </a:lnTo>
                    <a:lnTo>
                      <a:pt x="914400" y="916761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h3235"/>
              <p:cNvSpPr/>
              <p:nvPr/>
            </p:nvSpPr>
            <p:spPr>
              <a:xfrm>
                <a:off x="23273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639" y="931638"/>
                    </a:lnTo>
                    <a:lnTo>
                      <a:pt x="914400" y="931307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h3236"/>
              <p:cNvSpPr/>
              <p:nvPr/>
            </p:nvSpPr>
            <p:spPr>
              <a:xfrm>
                <a:off x="23366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h3237"/>
              <p:cNvSpPr/>
              <p:nvPr/>
            </p:nvSpPr>
            <p:spPr>
              <a:xfrm>
                <a:off x="23458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h3238"/>
              <p:cNvSpPr/>
              <p:nvPr/>
            </p:nvSpPr>
            <p:spPr>
              <a:xfrm>
                <a:off x="235514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h3239"/>
              <p:cNvSpPr/>
              <p:nvPr/>
            </p:nvSpPr>
            <p:spPr>
              <a:xfrm>
                <a:off x="23644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h3240"/>
              <p:cNvSpPr/>
              <p:nvPr/>
            </p:nvSpPr>
            <p:spPr>
              <a:xfrm>
                <a:off x="23736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h3241"/>
              <p:cNvSpPr/>
              <p:nvPr/>
            </p:nvSpPr>
            <p:spPr>
              <a:xfrm>
                <a:off x="23829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h3242"/>
              <p:cNvSpPr/>
              <p:nvPr/>
            </p:nvSpPr>
            <p:spPr>
              <a:xfrm>
                <a:off x="239219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h3243"/>
              <p:cNvSpPr/>
              <p:nvPr/>
            </p:nvSpPr>
            <p:spPr>
              <a:xfrm>
                <a:off x="24014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h3244"/>
              <p:cNvSpPr/>
              <p:nvPr/>
            </p:nvSpPr>
            <p:spPr>
              <a:xfrm>
                <a:off x="24107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h3245"/>
              <p:cNvSpPr/>
              <p:nvPr/>
            </p:nvSpPr>
            <p:spPr>
              <a:xfrm>
                <a:off x="24199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h3246"/>
              <p:cNvSpPr/>
              <p:nvPr/>
            </p:nvSpPr>
            <p:spPr>
              <a:xfrm>
                <a:off x="24292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h3247"/>
              <p:cNvSpPr/>
              <p:nvPr/>
            </p:nvSpPr>
            <p:spPr>
              <a:xfrm>
                <a:off x="243850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h3248"/>
              <p:cNvSpPr/>
              <p:nvPr/>
            </p:nvSpPr>
            <p:spPr>
              <a:xfrm>
                <a:off x="24477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h3249"/>
              <p:cNvSpPr/>
              <p:nvPr/>
            </p:nvSpPr>
            <p:spPr>
              <a:xfrm>
                <a:off x="24570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h3250"/>
              <p:cNvSpPr/>
              <p:nvPr/>
            </p:nvSpPr>
            <p:spPr>
              <a:xfrm>
                <a:off x="24662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h3251"/>
              <p:cNvSpPr/>
              <p:nvPr/>
            </p:nvSpPr>
            <p:spPr>
              <a:xfrm>
                <a:off x="247555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h3252"/>
              <p:cNvSpPr/>
              <p:nvPr/>
            </p:nvSpPr>
            <p:spPr>
              <a:xfrm>
                <a:off x="24848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h3253"/>
              <p:cNvSpPr/>
              <p:nvPr/>
            </p:nvSpPr>
            <p:spPr>
              <a:xfrm>
                <a:off x="24940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h3254"/>
              <p:cNvSpPr/>
              <p:nvPr/>
            </p:nvSpPr>
            <p:spPr>
              <a:xfrm>
                <a:off x="25033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h3255"/>
              <p:cNvSpPr/>
              <p:nvPr/>
            </p:nvSpPr>
            <p:spPr>
              <a:xfrm>
                <a:off x="251260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h3256"/>
              <p:cNvSpPr/>
              <p:nvPr/>
            </p:nvSpPr>
            <p:spPr>
              <a:xfrm>
                <a:off x="252186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h3257"/>
              <p:cNvSpPr/>
              <p:nvPr/>
            </p:nvSpPr>
            <p:spPr>
              <a:xfrm>
                <a:off x="253112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h3258"/>
              <p:cNvSpPr/>
              <p:nvPr/>
            </p:nvSpPr>
            <p:spPr>
              <a:xfrm>
                <a:off x="254039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h3259"/>
              <p:cNvSpPr/>
              <p:nvPr/>
            </p:nvSpPr>
            <p:spPr>
              <a:xfrm>
                <a:off x="254965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h3260"/>
              <p:cNvSpPr/>
              <p:nvPr/>
            </p:nvSpPr>
            <p:spPr>
              <a:xfrm>
                <a:off x="255891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h3261"/>
              <p:cNvSpPr/>
              <p:nvPr/>
            </p:nvSpPr>
            <p:spPr>
              <a:xfrm>
                <a:off x="256817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h3262"/>
              <p:cNvSpPr/>
              <p:nvPr/>
            </p:nvSpPr>
            <p:spPr>
              <a:xfrm>
                <a:off x="257743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h3263"/>
              <p:cNvSpPr/>
              <p:nvPr/>
            </p:nvSpPr>
            <p:spPr>
              <a:xfrm>
                <a:off x="258670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h3264"/>
              <p:cNvSpPr/>
              <p:nvPr/>
            </p:nvSpPr>
            <p:spPr>
              <a:xfrm>
                <a:off x="259596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h3265"/>
              <p:cNvSpPr/>
              <p:nvPr/>
            </p:nvSpPr>
            <p:spPr>
              <a:xfrm>
                <a:off x="260522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h3266"/>
              <p:cNvSpPr/>
              <p:nvPr/>
            </p:nvSpPr>
            <p:spPr>
              <a:xfrm>
                <a:off x="261448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h3267"/>
              <p:cNvSpPr/>
              <p:nvPr/>
            </p:nvSpPr>
            <p:spPr>
              <a:xfrm>
                <a:off x="262375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h3268"/>
              <p:cNvSpPr/>
              <p:nvPr/>
            </p:nvSpPr>
            <p:spPr>
              <a:xfrm>
                <a:off x="263301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h3269"/>
              <p:cNvSpPr/>
              <p:nvPr/>
            </p:nvSpPr>
            <p:spPr>
              <a:xfrm>
                <a:off x="2651537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1" y="897161"/>
                    </a:lnTo>
                    <a:lnTo>
                      <a:pt x="914400" y="89770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h3270"/>
              <p:cNvSpPr/>
              <p:nvPr/>
            </p:nvSpPr>
            <p:spPr>
              <a:xfrm>
                <a:off x="2651537" y="2119356"/>
                <a:ext cx="92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8" h="914400">
                    <a:moveTo>
                      <a:pt x="914400" y="914400"/>
                    </a:moveTo>
                    <a:lnTo>
                      <a:pt x="914400" y="897709"/>
                    </a:lnTo>
                    <a:lnTo>
                      <a:pt x="916137" y="901695"/>
                    </a:lnTo>
                    <a:lnTo>
                      <a:pt x="919588" y="910528"/>
                    </a:lnTo>
                    <a:lnTo>
                      <a:pt x="920938" y="914400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h3271"/>
              <p:cNvSpPr/>
              <p:nvPr/>
            </p:nvSpPr>
            <p:spPr>
              <a:xfrm>
                <a:off x="3096123" y="21193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87" y="914400"/>
                    </a:lnTo>
                    <a:lnTo>
                      <a:pt x="911456" y="914225"/>
                    </a:lnTo>
                    <a:lnTo>
                      <a:pt x="914400" y="907192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h3272"/>
              <p:cNvSpPr/>
              <p:nvPr/>
            </p:nvSpPr>
            <p:spPr>
              <a:xfrm>
                <a:off x="3105386" y="21021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430"/>
                    </a:lnTo>
                    <a:lnTo>
                      <a:pt x="905552" y="923440"/>
                    </a:lnTo>
                    <a:lnTo>
                      <a:pt x="909118" y="915732"/>
                    </a:lnTo>
                    <a:lnTo>
                      <a:pt x="909798" y="914400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h3273"/>
              <p:cNvSpPr/>
              <p:nvPr/>
            </p:nvSpPr>
            <p:spPr>
              <a:xfrm>
                <a:off x="3105386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h3274"/>
              <p:cNvSpPr/>
              <p:nvPr/>
            </p:nvSpPr>
            <p:spPr>
              <a:xfrm>
                <a:off x="311464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h3275"/>
              <p:cNvSpPr/>
              <p:nvPr/>
            </p:nvSpPr>
            <p:spPr>
              <a:xfrm>
                <a:off x="312391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h3276"/>
              <p:cNvSpPr/>
              <p:nvPr/>
            </p:nvSpPr>
            <p:spPr>
              <a:xfrm>
                <a:off x="313317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h3277"/>
              <p:cNvSpPr/>
              <p:nvPr/>
            </p:nvSpPr>
            <p:spPr>
              <a:xfrm>
                <a:off x="314243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h3278"/>
              <p:cNvSpPr/>
              <p:nvPr/>
            </p:nvSpPr>
            <p:spPr>
              <a:xfrm>
                <a:off x="315169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h3279"/>
              <p:cNvSpPr/>
              <p:nvPr/>
            </p:nvSpPr>
            <p:spPr>
              <a:xfrm>
                <a:off x="316095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h3280"/>
              <p:cNvSpPr/>
              <p:nvPr/>
            </p:nvSpPr>
            <p:spPr>
              <a:xfrm>
                <a:off x="317022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h3281"/>
              <p:cNvSpPr/>
              <p:nvPr/>
            </p:nvSpPr>
            <p:spPr>
              <a:xfrm>
                <a:off x="317948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h3282"/>
              <p:cNvSpPr/>
              <p:nvPr/>
            </p:nvSpPr>
            <p:spPr>
              <a:xfrm>
                <a:off x="318874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h3283"/>
              <p:cNvSpPr/>
              <p:nvPr/>
            </p:nvSpPr>
            <p:spPr>
              <a:xfrm>
                <a:off x="319800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h3284"/>
              <p:cNvSpPr/>
              <p:nvPr/>
            </p:nvSpPr>
            <p:spPr>
              <a:xfrm>
                <a:off x="320727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h3285"/>
              <p:cNvSpPr/>
              <p:nvPr/>
            </p:nvSpPr>
            <p:spPr>
              <a:xfrm>
                <a:off x="321653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h3286"/>
              <p:cNvSpPr/>
              <p:nvPr/>
            </p:nvSpPr>
            <p:spPr>
              <a:xfrm>
                <a:off x="322579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h3287"/>
              <p:cNvSpPr/>
              <p:nvPr/>
            </p:nvSpPr>
            <p:spPr>
              <a:xfrm>
                <a:off x="323505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h3288"/>
              <p:cNvSpPr/>
              <p:nvPr/>
            </p:nvSpPr>
            <p:spPr>
              <a:xfrm>
                <a:off x="324431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h3289"/>
              <p:cNvSpPr/>
              <p:nvPr/>
            </p:nvSpPr>
            <p:spPr>
              <a:xfrm>
                <a:off x="325358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h3290"/>
              <p:cNvSpPr/>
              <p:nvPr/>
            </p:nvSpPr>
            <p:spPr>
              <a:xfrm>
                <a:off x="3262843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h3291"/>
              <p:cNvSpPr/>
              <p:nvPr/>
            </p:nvSpPr>
            <p:spPr>
              <a:xfrm>
                <a:off x="3272105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h3292"/>
              <p:cNvSpPr/>
              <p:nvPr/>
            </p:nvSpPr>
            <p:spPr>
              <a:xfrm>
                <a:off x="3281368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h3293"/>
              <p:cNvSpPr/>
              <p:nvPr/>
            </p:nvSpPr>
            <p:spPr>
              <a:xfrm>
                <a:off x="3290630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h3294"/>
              <p:cNvSpPr/>
              <p:nvPr/>
            </p:nvSpPr>
            <p:spPr>
              <a:xfrm>
                <a:off x="3299892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h3295"/>
              <p:cNvSpPr/>
              <p:nvPr/>
            </p:nvSpPr>
            <p:spPr>
              <a:xfrm>
                <a:off x="3309154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h3296"/>
              <p:cNvSpPr/>
              <p:nvPr/>
            </p:nvSpPr>
            <p:spPr>
              <a:xfrm>
                <a:off x="3318417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h3297"/>
              <p:cNvSpPr/>
              <p:nvPr/>
            </p:nvSpPr>
            <p:spPr>
              <a:xfrm>
                <a:off x="3327679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h3298"/>
              <p:cNvSpPr/>
              <p:nvPr/>
            </p:nvSpPr>
            <p:spPr>
              <a:xfrm>
                <a:off x="3336941" y="21021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h3299"/>
              <p:cNvSpPr/>
              <p:nvPr/>
            </p:nvSpPr>
            <p:spPr>
              <a:xfrm>
                <a:off x="3346203" y="2119356"/>
                <a:ext cx="9187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1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718" y="897161"/>
                    </a:lnTo>
                    <a:lnTo>
                      <a:pt x="918338" y="902938"/>
                    </a:lnTo>
                    <a:lnTo>
                      <a:pt x="917324" y="913651"/>
                    </a:lnTo>
                    <a:lnTo>
                      <a:pt x="917231" y="914400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h3300"/>
              <p:cNvSpPr/>
              <p:nvPr/>
            </p:nvSpPr>
            <p:spPr>
              <a:xfrm>
                <a:off x="2308835" y="2084879"/>
                <a:ext cx="914400" cy="9157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15">
                    <a:moveTo>
                      <a:pt x="914400" y="914400"/>
                    </a:moveTo>
                    <a:lnTo>
                      <a:pt x="914400" y="915715"/>
                    </a:lnTo>
                    <a:lnTo>
                      <a:pt x="913840" y="914400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h3301"/>
              <p:cNvSpPr/>
              <p:nvPr/>
            </p:nvSpPr>
            <p:spPr>
              <a:xfrm>
                <a:off x="230883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303" y="931638"/>
                    </a:lnTo>
                    <a:lnTo>
                      <a:pt x="918406" y="924224"/>
                    </a:lnTo>
                    <a:lnTo>
                      <a:pt x="914561" y="916095"/>
                    </a:lnTo>
                    <a:lnTo>
                      <a:pt x="914400" y="915715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h3302"/>
              <p:cNvSpPr/>
              <p:nvPr/>
            </p:nvSpPr>
            <p:spPr>
              <a:xfrm>
                <a:off x="23180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h3303"/>
              <p:cNvSpPr/>
              <p:nvPr/>
            </p:nvSpPr>
            <p:spPr>
              <a:xfrm>
                <a:off x="23273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h3304"/>
              <p:cNvSpPr/>
              <p:nvPr/>
            </p:nvSpPr>
            <p:spPr>
              <a:xfrm>
                <a:off x="23366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h3305"/>
              <p:cNvSpPr/>
              <p:nvPr/>
            </p:nvSpPr>
            <p:spPr>
              <a:xfrm>
                <a:off x="23458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h3306"/>
              <p:cNvSpPr/>
              <p:nvPr/>
            </p:nvSpPr>
            <p:spPr>
              <a:xfrm>
                <a:off x="235514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h3307"/>
              <p:cNvSpPr/>
              <p:nvPr/>
            </p:nvSpPr>
            <p:spPr>
              <a:xfrm>
                <a:off x="23644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h3308"/>
              <p:cNvSpPr/>
              <p:nvPr/>
            </p:nvSpPr>
            <p:spPr>
              <a:xfrm>
                <a:off x="23736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h3309"/>
              <p:cNvSpPr/>
              <p:nvPr/>
            </p:nvSpPr>
            <p:spPr>
              <a:xfrm>
                <a:off x="23829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h3310"/>
              <p:cNvSpPr/>
              <p:nvPr/>
            </p:nvSpPr>
            <p:spPr>
              <a:xfrm>
                <a:off x="239219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h3311"/>
              <p:cNvSpPr/>
              <p:nvPr/>
            </p:nvSpPr>
            <p:spPr>
              <a:xfrm>
                <a:off x="24014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h3312"/>
              <p:cNvSpPr/>
              <p:nvPr/>
            </p:nvSpPr>
            <p:spPr>
              <a:xfrm>
                <a:off x="24107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h3313"/>
              <p:cNvSpPr/>
              <p:nvPr/>
            </p:nvSpPr>
            <p:spPr>
              <a:xfrm>
                <a:off x="24199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h3314"/>
              <p:cNvSpPr/>
              <p:nvPr/>
            </p:nvSpPr>
            <p:spPr>
              <a:xfrm>
                <a:off x="24292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h3315"/>
              <p:cNvSpPr/>
              <p:nvPr/>
            </p:nvSpPr>
            <p:spPr>
              <a:xfrm>
                <a:off x="243850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h3316"/>
              <p:cNvSpPr/>
              <p:nvPr/>
            </p:nvSpPr>
            <p:spPr>
              <a:xfrm>
                <a:off x="24477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h3317"/>
              <p:cNvSpPr/>
              <p:nvPr/>
            </p:nvSpPr>
            <p:spPr>
              <a:xfrm>
                <a:off x="24570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h3318"/>
              <p:cNvSpPr/>
              <p:nvPr/>
            </p:nvSpPr>
            <p:spPr>
              <a:xfrm>
                <a:off x="24662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h3319"/>
              <p:cNvSpPr/>
              <p:nvPr/>
            </p:nvSpPr>
            <p:spPr>
              <a:xfrm>
                <a:off x="247555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h3320"/>
              <p:cNvSpPr/>
              <p:nvPr/>
            </p:nvSpPr>
            <p:spPr>
              <a:xfrm>
                <a:off x="24848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h3321"/>
              <p:cNvSpPr/>
              <p:nvPr/>
            </p:nvSpPr>
            <p:spPr>
              <a:xfrm>
                <a:off x="24940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h3322"/>
              <p:cNvSpPr/>
              <p:nvPr/>
            </p:nvSpPr>
            <p:spPr>
              <a:xfrm>
                <a:off x="25033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h3323"/>
              <p:cNvSpPr/>
              <p:nvPr/>
            </p:nvSpPr>
            <p:spPr>
              <a:xfrm>
                <a:off x="251260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h3324"/>
              <p:cNvSpPr/>
              <p:nvPr/>
            </p:nvSpPr>
            <p:spPr>
              <a:xfrm>
                <a:off x="252186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h3325"/>
              <p:cNvSpPr/>
              <p:nvPr/>
            </p:nvSpPr>
            <p:spPr>
              <a:xfrm>
                <a:off x="253112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h3326"/>
              <p:cNvSpPr/>
              <p:nvPr/>
            </p:nvSpPr>
            <p:spPr>
              <a:xfrm>
                <a:off x="254039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h3327"/>
              <p:cNvSpPr/>
              <p:nvPr/>
            </p:nvSpPr>
            <p:spPr>
              <a:xfrm>
                <a:off x="254965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h3328"/>
              <p:cNvSpPr/>
              <p:nvPr/>
            </p:nvSpPr>
            <p:spPr>
              <a:xfrm>
                <a:off x="255891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h3329"/>
              <p:cNvSpPr/>
              <p:nvPr/>
            </p:nvSpPr>
            <p:spPr>
              <a:xfrm>
                <a:off x="256817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h3330"/>
              <p:cNvSpPr/>
              <p:nvPr/>
            </p:nvSpPr>
            <p:spPr>
              <a:xfrm>
                <a:off x="257743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h3331"/>
              <p:cNvSpPr/>
              <p:nvPr/>
            </p:nvSpPr>
            <p:spPr>
              <a:xfrm>
                <a:off x="258670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h3332"/>
              <p:cNvSpPr/>
              <p:nvPr/>
            </p:nvSpPr>
            <p:spPr>
              <a:xfrm>
                <a:off x="259596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h3333"/>
              <p:cNvSpPr/>
              <p:nvPr/>
            </p:nvSpPr>
            <p:spPr>
              <a:xfrm>
                <a:off x="2605226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h3334"/>
              <p:cNvSpPr/>
              <p:nvPr/>
            </p:nvSpPr>
            <p:spPr>
              <a:xfrm>
                <a:off x="261448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h3335"/>
              <p:cNvSpPr/>
              <p:nvPr/>
            </p:nvSpPr>
            <p:spPr>
              <a:xfrm>
                <a:off x="262375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h3336"/>
              <p:cNvSpPr/>
              <p:nvPr/>
            </p:nvSpPr>
            <p:spPr>
              <a:xfrm>
                <a:off x="263301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h3337"/>
              <p:cNvSpPr/>
              <p:nvPr/>
            </p:nvSpPr>
            <p:spPr>
              <a:xfrm>
                <a:off x="2642274" y="2102118"/>
                <a:ext cx="9234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76" y="897161"/>
                    </a:lnTo>
                    <a:lnTo>
                      <a:pt x="917771" y="902345"/>
                    </a:lnTo>
                    <a:lnTo>
                      <a:pt x="921703" y="910452"/>
                    </a:lnTo>
                    <a:lnTo>
                      <a:pt x="923423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h3338"/>
              <p:cNvSpPr/>
              <p:nvPr/>
            </p:nvSpPr>
            <p:spPr>
              <a:xfrm>
                <a:off x="3105386" y="21021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98" y="914400"/>
                    </a:lnTo>
                    <a:lnTo>
                      <a:pt x="912883" y="908360"/>
                    </a:lnTo>
                    <a:lnTo>
                      <a:pt x="914400" y="9056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h3339"/>
              <p:cNvSpPr/>
              <p:nvPr/>
            </p:nvSpPr>
            <p:spPr>
              <a:xfrm>
                <a:off x="3114648" y="20848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907"/>
                    </a:lnTo>
                    <a:lnTo>
                      <a:pt x="907576" y="918580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h3340"/>
              <p:cNvSpPr/>
              <p:nvPr/>
            </p:nvSpPr>
            <p:spPr>
              <a:xfrm>
                <a:off x="311464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h3341"/>
              <p:cNvSpPr/>
              <p:nvPr/>
            </p:nvSpPr>
            <p:spPr>
              <a:xfrm>
                <a:off x="312391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h3342"/>
              <p:cNvSpPr/>
              <p:nvPr/>
            </p:nvSpPr>
            <p:spPr>
              <a:xfrm>
                <a:off x="313317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h3343"/>
              <p:cNvSpPr/>
              <p:nvPr/>
            </p:nvSpPr>
            <p:spPr>
              <a:xfrm>
                <a:off x="314243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h3344"/>
              <p:cNvSpPr/>
              <p:nvPr/>
            </p:nvSpPr>
            <p:spPr>
              <a:xfrm>
                <a:off x="315169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h3345"/>
              <p:cNvSpPr/>
              <p:nvPr/>
            </p:nvSpPr>
            <p:spPr>
              <a:xfrm>
                <a:off x="316095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h3346"/>
              <p:cNvSpPr/>
              <p:nvPr/>
            </p:nvSpPr>
            <p:spPr>
              <a:xfrm>
                <a:off x="317022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h3347"/>
              <p:cNvSpPr/>
              <p:nvPr/>
            </p:nvSpPr>
            <p:spPr>
              <a:xfrm>
                <a:off x="317948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h3348"/>
              <p:cNvSpPr/>
              <p:nvPr/>
            </p:nvSpPr>
            <p:spPr>
              <a:xfrm>
                <a:off x="318874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h3349"/>
              <p:cNvSpPr/>
              <p:nvPr/>
            </p:nvSpPr>
            <p:spPr>
              <a:xfrm>
                <a:off x="319800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h3350"/>
              <p:cNvSpPr/>
              <p:nvPr/>
            </p:nvSpPr>
            <p:spPr>
              <a:xfrm>
                <a:off x="320727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h3351"/>
              <p:cNvSpPr/>
              <p:nvPr/>
            </p:nvSpPr>
            <p:spPr>
              <a:xfrm>
                <a:off x="321653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h3352"/>
              <p:cNvSpPr/>
              <p:nvPr/>
            </p:nvSpPr>
            <p:spPr>
              <a:xfrm>
                <a:off x="322579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h3353"/>
              <p:cNvSpPr/>
              <p:nvPr/>
            </p:nvSpPr>
            <p:spPr>
              <a:xfrm>
                <a:off x="323505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h3354"/>
              <p:cNvSpPr/>
              <p:nvPr/>
            </p:nvSpPr>
            <p:spPr>
              <a:xfrm>
                <a:off x="324431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h3355"/>
              <p:cNvSpPr/>
              <p:nvPr/>
            </p:nvSpPr>
            <p:spPr>
              <a:xfrm>
                <a:off x="325358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h3356"/>
              <p:cNvSpPr/>
              <p:nvPr/>
            </p:nvSpPr>
            <p:spPr>
              <a:xfrm>
                <a:off x="3262843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h3357"/>
              <p:cNvSpPr/>
              <p:nvPr/>
            </p:nvSpPr>
            <p:spPr>
              <a:xfrm>
                <a:off x="3272105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h3358"/>
              <p:cNvSpPr/>
              <p:nvPr/>
            </p:nvSpPr>
            <p:spPr>
              <a:xfrm>
                <a:off x="3281368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h3359"/>
              <p:cNvSpPr/>
              <p:nvPr/>
            </p:nvSpPr>
            <p:spPr>
              <a:xfrm>
                <a:off x="3290630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h3360"/>
              <p:cNvSpPr/>
              <p:nvPr/>
            </p:nvSpPr>
            <p:spPr>
              <a:xfrm>
                <a:off x="3299892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h3361"/>
              <p:cNvSpPr/>
              <p:nvPr/>
            </p:nvSpPr>
            <p:spPr>
              <a:xfrm>
                <a:off x="3309154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h3362"/>
              <p:cNvSpPr/>
              <p:nvPr/>
            </p:nvSpPr>
            <p:spPr>
              <a:xfrm>
                <a:off x="3318417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h3363"/>
              <p:cNvSpPr/>
              <p:nvPr/>
            </p:nvSpPr>
            <p:spPr>
              <a:xfrm>
                <a:off x="3327679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h3364"/>
              <p:cNvSpPr/>
              <p:nvPr/>
            </p:nvSpPr>
            <p:spPr>
              <a:xfrm>
                <a:off x="3336941" y="20848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h3365"/>
              <p:cNvSpPr/>
              <p:nvPr/>
            </p:nvSpPr>
            <p:spPr>
              <a:xfrm>
                <a:off x="3346203" y="2102118"/>
                <a:ext cx="919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464" y="897161"/>
                    </a:lnTo>
                    <a:lnTo>
                      <a:pt x="919451" y="898527"/>
                    </a:lnTo>
                    <a:lnTo>
                      <a:pt x="919048" y="909379"/>
                    </a:lnTo>
                    <a:lnTo>
                      <a:pt x="918718" y="914400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h3366"/>
              <p:cNvSpPr/>
              <p:nvPr/>
            </p:nvSpPr>
            <p:spPr>
              <a:xfrm>
                <a:off x="2308835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840" y="931638"/>
                    </a:lnTo>
                    <a:lnTo>
                      <a:pt x="910950" y="924842"/>
                    </a:lnTo>
                    <a:lnTo>
                      <a:pt x="907582" y="916011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h3367"/>
              <p:cNvSpPr/>
              <p:nvPr/>
            </p:nvSpPr>
            <p:spPr>
              <a:xfrm>
                <a:off x="230883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h3368"/>
              <p:cNvSpPr/>
              <p:nvPr/>
            </p:nvSpPr>
            <p:spPr>
              <a:xfrm>
                <a:off x="23180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h3369"/>
              <p:cNvSpPr/>
              <p:nvPr/>
            </p:nvSpPr>
            <p:spPr>
              <a:xfrm>
                <a:off x="23273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h3370"/>
              <p:cNvSpPr/>
              <p:nvPr/>
            </p:nvSpPr>
            <p:spPr>
              <a:xfrm>
                <a:off x="23366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h3371"/>
              <p:cNvSpPr/>
              <p:nvPr/>
            </p:nvSpPr>
            <p:spPr>
              <a:xfrm>
                <a:off x="23458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h3372"/>
              <p:cNvSpPr/>
              <p:nvPr/>
            </p:nvSpPr>
            <p:spPr>
              <a:xfrm>
                <a:off x="235514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h3373"/>
              <p:cNvSpPr/>
              <p:nvPr/>
            </p:nvSpPr>
            <p:spPr>
              <a:xfrm>
                <a:off x="23644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h3374"/>
              <p:cNvSpPr/>
              <p:nvPr/>
            </p:nvSpPr>
            <p:spPr>
              <a:xfrm>
                <a:off x="23736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h3375"/>
              <p:cNvSpPr/>
              <p:nvPr/>
            </p:nvSpPr>
            <p:spPr>
              <a:xfrm>
                <a:off x="23829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h3376"/>
              <p:cNvSpPr/>
              <p:nvPr/>
            </p:nvSpPr>
            <p:spPr>
              <a:xfrm>
                <a:off x="239219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h3377"/>
              <p:cNvSpPr/>
              <p:nvPr/>
            </p:nvSpPr>
            <p:spPr>
              <a:xfrm>
                <a:off x="24014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h3378"/>
              <p:cNvSpPr/>
              <p:nvPr/>
            </p:nvSpPr>
            <p:spPr>
              <a:xfrm>
                <a:off x="24107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h3379"/>
              <p:cNvSpPr/>
              <p:nvPr/>
            </p:nvSpPr>
            <p:spPr>
              <a:xfrm>
                <a:off x="24199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h3380"/>
              <p:cNvSpPr/>
              <p:nvPr/>
            </p:nvSpPr>
            <p:spPr>
              <a:xfrm>
                <a:off x="24292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h3381"/>
              <p:cNvSpPr/>
              <p:nvPr/>
            </p:nvSpPr>
            <p:spPr>
              <a:xfrm>
                <a:off x="243850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h3382"/>
              <p:cNvSpPr/>
              <p:nvPr/>
            </p:nvSpPr>
            <p:spPr>
              <a:xfrm>
                <a:off x="24477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h3383"/>
              <p:cNvSpPr/>
              <p:nvPr/>
            </p:nvSpPr>
            <p:spPr>
              <a:xfrm>
                <a:off x="24570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h3384"/>
              <p:cNvSpPr/>
              <p:nvPr/>
            </p:nvSpPr>
            <p:spPr>
              <a:xfrm>
                <a:off x="24662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h3385"/>
              <p:cNvSpPr/>
              <p:nvPr/>
            </p:nvSpPr>
            <p:spPr>
              <a:xfrm>
                <a:off x="247555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h3386"/>
              <p:cNvSpPr/>
              <p:nvPr/>
            </p:nvSpPr>
            <p:spPr>
              <a:xfrm>
                <a:off x="24848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h3387"/>
              <p:cNvSpPr/>
              <p:nvPr/>
            </p:nvSpPr>
            <p:spPr>
              <a:xfrm>
                <a:off x="24940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h3388"/>
              <p:cNvSpPr/>
              <p:nvPr/>
            </p:nvSpPr>
            <p:spPr>
              <a:xfrm>
                <a:off x="25033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h3389"/>
              <p:cNvSpPr/>
              <p:nvPr/>
            </p:nvSpPr>
            <p:spPr>
              <a:xfrm>
                <a:off x="251260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h3390"/>
              <p:cNvSpPr/>
              <p:nvPr/>
            </p:nvSpPr>
            <p:spPr>
              <a:xfrm>
                <a:off x="252186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h3391"/>
              <p:cNvSpPr/>
              <p:nvPr/>
            </p:nvSpPr>
            <p:spPr>
              <a:xfrm>
                <a:off x="253112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h3392"/>
              <p:cNvSpPr/>
              <p:nvPr/>
            </p:nvSpPr>
            <p:spPr>
              <a:xfrm>
                <a:off x="254039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h3393"/>
              <p:cNvSpPr/>
              <p:nvPr/>
            </p:nvSpPr>
            <p:spPr>
              <a:xfrm>
                <a:off x="254965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h3394"/>
              <p:cNvSpPr/>
              <p:nvPr/>
            </p:nvSpPr>
            <p:spPr>
              <a:xfrm>
                <a:off x="255891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h3395"/>
              <p:cNvSpPr/>
              <p:nvPr/>
            </p:nvSpPr>
            <p:spPr>
              <a:xfrm>
                <a:off x="256817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h3396"/>
              <p:cNvSpPr/>
              <p:nvPr/>
            </p:nvSpPr>
            <p:spPr>
              <a:xfrm>
                <a:off x="257743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h3397"/>
              <p:cNvSpPr/>
              <p:nvPr/>
            </p:nvSpPr>
            <p:spPr>
              <a:xfrm>
                <a:off x="258670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h3398"/>
              <p:cNvSpPr/>
              <p:nvPr/>
            </p:nvSpPr>
            <p:spPr>
              <a:xfrm>
                <a:off x="259596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h3399"/>
              <p:cNvSpPr/>
              <p:nvPr/>
            </p:nvSpPr>
            <p:spPr>
              <a:xfrm>
                <a:off x="2605226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h3400"/>
              <p:cNvSpPr/>
              <p:nvPr/>
            </p:nvSpPr>
            <p:spPr>
              <a:xfrm>
                <a:off x="261448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h3401"/>
              <p:cNvSpPr/>
              <p:nvPr/>
            </p:nvSpPr>
            <p:spPr>
              <a:xfrm>
                <a:off x="2633012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512" y="897161"/>
                    </a:lnTo>
                    <a:lnTo>
                      <a:pt x="913938" y="897733"/>
                    </a:lnTo>
                    <a:lnTo>
                      <a:pt x="914400" y="898425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h3402"/>
              <p:cNvSpPr/>
              <p:nvPr/>
            </p:nvSpPr>
            <p:spPr>
              <a:xfrm>
                <a:off x="2642274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425"/>
                    </a:lnTo>
                    <a:lnTo>
                      <a:pt x="909245" y="904584"/>
                    </a:lnTo>
                    <a:lnTo>
                      <a:pt x="913614" y="911874"/>
                    </a:lnTo>
                    <a:lnTo>
                      <a:pt x="914400" y="913331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h3403"/>
              <p:cNvSpPr/>
              <p:nvPr/>
            </p:nvSpPr>
            <p:spPr>
              <a:xfrm>
                <a:off x="2642274" y="2084879"/>
                <a:ext cx="9149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6" h="914400">
                    <a:moveTo>
                      <a:pt x="914400" y="914400"/>
                    </a:moveTo>
                    <a:lnTo>
                      <a:pt x="914400" y="913331"/>
                    </a:lnTo>
                    <a:lnTo>
                      <a:pt x="914976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h3404"/>
              <p:cNvSpPr/>
              <p:nvPr/>
            </p:nvSpPr>
            <p:spPr>
              <a:xfrm>
                <a:off x="3114648" y="20848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051" y="914400"/>
                    </a:lnTo>
                    <a:lnTo>
                      <a:pt x="914400" y="907054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h3405"/>
              <p:cNvSpPr/>
              <p:nvPr/>
            </p:nvSpPr>
            <p:spPr>
              <a:xfrm>
                <a:off x="3123910" y="20676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292"/>
                    </a:lnTo>
                    <a:lnTo>
                      <a:pt x="909874" y="916215"/>
                    </a:lnTo>
                    <a:lnTo>
                      <a:pt x="909946" y="915894"/>
                    </a:lnTo>
                    <a:lnTo>
                      <a:pt x="910019" y="915572"/>
                    </a:lnTo>
                    <a:lnTo>
                      <a:pt x="910092" y="915251"/>
                    </a:lnTo>
                    <a:lnTo>
                      <a:pt x="910165" y="914929"/>
                    </a:lnTo>
                    <a:lnTo>
                      <a:pt x="910237" y="914607"/>
                    </a:lnTo>
                    <a:lnTo>
                      <a:pt x="910284" y="914400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h3406"/>
              <p:cNvSpPr/>
              <p:nvPr/>
            </p:nvSpPr>
            <p:spPr>
              <a:xfrm>
                <a:off x="312391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h3407"/>
              <p:cNvSpPr/>
              <p:nvPr/>
            </p:nvSpPr>
            <p:spPr>
              <a:xfrm>
                <a:off x="313317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h3408"/>
              <p:cNvSpPr/>
              <p:nvPr/>
            </p:nvSpPr>
            <p:spPr>
              <a:xfrm>
                <a:off x="314243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h3409"/>
              <p:cNvSpPr/>
              <p:nvPr/>
            </p:nvSpPr>
            <p:spPr>
              <a:xfrm>
                <a:off x="315169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h3410"/>
              <p:cNvSpPr/>
              <p:nvPr/>
            </p:nvSpPr>
            <p:spPr>
              <a:xfrm>
                <a:off x="316095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h3411"/>
              <p:cNvSpPr/>
              <p:nvPr/>
            </p:nvSpPr>
            <p:spPr>
              <a:xfrm>
                <a:off x="317022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h3412"/>
              <p:cNvSpPr/>
              <p:nvPr/>
            </p:nvSpPr>
            <p:spPr>
              <a:xfrm>
                <a:off x="317948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h3413"/>
              <p:cNvSpPr/>
              <p:nvPr/>
            </p:nvSpPr>
            <p:spPr>
              <a:xfrm>
                <a:off x="318874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h3414"/>
              <p:cNvSpPr/>
              <p:nvPr/>
            </p:nvSpPr>
            <p:spPr>
              <a:xfrm>
                <a:off x="319800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h3415"/>
              <p:cNvSpPr/>
              <p:nvPr/>
            </p:nvSpPr>
            <p:spPr>
              <a:xfrm>
                <a:off x="320727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h3416"/>
              <p:cNvSpPr/>
              <p:nvPr/>
            </p:nvSpPr>
            <p:spPr>
              <a:xfrm>
                <a:off x="321653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h3417"/>
              <p:cNvSpPr/>
              <p:nvPr/>
            </p:nvSpPr>
            <p:spPr>
              <a:xfrm>
                <a:off x="322579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h3418"/>
              <p:cNvSpPr/>
              <p:nvPr/>
            </p:nvSpPr>
            <p:spPr>
              <a:xfrm>
                <a:off x="323505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h3419"/>
              <p:cNvSpPr/>
              <p:nvPr/>
            </p:nvSpPr>
            <p:spPr>
              <a:xfrm>
                <a:off x="324431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h3420"/>
              <p:cNvSpPr/>
              <p:nvPr/>
            </p:nvSpPr>
            <p:spPr>
              <a:xfrm>
                <a:off x="325358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h3421"/>
              <p:cNvSpPr/>
              <p:nvPr/>
            </p:nvSpPr>
            <p:spPr>
              <a:xfrm>
                <a:off x="3262843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h3422"/>
              <p:cNvSpPr/>
              <p:nvPr/>
            </p:nvSpPr>
            <p:spPr>
              <a:xfrm>
                <a:off x="3272105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h3423"/>
              <p:cNvSpPr/>
              <p:nvPr/>
            </p:nvSpPr>
            <p:spPr>
              <a:xfrm>
                <a:off x="3281368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h3424"/>
              <p:cNvSpPr/>
              <p:nvPr/>
            </p:nvSpPr>
            <p:spPr>
              <a:xfrm>
                <a:off x="3290630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h3425"/>
              <p:cNvSpPr/>
              <p:nvPr/>
            </p:nvSpPr>
            <p:spPr>
              <a:xfrm>
                <a:off x="3299892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h3426"/>
              <p:cNvSpPr/>
              <p:nvPr/>
            </p:nvSpPr>
            <p:spPr>
              <a:xfrm>
                <a:off x="3309154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h3427"/>
              <p:cNvSpPr/>
              <p:nvPr/>
            </p:nvSpPr>
            <p:spPr>
              <a:xfrm>
                <a:off x="3318417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h3428"/>
              <p:cNvSpPr/>
              <p:nvPr/>
            </p:nvSpPr>
            <p:spPr>
              <a:xfrm>
                <a:off x="3327679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h3429"/>
              <p:cNvSpPr/>
              <p:nvPr/>
            </p:nvSpPr>
            <p:spPr>
              <a:xfrm>
                <a:off x="3336941" y="20676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h3430"/>
              <p:cNvSpPr/>
              <p:nvPr/>
            </p:nvSpPr>
            <p:spPr>
              <a:xfrm>
                <a:off x="3346203" y="2084879"/>
                <a:ext cx="919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0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806" y="897161"/>
                    </a:lnTo>
                    <a:lnTo>
                      <a:pt x="919420" y="898265"/>
                    </a:lnTo>
                    <a:lnTo>
                      <a:pt x="919548" y="904889"/>
                    </a:lnTo>
                    <a:lnTo>
                      <a:pt x="919464" y="914400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h3431"/>
              <p:cNvSpPr/>
              <p:nvPr/>
            </p:nvSpPr>
            <p:spPr>
              <a:xfrm>
                <a:off x="2299572" y="2050402"/>
                <a:ext cx="914400" cy="92607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0">
                    <a:moveTo>
                      <a:pt x="914400" y="914400"/>
                    </a:moveTo>
                    <a:lnTo>
                      <a:pt x="914400" y="926070"/>
                    </a:lnTo>
                    <a:lnTo>
                      <a:pt x="913729" y="924102"/>
                    </a:lnTo>
                    <a:lnTo>
                      <a:pt x="910876" y="914663"/>
                    </a:lnTo>
                    <a:lnTo>
                      <a:pt x="910806" y="914400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h3432"/>
              <p:cNvSpPr/>
              <p:nvPr/>
            </p:nvSpPr>
            <p:spPr>
              <a:xfrm>
                <a:off x="22995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296" y="931638"/>
                    </a:lnTo>
                    <a:lnTo>
                      <a:pt x="914400" y="926070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h3433"/>
              <p:cNvSpPr/>
              <p:nvPr/>
            </p:nvSpPr>
            <p:spPr>
              <a:xfrm>
                <a:off x="230883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h3434"/>
              <p:cNvSpPr/>
              <p:nvPr/>
            </p:nvSpPr>
            <p:spPr>
              <a:xfrm>
                <a:off x="23180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h3435"/>
              <p:cNvSpPr/>
              <p:nvPr/>
            </p:nvSpPr>
            <p:spPr>
              <a:xfrm>
                <a:off x="23273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h3436"/>
              <p:cNvSpPr/>
              <p:nvPr/>
            </p:nvSpPr>
            <p:spPr>
              <a:xfrm>
                <a:off x="23366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h3437"/>
              <p:cNvSpPr/>
              <p:nvPr/>
            </p:nvSpPr>
            <p:spPr>
              <a:xfrm>
                <a:off x="23458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h3438"/>
              <p:cNvSpPr/>
              <p:nvPr/>
            </p:nvSpPr>
            <p:spPr>
              <a:xfrm>
                <a:off x="235514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h3439"/>
              <p:cNvSpPr/>
              <p:nvPr/>
            </p:nvSpPr>
            <p:spPr>
              <a:xfrm>
                <a:off x="23644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h3440"/>
              <p:cNvSpPr/>
              <p:nvPr/>
            </p:nvSpPr>
            <p:spPr>
              <a:xfrm>
                <a:off x="23736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h3441"/>
              <p:cNvSpPr/>
              <p:nvPr/>
            </p:nvSpPr>
            <p:spPr>
              <a:xfrm>
                <a:off x="23829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h3442"/>
              <p:cNvSpPr/>
              <p:nvPr/>
            </p:nvSpPr>
            <p:spPr>
              <a:xfrm>
                <a:off x="239219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h3443"/>
              <p:cNvSpPr/>
              <p:nvPr/>
            </p:nvSpPr>
            <p:spPr>
              <a:xfrm>
                <a:off x="24014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h3444"/>
              <p:cNvSpPr/>
              <p:nvPr/>
            </p:nvSpPr>
            <p:spPr>
              <a:xfrm>
                <a:off x="24107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h3445"/>
              <p:cNvSpPr/>
              <p:nvPr/>
            </p:nvSpPr>
            <p:spPr>
              <a:xfrm>
                <a:off x="24199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h3446"/>
              <p:cNvSpPr/>
              <p:nvPr/>
            </p:nvSpPr>
            <p:spPr>
              <a:xfrm>
                <a:off x="24292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h3447"/>
              <p:cNvSpPr/>
              <p:nvPr/>
            </p:nvSpPr>
            <p:spPr>
              <a:xfrm>
                <a:off x="243850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h3448"/>
              <p:cNvSpPr/>
              <p:nvPr/>
            </p:nvSpPr>
            <p:spPr>
              <a:xfrm>
                <a:off x="24477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h3449"/>
              <p:cNvSpPr/>
              <p:nvPr/>
            </p:nvSpPr>
            <p:spPr>
              <a:xfrm>
                <a:off x="24570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h3450"/>
              <p:cNvSpPr/>
              <p:nvPr/>
            </p:nvSpPr>
            <p:spPr>
              <a:xfrm>
                <a:off x="24662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h3451"/>
              <p:cNvSpPr/>
              <p:nvPr/>
            </p:nvSpPr>
            <p:spPr>
              <a:xfrm>
                <a:off x="247555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h3452"/>
              <p:cNvSpPr/>
              <p:nvPr/>
            </p:nvSpPr>
            <p:spPr>
              <a:xfrm>
                <a:off x="24848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h3453"/>
              <p:cNvSpPr/>
              <p:nvPr/>
            </p:nvSpPr>
            <p:spPr>
              <a:xfrm>
                <a:off x="24940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h3454"/>
              <p:cNvSpPr/>
              <p:nvPr/>
            </p:nvSpPr>
            <p:spPr>
              <a:xfrm>
                <a:off x="25033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h3455"/>
              <p:cNvSpPr/>
              <p:nvPr/>
            </p:nvSpPr>
            <p:spPr>
              <a:xfrm>
                <a:off x="251260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h3456"/>
              <p:cNvSpPr/>
              <p:nvPr/>
            </p:nvSpPr>
            <p:spPr>
              <a:xfrm>
                <a:off x="252186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h3457"/>
              <p:cNvSpPr/>
              <p:nvPr/>
            </p:nvSpPr>
            <p:spPr>
              <a:xfrm>
                <a:off x="253112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h3458"/>
              <p:cNvSpPr/>
              <p:nvPr/>
            </p:nvSpPr>
            <p:spPr>
              <a:xfrm>
                <a:off x="254039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h3459"/>
              <p:cNvSpPr/>
              <p:nvPr/>
            </p:nvSpPr>
            <p:spPr>
              <a:xfrm>
                <a:off x="254965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h3460"/>
              <p:cNvSpPr/>
              <p:nvPr/>
            </p:nvSpPr>
            <p:spPr>
              <a:xfrm>
                <a:off x="255891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h3461"/>
              <p:cNvSpPr/>
              <p:nvPr/>
            </p:nvSpPr>
            <p:spPr>
              <a:xfrm>
                <a:off x="256817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h3462"/>
              <p:cNvSpPr/>
              <p:nvPr/>
            </p:nvSpPr>
            <p:spPr>
              <a:xfrm>
                <a:off x="257743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h3463"/>
              <p:cNvSpPr/>
              <p:nvPr/>
            </p:nvSpPr>
            <p:spPr>
              <a:xfrm>
                <a:off x="258670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h3464"/>
              <p:cNvSpPr/>
              <p:nvPr/>
            </p:nvSpPr>
            <p:spPr>
              <a:xfrm>
                <a:off x="259596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h3465"/>
              <p:cNvSpPr/>
              <p:nvPr/>
            </p:nvSpPr>
            <p:spPr>
              <a:xfrm>
                <a:off x="2605226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h3466"/>
              <p:cNvSpPr/>
              <p:nvPr/>
            </p:nvSpPr>
            <p:spPr>
              <a:xfrm>
                <a:off x="2623750" y="2067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417" y="897239"/>
                    </a:lnTo>
                    <a:lnTo>
                      <a:pt x="913510" y="902662"/>
                    </a:lnTo>
                    <a:lnTo>
                      <a:pt x="914400" y="90373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h3467"/>
              <p:cNvSpPr/>
              <p:nvPr/>
            </p:nvSpPr>
            <p:spPr>
              <a:xfrm>
                <a:off x="2623750" y="2067641"/>
                <a:ext cx="9227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74" h="914400">
                    <a:moveTo>
                      <a:pt x="914400" y="914400"/>
                    </a:moveTo>
                    <a:lnTo>
                      <a:pt x="914400" y="903730"/>
                    </a:lnTo>
                    <a:lnTo>
                      <a:pt x="918442" y="908579"/>
                    </a:lnTo>
                    <a:lnTo>
                      <a:pt x="922774" y="914400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h3468"/>
              <p:cNvSpPr/>
              <p:nvPr/>
            </p:nvSpPr>
            <p:spPr>
              <a:xfrm>
                <a:off x="3123910" y="20504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10" y="931524"/>
                    </a:lnTo>
                    <a:lnTo>
                      <a:pt x="910383" y="931203"/>
                    </a:lnTo>
                    <a:lnTo>
                      <a:pt x="910455" y="930881"/>
                    </a:lnTo>
                    <a:lnTo>
                      <a:pt x="910528" y="930559"/>
                    </a:lnTo>
                    <a:lnTo>
                      <a:pt x="910601" y="930238"/>
                    </a:lnTo>
                    <a:lnTo>
                      <a:pt x="910673" y="929916"/>
                    </a:lnTo>
                    <a:lnTo>
                      <a:pt x="910746" y="929595"/>
                    </a:lnTo>
                    <a:lnTo>
                      <a:pt x="910819" y="929273"/>
                    </a:lnTo>
                    <a:lnTo>
                      <a:pt x="910892" y="928951"/>
                    </a:lnTo>
                    <a:lnTo>
                      <a:pt x="910964" y="928630"/>
                    </a:lnTo>
                    <a:lnTo>
                      <a:pt x="911037" y="928308"/>
                    </a:lnTo>
                    <a:lnTo>
                      <a:pt x="911110" y="927987"/>
                    </a:lnTo>
                    <a:lnTo>
                      <a:pt x="911183" y="927665"/>
                    </a:lnTo>
                    <a:lnTo>
                      <a:pt x="911255" y="927343"/>
                    </a:lnTo>
                    <a:lnTo>
                      <a:pt x="911328" y="927022"/>
                    </a:lnTo>
                    <a:lnTo>
                      <a:pt x="911401" y="926700"/>
                    </a:lnTo>
                    <a:lnTo>
                      <a:pt x="911501" y="926258"/>
                    </a:lnTo>
                    <a:lnTo>
                      <a:pt x="911084" y="919836"/>
                    </a:lnTo>
                    <a:lnTo>
                      <a:pt x="910879" y="914400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h3469"/>
              <p:cNvSpPr/>
              <p:nvPr/>
            </p:nvSpPr>
            <p:spPr>
              <a:xfrm>
                <a:off x="312391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h3470"/>
              <p:cNvSpPr/>
              <p:nvPr/>
            </p:nvSpPr>
            <p:spPr>
              <a:xfrm>
                <a:off x="313317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h3471"/>
              <p:cNvSpPr/>
              <p:nvPr/>
            </p:nvSpPr>
            <p:spPr>
              <a:xfrm>
                <a:off x="314243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h3472"/>
              <p:cNvSpPr/>
              <p:nvPr/>
            </p:nvSpPr>
            <p:spPr>
              <a:xfrm>
                <a:off x="315169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h3473"/>
              <p:cNvSpPr/>
              <p:nvPr/>
            </p:nvSpPr>
            <p:spPr>
              <a:xfrm>
                <a:off x="316095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h3474"/>
              <p:cNvSpPr/>
              <p:nvPr/>
            </p:nvSpPr>
            <p:spPr>
              <a:xfrm>
                <a:off x="317022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h3475"/>
              <p:cNvSpPr/>
              <p:nvPr/>
            </p:nvSpPr>
            <p:spPr>
              <a:xfrm>
                <a:off x="317948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h3476"/>
              <p:cNvSpPr/>
              <p:nvPr/>
            </p:nvSpPr>
            <p:spPr>
              <a:xfrm>
                <a:off x="318874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h3477"/>
              <p:cNvSpPr/>
              <p:nvPr/>
            </p:nvSpPr>
            <p:spPr>
              <a:xfrm>
                <a:off x="319800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h3478"/>
              <p:cNvSpPr/>
              <p:nvPr/>
            </p:nvSpPr>
            <p:spPr>
              <a:xfrm>
                <a:off x="320727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h3479"/>
              <p:cNvSpPr/>
              <p:nvPr/>
            </p:nvSpPr>
            <p:spPr>
              <a:xfrm>
                <a:off x="321653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h3480"/>
              <p:cNvSpPr/>
              <p:nvPr/>
            </p:nvSpPr>
            <p:spPr>
              <a:xfrm>
                <a:off x="322579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h3481"/>
              <p:cNvSpPr/>
              <p:nvPr/>
            </p:nvSpPr>
            <p:spPr>
              <a:xfrm>
                <a:off x="323505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h3482"/>
              <p:cNvSpPr/>
              <p:nvPr/>
            </p:nvSpPr>
            <p:spPr>
              <a:xfrm>
                <a:off x="324431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h3483"/>
              <p:cNvSpPr/>
              <p:nvPr/>
            </p:nvSpPr>
            <p:spPr>
              <a:xfrm>
                <a:off x="325358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h3484"/>
              <p:cNvSpPr/>
              <p:nvPr/>
            </p:nvSpPr>
            <p:spPr>
              <a:xfrm>
                <a:off x="3262843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h3485"/>
              <p:cNvSpPr/>
              <p:nvPr/>
            </p:nvSpPr>
            <p:spPr>
              <a:xfrm>
                <a:off x="3272105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h3486"/>
              <p:cNvSpPr/>
              <p:nvPr/>
            </p:nvSpPr>
            <p:spPr>
              <a:xfrm>
                <a:off x="3281368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h3487"/>
              <p:cNvSpPr/>
              <p:nvPr/>
            </p:nvSpPr>
            <p:spPr>
              <a:xfrm>
                <a:off x="3290630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h3488"/>
              <p:cNvSpPr/>
              <p:nvPr/>
            </p:nvSpPr>
            <p:spPr>
              <a:xfrm>
                <a:off x="3299892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h3489"/>
              <p:cNvSpPr/>
              <p:nvPr/>
            </p:nvSpPr>
            <p:spPr>
              <a:xfrm>
                <a:off x="3309154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h3490"/>
              <p:cNvSpPr/>
              <p:nvPr/>
            </p:nvSpPr>
            <p:spPr>
              <a:xfrm>
                <a:off x="3318417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h3491"/>
              <p:cNvSpPr/>
              <p:nvPr/>
            </p:nvSpPr>
            <p:spPr>
              <a:xfrm>
                <a:off x="3327679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h3492"/>
              <p:cNvSpPr/>
              <p:nvPr/>
            </p:nvSpPr>
            <p:spPr>
              <a:xfrm>
                <a:off x="3336941" y="20504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h3493"/>
              <p:cNvSpPr/>
              <p:nvPr/>
            </p:nvSpPr>
            <p:spPr>
              <a:xfrm>
                <a:off x="3346203" y="20676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2844"/>
                    </a:lnTo>
                    <a:lnTo>
                      <a:pt x="922185" y="907587"/>
                    </a:lnTo>
                    <a:lnTo>
                      <a:pt x="919806" y="914400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h3494"/>
              <p:cNvSpPr/>
              <p:nvPr/>
            </p:nvSpPr>
            <p:spPr>
              <a:xfrm>
                <a:off x="3355465" y="2050402"/>
                <a:ext cx="916124" cy="920082"/>
              </a:xfrm>
              <a:custGeom>
                <a:avLst/>
                <a:gdLst/>
                <a:ahLst/>
                <a:cxnLst/>
                <a:rect l="0" t="0" r="0" b="0"/>
                <a:pathLst>
                  <a:path w="916124" h="920082">
                    <a:moveTo>
                      <a:pt x="914400" y="914400"/>
                    </a:moveTo>
                    <a:lnTo>
                      <a:pt x="916124" y="914400"/>
                    </a:lnTo>
                    <a:lnTo>
                      <a:pt x="915784" y="915636"/>
                    </a:lnTo>
                    <a:lnTo>
                      <a:pt x="914400" y="920082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h3495"/>
              <p:cNvSpPr/>
              <p:nvPr/>
            </p:nvSpPr>
            <p:spPr>
              <a:xfrm>
                <a:off x="2299572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06" y="931638"/>
                    </a:lnTo>
                    <a:lnTo>
                      <a:pt x="908292" y="922198"/>
                    </a:lnTo>
                    <a:lnTo>
                      <a:pt x="907781" y="920145"/>
                    </a:lnTo>
                    <a:lnTo>
                      <a:pt x="907272" y="918104"/>
                    </a:lnTo>
                    <a:lnTo>
                      <a:pt x="906764" y="916062"/>
                    </a:lnTo>
                    <a:lnTo>
                      <a:pt x="906349" y="914400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h3496"/>
              <p:cNvSpPr/>
              <p:nvPr/>
            </p:nvSpPr>
            <p:spPr>
              <a:xfrm>
                <a:off x="22995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h3497"/>
              <p:cNvSpPr/>
              <p:nvPr/>
            </p:nvSpPr>
            <p:spPr>
              <a:xfrm>
                <a:off x="230883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h3498"/>
              <p:cNvSpPr/>
              <p:nvPr/>
            </p:nvSpPr>
            <p:spPr>
              <a:xfrm>
                <a:off x="23180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h3499"/>
              <p:cNvSpPr/>
              <p:nvPr/>
            </p:nvSpPr>
            <p:spPr>
              <a:xfrm>
                <a:off x="23273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h3500"/>
              <p:cNvSpPr/>
              <p:nvPr/>
            </p:nvSpPr>
            <p:spPr>
              <a:xfrm>
                <a:off x="23366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h3501"/>
              <p:cNvSpPr/>
              <p:nvPr/>
            </p:nvSpPr>
            <p:spPr>
              <a:xfrm>
                <a:off x="23458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h3502"/>
              <p:cNvSpPr/>
              <p:nvPr/>
            </p:nvSpPr>
            <p:spPr>
              <a:xfrm>
                <a:off x="235514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h3503"/>
              <p:cNvSpPr/>
              <p:nvPr/>
            </p:nvSpPr>
            <p:spPr>
              <a:xfrm>
                <a:off x="23644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h3504"/>
              <p:cNvSpPr/>
              <p:nvPr/>
            </p:nvSpPr>
            <p:spPr>
              <a:xfrm>
                <a:off x="23736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h3505"/>
              <p:cNvSpPr/>
              <p:nvPr/>
            </p:nvSpPr>
            <p:spPr>
              <a:xfrm>
                <a:off x="23829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h3506"/>
              <p:cNvSpPr/>
              <p:nvPr/>
            </p:nvSpPr>
            <p:spPr>
              <a:xfrm>
                <a:off x="239219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h3507"/>
              <p:cNvSpPr/>
              <p:nvPr/>
            </p:nvSpPr>
            <p:spPr>
              <a:xfrm>
                <a:off x="24014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h3508"/>
              <p:cNvSpPr/>
              <p:nvPr/>
            </p:nvSpPr>
            <p:spPr>
              <a:xfrm>
                <a:off x="24107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h3509"/>
              <p:cNvSpPr/>
              <p:nvPr/>
            </p:nvSpPr>
            <p:spPr>
              <a:xfrm>
                <a:off x="24199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h3510"/>
              <p:cNvSpPr/>
              <p:nvPr/>
            </p:nvSpPr>
            <p:spPr>
              <a:xfrm>
                <a:off x="24292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h3511"/>
              <p:cNvSpPr/>
              <p:nvPr/>
            </p:nvSpPr>
            <p:spPr>
              <a:xfrm>
                <a:off x="243850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h3512"/>
              <p:cNvSpPr/>
              <p:nvPr/>
            </p:nvSpPr>
            <p:spPr>
              <a:xfrm>
                <a:off x="24477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h3513"/>
              <p:cNvSpPr/>
              <p:nvPr/>
            </p:nvSpPr>
            <p:spPr>
              <a:xfrm>
                <a:off x="24570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h3514"/>
              <p:cNvSpPr/>
              <p:nvPr/>
            </p:nvSpPr>
            <p:spPr>
              <a:xfrm>
                <a:off x="24662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h3515"/>
              <p:cNvSpPr/>
              <p:nvPr/>
            </p:nvSpPr>
            <p:spPr>
              <a:xfrm>
                <a:off x="247555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h3516"/>
              <p:cNvSpPr/>
              <p:nvPr/>
            </p:nvSpPr>
            <p:spPr>
              <a:xfrm>
                <a:off x="24848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h3517"/>
              <p:cNvSpPr/>
              <p:nvPr/>
            </p:nvSpPr>
            <p:spPr>
              <a:xfrm>
                <a:off x="24940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h3518"/>
              <p:cNvSpPr/>
              <p:nvPr/>
            </p:nvSpPr>
            <p:spPr>
              <a:xfrm>
                <a:off x="25033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h3519"/>
              <p:cNvSpPr/>
              <p:nvPr/>
            </p:nvSpPr>
            <p:spPr>
              <a:xfrm>
                <a:off x="25126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h3520"/>
              <p:cNvSpPr/>
              <p:nvPr/>
            </p:nvSpPr>
            <p:spPr>
              <a:xfrm>
                <a:off x="2521866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h3521"/>
              <p:cNvSpPr/>
              <p:nvPr/>
            </p:nvSpPr>
            <p:spPr>
              <a:xfrm>
                <a:off x="253112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h3522"/>
              <p:cNvSpPr/>
              <p:nvPr/>
            </p:nvSpPr>
            <p:spPr>
              <a:xfrm>
                <a:off x="254039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h3523"/>
              <p:cNvSpPr/>
              <p:nvPr/>
            </p:nvSpPr>
            <p:spPr>
              <a:xfrm>
                <a:off x="254965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h3524"/>
              <p:cNvSpPr/>
              <p:nvPr/>
            </p:nvSpPr>
            <p:spPr>
              <a:xfrm>
                <a:off x="255891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h3525"/>
              <p:cNvSpPr/>
              <p:nvPr/>
            </p:nvSpPr>
            <p:spPr>
              <a:xfrm>
                <a:off x="256817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h3526"/>
              <p:cNvSpPr/>
              <p:nvPr/>
            </p:nvSpPr>
            <p:spPr>
              <a:xfrm>
                <a:off x="257743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h3527"/>
              <p:cNvSpPr/>
              <p:nvPr/>
            </p:nvSpPr>
            <p:spPr>
              <a:xfrm>
                <a:off x="2595963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71" y="897209"/>
                    </a:lnTo>
                    <a:lnTo>
                      <a:pt x="914035" y="897380"/>
                    </a:lnTo>
                    <a:lnTo>
                      <a:pt x="914400" y="897615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h3528"/>
              <p:cNvSpPr/>
              <p:nvPr/>
            </p:nvSpPr>
            <p:spPr>
              <a:xfrm>
                <a:off x="2605226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615"/>
                    </a:lnTo>
                    <a:lnTo>
                      <a:pt x="905300" y="897721"/>
                    </a:lnTo>
                    <a:lnTo>
                      <a:pt x="905564" y="897892"/>
                    </a:lnTo>
                    <a:lnTo>
                      <a:pt x="905828" y="898062"/>
                    </a:lnTo>
                    <a:lnTo>
                      <a:pt x="906092" y="898233"/>
                    </a:lnTo>
                    <a:lnTo>
                      <a:pt x="906356" y="898404"/>
                    </a:lnTo>
                    <a:lnTo>
                      <a:pt x="906620" y="898574"/>
                    </a:lnTo>
                    <a:lnTo>
                      <a:pt x="906883" y="898745"/>
                    </a:lnTo>
                    <a:lnTo>
                      <a:pt x="907147" y="898916"/>
                    </a:lnTo>
                    <a:lnTo>
                      <a:pt x="907411" y="899087"/>
                    </a:lnTo>
                    <a:lnTo>
                      <a:pt x="907675" y="899257"/>
                    </a:lnTo>
                    <a:lnTo>
                      <a:pt x="907939" y="899428"/>
                    </a:lnTo>
                    <a:lnTo>
                      <a:pt x="908202" y="899599"/>
                    </a:lnTo>
                    <a:lnTo>
                      <a:pt x="908466" y="899770"/>
                    </a:lnTo>
                    <a:lnTo>
                      <a:pt x="908730" y="899940"/>
                    </a:lnTo>
                    <a:lnTo>
                      <a:pt x="908994" y="900111"/>
                    </a:lnTo>
                    <a:lnTo>
                      <a:pt x="909258" y="900282"/>
                    </a:lnTo>
                    <a:lnTo>
                      <a:pt x="909521" y="900453"/>
                    </a:lnTo>
                    <a:lnTo>
                      <a:pt x="909785" y="900624"/>
                    </a:lnTo>
                    <a:lnTo>
                      <a:pt x="910049" y="900794"/>
                    </a:lnTo>
                    <a:lnTo>
                      <a:pt x="910313" y="900965"/>
                    </a:lnTo>
                    <a:lnTo>
                      <a:pt x="910576" y="901136"/>
                    </a:lnTo>
                    <a:lnTo>
                      <a:pt x="910840" y="901307"/>
                    </a:lnTo>
                    <a:lnTo>
                      <a:pt x="914400" y="903810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h3529"/>
              <p:cNvSpPr/>
              <p:nvPr/>
            </p:nvSpPr>
            <p:spPr>
              <a:xfrm>
                <a:off x="2614488" y="20504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10"/>
                    </a:lnTo>
                    <a:lnTo>
                      <a:pt x="907067" y="905167"/>
                    </a:lnTo>
                    <a:lnTo>
                      <a:pt x="912439" y="909561"/>
                    </a:lnTo>
                    <a:lnTo>
                      <a:pt x="914400" y="911401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h3530"/>
              <p:cNvSpPr/>
              <p:nvPr/>
            </p:nvSpPr>
            <p:spPr>
              <a:xfrm>
                <a:off x="2614488" y="2050402"/>
                <a:ext cx="917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6" h="914400">
                    <a:moveTo>
                      <a:pt x="914400" y="914400"/>
                    </a:moveTo>
                    <a:lnTo>
                      <a:pt x="914400" y="911401"/>
                    </a:lnTo>
                    <a:lnTo>
                      <a:pt x="917596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h3531"/>
              <p:cNvSpPr/>
              <p:nvPr/>
            </p:nvSpPr>
            <p:spPr>
              <a:xfrm>
                <a:off x="3123910" y="20331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79" y="931638"/>
                    </a:lnTo>
                    <a:lnTo>
                      <a:pt x="910695" y="926770"/>
                    </a:lnTo>
                    <a:lnTo>
                      <a:pt x="910613" y="923435"/>
                    </a:lnTo>
                    <a:lnTo>
                      <a:pt x="910532" y="920103"/>
                    </a:lnTo>
                    <a:lnTo>
                      <a:pt x="910451" y="916770"/>
                    </a:lnTo>
                    <a:lnTo>
                      <a:pt x="910393" y="914400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h3532"/>
              <p:cNvSpPr/>
              <p:nvPr/>
            </p:nvSpPr>
            <p:spPr>
              <a:xfrm>
                <a:off x="312391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h3533"/>
              <p:cNvSpPr/>
              <p:nvPr/>
            </p:nvSpPr>
            <p:spPr>
              <a:xfrm>
                <a:off x="313317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h3534"/>
              <p:cNvSpPr/>
              <p:nvPr/>
            </p:nvSpPr>
            <p:spPr>
              <a:xfrm>
                <a:off x="314243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h3535"/>
              <p:cNvSpPr/>
              <p:nvPr/>
            </p:nvSpPr>
            <p:spPr>
              <a:xfrm>
                <a:off x="315169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h3536"/>
              <p:cNvSpPr/>
              <p:nvPr/>
            </p:nvSpPr>
            <p:spPr>
              <a:xfrm>
                <a:off x="316095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h3537"/>
              <p:cNvSpPr/>
              <p:nvPr/>
            </p:nvSpPr>
            <p:spPr>
              <a:xfrm>
                <a:off x="317022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h3538"/>
              <p:cNvSpPr/>
              <p:nvPr/>
            </p:nvSpPr>
            <p:spPr>
              <a:xfrm>
                <a:off x="317948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h3539"/>
              <p:cNvSpPr/>
              <p:nvPr/>
            </p:nvSpPr>
            <p:spPr>
              <a:xfrm>
                <a:off x="318874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h3540"/>
              <p:cNvSpPr/>
              <p:nvPr/>
            </p:nvSpPr>
            <p:spPr>
              <a:xfrm>
                <a:off x="319800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h3541"/>
              <p:cNvSpPr/>
              <p:nvPr/>
            </p:nvSpPr>
            <p:spPr>
              <a:xfrm>
                <a:off x="320727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h3542"/>
              <p:cNvSpPr/>
              <p:nvPr/>
            </p:nvSpPr>
            <p:spPr>
              <a:xfrm>
                <a:off x="321653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h3543"/>
              <p:cNvSpPr/>
              <p:nvPr/>
            </p:nvSpPr>
            <p:spPr>
              <a:xfrm>
                <a:off x="322579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h3544"/>
              <p:cNvSpPr/>
              <p:nvPr/>
            </p:nvSpPr>
            <p:spPr>
              <a:xfrm>
                <a:off x="323505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h3545"/>
              <p:cNvSpPr/>
              <p:nvPr/>
            </p:nvSpPr>
            <p:spPr>
              <a:xfrm>
                <a:off x="324431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h3546"/>
              <p:cNvSpPr/>
              <p:nvPr/>
            </p:nvSpPr>
            <p:spPr>
              <a:xfrm>
                <a:off x="325358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h3547"/>
              <p:cNvSpPr/>
              <p:nvPr/>
            </p:nvSpPr>
            <p:spPr>
              <a:xfrm>
                <a:off x="326284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h3548"/>
              <p:cNvSpPr/>
              <p:nvPr/>
            </p:nvSpPr>
            <p:spPr>
              <a:xfrm>
                <a:off x="3272105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h3549"/>
              <p:cNvSpPr/>
              <p:nvPr/>
            </p:nvSpPr>
            <p:spPr>
              <a:xfrm>
                <a:off x="3281368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h3550"/>
              <p:cNvSpPr/>
              <p:nvPr/>
            </p:nvSpPr>
            <p:spPr>
              <a:xfrm>
                <a:off x="3290630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h3551"/>
              <p:cNvSpPr/>
              <p:nvPr/>
            </p:nvSpPr>
            <p:spPr>
              <a:xfrm>
                <a:off x="3299892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h3552"/>
              <p:cNvSpPr/>
              <p:nvPr/>
            </p:nvSpPr>
            <p:spPr>
              <a:xfrm>
                <a:off x="3309154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h3553"/>
              <p:cNvSpPr/>
              <p:nvPr/>
            </p:nvSpPr>
            <p:spPr>
              <a:xfrm>
                <a:off x="3318417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h3554"/>
              <p:cNvSpPr/>
              <p:nvPr/>
            </p:nvSpPr>
            <p:spPr>
              <a:xfrm>
                <a:off x="3327679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h3555"/>
              <p:cNvSpPr/>
              <p:nvPr/>
            </p:nvSpPr>
            <p:spPr>
              <a:xfrm>
                <a:off x="3336941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h3556"/>
              <p:cNvSpPr/>
              <p:nvPr/>
            </p:nvSpPr>
            <p:spPr>
              <a:xfrm>
                <a:off x="3346203" y="20331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h3557"/>
              <p:cNvSpPr/>
              <p:nvPr/>
            </p:nvSpPr>
            <p:spPr>
              <a:xfrm>
                <a:off x="3355465" y="2050402"/>
                <a:ext cx="9205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5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566" y="897161"/>
                    </a:lnTo>
                    <a:lnTo>
                      <a:pt x="918387" y="906185"/>
                    </a:lnTo>
                    <a:lnTo>
                      <a:pt x="916124" y="914400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h3558"/>
              <p:cNvSpPr/>
              <p:nvPr/>
            </p:nvSpPr>
            <p:spPr>
              <a:xfrm>
                <a:off x="2290310" y="2015925"/>
                <a:ext cx="914400" cy="92677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777">
                    <a:moveTo>
                      <a:pt x="914400" y="914400"/>
                    </a:moveTo>
                    <a:lnTo>
                      <a:pt x="914400" y="926777"/>
                    </a:lnTo>
                    <a:lnTo>
                      <a:pt x="913990" y="925136"/>
                    </a:lnTo>
                    <a:lnTo>
                      <a:pt x="913480" y="923095"/>
                    </a:lnTo>
                    <a:lnTo>
                      <a:pt x="913204" y="921986"/>
                    </a:lnTo>
                    <a:lnTo>
                      <a:pt x="911804" y="920224"/>
                    </a:lnTo>
                    <a:lnTo>
                      <a:pt x="907656" y="914400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h3559"/>
              <p:cNvSpPr/>
              <p:nvPr/>
            </p:nvSpPr>
            <p:spPr>
              <a:xfrm>
                <a:off x="22903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12" y="931638"/>
                    </a:lnTo>
                    <a:lnTo>
                      <a:pt x="915517" y="931260"/>
                    </a:lnTo>
                    <a:lnTo>
                      <a:pt x="915008" y="929218"/>
                    </a:lnTo>
                    <a:lnTo>
                      <a:pt x="914499" y="927177"/>
                    </a:lnTo>
                    <a:lnTo>
                      <a:pt x="914400" y="926777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h3560"/>
              <p:cNvSpPr/>
              <p:nvPr/>
            </p:nvSpPr>
            <p:spPr>
              <a:xfrm>
                <a:off x="22995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h3561"/>
              <p:cNvSpPr/>
              <p:nvPr/>
            </p:nvSpPr>
            <p:spPr>
              <a:xfrm>
                <a:off x="230883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h3562"/>
              <p:cNvSpPr/>
              <p:nvPr/>
            </p:nvSpPr>
            <p:spPr>
              <a:xfrm>
                <a:off x="23180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h3563"/>
              <p:cNvSpPr/>
              <p:nvPr/>
            </p:nvSpPr>
            <p:spPr>
              <a:xfrm>
                <a:off x="23273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h3564"/>
              <p:cNvSpPr/>
              <p:nvPr/>
            </p:nvSpPr>
            <p:spPr>
              <a:xfrm>
                <a:off x="23366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h3565"/>
              <p:cNvSpPr/>
              <p:nvPr/>
            </p:nvSpPr>
            <p:spPr>
              <a:xfrm>
                <a:off x="23458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h3566"/>
              <p:cNvSpPr/>
              <p:nvPr/>
            </p:nvSpPr>
            <p:spPr>
              <a:xfrm>
                <a:off x="235514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h3567"/>
              <p:cNvSpPr/>
              <p:nvPr/>
            </p:nvSpPr>
            <p:spPr>
              <a:xfrm>
                <a:off x="23644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h3568"/>
              <p:cNvSpPr/>
              <p:nvPr/>
            </p:nvSpPr>
            <p:spPr>
              <a:xfrm>
                <a:off x="23736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h3569"/>
              <p:cNvSpPr/>
              <p:nvPr/>
            </p:nvSpPr>
            <p:spPr>
              <a:xfrm>
                <a:off x="23829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h3570"/>
              <p:cNvSpPr/>
              <p:nvPr/>
            </p:nvSpPr>
            <p:spPr>
              <a:xfrm>
                <a:off x="239219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h3571"/>
              <p:cNvSpPr/>
              <p:nvPr/>
            </p:nvSpPr>
            <p:spPr>
              <a:xfrm>
                <a:off x="24014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h3572"/>
              <p:cNvSpPr/>
              <p:nvPr/>
            </p:nvSpPr>
            <p:spPr>
              <a:xfrm>
                <a:off x="24107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h3573"/>
              <p:cNvSpPr/>
              <p:nvPr/>
            </p:nvSpPr>
            <p:spPr>
              <a:xfrm>
                <a:off x="24199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h3574"/>
              <p:cNvSpPr/>
              <p:nvPr/>
            </p:nvSpPr>
            <p:spPr>
              <a:xfrm>
                <a:off x="24292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h3575"/>
              <p:cNvSpPr/>
              <p:nvPr/>
            </p:nvSpPr>
            <p:spPr>
              <a:xfrm>
                <a:off x="243850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h3576"/>
              <p:cNvSpPr/>
              <p:nvPr/>
            </p:nvSpPr>
            <p:spPr>
              <a:xfrm>
                <a:off x="24477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h3577"/>
              <p:cNvSpPr/>
              <p:nvPr/>
            </p:nvSpPr>
            <p:spPr>
              <a:xfrm>
                <a:off x="24570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h3578"/>
              <p:cNvSpPr/>
              <p:nvPr/>
            </p:nvSpPr>
            <p:spPr>
              <a:xfrm>
                <a:off x="24662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h3579"/>
              <p:cNvSpPr/>
              <p:nvPr/>
            </p:nvSpPr>
            <p:spPr>
              <a:xfrm>
                <a:off x="247555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h3580"/>
              <p:cNvSpPr/>
              <p:nvPr/>
            </p:nvSpPr>
            <p:spPr>
              <a:xfrm>
                <a:off x="24848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h3581"/>
              <p:cNvSpPr/>
              <p:nvPr/>
            </p:nvSpPr>
            <p:spPr>
              <a:xfrm>
                <a:off x="24940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h3582"/>
              <p:cNvSpPr/>
              <p:nvPr/>
            </p:nvSpPr>
            <p:spPr>
              <a:xfrm>
                <a:off x="25033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h3583"/>
              <p:cNvSpPr/>
              <p:nvPr/>
            </p:nvSpPr>
            <p:spPr>
              <a:xfrm>
                <a:off x="25126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h3584"/>
              <p:cNvSpPr/>
              <p:nvPr/>
            </p:nvSpPr>
            <p:spPr>
              <a:xfrm>
                <a:off x="2521866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h3585"/>
              <p:cNvSpPr/>
              <p:nvPr/>
            </p:nvSpPr>
            <p:spPr>
              <a:xfrm>
                <a:off x="253112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h3586"/>
              <p:cNvSpPr/>
              <p:nvPr/>
            </p:nvSpPr>
            <p:spPr>
              <a:xfrm>
                <a:off x="254039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h3587"/>
              <p:cNvSpPr/>
              <p:nvPr/>
            </p:nvSpPr>
            <p:spPr>
              <a:xfrm>
                <a:off x="254965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h3588"/>
              <p:cNvSpPr/>
              <p:nvPr/>
            </p:nvSpPr>
            <p:spPr>
              <a:xfrm>
                <a:off x="255891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h3589"/>
              <p:cNvSpPr/>
              <p:nvPr/>
            </p:nvSpPr>
            <p:spPr>
              <a:xfrm>
                <a:off x="256817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h3590"/>
              <p:cNvSpPr/>
              <p:nvPr/>
            </p:nvSpPr>
            <p:spPr>
              <a:xfrm>
                <a:off x="2586701" y="203316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978" y="897161"/>
                    </a:lnTo>
                    <a:lnTo>
                      <a:pt x="914399" y="897972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h3591"/>
              <p:cNvSpPr/>
              <p:nvPr/>
            </p:nvSpPr>
            <p:spPr>
              <a:xfrm>
                <a:off x="2586701" y="2033164"/>
                <a:ext cx="9229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59" h="914400">
                    <a:moveTo>
                      <a:pt x="914399" y="914400"/>
                    </a:moveTo>
                    <a:lnTo>
                      <a:pt x="914399" y="897972"/>
                    </a:lnTo>
                    <a:lnTo>
                      <a:pt x="917196" y="903356"/>
                    </a:lnTo>
                    <a:lnTo>
                      <a:pt x="922505" y="914106"/>
                    </a:lnTo>
                    <a:lnTo>
                      <a:pt x="922769" y="914277"/>
                    </a:lnTo>
                    <a:lnTo>
                      <a:pt x="922959" y="914400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h3592"/>
              <p:cNvSpPr/>
              <p:nvPr/>
            </p:nvSpPr>
            <p:spPr>
              <a:xfrm>
                <a:off x="3123910" y="20159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393" y="931638"/>
                    </a:lnTo>
                    <a:lnTo>
                      <a:pt x="910370" y="930676"/>
                    </a:lnTo>
                    <a:lnTo>
                      <a:pt x="910289" y="927344"/>
                    </a:lnTo>
                    <a:lnTo>
                      <a:pt x="910207" y="924011"/>
                    </a:lnTo>
                    <a:lnTo>
                      <a:pt x="910126" y="920679"/>
                    </a:lnTo>
                    <a:lnTo>
                      <a:pt x="910044" y="917344"/>
                    </a:lnTo>
                    <a:lnTo>
                      <a:pt x="910014" y="914400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h3593"/>
              <p:cNvSpPr/>
              <p:nvPr/>
            </p:nvSpPr>
            <p:spPr>
              <a:xfrm>
                <a:off x="312391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h3594"/>
              <p:cNvSpPr/>
              <p:nvPr/>
            </p:nvSpPr>
            <p:spPr>
              <a:xfrm>
                <a:off x="313317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h3595"/>
              <p:cNvSpPr/>
              <p:nvPr/>
            </p:nvSpPr>
            <p:spPr>
              <a:xfrm>
                <a:off x="314243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h3596"/>
              <p:cNvSpPr/>
              <p:nvPr/>
            </p:nvSpPr>
            <p:spPr>
              <a:xfrm>
                <a:off x="315169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h3597"/>
              <p:cNvSpPr/>
              <p:nvPr/>
            </p:nvSpPr>
            <p:spPr>
              <a:xfrm>
                <a:off x="316095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h3598"/>
              <p:cNvSpPr/>
              <p:nvPr/>
            </p:nvSpPr>
            <p:spPr>
              <a:xfrm>
                <a:off x="317022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h3599"/>
              <p:cNvSpPr/>
              <p:nvPr/>
            </p:nvSpPr>
            <p:spPr>
              <a:xfrm>
                <a:off x="317948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h3600"/>
              <p:cNvSpPr/>
              <p:nvPr/>
            </p:nvSpPr>
            <p:spPr>
              <a:xfrm>
                <a:off x="318874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h3601"/>
              <p:cNvSpPr/>
              <p:nvPr/>
            </p:nvSpPr>
            <p:spPr>
              <a:xfrm>
                <a:off x="319800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h3602"/>
              <p:cNvSpPr/>
              <p:nvPr/>
            </p:nvSpPr>
            <p:spPr>
              <a:xfrm>
                <a:off x="320727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h3603"/>
              <p:cNvSpPr/>
              <p:nvPr/>
            </p:nvSpPr>
            <p:spPr>
              <a:xfrm>
                <a:off x="321653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h3604"/>
              <p:cNvSpPr/>
              <p:nvPr/>
            </p:nvSpPr>
            <p:spPr>
              <a:xfrm>
                <a:off x="322579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h3605"/>
              <p:cNvSpPr/>
              <p:nvPr/>
            </p:nvSpPr>
            <p:spPr>
              <a:xfrm>
                <a:off x="323505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h3606"/>
              <p:cNvSpPr/>
              <p:nvPr/>
            </p:nvSpPr>
            <p:spPr>
              <a:xfrm>
                <a:off x="324431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h3607"/>
              <p:cNvSpPr/>
              <p:nvPr/>
            </p:nvSpPr>
            <p:spPr>
              <a:xfrm>
                <a:off x="325358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h3608"/>
              <p:cNvSpPr/>
              <p:nvPr/>
            </p:nvSpPr>
            <p:spPr>
              <a:xfrm>
                <a:off x="326284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h3609"/>
              <p:cNvSpPr/>
              <p:nvPr/>
            </p:nvSpPr>
            <p:spPr>
              <a:xfrm>
                <a:off x="3272105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h3610"/>
              <p:cNvSpPr/>
              <p:nvPr/>
            </p:nvSpPr>
            <p:spPr>
              <a:xfrm>
                <a:off x="3281368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h3611"/>
              <p:cNvSpPr/>
              <p:nvPr/>
            </p:nvSpPr>
            <p:spPr>
              <a:xfrm>
                <a:off x="3290630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h3612"/>
              <p:cNvSpPr/>
              <p:nvPr/>
            </p:nvSpPr>
            <p:spPr>
              <a:xfrm>
                <a:off x="3299892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h3613"/>
              <p:cNvSpPr/>
              <p:nvPr/>
            </p:nvSpPr>
            <p:spPr>
              <a:xfrm>
                <a:off x="3309154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h3614"/>
              <p:cNvSpPr/>
              <p:nvPr/>
            </p:nvSpPr>
            <p:spPr>
              <a:xfrm>
                <a:off x="3318417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h3615"/>
              <p:cNvSpPr/>
              <p:nvPr/>
            </p:nvSpPr>
            <p:spPr>
              <a:xfrm>
                <a:off x="3327679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h3616"/>
              <p:cNvSpPr/>
              <p:nvPr/>
            </p:nvSpPr>
            <p:spPr>
              <a:xfrm>
                <a:off x="3336941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h3617"/>
              <p:cNvSpPr/>
              <p:nvPr/>
            </p:nvSpPr>
            <p:spPr>
              <a:xfrm>
                <a:off x="3346203" y="20159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h3618"/>
              <p:cNvSpPr/>
              <p:nvPr/>
            </p:nvSpPr>
            <p:spPr>
              <a:xfrm>
                <a:off x="3355465" y="20331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8967"/>
                    </a:lnTo>
                    <a:lnTo>
                      <a:pt x="922795" y="903839"/>
                    </a:lnTo>
                    <a:lnTo>
                      <a:pt x="920726" y="913737"/>
                    </a:lnTo>
                    <a:lnTo>
                      <a:pt x="920566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h3619"/>
              <p:cNvSpPr/>
              <p:nvPr/>
            </p:nvSpPr>
            <p:spPr>
              <a:xfrm>
                <a:off x="3364728" y="2015925"/>
                <a:ext cx="914721" cy="916206"/>
              </a:xfrm>
              <a:custGeom>
                <a:avLst/>
                <a:gdLst/>
                <a:ahLst/>
                <a:cxnLst/>
                <a:rect l="0" t="0" r="0" b="0"/>
                <a:pathLst>
                  <a:path w="914721" h="916206">
                    <a:moveTo>
                      <a:pt x="914400" y="914400"/>
                    </a:moveTo>
                    <a:lnTo>
                      <a:pt x="914721" y="914400"/>
                    </a:lnTo>
                    <a:lnTo>
                      <a:pt x="914400" y="916206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h3620"/>
              <p:cNvSpPr/>
              <p:nvPr/>
            </p:nvSpPr>
            <p:spPr>
              <a:xfrm>
                <a:off x="2281048" y="1998687"/>
                <a:ext cx="914400" cy="92777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774">
                    <a:moveTo>
                      <a:pt x="914400" y="914400"/>
                    </a:moveTo>
                    <a:lnTo>
                      <a:pt x="914400" y="927774"/>
                    </a:lnTo>
                    <a:lnTo>
                      <a:pt x="912093" y="924173"/>
                    </a:lnTo>
                    <a:lnTo>
                      <a:pt x="907894" y="916900"/>
                    </a:lnTo>
                    <a:lnTo>
                      <a:pt x="906592" y="914400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h3621"/>
              <p:cNvSpPr/>
              <p:nvPr/>
            </p:nvSpPr>
            <p:spPr>
              <a:xfrm>
                <a:off x="228104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18" y="931638"/>
                    </a:lnTo>
                    <a:lnTo>
                      <a:pt x="916487" y="931034"/>
                    </a:lnTo>
                    <a:lnTo>
                      <a:pt x="914400" y="927774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h3622"/>
              <p:cNvSpPr/>
              <p:nvPr/>
            </p:nvSpPr>
            <p:spPr>
              <a:xfrm>
                <a:off x="22903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h3623"/>
              <p:cNvSpPr/>
              <p:nvPr/>
            </p:nvSpPr>
            <p:spPr>
              <a:xfrm>
                <a:off x="22995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h3624"/>
              <p:cNvSpPr/>
              <p:nvPr/>
            </p:nvSpPr>
            <p:spPr>
              <a:xfrm>
                <a:off x="230883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h3625"/>
              <p:cNvSpPr/>
              <p:nvPr/>
            </p:nvSpPr>
            <p:spPr>
              <a:xfrm>
                <a:off x="23180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h3626"/>
              <p:cNvSpPr/>
              <p:nvPr/>
            </p:nvSpPr>
            <p:spPr>
              <a:xfrm>
                <a:off x="23273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h3627"/>
              <p:cNvSpPr/>
              <p:nvPr/>
            </p:nvSpPr>
            <p:spPr>
              <a:xfrm>
                <a:off x="23366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h3628"/>
              <p:cNvSpPr/>
              <p:nvPr/>
            </p:nvSpPr>
            <p:spPr>
              <a:xfrm>
                <a:off x="23458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h3629"/>
              <p:cNvSpPr/>
              <p:nvPr/>
            </p:nvSpPr>
            <p:spPr>
              <a:xfrm>
                <a:off x="235514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h3630"/>
              <p:cNvSpPr/>
              <p:nvPr/>
            </p:nvSpPr>
            <p:spPr>
              <a:xfrm>
                <a:off x="23644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h3631"/>
              <p:cNvSpPr/>
              <p:nvPr/>
            </p:nvSpPr>
            <p:spPr>
              <a:xfrm>
                <a:off x="23736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h3632"/>
              <p:cNvSpPr/>
              <p:nvPr/>
            </p:nvSpPr>
            <p:spPr>
              <a:xfrm>
                <a:off x="23829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h3633"/>
              <p:cNvSpPr/>
              <p:nvPr/>
            </p:nvSpPr>
            <p:spPr>
              <a:xfrm>
                <a:off x="239219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h3634"/>
              <p:cNvSpPr/>
              <p:nvPr/>
            </p:nvSpPr>
            <p:spPr>
              <a:xfrm>
                <a:off x="24014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h3635"/>
              <p:cNvSpPr/>
              <p:nvPr/>
            </p:nvSpPr>
            <p:spPr>
              <a:xfrm>
                <a:off x="24107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h3636"/>
              <p:cNvSpPr/>
              <p:nvPr/>
            </p:nvSpPr>
            <p:spPr>
              <a:xfrm>
                <a:off x="24199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h3637"/>
              <p:cNvSpPr/>
              <p:nvPr/>
            </p:nvSpPr>
            <p:spPr>
              <a:xfrm>
                <a:off x="24292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h3638"/>
              <p:cNvSpPr/>
              <p:nvPr/>
            </p:nvSpPr>
            <p:spPr>
              <a:xfrm>
                <a:off x="243850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h3639"/>
              <p:cNvSpPr/>
              <p:nvPr/>
            </p:nvSpPr>
            <p:spPr>
              <a:xfrm>
                <a:off x="24477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h3640"/>
              <p:cNvSpPr/>
              <p:nvPr/>
            </p:nvSpPr>
            <p:spPr>
              <a:xfrm>
                <a:off x="24570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h3641"/>
              <p:cNvSpPr/>
              <p:nvPr/>
            </p:nvSpPr>
            <p:spPr>
              <a:xfrm>
                <a:off x="24662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h3642"/>
              <p:cNvSpPr/>
              <p:nvPr/>
            </p:nvSpPr>
            <p:spPr>
              <a:xfrm>
                <a:off x="247555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h3643"/>
              <p:cNvSpPr/>
              <p:nvPr/>
            </p:nvSpPr>
            <p:spPr>
              <a:xfrm>
                <a:off x="24848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h3644"/>
              <p:cNvSpPr/>
              <p:nvPr/>
            </p:nvSpPr>
            <p:spPr>
              <a:xfrm>
                <a:off x="24940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h3645"/>
              <p:cNvSpPr/>
              <p:nvPr/>
            </p:nvSpPr>
            <p:spPr>
              <a:xfrm>
                <a:off x="25033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h3646"/>
              <p:cNvSpPr/>
              <p:nvPr/>
            </p:nvSpPr>
            <p:spPr>
              <a:xfrm>
                <a:off x="25126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h3647"/>
              <p:cNvSpPr/>
              <p:nvPr/>
            </p:nvSpPr>
            <p:spPr>
              <a:xfrm>
                <a:off x="2521866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h3648"/>
              <p:cNvSpPr/>
              <p:nvPr/>
            </p:nvSpPr>
            <p:spPr>
              <a:xfrm>
                <a:off x="253112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h3649"/>
              <p:cNvSpPr/>
              <p:nvPr/>
            </p:nvSpPr>
            <p:spPr>
              <a:xfrm>
                <a:off x="254039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h3650"/>
              <p:cNvSpPr/>
              <p:nvPr/>
            </p:nvSpPr>
            <p:spPr>
              <a:xfrm>
                <a:off x="254965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h3651"/>
              <p:cNvSpPr/>
              <p:nvPr/>
            </p:nvSpPr>
            <p:spPr>
              <a:xfrm>
                <a:off x="255891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h3652"/>
              <p:cNvSpPr/>
              <p:nvPr/>
            </p:nvSpPr>
            <p:spPr>
              <a:xfrm>
                <a:off x="2577439" y="20159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11" y="897161"/>
                    </a:lnTo>
                    <a:lnTo>
                      <a:pt x="913216" y="897722"/>
                    </a:lnTo>
                    <a:lnTo>
                      <a:pt x="914400" y="899553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h3653"/>
              <p:cNvSpPr/>
              <p:nvPr/>
            </p:nvSpPr>
            <p:spPr>
              <a:xfrm>
                <a:off x="2577439" y="2015925"/>
                <a:ext cx="92324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41" h="914400">
                    <a:moveTo>
                      <a:pt x="914400" y="914400"/>
                    </a:moveTo>
                    <a:lnTo>
                      <a:pt x="914400" y="899553"/>
                    </a:lnTo>
                    <a:lnTo>
                      <a:pt x="917850" y="904896"/>
                    </a:lnTo>
                    <a:lnTo>
                      <a:pt x="922269" y="912528"/>
                    </a:lnTo>
                    <a:lnTo>
                      <a:pt x="923241" y="914400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h3654"/>
              <p:cNvSpPr/>
              <p:nvPr/>
            </p:nvSpPr>
            <p:spPr>
              <a:xfrm>
                <a:off x="3123910" y="19986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014" y="931638"/>
                    </a:lnTo>
                    <a:lnTo>
                      <a:pt x="909933" y="923600"/>
                    </a:lnTo>
                    <a:lnTo>
                      <a:pt x="910102" y="914400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h3655"/>
              <p:cNvSpPr/>
              <p:nvPr/>
            </p:nvSpPr>
            <p:spPr>
              <a:xfrm>
                <a:off x="312391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h3656"/>
              <p:cNvSpPr/>
              <p:nvPr/>
            </p:nvSpPr>
            <p:spPr>
              <a:xfrm>
                <a:off x="313317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h3657"/>
              <p:cNvSpPr/>
              <p:nvPr/>
            </p:nvSpPr>
            <p:spPr>
              <a:xfrm>
                <a:off x="314243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h3658"/>
              <p:cNvSpPr/>
              <p:nvPr/>
            </p:nvSpPr>
            <p:spPr>
              <a:xfrm>
                <a:off x="315169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h3659"/>
              <p:cNvSpPr/>
              <p:nvPr/>
            </p:nvSpPr>
            <p:spPr>
              <a:xfrm>
                <a:off x="316095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h3660"/>
              <p:cNvSpPr/>
              <p:nvPr/>
            </p:nvSpPr>
            <p:spPr>
              <a:xfrm>
                <a:off x="317022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h3661"/>
              <p:cNvSpPr/>
              <p:nvPr/>
            </p:nvSpPr>
            <p:spPr>
              <a:xfrm>
                <a:off x="317948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h3662"/>
              <p:cNvSpPr/>
              <p:nvPr/>
            </p:nvSpPr>
            <p:spPr>
              <a:xfrm>
                <a:off x="318874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h3663"/>
              <p:cNvSpPr/>
              <p:nvPr/>
            </p:nvSpPr>
            <p:spPr>
              <a:xfrm>
                <a:off x="319800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h3664"/>
              <p:cNvSpPr/>
              <p:nvPr/>
            </p:nvSpPr>
            <p:spPr>
              <a:xfrm>
                <a:off x="320727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h3665"/>
              <p:cNvSpPr/>
              <p:nvPr/>
            </p:nvSpPr>
            <p:spPr>
              <a:xfrm>
                <a:off x="321653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h3666"/>
              <p:cNvSpPr/>
              <p:nvPr/>
            </p:nvSpPr>
            <p:spPr>
              <a:xfrm>
                <a:off x="322579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h3667"/>
              <p:cNvSpPr/>
              <p:nvPr/>
            </p:nvSpPr>
            <p:spPr>
              <a:xfrm>
                <a:off x="323505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h3668"/>
              <p:cNvSpPr/>
              <p:nvPr/>
            </p:nvSpPr>
            <p:spPr>
              <a:xfrm>
                <a:off x="324431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h3669"/>
              <p:cNvSpPr/>
              <p:nvPr/>
            </p:nvSpPr>
            <p:spPr>
              <a:xfrm>
                <a:off x="325358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h3670"/>
              <p:cNvSpPr/>
              <p:nvPr/>
            </p:nvSpPr>
            <p:spPr>
              <a:xfrm>
                <a:off x="326284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h3671"/>
              <p:cNvSpPr/>
              <p:nvPr/>
            </p:nvSpPr>
            <p:spPr>
              <a:xfrm>
                <a:off x="327210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h3672"/>
              <p:cNvSpPr/>
              <p:nvPr/>
            </p:nvSpPr>
            <p:spPr>
              <a:xfrm>
                <a:off x="3281368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h3673"/>
              <p:cNvSpPr/>
              <p:nvPr/>
            </p:nvSpPr>
            <p:spPr>
              <a:xfrm>
                <a:off x="3290630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h3674"/>
              <p:cNvSpPr/>
              <p:nvPr/>
            </p:nvSpPr>
            <p:spPr>
              <a:xfrm>
                <a:off x="3299892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h3675"/>
              <p:cNvSpPr/>
              <p:nvPr/>
            </p:nvSpPr>
            <p:spPr>
              <a:xfrm>
                <a:off x="3309154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h3676"/>
              <p:cNvSpPr/>
              <p:nvPr/>
            </p:nvSpPr>
            <p:spPr>
              <a:xfrm>
                <a:off x="3318417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h3677"/>
              <p:cNvSpPr/>
              <p:nvPr/>
            </p:nvSpPr>
            <p:spPr>
              <a:xfrm>
                <a:off x="3327679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h3678"/>
              <p:cNvSpPr/>
              <p:nvPr/>
            </p:nvSpPr>
            <p:spPr>
              <a:xfrm>
                <a:off x="3336941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h3679"/>
              <p:cNvSpPr/>
              <p:nvPr/>
            </p:nvSpPr>
            <p:spPr>
              <a:xfrm>
                <a:off x="3346203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h3680"/>
              <p:cNvSpPr/>
              <p:nvPr/>
            </p:nvSpPr>
            <p:spPr>
              <a:xfrm>
                <a:off x="3355465" y="19986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h3681"/>
              <p:cNvSpPr/>
              <p:nvPr/>
            </p:nvSpPr>
            <p:spPr>
              <a:xfrm>
                <a:off x="3364728" y="2015925"/>
                <a:ext cx="9175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7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79" y="897161"/>
                    </a:lnTo>
                    <a:lnTo>
                      <a:pt x="917290" y="898935"/>
                    </a:lnTo>
                    <a:lnTo>
                      <a:pt x="916799" y="901947"/>
                    </a:lnTo>
                    <a:lnTo>
                      <a:pt x="916309" y="904959"/>
                    </a:lnTo>
                    <a:lnTo>
                      <a:pt x="915818" y="907970"/>
                    </a:lnTo>
                    <a:lnTo>
                      <a:pt x="915326" y="910996"/>
                    </a:lnTo>
                    <a:lnTo>
                      <a:pt x="914721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h3682"/>
              <p:cNvSpPr/>
              <p:nvPr/>
            </p:nvSpPr>
            <p:spPr>
              <a:xfrm>
                <a:off x="2271786" y="1981448"/>
                <a:ext cx="914400" cy="9288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44">
                    <a:moveTo>
                      <a:pt x="914400" y="914400"/>
                    </a:moveTo>
                    <a:lnTo>
                      <a:pt x="914400" y="928844"/>
                    </a:lnTo>
                    <a:lnTo>
                      <a:pt x="913164" y="926472"/>
                    </a:lnTo>
                    <a:lnTo>
                      <a:pt x="909391" y="918432"/>
                    </a:lnTo>
                    <a:lnTo>
                      <a:pt x="907687" y="914400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h3683"/>
              <p:cNvSpPr/>
              <p:nvPr/>
            </p:nvSpPr>
            <p:spPr>
              <a:xfrm>
                <a:off x="227178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54" y="931638"/>
                    </a:lnTo>
                    <a:lnTo>
                      <a:pt x="914400" y="928844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h3684"/>
              <p:cNvSpPr/>
              <p:nvPr/>
            </p:nvSpPr>
            <p:spPr>
              <a:xfrm>
                <a:off x="228104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h3685"/>
              <p:cNvSpPr/>
              <p:nvPr/>
            </p:nvSpPr>
            <p:spPr>
              <a:xfrm>
                <a:off x="22903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h3686"/>
              <p:cNvSpPr/>
              <p:nvPr/>
            </p:nvSpPr>
            <p:spPr>
              <a:xfrm>
                <a:off x="22995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h3687"/>
              <p:cNvSpPr/>
              <p:nvPr/>
            </p:nvSpPr>
            <p:spPr>
              <a:xfrm>
                <a:off x="230883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h3688"/>
              <p:cNvSpPr/>
              <p:nvPr/>
            </p:nvSpPr>
            <p:spPr>
              <a:xfrm>
                <a:off x="23180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h3689"/>
              <p:cNvSpPr/>
              <p:nvPr/>
            </p:nvSpPr>
            <p:spPr>
              <a:xfrm>
                <a:off x="23273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h3690"/>
              <p:cNvSpPr/>
              <p:nvPr/>
            </p:nvSpPr>
            <p:spPr>
              <a:xfrm>
                <a:off x="23366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h3691"/>
              <p:cNvSpPr/>
              <p:nvPr/>
            </p:nvSpPr>
            <p:spPr>
              <a:xfrm>
                <a:off x="23458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h3692"/>
              <p:cNvSpPr/>
              <p:nvPr/>
            </p:nvSpPr>
            <p:spPr>
              <a:xfrm>
                <a:off x="235514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h3693"/>
              <p:cNvSpPr/>
              <p:nvPr/>
            </p:nvSpPr>
            <p:spPr>
              <a:xfrm>
                <a:off x="23644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h3694"/>
              <p:cNvSpPr/>
              <p:nvPr/>
            </p:nvSpPr>
            <p:spPr>
              <a:xfrm>
                <a:off x="23736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h3695"/>
              <p:cNvSpPr/>
              <p:nvPr/>
            </p:nvSpPr>
            <p:spPr>
              <a:xfrm>
                <a:off x="23829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h3696"/>
              <p:cNvSpPr/>
              <p:nvPr/>
            </p:nvSpPr>
            <p:spPr>
              <a:xfrm>
                <a:off x="239219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h3697"/>
              <p:cNvSpPr/>
              <p:nvPr/>
            </p:nvSpPr>
            <p:spPr>
              <a:xfrm>
                <a:off x="24014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h3698"/>
              <p:cNvSpPr/>
              <p:nvPr/>
            </p:nvSpPr>
            <p:spPr>
              <a:xfrm>
                <a:off x="24107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h3699"/>
              <p:cNvSpPr/>
              <p:nvPr/>
            </p:nvSpPr>
            <p:spPr>
              <a:xfrm>
                <a:off x="24199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h3700"/>
              <p:cNvSpPr/>
              <p:nvPr/>
            </p:nvSpPr>
            <p:spPr>
              <a:xfrm>
                <a:off x="24292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h3701"/>
              <p:cNvSpPr/>
              <p:nvPr/>
            </p:nvSpPr>
            <p:spPr>
              <a:xfrm>
                <a:off x="243850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h3702"/>
              <p:cNvSpPr/>
              <p:nvPr/>
            </p:nvSpPr>
            <p:spPr>
              <a:xfrm>
                <a:off x="24477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h3703"/>
              <p:cNvSpPr/>
              <p:nvPr/>
            </p:nvSpPr>
            <p:spPr>
              <a:xfrm>
                <a:off x="24570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h3704"/>
              <p:cNvSpPr/>
              <p:nvPr/>
            </p:nvSpPr>
            <p:spPr>
              <a:xfrm>
                <a:off x="24662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h3705"/>
              <p:cNvSpPr/>
              <p:nvPr/>
            </p:nvSpPr>
            <p:spPr>
              <a:xfrm>
                <a:off x="247555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h3706"/>
              <p:cNvSpPr/>
              <p:nvPr/>
            </p:nvSpPr>
            <p:spPr>
              <a:xfrm>
                <a:off x="24848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h3707"/>
              <p:cNvSpPr/>
              <p:nvPr/>
            </p:nvSpPr>
            <p:spPr>
              <a:xfrm>
                <a:off x="24940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h3708"/>
              <p:cNvSpPr/>
              <p:nvPr/>
            </p:nvSpPr>
            <p:spPr>
              <a:xfrm>
                <a:off x="25033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h3709"/>
              <p:cNvSpPr/>
              <p:nvPr/>
            </p:nvSpPr>
            <p:spPr>
              <a:xfrm>
                <a:off x="25126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h3710"/>
              <p:cNvSpPr/>
              <p:nvPr/>
            </p:nvSpPr>
            <p:spPr>
              <a:xfrm>
                <a:off x="2521866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h3711"/>
              <p:cNvSpPr/>
              <p:nvPr/>
            </p:nvSpPr>
            <p:spPr>
              <a:xfrm>
                <a:off x="253112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h3712"/>
              <p:cNvSpPr/>
              <p:nvPr/>
            </p:nvSpPr>
            <p:spPr>
              <a:xfrm>
                <a:off x="254039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h3713"/>
              <p:cNvSpPr/>
              <p:nvPr/>
            </p:nvSpPr>
            <p:spPr>
              <a:xfrm>
                <a:off x="254965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h3714"/>
              <p:cNvSpPr/>
              <p:nvPr/>
            </p:nvSpPr>
            <p:spPr>
              <a:xfrm>
                <a:off x="2568177" y="1998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133" y="897161"/>
                    </a:lnTo>
                    <a:lnTo>
                      <a:pt x="912618" y="902065"/>
                    </a:lnTo>
                    <a:lnTo>
                      <a:pt x="914400" y="904263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h3715"/>
              <p:cNvSpPr/>
              <p:nvPr/>
            </p:nvSpPr>
            <p:spPr>
              <a:xfrm>
                <a:off x="2568177" y="1998687"/>
                <a:ext cx="9220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4" h="914400">
                    <a:moveTo>
                      <a:pt x="914400" y="914400"/>
                    </a:moveTo>
                    <a:lnTo>
                      <a:pt x="914400" y="904263"/>
                    </a:lnTo>
                    <a:lnTo>
                      <a:pt x="917642" y="908264"/>
                    </a:lnTo>
                    <a:lnTo>
                      <a:pt x="922074" y="914400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h3716"/>
              <p:cNvSpPr/>
              <p:nvPr/>
            </p:nvSpPr>
            <p:spPr>
              <a:xfrm>
                <a:off x="3123910" y="19814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02" y="931638"/>
                    </a:lnTo>
                    <a:lnTo>
                      <a:pt x="910135" y="929860"/>
                    </a:lnTo>
                    <a:lnTo>
                      <a:pt x="910649" y="918918"/>
                    </a:lnTo>
                    <a:lnTo>
                      <a:pt x="910992" y="914400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h3717"/>
              <p:cNvSpPr/>
              <p:nvPr/>
            </p:nvSpPr>
            <p:spPr>
              <a:xfrm>
                <a:off x="312391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h3718"/>
              <p:cNvSpPr/>
              <p:nvPr/>
            </p:nvSpPr>
            <p:spPr>
              <a:xfrm>
                <a:off x="313317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h3719"/>
              <p:cNvSpPr/>
              <p:nvPr/>
            </p:nvSpPr>
            <p:spPr>
              <a:xfrm>
                <a:off x="314243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h3720"/>
              <p:cNvSpPr/>
              <p:nvPr/>
            </p:nvSpPr>
            <p:spPr>
              <a:xfrm>
                <a:off x="315169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h3721"/>
              <p:cNvSpPr/>
              <p:nvPr/>
            </p:nvSpPr>
            <p:spPr>
              <a:xfrm>
                <a:off x="316095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h3722"/>
              <p:cNvSpPr/>
              <p:nvPr/>
            </p:nvSpPr>
            <p:spPr>
              <a:xfrm>
                <a:off x="317022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h3723"/>
              <p:cNvSpPr/>
              <p:nvPr/>
            </p:nvSpPr>
            <p:spPr>
              <a:xfrm>
                <a:off x="317948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h3724"/>
              <p:cNvSpPr/>
              <p:nvPr/>
            </p:nvSpPr>
            <p:spPr>
              <a:xfrm>
                <a:off x="318874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h3725"/>
              <p:cNvSpPr/>
              <p:nvPr/>
            </p:nvSpPr>
            <p:spPr>
              <a:xfrm>
                <a:off x="319800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h3726"/>
              <p:cNvSpPr/>
              <p:nvPr/>
            </p:nvSpPr>
            <p:spPr>
              <a:xfrm>
                <a:off x="320727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h3727"/>
              <p:cNvSpPr/>
              <p:nvPr/>
            </p:nvSpPr>
            <p:spPr>
              <a:xfrm>
                <a:off x="321653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h3728"/>
              <p:cNvSpPr/>
              <p:nvPr/>
            </p:nvSpPr>
            <p:spPr>
              <a:xfrm>
                <a:off x="322579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h3729"/>
              <p:cNvSpPr/>
              <p:nvPr/>
            </p:nvSpPr>
            <p:spPr>
              <a:xfrm>
                <a:off x="323505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h3730"/>
              <p:cNvSpPr/>
              <p:nvPr/>
            </p:nvSpPr>
            <p:spPr>
              <a:xfrm>
                <a:off x="324431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h3731"/>
              <p:cNvSpPr/>
              <p:nvPr/>
            </p:nvSpPr>
            <p:spPr>
              <a:xfrm>
                <a:off x="325358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h3732"/>
              <p:cNvSpPr/>
              <p:nvPr/>
            </p:nvSpPr>
            <p:spPr>
              <a:xfrm>
                <a:off x="326284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h3733"/>
              <p:cNvSpPr/>
              <p:nvPr/>
            </p:nvSpPr>
            <p:spPr>
              <a:xfrm>
                <a:off x="327210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h3734"/>
              <p:cNvSpPr/>
              <p:nvPr/>
            </p:nvSpPr>
            <p:spPr>
              <a:xfrm>
                <a:off x="3281368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h3735"/>
              <p:cNvSpPr/>
              <p:nvPr/>
            </p:nvSpPr>
            <p:spPr>
              <a:xfrm>
                <a:off x="3290630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h3736"/>
              <p:cNvSpPr/>
              <p:nvPr/>
            </p:nvSpPr>
            <p:spPr>
              <a:xfrm>
                <a:off x="3299892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h3737"/>
              <p:cNvSpPr/>
              <p:nvPr/>
            </p:nvSpPr>
            <p:spPr>
              <a:xfrm>
                <a:off x="3309154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h3738"/>
              <p:cNvSpPr/>
              <p:nvPr/>
            </p:nvSpPr>
            <p:spPr>
              <a:xfrm>
                <a:off x="3318417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h3739"/>
              <p:cNvSpPr/>
              <p:nvPr/>
            </p:nvSpPr>
            <p:spPr>
              <a:xfrm>
                <a:off x="3327679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h3740"/>
              <p:cNvSpPr/>
              <p:nvPr/>
            </p:nvSpPr>
            <p:spPr>
              <a:xfrm>
                <a:off x="3336941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h3741"/>
              <p:cNvSpPr/>
              <p:nvPr/>
            </p:nvSpPr>
            <p:spPr>
              <a:xfrm>
                <a:off x="3346203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h3742"/>
              <p:cNvSpPr/>
              <p:nvPr/>
            </p:nvSpPr>
            <p:spPr>
              <a:xfrm>
                <a:off x="3355465" y="19814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h3743"/>
              <p:cNvSpPr/>
              <p:nvPr/>
            </p:nvSpPr>
            <p:spPr>
              <a:xfrm>
                <a:off x="3364728" y="1998687"/>
                <a:ext cx="9202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28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284" y="897161"/>
                    </a:lnTo>
                    <a:lnTo>
                      <a:pt x="919257" y="904113"/>
                    </a:lnTo>
                    <a:lnTo>
                      <a:pt x="918764" y="907138"/>
                    </a:lnTo>
                    <a:lnTo>
                      <a:pt x="918272" y="910150"/>
                    </a:lnTo>
                    <a:lnTo>
                      <a:pt x="917781" y="913162"/>
                    </a:lnTo>
                    <a:lnTo>
                      <a:pt x="917579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h3744"/>
              <p:cNvSpPr/>
              <p:nvPr/>
            </p:nvSpPr>
            <p:spPr>
              <a:xfrm>
                <a:off x="2262523" y="1964210"/>
                <a:ext cx="914400" cy="92541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14">
                    <a:moveTo>
                      <a:pt x="914400" y="914400"/>
                    </a:moveTo>
                    <a:lnTo>
                      <a:pt x="914400" y="925414"/>
                    </a:lnTo>
                    <a:lnTo>
                      <a:pt x="911799" y="918559"/>
                    </a:lnTo>
                    <a:lnTo>
                      <a:pt x="910388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h3745"/>
              <p:cNvSpPr/>
              <p:nvPr/>
            </p:nvSpPr>
            <p:spPr>
              <a:xfrm>
                <a:off x="226252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49" y="931638"/>
                    </a:lnTo>
                    <a:lnTo>
                      <a:pt x="915107" y="927279"/>
                    </a:lnTo>
                    <a:lnTo>
                      <a:pt x="914400" y="925414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h3746"/>
              <p:cNvSpPr/>
              <p:nvPr/>
            </p:nvSpPr>
            <p:spPr>
              <a:xfrm>
                <a:off x="227178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h3747"/>
              <p:cNvSpPr/>
              <p:nvPr/>
            </p:nvSpPr>
            <p:spPr>
              <a:xfrm>
                <a:off x="228104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h3748"/>
              <p:cNvSpPr/>
              <p:nvPr/>
            </p:nvSpPr>
            <p:spPr>
              <a:xfrm>
                <a:off x="22903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h3749"/>
              <p:cNvSpPr/>
              <p:nvPr/>
            </p:nvSpPr>
            <p:spPr>
              <a:xfrm>
                <a:off x="22995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h3750"/>
              <p:cNvSpPr/>
              <p:nvPr/>
            </p:nvSpPr>
            <p:spPr>
              <a:xfrm>
                <a:off x="230883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h3751"/>
              <p:cNvSpPr/>
              <p:nvPr/>
            </p:nvSpPr>
            <p:spPr>
              <a:xfrm>
                <a:off x="23180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h3752"/>
              <p:cNvSpPr/>
              <p:nvPr/>
            </p:nvSpPr>
            <p:spPr>
              <a:xfrm>
                <a:off x="23273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h3753"/>
              <p:cNvSpPr/>
              <p:nvPr/>
            </p:nvSpPr>
            <p:spPr>
              <a:xfrm>
                <a:off x="23366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h3754"/>
              <p:cNvSpPr/>
              <p:nvPr/>
            </p:nvSpPr>
            <p:spPr>
              <a:xfrm>
                <a:off x="23458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h3755"/>
              <p:cNvSpPr/>
              <p:nvPr/>
            </p:nvSpPr>
            <p:spPr>
              <a:xfrm>
                <a:off x="235514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h3756"/>
              <p:cNvSpPr/>
              <p:nvPr/>
            </p:nvSpPr>
            <p:spPr>
              <a:xfrm>
                <a:off x="23644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h3757"/>
              <p:cNvSpPr/>
              <p:nvPr/>
            </p:nvSpPr>
            <p:spPr>
              <a:xfrm>
                <a:off x="23736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h3758"/>
              <p:cNvSpPr/>
              <p:nvPr/>
            </p:nvSpPr>
            <p:spPr>
              <a:xfrm>
                <a:off x="23829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h3759"/>
              <p:cNvSpPr/>
              <p:nvPr/>
            </p:nvSpPr>
            <p:spPr>
              <a:xfrm>
                <a:off x="239219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h3760"/>
              <p:cNvSpPr/>
              <p:nvPr/>
            </p:nvSpPr>
            <p:spPr>
              <a:xfrm>
                <a:off x="24014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h3761"/>
              <p:cNvSpPr/>
              <p:nvPr/>
            </p:nvSpPr>
            <p:spPr>
              <a:xfrm>
                <a:off x="24107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h3762"/>
              <p:cNvSpPr/>
              <p:nvPr/>
            </p:nvSpPr>
            <p:spPr>
              <a:xfrm>
                <a:off x="24199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h3763"/>
              <p:cNvSpPr/>
              <p:nvPr/>
            </p:nvSpPr>
            <p:spPr>
              <a:xfrm>
                <a:off x="24292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h3764"/>
              <p:cNvSpPr/>
              <p:nvPr/>
            </p:nvSpPr>
            <p:spPr>
              <a:xfrm>
                <a:off x="243850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h3765"/>
              <p:cNvSpPr/>
              <p:nvPr/>
            </p:nvSpPr>
            <p:spPr>
              <a:xfrm>
                <a:off x="24477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h3766"/>
              <p:cNvSpPr/>
              <p:nvPr/>
            </p:nvSpPr>
            <p:spPr>
              <a:xfrm>
                <a:off x="24570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h3767"/>
              <p:cNvSpPr/>
              <p:nvPr/>
            </p:nvSpPr>
            <p:spPr>
              <a:xfrm>
                <a:off x="24662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h3768"/>
              <p:cNvSpPr/>
              <p:nvPr/>
            </p:nvSpPr>
            <p:spPr>
              <a:xfrm>
                <a:off x="247555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h3769"/>
              <p:cNvSpPr/>
              <p:nvPr/>
            </p:nvSpPr>
            <p:spPr>
              <a:xfrm>
                <a:off x="24848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h3770"/>
              <p:cNvSpPr/>
              <p:nvPr/>
            </p:nvSpPr>
            <p:spPr>
              <a:xfrm>
                <a:off x="24940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h3771"/>
              <p:cNvSpPr/>
              <p:nvPr/>
            </p:nvSpPr>
            <p:spPr>
              <a:xfrm>
                <a:off x="25033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h3772"/>
              <p:cNvSpPr/>
              <p:nvPr/>
            </p:nvSpPr>
            <p:spPr>
              <a:xfrm>
                <a:off x="25126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h3773"/>
              <p:cNvSpPr/>
              <p:nvPr/>
            </p:nvSpPr>
            <p:spPr>
              <a:xfrm>
                <a:off x="2521866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h3774"/>
              <p:cNvSpPr/>
              <p:nvPr/>
            </p:nvSpPr>
            <p:spPr>
              <a:xfrm>
                <a:off x="253112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h3775"/>
              <p:cNvSpPr/>
              <p:nvPr/>
            </p:nvSpPr>
            <p:spPr>
              <a:xfrm>
                <a:off x="2549652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899671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h3776"/>
              <p:cNvSpPr/>
              <p:nvPr/>
            </p:nvSpPr>
            <p:spPr>
              <a:xfrm>
                <a:off x="2558914" y="19814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71"/>
                    </a:lnTo>
                    <a:lnTo>
                      <a:pt x="906977" y="903668"/>
                    </a:lnTo>
                    <a:lnTo>
                      <a:pt x="907198" y="903894"/>
                    </a:lnTo>
                    <a:lnTo>
                      <a:pt x="907419" y="904121"/>
                    </a:lnTo>
                    <a:lnTo>
                      <a:pt x="907639" y="904347"/>
                    </a:lnTo>
                    <a:lnTo>
                      <a:pt x="907860" y="904573"/>
                    </a:lnTo>
                    <a:lnTo>
                      <a:pt x="908081" y="904799"/>
                    </a:lnTo>
                    <a:lnTo>
                      <a:pt x="908301" y="905025"/>
                    </a:lnTo>
                    <a:lnTo>
                      <a:pt x="908522" y="905251"/>
                    </a:lnTo>
                    <a:lnTo>
                      <a:pt x="908743" y="905477"/>
                    </a:lnTo>
                    <a:lnTo>
                      <a:pt x="908964" y="905703"/>
                    </a:lnTo>
                    <a:lnTo>
                      <a:pt x="909184" y="905930"/>
                    </a:lnTo>
                    <a:lnTo>
                      <a:pt x="909405" y="906156"/>
                    </a:lnTo>
                    <a:lnTo>
                      <a:pt x="909626" y="906382"/>
                    </a:lnTo>
                    <a:lnTo>
                      <a:pt x="909846" y="906608"/>
                    </a:lnTo>
                    <a:lnTo>
                      <a:pt x="910067" y="906834"/>
                    </a:lnTo>
                    <a:lnTo>
                      <a:pt x="910288" y="907060"/>
                    </a:lnTo>
                    <a:lnTo>
                      <a:pt x="910508" y="907287"/>
                    </a:lnTo>
                    <a:lnTo>
                      <a:pt x="910729" y="907513"/>
                    </a:lnTo>
                    <a:lnTo>
                      <a:pt x="910950" y="907739"/>
                    </a:lnTo>
                    <a:lnTo>
                      <a:pt x="911170" y="907965"/>
                    </a:lnTo>
                    <a:lnTo>
                      <a:pt x="911391" y="908191"/>
                    </a:lnTo>
                    <a:lnTo>
                      <a:pt x="911611" y="908417"/>
                    </a:lnTo>
                    <a:lnTo>
                      <a:pt x="911832" y="908644"/>
                    </a:lnTo>
                    <a:lnTo>
                      <a:pt x="912053" y="908870"/>
                    </a:lnTo>
                    <a:lnTo>
                      <a:pt x="912273" y="909096"/>
                    </a:lnTo>
                    <a:lnTo>
                      <a:pt x="912494" y="909322"/>
                    </a:lnTo>
                    <a:lnTo>
                      <a:pt x="912714" y="909548"/>
                    </a:lnTo>
                    <a:lnTo>
                      <a:pt x="912935" y="909775"/>
                    </a:lnTo>
                    <a:lnTo>
                      <a:pt x="913155" y="910001"/>
                    </a:lnTo>
                    <a:lnTo>
                      <a:pt x="913376" y="910227"/>
                    </a:lnTo>
                    <a:lnTo>
                      <a:pt x="913596" y="910453"/>
                    </a:lnTo>
                    <a:lnTo>
                      <a:pt x="913817" y="910680"/>
                    </a:lnTo>
                    <a:lnTo>
                      <a:pt x="914037" y="910906"/>
                    </a:lnTo>
                    <a:lnTo>
                      <a:pt x="914258" y="911132"/>
                    </a:lnTo>
                    <a:lnTo>
                      <a:pt x="914400" y="911277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h3777"/>
              <p:cNvSpPr/>
              <p:nvPr/>
            </p:nvSpPr>
            <p:spPr>
              <a:xfrm>
                <a:off x="2558914" y="1981448"/>
                <a:ext cx="9173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95" h="914400">
                    <a:moveTo>
                      <a:pt x="914400" y="914400"/>
                    </a:moveTo>
                    <a:lnTo>
                      <a:pt x="914479" y="911358"/>
                    </a:lnTo>
                    <a:lnTo>
                      <a:pt x="914699" y="911584"/>
                    </a:lnTo>
                    <a:lnTo>
                      <a:pt x="914919" y="911811"/>
                    </a:lnTo>
                    <a:lnTo>
                      <a:pt x="915140" y="912037"/>
                    </a:lnTo>
                    <a:lnTo>
                      <a:pt x="915360" y="912263"/>
                    </a:lnTo>
                    <a:lnTo>
                      <a:pt x="915581" y="912489"/>
                    </a:lnTo>
                    <a:lnTo>
                      <a:pt x="915801" y="912716"/>
                    </a:lnTo>
                    <a:lnTo>
                      <a:pt x="916022" y="912942"/>
                    </a:lnTo>
                    <a:lnTo>
                      <a:pt x="916242" y="913168"/>
                    </a:lnTo>
                    <a:lnTo>
                      <a:pt x="916463" y="913395"/>
                    </a:lnTo>
                    <a:lnTo>
                      <a:pt x="916683" y="913621"/>
                    </a:lnTo>
                    <a:lnTo>
                      <a:pt x="917395" y="914400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h3778"/>
              <p:cNvSpPr/>
              <p:nvPr/>
            </p:nvSpPr>
            <p:spPr>
              <a:xfrm>
                <a:off x="3123910" y="19642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992" y="931638"/>
                    </a:lnTo>
                    <a:lnTo>
                      <a:pt x="911475" y="925280"/>
                    </a:lnTo>
                    <a:lnTo>
                      <a:pt x="912624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h3779"/>
              <p:cNvSpPr/>
              <p:nvPr/>
            </p:nvSpPr>
            <p:spPr>
              <a:xfrm>
                <a:off x="312391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h3780"/>
              <p:cNvSpPr/>
              <p:nvPr/>
            </p:nvSpPr>
            <p:spPr>
              <a:xfrm>
                <a:off x="313317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h3781"/>
              <p:cNvSpPr/>
              <p:nvPr/>
            </p:nvSpPr>
            <p:spPr>
              <a:xfrm>
                <a:off x="314243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h3782"/>
              <p:cNvSpPr/>
              <p:nvPr/>
            </p:nvSpPr>
            <p:spPr>
              <a:xfrm>
                <a:off x="315169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h3783"/>
              <p:cNvSpPr/>
              <p:nvPr/>
            </p:nvSpPr>
            <p:spPr>
              <a:xfrm>
                <a:off x="316095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h3784"/>
              <p:cNvSpPr/>
              <p:nvPr/>
            </p:nvSpPr>
            <p:spPr>
              <a:xfrm>
                <a:off x="317022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h3785"/>
              <p:cNvSpPr/>
              <p:nvPr/>
            </p:nvSpPr>
            <p:spPr>
              <a:xfrm>
                <a:off x="317948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h3786"/>
              <p:cNvSpPr/>
              <p:nvPr/>
            </p:nvSpPr>
            <p:spPr>
              <a:xfrm>
                <a:off x="318874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h3787"/>
              <p:cNvSpPr/>
              <p:nvPr/>
            </p:nvSpPr>
            <p:spPr>
              <a:xfrm>
                <a:off x="319800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h3788"/>
              <p:cNvSpPr/>
              <p:nvPr/>
            </p:nvSpPr>
            <p:spPr>
              <a:xfrm>
                <a:off x="320727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h3789"/>
              <p:cNvSpPr/>
              <p:nvPr/>
            </p:nvSpPr>
            <p:spPr>
              <a:xfrm>
                <a:off x="321653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h3790"/>
              <p:cNvSpPr/>
              <p:nvPr/>
            </p:nvSpPr>
            <p:spPr>
              <a:xfrm>
                <a:off x="322579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h3791"/>
              <p:cNvSpPr/>
              <p:nvPr/>
            </p:nvSpPr>
            <p:spPr>
              <a:xfrm>
                <a:off x="323505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h3792"/>
              <p:cNvSpPr/>
              <p:nvPr/>
            </p:nvSpPr>
            <p:spPr>
              <a:xfrm>
                <a:off x="324431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h3793"/>
              <p:cNvSpPr/>
              <p:nvPr/>
            </p:nvSpPr>
            <p:spPr>
              <a:xfrm>
                <a:off x="325358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h3794"/>
              <p:cNvSpPr/>
              <p:nvPr/>
            </p:nvSpPr>
            <p:spPr>
              <a:xfrm>
                <a:off x="326284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h3795"/>
              <p:cNvSpPr/>
              <p:nvPr/>
            </p:nvSpPr>
            <p:spPr>
              <a:xfrm>
                <a:off x="327210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h3796"/>
              <p:cNvSpPr/>
              <p:nvPr/>
            </p:nvSpPr>
            <p:spPr>
              <a:xfrm>
                <a:off x="3281368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h3797"/>
              <p:cNvSpPr/>
              <p:nvPr/>
            </p:nvSpPr>
            <p:spPr>
              <a:xfrm>
                <a:off x="3290630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h3798"/>
              <p:cNvSpPr/>
              <p:nvPr/>
            </p:nvSpPr>
            <p:spPr>
              <a:xfrm>
                <a:off x="3299892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h3799"/>
              <p:cNvSpPr/>
              <p:nvPr/>
            </p:nvSpPr>
            <p:spPr>
              <a:xfrm>
                <a:off x="3309154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h3800"/>
              <p:cNvSpPr/>
              <p:nvPr/>
            </p:nvSpPr>
            <p:spPr>
              <a:xfrm>
                <a:off x="3318417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h3801"/>
              <p:cNvSpPr/>
              <p:nvPr/>
            </p:nvSpPr>
            <p:spPr>
              <a:xfrm>
                <a:off x="3327679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h3802"/>
              <p:cNvSpPr/>
              <p:nvPr/>
            </p:nvSpPr>
            <p:spPr>
              <a:xfrm>
                <a:off x="3336941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h3803"/>
              <p:cNvSpPr/>
              <p:nvPr/>
            </p:nvSpPr>
            <p:spPr>
              <a:xfrm>
                <a:off x="3346203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h3804"/>
              <p:cNvSpPr/>
              <p:nvPr/>
            </p:nvSpPr>
            <p:spPr>
              <a:xfrm>
                <a:off x="3355465" y="19642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h3805"/>
              <p:cNvSpPr/>
              <p:nvPr/>
            </p:nvSpPr>
            <p:spPr>
              <a:xfrm>
                <a:off x="3364728" y="1981448"/>
                <a:ext cx="9223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33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337" y="897161"/>
                    </a:lnTo>
                    <a:lnTo>
                      <a:pt x="922096" y="899909"/>
                    </a:lnTo>
                    <a:lnTo>
                      <a:pt x="920831" y="910701"/>
                    </a:lnTo>
                    <a:lnTo>
                      <a:pt x="920284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h3806"/>
              <p:cNvSpPr/>
              <p:nvPr/>
            </p:nvSpPr>
            <p:spPr>
              <a:xfrm>
                <a:off x="225326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50" y="931638"/>
                    </a:lnTo>
                    <a:lnTo>
                      <a:pt x="917998" y="926770"/>
                    </a:lnTo>
                    <a:lnTo>
                      <a:pt x="915190" y="917462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h3807"/>
              <p:cNvSpPr/>
              <p:nvPr/>
            </p:nvSpPr>
            <p:spPr>
              <a:xfrm>
                <a:off x="226252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h3808"/>
              <p:cNvSpPr/>
              <p:nvPr/>
            </p:nvSpPr>
            <p:spPr>
              <a:xfrm>
                <a:off x="227178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h3809"/>
              <p:cNvSpPr/>
              <p:nvPr/>
            </p:nvSpPr>
            <p:spPr>
              <a:xfrm>
                <a:off x="228104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h3810"/>
              <p:cNvSpPr/>
              <p:nvPr/>
            </p:nvSpPr>
            <p:spPr>
              <a:xfrm>
                <a:off x="229031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h3811"/>
              <p:cNvSpPr/>
              <p:nvPr/>
            </p:nvSpPr>
            <p:spPr>
              <a:xfrm>
                <a:off x="22995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h3812"/>
              <p:cNvSpPr/>
              <p:nvPr/>
            </p:nvSpPr>
            <p:spPr>
              <a:xfrm>
                <a:off x="230883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h3813"/>
              <p:cNvSpPr/>
              <p:nvPr/>
            </p:nvSpPr>
            <p:spPr>
              <a:xfrm>
                <a:off x="23180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h3814"/>
              <p:cNvSpPr/>
              <p:nvPr/>
            </p:nvSpPr>
            <p:spPr>
              <a:xfrm>
                <a:off x="23273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h3815"/>
              <p:cNvSpPr/>
              <p:nvPr/>
            </p:nvSpPr>
            <p:spPr>
              <a:xfrm>
                <a:off x="23366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h3816"/>
              <p:cNvSpPr/>
              <p:nvPr/>
            </p:nvSpPr>
            <p:spPr>
              <a:xfrm>
                <a:off x="23458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h3817"/>
              <p:cNvSpPr/>
              <p:nvPr/>
            </p:nvSpPr>
            <p:spPr>
              <a:xfrm>
                <a:off x="235514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h3818"/>
              <p:cNvSpPr/>
              <p:nvPr/>
            </p:nvSpPr>
            <p:spPr>
              <a:xfrm>
                <a:off x="23644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h3819"/>
              <p:cNvSpPr/>
              <p:nvPr/>
            </p:nvSpPr>
            <p:spPr>
              <a:xfrm>
                <a:off x="23736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h3820"/>
              <p:cNvSpPr/>
              <p:nvPr/>
            </p:nvSpPr>
            <p:spPr>
              <a:xfrm>
                <a:off x="23829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h3821"/>
              <p:cNvSpPr/>
              <p:nvPr/>
            </p:nvSpPr>
            <p:spPr>
              <a:xfrm>
                <a:off x="239219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h3822"/>
              <p:cNvSpPr/>
              <p:nvPr/>
            </p:nvSpPr>
            <p:spPr>
              <a:xfrm>
                <a:off x="24014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h3823"/>
              <p:cNvSpPr/>
              <p:nvPr/>
            </p:nvSpPr>
            <p:spPr>
              <a:xfrm>
                <a:off x="24107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h3824"/>
              <p:cNvSpPr/>
              <p:nvPr/>
            </p:nvSpPr>
            <p:spPr>
              <a:xfrm>
                <a:off x="24199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h3825"/>
              <p:cNvSpPr/>
              <p:nvPr/>
            </p:nvSpPr>
            <p:spPr>
              <a:xfrm>
                <a:off x="24292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h3826"/>
              <p:cNvSpPr/>
              <p:nvPr/>
            </p:nvSpPr>
            <p:spPr>
              <a:xfrm>
                <a:off x="243850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h3827"/>
              <p:cNvSpPr/>
              <p:nvPr/>
            </p:nvSpPr>
            <p:spPr>
              <a:xfrm>
                <a:off x="24477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h3828"/>
              <p:cNvSpPr/>
              <p:nvPr/>
            </p:nvSpPr>
            <p:spPr>
              <a:xfrm>
                <a:off x="24570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h3829"/>
              <p:cNvSpPr/>
              <p:nvPr/>
            </p:nvSpPr>
            <p:spPr>
              <a:xfrm>
                <a:off x="24662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h3830"/>
              <p:cNvSpPr/>
              <p:nvPr/>
            </p:nvSpPr>
            <p:spPr>
              <a:xfrm>
                <a:off x="247555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h3831"/>
              <p:cNvSpPr/>
              <p:nvPr/>
            </p:nvSpPr>
            <p:spPr>
              <a:xfrm>
                <a:off x="24848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h3832"/>
              <p:cNvSpPr/>
              <p:nvPr/>
            </p:nvSpPr>
            <p:spPr>
              <a:xfrm>
                <a:off x="24940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h3833"/>
              <p:cNvSpPr/>
              <p:nvPr/>
            </p:nvSpPr>
            <p:spPr>
              <a:xfrm>
                <a:off x="25033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h3834"/>
              <p:cNvSpPr/>
              <p:nvPr/>
            </p:nvSpPr>
            <p:spPr>
              <a:xfrm>
                <a:off x="25126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h3835"/>
              <p:cNvSpPr/>
              <p:nvPr/>
            </p:nvSpPr>
            <p:spPr>
              <a:xfrm>
                <a:off x="2521866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h3836"/>
              <p:cNvSpPr/>
              <p:nvPr/>
            </p:nvSpPr>
            <p:spPr>
              <a:xfrm>
                <a:off x="253112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h3837"/>
              <p:cNvSpPr/>
              <p:nvPr/>
            </p:nvSpPr>
            <p:spPr>
              <a:xfrm>
                <a:off x="2540390" y="1964210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37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h3838"/>
              <p:cNvSpPr/>
              <p:nvPr/>
            </p:nvSpPr>
            <p:spPr>
              <a:xfrm>
                <a:off x="3123910" y="1964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624" y="914400"/>
                    </a:lnTo>
                    <a:lnTo>
                      <a:pt x="914051" y="903848"/>
                    </a:lnTo>
                    <a:lnTo>
                      <a:pt x="914400" y="901752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h3839"/>
              <p:cNvSpPr/>
              <p:nvPr/>
            </p:nvSpPr>
            <p:spPr>
              <a:xfrm>
                <a:off x="3133172" y="19469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991"/>
                    </a:lnTo>
                    <a:lnTo>
                      <a:pt x="905900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h3840"/>
              <p:cNvSpPr/>
              <p:nvPr/>
            </p:nvSpPr>
            <p:spPr>
              <a:xfrm>
                <a:off x="313317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h3841"/>
              <p:cNvSpPr/>
              <p:nvPr/>
            </p:nvSpPr>
            <p:spPr>
              <a:xfrm>
                <a:off x="314243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h3842"/>
              <p:cNvSpPr/>
              <p:nvPr/>
            </p:nvSpPr>
            <p:spPr>
              <a:xfrm>
                <a:off x="315169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h3843"/>
              <p:cNvSpPr/>
              <p:nvPr/>
            </p:nvSpPr>
            <p:spPr>
              <a:xfrm>
                <a:off x="316095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h3844"/>
              <p:cNvSpPr/>
              <p:nvPr/>
            </p:nvSpPr>
            <p:spPr>
              <a:xfrm>
                <a:off x="317022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h3845"/>
              <p:cNvSpPr/>
              <p:nvPr/>
            </p:nvSpPr>
            <p:spPr>
              <a:xfrm>
                <a:off x="317948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h3846"/>
              <p:cNvSpPr/>
              <p:nvPr/>
            </p:nvSpPr>
            <p:spPr>
              <a:xfrm>
                <a:off x="318874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h3847"/>
              <p:cNvSpPr/>
              <p:nvPr/>
            </p:nvSpPr>
            <p:spPr>
              <a:xfrm>
                <a:off x="319800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h3848"/>
              <p:cNvSpPr/>
              <p:nvPr/>
            </p:nvSpPr>
            <p:spPr>
              <a:xfrm>
                <a:off x="320727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h3849"/>
              <p:cNvSpPr/>
              <p:nvPr/>
            </p:nvSpPr>
            <p:spPr>
              <a:xfrm>
                <a:off x="321653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h3850"/>
              <p:cNvSpPr/>
              <p:nvPr/>
            </p:nvSpPr>
            <p:spPr>
              <a:xfrm>
                <a:off x="322579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h3851"/>
              <p:cNvSpPr/>
              <p:nvPr/>
            </p:nvSpPr>
            <p:spPr>
              <a:xfrm>
                <a:off x="323505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h3852"/>
              <p:cNvSpPr/>
              <p:nvPr/>
            </p:nvSpPr>
            <p:spPr>
              <a:xfrm>
                <a:off x="324431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h3853"/>
              <p:cNvSpPr/>
              <p:nvPr/>
            </p:nvSpPr>
            <p:spPr>
              <a:xfrm>
                <a:off x="325358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h3854"/>
              <p:cNvSpPr/>
              <p:nvPr/>
            </p:nvSpPr>
            <p:spPr>
              <a:xfrm>
                <a:off x="326284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h3855"/>
              <p:cNvSpPr/>
              <p:nvPr/>
            </p:nvSpPr>
            <p:spPr>
              <a:xfrm>
                <a:off x="327210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h3856"/>
              <p:cNvSpPr/>
              <p:nvPr/>
            </p:nvSpPr>
            <p:spPr>
              <a:xfrm>
                <a:off x="3281368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h3857"/>
              <p:cNvSpPr/>
              <p:nvPr/>
            </p:nvSpPr>
            <p:spPr>
              <a:xfrm>
                <a:off x="3290630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h3858"/>
              <p:cNvSpPr/>
              <p:nvPr/>
            </p:nvSpPr>
            <p:spPr>
              <a:xfrm>
                <a:off x="3299892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h3859"/>
              <p:cNvSpPr/>
              <p:nvPr/>
            </p:nvSpPr>
            <p:spPr>
              <a:xfrm>
                <a:off x="3309154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h3860"/>
              <p:cNvSpPr/>
              <p:nvPr/>
            </p:nvSpPr>
            <p:spPr>
              <a:xfrm>
                <a:off x="3318417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h3861"/>
              <p:cNvSpPr/>
              <p:nvPr/>
            </p:nvSpPr>
            <p:spPr>
              <a:xfrm>
                <a:off x="3327679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h3862"/>
              <p:cNvSpPr/>
              <p:nvPr/>
            </p:nvSpPr>
            <p:spPr>
              <a:xfrm>
                <a:off x="3336941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h3863"/>
              <p:cNvSpPr/>
              <p:nvPr/>
            </p:nvSpPr>
            <p:spPr>
              <a:xfrm>
                <a:off x="3346203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h3864"/>
              <p:cNvSpPr/>
              <p:nvPr/>
            </p:nvSpPr>
            <p:spPr>
              <a:xfrm>
                <a:off x="3355465" y="19469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h3865"/>
              <p:cNvSpPr/>
              <p:nvPr/>
            </p:nvSpPr>
            <p:spPr>
              <a:xfrm>
                <a:off x="3364728" y="1964210"/>
                <a:ext cx="9235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8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580" y="897161"/>
                    </a:lnTo>
                    <a:lnTo>
                      <a:pt x="923050" y="906245"/>
                    </a:lnTo>
                    <a:lnTo>
                      <a:pt x="922337" y="914400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h3866"/>
              <p:cNvSpPr/>
              <p:nvPr/>
            </p:nvSpPr>
            <p:spPr>
              <a:xfrm>
                <a:off x="2253261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375" y="931638"/>
                    </a:lnTo>
                    <a:lnTo>
                      <a:pt x="912644" y="925134"/>
                    </a:lnTo>
                    <a:lnTo>
                      <a:pt x="910366" y="915336"/>
                    </a:lnTo>
                    <a:lnTo>
                      <a:pt x="910178" y="914400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h3867"/>
              <p:cNvSpPr/>
              <p:nvPr/>
            </p:nvSpPr>
            <p:spPr>
              <a:xfrm>
                <a:off x="225326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h3868"/>
              <p:cNvSpPr/>
              <p:nvPr/>
            </p:nvSpPr>
            <p:spPr>
              <a:xfrm>
                <a:off x="226252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h3869"/>
              <p:cNvSpPr/>
              <p:nvPr/>
            </p:nvSpPr>
            <p:spPr>
              <a:xfrm>
                <a:off x="227178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h3870"/>
              <p:cNvSpPr/>
              <p:nvPr/>
            </p:nvSpPr>
            <p:spPr>
              <a:xfrm>
                <a:off x="228104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h3871"/>
              <p:cNvSpPr/>
              <p:nvPr/>
            </p:nvSpPr>
            <p:spPr>
              <a:xfrm>
                <a:off x="229031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h3872"/>
              <p:cNvSpPr/>
              <p:nvPr/>
            </p:nvSpPr>
            <p:spPr>
              <a:xfrm>
                <a:off x="22995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h3873"/>
              <p:cNvSpPr/>
              <p:nvPr/>
            </p:nvSpPr>
            <p:spPr>
              <a:xfrm>
                <a:off x="230883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h3874"/>
              <p:cNvSpPr/>
              <p:nvPr/>
            </p:nvSpPr>
            <p:spPr>
              <a:xfrm>
                <a:off x="23180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h3875"/>
              <p:cNvSpPr/>
              <p:nvPr/>
            </p:nvSpPr>
            <p:spPr>
              <a:xfrm>
                <a:off x="23273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h3876"/>
              <p:cNvSpPr/>
              <p:nvPr/>
            </p:nvSpPr>
            <p:spPr>
              <a:xfrm>
                <a:off x="23366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h3877"/>
              <p:cNvSpPr/>
              <p:nvPr/>
            </p:nvSpPr>
            <p:spPr>
              <a:xfrm>
                <a:off x="23458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h3878"/>
              <p:cNvSpPr/>
              <p:nvPr/>
            </p:nvSpPr>
            <p:spPr>
              <a:xfrm>
                <a:off x="235514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h3879"/>
              <p:cNvSpPr/>
              <p:nvPr/>
            </p:nvSpPr>
            <p:spPr>
              <a:xfrm>
                <a:off x="23644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h3880"/>
              <p:cNvSpPr/>
              <p:nvPr/>
            </p:nvSpPr>
            <p:spPr>
              <a:xfrm>
                <a:off x="23736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h3881"/>
              <p:cNvSpPr/>
              <p:nvPr/>
            </p:nvSpPr>
            <p:spPr>
              <a:xfrm>
                <a:off x="23829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h3882"/>
              <p:cNvSpPr/>
              <p:nvPr/>
            </p:nvSpPr>
            <p:spPr>
              <a:xfrm>
                <a:off x="239219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h3883"/>
              <p:cNvSpPr/>
              <p:nvPr/>
            </p:nvSpPr>
            <p:spPr>
              <a:xfrm>
                <a:off x="24014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h3884"/>
              <p:cNvSpPr/>
              <p:nvPr/>
            </p:nvSpPr>
            <p:spPr>
              <a:xfrm>
                <a:off x="24107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h3885"/>
              <p:cNvSpPr/>
              <p:nvPr/>
            </p:nvSpPr>
            <p:spPr>
              <a:xfrm>
                <a:off x="24199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h3886"/>
              <p:cNvSpPr/>
              <p:nvPr/>
            </p:nvSpPr>
            <p:spPr>
              <a:xfrm>
                <a:off x="24292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h3887"/>
              <p:cNvSpPr/>
              <p:nvPr/>
            </p:nvSpPr>
            <p:spPr>
              <a:xfrm>
                <a:off x="243850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h3888"/>
              <p:cNvSpPr/>
              <p:nvPr/>
            </p:nvSpPr>
            <p:spPr>
              <a:xfrm>
                <a:off x="24477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h3889"/>
              <p:cNvSpPr/>
              <p:nvPr/>
            </p:nvSpPr>
            <p:spPr>
              <a:xfrm>
                <a:off x="24570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h3890"/>
              <p:cNvSpPr/>
              <p:nvPr/>
            </p:nvSpPr>
            <p:spPr>
              <a:xfrm>
                <a:off x="24662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h3891"/>
              <p:cNvSpPr/>
              <p:nvPr/>
            </p:nvSpPr>
            <p:spPr>
              <a:xfrm>
                <a:off x="247555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h3892"/>
              <p:cNvSpPr/>
              <p:nvPr/>
            </p:nvSpPr>
            <p:spPr>
              <a:xfrm>
                <a:off x="24848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h3893"/>
              <p:cNvSpPr/>
              <p:nvPr/>
            </p:nvSpPr>
            <p:spPr>
              <a:xfrm>
                <a:off x="24940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h3894"/>
              <p:cNvSpPr/>
              <p:nvPr/>
            </p:nvSpPr>
            <p:spPr>
              <a:xfrm>
                <a:off x="25033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h3895"/>
              <p:cNvSpPr/>
              <p:nvPr/>
            </p:nvSpPr>
            <p:spPr>
              <a:xfrm>
                <a:off x="25126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h3896"/>
              <p:cNvSpPr/>
              <p:nvPr/>
            </p:nvSpPr>
            <p:spPr>
              <a:xfrm>
                <a:off x="2521866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h3897"/>
              <p:cNvSpPr/>
              <p:nvPr/>
            </p:nvSpPr>
            <p:spPr>
              <a:xfrm>
                <a:off x="2540390" y="19469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85" y="897266"/>
                    </a:lnTo>
                    <a:lnTo>
                      <a:pt x="907184" y="897704"/>
                    </a:lnTo>
                    <a:lnTo>
                      <a:pt x="907382" y="898141"/>
                    </a:lnTo>
                    <a:lnTo>
                      <a:pt x="907580" y="898579"/>
                    </a:lnTo>
                    <a:lnTo>
                      <a:pt x="907778" y="899016"/>
                    </a:lnTo>
                    <a:lnTo>
                      <a:pt x="907976" y="899453"/>
                    </a:lnTo>
                    <a:lnTo>
                      <a:pt x="908174" y="899891"/>
                    </a:lnTo>
                    <a:lnTo>
                      <a:pt x="908372" y="900328"/>
                    </a:lnTo>
                    <a:lnTo>
                      <a:pt x="908571" y="900766"/>
                    </a:lnTo>
                    <a:lnTo>
                      <a:pt x="908769" y="901203"/>
                    </a:lnTo>
                    <a:lnTo>
                      <a:pt x="908967" y="901641"/>
                    </a:lnTo>
                    <a:lnTo>
                      <a:pt x="909165" y="902078"/>
                    </a:lnTo>
                    <a:lnTo>
                      <a:pt x="909363" y="902516"/>
                    </a:lnTo>
                    <a:lnTo>
                      <a:pt x="909561" y="902953"/>
                    </a:lnTo>
                    <a:lnTo>
                      <a:pt x="909759" y="903390"/>
                    </a:lnTo>
                    <a:lnTo>
                      <a:pt x="909957" y="903828"/>
                    </a:lnTo>
                    <a:lnTo>
                      <a:pt x="910155" y="904265"/>
                    </a:lnTo>
                    <a:lnTo>
                      <a:pt x="910353" y="904703"/>
                    </a:lnTo>
                    <a:lnTo>
                      <a:pt x="910551" y="905140"/>
                    </a:lnTo>
                    <a:lnTo>
                      <a:pt x="910749" y="905578"/>
                    </a:lnTo>
                    <a:lnTo>
                      <a:pt x="910946" y="906015"/>
                    </a:lnTo>
                    <a:lnTo>
                      <a:pt x="911144" y="906453"/>
                    </a:lnTo>
                    <a:lnTo>
                      <a:pt x="911342" y="906890"/>
                    </a:lnTo>
                    <a:lnTo>
                      <a:pt x="911540" y="907328"/>
                    </a:lnTo>
                    <a:lnTo>
                      <a:pt x="911738" y="907765"/>
                    </a:lnTo>
                    <a:lnTo>
                      <a:pt x="911936" y="908203"/>
                    </a:lnTo>
                    <a:lnTo>
                      <a:pt x="912134" y="908640"/>
                    </a:lnTo>
                    <a:lnTo>
                      <a:pt x="912332" y="909078"/>
                    </a:lnTo>
                    <a:lnTo>
                      <a:pt x="912529" y="909515"/>
                    </a:lnTo>
                    <a:lnTo>
                      <a:pt x="912727" y="909953"/>
                    </a:lnTo>
                    <a:lnTo>
                      <a:pt x="912925" y="910390"/>
                    </a:lnTo>
                    <a:lnTo>
                      <a:pt x="913123" y="910828"/>
                    </a:lnTo>
                    <a:lnTo>
                      <a:pt x="913321" y="911265"/>
                    </a:lnTo>
                    <a:lnTo>
                      <a:pt x="913518" y="911703"/>
                    </a:lnTo>
                    <a:lnTo>
                      <a:pt x="913716" y="912140"/>
                    </a:lnTo>
                    <a:lnTo>
                      <a:pt x="914400" y="913653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h3898"/>
              <p:cNvSpPr/>
              <p:nvPr/>
            </p:nvSpPr>
            <p:spPr>
              <a:xfrm>
                <a:off x="2540390" y="1946971"/>
                <a:ext cx="9147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37" h="914400">
                    <a:moveTo>
                      <a:pt x="914400" y="914400"/>
                    </a:moveTo>
                    <a:lnTo>
                      <a:pt x="914400" y="913653"/>
                    </a:lnTo>
                    <a:lnTo>
                      <a:pt x="914737" y="914400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h3899"/>
              <p:cNvSpPr/>
              <p:nvPr/>
            </p:nvSpPr>
            <p:spPr>
              <a:xfrm>
                <a:off x="3133172" y="19297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900" y="931638"/>
                    </a:lnTo>
                    <a:lnTo>
                      <a:pt x="906532" y="927831"/>
                    </a:lnTo>
                    <a:lnTo>
                      <a:pt x="908571" y="917523"/>
                    </a:lnTo>
                    <a:lnTo>
                      <a:pt x="909293" y="914400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h3900"/>
              <p:cNvSpPr/>
              <p:nvPr/>
            </p:nvSpPr>
            <p:spPr>
              <a:xfrm>
                <a:off x="313317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h3901"/>
              <p:cNvSpPr/>
              <p:nvPr/>
            </p:nvSpPr>
            <p:spPr>
              <a:xfrm>
                <a:off x="314243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h3902"/>
              <p:cNvSpPr/>
              <p:nvPr/>
            </p:nvSpPr>
            <p:spPr>
              <a:xfrm>
                <a:off x="315169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h3903"/>
              <p:cNvSpPr/>
              <p:nvPr/>
            </p:nvSpPr>
            <p:spPr>
              <a:xfrm>
                <a:off x="316095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h3904"/>
              <p:cNvSpPr/>
              <p:nvPr/>
            </p:nvSpPr>
            <p:spPr>
              <a:xfrm>
                <a:off x="317022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h3905"/>
              <p:cNvSpPr/>
              <p:nvPr/>
            </p:nvSpPr>
            <p:spPr>
              <a:xfrm>
                <a:off x="317948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h3906"/>
              <p:cNvSpPr/>
              <p:nvPr/>
            </p:nvSpPr>
            <p:spPr>
              <a:xfrm>
                <a:off x="318874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h3907"/>
              <p:cNvSpPr/>
              <p:nvPr/>
            </p:nvSpPr>
            <p:spPr>
              <a:xfrm>
                <a:off x="319800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h3908"/>
              <p:cNvSpPr/>
              <p:nvPr/>
            </p:nvSpPr>
            <p:spPr>
              <a:xfrm>
                <a:off x="320727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h3909"/>
              <p:cNvSpPr/>
              <p:nvPr/>
            </p:nvSpPr>
            <p:spPr>
              <a:xfrm>
                <a:off x="321653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h3910"/>
              <p:cNvSpPr/>
              <p:nvPr/>
            </p:nvSpPr>
            <p:spPr>
              <a:xfrm>
                <a:off x="322579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h3911"/>
              <p:cNvSpPr/>
              <p:nvPr/>
            </p:nvSpPr>
            <p:spPr>
              <a:xfrm>
                <a:off x="323505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h3912"/>
              <p:cNvSpPr/>
              <p:nvPr/>
            </p:nvSpPr>
            <p:spPr>
              <a:xfrm>
                <a:off x="324431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h3913"/>
              <p:cNvSpPr/>
              <p:nvPr/>
            </p:nvSpPr>
            <p:spPr>
              <a:xfrm>
                <a:off x="325358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h3914"/>
              <p:cNvSpPr/>
              <p:nvPr/>
            </p:nvSpPr>
            <p:spPr>
              <a:xfrm>
                <a:off x="326284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h3915"/>
              <p:cNvSpPr/>
              <p:nvPr/>
            </p:nvSpPr>
            <p:spPr>
              <a:xfrm>
                <a:off x="327210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h3916"/>
              <p:cNvSpPr/>
              <p:nvPr/>
            </p:nvSpPr>
            <p:spPr>
              <a:xfrm>
                <a:off x="3281368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h3917"/>
              <p:cNvSpPr/>
              <p:nvPr/>
            </p:nvSpPr>
            <p:spPr>
              <a:xfrm>
                <a:off x="3290630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h3918"/>
              <p:cNvSpPr/>
              <p:nvPr/>
            </p:nvSpPr>
            <p:spPr>
              <a:xfrm>
                <a:off x="3299892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h3919"/>
              <p:cNvSpPr/>
              <p:nvPr/>
            </p:nvSpPr>
            <p:spPr>
              <a:xfrm>
                <a:off x="3309154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h3920"/>
              <p:cNvSpPr/>
              <p:nvPr/>
            </p:nvSpPr>
            <p:spPr>
              <a:xfrm>
                <a:off x="3318417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h3921"/>
              <p:cNvSpPr/>
              <p:nvPr/>
            </p:nvSpPr>
            <p:spPr>
              <a:xfrm>
                <a:off x="3327679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h3922"/>
              <p:cNvSpPr/>
              <p:nvPr/>
            </p:nvSpPr>
            <p:spPr>
              <a:xfrm>
                <a:off x="3336941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h3923"/>
              <p:cNvSpPr/>
              <p:nvPr/>
            </p:nvSpPr>
            <p:spPr>
              <a:xfrm>
                <a:off x="3346203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h3924"/>
              <p:cNvSpPr/>
              <p:nvPr/>
            </p:nvSpPr>
            <p:spPr>
              <a:xfrm>
                <a:off x="3355465" y="19297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h3925"/>
              <p:cNvSpPr/>
              <p:nvPr/>
            </p:nvSpPr>
            <p:spPr>
              <a:xfrm>
                <a:off x="3364728" y="19469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993"/>
                    </a:lnTo>
                    <a:lnTo>
                      <a:pt x="923580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h3926"/>
              <p:cNvSpPr/>
              <p:nvPr/>
            </p:nvSpPr>
            <p:spPr>
              <a:xfrm>
                <a:off x="3373990" y="1929733"/>
                <a:ext cx="914755" cy="930231"/>
              </a:xfrm>
              <a:custGeom>
                <a:avLst/>
                <a:gdLst/>
                <a:ahLst/>
                <a:cxnLst/>
                <a:rect l="0" t="0" r="0" b="0"/>
                <a:pathLst>
                  <a:path w="914755" h="930231">
                    <a:moveTo>
                      <a:pt x="914400" y="914400"/>
                    </a:moveTo>
                    <a:lnTo>
                      <a:pt x="914755" y="914400"/>
                    </a:lnTo>
                    <a:lnTo>
                      <a:pt x="914752" y="918711"/>
                    </a:lnTo>
                    <a:lnTo>
                      <a:pt x="914428" y="929740"/>
                    </a:lnTo>
                    <a:lnTo>
                      <a:pt x="914400" y="930231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h3927"/>
              <p:cNvSpPr/>
              <p:nvPr/>
            </p:nvSpPr>
            <p:spPr>
              <a:xfrm>
                <a:off x="2253261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178" y="931638"/>
                    </a:lnTo>
                    <a:lnTo>
                      <a:pt x="908363" y="922571"/>
                    </a:lnTo>
                    <a:lnTo>
                      <a:pt x="907135" y="915314"/>
                    </a:lnTo>
                    <a:lnTo>
                      <a:pt x="906714" y="914678"/>
                    </a:lnTo>
                    <a:lnTo>
                      <a:pt x="906548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h3928"/>
              <p:cNvSpPr/>
              <p:nvPr/>
            </p:nvSpPr>
            <p:spPr>
              <a:xfrm>
                <a:off x="225326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h3929"/>
              <p:cNvSpPr/>
              <p:nvPr/>
            </p:nvSpPr>
            <p:spPr>
              <a:xfrm>
                <a:off x="226252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h3930"/>
              <p:cNvSpPr/>
              <p:nvPr/>
            </p:nvSpPr>
            <p:spPr>
              <a:xfrm>
                <a:off x="227178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h3931"/>
              <p:cNvSpPr/>
              <p:nvPr/>
            </p:nvSpPr>
            <p:spPr>
              <a:xfrm>
                <a:off x="228104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h3932"/>
              <p:cNvSpPr/>
              <p:nvPr/>
            </p:nvSpPr>
            <p:spPr>
              <a:xfrm>
                <a:off x="229031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h3933"/>
              <p:cNvSpPr/>
              <p:nvPr/>
            </p:nvSpPr>
            <p:spPr>
              <a:xfrm>
                <a:off x="22995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h3934"/>
              <p:cNvSpPr/>
              <p:nvPr/>
            </p:nvSpPr>
            <p:spPr>
              <a:xfrm>
                <a:off x="230883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h3935"/>
              <p:cNvSpPr/>
              <p:nvPr/>
            </p:nvSpPr>
            <p:spPr>
              <a:xfrm>
                <a:off x="23180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h3936"/>
              <p:cNvSpPr/>
              <p:nvPr/>
            </p:nvSpPr>
            <p:spPr>
              <a:xfrm>
                <a:off x="23273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h3937"/>
              <p:cNvSpPr/>
              <p:nvPr/>
            </p:nvSpPr>
            <p:spPr>
              <a:xfrm>
                <a:off x="23366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h3938"/>
              <p:cNvSpPr/>
              <p:nvPr/>
            </p:nvSpPr>
            <p:spPr>
              <a:xfrm>
                <a:off x="23458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h3939"/>
              <p:cNvSpPr/>
              <p:nvPr/>
            </p:nvSpPr>
            <p:spPr>
              <a:xfrm>
                <a:off x="235514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h3940"/>
              <p:cNvSpPr/>
              <p:nvPr/>
            </p:nvSpPr>
            <p:spPr>
              <a:xfrm>
                <a:off x="23644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h3941"/>
              <p:cNvSpPr/>
              <p:nvPr/>
            </p:nvSpPr>
            <p:spPr>
              <a:xfrm>
                <a:off x="23736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h3942"/>
              <p:cNvSpPr/>
              <p:nvPr/>
            </p:nvSpPr>
            <p:spPr>
              <a:xfrm>
                <a:off x="23829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h3943"/>
              <p:cNvSpPr/>
              <p:nvPr/>
            </p:nvSpPr>
            <p:spPr>
              <a:xfrm>
                <a:off x="239219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h3944"/>
              <p:cNvSpPr/>
              <p:nvPr/>
            </p:nvSpPr>
            <p:spPr>
              <a:xfrm>
                <a:off x="24014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h3945"/>
              <p:cNvSpPr/>
              <p:nvPr/>
            </p:nvSpPr>
            <p:spPr>
              <a:xfrm>
                <a:off x="24107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h3946"/>
              <p:cNvSpPr/>
              <p:nvPr/>
            </p:nvSpPr>
            <p:spPr>
              <a:xfrm>
                <a:off x="24199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h3947"/>
              <p:cNvSpPr/>
              <p:nvPr/>
            </p:nvSpPr>
            <p:spPr>
              <a:xfrm>
                <a:off x="24292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h3948"/>
              <p:cNvSpPr/>
              <p:nvPr/>
            </p:nvSpPr>
            <p:spPr>
              <a:xfrm>
                <a:off x="2438506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h3949"/>
              <p:cNvSpPr/>
              <p:nvPr/>
            </p:nvSpPr>
            <p:spPr>
              <a:xfrm>
                <a:off x="24477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h3950"/>
              <p:cNvSpPr/>
              <p:nvPr/>
            </p:nvSpPr>
            <p:spPr>
              <a:xfrm>
                <a:off x="24570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h3951"/>
              <p:cNvSpPr/>
              <p:nvPr/>
            </p:nvSpPr>
            <p:spPr>
              <a:xfrm>
                <a:off x="24662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h3952"/>
              <p:cNvSpPr/>
              <p:nvPr/>
            </p:nvSpPr>
            <p:spPr>
              <a:xfrm>
                <a:off x="247555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h3953"/>
              <p:cNvSpPr/>
              <p:nvPr/>
            </p:nvSpPr>
            <p:spPr>
              <a:xfrm>
                <a:off x="24848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h3954"/>
              <p:cNvSpPr/>
              <p:nvPr/>
            </p:nvSpPr>
            <p:spPr>
              <a:xfrm>
                <a:off x="24940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h3955"/>
              <p:cNvSpPr/>
              <p:nvPr/>
            </p:nvSpPr>
            <p:spPr>
              <a:xfrm>
                <a:off x="25033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h3956"/>
              <p:cNvSpPr/>
              <p:nvPr/>
            </p:nvSpPr>
            <p:spPr>
              <a:xfrm>
                <a:off x="25126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h3957"/>
              <p:cNvSpPr/>
              <p:nvPr/>
            </p:nvSpPr>
            <p:spPr>
              <a:xfrm>
                <a:off x="2531128" y="1929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378" y="897161"/>
                    </a:lnTo>
                    <a:lnTo>
                      <a:pt x="908508" y="897447"/>
                    </a:lnTo>
                    <a:lnTo>
                      <a:pt x="908707" y="897885"/>
                    </a:lnTo>
                    <a:lnTo>
                      <a:pt x="908905" y="898322"/>
                    </a:lnTo>
                    <a:lnTo>
                      <a:pt x="909104" y="898759"/>
                    </a:lnTo>
                    <a:lnTo>
                      <a:pt x="909303" y="899197"/>
                    </a:lnTo>
                    <a:lnTo>
                      <a:pt x="909501" y="899634"/>
                    </a:lnTo>
                    <a:lnTo>
                      <a:pt x="909700" y="900071"/>
                    </a:lnTo>
                    <a:lnTo>
                      <a:pt x="909899" y="900508"/>
                    </a:lnTo>
                    <a:lnTo>
                      <a:pt x="910097" y="900946"/>
                    </a:lnTo>
                    <a:lnTo>
                      <a:pt x="910296" y="901383"/>
                    </a:lnTo>
                    <a:lnTo>
                      <a:pt x="910495" y="901821"/>
                    </a:lnTo>
                    <a:lnTo>
                      <a:pt x="910693" y="902258"/>
                    </a:lnTo>
                    <a:lnTo>
                      <a:pt x="910892" y="902695"/>
                    </a:lnTo>
                    <a:lnTo>
                      <a:pt x="911090" y="903133"/>
                    </a:lnTo>
                    <a:lnTo>
                      <a:pt x="911289" y="903570"/>
                    </a:lnTo>
                    <a:lnTo>
                      <a:pt x="911487" y="904007"/>
                    </a:lnTo>
                    <a:lnTo>
                      <a:pt x="911686" y="904445"/>
                    </a:lnTo>
                    <a:lnTo>
                      <a:pt x="911884" y="904882"/>
                    </a:lnTo>
                    <a:lnTo>
                      <a:pt x="912083" y="905319"/>
                    </a:lnTo>
                    <a:lnTo>
                      <a:pt x="912281" y="905757"/>
                    </a:lnTo>
                    <a:lnTo>
                      <a:pt x="912480" y="906194"/>
                    </a:lnTo>
                    <a:lnTo>
                      <a:pt x="912678" y="906631"/>
                    </a:lnTo>
                    <a:lnTo>
                      <a:pt x="912877" y="907069"/>
                    </a:lnTo>
                    <a:lnTo>
                      <a:pt x="913075" y="907506"/>
                    </a:lnTo>
                    <a:lnTo>
                      <a:pt x="913273" y="907944"/>
                    </a:lnTo>
                    <a:lnTo>
                      <a:pt x="913472" y="908381"/>
                    </a:lnTo>
                    <a:lnTo>
                      <a:pt x="913670" y="908818"/>
                    </a:lnTo>
                    <a:lnTo>
                      <a:pt x="913868" y="909256"/>
                    </a:lnTo>
                    <a:lnTo>
                      <a:pt x="914067" y="909693"/>
                    </a:lnTo>
                    <a:lnTo>
                      <a:pt x="914265" y="910131"/>
                    </a:lnTo>
                    <a:lnTo>
                      <a:pt x="914400" y="910427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h3958"/>
              <p:cNvSpPr/>
              <p:nvPr/>
            </p:nvSpPr>
            <p:spPr>
              <a:xfrm>
                <a:off x="2531128" y="1929733"/>
                <a:ext cx="916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00" h="914400">
                    <a:moveTo>
                      <a:pt x="914400" y="914400"/>
                    </a:moveTo>
                    <a:lnTo>
                      <a:pt x="914400" y="910427"/>
                    </a:lnTo>
                    <a:lnTo>
                      <a:pt x="914463" y="910568"/>
                    </a:lnTo>
                    <a:lnTo>
                      <a:pt x="914662" y="911005"/>
                    </a:lnTo>
                    <a:lnTo>
                      <a:pt x="914860" y="911443"/>
                    </a:lnTo>
                    <a:lnTo>
                      <a:pt x="915058" y="911880"/>
                    </a:lnTo>
                    <a:lnTo>
                      <a:pt x="915257" y="912318"/>
                    </a:lnTo>
                    <a:lnTo>
                      <a:pt x="915455" y="912755"/>
                    </a:lnTo>
                    <a:lnTo>
                      <a:pt x="915653" y="913192"/>
                    </a:lnTo>
                    <a:lnTo>
                      <a:pt x="915851" y="913630"/>
                    </a:lnTo>
                    <a:lnTo>
                      <a:pt x="916049" y="914067"/>
                    </a:lnTo>
                    <a:lnTo>
                      <a:pt x="916200" y="914400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h3959"/>
              <p:cNvSpPr/>
              <p:nvPr/>
            </p:nvSpPr>
            <p:spPr>
              <a:xfrm>
                <a:off x="3133172" y="19124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293" y="931638"/>
                    </a:lnTo>
                    <a:lnTo>
                      <a:pt x="910902" y="924670"/>
                    </a:lnTo>
                    <a:lnTo>
                      <a:pt x="913517" y="914822"/>
                    </a:lnTo>
                    <a:lnTo>
                      <a:pt x="913645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h3960"/>
              <p:cNvSpPr/>
              <p:nvPr/>
            </p:nvSpPr>
            <p:spPr>
              <a:xfrm>
                <a:off x="313317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h3961"/>
              <p:cNvSpPr/>
              <p:nvPr/>
            </p:nvSpPr>
            <p:spPr>
              <a:xfrm>
                <a:off x="314243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h3962"/>
              <p:cNvSpPr/>
              <p:nvPr/>
            </p:nvSpPr>
            <p:spPr>
              <a:xfrm>
                <a:off x="315169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h3963"/>
              <p:cNvSpPr/>
              <p:nvPr/>
            </p:nvSpPr>
            <p:spPr>
              <a:xfrm>
                <a:off x="316095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h3964"/>
              <p:cNvSpPr/>
              <p:nvPr/>
            </p:nvSpPr>
            <p:spPr>
              <a:xfrm>
                <a:off x="317022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h3965"/>
              <p:cNvSpPr/>
              <p:nvPr/>
            </p:nvSpPr>
            <p:spPr>
              <a:xfrm>
                <a:off x="317948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h3966"/>
              <p:cNvSpPr/>
              <p:nvPr/>
            </p:nvSpPr>
            <p:spPr>
              <a:xfrm>
                <a:off x="318874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h3967"/>
              <p:cNvSpPr/>
              <p:nvPr/>
            </p:nvSpPr>
            <p:spPr>
              <a:xfrm>
                <a:off x="319800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h3968"/>
              <p:cNvSpPr/>
              <p:nvPr/>
            </p:nvSpPr>
            <p:spPr>
              <a:xfrm>
                <a:off x="320727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h3969"/>
              <p:cNvSpPr/>
              <p:nvPr/>
            </p:nvSpPr>
            <p:spPr>
              <a:xfrm>
                <a:off x="321653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ph3970"/>
              <p:cNvSpPr/>
              <p:nvPr/>
            </p:nvSpPr>
            <p:spPr>
              <a:xfrm>
                <a:off x="322579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ph3971"/>
              <p:cNvSpPr/>
              <p:nvPr/>
            </p:nvSpPr>
            <p:spPr>
              <a:xfrm>
                <a:off x="323505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ph3972"/>
              <p:cNvSpPr/>
              <p:nvPr/>
            </p:nvSpPr>
            <p:spPr>
              <a:xfrm>
                <a:off x="324431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ph3973"/>
              <p:cNvSpPr/>
              <p:nvPr/>
            </p:nvSpPr>
            <p:spPr>
              <a:xfrm>
                <a:off x="325358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ph3974"/>
              <p:cNvSpPr/>
              <p:nvPr/>
            </p:nvSpPr>
            <p:spPr>
              <a:xfrm>
                <a:off x="326284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ph3975"/>
              <p:cNvSpPr/>
              <p:nvPr/>
            </p:nvSpPr>
            <p:spPr>
              <a:xfrm>
                <a:off x="327210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ph3976"/>
              <p:cNvSpPr/>
              <p:nvPr/>
            </p:nvSpPr>
            <p:spPr>
              <a:xfrm>
                <a:off x="328136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ph3977"/>
              <p:cNvSpPr/>
              <p:nvPr/>
            </p:nvSpPr>
            <p:spPr>
              <a:xfrm>
                <a:off x="3290630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ph3978"/>
              <p:cNvSpPr/>
              <p:nvPr/>
            </p:nvSpPr>
            <p:spPr>
              <a:xfrm>
                <a:off x="3299892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9" name="ph3979"/>
              <p:cNvSpPr/>
              <p:nvPr/>
            </p:nvSpPr>
            <p:spPr>
              <a:xfrm>
                <a:off x="3309154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ph3980"/>
              <p:cNvSpPr/>
              <p:nvPr/>
            </p:nvSpPr>
            <p:spPr>
              <a:xfrm>
                <a:off x="3318417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1" name="ph3981"/>
              <p:cNvSpPr/>
              <p:nvPr/>
            </p:nvSpPr>
            <p:spPr>
              <a:xfrm>
                <a:off x="3327679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2" name="ph3982"/>
              <p:cNvSpPr/>
              <p:nvPr/>
            </p:nvSpPr>
            <p:spPr>
              <a:xfrm>
                <a:off x="3336941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3" name="ph3983"/>
              <p:cNvSpPr/>
              <p:nvPr/>
            </p:nvSpPr>
            <p:spPr>
              <a:xfrm>
                <a:off x="3346203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4" name="ph3984"/>
              <p:cNvSpPr/>
              <p:nvPr/>
            </p:nvSpPr>
            <p:spPr>
              <a:xfrm>
                <a:off x="3355465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5" name="ph3985"/>
              <p:cNvSpPr/>
              <p:nvPr/>
            </p:nvSpPr>
            <p:spPr>
              <a:xfrm>
                <a:off x="3364728" y="19124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6" name="ph3986"/>
              <p:cNvSpPr/>
              <p:nvPr/>
            </p:nvSpPr>
            <p:spPr>
              <a:xfrm>
                <a:off x="3373990" y="1929733"/>
                <a:ext cx="9147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0" h="914400">
                    <a:moveTo>
                      <a:pt x="914400" y="914400"/>
                    </a:moveTo>
                    <a:lnTo>
                      <a:pt x="914465" y="897161"/>
                    </a:lnTo>
                    <a:lnTo>
                      <a:pt x="914760" y="907665"/>
                    </a:lnTo>
                    <a:lnTo>
                      <a:pt x="914755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7" name="ph3987"/>
              <p:cNvSpPr/>
              <p:nvPr/>
            </p:nvSpPr>
            <p:spPr>
              <a:xfrm>
                <a:off x="2243999" y="1895256"/>
                <a:ext cx="914400" cy="9292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65">
                    <a:moveTo>
                      <a:pt x="914400" y="914400"/>
                    </a:moveTo>
                    <a:lnTo>
                      <a:pt x="914400" y="929265"/>
                    </a:lnTo>
                    <a:lnTo>
                      <a:pt x="911612" y="924575"/>
                    </a:lnTo>
                    <a:lnTo>
                      <a:pt x="907462" y="916813"/>
                    </a:lnTo>
                    <a:lnTo>
                      <a:pt x="906301" y="914400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8" name="ph3988"/>
              <p:cNvSpPr/>
              <p:nvPr/>
            </p:nvSpPr>
            <p:spPr>
              <a:xfrm>
                <a:off x="224399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0" y="931638"/>
                    </a:lnTo>
                    <a:lnTo>
                      <a:pt x="914400" y="929265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9" name="ph3989"/>
              <p:cNvSpPr/>
              <p:nvPr/>
            </p:nvSpPr>
            <p:spPr>
              <a:xfrm>
                <a:off x="225326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0" name="ph3990"/>
              <p:cNvSpPr/>
              <p:nvPr/>
            </p:nvSpPr>
            <p:spPr>
              <a:xfrm>
                <a:off x="226252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1" name="ph3991"/>
              <p:cNvSpPr/>
              <p:nvPr/>
            </p:nvSpPr>
            <p:spPr>
              <a:xfrm>
                <a:off x="227178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2" name="ph3992"/>
              <p:cNvSpPr/>
              <p:nvPr/>
            </p:nvSpPr>
            <p:spPr>
              <a:xfrm>
                <a:off x="228104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h3993"/>
              <p:cNvSpPr/>
              <p:nvPr/>
            </p:nvSpPr>
            <p:spPr>
              <a:xfrm>
                <a:off x="229031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h3994"/>
              <p:cNvSpPr/>
              <p:nvPr/>
            </p:nvSpPr>
            <p:spPr>
              <a:xfrm>
                <a:off x="229957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h3995"/>
              <p:cNvSpPr/>
              <p:nvPr/>
            </p:nvSpPr>
            <p:spPr>
              <a:xfrm>
                <a:off x="230883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h3996"/>
              <p:cNvSpPr/>
              <p:nvPr/>
            </p:nvSpPr>
            <p:spPr>
              <a:xfrm>
                <a:off x="23180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h3997"/>
              <p:cNvSpPr/>
              <p:nvPr/>
            </p:nvSpPr>
            <p:spPr>
              <a:xfrm>
                <a:off x="23273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h3998"/>
              <p:cNvSpPr/>
              <p:nvPr/>
            </p:nvSpPr>
            <p:spPr>
              <a:xfrm>
                <a:off x="23366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h3999"/>
              <p:cNvSpPr/>
              <p:nvPr/>
            </p:nvSpPr>
            <p:spPr>
              <a:xfrm>
                <a:off x="23458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h4000"/>
              <p:cNvSpPr/>
              <p:nvPr/>
            </p:nvSpPr>
            <p:spPr>
              <a:xfrm>
                <a:off x="235514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h4001"/>
              <p:cNvSpPr/>
              <p:nvPr/>
            </p:nvSpPr>
            <p:spPr>
              <a:xfrm>
                <a:off x="23644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h4002"/>
              <p:cNvSpPr/>
              <p:nvPr/>
            </p:nvSpPr>
            <p:spPr>
              <a:xfrm>
                <a:off x="23736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h4003"/>
              <p:cNvSpPr/>
              <p:nvPr/>
            </p:nvSpPr>
            <p:spPr>
              <a:xfrm>
                <a:off x="23829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h4004"/>
              <p:cNvSpPr/>
              <p:nvPr/>
            </p:nvSpPr>
            <p:spPr>
              <a:xfrm>
                <a:off x="239219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h4005"/>
              <p:cNvSpPr/>
              <p:nvPr/>
            </p:nvSpPr>
            <p:spPr>
              <a:xfrm>
                <a:off x="24014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h4006"/>
              <p:cNvSpPr/>
              <p:nvPr/>
            </p:nvSpPr>
            <p:spPr>
              <a:xfrm>
                <a:off x="24107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h4007"/>
              <p:cNvSpPr/>
              <p:nvPr/>
            </p:nvSpPr>
            <p:spPr>
              <a:xfrm>
                <a:off x="24199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ph4008"/>
              <p:cNvSpPr/>
              <p:nvPr/>
            </p:nvSpPr>
            <p:spPr>
              <a:xfrm>
                <a:off x="24292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9" name="ph4009"/>
              <p:cNvSpPr/>
              <p:nvPr/>
            </p:nvSpPr>
            <p:spPr>
              <a:xfrm>
                <a:off x="2438506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0" name="ph4010"/>
              <p:cNvSpPr/>
              <p:nvPr/>
            </p:nvSpPr>
            <p:spPr>
              <a:xfrm>
                <a:off x="24477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1" name="ph4011"/>
              <p:cNvSpPr/>
              <p:nvPr/>
            </p:nvSpPr>
            <p:spPr>
              <a:xfrm>
                <a:off x="24570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2" name="ph4012"/>
              <p:cNvSpPr/>
              <p:nvPr/>
            </p:nvSpPr>
            <p:spPr>
              <a:xfrm>
                <a:off x="24662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3" name="ph4013"/>
              <p:cNvSpPr/>
              <p:nvPr/>
            </p:nvSpPr>
            <p:spPr>
              <a:xfrm>
                <a:off x="247555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4" name="ph4014"/>
              <p:cNvSpPr/>
              <p:nvPr/>
            </p:nvSpPr>
            <p:spPr>
              <a:xfrm>
                <a:off x="24848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5" name="ph4015"/>
              <p:cNvSpPr/>
              <p:nvPr/>
            </p:nvSpPr>
            <p:spPr>
              <a:xfrm>
                <a:off x="24940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6" name="ph4016"/>
              <p:cNvSpPr/>
              <p:nvPr/>
            </p:nvSpPr>
            <p:spPr>
              <a:xfrm>
                <a:off x="25033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7" name="ph4017"/>
              <p:cNvSpPr/>
              <p:nvPr/>
            </p:nvSpPr>
            <p:spPr>
              <a:xfrm>
                <a:off x="2521866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265" y="897161"/>
                    </a:lnTo>
                    <a:lnTo>
                      <a:pt x="914400" y="90184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8" name="ph4018"/>
              <p:cNvSpPr/>
              <p:nvPr/>
            </p:nvSpPr>
            <p:spPr>
              <a:xfrm>
                <a:off x="2521866" y="19124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901848"/>
                    </a:lnTo>
                    <a:lnTo>
                      <a:pt x="917207" y="913446"/>
                    </a:lnTo>
                    <a:lnTo>
                      <a:pt x="917373" y="913811"/>
                    </a:lnTo>
                    <a:lnTo>
                      <a:pt x="917572" y="91424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9" name="ph4019"/>
              <p:cNvSpPr/>
              <p:nvPr/>
            </p:nvSpPr>
            <p:spPr>
              <a:xfrm>
                <a:off x="3133172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45" y="914400"/>
                    </a:lnTo>
                    <a:lnTo>
                      <a:pt x="914400" y="911902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0" name="ph4020"/>
              <p:cNvSpPr/>
              <p:nvPr/>
            </p:nvSpPr>
            <p:spPr>
              <a:xfrm>
                <a:off x="3142434" y="18952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141"/>
                    </a:lnTo>
                    <a:lnTo>
                      <a:pt x="907148" y="922486"/>
                    </a:lnTo>
                    <a:lnTo>
                      <a:pt x="909904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1" name="ph4021"/>
              <p:cNvSpPr/>
              <p:nvPr/>
            </p:nvSpPr>
            <p:spPr>
              <a:xfrm>
                <a:off x="314243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2" name="ph4022"/>
              <p:cNvSpPr/>
              <p:nvPr/>
            </p:nvSpPr>
            <p:spPr>
              <a:xfrm>
                <a:off x="315169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3" name="ph4023"/>
              <p:cNvSpPr/>
              <p:nvPr/>
            </p:nvSpPr>
            <p:spPr>
              <a:xfrm>
                <a:off x="316095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4" name="ph4024"/>
              <p:cNvSpPr/>
              <p:nvPr/>
            </p:nvSpPr>
            <p:spPr>
              <a:xfrm>
                <a:off x="317022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5" name="ph4025"/>
              <p:cNvSpPr/>
              <p:nvPr/>
            </p:nvSpPr>
            <p:spPr>
              <a:xfrm>
                <a:off x="317948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6" name="ph4026"/>
              <p:cNvSpPr/>
              <p:nvPr/>
            </p:nvSpPr>
            <p:spPr>
              <a:xfrm>
                <a:off x="318874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7" name="ph4027"/>
              <p:cNvSpPr/>
              <p:nvPr/>
            </p:nvSpPr>
            <p:spPr>
              <a:xfrm>
                <a:off x="319800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8" name="ph4028"/>
              <p:cNvSpPr/>
              <p:nvPr/>
            </p:nvSpPr>
            <p:spPr>
              <a:xfrm>
                <a:off x="320727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9" name="ph4029"/>
              <p:cNvSpPr/>
              <p:nvPr/>
            </p:nvSpPr>
            <p:spPr>
              <a:xfrm>
                <a:off x="321653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0" name="ph4030"/>
              <p:cNvSpPr/>
              <p:nvPr/>
            </p:nvSpPr>
            <p:spPr>
              <a:xfrm>
                <a:off x="322579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1" name="ph4031"/>
              <p:cNvSpPr/>
              <p:nvPr/>
            </p:nvSpPr>
            <p:spPr>
              <a:xfrm>
                <a:off x="323505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ph4032"/>
              <p:cNvSpPr/>
              <p:nvPr/>
            </p:nvSpPr>
            <p:spPr>
              <a:xfrm>
                <a:off x="324431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ph4033"/>
              <p:cNvSpPr/>
              <p:nvPr/>
            </p:nvSpPr>
            <p:spPr>
              <a:xfrm>
                <a:off x="325358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4" name="ph4034"/>
              <p:cNvSpPr/>
              <p:nvPr/>
            </p:nvSpPr>
            <p:spPr>
              <a:xfrm>
                <a:off x="326284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ph4035"/>
              <p:cNvSpPr/>
              <p:nvPr/>
            </p:nvSpPr>
            <p:spPr>
              <a:xfrm>
                <a:off x="327210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h4036"/>
              <p:cNvSpPr/>
              <p:nvPr/>
            </p:nvSpPr>
            <p:spPr>
              <a:xfrm>
                <a:off x="3281368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h4037"/>
              <p:cNvSpPr/>
              <p:nvPr/>
            </p:nvSpPr>
            <p:spPr>
              <a:xfrm>
                <a:off x="3290630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h4038"/>
              <p:cNvSpPr/>
              <p:nvPr/>
            </p:nvSpPr>
            <p:spPr>
              <a:xfrm>
                <a:off x="3299892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h4039"/>
              <p:cNvSpPr/>
              <p:nvPr/>
            </p:nvSpPr>
            <p:spPr>
              <a:xfrm>
                <a:off x="3309154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h4040"/>
              <p:cNvSpPr/>
              <p:nvPr/>
            </p:nvSpPr>
            <p:spPr>
              <a:xfrm>
                <a:off x="3318417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h4041"/>
              <p:cNvSpPr/>
              <p:nvPr/>
            </p:nvSpPr>
            <p:spPr>
              <a:xfrm>
                <a:off x="3327679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h4042"/>
              <p:cNvSpPr/>
              <p:nvPr/>
            </p:nvSpPr>
            <p:spPr>
              <a:xfrm>
                <a:off x="3336941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h4043"/>
              <p:cNvSpPr/>
              <p:nvPr/>
            </p:nvSpPr>
            <p:spPr>
              <a:xfrm>
                <a:off x="3346203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h4044"/>
              <p:cNvSpPr/>
              <p:nvPr/>
            </p:nvSpPr>
            <p:spPr>
              <a:xfrm>
                <a:off x="3355465" y="18952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h4045"/>
              <p:cNvSpPr/>
              <p:nvPr/>
            </p:nvSpPr>
            <p:spPr>
              <a:xfrm>
                <a:off x="3373990" y="19124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332" y="897161"/>
                    </a:lnTo>
                    <a:lnTo>
                      <a:pt x="913825" y="902888"/>
                    </a:lnTo>
                    <a:lnTo>
                      <a:pt x="914400" y="912977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h4046"/>
              <p:cNvSpPr/>
              <p:nvPr/>
            </p:nvSpPr>
            <p:spPr>
              <a:xfrm>
                <a:off x="3373990" y="1912494"/>
                <a:ext cx="914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0" h="914400">
                    <a:moveTo>
                      <a:pt x="914400" y="914400"/>
                    </a:moveTo>
                    <a:lnTo>
                      <a:pt x="914400" y="912977"/>
                    </a:lnTo>
                    <a:lnTo>
                      <a:pt x="914450" y="913872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h4047"/>
              <p:cNvSpPr/>
              <p:nvPr/>
            </p:nvSpPr>
            <p:spPr>
              <a:xfrm>
                <a:off x="2234737" y="1878018"/>
                <a:ext cx="914400" cy="92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217">
                    <a:moveTo>
                      <a:pt x="914400" y="914400"/>
                    </a:moveTo>
                    <a:lnTo>
                      <a:pt x="914400" y="929217"/>
                    </a:lnTo>
                    <a:lnTo>
                      <a:pt x="912801" y="925893"/>
                    </a:lnTo>
                    <a:lnTo>
                      <a:pt x="911658" y="923385"/>
                    </a:lnTo>
                    <a:lnTo>
                      <a:pt x="910523" y="920896"/>
                    </a:lnTo>
                    <a:lnTo>
                      <a:pt x="909387" y="918406"/>
                    </a:lnTo>
                    <a:lnTo>
                      <a:pt x="908251" y="915917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ph4048"/>
              <p:cNvSpPr/>
              <p:nvPr/>
            </p:nvSpPr>
            <p:spPr>
              <a:xfrm>
                <a:off x="223473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564" y="931638"/>
                    </a:lnTo>
                    <a:lnTo>
                      <a:pt x="914400" y="929217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9" name="ph4049"/>
              <p:cNvSpPr/>
              <p:nvPr/>
            </p:nvSpPr>
            <p:spPr>
              <a:xfrm>
                <a:off x="224399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0" name="ph4050"/>
              <p:cNvSpPr/>
              <p:nvPr/>
            </p:nvSpPr>
            <p:spPr>
              <a:xfrm>
                <a:off x="225326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1" name="ph4051"/>
              <p:cNvSpPr/>
              <p:nvPr/>
            </p:nvSpPr>
            <p:spPr>
              <a:xfrm>
                <a:off x="226252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2" name="ph4052"/>
              <p:cNvSpPr/>
              <p:nvPr/>
            </p:nvSpPr>
            <p:spPr>
              <a:xfrm>
                <a:off x="227178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3" name="ph4053"/>
              <p:cNvSpPr/>
              <p:nvPr/>
            </p:nvSpPr>
            <p:spPr>
              <a:xfrm>
                <a:off x="228104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4" name="ph4054"/>
              <p:cNvSpPr/>
              <p:nvPr/>
            </p:nvSpPr>
            <p:spPr>
              <a:xfrm>
                <a:off x="229031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5" name="ph4055"/>
              <p:cNvSpPr/>
              <p:nvPr/>
            </p:nvSpPr>
            <p:spPr>
              <a:xfrm>
                <a:off x="229957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6" name="ph4056"/>
              <p:cNvSpPr/>
              <p:nvPr/>
            </p:nvSpPr>
            <p:spPr>
              <a:xfrm>
                <a:off x="230883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7" name="ph4057"/>
              <p:cNvSpPr/>
              <p:nvPr/>
            </p:nvSpPr>
            <p:spPr>
              <a:xfrm>
                <a:off x="23180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8" name="ph4058"/>
              <p:cNvSpPr/>
              <p:nvPr/>
            </p:nvSpPr>
            <p:spPr>
              <a:xfrm>
                <a:off x="23273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9" name="ph4059"/>
              <p:cNvSpPr/>
              <p:nvPr/>
            </p:nvSpPr>
            <p:spPr>
              <a:xfrm>
                <a:off x="23366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0" name="ph4060"/>
              <p:cNvSpPr/>
              <p:nvPr/>
            </p:nvSpPr>
            <p:spPr>
              <a:xfrm>
                <a:off x="23458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1" name="ph4061"/>
              <p:cNvSpPr/>
              <p:nvPr/>
            </p:nvSpPr>
            <p:spPr>
              <a:xfrm>
                <a:off x="235514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h4062"/>
              <p:cNvSpPr/>
              <p:nvPr/>
            </p:nvSpPr>
            <p:spPr>
              <a:xfrm>
                <a:off x="23644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h4063"/>
              <p:cNvSpPr/>
              <p:nvPr/>
            </p:nvSpPr>
            <p:spPr>
              <a:xfrm>
                <a:off x="23736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h4064"/>
              <p:cNvSpPr/>
              <p:nvPr/>
            </p:nvSpPr>
            <p:spPr>
              <a:xfrm>
                <a:off x="23829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h4065"/>
              <p:cNvSpPr/>
              <p:nvPr/>
            </p:nvSpPr>
            <p:spPr>
              <a:xfrm>
                <a:off x="239219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h4066"/>
              <p:cNvSpPr/>
              <p:nvPr/>
            </p:nvSpPr>
            <p:spPr>
              <a:xfrm>
                <a:off x="24014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h4067"/>
              <p:cNvSpPr/>
              <p:nvPr/>
            </p:nvSpPr>
            <p:spPr>
              <a:xfrm>
                <a:off x="24107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h4068"/>
              <p:cNvSpPr/>
              <p:nvPr/>
            </p:nvSpPr>
            <p:spPr>
              <a:xfrm>
                <a:off x="24199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h4069"/>
              <p:cNvSpPr/>
              <p:nvPr/>
            </p:nvSpPr>
            <p:spPr>
              <a:xfrm>
                <a:off x="24292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h4070"/>
              <p:cNvSpPr/>
              <p:nvPr/>
            </p:nvSpPr>
            <p:spPr>
              <a:xfrm>
                <a:off x="2438506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h4071"/>
              <p:cNvSpPr/>
              <p:nvPr/>
            </p:nvSpPr>
            <p:spPr>
              <a:xfrm>
                <a:off x="24477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h4072"/>
              <p:cNvSpPr/>
              <p:nvPr/>
            </p:nvSpPr>
            <p:spPr>
              <a:xfrm>
                <a:off x="24570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h4073"/>
              <p:cNvSpPr/>
              <p:nvPr/>
            </p:nvSpPr>
            <p:spPr>
              <a:xfrm>
                <a:off x="24662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h4074"/>
              <p:cNvSpPr/>
              <p:nvPr/>
            </p:nvSpPr>
            <p:spPr>
              <a:xfrm>
                <a:off x="247555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h4075"/>
              <p:cNvSpPr/>
              <p:nvPr/>
            </p:nvSpPr>
            <p:spPr>
              <a:xfrm>
                <a:off x="24848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h4076"/>
              <p:cNvSpPr/>
              <p:nvPr/>
            </p:nvSpPr>
            <p:spPr>
              <a:xfrm>
                <a:off x="24940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h4077"/>
              <p:cNvSpPr/>
              <p:nvPr/>
            </p:nvSpPr>
            <p:spPr>
              <a:xfrm>
                <a:off x="25033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h4078"/>
              <p:cNvSpPr/>
              <p:nvPr/>
            </p:nvSpPr>
            <p:spPr>
              <a:xfrm>
                <a:off x="2512603" y="1895256"/>
                <a:ext cx="92252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2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354" y="897161"/>
                    </a:lnTo>
                    <a:lnTo>
                      <a:pt x="922527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h4079"/>
              <p:cNvSpPr/>
              <p:nvPr/>
            </p:nvSpPr>
            <p:spPr>
              <a:xfrm>
                <a:off x="3142434" y="187801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904" y="931638"/>
                    </a:lnTo>
                    <a:lnTo>
                      <a:pt x="910309" y="930449"/>
                    </a:lnTo>
                    <a:lnTo>
                      <a:pt x="911563" y="927167"/>
                    </a:lnTo>
                    <a:lnTo>
                      <a:pt x="911487" y="925215"/>
                    </a:lnTo>
                    <a:lnTo>
                      <a:pt x="911444" y="920297"/>
                    </a:lnTo>
                    <a:lnTo>
                      <a:pt x="910528" y="914953"/>
                    </a:lnTo>
                    <a:lnTo>
                      <a:pt x="910450" y="914400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h4080"/>
              <p:cNvSpPr/>
              <p:nvPr/>
            </p:nvSpPr>
            <p:spPr>
              <a:xfrm>
                <a:off x="314243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h4081"/>
              <p:cNvSpPr/>
              <p:nvPr/>
            </p:nvSpPr>
            <p:spPr>
              <a:xfrm>
                <a:off x="315169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h4082"/>
              <p:cNvSpPr/>
              <p:nvPr/>
            </p:nvSpPr>
            <p:spPr>
              <a:xfrm>
                <a:off x="316095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h4083"/>
              <p:cNvSpPr/>
              <p:nvPr/>
            </p:nvSpPr>
            <p:spPr>
              <a:xfrm>
                <a:off x="317022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h4084"/>
              <p:cNvSpPr/>
              <p:nvPr/>
            </p:nvSpPr>
            <p:spPr>
              <a:xfrm>
                <a:off x="317948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h4085"/>
              <p:cNvSpPr/>
              <p:nvPr/>
            </p:nvSpPr>
            <p:spPr>
              <a:xfrm>
                <a:off x="318874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h4086"/>
              <p:cNvSpPr/>
              <p:nvPr/>
            </p:nvSpPr>
            <p:spPr>
              <a:xfrm>
                <a:off x="319800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h4087"/>
              <p:cNvSpPr/>
              <p:nvPr/>
            </p:nvSpPr>
            <p:spPr>
              <a:xfrm>
                <a:off x="320727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h4088"/>
              <p:cNvSpPr/>
              <p:nvPr/>
            </p:nvSpPr>
            <p:spPr>
              <a:xfrm>
                <a:off x="321653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h4089"/>
              <p:cNvSpPr/>
              <p:nvPr/>
            </p:nvSpPr>
            <p:spPr>
              <a:xfrm>
                <a:off x="322579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h4090"/>
              <p:cNvSpPr/>
              <p:nvPr/>
            </p:nvSpPr>
            <p:spPr>
              <a:xfrm>
                <a:off x="323505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h4091"/>
              <p:cNvSpPr/>
              <p:nvPr/>
            </p:nvSpPr>
            <p:spPr>
              <a:xfrm>
                <a:off x="324431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h4092"/>
              <p:cNvSpPr/>
              <p:nvPr/>
            </p:nvSpPr>
            <p:spPr>
              <a:xfrm>
                <a:off x="325358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h4093"/>
              <p:cNvSpPr/>
              <p:nvPr/>
            </p:nvSpPr>
            <p:spPr>
              <a:xfrm>
                <a:off x="326284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h4094"/>
              <p:cNvSpPr/>
              <p:nvPr/>
            </p:nvSpPr>
            <p:spPr>
              <a:xfrm>
                <a:off x="327210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h4095"/>
              <p:cNvSpPr/>
              <p:nvPr/>
            </p:nvSpPr>
            <p:spPr>
              <a:xfrm>
                <a:off x="3281368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h4096"/>
              <p:cNvSpPr/>
              <p:nvPr/>
            </p:nvSpPr>
            <p:spPr>
              <a:xfrm>
                <a:off x="3290630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h4097"/>
              <p:cNvSpPr/>
              <p:nvPr/>
            </p:nvSpPr>
            <p:spPr>
              <a:xfrm>
                <a:off x="3299892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h4098"/>
              <p:cNvSpPr/>
              <p:nvPr/>
            </p:nvSpPr>
            <p:spPr>
              <a:xfrm>
                <a:off x="3309154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h4099"/>
              <p:cNvSpPr/>
              <p:nvPr/>
            </p:nvSpPr>
            <p:spPr>
              <a:xfrm>
                <a:off x="3318417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h4100"/>
              <p:cNvSpPr/>
              <p:nvPr/>
            </p:nvSpPr>
            <p:spPr>
              <a:xfrm>
                <a:off x="3327679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h4101"/>
              <p:cNvSpPr/>
              <p:nvPr/>
            </p:nvSpPr>
            <p:spPr>
              <a:xfrm>
                <a:off x="3336941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h4102"/>
              <p:cNvSpPr/>
              <p:nvPr/>
            </p:nvSpPr>
            <p:spPr>
              <a:xfrm>
                <a:off x="3346203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h4103"/>
              <p:cNvSpPr/>
              <p:nvPr/>
            </p:nvSpPr>
            <p:spPr>
              <a:xfrm>
                <a:off x="3355465" y="187801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h4104"/>
              <p:cNvSpPr/>
              <p:nvPr/>
            </p:nvSpPr>
            <p:spPr>
              <a:xfrm>
                <a:off x="3364728" y="1895256"/>
                <a:ext cx="9225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59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713" y="897161"/>
                    </a:lnTo>
                    <a:lnTo>
                      <a:pt x="920897" y="898421"/>
                    </a:lnTo>
                    <a:lnTo>
                      <a:pt x="922148" y="909219"/>
                    </a:lnTo>
                    <a:lnTo>
                      <a:pt x="922594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h4105"/>
              <p:cNvSpPr/>
              <p:nvPr/>
            </p:nvSpPr>
            <p:spPr>
              <a:xfrm>
                <a:off x="2225475" y="1860779"/>
                <a:ext cx="914400" cy="92633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339">
                    <a:moveTo>
                      <a:pt x="914400" y="914400"/>
                    </a:moveTo>
                    <a:lnTo>
                      <a:pt x="914400" y="926339"/>
                    </a:lnTo>
                    <a:lnTo>
                      <a:pt x="914102" y="925687"/>
                    </a:lnTo>
                    <a:lnTo>
                      <a:pt x="912964" y="923198"/>
                    </a:lnTo>
                    <a:lnTo>
                      <a:pt x="911825" y="920709"/>
                    </a:lnTo>
                    <a:lnTo>
                      <a:pt x="910686" y="918220"/>
                    </a:lnTo>
                    <a:lnTo>
                      <a:pt x="909547" y="915732"/>
                    </a:lnTo>
                    <a:lnTo>
                      <a:pt x="908936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h4106"/>
              <p:cNvSpPr/>
              <p:nvPr/>
            </p:nvSpPr>
            <p:spPr>
              <a:xfrm>
                <a:off x="222547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820" y="931638"/>
                    </a:lnTo>
                    <a:lnTo>
                      <a:pt x="916377" y="930666"/>
                    </a:lnTo>
                    <a:lnTo>
                      <a:pt x="915239" y="928176"/>
                    </a:lnTo>
                    <a:lnTo>
                      <a:pt x="914400" y="92633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h4107"/>
              <p:cNvSpPr/>
              <p:nvPr/>
            </p:nvSpPr>
            <p:spPr>
              <a:xfrm>
                <a:off x="223473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h4108"/>
              <p:cNvSpPr/>
              <p:nvPr/>
            </p:nvSpPr>
            <p:spPr>
              <a:xfrm>
                <a:off x="224399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h4109"/>
              <p:cNvSpPr/>
              <p:nvPr/>
            </p:nvSpPr>
            <p:spPr>
              <a:xfrm>
                <a:off x="225326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h4110"/>
              <p:cNvSpPr/>
              <p:nvPr/>
            </p:nvSpPr>
            <p:spPr>
              <a:xfrm>
                <a:off x="226252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h4111"/>
              <p:cNvSpPr/>
              <p:nvPr/>
            </p:nvSpPr>
            <p:spPr>
              <a:xfrm>
                <a:off x="227178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h4112"/>
              <p:cNvSpPr/>
              <p:nvPr/>
            </p:nvSpPr>
            <p:spPr>
              <a:xfrm>
                <a:off x="228104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h4113"/>
              <p:cNvSpPr/>
              <p:nvPr/>
            </p:nvSpPr>
            <p:spPr>
              <a:xfrm>
                <a:off x="229031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h4114"/>
              <p:cNvSpPr/>
              <p:nvPr/>
            </p:nvSpPr>
            <p:spPr>
              <a:xfrm>
                <a:off x="229957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h4115"/>
              <p:cNvSpPr/>
              <p:nvPr/>
            </p:nvSpPr>
            <p:spPr>
              <a:xfrm>
                <a:off x="230883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h4116"/>
              <p:cNvSpPr/>
              <p:nvPr/>
            </p:nvSpPr>
            <p:spPr>
              <a:xfrm>
                <a:off x="23180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h4117"/>
              <p:cNvSpPr/>
              <p:nvPr/>
            </p:nvSpPr>
            <p:spPr>
              <a:xfrm>
                <a:off x="23273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h4118"/>
              <p:cNvSpPr/>
              <p:nvPr/>
            </p:nvSpPr>
            <p:spPr>
              <a:xfrm>
                <a:off x="23366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h4119"/>
              <p:cNvSpPr/>
              <p:nvPr/>
            </p:nvSpPr>
            <p:spPr>
              <a:xfrm>
                <a:off x="23458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h4120"/>
              <p:cNvSpPr/>
              <p:nvPr/>
            </p:nvSpPr>
            <p:spPr>
              <a:xfrm>
                <a:off x="235514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h4121"/>
              <p:cNvSpPr/>
              <p:nvPr/>
            </p:nvSpPr>
            <p:spPr>
              <a:xfrm>
                <a:off x="23644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h4122"/>
              <p:cNvSpPr/>
              <p:nvPr/>
            </p:nvSpPr>
            <p:spPr>
              <a:xfrm>
                <a:off x="23736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h4123"/>
              <p:cNvSpPr/>
              <p:nvPr/>
            </p:nvSpPr>
            <p:spPr>
              <a:xfrm>
                <a:off x="23829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h4124"/>
              <p:cNvSpPr/>
              <p:nvPr/>
            </p:nvSpPr>
            <p:spPr>
              <a:xfrm>
                <a:off x="239219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h4125"/>
              <p:cNvSpPr/>
              <p:nvPr/>
            </p:nvSpPr>
            <p:spPr>
              <a:xfrm>
                <a:off x="24014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h4126"/>
              <p:cNvSpPr/>
              <p:nvPr/>
            </p:nvSpPr>
            <p:spPr>
              <a:xfrm>
                <a:off x="24107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h4127"/>
              <p:cNvSpPr/>
              <p:nvPr/>
            </p:nvSpPr>
            <p:spPr>
              <a:xfrm>
                <a:off x="24199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h4128"/>
              <p:cNvSpPr/>
              <p:nvPr/>
            </p:nvSpPr>
            <p:spPr>
              <a:xfrm>
                <a:off x="24292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h4129"/>
              <p:cNvSpPr/>
              <p:nvPr/>
            </p:nvSpPr>
            <p:spPr>
              <a:xfrm>
                <a:off x="2438506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h4130"/>
              <p:cNvSpPr/>
              <p:nvPr/>
            </p:nvSpPr>
            <p:spPr>
              <a:xfrm>
                <a:off x="24477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h4131"/>
              <p:cNvSpPr/>
              <p:nvPr/>
            </p:nvSpPr>
            <p:spPr>
              <a:xfrm>
                <a:off x="24570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h4132"/>
              <p:cNvSpPr/>
              <p:nvPr/>
            </p:nvSpPr>
            <p:spPr>
              <a:xfrm>
                <a:off x="24662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h4133"/>
              <p:cNvSpPr/>
              <p:nvPr/>
            </p:nvSpPr>
            <p:spPr>
              <a:xfrm>
                <a:off x="247555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h4134"/>
              <p:cNvSpPr/>
              <p:nvPr/>
            </p:nvSpPr>
            <p:spPr>
              <a:xfrm>
                <a:off x="24848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h4135"/>
              <p:cNvSpPr/>
              <p:nvPr/>
            </p:nvSpPr>
            <p:spPr>
              <a:xfrm>
                <a:off x="24940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h4136"/>
              <p:cNvSpPr/>
              <p:nvPr/>
            </p:nvSpPr>
            <p:spPr>
              <a:xfrm>
                <a:off x="2512603" y="18780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63" y="897161"/>
                    </a:lnTo>
                    <a:lnTo>
                      <a:pt x="914400" y="898070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h4137"/>
              <p:cNvSpPr/>
              <p:nvPr/>
            </p:nvSpPr>
            <p:spPr>
              <a:xfrm>
                <a:off x="2512603" y="1878018"/>
                <a:ext cx="9183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54" h="914400">
                    <a:moveTo>
                      <a:pt x="914400" y="914400"/>
                    </a:moveTo>
                    <a:lnTo>
                      <a:pt x="914410" y="898109"/>
                    </a:lnTo>
                    <a:lnTo>
                      <a:pt x="914553" y="898702"/>
                    </a:lnTo>
                    <a:lnTo>
                      <a:pt x="914699" y="899301"/>
                    </a:lnTo>
                    <a:lnTo>
                      <a:pt x="914844" y="899901"/>
                    </a:lnTo>
                    <a:lnTo>
                      <a:pt x="914989" y="900500"/>
                    </a:lnTo>
                    <a:lnTo>
                      <a:pt x="915134" y="901099"/>
                    </a:lnTo>
                    <a:lnTo>
                      <a:pt x="915279" y="901699"/>
                    </a:lnTo>
                    <a:lnTo>
                      <a:pt x="915425" y="902298"/>
                    </a:lnTo>
                    <a:lnTo>
                      <a:pt x="915570" y="902898"/>
                    </a:lnTo>
                    <a:lnTo>
                      <a:pt x="915715" y="903497"/>
                    </a:lnTo>
                    <a:lnTo>
                      <a:pt x="915860" y="904096"/>
                    </a:lnTo>
                    <a:lnTo>
                      <a:pt x="916005" y="904696"/>
                    </a:lnTo>
                    <a:lnTo>
                      <a:pt x="916150" y="905295"/>
                    </a:lnTo>
                    <a:lnTo>
                      <a:pt x="918354" y="914400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h4138"/>
              <p:cNvSpPr/>
              <p:nvPr/>
            </p:nvSpPr>
            <p:spPr>
              <a:xfrm>
                <a:off x="3142434" y="18607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450" y="931638"/>
                    </a:lnTo>
                    <a:lnTo>
                      <a:pt x="909065" y="921822"/>
                    </a:lnTo>
                    <a:lnTo>
                      <a:pt x="908235" y="914400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h4139"/>
              <p:cNvSpPr/>
              <p:nvPr/>
            </p:nvSpPr>
            <p:spPr>
              <a:xfrm>
                <a:off x="314243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h4140"/>
              <p:cNvSpPr/>
              <p:nvPr/>
            </p:nvSpPr>
            <p:spPr>
              <a:xfrm>
                <a:off x="315169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h4141"/>
              <p:cNvSpPr/>
              <p:nvPr/>
            </p:nvSpPr>
            <p:spPr>
              <a:xfrm>
                <a:off x="316095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h4142"/>
              <p:cNvSpPr/>
              <p:nvPr/>
            </p:nvSpPr>
            <p:spPr>
              <a:xfrm>
                <a:off x="317022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h4143"/>
              <p:cNvSpPr/>
              <p:nvPr/>
            </p:nvSpPr>
            <p:spPr>
              <a:xfrm>
                <a:off x="317948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h4144"/>
              <p:cNvSpPr/>
              <p:nvPr/>
            </p:nvSpPr>
            <p:spPr>
              <a:xfrm>
                <a:off x="318874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h4145"/>
              <p:cNvSpPr/>
              <p:nvPr/>
            </p:nvSpPr>
            <p:spPr>
              <a:xfrm>
                <a:off x="319800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h4146"/>
              <p:cNvSpPr/>
              <p:nvPr/>
            </p:nvSpPr>
            <p:spPr>
              <a:xfrm>
                <a:off x="320727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h4147"/>
              <p:cNvSpPr/>
              <p:nvPr/>
            </p:nvSpPr>
            <p:spPr>
              <a:xfrm>
                <a:off x="321653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h4148"/>
              <p:cNvSpPr/>
              <p:nvPr/>
            </p:nvSpPr>
            <p:spPr>
              <a:xfrm>
                <a:off x="322579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h4149"/>
              <p:cNvSpPr/>
              <p:nvPr/>
            </p:nvSpPr>
            <p:spPr>
              <a:xfrm>
                <a:off x="323505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h4150"/>
              <p:cNvSpPr/>
              <p:nvPr/>
            </p:nvSpPr>
            <p:spPr>
              <a:xfrm>
                <a:off x="324431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h4151"/>
              <p:cNvSpPr/>
              <p:nvPr/>
            </p:nvSpPr>
            <p:spPr>
              <a:xfrm>
                <a:off x="325358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h4152"/>
              <p:cNvSpPr/>
              <p:nvPr/>
            </p:nvSpPr>
            <p:spPr>
              <a:xfrm>
                <a:off x="326284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h4153"/>
              <p:cNvSpPr/>
              <p:nvPr/>
            </p:nvSpPr>
            <p:spPr>
              <a:xfrm>
                <a:off x="327210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h4154"/>
              <p:cNvSpPr/>
              <p:nvPr/>
            </p:nvSpPr>
            <p:spPr>
              <a:xfrm>
                <a:off x="3281368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h4155"/>
              <p:cNvSpPr/>
              <p:nvPr/>
            </p:nvSpPr>
            <p:spPr>
              <a:xfrm>
                <a:off x="3290630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h4156"/>
              <p:cNvSpPr/>
              <p:nvPr/>
            </p:nvSpPr>
            <p:spPr>
              <a:xfrm>
                <a:off x="3299892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h4157"/>
              <p:cNvSpPr/>
              <p:nvPr/>
            </p:nvSpPr>
            <p:spPr>
              <a:xfrm>
                <a:off x="3309154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h4158"/>
              <p:cNvSpPr/>
              <p:nvPr/>
            </p:nvSpPr>
            <p:spPr>
              <a:xfrm>
                <a:off x="3318417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h4159"/>
              <p:cNvSpPr/>
              <p:nvPr/>
            </p:nvSpPr>
            <p:spPr>
              <a:xfrm>
                <a:off x="3327679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h4160"/>
              <p:cNvSpPr/>
              <p:nvPr/>
            </p:nvSpPr>
            <p:spPr>
              <a:xfrm>
                <a:off x="3336941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h4161"/>
              <p:cNvSpPr/>
              <p:nvPr/>
            </p:nvSpPr>
            <p:spPr>
              <a:xfrm>
                <a:off x="3346203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h4162"/>
              <p:cNvSpPr/>
              <p:nvPr/>
            </p:nvSpPr>
            <p:spPr>
              <a:xfrm>
                <a:off x="3355465" y="18607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h4163"/>
              <p:cNvSpPr/>
              <p:nvPr/>
            </p:nvSpPr>
            <p:spPr>
              <a:xfrm>
                <a:off x="3364728" y="187801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312"/>
                    </a:lnTo>
                    <a:lnTo>
                      <a:pt x="921581" y="908229"/>
                    </a:lnTo>
                    <a:lnTo>
                      <a:pt x="920436" y="912510"/>
                    </a:lnTo>
                    <a:lnTo>
                      <a:pt x="920713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h4164"/>
              <p:cNvSpPr/>
              <p:nvPr/>
            </p:nvSpPr>
            <p:spPr>
              <a:xfrm>
                <a:off x="3373990" y="1860779"/>
                <a:ext cx="914861" cy="916550"/>
              </a:xfrm>
              <a:custGeom>
                <a:avLst/>
                <a:gdLst/>
                <a:ahLst/>
                <a:cxnLst/>
                <a:rect l="0" t="0" r="0" b="0"/>
                <a:pathLst>
                  <a:path w="914861" h="916550">
                    <a:moveTo>
                      <a:pt x="914400" y="914400"/>
                    </a:moveTo>
                    <a:lnTo>
                      <a:pt x="914861" y="914400"/>
                    </a:lnTo>
                    <a:lnTo>
                      <a:pt x="914613" y="915637"/>
                    </a:lnTo>
                    <a:lnTo>
                      <a:pt x="914400" y="91655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h4165"/>
              <p:cNvSpPr/>
              <p:nvPr/>
            </p:nvSpPr>
            <p:spPr>
              <a:xfrm>
                <a:off x="2216212" y="1843541"/>
                <a:ext cx="914400" cy="92335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51">
                    <a:moveTo>
                      <a:pt x="914400" y="914400"/>
                    </a:moveTo>
                    <a:lnTo>
                      <a:pt x="914400" y="923351"/>
                    </a:lnTo>
                    <a:lnTo>
                      <a:pt x="914246" y="923016"/>
                    </a:lnTo>
                    <a:lnTo>
                      <a:pt x="913096" y="920510"/>
                    </a:lnTo>
                    <a:lnTo>
                      <a:pt x="910437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h4166"/>
              <p:cNvSpPr/>
              <p:nvPr/>
            </p:nvSpPr>
            <p:spPr>
              <a:xfrm>
                <a:off x="221621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99" y="931638"/>
                    </a:lnTo>
                    <a:lnTo>
                      <a:pt x="917669" y="930481"/>
                    </a:lnTo>
                    <a:lnTo>
                      <a:pt x="916528" y="927993"/>
                    </a:lnTo>
                    <a:lnTo>
                      <a:pt x="915388" y="925505"/>
                    </a:lnTo>
                    <a:lnTo>
                      <a:pt x="914400" y="923351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h4167"/>
              <p:cNvSpPr/>
              <p:nvPr/>
            </p:nvSpPr>
            <p:spPr>
              <a:xfrm>
                <a:off x="222547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h4168"/>
              <p:cNvSpPr/>
              <p:nvPr/>
            </p:nvSpPr>
            <p:spPr>
              <a:xfrm>
                <a:off x="223473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h4169"/>
              <p:cNvSpPr/>
              <p:nvPr/>
            </p:nvSpPr>
            <p:spPr>
              <a:xfrm>
                <a:off x="224399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h4170"/>
              <p:cNvSpPr/>
              <p:nvPr/>
            </p:nvSpPr>
            <p:spPr>
              <a:xfrm>
                <a:off x="225326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h4171"/>
              <p:cNvSpPr/>
              <p:nvPr/>
            </p:nvSpPr>
            <p:spPr>
              <a:xfrm>
                <a:off x="226252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h4172"/>
              <p:cNvSpPr/>
              <p:nvPr/>
            </p:nvSpPr>
            <p:spPr>
              <a:xfrm>
                <a:off x="227178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h4173"/>
              <p:cNvSpPr/>
              <p:nvPr/>
            </p:nvSpPr>
            <p:spPr>
              <a:xfrm>
                <a:off x="228104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h4174"/>
              <p:cNvSpPr/>
              <p:nvPr/>
            </p:nvSpPr>
            <p:spPr>
              <a:xfrm>
                <a:off x="229031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h4175"/>
              <p:cNvSpPr/>
              <p:nvPr/>
            </p:nvSpPr>
            <p:spPr>
              <a:xfrm>
                <a:off x="229957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h4176"/>
              <p:cNvSpPr/>
              <p:nvPr/>
            </p:nvSpPr>
            <p:spPr>
              <a:xfrm>
                <a:off x="230883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h4177"/>
              <p:cNvSpPr/>
              <p:nvPr/>
            </p:nvSpPr>
            <p:spPr>
              <a:xfrm>
                <a:off x="23180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h4178"/>
              <p:cNvSpPr/>
              <p:nvPr/>
            </p:nvSpPr>
            <p:spPr>
              <a:xfrm>
                <a:off x="23273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h4179"/>
              <p:cNvSpPr/>
              <p:nvPr/>
            </p:nvSpPr>
            <p:spPr>
              <a:xfrm>
                <a:off x="23366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h4180"/>
              <p:cNvSpPr/>
              <p:nvPr/>
            </p:nvSpPr>
            <p:spPr>
              <a:xfrm>
                <a:off x="23458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h4181"/>
              <p:cNvSpPr/>
              <p:nvPr/>
            </p:nvSpPr>
            <p:spPr>
              <a:xfrm>
                <a:off x="235514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h4182"/>
              <p:cNvSpPr/>
              <p:nvPr/>
            </p:nvSpPr>
            <p:spPr>
              <a:xfrm>
                <a:off x="23644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h4183"/>
              <p:cNvSpPr/>
              <p:nvPr/>
            </p:nvSpPr>
            <p:spPr>
              <a:xfrm>
                <a:off x="23736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h4184"/>
              <p:cNvSpPr/>
              <p:nvPr/>
            </p:nvSpPr>
            <p:spPr>
              <a:xfrm>
                <a:off x="23829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h4185"/>
              <p:cNvSpPr/>
              <p:nvPr/>
            </p:nvSpPr>
            <p:spPr>
              <a:xfrm>
                <a:off x="239219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h4186"/>
              <p:cNvSpPr/>
              <p:nvPr/>
            </p:nvSpPr>
            <p:spPr>
              <a:xfrm>
                <a:off x="24014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h4187"/>
              <p:cNvSpPr/>
              <p:nvPr/>
            </p:nvSpPr>
            <p:spPr>
              <a:xfrm>
                <a:off x="24107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h4188"/>
              <p:cNvSpPr/>
              <p:nvPr/>
            </p:nvSpPr>
            <p:spPr>
              <a:xfrm>
                <a:off x="24199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h4189"/>
              <p:cNvSpPr/>
              <p:nvPr/>
            </p:nvSpPr>
            <p:spPr>
              <a:xfrm>
                <a:off x="24292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h4190"/>
              <p:cNvSpPr/>
              <p:nvPr/>
            </p:nvSpPr>
            <p:spPr>
              <a:xfrm>
                <a:off x="2438506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h4191"/>
              <p:cNvSpPr/>
              <p:nvPr/>
            </p:nvSpPr>
            <p:spPr>
              <a:xfrm>
                <a:off x="24477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h4192"/>
              <p:cNvSpPr/>
              <p:nvPr/>
            </p:nvSpPr>
            <p:spPr>
              <a:xfrm>
                <a:off x="24570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h4193"/>
              <p:cNvSpPr/>
              <p:nvPr/>
            </p:nvSpPr>
            <p:spPr>
              <a:xfrm>
                <a:off x="24662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h4194"/>
              <p:cNvSpPr/>
              <p:nvPr/>
            </p:nvSpPr>
            <p:spPr>
              <a:xfrm>
                <a:off x="247555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h4195"/>
              <p:cNvSpPr/>
              <p:nvPr/>
            </p:nvSpPr>
            <p:spPr>
              <a:xfrm>
                <a:off x="24848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h4196"/>
              <p:cNvSpPr/>
              <p:nvPr/>
            </p:nvSpPr>
            <p:spPr>
              <a:xfrm>
                <a:off x="24940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h4197"/>
              <p:cNvSpPr/>
              <p:nvPr/>
            </p:nvSpPr>
            <p:spPr>
              <a:xfrm>
                <a:off x="2503341" y="1860779"/>
                <a:ext cx="923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650" y="897161"/>
                    </a:lnTo>
                    <a:lnTo>
                      <a:pt x="921123" y="905530"/>
                    </a:lnTo>
                    <a:lnTo>
                      <a:pt x="923426" y="914400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h4198"/>
              <p:cNvSpPr/>
              <p:nvPr/>
            </p:nvSpPr>
            <p:spPr>
              <a:xfrm>
                <a:off x="3142434" y="18435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235" y="931638"/>
                    </a:lnTo>
                    <a:lnTo>
                      <a:pt x="907892" y="928564"/>
                    </a:lnTo>
                    <a:lnTo>
                      <a:pt x="907012" y="917969"/>
                    </a:lnTo>
                    <a:lnTo>
                      <a:pt x="906817" y="914400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h4199"/>
              <p:cNvSpPr/>
              <p:nvPr/>
            </p:nvSpPr>
            <p:spPr>
              <a:xfrm>
                <a:off x="314243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h4200"/>
              <p:cNvSpPr/>
              <p:nvPr/>
            </p:nvSpPr>
            <p:spPr>
              <a:xfrm>
                <a:off x="315169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h4201"/>
              <p:cNvSpPr/>
              <p:nvPr/>
            </p:nvSpPr>
            <p:spPr>
              <a:xfrm>
                <a:off x="316095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h4202"/>
              <p:cNvSpPr/>
              <p:nvPr/>
            </p:nvSpPr>
            <p:spPr>
              <a:xfrm>
                <a:off x="317022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h4203"/>
              <p:cNvSpPr/>
              <p:nvPr/>
            </p:nvSpPr>
            <p:spPr>
              <a:xfrm>
                <a:off x="317948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h4204"/>
              <p:cNvSpPr/>
              <p:nvPr/>
            </p:nvSpPr>
            <p:spPr>
              <a:xfrm>
                <a:off x="318874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h4205"/>
              <p:cNvSpPr/>
              <p:nvPr/>
            </p:nvSpPr>
            <p:spPr>
              <a:xfrm>
                <a:off x="319800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h4206"/>
              <p:cNvSpPr/>
              <p:nvPr/>
            </p:nvSpPr>
            <p:spPr>
              <a:xfrm>
                <a:off x="320727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h4207"/>
              <p:cNvSpPr/>
              <p:nvPr/>
            </p:nvSpPr>
            <p:spPr>
              <a:xfrm>
                <a:off x="321653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h4208"/>
              <p:cNvSpPr/>
              <p:nvPr/>
            </p:nvSpPr>
            <p:spPr>
              <a:xfrm>
                <a:off x="322579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h4209"/>
              <p:cNvSpPr/>
              <p:nvPr/>
            </p:nvSpPr>
            <p:spPr>
              <a:xfrm>
                <a:off x="323505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h4210"/>
              <p:cNvSpPr/>
              <p:nvPr/>
            </p:nvSpPr>
            <p:spPr>
              <a:xfrm>
                <a:off x="324431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h4211"/>
              <p:cNvSpPr/>
              <p:nvPr/>
            </p:nvSpPr>
            <p:spPr>
              <a:xfrm>
                <a:off x="325358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h4212"/>
              <p:cNvSpPr/>
              <p:nvPr/>
            </p:nvSpPr>
            <p:spPr>
              <a:xfrm>
                <a:off x="326284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h4213"/>
              <p:cNvSpPr/>
              <p:nvPr/>
            </p:nvSpPr>
            <p:spPr>
              <a:xfrm>
                <a:off x="327210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h4214"/>
              <p:cNvSpPr/>
              <p:nvPr/>
            </p:nvSpPr>
            <p:spPr>
              <a:xfrm>
                <a:off x="328136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h4215"/>
              <p:cNvSpPr/>
              <p:nvPr/>
            </p:nvSpPr>
            <p:spPr>
              <a:xfrm>
                <a:off x="3290630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h4216"/>
              <p:cNvSpPr/>
              <p:nvPr/>
            </p:nvSpPr>
            <p:spPr>
              <a:xfrm>
                <a:off x="3299892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h4217"/>
              <p:cNvSpPr/>
              <p:nvPr/>
            </p:nvSpPr>
            <p:spPr>
              <a:xfrm>
                <a:off x="3309154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h4218"/>
              <p:cNvSpPr/>
              <p:nvPr/>
            </p:nvSpPr>
            <p:spPr>
              <a:xfrm>
                <a:off x="3318417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h4219"/>
              <p:cNvSpPr/>
              <p:nvPr/>
            </p:nvSpPr>
            <p:spPr>
              <a:xfrm>
                <a:off x="3327679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h4220"/>
              <p:cNvSpPr/>
              <p:nvPr/>
            </p:nvSpPr>
            <p:spPr>
              <a:xfrm>
                <a:off x="3336941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h4221"/>
              <p:cNvSpPr/>
              <p:nvPr/>
            </p:nvSpPr>
            <p:spPr>
              <a:xfrm>
                <a:off x="3346203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h4222"/>
              <p:cNvSpPr/>
              <p:nvPr/>
            </p:nvSpPr>
            <p:spPr>
              <a:xfrm>
                <a:off x="3355465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h4223"/>
              <p:cNvSpPr/>
              <p:nvPr/>
            </p:nvSpPr>
            <p:spPr>
              <a:xfrm>
                <a:off x="3364728" y="18435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h4224"/>
              <p:cNvSpPr/>
              <p:nvPr/>
            </p:nvSpPr>
            <p:spPr>
              <a:xfrm>
                <a:off x="3373990" y="1860779"/>
                <a:ext cx="918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6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063" y="897161"/>
                    </a:lnTo>
                    <a:lnTo>
                      <a:pt x="916630" y="905598"/>
                    </a:lnTo>
                    <a:lnTo>
                      <a:pt x="914861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h4225"/>
              <p:cNvSpPr/>
              <p:nvPr/>
            </p:nvSpPr>
            <p:spPr>
              <a:xfrm>
                <a:off x="2206950" y="1826302"/>
                <a:ext cx="914400" cy="9180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58">
                    <a:moveTo>
                      <a:pt x="914400" y="914400"/>
                    </a:moveTo>
                    <a:lnTo>
                      <a:pt x="914400" y="918058"/>
                    </a:lnTo>
                    <a:lnTo>
                      <a:pt x="913123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h4226"/>
              <p:cNvSpPr/>
              <p:nvPr/>
            </p:nvSpPr>
            <p:spPr>
              <a:xfrm>
                <a:off x="220695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99" y="931638"/>
                    </a:lnTo>
                    <a:lnTo>
                      <a:pt x="918702" y="929346"/>
                    </a:lnTo>
                    <a:lnTo>
                      <a:pt x="915287" y="920599"/>
                    </a:lnTo>
                    <a:lnTo>
                      <a:pt x="914400" y="91805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h4227"/>
              <p:cNvSpPr/>
              <p:nvPr/>
            </p:nvSpPr>
            <p:spPr>
              <a:xfrm>
                <a:off x="221621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h4228"/>
              <p:cNvSpPr/>
              <p:nvPr/>
            </p:nvSpPr>
            <p:spPr>
              <a:xfrm>
                <a:off x="222547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h4229"/>
              <p:cNvSpPr/>
              <p:nvPr/>
            </p:nvSpPr>
            <p:spPr>
              <a:xfrm>
                <a:off x="223473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h4230"/>
              <p:cNvSpPr/>
              <p:nvPr/>
            </p:nvSpPr>
            <p:spPr>
              <a:xfrm>
                <a:off x="224399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h4231"/>
              <p:cNvSpPr/>
              <p:nvPr/>
            </p:nvSpPr>
            <p:spPr>
              <a:xfrm>
                <a:off x="225326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h4232"/>
              <p:cNvSpPr/>
              <p:nvPr/>
            </p:nvSpPr>
            <p:spPr>
              <a:xfrm>
                <a:off x="226252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h4233"/>
              <p:cNvSpPr/>
              <p:nvPr/>
            </p:nvSpPr>
            <p:spPr>
              <a:xfrm>
                <a:off x="227178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h4234"/>
              <p:cNvSpPr/>
              <p:nvPr/>
            </p:nvSpPr>
            <p:spPr>
              <a:xfrm>
                <a:off x="228104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h4235"/>
              <p:cNvSpPr/>
              <p:nvPr/>
            </p:nvSpPr>
            <p:spPr>
              <a:xfrm>
                <a:off x="229031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h4236"/>
              <p:cNvSpPr/>
              <p:nvPr/>
            </p:nvSpPr>
            <p:spPr>
              <a:xfrm>
                <a:off x="229957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h4237"/>
              <p:cNvSpPr/>
              <p:nvPr/>
            </p:nvSpPr>
            <p:spPr>
              <a:xfrm>
                <a:off x="230883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h4238"/>
              <p:cNvSpPr/>
              <p:nvPr/>
            </p:nvSpPr>
            <p:spPr>
              <a:xfrm>
                <a:off x="23180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h4239"/>
              <p:cNvSpPr/>
              <p:nvPr/>
            </p:nvSpPr>
            <p:spPr>
              <a:xfrm>
                <a:off x="23273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h4240"/>
              <p:cNvSpPr/>
              <p:nvPr/>
            </p:nvSpPr>
            <p:spPr>
              <a:xfrm>
                <a:off x="23366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h4241"/>
              <p:cNvSpPr/>
              <p:nvPr/>
            </p:nvSpPr>
            <p:spPr>
              <a:xfrm>
                <a:off x="23458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h4242"/>
              <p:cNvSpPr/>
              <p:nvPr/>
            </p:nvSpPr>
            <p:spPr>
              <a:xfrm>
                <a:off x="235514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h4243"/>
              <p:cNvSpPr/>
              <p:nvPr/>
            </p:nvSpPr>
            <p:spPr>
              <a:xfrm>
                <a:off x="23644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h4244"/>
              <p:cNvSpPr/>
              <p:nvPr/>
            </p:nvSpPr>
            <p:spPr>
              <a:xfrm>
                <a:off x="23736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h4245"/>
              <p:cNvSpPr/>
              <p:nvPr/>
            </p:nvSpPr>
            <p:spPr>
              <a:xfrm>
                <a:off x="23829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h4246"/>
              <p:cNvSpPr/>
              <p:nvPr/>
            </p:nvSpPr>
            <p:spPr>
              <a:xfrm>
                <a:off x="239219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h4247"/>
              <p:cNvSpPr/>
              <p:nvPr/>
            </p:nvSpPr>
            <p:spPr>
              <a:xfrm>
                <a:off x="24014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h4248"/>
              <p:cNvSpPr/>
              <p:nvPr/>
            </p:nvSpPr>
            <p:spPr>
              <a:xfrm>
                <a:off x="24107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h4249"/>
              <p:cNvSpPr/>
              <p:nvPr/>
            </p:nvSpPr>
            <p:spPr>
              <a:xfrm>
                <a:off x="24199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h4250"/>
              <p:cNvSpPr/>
              <p:nvPr/>
            </p:nvSpPr>
            <p:spPr>
              <a:xfrm>
                <a:off x="24292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h4251"/>
              <p:cNvSpPr/>
              <p:nvPr/>
            </p:nvSpPr>
            <p:spPr>
              <a:xfrm>
                <a:off x="2438506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h4252"/>
              <p:cNvSpPr/>
              <p:nvPr/>
            </p:nvSpPr>
            <p:spPr>
              <a:xfrm>
                <a:off x="24477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h4253"/>
              <p:cNvSpPr/>
              <p:nvPr/>
            </p:nvSpPr>
            <p:spPr>
              <a:xfrm>
                <a:off x="24570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h4254"/>
              <p:cNvSpPr/>
              <p:nvPr/>
            </p:nvSpPr>
            <p:spPr>
              <a:xfrm>
                <a:off x="24662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h4255"/>
              <p:cNvSpPr/>
              <p:nvPr/>
            </p:nvSpPr>
            <p:spPr>
              <a:xfrm>
                <a:off x="247555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h4256"/>
              <p:cNvSpPr/>
              <p:nvPr/>
            </p:nvSpPr>
            <p:spPr>
              <a:xfrm>
                <a:off x="24848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h4257"/>
              <p:cNvSpPr/>
              <p:nvPr/>
            </p:nvSpPr>
            <p:spPr>
              <a:xfrm>
                <a:off x="2503341" y="18435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671" y="897161"/>
                    </a:lnTo>
                    <a:lnTo>
                      <a:pt x="914400" y="901782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h4258"/>
              <p:cNvSpPr/>
              <p:nvPr/>
            </p:nvSpPr>
            <p:spPr>
              <a:xfrm>
                <a:off x="2503341" y="1843541"/>
                <a:ext cx="9186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0" h="914400">
                    <a:moveTo>
                      <a:pt x="914400" y="914400"/>
                    </a:moveTo>
                    <a:lnTo>
                      <a:pt x="914400" y="901782"/>
                    </a:lnTo>
                    <a:lnTo>
                      <a:pt x="915210" y="903949"/>
                    </a:lnTo>
                    <a:lnTo>
                      <a:pt x="918300" y="913213"/>
                    </a:lnTo>
                    <a:lnTo>
                      <a:pt x="918650" y="914400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h4259"/>
              <p:cNvSpPr/>
              <p:nvPr/>
            </p:nvSpPr>
            <p:spPr>
              <a:xfrm>
                <a:off x="3142434" y="18263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817" y="931638"/>
                    </a:lnTo>
                    <a:lnTo>
                      <a:pt x="906429" y="924541"/>
                    </a:lnTo>
                    <a:lnTo>
                      <a:pt x="906159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h4260"/>
              <p:cNvSpPr/>
              <p:nvPr/>
            </p:nvSpPr>
            <p:spPr>
              <a:xfrm>
                <a:off x="314243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h4261"/>
              <p:cNvSpPr/>
              <p:nvPr/>
            </p:nvSpPr>
            <p:spPr>
              <a:xfrm>
                <a:off x="315169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h4262"/>
              <p:cNvSpPr/>
              <p:nvPr/>
            </p:nvSpPr>
            <p:spPr>
              <a:xfrm>
                <a:off x="316095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h4263"/>
              <p:cNvSpPr/>
              <p:nvPr/>
            </p:nvSpPr>
            <p:spPr>
              <a:xfrm>
                <a:off x="317022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h4264"/>
              <p:cNvSpPr/>
              <p:nvPr/>
            </p:nvSpPr>
            <p:spPr>
              <a:xfrm>
                <a:off x="317948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h4265"/>
              <p:cNvSpPr/>
              <p:nvPr/>
            </p:nvSpPr>
            <p:spPr>
              <a:xfrm>
                <a:off x="318874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h4266"/>
              <p:cNvSpPr/>
              <p:nvPr/>
            </p:nvSpPr>
            <p:spPr>
              <a:xfrm>
                <a:off x="319800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h4267"/>
              <p:cNvSpPr/>
              <p:nvPr/>
            </p:nvSpPr>
            <p:spPr>
              <a:xfrm>
                <a:off x="320727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h4268"/>
              <p:cNvSpPr/>
              <p:nvPr/>
            </p:nvSpPr>
            <p:spPr>
              <a:xfrm>
                <a:off x="321653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h4269"/>
              <p:cNvSpPr/>
              <p:nvPr/>
            </p:nvSpPr>
            <p:spPr>
              <a:xfrm>
                <a:off x="322579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h4270"/>
              <p:cNvSpPr/>
              <p:nvPr/>
            </p:nvSpPr>
            <p:spPr>
              <a:xfrm>
                <a:off x="323505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h4271"/>
              <p:cNvSpPr/>
              <p:nvPr/>
            </p:nvSpPr>
            <p:spPr>
              <a:xfrm>
                <a:off x="324431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h4272"/>
              <p:cNvSpPr/>
              <p:nvPr/>
            </p:nvSpPr>
            <p:spPr>
              <a:xfrm>
                <a:off x="325358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h4273"/>
              <p:cNvSpPr/>
              <p:nvPr/>
            </p:nvSpPr>
            <p:spPr>
              <a:xfrm>
                <a:off x="326284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h4274"/>
              <p:cNvSpPr/>
              <p:nvPr/>
            </p:nvSpPr>
            <p:spPr>
              <a:xfrm>
                <a:off x="327210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h4275"/>
              <p:cNvSpPr/>
              <p:nvPr/>
            </p:nvSpPr>
            <p:spPr>
              <a:xfrm>
                <a:off x="328136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h4276"/>
              <p:cNvSpPr/>
              <p:nvPr/>
            </p:nvSpPr>
            <p:spPr>
              <a:xfrm>
                <a:off x="3290630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h4277"/>
              <p:cNvSpPr/>
              <p:nvPr/>
            </p:nvSpPr>
            <p:spPr>
              <a:xfrm>
                <a:off x="3299892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h4278"/>
              <p:cNvSpPr/>
              <p:nvPr/>
            </p:nvSpPr>
            <p:spPr>
              <a:xfrm>
                <a:off x="3309154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h4279"/>
              <p:cNvSpPr/>
              <p:nvPr/>
            </p:nvSpPr>
            <p:spPr>
              <a:xfrm>
                <a:off x="3318417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h4280"/>
              <p:cNvSpPr/>
              <p:nvPr/>
            </p:nvSpPr>
            <p:spPr>
              <a:xfrm>
                <a:off x="3327679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h4281"/>
              <p:cNvSpPr/>
              <p:nvPr/>
            </p:nvSpPr>
            <p:spPr>
              <a:xfrm>
                <a:off x="3336941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h4282"/>
              <p:cNvSpPr/>
              <p:nvPr/>
            </p:nvSpPr>
            <p:spPr>
              <a:xfrm>
                <a:off x="3346203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h4283"/>
              <p:cNvSpPr/>
              <p:nvPr/>
            </p:nvSpPr>
            <p:spPr>
              <a:xfrm>
                <a:off x="3355465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h4284"/>
              <p:cNvSpPr/>
              <p:nvPr/>
            </p:nvSpPr>
            <p:spPr>
              <a:xfrm>
                <a:off x="3364728" y="18263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h4285"/>
              <p:cNvSpPr/>
              <p:nvPr/>
            </p:nvSpPr>
            <p:spPr>
              <a:xfrm>
                <a:off x="3373990" y="1843541"/>
                <a:ext cx="9203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75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375" y="897161"/>
                    </a:lnTo>
                    <a:lnTo>
                      <a:pt x="919815" y="902244"/>
                    </a:lnTo>
                    <a:lnTo>
                      <a:pt x="918366" y="912617"/>
                    </a:lnTo>
                    <a:lnTo>
                      <a:pt x="918063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h4286"/>
              <p:cNvSpPr/>
              <p:nvPr/>
            </p:nvSpPr>
            <p:spPr>
              <a:xfrm>
                <a:off x="2206950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123" y="931638"/>
                    </a:lnTo>
                    <a:lnTo>
                      <a:pt x="912122" y="928771"/>
                    </a:lnTo>
                    <a:lnTo>
                      <a:pt x="909215" y="919408"/>
                    </a:lnTo>
                    <a:lnTo>
                      <a:pt x="907843" y="914400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h4287"/>
              <p:cNvSpPr/>
              <p:nvPr/>
            </p:nvSpPr>
            <p:spPr>
              <a:xfrm>
                <a:off x="220695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h4288"/>
              <p:cNvSpPr/>
              <p:nvPr/>
            </p:nvSpPr>
            <p:spPr>
              <a:xfrm>
                <a:off x="221621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h4289"/>
              <p:cNvSpPr/>
              <p:nvPr/>
            </p:nvSpPr>
            <p:spPr>
              <a:xfrm>
                <a:off x="222547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h4290"/>
              <p:cNvSpPr/>
              <p:nvPr/>
            </p:nvSpPr>
            <p:spPr>
              <a:xfrm>
                <a:off x="223473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h4291"/>
              <p:cNvSpPr/>
              <p:nvPr/>
            </p:nvSpPr>
            <p:spPr>
              <a:xfrm>
                <a:off x="224399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h4292"/>
              <p:cNvSpPr/>
              <p:nvPr/>
            </p:nvSpPr>
            <p:spPr>
              <a:xfrm>
                <a:off x="225326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h4293"/>
              <p:cNvSpPr/>
              <p:nvPr/>
            </p:nvSpPr>
            <p:spPr>
              <a:xfrm>
                <a:off x="226252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h4294"/>
              <p:cNvSpPr/>
              <p:nvPr/>
            </p:nvSpPr>
            <p:spPr>
              <a:xfrm>
                <a:off x="227178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h4295"/>
              <p:cNvSpPr/>
              <p:nvPr/>
            </p:nvSpPr>
            <p:spPr>
              <a:xfrm>
                <a:off x="228104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h4296"/>
              <p:cNvSpPr/>
              <p:nvPr/>
            </p:nvSpPr>
            <p:spPr>
              <a:xfrm>
                <a:off x="229031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h4297"/>
              <p:cNvSpPr/>
              <p:nvPr/>
            </p:nvSpPr>
            <p:spPr>
              <a:xfrm>
                <a:off x="229957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h4298"/>
              <p:cNvSpPr/>
              <p:nvPr/>
            </p:nvSpPr>
            <p:spPr>
              <a:xfrm>
                <a:off x="230883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h4299"/>
              <p:cNvSpPr/>
              <p:nvPr/>
            </p:nvSpPr>
            <p:spPr>
              <a:xfrm>
                <a:off x="23180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h4300"/>
              <p:cNvSpPr/>
              <p:nvPr/>
            </p:nvSpPr>
            <p:spPr>
              <a:xfrm>
                <a:off x="23273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h4301"/>
              <p:cNvSpPr/>
              <p:nvPr/>
            </p:nvSpPr>
            <p:spPr>
              <a:xfrm>
                <a:off x="23366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h4302"/>
              <p:cNvSpPr/>
              <p:nvPr/>
            </p:nvSpPr>
            <p:spPr>
              <a:xfrm>
                <a:off x="23458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h4303"/>
              <p:cNvSpPr/>
              <p:nvPr/>
            </p:nvSpPr>
            <p:spPr>
              <a:xfrm>
                <a:off x="235514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h4304"/>
              <p:cNvSpPr/>
              <p:nvPr/>
            </p:nvSpPr>
            <p:spPr>
              <a:xfrm>
                <a:off x="23644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h4305"/>
              <p:cNvSpPr/>
              <p:nvPr/>
            </p:nvSpPr>
            <p:spPr>
              <a:xfrm>
                <a:off x="23736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h4306"/>
              <p:cNvSpPr/>
              <p:nvPr/>
            </p:nvSpPr>
            <p:spPr>
              <a:xfrm>
                <a:off x="23829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h4307"/>
              <p:cNvSpPr/>
              <p:nvPr/>
            </p:nvSpPr>
            <p:spPr>
              <a:xfrm>
                <a:off x="239219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h4308"/>
              <p:cNvSpPr/>
              <p:nvPr/>
            </p:nvSpPr>
            <p:spPr>
              <a:xfrm>
                <a:off x="24014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h4309"/>
              <p:cNvSpPr/>
              <p:nvPr/>
            </p:nvSpPr>
            <p:spPr>
              <a:xfrm>
                <a:off x="24107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h4310"/>
              <p:cNvSpPr/>
              <p:nvPr/>
            </p:nvSpPr>
            <p:spPr>
              <a:xfrm>
                <a:off x="24199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h4311"/>
              <p:cNvSpPr/>
              <p:nvPr/>
            </p:nvSpPr>
            <p:spPr>
              <a:xfrm>
                <a:off x="24292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h4312"/>
              <p:cNvSpPr/>
              <p:nvPr/>
            </p:nvSpPr>
            <p:spPr>
              <a:xfrm>
                <a:off x="2438506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h4313"/>
              <p:cNvSpPr/>
              <p:nvPr/>
            </p:nvSpPr>
            <p:spPr>
              <a:xfrm>
                <a:off x="24477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h4314"/>
              <p:cNvSpPr/>
              <p:nvPr/>
            </p:nvSpPr>
            <p:spPr>
              <a:xfrm>
                <a:off x="24570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h4315"/>
              <p:cNvSpPr/>
              <p:nvPr/>
            </p:nvSpPr>
            <p:spPr>
              <a:xfrm>
                <a:off x="24662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h4316"/>
              <p:cNvSpPr/>
              <p:nvPr/>
            </p:nvSpPr>
            <p:spPr>
              <a:xfrm>
                <a:off x="247555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h4317"/>
              <p:cNvSpPr/>
              <p:nvPr/>
            </p:nvSpPr>
            <p:spPr>
              <a:xfrm>
                <a:off x="24848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h4318"/>
              <p:cNvSpPr/>
              <p:nvPr/>
            </p:nvSpPr>
            <p:spPr>
              <a:xfrm>
                <a:off x="2494079" y="1826302"/>
                <a:ext cx="9219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3" h="914400">
                    <a:moveTo>
                      <a:pt x="914400" y="914400"/>
                    </a:moveTo>
                    <a:lnTo>
                      <a:pt x="914518" y="897161"/>
                    </a:lnTo>
                    <a:lnTo>
                      <a:pt x="917528" y="903631"/>
                    </a:lnTo>
                    <a:lnTo>
                      <a:pt x="921124" y="912239"/>
                    </a:lnTo>
                    <a:lnTo>
                      <a:pt x="921933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h4319"/>
              <p:cNvSpPr/>
              <p:nvPr/>
            </p:nvSpPr>
            <p:spPr>
              <a:xfrm>
                <a:off x="3142434" y="18090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59" y="931638"/>
                    </a:lnTo>
                    <a:lnTo>
                      <a:pt x="906144" y="931072"/>
                    </a:lnTo>
                    <a:lnTo>
                      <a:pt x="906157" y="920351"/>
                    </a:lnTo>
                    <a:lnTo>
                      <a:pt x="906330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h4320"/>
              <p:cNvSpPr/>
              <p:nvPr/>
            </p:nvSpPr>
            <p:spPr>
              <a:xfrm>
                <a:off x="314243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h4321"/>
              <p:cNvSpPr/>
              <p:nvPr/>
            </p:nvSpPr>
            <p:spPr>
              <a:xfrm>
                <a:off x="315169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h4322"/>
              <p:cNvSpPr/>
              <p:nvPr/>
            </p:nvSpPr>
            <p:spPr>
              <a:xfrm>
                <a:off x="316095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h4323"/>
              <p:cNvSpPr/>
              <p:nvPr/>
            </p:nvSpPr>
            <p:spPr>
              <a:xfrm>
                <a:off x="317022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h4324"/>
              <p:cNvSpPr/>
              <p:nvPr/>
            </p:nvSpPr>
            <p:spPr>
              <a:xfrm>
                <a:off x="317948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h4325"/>
              <p:cNvSpPr/>
              <p:nvPr/>
            </p:nvSpPr>
            <p:spPr>
              <a:xfrm>
                <a:off x="318874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h4326"/>
              <p:cNvSpPr/>
              <p:nvPr/>
            </p:nvSpPr>
            <p:spPr>
              <a:xfrm>
                <a:off x="319800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h4327"/>
              <p:cNvSpPr/>
              <p:nvPr/>
            </p:nvSpPr>
            <p:spPr>
              <a:xfrm>
                <a:off x="320727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h4328"/>
              <p:cNvSpPr/>
              <p:nvPr/>
            </p:nvSpPr>
            <p:spPr>
              <a:xfrm>
                <a:off x="321653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h4329"/>
              <p:cNvSpPr/>
              <p:nvPr/>
            </p:nvSpPr>
            <p:spPr>
              <a:xfrm>
                <a:off x="322579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h4330"/>
              <p:cNvSpPr/>
              <p:nvPr/>
            </p:nvSpPr>
            <p:spPr>
              <a:xfrm>
                <a:off x="323505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h4331"/>
              <p:cNvSpPr/>
              <p:nvPr/>
            </p:nvSpPr>
            <p:spPr>
              <a:xfrm>
                <a:off x="324431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h4332"/>
              <p:cNvSpPr/>
              <p:nvPr/>
            </p:nvSpPr>
            <p:spPr>
              <a:xfrm>
                <a:off x="325358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h4333"/>
              <p:cNvSpPr/>
              <p:nvPr/>
            </p:nvSpPr>
            <p:spPr>
              <a:xfrm>
                <a:off x="326284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h4334"/>
              <p:cNvSpPr/>
              <p:nvPr/>
            </p:nvSpPr>
            <p:spPr>
              <a:xfrm>
                <a:off x="327210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h4335"/>
              <p:cNvSpPr/>
              <p:nvPr/>
            </p:nvSpPr>
            <p:spPr>
              <a:xfrm>
                <a:off x="328136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h4336"/>
              <p:cNvSpPr/>
              <p:nvPr/>
            </p:nvSpPr>
            <p:spPr>
              <a:xfrm>
                <a:off x="3290630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h4337"/>
              <p:cNvSpPr/>
              <p:nvPr/>
            </p:nvSpPr>
            <p:spPr>
              <a:xfrm>
                <a:off x="3299892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h4338"/>
              <p:cNvSpPr/>
              <p:nvPr/>
            </p:nvSpPr>
            <p:spPr>
              <a:xfrm>
                <a:off x="3309154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h4339"/>
              <p:cNvSpPr/>
              <p:nvPr/>
            </p:nvSpPr>
            <p:spPr>
              <a:xfrm>
                <a:off x="3318417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h4340"/>
              <p:cNvSpPr/>
              <p:nvPr/>
            </p:nvSpPr>
            <p:spPr>
              <a:xfrm>
                <a:off x="3327679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h4341"/>
              <p:cNvSpPr/>
              <p:nvPr/>
            </p:nvSpPr>
            <p:spPr>
              <a:xfrm>
                <a:off x="3336941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h4342"/>
              <p:cNvSpPr/>
              <p:nvPr/>
            </p:nvSpPr>
            <p:spPr>
              <a:xfrm>
                <a:off x="3346203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h4343"/>
              <p:cNvSpPr/>
              <p:nvPr/>
            </p:nvSpPr>
            <p:spPr>
              <a:xfrm>
                <a:off x="3355465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h4344"/>
              <p:cNvSpPr/>
              <p:nvPr/>
            </p:nvSpPr>
            <p:spPr>
              <a:xfrm>
                <a:off x="3364728" y="18090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h4345"/>
              <p:cNvSpPr/>
              <p:nvPr/>
            </p:nvSpPr>
            <p:spPr>
              <a:xfrm>
                <a:off x="3373990" y="1826302"/>
                <a:ext cx="9219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903" y="897161"/>
                    </a:lnTo>
                    <a:lnTo>
                      <a:pt x="921837" y="898387"/>
                    </a:lnTo>
                    <a:lnTo>
                      <a:pt x="920973" y="908983"/>
                    </a:lnTo>
                    <a:lnTo>
                      <a:pt x="920375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h4346"/>
              <p:cNvSpPr/>
              <p:nvPr/>
            </p:nvSpPr>
            <p:spPr>
              <a:xfrm>
                <a:off x="2197688" y="1791825"/>
                <a:ext cx="914400" cy="92100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008">
                    <a:moveTo>
                      <a:pt x="914400" y="914400"/>
                    </a:moveTo>
                    <a:lnTo>
                      <a:pt x="914400" y="921008"/>
                    </a:lnTo>
                    <a:lnTo>
                      <a:pt x="913979" y="919252"/>
                    </a:lnTo>
                    <a:lnTo>
                      <a:pt x="911860" y="916430"/>
                    </a:lnTo>
                    <a:lnTo>
                      <a:pt x="910493" y="914400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h4347"/>
              <p:cNvSpPr/>
              <p:nvPr/>
            </p:nvSpPr>
            <p:spPr>
              <a:xfrm>
                <a:off x="219768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105" y="931638"/>
                    </a:lnTo>
                    <a:lnTo>
                      <a:pt x="915838" y="927014"/>
                    </a:lnTo>
                    <a:lnTo>
                      <a:pt x="914400" y="92100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h4348"/>
              <p:cNvSpPr/>
              <p:nvPr/>
            </p:nvSpPr>
            <p:spPr>
              <a:xfrm>
                <a:off x="220695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h4349"/>
              <p:cNvSpPr/>
              <p:nvPr/>
            </p:nvSpPr>
            <p:spPr>
              <a:xfrm>
                <a:off x="221621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h4350"/>
              <p:cNvSpPr/>
              <p:nvPr/>
            </p:nvSpPr>
            <p:spPr>
              <a:xfrm>
                <a:off x="222547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h4351"/>
              <p:cNvSpPr/>
              <p:nvPr/>
            </p:nvSpPr>
            <p:spPr>
              <a:xfrm>
                <a:off x="223473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h4352"/>
              <p:cNvSpPr/>
              <p:nvPr/>
            </p:nvSpPr>
            <p:spPr>
              <a:xfrm>
                <a:off x="224399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h4353"/>
              <p:cNvSpPr/>
              <p:nvPr/>
            </p:nvSpPr>
            <p:spPr>
              <a:xfrm>
                <a:off x="225326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h4354"/>
              <p:cNvSpPr/>
              <p:nvPr/>
            </p:nvSpPr>
            <p:spPr>
              <a:xfrm>
                <a:off x="226252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h4355"/>
              <p:cNvSpPr/>
              <p:nvPr/>
            </p:nvSpPr>
            <p:spPr>
              <a:xfrm>
                <a:off x="227178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h4356"/>
              <p:cNvSpPr/>
              <p:nvPr/>
            </p:nvSpPr>
            <p:spPr>
              <a:xfrm>
                <a:off x="228104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h4357"/>
              <p:cNvSpPr/>
              <p:nvPr/>
            </p:nvSpPr>
            <p:spPr>
              <a:xfrm>
                <a:off x="229031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h4358"/>
              <p:cNvSpPr/>
              <p:nvPr/>
            </p:nvSpPr>
            <p:spPr>
              <a:xfrm>
                <a:off x="229957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h4359"/>
              <p:cNvSpPr/>
              <p:nvPr/>
            </p:nvSpPr>
            <p:spPr>
              <a:xfrm>
                <a:off x="230883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h4360"/>
              <p:cNvSpPr/>
              <p:nvPr/>
            </p:nvSpPr>
            <p:spPr>
              <a:xfrm>
                <a:off x="23180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h4361"/>
              <p:cNvSpPr/>
              <p:nvPr/>
            </p:nvSpPr>
            <p:spPr>
              <a:xfrm>
                <a:off x="23273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h4362"/>
              <p:cNvSpPr/>
              <p:nvPr/>
            </p:nvSpPr>
            <p:spPr>
              <a:xfrm>
                <a:off x="23366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h4363"/>
              <p:cNvSpPr/>
              <p:nvPr/>
            </p:nvSpPr>
            <p:spPr>
              <a:xfrm>
                <a:off x="23458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h4364"/>
              <p:cNvSpPr/>
              <p:nvPr/>
            </p:nvSpPr>
            <p:spPr>
              <a:xfrm>
                <a:off x="235514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h4365"/>
              <p:cNvSpPr/>
              <p:nvPr/>
            </p:nvSpPr>
            <p:spPr>
              <a:xfrm>
                <a:off x="23644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h4366"/>
              <p:cNvSpPr/>
              <p:nvPr/>
            </p:nvSpPr>
            <p:spPr>
              <a:xfrm>
                <a:off x="23736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h4367"/>
              <p:cNvSpPr/>
              <p:nvPr/>
            </p:nvSpPr>
            <p:spPr>
              <a:xfrm>
                <a:off x="23829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h4368"/>
              <p:cNvSpPr/>
              <p:nvPr/>
            </p:nvSpPr>
            <p:spPr>
              <a:xfrm>
                <a:off x="239219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h4369"/>
              <p:cNvSpPr/>
              <p:nvPr/>
            </p:nvSpPr>
            <p:spPr>
              <a:xfrm>
                <a:off x="24014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h4370"/>
              <p:cNvSpPr/>
              <p:nvPr/>
            </p:nvSpPr>
            <p:spPr>
              <a:xfrm>
                <a:off x="24107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h4371"/>
              <p:cNvSpPr/>
              <p:nvPr/>
            </p:nvSpPr>
            <p:spPr>
              <a:xfrm>
                <a:off x="24199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h4372"/>
              <p:cNvSpPr/>
              <p:nvPr/>
            </p:nvSpPr>
            <p:spPr>
              <a:xfrm>
                <a:off x="24292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h4373"/>
              <p:cNvSpPr/>
              <p:nvPr/>
            </p:nvSpPr>
            <p:spPr>
              <a:xfrm>
                <a:off x="2438506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h4374"/>
              <p:cNvSpPr/>
              <p:nvPr/>
            </p:nvSpPr>
            <p:spPr>
              <a:xfrm>
                <a:off x="24477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h4375"/>
              <p:cNvSpPr/>
              <p:nvPr/>
            </p:nvSpPr>
            <p:spPr>
              <a:xfrm>
                <a:off x="24570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h4376"/>
              <p:cNvSpPr/>
              <p:nvPr/>
            </p:nvSpPr>
            <p:spPr>
              <a:xfrm>
                <a:off x="24662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h4377"/>
              <p:cNvSpPr/>
              <p:nvPr/>
            </p:nvSpPr>
            <p:spPr>
              <a:xfrm>
                <a:off x="247555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h4378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5" y="897161"/>
                    </a:lnTo>
                    <a:lnTo>
                      <a:pt x="905349" y="897324"/>
                    </a:lnTo>
                    <a:lnTo>
                      <a:pt x="909629" y="904770"/>
                    </a:lnTo>
                    <a:lnTo>
                      <a:pt x="913692" y="912626"/>
                    </a:ln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h4379"/>
              <p:cNvSpPr/>
              <p:nvPr/>
            </p:nvSpPr>
            <p:spPr>
              <a:xfrm>
                <a:off x="2494079" y="18090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146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h4380"/>
              <p:cNvSpPr/>
              <p:nvPr/>
            </p:nvSpPr>
            <p:spPr>
              <a:xfrm>
                <a:off x="3142434" y="17918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330" y="931638"/>
                    </a:lnTo>
                    <a:lnTo>
                      <a:pt x="906468" y="926884"/>
                    </a:lnTo>
                    <a:lnTo>
                      <a:pt x="907077" y="916223"/>
                    </a:lnTo>
                    <a:lnTo>
                      <a:pt x="907233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h4381"/>
              <p:cNvSpPr/>
              <p:nvPr/>
            </p:nvSpPr>
            <p:spPr>
              <a:xfrm>
                <a:off x="314243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h4382"/>
              <p:cNvSpPr/>
              <p:nvPr/>
            </p:nvSpPr>
            <p:spPr>
              <a:xfrm>
                <a:off x="315169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h4383"/>
              <p:cNvSpPr/>
              <p:nvPr/>
            </p:nvSpPr>
            <p:spPr>
              <a:xfrm>
                <a:off x="316095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h4384"/>
              <p:cNvSpPr/>
              <p:nvPr/>
            </p:nvSpPr>
            <p:spPr>
              <a:xfrm>
                <a:off x="317022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h4385"/>
              <p:cNvSpPr/>
              <p:nvPr/>
            </p:nvSpPr>
            <p:spPr>
              <a:xfrm>
                <a:off x="317948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h4386"/>
              <p:cNvSpPr/>
              <p:nvPr/>
            </p:nvSpPr>
            <p:spPr>
              <a:xfrm>
                <a:off x="318874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h4387"/>
              <p:cNvSpPr/>
              <p:nvPr/>
            </p:nvSpPr>
            <p:spPr>
              <a:xfrm>
                <a:off x="319800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h4388"/>
              <p:cNvSpPr/>
              <p:nvPr/>
            </p:nvSpPr>
            <p:spPr>
              <a:xfrm>
                <a:off x="320727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h4389"/>
              <p:cNvSpPr/>
              <p:nvPr/>
            </p:nvSpPr>
            <p:spPr>
              <a:xfrm>
                <a:off x="321653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h4390"/>
              <p:cNvSpPr/>
              <p:nvPr/>
            </p:nvSpPr>
            <p:spPr>
              <a:xfrm>
                <a:off x="322579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h4391"/>
              <p:cNvSpPr/>
              <p:nvPr/>
            </p:nvSpPr>
            <p:spPr>
              <a:xfrm>
                <a:off x="323505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h4392"/>
              <p:cNvSpPr/>
              <p:nvPr/>
            </p:nvSpPr>
            <p:spPr>
              <a:xfrm>
                <a:off x="324431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h4393"/>
              <p:cNvSpPr/>
              <p:nvPr/>
            </p:nvSpPr>
            <p:spPr>
              <a:xfrm>
                <a:off x="325358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h4394"/>
              <p:cNvSpPr/>
              <p:nvPr/>
            </p:nvSpPr>
            <p:spPr>
              <a:xfrm>
                <a:off x="326284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h4395"/>
              <p:cNvSpPr/>
              <p:nvPr/>
            </p:nvSpPr>
            <p:spPr>
              <a:xfrm>
                <a:off x="327210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h4396"/>
              <p:cNvSpPr/>
              <p:nvPr/>
            </p:nvSpPr>
            <p:spPr>
              <a:xfrm>
                <a:off x="328136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h4397"/>
              <p:cNvSpPr/>
              <p:nvPr/>
            </p:nvSpPr>
            <p:spPr>
              <a:xfrm>
                <a:off x="3290630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h4398"/>
              <p:cNvSpPr/>
              <p:nvPr/>
            </p:nvSpPr>
            <p:spPr>
              <a:xfrm>
                <a:off x="3299892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h4399"/>
              <p:cNvSpPr/>
              <p:nvPr/>
            </p:nvSpPr>
            <p:spPr>
              <a:xfrm>
                <a:off x="3309154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h4400"/>
              <p:cNvSpPr/>
              <p:nvPr/>
            </p:nvSpPr>
            <p:spPr>
              <a:xfrm>
                <a:off x="3318417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h4401"/>
              <p:cNvSpPr/>
              <p:nvPr/>
            </p:nvSpPr>
            <p:spPr>
              <a:xfrm>
                <a:off x="3327679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h4402"/>
              <p:cNvSpPr/>
              <p:nvPr/>
            </p:nvSpPr>
            <p:spPr>
              <a:xfrm>
                <a:off x="3336941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h4403"/>
              <p:cNvSpPr/>
              <p:nvPr/>
            </p:nvSpPr>
            <p:spPr>
              <a:xfrm>
                <a:off x="3346203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h4404"/>
              <p:cNvSpPr/>
              <p:nvPr/>
            </p:nvSpPr>
            <p:spPr>
              <a:xfrm>
                <a:off x="3355465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h4405"/>
              <p:cNvSpPr/>
              <p:nvPr/>
            </p:nvSpPr>
            <p:spPr>
              <a:xfrm>
                <a:off x="3364728" y="17918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h4406"/>
              <p:cNvSpPr/>
              <p:nvPr/>
            </p:nvSpPr>
            <p:spPr>
              <a:xfrm>
                <a:off x="3373990" y="1809064"/>
                <a:ext cx="9226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0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603" y="897161"/>
                    </a:lnTo>
                    <a:lnTo>
                      <a:pt x="922406" y="904960"/>
                    </a:lnTo>
                    <a:lnTo>
                      <a:pt x="921903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h4407"/>
              <p:cNvSpPr/>
              <p:nvPr/>
            </p:nvSpPr>
            <p:spPr>
              <a:xfrm>
                <a:off x="2188426" y="1774587"/>
                <a:ext cx="914400" cy="92332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21">
                    <a:moveTo>
                      <a:pt x="914400" y="914400"/>
                    </a:moveTo>
                    <a:lnTo>
                      <a:pt x="914400" y="923321"/>
                    </a:lnTo>
                    <a:lnTo>
                      <a:pt x="912242" y="919758"/>
                    </a:lnTo>
                    <a:lnTo>
                      <a:pt x="909319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h4408"/>
              <p:cNvSpPr/>
              <p:nvPr/>
            </p:nvSpPr>
            <p:spPr>
              <a:xfrm>
                <a:off x="218842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55" y="931638"/>
                    </a:lnTo>
                    <a:lnTo>
                      <a:pt x="916585" y="926929"/>
                    </a:lnTo>
                    <a:lnTo>
                      <a:pt x="914400" y="923321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h4409"/>
              <p:cNvSpPr/>
              <p:nvPr/>
            </p:nvSpPr>
            <p:spPr>
              <a:xfrm>
                <a:off x="219768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h4410"/>
              <p:cNvSpPr/>
              <p:nvPr/>
            </p:nvSpPr>
            <p:spPr>
              <a:xfrm>
                <a:off x="220695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h4411"/>
              <p:cNvSpPr/>
              <p:nvPr/>
            </p:nvSpPr>
            <p:spPr>
              <a:xfrm>
                <a:off x="221621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h4412"/>
              <p:cNvSpPr/>
              <p:nvPr/>
            </p:nvSpPr>
            <p:spPr>
              <a:xfrm>
                <a:off x="222547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h4413"/>
              <p:cNvSpPr/>
              <p:nvPr/>
            </p:nvSpPr>
            <p:spPr>
              <a:xfrm>
                <a:off x="223473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h4414"/>
              <p:cNvSpPr/>
              <p:nvPr/>
            </p:nvSpPr>
            <p:spPr>
              <a:xfrm>
                <a:off x="224399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h4415"/>
              <p:cNvSpPr/>
              <p:nvPr/>
            </p:nvSpPr>
            <p:spPr>
              <a:xfrm>
                <a:off x="225326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h4416"/>
              <p:cNvSpPr/>
              <p:nvPr/>
            </p:nvSpPr>
            <p:spPr>
              <a:xfrm>
                <a:off x="226252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h4417"/>
              <p:cNvSpPr/>
              <p:nvPr/>
            </p:nvSpPr>
            <p:spPr>
              <a:xfrm>
                <a:off x="227178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h4418"/>
              <p:cNvSpPr/>
              <p:nvPr/>
            </p:nvSpPr>
            <p:spPr>
              <a:xfrm>
                <a:off x="228104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h4419"/>
              <p:cNvSpPr/>
              <p:nvPr/>
            </p:nvSpPr>
            <p:spPr>
              <a:xfrm>
                <a:off x="229031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h4420"/>
              <p:cNvSpPr/>
              <p:nvPr/>
            </p:nvSpPr>
            <p:spPr>
              <a:xfrm>
                <a:off x="229957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h4421"/>
              <p:cNvSpPr/>
              <p:nvPr/>
            </p:nvSpPr>
            <p:spPr>
              <a:xfrm>
                <a:off x="230883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h4422"/>
              <p:cNvSpPr/>
              <p:nvPr/>
            </p:nvSpPr>
            <p:spPr>
              <a:xfrm>
                <a:off x="23180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h4423"/>
              <p:cNvSpPr/>
              <p:nvPr/>
            </p:nvSpPr>
            <p:spPr>
              <a:xfrm>
                <a:off x="23273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h4424"/>
              <p:cNvSpPr/>
              <p:nvPr/>
            </p:nvSpPr>
            <p:spPr>
              <a:xfrm>
                <a:off x="23366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h4425"/>
              <p:cNvSpPr/>
              <p:nvPr/>
            </p:nvSpPr>
            <p:spPr>
              <a:xfrm>
                <a:off x="23458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h4426"/>
              <p:cNvSpPr/>
              <p:nvPr/>
            </p:nvSpPr>
            <p:spPr>
              <a:xfrm>
                <a:off x="235514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h4427"/>
              <p:cNvSpPr/>
              <p:nvPr/>
            </p:nvSpPr>
            <p:spPr>
              <a:xfrm>
                <a:off x="23644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h4428"/>
              <p:cNvSpPr/>
              <p:nvPr/>
            </p:nvSpPr>
            <p:spPr>
              <a:xfrm>
                <a:off x="23736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h4429"/>
              <p:cNvSpPr/>
              <p:nvPr/>
            </p:nvSpPr>
            <p:spPr>
              <a:xfrm>
                <a:off x="23829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h4430"/>
              <p:cNvSpPr/>
              <p:nvPr/>
            </p:nvSpPr>
            <p:spPr>
              <a:xfrm>
                <a:off x="239219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h4431"/>
              <p:cNvSpPr/>
              <p:nvPr/>
            </p:nvSpPr>
            <p:spPr>
              <a:xfrm>
                <a:off x="24014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h4432"/>
              <p:cNvSpPr/>
              <p:nvPr/>
            </p:nvSpPr>
            <p:spPr>
              <a:xfrm>
                <a:off x="24107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h4433"/>
              <p:cNvSpPr/>
              <p:nvPr/>
            </p:nvSpPr>
            <p:spPr>
              <a:xfrm>
                <a:off x="24199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h4434"/>
              <p:cNvSpPr/>
              <p:nvPr/>
            </p:nvSpPr>
            <p:spPr>
              <a:xfrm>
                <a:off x="24292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h4435"/>
              <p:cNvSpPr/>
              <p:nvPr/>
            </p:nvSpPr>
            <p:spPr>
              <a:xfrm>
                <a:off x="2438506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h4436"/>
              <p:cNvSpPr/>
              <p:nvPr/>
            </p:nvSpPr>
            <p:spPr>
              <a:xfrm>
                <a:off x="24477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h4437"/>
              <p:cNvSpPr/>
              <p:nvPr/>
            </p:nvSpPr>
            <p:spPr>
              <a:xfrm>
                <a:off x="24570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h4438"/>
              <p:cNvSpPr/>
              <p:nvPr/>
            </p:nvSpPr>
            <p:spPr>
              <a:xfrm>
                <a:off x="24662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h4439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069" y="897161"/>
                    </a:lnTo>
                    <a:lnTo>
                      <a:pt x="910230" y="905657"/>
                    </a:lnTo>
                    <a:lnTo>
                      <a:pt x="910920" y="908789"/>
                    </a:ln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h4440"/>
              <p:cNvSpPr/>
              <p:nvPr/>
            </p:nvSpPr>
            <p:spPr>
              <a:xfrm>
                <a:off x="2484817" y="17918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32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h4441"/>
              <p:cNvSpPr/>
              <p:nvPr/>
            </p:nvSpPr>
            <p:spPr>
              <a:xfrm>
                <a:off x="3142434" y="17745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233" y="931638"/>
                    </a:lnTo>
                    <a:lnTo>
                      <a:pt x="907982" y="922873"/>
                    </a:lnTo>
                    <a:lnTo>
                      <a:pt x="908950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h4442"/>
              <p:cNvSpPr/>
              <p:nvPr/>
            </p:nvSpPr>
            <p:spPr>
              <a:xfrm>
                <a:off x="314243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h4443"/>
              <p:cNvSpPr/>
              <p:nvPr/>
            </p:nvSpPr>
            <p:spPr>
              <a:xfrm>
                <a:off x="315169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h4444"/>
              <p:cNvSpPr/>
              <p:nvPr/>
            </p:nvSpPr>
            <p:spPr>
              <a:xfrm>
                <a:off x="316095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h4445"/>
              <p:cNvSpPr/>
              <p:nvPr/>
            </p:nvSpPr>
            <p:spPr>
              <a:xfrm>
                <a:off x="317022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h4446"/>
              <p:cNvSpPr/>
              <p:nvPr/>
            </p:nvSpPr>
            <p:spPr>
              <a:xfrm>
                <a:off x="317948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h4447"/>
              <p:cNvSpPr/>
              <p:nvPr/>
            </p:nvSpPr>
            <p:spPr>
              <a:xfrm>
                <a:off x="318874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h4448"/>
              <p:cNvSpPr/>
              <p:nvPr/>
            </p:nvSpPr>
            <p:spPr>
              <a:xfrm>
                <a:off x="319800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h4449"/>
              <p:cNvSpPr/>
              <p:nvPr/>
            </p:nvSpPr>
            <p:spPr>
              <a:xfrm>
                <a:off x="320727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h4450"/>
              <p:cNvSpPr/>
              <p:nvPr/>
            </p:nvSpPr>
            <p:spPr>
              <a:xfrm>
                <a:off x="321653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h4451"/>
              <p:cNvSpPr/>
              <p:nvPr/>
            </p:nvSpPr>
            <p:spPr>
              <a:xfrm>
                <a:off x="322579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h4452"/>
              <p:cNvSpPr/>
              <p:nvPr/>
            </p:nvSpPr>
            <p:spPr>
              <a:xfrm>
                <a:off x="323505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h4453"/>
              <p:cNvSpPr/>
              <p:nvPr/>
            </p:nvSpPr>
            <p:spPr>
              <a:xfrm>
                <a:off x="324431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h4454"/>
              <p:cNvSpPr/>
              <p:nvPr/>
            </p:nvSpPr>
            <p:spPr>
              <a:xfrm>
                <a:off x="325358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h4455"/>
              <p:cNvSpPr/>
              <p:nvPr/>
            </p:nvSpPr>
            <p:spPr>
              <a:xfrm>
                <a:off x="326284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h4456"/>
              <p:cNvSpPr/>
              <p:nvPr/>
            </p:nvSpPr>
            <p:spPr>
              <a:xfrm>
                <a:off x="327210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h4457"/>
              <p:cNvSpPr/>
              <p:nvPr/>
            </p:nvSpPr>
            <p:spPr>
              <a:xfrm>
                <a:off x="328136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h4458"/>
              <p:cNvSpPr/>
              <p:nvPr/>
            </p:nvSpPr>
            <p:spPr>
              <a:xfrm>
                <a:off x="3290630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h4459"/>
              <p:cNvSpPr/>
              <p:nvPr/>
            </p:nvSpPr>
            <p:spPr>
              <a:xfrm>
                <a:off x="3299892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h4460"/>
              <p:cNvSpPr/>
              <p:nvPr/>
            </p:nvSpPr>
            <p:spPr>
              <a:xfrm>
                <a:off x="3309154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h4461"/>
              <p:cNvSpPr/>
              <p:nvPr/>
            </p:nvSpPr>
            <p:spPr>
              <a:xfrm>
                <a:off x="3318417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h4462"/>
              <p:cNvSpPr/>
              <p:nvPr/>
            </p:nvSpPr>
            <p:spPr>
              <a:xfrm>
                <a:off x="3327679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h4463"/>
              <p:cNvSpPr/>
              <p:nvPr/>
            </p:nvSpPr>
            <p:spPr>
              <a:xfrm>
                <a:off x="3336941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h4464"/>
              <p:cNvSpPr/>
              <p:nvPr/>
            </p:nvSpPr>
            <p:spPr>
              <a:xfrm>
                <a:off x="3346203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h4465"/>
              <p:cNvSpPr/>
              <p:nvPr/>
            </p:nvSpPr>
            <p:spPr>
              <a:xfrm>
                <a:off x="3355465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h4466"/>
              <p:cNvSpPr/>
              <p:nvPr/>
            </p:nvSpPr>
            <p:spPr>
              <a:xfrm>
                <a:off x="3364728" y="17745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h4467"/>
              <p:cNvSpPr/>
              <p:nvPr/>
            </p:nvSpPr>
            <p:spPr>
              <a:xfrm>
                <a:off x="3373990" y="17918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542"/>
                    </a:lnTo>
                    <a:lnTo>
                      <a:pt x="922916" y="904237"/>
                    </a:lnTo>
                    <a:lnTo>
                      <a:pt x="922753" y="904759"/>
                    </a:lnTo>
                    <a:lnTo>
                      <a:pt x="922736" y="906253"/>
                    </a:lnTo>
                    <a:lnTo>
                      <a:pt x="922706" y="908872"/>
                    </a:lnTo>
                    <a:lnTo>
                      <a:pt x="922676" y="911492"/>
                    </a:lnTo>
                    <a:lnTo>
                      <a:pt x="922603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h4468"/>
              <p:cNvSpPr/>
              <p:nvPr/>
            </p:nvSpPr>
            <p:spPr>
              <a:xfrm>
                <a:off x="3383252" y="1774587"/>
                <a:ext cx="915611" cy="918780"/>
              </a:xfrm>
              <a:custGeom>
                <a:avLst/>
                <a:gdLst/>
                <a:ahLst/>
                <a:cxnLst/>
                <a:rect l="0" t="0" r="0" b="0"/>
                <a:pathLst>
                  <a:path w="915611" h="918780">
                    <a:moveTo>
                      <a:pt x="914400" y="914400"/>
                    </a:moveTo>
                    <a:lnTo>
                      <a:pt x="915611" y="914400"/>
                    </a:lnTo>
                    <a:lnTo>
                      <a:pt x="914400" y="91878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h4469"/>
              <p:cNvSpPr/>
              <p:nvPr/>
            </p:nvSpPr>
            <p:spPr>
              <a:xfrm>
                <a:off x="2179163" y="1757348"/>
                <a:ext cx="914400" cy="9233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369">
                    <a:moveTo>
                      <a:pt x="914400" y="914400"/>
                    </a:moveTo>
                    <a:lnTo>
                      <a:pt x="914400" y="923369"/>
                    </a:lnTo>
                    <a:lnTo>
                      <a:pt x="913451" y="921438"/>
                    </a:lnTo>
                    <a:lnTo>
                      <a:pt x="910340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h4470"/>
              <p:cNvSpPr/>
              <p:nvPr/>
            </p:nvSpPr>
            <p:spPr>
              <a:xfrm>
                <a:off x="217916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582" y="931638"/>
                    </a:lnTo>
                    <a:lnTo>
                      <a:pt x="917368" y="929413"/>
                    </a:lnTo>
                    <a:lnTo>
                      <a:pt x="914400" y="9233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h4471"/>
              <p:cNvSpPr/>
              <p:nvPr/>
            </p:nvSpPr>
            <p:spPr>
              <a:xfrm>
                <a:off x="218842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h4472"/>
              <p:cNvSpPr/>
              <p:nvPr/>
            </p:nvSpPr>
            <p:spPr>
              <a:xfrm>
                <a:off x="219768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h4473"/>
              <p:cNvSpPr/>
              <p:nvPr/>
            </p:nvSpPr>
            <p:spPr>
              <a:xfrm>
                <a:off x="220695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h4474"/>
              <p:cNvSpPr/>
              <p:nvPr/>
            </p:nvSpPr>
            <p:spPr>
              <a:xfrm>
                <a:off x="221621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h4475"/>
              <p:cNvSpPr/>
              <p:nvPr/>
            </p:nvSpPr>
            <p:spPr>
              <a:xfrm>
                <a:off x="222547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h4476"/>
              <p:cNvSpPr/>
              <p:nvPr/>
            </p:nvSpPr>
            <p:spPr>
              <a:xfrm>
                <a:off x="223473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h4477"/>
              <p:cNvSpPr/>
              <p:nvPr/>
            </p:nvSpPr>
            <p:spPr>
              <a:xfrm>
                <a:off x="224399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h4478"/>
              <p:cNvSpPr/>
              <p:nvPr/>
            </p:nvSpPr>
            <p:spPr>
              <a:xfrm>
                <a:off x="225326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h4479"/>
              <p:cNvSpPr/>
              <p:nvPr/>
            </p:nvSpPr>
            <p:spPr>
              <a:xfrm>
                <a:off x="226252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h4480"/>
              <p:cNvSpPr/>
              <p:nvPr/>
            </p:nvSpPr>
            <p:spPr>
              <a:xfrm>
                <a:off x="227178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h4481"/>
              <p:cNvSpPr/>
              <p:nvPr/>
            </p:nvSpPr>
            <p:spPr>
              <a:xfrm>
                <a:off x="228104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h4482"/>
              <p:cNvSpPr/>
              <p:nvPr/>
            </p:nvSpPr>
            <p:spPr>
              <a:xfrm>
                <a:off x="229031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h4483"/>
              <p:cNvSpPr/>
              <p:nvPr/>
            </p:nvSpPr>
            <p:spPr>
              <a:xfrm>
                <a:off x="229957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h4484"/>
              <p:cNvSpPr/>
              <p:nvPr/>
            </p:nvSpPr>
            <p:spPr>
              <a:xfrm>
                <a:off x="230883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h4485"/>
              <p:cNvSpPr/>
              <p:nvPr/>
            </p:nvSpPr>
            <p:spPr>
              <a:xfrm>
                <a:off x="23180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h4486"/>
              <p:cNvSpPr/>
              <p:nvPr/>
            </p:nvSpPr>
            <p:spPr>
              <a:xfrm>
                <a:off x="23273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h4487"/>
              <p:cNvSpPr/>
              <p:nvPr/>
            </p:nvSpPr>
            <p:spPr>
              <a:xfrm>
                <a:off x="23366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h4488"/>
              <p:cNvSpPr/>
              <p:nvPr/>
            </p:nvSpPr>
            <p:spPr>
              <a:xfrm>
                <a:off x="23458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h4489"/>
              <p:cNvSpPr/>
              <p:nvPr/>
            </p:nvSpPr>
            <p:spPr>
              <a:xfrm>
                <a:off x="235514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h4490"/>
              <p:cNvSpPr/>
              <p:nvPr/>
            </p:nvSpPr>
            <p:spPr>
              <a:xfrm>
                <a:off x="23644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h4491"/>
              <p:cNvSpPr/>
              <p:nvPr/>
            </p:nvSpPr>
            <p:spPr>
              <a:xfrm>
                <a:off x="23736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h4492"/>
              <p:cNvSpPr/>
              <p:nvPr/>
            </p:nvSpPr>
            <p:spPr>
              <a:xfrm>
                <a:off x="23829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h4493"/>
              <p:cNvSpPr/>
              <p:nvPr/>
            </p:nvSpPr>
            <p:spPr>
              <a:xfrm>
                <a:off x="239219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h4494"/>
              <p:cNvSpPr/>
              <p:nvPr/>
            </p:nvSpPr>
            <p:spPr>
              <a:xfrm>
                <a:off x="24014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h4495"/>
              <p:cNvSpPr/>
              <p:nvPr/>
            </p:nvSpPr>
            <p:spPr>
              <a:xfrm>
                <a:off x="24107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h4496"/>
              <p:cNvSpPr/>
              <p:nvPr/>
            </p:nvSpPr>
            <p:spPr>
              <a:xfrm>
                <a:off x="24199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h4497"/>
              <p:cNvSpPr/>
              <p:nvPr/>
            </p:nvSpPr>
            <p:spPr>
              <a:xfrm>
                <a:off x="24292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h4498"/>
              <p:cNvSpPr/>
              <p:nvPr/>
            </p:nvSpPr>
            <p:spPr>
              <a:xfrm>
                <a:off x="2438506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h4499"/>
              <p:cNvSpPr/>
              <p:nvPr/>
            </p:nvSpPr>
            <p:spPr>
              <a:xfrm>
                <a:off x="24477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h4500"/>
              <p:cNvSpPr/>
              <p:nvPr/>
            </p:nvSpPr>
            <p:spPr>
              <a:xfrm>
                <a:off x="24570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h4501"/>
              <p:cNvSpPr/>
              <p:nvPr/>
            </p:nvSpPr>
            <p:spPr>
              <a:xfrm>
                <a:off x="2475555" y="17745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145" y="897161"/>
                    </a:lnTo>
                    <a:lnTo>
                      <a:pt x="914215" y="903484"/>
                    </a:lnTo>
                    <a:lnTo>
                      <a:pt x="914399" y="90411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h4502"/>
              <p:cNvSpPr/>
              <p:nvPr/>
            </p:nvSpPr>
            <p:spPr>
              <a:xfrm>
                <a:off x="2475555" y="1774587"/>
                <a:ext cx="9173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31" h="914400">
                    <a:moveTo>
                      <a:pt x="914399" y="914400"/>
                    </a:moveTo>
                    <a:lnTo>
                      <a:pt x="914399" y="904119"/>
                    </a:lnTo>
                    <a:lnTo>
                      <a:pt x="916991" y="913060"/>
                    </a:lnTo>
                    <a:lnTo>
                      <a:pt x="917331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h4503"/>
              <p:cNvSpPr/>
              <p:nvPr/>
            </p:nvSpPr>
            <p:spPr>
              <a:xfrm>
                <a:off x="3142434" y="17573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950" y="931638"/>
                    </a:lnTo>
                    <a:lnTo>
                      <a:pt x="909180" y="929625"/>
                    </a:lnTo>
                    <a:lnTo>
                      <a:pt x="910669" y="919268"/>
                    </a:lnTo>
                    <a:lnTo>
                      <a:pt x="911517" y="914400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h4504"/>
              <p:cNvSpPr/>
              <p:nvPr/>
            </p:nvSpPr>
            <p:spPr>
              <a:xfrm>
                <a:off x="314243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h4505"/>
              <p:cNvSpPr/>
              <p:nvPr/>
            </p:nvSpPr>
            <p:spPr>
              <a:xfrm>
                <a:off x="315169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h4506"/>
              <p:cNvSpPr/>
              <p:nvPr/>
            </p:nvSpPr>
            <p:spPr>
              <a:xfrm>
                <a:off x="316095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h4507"/>
              <p:cNvSpPr/>
              <p:nvPr/>
            </p:nvSpPr>
            <p:spPr>
              <a:xfrm>
                <a:off x="317022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h4508"/>
              <p:cNvSpPr/>
              <p:nvPr/>
            </p:nvSpPr>
            <p:spPr>
              <a:xfrm>
                <a:off x="317948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h4509"/>
              <p:cNvSpPr/>
              <p:nvPr/>
            </p:nvSpPr>
            <p:spPr>
              <a:xfrm>
                <a:off x="318874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h4510"/>
              <p:cNvSpPr/>
              <p:nvPr/>
            </p:nvSpPr>
            <p:spPr>
              <a:xfrm>
                <a:off x="319800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h4511"/>
              <p:cNvSpPr/>
              <p:nvPr/>
            </p:nvSpPr>
            <p:spPr>
              <a:xfrm>
                <a:off x="320727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h4512"/>
              <p:cNvSpPr/>
              <p:nvPr/>
            </p:nvSpPr>
            <p:spPr>
              <a:xfrm>
                <a:off x="321653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h4513"/>
              <p:cNvSpPr/>
              <p:nvPr/>
            </p:nvSpPr>
            <p:spPr>
              <a:xfrm>
                <a:off x="322579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h4514"/>
              <p:cNvSpPr/>
              <p:nvPr/>
            </p:nvSpPr>
            <p:spPr>
              <a:xfrm>
                <a:off x="323505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h4515"/>
              <p:cNvSpPr/>
              <p:nvPr/>
            </p:nvSpPr>
            <p:spPr>
              <a:xfrm>
                <a:off x="324431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h4516"/>
              <p:cNvSpPr/>
              <p:nvPr/>
            </p:nvSpPr>
            <p:spPr>
              <a:xfrm>
                <a:off x="325358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h4517"/>
              <p:cNvSpPr/>
              <p:nvPr/>
            </p:nvSpPr>
            <p:spPr>
              <a:xfrm>
                <a:off x="326284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h4518"/>
              <p:cNvSpPr/>
              <p:nvPr/>
            </p:nvSpPr>
            <p:spPr>
              <a:xfrm>
                <a:off x="327210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h4519"/>
              <p:cNvSpPr/>
              <p:nvPr/>
            </p:nvSpPr>
            <p:spPr>
              <a:xfrm>
                <a:off x="328136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h4520"/>
              <p:cNvSpPr/>
              <p:nvPr/>
            </p:nvSpPr>
            <p:spPr>
              <a:xfrm>
                <a:off x="329063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h4521"/>
              <p:cNvSpPr/>
              <p:nvPr/>
            </p:nvSpPr>
            <p:spPr>
              <a:xfrm>
                <a:off x="3299892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h4522"/>
              <p:cNvSpPr/>
              <p:nvPr/>
            </p:nvSpPr>
            <p:spPr>
              <a:xfrm>
                <a:off x="3309154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h4523"/>
              <p:cNvSpPr/>
              <p:nvPr/>
            </p:nvSpPr>
            <p:spPr>
              <a:xfrm>
                <a:off x="3318417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h4524"/>
              <p:cNvSpPr/>
              <p:nvPr/>
            </p:nvSpPr>
            <p:spPr>
              <a:xfrm>
                <a:off x="3327679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h4525"/>
              <p:cNvSpPr/>
              <p:nvPr/>
            </p:nvSpPr>
            <p:spPr>
              <a:xfrm>
                <a:off x="3336941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h4526"/>
              <p:cNvSpPr/>
              <p:nvPr/>
            </p:nvSpPr>
            <p:spPr>
              <a:xfrm>
                <a:off x="3346203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h4527"/>
              <p:cNvSpPr/>
              <p:nvPr/>
            </p:nvSpPr>
            <p:spPr>
              <a:xfrm>
                <a:off x="3355465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h4528"/>
              <p:cNvSpPr/>
              <p:nvPr/>
            </p:nvSpPr>
            <p:spPr>
              <a:xfrm>
                <a:off x="3364728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h4529"/>
              <p:cNvSpPr/>
              <p:nvPr/>
            </p:nvSpPr>
            <p:spPr>
              <a:xfrm>
                <a:off x="3373990" y="17573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h4530"/>
              <p:cNvSpPr/>
              <p:nvPr/>
            </p:nvSpPr>
            <p:spPr>
              <a:xfrm>
                <a:off x="3383252" y="1774587"/>
                <a:ext cx="9197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8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708" y="897161"/>
                    </a:lnTo>
                    <a:lnTo>
                      <a:pt x="918681" y="902071"/>
                    </a:lnTo>
                    <a:lnTo>
                      <a:pt x="916303" y="911895"/>
                    </a:lnTo>
                    <a:lnTo>
                      <a:pt x="915611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h4531"/>
              <p:cNvSpPr/>
              <p:nvPr/>
            </p:nvSpPr>
            <p:spPr>
              <a:xfrm>
                <a:off x="2169901" y="1740110"/>
                <a:ext cx="914400" cy="91832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327">
                    <a:moveTo>
                      <a:pt x="914400" y="914400"/>
                    </a:moveTo>
                    <a:lnTo>
                      <a:pt x="914400" y="918327"/>
                    </a:lnTo>
                    <a:lnTo>
                      <a:pt x="913005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h4532"/>
              <p:cNvSpPr/>
              <p:nvPr/>
            </p:nvSpPr>
            <p:spPr>
              <a:xfrm>
                <a:off x="216990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602" y="931638"/>
                    </a:lnTo>
                    <a:lnTo>
                      <a:pt x="919025" y="930332"/>
                    </a:lnTo>
                    <a:lnTo>
                      <a:pt x="915576" y="921640"/>
                    </a:lnTo>
                    <a:lnTo>
                      <a:pt x="914400" y="918327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h4533"/>
              <p:cNvSpPr/>
              <p:nvPr/>
            </p:nvSpPr>
            <p:spPr>
              <a:xfrm>
                <a:off x="217916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h4534"/>
              <p:cNvSpPr/>
              <p:nvPr/>
            </p:nvSpPr>
            <p:spPr>
              <a:xfrm>
                <a:off x="218842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h4535"/>
              <p:cNvSpPr/>
              <p:nvPr/>
            </p:nvSpPr>
            <p:spPr>
              <a:xfrm>
                <a:off x="219768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h4536"/>
              <p:cNvSpPr/>
              <p:nvPr/>
            </p:nvSpPr>
            <p:spPr>
              <a:xfrm>
                <a:off x="220695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h4537"/>
              <p:cNvSpPr/>
              <p:nvPr/>
            </p:nvSpPr>
            <p:spPr>
              <a:xfrm>
                <a:off x="221621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h4538"/>
              <p:cNvSpPr/>
              <p:nvPr/>
            </p:nvSpPr>
            <p:spPr>
              <a:xfrm>
                <a:off x="222547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h4539"/>
              <p:cNvSpPr/>
              <p:nvPr/>
            </p:nvSpPr>
            <p:spPr>
              <a:xfrm>
                <a:off x="223473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h4540"/>
              <p:cNvSpPr/>
              <p:nvPr/>
            </p:nvSpPr>
            <p:spPr>
              <a:xfrm>
                <a:off x="224399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h4541"/>
              <p:cNvSpPr/>
              <p:nvPr/>
            </p:nvSpPr>
            <p:spPr>
              <a:xfrm>
                <a:off x="225326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h4542"/>
              <p:cNvSpPr/>
              <p:nvPr/>
            </p:nvSpPr>
            <p:spPr>
              <a:xfrm>
                <a:off x="226252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h4543"/>
              <p:cNvSpPr/>
              <p:nvPr/>
            </p:nvSpPr>
            <p:spPr>
              <a:xfrm>
                <a:off x="227178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h4544"/>
              <p:cNvSpPr/>
              <p:nvPr/>
            </p:nvSpPr>
            <p:spPr>
              <a:xfrm>
                <a:off x="228104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h4545"/>
              <p:cNvSpPr/>
              <p:nvPr/>
            </p:nvSpPr>
            <p:spPr>
              <a:xfrm>
                <a:off x="229031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h4546"/>
              <p:cNvSpPr/>
              <p:nvPr/>
            </p:nvSpPr>
            <p:spPr>
              <a:xfrm>
                <a:off x="229957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h4547"/>
              <p:cNvSpPr/>
              <p:nvPr/>
            </p:nvSpPr>
            <p:spPr>
              <a:xfrm>
                <a:off x="230883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h4548"/>
              <p:cNvSpPr/>
              <p:nvPr/>
            </p:nvSpPr>
            <p:spPr>
              <a:xfrm>
                <a:off x="23180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h4549"/>
              <p:cNvSpPr/>
              <p:nvPr/>
            </p:nvSpPr>
            <p:spPr>
              <a:xfrm>
                <a:off x="23273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h4550"/>
              <p:cNvSpPr/>
              <p:nvPr/>
            </p:nvSpPr>
            <p:spPr>
              <a:xfrm>
                <a:off x="23366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h4551"/>
              <p:cNvSpPr/>
              <p:nvPr/>
            </p:nvSpPr>
            <p:spPr>
              <a:xfrm>
                <a:off x="23458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h4552"/>
              <p:cNvSpPr/>
              <p:nvPr/>
            </p:nvSpPr>
            <p:spPr>
              <a:xfrm>
                <a:off x="235514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h4553"/>
              <p:cNvSpPr/>
              <p:nvPr/>
            </p:nvSpPr>
            <p:spPr>
              <a:xfrm>
                <a:off x="23644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h4554"/>
              <p:cNvSpPr/>
              <p:nvPr/>
            </p:nvSpPr>
            <p:spPr>
              <a:xfrm>
                <a:off x="23736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h4555"/>
              <p:cNvSpPr/>
              <p:nvPr/>
            </p:nvSpPr>
            <p:spPr>
              <a:xfrm>
                <a:off x="23829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h4556"/>
              <p:cNvSpPr/>
              <p:nvPr/>
            </p:nvSpPr>
            <p:spPr>
              <a:xfrm>
                <a:off x="239219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h4557"/>
              <p:cNvSpPr/>
              <p:nvPr/>
            </p:nvSpPr>
            <p:spPr>
              <a:xfrm>
                <a:off x="24014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h4558"/>
              <p:cNvSpPr/>
              <p:nvPr/>
            </p:nvSpPr>
            <p:spPr>
              <a:xfrm>
                <a:off x="24107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h4559"/>
              <p:cNvSpPr/>
              <p:nvPr/>
            </p:nvSpPr>
            <p:spPr>
              <a:xfrm>
                <a:off x="24199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h4560"/>
              <p:cNvSpPr/>
              <p:nvPr/>
            </p:nvSpPr>
            <p:spPr>
              <a:xfrm>
                <a:off x="24292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h4561"/>
              <p:cNvSpPr/>
              <p:nvPr/>
            </p:nvSpPr>
            <p:spPr>
              <a:xfrm>
                <a:off x="2438506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h4562"/>
              <p:cNvSpPr/>
              <p:nvPr/>
            </p:nvSpPr>
            <p:spPr>
              <a:xfrm>
                <a:off x="24477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h4563"/>
              <p:cNvSpPr/>
              <p:nvPr/>
            </p:nvSpPr>
            <p:spPr>
              <a:xfrm>
                <a:off x="24570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h4564"/>
              <p:cNvSpPr/>
              <p:nvPr/>
            </p:nvSpPr>
            <p:spPr>
              <a:xfrm>
                <a:off x="2466292" y="1757348"/>
                <a:ext cx="921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964" y="897161"/>
                    </a:lnTo>
                    <a:lnTo>
                      <a:pt x="917135" y="902449"/>
                    </a:lnTo>
                    <a:lnTo>
                      <a:pt x="920435" y="911430"/>
                    </a:lnTo>
                    <a:lnTo>
                      <a:pt x="921407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h4565"/>
              <p:cNvSpPr/>
              <p:nvPr/>
            </p:nvSpPr>
            <p:spPr>
              <a:xfrm>
                <a:off x="3142434" y="17573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517" y="914400"/>
                    </a:lnTo>
                    <a:lnTo>
                      <a:pt x="912444" y="909069"/>
                    </a:lnTo>
                    <a:lnTo>
                      <a:pt x="914400" y="89954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h4566"/>
              <p:cNvSpPr/>
              <p:nvPr/>
            </p:nvSpPr>
            <p:spPr>
              <a:xfrm>
                <a:off x="3151697" y="17401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787"/>
                    </a:lnTo>
                    <a:lnTo>
                      <a:pt x="905239" y="916293"/>
                    </a:lnTo>
                    <a:lnTo>
                      <a:pt x="905359" y="915751"/>
                    </a:lnTo>
                    <a:lnTo>
                      <a:pt x="905480" y="915202"/>
                    </a:lnTo>
                    <a:lnTo>
                      <a:pt x="905602" y="914654"/>
                    </a:lnTo>
                    <a:lnTo>
                      <a:pt x="905658" y="914400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h4567"/>
              <p:cNvSpPr/>
              <p:nvPr/>
            </p:nvSpPr>
            <p:spPr>
              <a:xfrm>
                <a:off x="315169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h4568"/>
              <p:cNvSpPr/>
              <p:nvPr/>
            </p:nvSpPr>
            <p:spPr>
              <a:xfrm>
                <a:off x="316095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h4569"/>
              <p:cNvSpPr/>
              <p:nvPr/>
            </p:nvSpPr>
            <p:spPr>
              <a:xfrm>
                <a:off x="317022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h4570"/>
              <p:cNvSpPr/>
              <p:nvPr/>
            </p:nvSpPr>
            <p:spPr>
              <a:xfrm>
                <a:off x="317948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h4571"/>
              <p:cNvSpPr/>
              <p:nvPr/>
            </p:nvSpPr>
            <p:spPr>
              <a:xfrm>
                <a:off x="318874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h4572"/>
              <p:cNvSpPr/>
              <p:nvPr/>
            </p:nvSpPr>
            <p:spPr>
              <a:xfrm>
                <a:off x="319800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h4573"/>
              <p:cNvSpPr/>
              <p:nvPr/>
            </p:nvSpPr>
            <p:spPr>
              <a:xfrm>
                <a:off x="320727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h4574"/>
              <p:cNvSpPr/>
              <p:nvPr/>
            </p:nvSpPr>
            <p:spPr>
              <a:xfrm>
                <a:off x="321653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h4575"/>
              <p:cNvSpPr/>
              <p:nvPr/>
            </p:nvSpPr>
            <p:spPr>
              <a:xfrm>
                <a:off x="322579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h4576"/>
              <p:cNvSpPr/>
              <p:nvPr/>
            </p:nvSpPr>
            <p:spPr>
              <a:xfrm>
                <a:off x="323505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h4577"/>
              <p:cNvSpPr/>
              <p:nvPr/>
            </p:nvSpPr>
            <p:spPr>
              <a:xfrm>
                <a:off x="324431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h4578"/>
              <p:cNvSpPr/>
              <p:nvPr/>
            </p:nvSpPr>
            <p:spPr>
              <a:xfrm>
                <a:off x="325358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h4579"/>
              <p:cNvSpPr/>
              <p:nvPr/>
            </p:nvSpPr>
            <p:spPr>
              <a:xfrm>
                <a:off x="326284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h4580"/>
              <p:cNvSpPr/>
              <p:nvPr/>
            </p:nvSpPr>
            <p:spPr>
              <a:xfrm>
                <a:off x="327210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h4581"/>
              <p:cNvSpPr/>
              <p:nvPr/>
            </p:nvSpPr>
            <p:spPr>
              <a:xfrm>
                <a:off x="328136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h4582"/>
              <p:cNvSpPr/>
              <p:nvPr/>
            </p:nvSpPr>
            <p:spPr>
              <a:xfrm>
                <a:off x="329063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h4583"/>
              <p:cNvSpPr/>
              <p:nvPr/>
            </p:nvSpPr>
            <p:spPr>
              <a:xfrm>
                <a:off x="3299892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h4584"/>
              <p:cNvSpPr/>
              <p:nvPr/>
            </p:nvSpPr>
            <p:spPr>
              <a:xfrm>
                <a:off x="3309154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h4585"/>
              <p:cNvSpPr/>
              <p:nvPr/>
            </p:nvSpPr>
            <p:spPr>
              <a:xfrm>
                <a:off x="3318417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h4586"/>
              <p:cNvSpPr/>
              <p:nvPr/>
            </p:nvSpPr>
            <p:spPr>
              <a:xfrm>
                <a:off x="3327679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h4587"/>
              <p:cNvSpPr/>
              <p:nvPr/>
            </p:nvSpPr>
            <p:spPr>
              <a:xfrm>
                <a:off x="3336941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h4588"/>
              <p:cNvSpPr/>
              <p:nvPr/>
            </p:nvSpPr>
            <p:spPr>
              <a:xfrm>
                <a:off x="3346203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h4589"/>
              <p:cNvSpPr/>
              <p:nvPr/>
            </p:nvSpPr>
            <p:spPr>
              <a:xfrm>
                <a:off x="3355465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h4590"/>
              <p:cNvSpPr/>
              <p:nvPr/>
            </p:nvSpPr>
            <p:spPr>
              <a:xfrm>
                <a:off x="3364728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h4591"/>
              <p:cNvSpPr/>
              <p:nvPr/>
            </p:nvSpPr>
            <p:spPr>
              <a:xfrm>
                <a:off x="3373990" y="17401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h4592"/>
              <p:cNvSpPr/>
              <p:nvPr/>
            </p:nvSpPr>
            <p:spPr>
              <a:xfrm>
                <a:off x="3383252" y="1757348"/>
                <a:ext cx="9228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2872" y="897161"/>
                    </a:lnTo>
                    <a:lnTo>
                      <a:pt x="922596" y="899038"/>
                    </a:lnTo>
                    <a:lnTo>
                      <a:pt x="920780" y="909269"/>
                    </a:lnTo>
                    <a:lnTo>
                      <a:pt x="919708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h4593"/>
              <p:cNvSpPr/>
              <p:nvPr/>
            </p:nvSpPr>
            <p:spPr>
              <a:xfrm>
                <a:off x="2169901" y="17228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3005" y="931638"/>
                    </a:lnTo>
                    <a:lnTo>
                      <a:pt x="912375" y="929863"/>
                    </a:lnTo>
                    <a:lnTo>
                      <a:pt x="909432" y="920549"/>
                    </a:lnTo>
                    <a:lnTo>
                      <a:pt x="907714" y="914400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h4594"/>
              <p:cNvSpPr/>
              <p:nvPr/>
            </p:nvSpPr>
            <p:spPr>
              <a:xfrm>
                <a:off x="216990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h4595"/>
              <p:cNvSpPr/>
              <p:nvPr/>
            </p:nvSpPr>
            <p:spPr>
              <a:xfrm>
                <a:off x="217916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h4596"/>
              <p:cNvSpPr/>
              <p:nvPr/>
            </p:nvSpPr>
            <p:spPr>
              <a:xfrm>
                <a:off x="218842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h4597"/>
              <p:cNvSpPr/>
              <p:nvPr/>
            </p:nvSpPr>
            <p:spPr>
              <a:xfrm>
                <a:off x="219768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h4598"/>
              <p:cNvSpPr/>
              <p:nvPr/>
            </p:nvSpPr>
            <p:spPr>
              <a:xfrm>
                <a:off x="220695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h4599"/>
              <p:cNvSpPr/>
              <p:nvPr/>
            </p:nvSpPr>
            <p:spPr>
              <a:xfrm>
                <a:off x="221621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h4600"/>
              <p:cNvSpPr/>
              <p:nvPr/>
            </p:nvSpPr>
            <p:spPr>
              <a:xfrm>
                <a:off x="222547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h4601"/>
              <p:cNvSpPr/>
              <p:nvPr/>
            </p:nvSpPr>
            <p:spPr>
              <a:xfrm>
                <a:off x="223473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h4602"/>
              <p:cNvSpPr/>
              <p:nvPr/>
            </p:nvSpPr>
            <p:spPr>
              <a:xfrm>
                <a:off x="224399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h4603"/>
              <p:cNvSpPr/>
              <p:nvPr/>
            </p:nvSpPr>
            <p:spPr>
              <a:xfrm>
                <a:off x="225326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h4604"/>
              <p:cNvSpPr/>
              <p:nvPr/>
            </p:nvSpPr>
            <p:spPr>
              <a:xfrm>
                <a:off x="226252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h4605"/>
              <p:cNvSpPr/>
              <p:nvPr/>
            </p:nvSpPr>
            <p:spPr>
              <a:xfrm>
                <a:off x="227178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h4606"/>
              <p:cNvSpPr/>
              <p:nvPr/>
            </p:nvSpPr>
            <p:spPr>
              <a:xfrm>
                <a:off x="228104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h4607"/>
              <p:cNvSpPr/>
              <p:nvPr/>
            </p:nvSpPr>
            <p:spPr>
              <a:xfrm>
                <a:off x="229031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h4608"/>
              <p:cNvSpPr/>
              <p:nvPr/>
            </p:nvSpPr>
            <p:spPr>
              <a:xfrm>
                <a:off x="229957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h4609"/>
              <p:cNvSpPr/>
              <p:nvPr/>
            </p:nvSpPr>
            <p:spPr>
              <a:xfrm>
                <a:off x="230883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h4610"/>
              <p:cNvSpPr/>
              <p:nvPr/>
            </p:nvSpPr>
            <p:spPr>
              <a:xfrm>
                <a:off x="23180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h4611"/>
              <p:cNvSpPr/>
              <p:nvPr/>
            </p:nvSpPr>
            <p:spPr>
              <a:xfrm>
                <a:off x="23273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h4612"/>
              <p:cNvSpPr/>
              <p:nvPr/>
            </p:nvSpPr>
            <p:spPr>
              <a:xfrm>
                <a:off x="23366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h4613"/>
              <p:cNvSpPr/>
              <p:nvPr/>
            </p:nvSpPr>
            <p:spPr>
              <a:xfrm>
                <a:off x="23458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h4614"/>
              <p:cNvSpPr/>
              <p:nvPr/>
            </p:nvSpPr>
            <p:spPr>
              <a:xfrm>
                <a:off x="235514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h4615"/>
              <p:cNvSpPr/>
              <p:nvPr/>
            </p:nvSpPr>
            <p:spPr>
              <a:xfrm>
                <a:off x="23644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h4616"/>
              <p:cNvSpPr/>
              <p:nvPr/>
            </p:nvSpPr>
            <p:spPr>
              <a:xfrm>
                <a:off x="23736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h4617"/>
              <p:cNvSpPr/>
              <p:nvPr/>
            </p:nvSpPr>
            <p:spPr>
              <a:xfrm>
                <a:off x="23829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h4618"/>
              <p:cNvSpPr/>
              <p:nvPr/>
            </p:nvSpPr>
            <p:spPr>
              <a:xfrm>
                <a:off x="239219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h4619"/>
              <p:cNvSpPr/>
              <p:nvPr/>
            </p:nvSpPr>
            <p:spPr>
              <a:xfrm>
                <a:off x="24014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h4620"/>
              <p:cNvSpPr/>
              <p:nvPr/>
            </p:nvSpPr>
            <p:spPr>
              <a:xfrm>
                <a:off x="24107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h4621"/>
              <p:cNvSpPr/>
              <p:nvPr/>
            </p:nvSpPr>
            <p:spPr>
              <a:xfrm>
                <a:off x="24199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h4622"/>
              <p:cNvSpPr/>
              <p:nvPr/>
            </p:nvSpPr>
            <p:spPr>
              <a:xfrm>
                <a:off x="24292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h4623"/>
              <p:cNvSpPr/>
              <p:nvPr/>
            </p:nvSpPr>
            <p:spPr>
              <a:xfrm>
                <a:off x="2438506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h4624"/>
              <p:cNvSpPr/>
              <p:nvPr/>
            </p:nvSpPr>
            <p:spPr>
              <a:xfrm>
                <a:off x="24477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h4625"/>
              <p:cNvSpPr/>
              <p:nvPr/>
            </p:nvSpPr>
            <p:spPr>
              <a:xfrm>
                <a:off x="2466292" y="17401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6952" y="897161"/>
                    </a:lnTo>
                    <a:lnTo>
                      <a:pt x="909796" y="902755"/>
                    </a:lnTo>
                    <a:lnTo>
                      <a:pt x="913585" y="911042"/>
                    </a:lnTo>
                    <a:lnTo>
                      <a:pt x="914400" y="913026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h4626"/>
              <p:cNvSpPr/>
              <p:nvPr/>
            </p:nvSpPr>
            <p:spPr>
              <a:xfrm>
                <a:off x="2466292" y="1740110"/>
                <a:ext cx="9149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64" h="914400">
                    <a:moveTo>
                      <a:pt x="914400" y="914400"/>
                    </a:moveTo>
                    <a:lnTo>
                      <a:pt x="914400" y="913026"/>
                    </a:lnTo>
                    <a:lnTo>
                      <a:pt x="914964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h4627"/>
              <p:cNvSpPr/>
              <p:nvPr/>
            </p:nvSpPr>
            <p:spPr>
              <a:xfrm>
                <a:off x="3142434" y="1722871"/>
                <a:ext cx="914400" cy="9212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99">
                    <a:moveTo>
                      <a:pt x="914400" y="914400"/>
                    </a:moveTo>
                    <a:lnTo>
                      <a:pt x="914400" y="921299"/>
                    </a:lnTo>
                    <a:lnTo>
                      <a:pt x="911692" y="919372"/>
                    </a:lnTo>
                    <a:lnTo>
                      <a:pt x="906421" y="915025"/>
                    </a:lnTo>
                    <a:lnTo>
                      <a:pt x="905758" y="914400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h4628"/>
              <p:cNvSpPr/>
              <p:nvPr/>
            </p:nvSpPr>
            <p:spPr>
              <a:xfrm>
                <a:off x="314243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20" y="931638"/>
                    </a:lnTo>
                    <a:lnTo>
                      <a:pt x="914985" y="931344"/>
                    </a:lnTo>
                    <a:lnTo>
                      <a:pt x="915107" y="930796"/>
                    </a:lnTo>
                    <a:lnTo>
                      <a:pt x="915228" y="930248"/>
                    </a:lnTo>
                    <a:lnTo>
                      <a:pt x="915350" y="929700"/>
                    </a:lnTo>
                    <a:lnTo>
                      <a:pt x="915471" y="929152"/>
                    </a:lnTo>
                    <a:lnTo>
                      <a:pt x="915593" y="928604"/>
                    </a:lnTo>
                    <a:lnTo>
                      <a:pt x="915714" y="928055"/>
                    </a:lnTo>
                    <a:lnTo>
                      <a:pt x="915836" y="927507"/>
                    </a:lnTo>
                    <a:lnTo>
                      <a:pt x="915957" y="926959"/>
                    </a:lnTo>
                    <a:lnTo>
                      <a:pt x="916079" y="926411"/>
                    </a:lnTo>
                    <a:lnTo>
                      <a:pt x="916200" y="925863"/>
                    </a:lnTo>
                    <a:lnTo>
                      <a:pt x="916322" y="925315"/>
                    </a:lnTo>
                    <a:lnTo>
                      <a:pt x="916444" y="924766"/>
                    </a:lnTo>
                    <a:lnTo>
                      <a:pt x="916565" y="924218"/>
                    </a:lnTo>
                    <a:lnTo>
                      <a:pt x="916687" y="923670"/>
                    </a:lnTo>
                    <a:lnTo>
                      <a:pt x="916829" y="923028"/>
                    </a:lnTo>
                    <a:lnTo>
                      <a:pt x="914400" y="92129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h4629"/>
              <p:cNvSpPr/>
              <p:nvPr/>
            </p:nvSpPr>
            <p:spPr>
              <a:xfrm>
                <a:off x="315169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h4630"/>
              <p:cNvSpPr/>
              <p:nvPr/>
            </p:nvSpPr>
            <p:spPr>
              <a:xfrm>
                <a:off x="316095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h4631"/>
              <p:cNvSpPr/>
              <p:nvPr/>
            </p:nvSpPr>
            <p:spPr>
              <a:xfrm>
                <a:off x="317022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h4632"/>
              <p:cNvSpPr/>
              <p:nvPr/>
            </p:nvSpPr>
            <p:spPr>
              <a:xfrm>
                <a:off x="317948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h4633"/>
              <p:cNvSpPr/>
              <p:nvPr/>
            </p:nvSpPr>
            <p:spPr>
              <a:xfrm>
                <a:off x="318874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h4634"/>
              <p:cNvSpPr/>
              <p:nvPr/>
            </p:nvSpPr>
            <p:spPr>
              <a:xfrm>
                <a:off x="319800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h4635"/>
              <p:cNvSpPr/>
              <p:nvPr/>
            </p:nvSpPr>
            <p:spPr>
              <a:xfrm>
                <a:off x="320727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h4636"/>
              <p:cNvSpPr/>
              <p:nvPr/>
            </p:nvSpPr>
            <p:spPr>
              <a:xfrm>
                <a:off x="321653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h4637"/>
              <p:cNvSpPr/>
              <p:nvPr/>
            </p:nvSpPr>
            <p:spPr>
              <a:xfrm>
                <a:off x="322579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h4638"/>
              <p:cNvSpPr/>
              <p:nvPr/>
            </p:nvSpPr>
            <p:spPr>
              <a:xfrm>
                <a:off x="323505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h4639"/>
              <p:cNvSpPr/>
              <p:nvPr/>
            </p:nvSpPr>
            <p:spPr>
              <a:xfrm>
                <a:off x="324431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h4640"/>
              <p:cNvSpPr/>
              <p:nvPr/>
            </p:nvSpPr>
            <p:spPr>
              <a:xfrm>
                <a:off x="325358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h4641"/>
              <p:cNvSpPr/>
              <p:nvPr/>
            </p:nvSpPr>
            <p:spPr>
              <a:xfrm>
                <a:off x="326284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h4642"/>
              <p:cNvSpPr/>
              <p:nvPr/>
            </p:nvSpPr>
            <p:spPr>
              <a:xfrm>
                <a:off x="327210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h4643"/>
              <p:cNvSpPr/>
              <p:nvPr/>
            </p:nvSpPr>
            <p:spPr>
              <a:xfrm>
                <a:off x="328136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h4644"/>
              <p:cNvSpPr/>
              <p:nvPr/>
            </p:nvSpPr>
            <p:spPr>
              <a:xfrm>
                <a:off x="329063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h4645"/>
              <p:cNvSpPr/>
              <p:nvPr/>
            </p:nvSpPr>
            <p:spPr>
              <a:xfrm>
                <a:off x="3299892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h4646"/>
              <p:cNvSpPr/>
              <p:nvPr/>
            </p:nvSpPr>
            <p:spPr>
              <a:xfrm>
                <a:off x="3309154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h4647"/>
              <p:cNvSpPr/>
              <p:nvPr/>
            </p:nvSpPr>
            <p:spPr>
              <a:xfrm>
                <a:off x="3318417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h4648"/>
              <p:cNvSpPr/>
              <p:nvPr/>
            </p:nvSpPr>
            <p:spPr>
              <a:xfrm>
                <a:off x="3327679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h4649"/>
              <p:cNvSpPr/>
              <p:nvPr/>
            </p:nvSpPr>
            <p:spPr>
              <a:xfrm>
                <a:off x="3336941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h4650"/>
              <p:cNvSpPr/>
              <p:nvPr/>
            </p:nvSpPr>
            <p:spPr>
              <a:xfrm>
                <a:off x="3346203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h4651"/>
              <p:cNvSpPr/>
              <p:nvPr/>
            </p:nvSpPr>
            <p:spPr>
              <a:xfrm>
                <a:off x="3355465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h4652"/>
              <p:cNvSpPr/>
              <p:nvPr/>
            </p:nvSpPr>
            <p:spPr>
              <a:xfrm>
                <a:off x="3364728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h4653"/>
              <p:cNvSpPr/>
              <p:nvPr/>
            </p:nvSpPr>
            <p:spPr>
              <a:xfrm>
                <a:off x="3373990" y="17228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h4654"/>
              <p:cNvSpPr/>
              <p:nvPr/>
            </p:nvSpPr>
            <p:spPr>
              <a:xfrm>
                <a:off x="3383252" y="17401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024"/>
                    </a:lnTo>
                    <a:lnTo>
                      <a:pt x="922872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h4655"/>
              <p:cNvSpPr/>
              <p:nvPr/>
            </p:nvSpPr>
            <p:spPr>
              <a:xfrm>
                <a:off x="3392514" y="1722871"/>
                <a:ext cx="918902" cy="926262"/>
              </a:xfrm>
              <a:custGeom>
                <a:avLst/>
                <a:gdLst/>
                <a:ahLst/>
                <a:cxnLst/>
                <a:rect l="0" t="0" r="0" b="0"/>
                <a:pathLst>
                  <a:path w="918902" h="926262">
                    <a:moveTo>
                      <a:pt x="914400" y="914400"/>
                    </a:moveTo>
                    <a:lnTo>
                      <a:pt x="918902" y="914400"/>
                    </a:lnTo>
                    <a:lnTo>
                      <a:pt x="918782" y="914665"/>
                    </a:lnTo>
                    <a:lnTo>
                      <a:pt x="914955" y="922323"/>
                    </a:lnTo>
                    <a:lnTo>
                      <a:pt x="914861" y="923122"/>
                    </a:lnTo>
                    <a:lnTo>
                      <a:pt x="914400" y="926262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h4656"/>
              <p:cNvSpPr/>
              <p:nvPr/>
            </p:nvSpPr>
            <p:spPr>
              <a:xfrm>
                <a:off x="2160639" y="1705633"/>
                <a:ext cx="914400" cy="9215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0">
                    <a:moveTo>
                      <a:pt x="914400" y="914400"/>
                    </a:moveTo>
                    <a:lnTo>
                      <a:pt x="914400" y="921590"/>
                    </a:lnTo>
                    <a:lnTo>
                      <a:pt x="913611" y="918366"/>
                    </a:lnTo>
                    <a:lnTo>
                      <a:pt x="912772" y="914400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h4657"/>
              <p:cNvSpPr/>
              <p:nvPr/>
            </p:nvSpPr>
            <p:spPr>
              <a:xfrm>
                <a:off x="216063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976" y="931638"/>
                    </a:lnTo>
                    <a:lnTo>
                      <a:pt x="916016" y="928201"/>
                    </a:lnTo>
                    <a:lnTo>
                      <a:pt x="914400" y="921590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h4658"/>
              <p:cNvSpPr/>
              <p:nvPr/>
            </p:nvSpPr>
            <p:spPr>
              <a:xfrm>
                <a:off x="216990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h4659"/>
              <p:cNvSpPr/>
              <p:nvPr/>
            </p:nvSpPr>
            <p:spPr>
              <a:xfrm>
                <a:off x="217916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h4660"/>
              <p:cNvSpPr/>
              <p:nvPr/>
            </p:nvSpPr>
            <p:spPr>
              <a:xfrm>
                <a:off x="218842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h4661"/>
              <p:cNvSpPr/>
              <p:nvPr/>
            </p:nvSpPr>
            <p:spPr>
              <a:xfrm>
                <a:off x="219768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h4662"/>
              <p:cNvSpPr/>
              <p:nvPr/>
            </p:nvSpPr>
            <p:spPr>
              <a:xfrm>
                <a:off x="220695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h4663"/>
              <p:cNvSpPr/>
              <p:nvPr/>
            </p:nvSpPr>
            <p:spPr>
              <a:xfrm>
                <a:off x="221621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h4664"/>
              <p:cNvSpPr/>
              <p:nvPr/>
            </p:nvSpPr>
            <p:spPr>
              <a:xfrm>
                <a:off x="222547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h4665"/>
              <p:cNvSpPr/>
              <p:nvPr/>
            </p:nvSpPr>
            <p:spPr>
              <a:xfrm>
                <a:off x="223473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h4666"/>
              <p:cNvSpPr/>
              <p:nvPr/>
            </p:nvSpPr>
            <p:spPr>
              <a:xfrm>
                <a:off x="224399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h4667"/>
              <p:cNvSpPr/>
              <p:nvPr/>
            </p:nvSpPr>
            <p:spPr>
              <a:xfrm>
                <a:off x="225326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h4668"/>
              <p:cNvSpPr/>
              <p:nvPr/>
            </p:nvSpPr>
            <p:spPr>
              <a:xfrm>
                <a:off x="226252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h4669"/>
              <p:cNvSpPr/>
              <p:nvPr/>
            </p:nvSpPr>
            <p:spPr>
              <a:xfrm>
                <a:off x="227178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h4670"/>
              <p:cNvSpPr/>
              <p:nvPr/>
            </p:nvSpPr>
            <p:spPr>
              <a:xfrm>
                <a:off x="228104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h4671"/>
              <p:cNvSpPr/>
              <p:nvPr/>
            </p:nvSpPr>
            <p:spPr>
              <a:xfrm>
                <a:off x="229031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h4672"/>
              <p:cNvSpPr/>
              <p:nvPr/>
            </p:nvSpPr>
            <p:spPr>
              <a:xfrm>
                <a:off x="22995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h4673"/>
              <p:cNvSpPr/>
              <p:nvPr/>
            </p:nvSpPr>
            <p:spPr>
              <a:xfrm>
                <a:off x="230883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h4674"/>
              <p:cNvSpPr/>
              <p:nvPr/>
            </p:nvSpPr>
            <p:spPr>
              <a:xfrm>
                <a:off x="23180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h4675"/>
              <p:cNvSpPr/>
              <p:nvPr/>
            </p:nvSpPr>
            <p:spPr>
              <a:xfrm>
                <a:off x="23273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h4676"/>
              <p:cNvSpPr/>
              <p:nvPr/>
            </p:nvSpPr>
            <p:spPr>
              <a:xfrm>
                <a:off x="23366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h4677"/>
              <p:cNvSpPr/>
              <p:nvPr/>
            </p:nvSpPr>
            <p:spPr>
              <a:xfrm>
                <a:off x="23458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h4678"/>
              <p:cNvSpPr/>
              <p:nvPr/>
            </p:nvSpPr>
            <p:spPr>
              <a:xfrm>
                <a:off x="235514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h4679"/>
              <p:cNvSpPr/>
              <p:nvPr/>
            </p:nvSpPr>
            <p:spPr>
              <a:xfrm>
                <a:off x="23644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h4680"/>
              <p:cNvSpPr/>
              <p:nvPr/>
            </p:nvSpPr>
            <p:spPr>
              <a:xfrm>
                <a:off x="23736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h4681"/>
              <p:cNvSpPr/>
              <p:nvPr/>
            </p:nvSpPr>
            <p:spPr>
              <a:xfrm>
                <a:off x="23829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h4682"/>
              <p:cNvSpPr/>
              <p:nvPr/>
            </p:nvSpPr>
            <p:spPr>
              <a:xfrm>
                <a:off x="239219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h4683"/>
              <p:cNvSpPr/>
              <p:nvPr/>
            </p:nvSpPr>
            <p:spPr>
              <a:xfrm>
                <a:off x="24014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h4684"/>
              <p:cNvSpPr/>
              <p:nvPr/>
            </p:nvSpPr>
            <p:spPr>
              <a:xfrm>
                <a:off x="24107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h4685"/>
              <p:cNvSpPr/>
              <p:nvPr/>
            </p:nvSpPr>
            <p:spPr>
              <a:xfrm>
                <a:off x="24199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h4686"/>
              <p:cNvSpPr/>
              <p:nvPr/>
            </p:nvSpPr>
            <p:spPr>
              <a:xfrm>
                <a:off x="24292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h4687"/>
              <p:cNvSpPr/>
              <p:nvPr/>
            </p:nvSpPr>
            <p:spPr>
              <a:xfrm>
                <a:off x="2438506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h4688"/>
              <p:cNvSpPr/>
              <p:nvPr/>
            </p:nvSpPr>
            <p:spPr>
              <a:xfrm>
                <a:off x="2457030" y="17228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218" y="897161"/>
                    </a:lnTo>
                    <a:lnTo>
                      <a:pt x="910576" y="899252"/>
                    </a:lnTo>
                    <a:lnTo>
                      <a:pt x="911500" y="905821"/>
                    </a:lnTo>
                    <a:lnTo>
                      <a:pt x="914400" y="910955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h4689"/>
              <p:cNvSpPr/>
              <p:nvPr/>
            </p:nvSpPr>
            <p:spPr>
              <a:xfrm>
                <a:off x="2457030" y="1722871"/>
                <a:ext cx="9162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14" h="914400">
                    <a:moveTo>
                      <a:pt x="914400" y="914400"/>
                    </a:moveTo>
                    <a:lnTo>
                      <a:pt x="914400" y="910955"/>
                    </a:lnTo>
                    <a:lnTo>
                      <a:pt x="915040" y="912090"/>
                    </a:lnTo>
                    <a:lnTo>
                      <a:pt x="916214" y="914400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h4690"/>
              <p:cNvSpPr/>
              <p:nvPr/>
            </p:nvSpPr>
            <p:spPr>
              <a:xfrm>
                <a:off x="3123910" y="1705633"/>
                <a:ext cx="914400" cy="92159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591">
                    <a:moveTo>
                      <a:pt x="914400" y="914400"/>
                    </a:moveTo>
                    <a:lnTo>
                      <a:pt x="914400" y="921591"/>
                    </a:lnTo>
                    <a:lnTo>
                      <a:pt x="909954" y="916256"/>
                    </a:lnTo>
                    <a:lnTo>
                      <a:pt x="908571" y="914400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h4691"/>
              <p:cNvSpPr/>
              <p:nvPr/>
            </p:nvSpPr>
            <p:spPr>
              <a:xfrm>
                <a:off x="3123910" y="1705633"/>
                <a:ext cx="923662" cy="93105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05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053"/>
                    </a:lnTo>
                    <a:lnTo>
                      <a:pt x="919802" y="927412"/>
                    </a:lnTo>
                    <a:lnTo>
                      <a:pt x="914800" y="922072"/>
                    </a:lnTo>
                    <a:lnTo>
                      <a:pt x="914400" y="921591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h4692"/>
              <p:cNvSpPr/>
              <p:nvPr/>
            </p:nvSpPr>
            <p:spPr>
              <a:xfrm>
                <a:off x="313317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020" y="931638"/>
                    </a:lnTo>
                    <a:lnTo>
                      <a:pt x="914400" y="931053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h4693"/>
              <p:cNvSpPr/>
              <p:nvPr/>
            </p:nvSpPr>
            <p:spPr>
              <a:xfrm>
                <a:off x="314243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h4694"/>
              <p:cNvSpPr/>
              <p:nvPr/>
            </p:nvSpPr>
            <p:spPr>
              <a:xfrm>
                <a:off x="315169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h4695"/>
              <p:cNvSpPr/>
              <p:nvPr/>
            </p:nvSpPr>
            <p:spPr>
              <a:xfrm>
                <a:off x="316095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h4696"/>
              <p:cNvSpPr/>
              <p:nvPr/>
            </p:nvSpPr>
            <p:spPr>
              <a:xfrm>
                <a:off x="317022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h4697"/>
              <p:cNvSpPr/>
              <p:nvPr/>
            </p:nvSpPr>
            <p:spPr>
              <a:xfrm>
                <a:off x="317948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h4698"/>
              <p:cNvSpPr/>
              <p:nvPr/>
            </p:nvSpPr>
            <p:spPr>
              <a:xfrm>
                <a:off x="318874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h4699"/>
              <p:cNvSpPr/>
              <p:nvPr/>
            </p:nvSpPr>
            <p:spPr>
              <a:xfrm>
                <a:off x="319800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h4700"/>
              <p:cNvSpPr/>
              <p:nvPr/>
            </p:nvSpPr>
            <p:spPr>
              <a:xfrm>
                <a:off x="320727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h4701"/>
              <p:cNvSpPr/>
              <p:nvPr/>
            </p:nvSpPr>
            <p:spPr>
              <a:xfrm>
                <a:off x="321653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h4702"/>
              <p:cNvSpPr/>
              <p:nvPr/>
            </p:nvSpPr>
            <p:spPr>
              <a:xfrm>
                <a:off x="322579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h4703"/>
              <p:cNvSpPr/>
              <p:nvPr/>
            </p:nvSpPr>
            <p:spPr>
              <a:xfrm>
                <a:off x="323505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h4704"/>
              <p:cNvSpPr/>
              <p:nvPr/>
            </p:nvSpPr>
            <p:spPr>
              <a:xfrm>
                <a:off x="324431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h4705"/>
              <p:cNvSpPr/>
              <p:nvPr/>
            </p:nvSpPr>
            <p:spPr>
              <a:xfrm>
                <a:off x="325358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h4706"/>
              <p:cNvSpPr/>
              <p:nvPr/>
            </p:nvSpPr>
            <p:spPr>
              <a:xfrm>
                <a:off x="326284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h4707"/>
              <p:cNvSpPr/>
              <p:nvPr/>
            </p:nvSpPr>
            <p:spPr>
              <a:xfrm>
                <a:off x="327210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h4708"/>
              <p:cNvSpPr/>
              <p:nvPr/>
            </p:nvSpPr>
            <p:spPr>
              <a:xfrm>
                <a:off x="328136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h4709"/>
              <p:cNvSpPr/>
              <p:nvPr/>
            </p:nvSpPr>
            <p:spPr>
              <a:xfrm>
                <a:off x="329063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h4710"/>
              <p:cNvSpPr/>
              <p:nvPr/>
            </p:nvSpPr>
            <p:spPr>
              <a:xfrm>
                <a:off x="329989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h4711"/>
              <p:cNvSpPr/>
              <p:nvPr/>
            </p:nvSpPr>
            <p:spPr>
              <a:xfrm>
                <a:off x="3309154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h4712"/>
              <p:cNvSpPr/>
              <p:nvPr/>
            </p:nvSpPr>
            <p:spPr>
              <a:xfrm>
                <a:off x="3318417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h4713"/>
              <p:cNvSpPr/>
              <p:nvPr/>
            </p:nvSpPr>
            <p:spPr>
              <a:xfrm>
                <a:off x="3327679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h4714"/>
              <p:cNvSpPr/>
              <p:nvPr/>
            </p:nvSpPr>
            <p:spPr>
              <a:xfrm>
                <a:off x="3336941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h4715"/>
              <p:cNvSpPr/>
              <p:nvPr/>
            </p:nvSpPr>
            <p:spPr>
              <a:xfrm>
                <a:off x="3346203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h4716"/>
              <p:cNvSpPr/>
              <p:nvPr/>
            </p:nvSpPr>
            <p:spPr>
              <a:xfrm>
                <a:off x="3355465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h4717"/>
              <p:cNvSpPr/>
              <p:nvPr/>
            </p:nvSpPr>
            <p:spPr>
              <a:xfrm>
                <a:off x="3364728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h4718"/>
              <p:cNvSpPr/>
              <p:nvPr/>
            </p:nvSpPr>
            <p:spPr>
              <a:xfrm>
                <a:off x="3373990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h4719"/>
              <p:cNvSpPr/>
              <p:nvPr/>
            </p:nvSpPr>
            <p:spPr>
              <a:xfrm>
                <a:off x="3383252" y="17056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h4720"/>
              <p:cNvSpPr/>
              <p:nvPr/>
            </p:nvSpPr>
            <p:spPr>
              <a:xfrm>
                <a:off x="3392514" y="17228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3522"/>
                    </a:lnTo>
                    <a:lnTo>
                      <a:pt x="922551" y="906277"/>
                    </a:lnTo>
                    <a:lnTo>
                      <a:pt x="918902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h4721"/>
              <p:cNvSpPr/>
              <p:nvPr/>
            </p:nvSpPr>
            <p:spPr>
              <a:xfrm>
                <a:off x="3401777" y="1705633"/>
                <a:ext cx="916948" cy="920761"/>
              </a:xfrm>
              <a:custGeom>
                <a:avLst/>
                <a:gdLst/>
                <a:ahLst/>
                <a:cxnLst/>
                <a:rect l="0" t="0" r="0" b="0"/>
                <a:pathLst>
                  <a:path w="916948" h="920761">
                    <a:moveTo>
                      <a:pt x="914400" y="914400"/>
                    </a:moveTo>
                    <a:lnTo>
                      <a:pt x="916948" y="914400"/>
                    </a:lnTo>
                    <a:lnTo>
                      <a:pt x="916815" y="914768"/>
                    </a:lnTo>
                    <a:lnTo>
                      <a:pt x="914400" y="920761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h4722"/>
              <p:cNvSpPr/>
              <p:nvPr/>
            </p:nvSpPr>
            <p:spPr>
              <a:xfrm>
                <a:off x="2160639" y="16883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772" y="931638"/>
                    </a:lnTo>
                    <a:lnTo>
                      <a:pt x="911485" y="925550"/>
                    </a:lnTo>
                    <a:lnTo>
                      <a:pt x="909644" y="915302"/>
                    </a:lnTo>
                    <a:lnTo>
                      <a:pt x="909509" y="914400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h4723"/>
              <p:cNvSpPr/>
              <p:nvPr/>
            </p:nvSpPr>
            <p:spPr>
              <a:xfrm>
                <a:off x="216063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h4724"/>
              <p:cNvSpPr/>
              <p:nvPr/>
            </p:nvSpPr>
            <p:spPr>
              <a:xfrm>
                <a:off x="216990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h4725"/>
              <p:cNvSpPr/>
              <p:nvPr/>
            </p:nvSpPr>
            <p:spPr>
              <a:xfrm>
                <a:off x="217916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h4726"/>
              <p:cNvSpPr/>
              <p:nvPr/>
            </p:nvSpPr>
            <p:spPr>
              <a:xfrm>
                <a:off x="218842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h4727"/>
              <p:cNvSpPr/>
              <p:nvPr/>
            </p:nvSpPr>
            <p:spPr>
              <a:xfrm>
                <a:off x="219768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h4728"/>
              <p:cNvSpPr/>
              <p:nvPr/>
            </p:nvSpPr>
            <p:spPr>
              <a:xfrm>
                <a:off x="220695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h4729"/>
              <p:cNvSpPr/>
              <p:nvPr/>
            </p:nvSpPr>
            <p:spPr>
              <a:xfrm>
                <a:off x="221621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h4730"/>
              <p:cNvSpPr/>
              <p:nvPr/>
            </p:nvSpPr>
            <p:spPr>
              <a:xfrm>
                <a:off x="222547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h4731"/>
              <p:cNvSpPr/>
              <p:nvPr/>
            </p:nvSpPr>
            <p:spPr>
              <a:xfrm>
                <a:off x="223473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h4732"/>
              <p:cNvSpPr/>
              <p:nvPr/>
            </p:nvSpPr>
            <p:spPr>
              <a:xfrm>
                <a:off x="224399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ph4733"/>
              <p:cNvSpPr/>
              <p:nvPr/>
            </p:nvSpPr>
            <p:spPr>
              <a:xfrm>
                <a:off x="225326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ph4734"/>
              <p:cNvSpPr/>
              <p:nvPr/>
            </p:nvSpPr>
            <p:spPr>
              <a:xfrm>
                <a:off x="226252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ph4735"/>
              <p:cNvSpPr/>
              <p:nvPr/>
            </p:nvSpPr>
            <p:spPr>
              <a:xfrm>
                <a:off x="227178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ph4736"/>
              <p:cNvSpPr/>
              <p:nvPr/>
            </p:nvSpPr>
            <p:spPr>
              <a:xfrm>
                <a:off x="22810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ph4737"/>
              <p:cNvSpPr/>
              <p:nvPr/>
            </p:nvSpPr>
            <p:spPr>
              <a:xfrm>
                <a:off x="22903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8" name="ph4738"/>
              <p:cNvSpPr/>
              <p:nvPr/>
            </p:nvSpPr>
            <p:spPr>
              <a:xfrm>
                <a:off x="22995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9" name="ph4739"/>
              <p:cNvSpPr/>
              <p:nvPr/>
            </p:nvSpPr>
            <p:spPr>
              <a:xfrm>
                <a:off x="230883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0" name="ph4740"/>
              <p:cNvSpPr/>
              <p:nvPr/>
            </p:nvSpPr>
            <p:spPr>
              <a:xfrm>
                <a:off x="23180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1" name="ph4741"/>
              <p:cNvSpPr/>
              <p:nvPr/>
            </p:nvSpPr>
            <p:spPr>
              <a:xfrm>
                <a:off x="23273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2" name="ph4742"/>
              <p:cNvSpPr/>
              <p:nvPr/>
            </p:nvSpPr>
            <p:spPr>
              <a:xfrm>
                <a:off x="23366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3" name="ph4743"/>
              <p:cNvSpPr/>
              <p:nvPr/>
            </p:nvSpPr>
            <p:spPr>
              <a:xfrm>
                <a:off x="23458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4" name="ph4744"/>
              <p:cNvSpPr/>
              <p:nvPr/>
            </p:nvSpPr>
            <p:spPr>
              <a:xfrm>
                <a:off x="235514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5" name="ph4745"/>
              <p:cNvSpPr/>
              <p:nvPr/>
            </p:nvSpPr>
            <p:spPr>
              <a:xfrm>
                <a:off x="23644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6" name="ph4746"/>
              <p:cNvSpPr/>
              <p:nvPr/>
            </p:nvSpPr>
            <p:spPr>
              <a:xfrm>
                <a:off x="23736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7" name="ph4747"/>
              <p:cNvSpPr/>
              <p:nvPr/>
            </p:nvSpPr>
            <p:spPr>
              <a:xfrm>
                <a:off x="23829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8" name="ph4748"/>
              <p:cNvSpPr/>
              <p:nvPr/>
            </p:nvSpPr>
            <p:spPr>
              <a:xfrm>
                <a:off x="239219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9" name="ph4749"/>
              <p:cNvSpPr/>
              <p:nvPr/>
            </p:nvSpPr>
            <p:spPr>
              <a:xfrm>
                <a:off x="24014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0" name="ph4750"/>
              <p:cNvSpPr/>
              <p:nvPr/>
            </p:nvSpPr>
            <p:spPr>
              <a:xfrm>
                <a:off x="24107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1" name="ph4751"/>
              <p:cNvSpPr/>
              <p:nvPr/>
            </p:nvSpPr>
            <p:spPr>
              <a:xfrm>
                <a:off x="24199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2" name="ph4752"/>
              <p:cNvSpPr/>
              <p:nvPr/>
            </p:nvSpPr>
            <p:spPr>
              <a:xfrm>
                <a:off x="24292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3" name="ph4753"/>
              <p:cNvSpPr/>
              <p:nvPr/>
            </p:nvSpPr>
            <p:spPr>
              <a:xfrm>
                <a:off x="2438506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4" name="ph4754"/>
              <p:cNvSpPr/>
              <p:nvPr/>
            </p:nvSpPr>
            <p:spPr>
              <a:xfrm>
                <a:off x="2447768" y="1705633"/>
                <a:ext cx="9194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8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6242" y="897161"/>
                    </a:lnTo>
                    <a:lnTo>
                      <a:pt x="918057" y="906094"/>
                    </a:lnTo>
                    <a:lnTo>
                      <a:pt x="919480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5" name="ph4755"/>
              <p:cNvSpPr/>
              <p:nvPr/>
            </p:nvSpPr>
            <p:spPr>
              <a:xfrm>
                <a:off x="3114648" y="1688394"/>
                <a:ext cx="914400" cy="92700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09">
                    <a:moveTo>
                      <a:pt x="914400" y="914400"/>
                    </a:moveTo>
                    <a:lnTo>
                      <a:pt x="914400" y="927009"/>
                    </a:lnTo>
                    <a:lnTo>
                      <a:pt x="910043" y="920499"/>
                    </a:lnTo>
                    <a:lnTo>
                      <a:pt x="906369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6" name="ph4756"/>
              <p:cNvSpPr/>
              <p:nvPr/>
            </p:nvSpPr>
            <p:spPr>
              <a:xfrm>
                <a:off x="311464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833" y="931638"/>
                    </a:lnTo>
                    <a:lnTo>
                      <a:pt x="914539" y="927218"/>
                    </a:lnTo>
                    <a:lnTo>
                      <a:pt x="914400" y="92700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7" name="ph4757"/>
              <p:cNvSpPr/>
              <p:nvPr/>
            </p:nvSpPr>
            <p:spPr>
              <a:xfrm>
                <a:off x="312391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8" name="ph4758"/>
              <p:cNvSpPr/>
              <p:nvPr/>
            </p:nvSpPr>
            <p:spPr>
              <a:xfrm>
                <a:off x="313317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9" name="ph4759"/>
              <p:cNvSpPr/>
              <p:nvPr/>
            </p:nvSpPr>
            <p:spPr>
              <a:xfrm>
                <a:off x="314243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0" name="ph4760"/>
              <p:cNvSpPr/>
              <p:nvPr/>
            </p:nvSpPr>
            <p:spPr>
              <a:xfrm>
                <a:off x="315169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1" name="ph4761"/>
              <p:cNvSpPr/>
              <p:nvPr/>
            </p:nvSpPr>
            <p:spPr>
              <a:xfrm>
                <a:off x="316095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2" name="ph4762"/>
              <p:cNvSpPr/>
              <p:nvPr/>
            </p:nvSpPr>
            <p:spPr>
              <a:xfrm>
                <a:off x="317022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3" name="ph4763"/>
              <p:cNvSpPr/>
              <p:nvPr/>
            </p:nvSpPr>
            <p:spPr>
              <a:xfrm>
                <a:off x="317948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4" name="ph4764"/>
              <p:cNvSpPr/>
              <p:nvPr/>
            </p:nvSpPr>
            <p:spPr>
              <a:xfrm>
                <a:off x="318874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5" name="ph4765"/>
              <p:cNvSpPr/>
              <p:nvPr/>
            </p:nvSpPr>
            <p:spPr>
              <a:xfrm>
                <a:off x="319800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6" name="ph4766"/>
              <p:cNvSpPr/>
              <p:nvPr/>
            </p:nvSpPr>
            <p:spPr>
              <a:xfrm>
                <a:off x="320727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7" name="ph4767"/>
              <p:cNvSpPr/>
              <p:nvPr/>
            </p:nvSpPr>
            <p:spPr>
              <a:xfrm>
                <a:off x="321653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8" name="ph4768"/>
              <p:cNvSpPr/>
              <p:nvPr/>
            </p:nvSpPr>
            <p:spPr>
              <a:xfrm>
                <a:off x="322579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9" name="ph4769"/>
              <p:cNvSpPr/>
              <p:nvPr/>
            </p:nvSpPr>
            <p:spPr>
              <a:xfrm>
                <a:off x="323505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0" name="ph4770"/>
              <p:cNvSpPr/>
              <p:nvPr/>
            </p:nvSpPr>
            <p:spPr>
              <a:xfrm>
                <a:off x="324431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1" name="ph4771"/>
              <p:cNvSpPr/>
              <p:nvPr/>
            </p:nvSpPr>
            <p:spPr>
              <a:xfrm>
                <a:off x="325358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2" name="ph4772"/>
              <p:cNvSpPr/>
              <p:nvPr/>
            </p:nvSpPr>
            <p:spPr>
              <a:xfrm>
                <a:off x="326284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3" name="ph4773"/>
              <p:cNvSpPr/>
              <p:nvPr/>
            </p:nvSpPr>
            <p:spPr>
              <a:xfrm>
                <a:off x="327210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4" name="ph4774"/>
              <p:cNvSpPr/>
              <p:nvPr/>
            </p:nvSpPr>
            <p:spPr>
              <a:xfrm>
                <a:off x="328136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5" name="ph4775"/>
              <p:cNvSpPr/>
              <p:nvPr/>
            </p:nvSpPr>
            <p:spPr>
              <a:xfrm>
                <a:off x="329063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6" name="ph4776"/>
              <p:cNvSpPr/>
              <p:nvPr/>
            </p:nvSpPr>
            <p:spPr>
              <a:xfrm>
                <a:off x="329989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7" name="ph4777"/>
              <p:cNvSpPr/>
              <p:nvPr/>
            </p:nvSpPr>
            <p:spPr>
              <a:xfrm>
                <a:off x="330915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8" name="ph4778"/>
              <p:cNvSpPr/>
              <p:nvPr/>
            </p:nvSpPr>
            <p:spPr>
              <a:xfrm>
                <a:off x="3318417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9" name="ph4779"/>
              <p:cNvSpPr/>
              <p:nvPr/>
            </p:nvSpPr>
            <p:spPr>
              <a:xfrm>
                <a:off x="3327679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0" name="ph4780"/>
              <p:cNvSpPr/>
              <p:nvPr/>
            </p:nvSpPr>
            <p:spPr>
              <a:xfrm>
                <a:off x="3336941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1" name="ph4781"/>
              <p:cNvSpPr/>
              <p:nvPr/>
            </p:nvSpPr>
            <p:spPr>
              <a:xfrm>
                <a:off x="3346203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2" name="ph4782"/>
              <p:cNvSpPr/>
              <p:nvPr/>
            </p:nvSpPr>
            <p:spPr>
              <a:xfrm>
                <a:off x="3355465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3" name="ph4783"/>
              <p:cNvSpPr/>
              <p:nvPr/>
            </p:nvSpPr>
            <p:spPr>
              <a:xfrm>
                <a:off x="3364728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4" name="ph4784"/>
              <p:cNvSpPr/>
              <p:nvPr/>
            </p:nvSpPr>
            <p:spPr>
              <a:xfrm>
                <a:off x="3373990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5" name="ph4785"/>
              <p:cNvSpPr/>
              <p:nvPr/>
            </p:nvSpPr>
            <p:spPr>
              <a:xfrm>
                <a:off x="3383252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6" name="ph4786"/>
              <p:cNvSpPr/>
              <p:nvPr/>
            </p:nvSpPr>
            <p:spPr>
              <a:xfrm>
                <a:off x="3392514" y="16883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h4787"/>
              <p:cNvSpPr/>
              <p:nvPr/>
            </p:nvSpPr>
            <p:spPr>
              <a:xfrm>
                <a:off x="3401777" y="17056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0780"/>
                    </a:lnTo>
                    <a:lnTo>
                      <a:pt x="922269" y="901517"/>
                    </a:lnTo>
                    <a:lnTo>
                      <a:pt x="921251" y="902054"/>
                    </a:lnTo>
                    <a:lnTo>
                      <a:pt x="920087" y="905686"/>
                    </a:lnTo>
                    <a:lnTo>
                      <a:pt x="916948" y="914400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h4788"/>
              <p:cNvSpPr/>
              <p:nvPr/>
            </p:nvSpPr>
            <p:spPr>
              <a:xfrm>
                <a:off x="3411039" y="1688394"/>
                <a:ext cx="921256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21256" h="918019">
                    <a:moveTo>
                      <a:pt x="914400" y="914400"/>
                    </a:moveTo>
                    <a:lnTo>
                      <a:pt x="921256" y="914400"/>
                    </a:lnTo>
                    <a:lnTo>
                      <a:pt x="920054" y="915034"/>
                    </a:lnTo>
                    <a:lnTo>
                      <a:pt x="918644" y="915778"/>
                    </a:lnTo>
                    <a:lnTo>
                      <a:pt x="917234" y="916522"/>
                    </a:lnTo>
                    <a:lnTo>
                      <a:pt x="915825" y="917266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h4789"/>
              <p:cNvSpPr/>
              <p:nvPr/>
            </p:nvSpPr>
            <p:spPr>
              <a:xfrm>
                <a:off x="2160639" y="16711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509" y="931638"/>
                    </a:lnTo>
                    <a:lnTo>
                      <a:pt x="908093" y="922128"/>
                    </a:lnTo>
                    <a:lnTo>
                      <a:pt x="907172" y="914400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h4790"/>
              <p:cNvSpPr/>
              <p:nvPr/>
            </p:nvSpPr>
            <p:spPr>
              <a:xfrm>
                <a:off x="216063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h4791"/>
              <p:cNvSpPr/>
              <p:nvPr/>
            </p:nvSpPr>
            <p:spPr>
              <a:xfrm>
                <a:off x="216990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h4792"/>
              <p:cNvSpPr/>
              <p:nvPr/>
            </p:nvSpPr>
            <p:spPr>
              <a:xfrm>
                <a:off x="217916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h4793"/>
              <p:cNvSpPr/>
              <p:nvPr/>
            </p:nvSpPr>
            <p:spPr>
              <a:xfrm>
                <a:off x="218842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h4794"/>
              <p:cNvSpPr/>
              <p:nvPr/>
            </p:nvSpPr>
            <p:spPr>
              <a:xfrm>
                <a:off x="219768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h4795"/>
              <p:cNvSpPr/>
              <p:nvPr/>
            </p:nvSpPr>
            <p:spPr>
              <a:xfrm>
                <a:off x="220695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h4796"/>
              <p:cNvSpPr/>
              <p:nvPr/>
            </p:nvSpPr>
            <p:spPr>
              <a:xfrm>
                <a:off x="221621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h4797"/>
              <p:cNvSpPr/>
              <p:nvPr/>
            </p:nvSpPr>
            <p:spPr>
              <a:xfrm>
                <a:off x="222547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8" name="ph4798"/>
              <p:cNvSpPr/>
              <p:nvPr/>
            </p:nvSpPr>
            <p:spPr>
              <a:xfrm>
                <a:off x="223473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9" name="ph4799"/>
              <p:cNvSpPr/>
              <p:nvPr/>
            </p:nvSpPr>
            <p:spPr>
              <a:xfrm>
                <a:off x="224399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0" name="ph4800"/>
              <p:cNvSpPr/>
              <p:nvPr/>
            </p:nvSpPr>
            <p:spPr>
              <a:xfrm>
                <a:off x="225326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ph4801"/>
              <p:cNvSpPr/>
              <p:nvPr/>
            </p:nvSpPr>
            <p:spPr>
              <a:xfrm>
                <a:off x="226252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2" name="ph4802"/>
              <p:cNvSpPr/>
              <p:nvPr/>
            </p:nvSpPr>
            <p:spPr>
              <a:xfrm>
                <a:off x="22717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3" name="ph4803"/>
              <p:cNvSpPr/>
              <p:nvPr/>
            </p:nvSpPr>
            <p:spPr>
              <a:xfrm>
                <a:off x="22810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4" name="ph4804"/>
              <p:cNvSpPr/>
              <p:nvPr/>
            </p:nvSpPr>
            <p:spPr>
              <a:xfrm>
                <a:off x="22903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5" name="ph4805"/>
              <p:cNvSpPr/>
              <p:nvPr/>
            </p:nvSpPr>
            <p:spPr>
              <a:xfrm>
                <a:off x="22995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6" name="ph4806"/>
              <p:cNvSpPr/>
              <p:nvPr/>
            </p:nvSpPr>
            <p:spPr>
              <a:xfrm>
                <a:off x="230883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7" name="ph4807"/>
              <p:cNvSpPr/>
              <p:nvPr/>
            </p:nvSpPr>
            <p:spPr>
              <a:xfrm>
                <a:off x="23180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8" name="ph4808"/>
              <p:cNvSpPr/>
              <p:nvPr/>
            </p:nvSpPr>
            <p:spPr>
              <a:xfrm>
                <a:off x="23273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9" name="ph4809"/>
              <p:cNvSpPr/>
              <p:nvPr/>
            </p:nvSpPr>
            <p:spPr>
              <a:xfrm>
                <a:off x="23366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0" name="ph4810"/>
              <p:cNvSpPr/>
              <p:nvPr/>
            </p:nvSpPr>
            <p:spPr>
              <a:xfrm>
                <a:off x="23458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1" name="ph4811"/>
              <p:cNvSpPr/>
              <p:nvPr/>
            </p:nvSpPr>
            <p:spPr>
              <a:xfrm>
                <a:off x="235514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2" name="ph4812"/>
              <p:cNvSpPr/>
              <p:nvPr/>
            </p:nvSpPr>
            <p:spPr>
              <a:xfrm>
                <a:off x="23644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3" name="ph4813"/>
              <p:cNvSpPr/>
              <p:nvPr/>
            </p:nvSpPr>
            <p:spPr>
              <a:xfrm>
                <a:off x="23736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4" name="ph4814"/>
              <p:cNvSpPr/>
              <p:nvPr/>
            </p:nvSpPr>
            <p:spPr>
              <a:xfrm>
                <a:off x="23829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5" name="ph4815"/>
              <p:cNvSpPr/>
              <p:nvPr/>
            </p:nvSpPr>
            <p:spPr>
              <a:xfrm>
                <a:off x="239219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6" name="ph4816"/>
              <p:cNvSpPr/>
              <p:nvPr/>
            </p:nvSpPr>
            <p:spPr>
              <a:xfrm>
                <a:off x="24014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7" name="ph4817"/>
              <p:cNvSpPr/>
              <p:nvPr/>
            </p:nvSpPr>
            <p:spPr>
              <a:xfrm>
                <a:off x="24107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8" name="ph4818"/>
              <p:cNvSpPr/>
              <p:nvPr/>
            </p:nvSpPr>
            <p:spPr>
              <a:xfrm>
                <a:off x="24199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9" name="ph4819"/>
              <p:cNvSpPr/>
              <p:nvPr/>
            </p:nvSpPr>
            <p:spPr>
              <a:xfrm>
                <a:off x="24292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0" name="ph4820"/>
              <p:cNvSpPr/>
              <p:nvPr/>
            </p:nvSpPr>
            <p:spPr>
              <a:xfrm>
                <a:off x="2447768" y="168839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005" y="897161"/>
                    </a:lnTo>
                    <a:lnTo>
                      <a:pt x="913623" y="903135"/>
                    </a:lnTo>
                    <a:lnTo>
                      <a:pt x="914399" y="90642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1" name="ph4821"/>
              <p:cNvSpPr/>
              <p:nvPr/>
            </p:nvSpPr>
            <p:spPr>
              <a:xfrm>
                <a:off x="2447768" y="1688394"/>
                <a:ext cx="9162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2" h="914400">
                    <a:moveTo>
                      <a:pt x="914399" y="914400"/>
                    </a:moveTo>
                    <a:lnTo>
                      <a:pt x="914399" y="906420"/>
                    </a:lnTo>
                    <a:lnTo>
                      <a:pt x="915983" y="913125"/>
                    </a:lnTo>
                    <a:lnTo>
                      <a:pt x="916242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2" name="ph4822"/>
              <p:cNvSpPr/>
              <p:nvPr/>
            </p:nvSpPr>
            <p:spPr>
              <a:xfrm>
                <a:off x="3105386" y="1671156"/>
                <a:ext cx="914400" cy="92948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483">
                    <a:moveTo>
                      <a:pt x="914400" y="914400"/>
                    </a:moveTo>
                    <a:lnTo>
                      <a:pt x="914400" y="929483"/>
                    </a:lnTo>
                    <a:lnTo>
                      <a:pt x="910904" y="923043"/>
                    </a:lnTo>
                    <a:lnTo>
                      <a:pt x="907022" y="915108"/>
                    </a:lnTo>
                    <a:lnTo>
                      <a:pt x="906710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3" name="ph4823"/>
              <p:cNvSpPr/>
              <p:nvPr/>
            </p:nvSpPr>
            <p:spPr>
              <a:xfrm>
                <a:off x="3105386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632" y="931638"/>
                    </a:lnTo>
                    <a:lnTo>
                      <a:pt x="915002" y="930593"/>
                    </a:lnTo>
                    <a:lnTo>
                      <a:pt x="914400" y="929483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4" name="ph4824"/>
              <p:cNvSpPr/>
              <p:nvPr/>
            </p:nvSpPr>
            <p:spPr>
              <a:xfrm>
                <a:off x="311464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5" name="ph4825"/>
              <p:cNvSpPr/>
              <p:nvPr/>
            </p:nvSpPr>
            <p:spPr>
              <a:xfrm>
                <a:off x="312391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6" name="ph4826"/>
              <p:cNvSpPr/>
              <p:nvPr/>
            </p:nvSpPr>
            <p:spPr>
              <a:xfrm>
                <a:off x="313317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7" name="ph4827"/>
              <p:cNvSpPr/>
              <p:nvPr/>
            </p:nvSpPr>
            <p:spPr>
              <a:xfrm>
                <a:off x="314243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8" name="ph4828"/>
              <p:cNvSpPr/>
              <p:nvPr/>
            </p:nvSpPr>
            <p:spPr>
              <a:xfrm>
                <a:off x="315169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9" name="ph4829"/>
              <p:cNvSpPr/>
              <p:nvPr/>
            </p:nvSpPr>
            <p:spPr>
              <a:xfrm>
                <a:off x="316095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0" name="ph4830"/>
              <p:cNvSpPr/>
              <p:nvPr/>
            </p:nvSpPr>
            <p:spPr>
              <a:xfrm>
                <a:off x="317022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1" name="ph4831"/>
              <p:cNvSpPr/>
              <p:nvPr/>
            </p:nvSpPr>
            <p:spPr>
              <a:xfrm>
                <a:off x="317948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2" name="ph4832"/>
              <p:cNvSpPr/>
              <p:nvPr/>
            </p:nvSpPr>
            <p:spPr>
              <a:xfrm>
                <a:off x="318874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3" name="ph4833"/>
              <p:cNvSpPr/>
              <p:nvPr/>
            </p:nvSpPr>
            <p:spPr>
              <a:xfrm>
                <a:off x="319800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4" name="ph4834"/>
              <p:cNvSpPr/>
              <p:nvPr/>
            </p:nvSpPr>
            <p:spPr>
              <a:xfrm>
                <a:off x="320727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5" name="ph4835"/>
              <p:cNvSpPr/>
              <p:nvPr/>
            </p:nvSpPr>
            <p:spPr>
              <a:xfrm>
                <a:off x="321653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6" name="ph4836"/>
              <p:cNvSpPr/>
              <p:nvPr/>
            </p:nvSpPr>
            <p:spPr>
              <a:xfrm>
                <a:off x="322579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7" name="ph4837"/>
              <p:cNvSpPr/>
              <p:nvPr/>
            </p:nvSpPr>
            <p:spPr>
              <a:xfrm>
                <a:off x="323505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8" name="ph4838"/>
              <p:cNvSpPr/>
              <p:nvPr/>
            </p:nvSpPr>
            <p:spPr>
              <a:xfrm>
                <a:off x="324431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9" name="ph4839"/>
              <p:cNvSpPr/>
              <p:nvPr/>
            </p:nvSpPr>
            <p:spPr>
              <a:xfrm>
                <a:off x="325358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0" name="ph4840"/>
              <p:cNvSpPr/>
              <p:nvPr/>
            </p:nvSpPr>
            <p:spPr>
              <a:xfrm>
                <a:off x="326284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1" name="ph4841"/>
              <p:cNvSpPr/>
              <p:nvPr/>
            </p:nvSpPr>
            <p:spPr>
              <a:xfrm>
                <a:off x="327210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2" name="ph4842"/>
              <p:cNvSpPr/>
              <p:nvPr/>
            </p:nvSpPr>
            <p:spPr>
              <a:xfrm>
                <a:off x="328136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3" name="ph4843"/>
              <p:cNvSpPr/>
              <p:nvPr/>
            </p:nvSpPr>
            <p:spPr>
              <a:xfrm>
                <a:off x="329063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4" name="ph4844"/>
              <p:cNvSpPr/>
              <p:nvPr/>
            </p:nvSpPr>
            <p:spPr>
              <a:xfrm>
                <a:off x="329989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5" name="ph4845"/>
              <p:cNvSpPr/>
              <p:nvPr/>
            </p:nvSpPr>
            <p:spPr>
              <a:xfrm>
                <a:off x="330915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6" name="ph4846"/>
              <p:cNvSpPr/>
              <p:nvPr/>
            </p:nvSpPr>
            <p:spPr>
              <a:xfrm>
                <a:off x="331841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7" name="ph4847"/>
              <p:cNvSpPr/>
              <p:nvPr/>
            </p:nvSpPr>
            <p:spPr>
              <a:xfrm>
                <a:off x="3327679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8" name="ph4848"/>
              <p:cNvSpPr/>
              <p:nvPr/>
            </p:nvSpPr>
            <p:spPr>
              <a:xfrm>
                <a:off x="3336941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9" name="ph4849"/>
              <p:cNvSpPr/>
              <p:nvPr/>
            </p:nvSpPr>
            <p:spPr>
              <a:xfrm>
                <a:off x="3346203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0" name="ph4850"/>
              <p:cNvSpPr/>
              <p:nvPr/>
            </p:nvSpPr>
            <p:spPr>
              <a:xfrm>
                <a:off x="3355465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1" name="ph4851"/>
              <p:cNvSpPr/>
              <p:nvPr/>
            </p:nvSpPr>
            <p:spPr>
              <a:xfrm>
                <a:off x="3364728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2" name="ph4852"/>
              <p:cNvSpPr/>
              <p:nvPr/>
            </p:nvSpPr>
            <p:spPr>
              <a:xfrm>
                <a:off x="3373990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3" name="ph4853"/>
              <p:cNvSpPr/>
              <p:nvPr/>
            </p:nvSpPr>
            <p:spPr>
              <a:xfrm>
                <a:off x="3383252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4" name="ph4854"/>
              <p:cNvSpPr/>
              <p:nvPr/>
            </p:nvSpPr>
            <p:spPr>
              <a:xfrm>
                <a:off x="3392514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5" name="ph4855"/>
              <p:cNvSpPr/>
              <p:nvPr/>
            </p:nvSpPr>
            <p:spPr>
              <a:xfrm>
                <a:off x="3401777" y="16711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6" name="ph4856"/>
              <p:cNvSpPr/>
              <p:nvPr/>
            </p:nvSpPr>
            <p:spPr>
              <a:xfrm>
                <a:off x="3411039" y="16883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131"/>
                    </a:lnTo>
                    <a:lnTo>
                      <a:pt x="922875" y="913546"/>
                    </a:lnTo>
                    <a:lnTo>
                      <a:pt x="921464" y="914290"/>
                    </a:lnTo>
                    <a:lnTo>
                      <a:pt x="921256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7" name="ph4857"/>
              <p:cNvSpPr/>
              <p:nvPr/>
            </p:nvSpPr>
            <p:spPr>
              <a:xfrm>
                <a:off x="3420301" y="1671156"/>
                <a:ext cx="923662" cy="93037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7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925"/>
                    </a:lnTo>
                    <a:lnTo>
                      <a:pt x="921676" y="926274"/>
                    </a:lnTo>
                    <a:lnTo>
                      <a:pt x="916438" y="929295"/>
                    </a:lnTo>
                    <a:lnTo>
                      <a:pt x="915023" y="930041"/>
                    </a:lnTo>
                    <a:lnTo>
                      <a:pt x="914400" y="93037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8" name="ph4858"/>
              <p:cNvSpPr/>
              <p:nvPr/>
            </p:nvSpPr>
            <p:spPr>
              <a:xfrm>
                <a:off x="3429563" y="1671156"/>
                <a:ext cx="923662" cy="92492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92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72"/>
                    </a:lnTo>
                    <a:lnTo>
                      <a:pt x="922617" y="918808"/>
                    </a:lnTo>
                    <a:lnTo>
                      <a:pt x="917565" y="922775"/>
                    </a:lnTo>
                    <a:lnTo>
                      <a:pt x="914400" y="924925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9" name="ph4859"/>
              <p:cNvSpPr/>
              <p:nvPr/>
            </p:nvSpPr>
            <p:spPr>
              <a:xfrm>
                <a:off x="3438825" y="1671156"/>
                <a:ext cx="918275" cy="917872"/>
              </a:xfrm>
              <a:custGeom>
                <a:avLst/>
                <a:gdLst/>
                <a:ahLst/>
                <a:cxnLst/>
                <a:rect l="0" t="0" r="0" b="0"/>
                <a:pathLst>
                  <a:path w="918275" h="917872">
                    <a:moveTo>
                      <a:pt x="914400" y="914400"/>
                    </a:moveTo>
                    <a:lnTo>
                      <a:pt x="918275" y="914400"/>
                    </a:lnTo>
                    <a:lnTo>
                      <a:pt x="914400" y="917872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0" name="ph4860"/>
              <p:cNvSpPr/>
              <p:nvPr/>
            </p:nvSpPr>
            <p:spPr>
              <a:xfrm>
                <a:off x="2160639" y="16539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172" y="931638"/>
                    </a:lnTo>
                    <a:lnTo>
                      <a:pt x="906836" y="928818"/>
                    </a:lnTo>
                    <a:lnTo>
                      <a:pt x="905877" y="918161"/>
                    </a:lnTo>
                    <a:lnTo>
                      <a:pt x="905646" y="914400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1" name="ph4861"/>
              <p:cNvSpPr/>
              <p:nvPr/>
            </p:nvSpPr>
            <p:spPr>
              <a:xfrm>
                <a:off x="21606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2" name="ph4862"/>
              <p:cNvSpPr/>
              <p:nvPr/>
            </p:nvSpPr>
            <p:spPr>
              <a:xfrm>
                <a:off x="21699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3" name="ph4863"/>
              <p:cNvSpPr/>
              <p:nvPr/>
            </p:nvSpPr>
            <p:spPr>
              <a:xfrm>
                <a:off x="21791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4" name="ph4864"/>
              <p:cNvSpPr/>
              <p:nvPr/>
            </p:nvSpPr>
            <p:spPr>
              <a:xfrm>
                <a:off x="218842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5" name="ph4865"/>
              <p:cNvSpPr/>
              <p:nvPr/>
            </p:nvSpPr>
            <p:spPr>
              <a:xfrm>
                <a:off x="219768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6" name="ph4866"/>
              <p:cNvSpPr/>
              <p:nvPr/>
            </p:nvSpPr>
            <p:spPr>
              <a:xfrm>
                <a:off x="220695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7" name="ph4867"/>
              <p:cNvSpPr/>
              <p:nvPr/>
            </p:nvSpPr>
            <p:spPr>
              <a:xfrm>
                <a:off x="221621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8" name="ph4868"/>
              <p:cNvSpPr/>
              <p:nvPr/>
            </p:nvSpPr>
            <p:spPr>
              <a:xfrm>
                <a:off x="222547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9" name="ph4869"/>
              <p:cNvSpPr/>
              <p:nvPr/>
            </p:nvSpPr>
            <p:spPr>
              <a:xfrm>
                <a:off x="223473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0" name="ph4870"/>
              <p:cNvSpPr/>
              <p:nvPr/>
            </p:nvSpPr>
            <p:spPr>
              <a:xfrm>
                <a:off x="224399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1" name="ph4871"/>
              <p:cNvSpPr/>
              <p:nvPr/>
            </p:nvSpPr>
            <p:spPr>
              <a:xfrm>
                <a:off x="225326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2" name="ph4872"/>
              <p:cNvSpPr/>
              <p:nvPr/>
            </p:nvSpPr>
            <p:spPr>
              <a:xfrm>
                <a:off x="22625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3" name="ph4873"/>
              <p:cNvSpPr/>
              <p:nvPr/>
            </p:nvSpPr>
            <p:spPr>
              <a:xfrm>
                <a:off x="22717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4" name="ph4874"/>
              <p:cNvSpPr/>
              <p:nvPr/>
            </p:nvSpPr>
            <p:spPr>
              <a:xfrm>
                <a:off x="22810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5" name="ph4875"/>
              <p:cNvSpPr/>
              <p:nvPr/>
            </p:nvSpPr>
            <p:spPr>
              <a:xfrm>
                <a:off x="22903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6" name="ph4876"/>
              <p:cNvSpPr/>
              <p:nvPr/>
            </p:nvSpPr>
            <p:spPr>
              <a:xfrm>
                <a:off x="22995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7" name="ph4877"/>
              <p:cNvSpPr/>
              <p:nvPr/>
            </p:nvSpPr>
            <p:spPr>
              <a:xfrm>
                <a:off x="230883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8" name="ph4878"/>
              <p:cNvSpPr/>
              <p:nvPr/>
            </p:nvSpPr>
            <p:spPr>
              <a:xfrm>
                <a:off x="23180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9" name="ph4879"/>
              <p:cNvSpPr/>
              <p:nvPr/>
            </p:nvSpPr>
            <p:spPr>
              <a:xfrm>
                <a:off x="23273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0" name="ph4880"/>
              <p:cNvSpPr/>
              <p:nvPr/>
            </p:nvSpPr>
            <p:spPr>
              <a:xfrm>
                <a:off x="23366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1" name="ph4881"/>
              <p:cNvSpPr/>
              <p:nvPr/>
            </p:nvSpPr>
            <p:spPr>
              <a:xfrm>
                <a:off x="23458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2" name="ph4882"/>
              <p:cNvSpPr/>
              <p:nvPr/>
            </p:nvSpPr>
            <p:spPr>
              <a:xfrm>
                <a:off x="235514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3" name="ph4883"/>
              <p:cNvSpPr/>
              <p:nvPr/>
            </p:nvSpPr>
            <p:spPr>
              <a:xfrm>
                <a:off x="23644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4" name="ph4884"/>
              <p:cNvSpPr/>
              <p:nvPr/>
            </p:nvSpPr>
            <p:spPr>
              <a:xfrm>
                <a:off x="23736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5" name="ph4885"/>
              <p:cNvSpPr/>
              <p:nvPr/>
            </p:nvSpPr>
            <p:spPr>
              <a:xfrm>
                <a:off x="23829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6" name="ph4886"/>
              <p:cNvSpPr/>
              <p:nvPr/>
            </p:nvSpPr>
            <p:spPr>
              <a:xfrm>
                <a:off x="239219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7" name="ph4887"/>
              <p:cNvSpPr/>
              <p:nvPr/>
            </p:nvSpPr>
            <p:spPr>
              <a:xfrm>
                <a:off x="24014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8" name="ph4888"/>
              <p:cNvSpPr/>
              <p:nvPr/>
            </p:nvSpPr>
            <p:spPr>
              <a:xfrm>
                <a:off x="24107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9" name="ph4889"/>
              <p:cNvSpPr/>
              <p:nvPr/>
            </p:nvSpPr>
            <p:spPr>
              <a:xfrm>
                <a:off x="24199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0" name="ph4890"/>
              <p:cNvSpPr/>
              <p:nvPr/>
            </p:nvSpPr>
            <p:spPr>
              <a:xfrm>
                <a:off x="24292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1" name="ph4891"/>
              <p:cNvSpPr/>
              <p:nvPr/>
            </p:nvSpPr>
            <p:spPr>
              <a:xfrm>
                <a:off x="2438506" y="1671156"/>
                <a:ext cx="9212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6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950" y="897161"/>
                    </a:lnTo>
                    <a:lnTo>
                      <a:pt x="917334" y="901158"/>
                    </a:lnTo>
                    <a:lnTo>
                      <a:pt x="920246" y="910629"/>
                    </a:lnTo>
                    <a:lnTo>
                      <a:pt x="921267" y="914400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2" name="ph4892"/>
              <p:cNvSpPr/>
              <p:nvPr/>
            </p:nvSpPr>
            <p:spPr>
              <a:xfrm>
                <a:off x="3096123" y="1653917"/>
                <a:ext cx="914400" cy="9280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68">
                    <a:moveTo>
                      <a:pt x="914400" y="914400"/>
                    </a:moveTo>
                    <a:lnTo>
                      <a:pt x="914400" y="928068"/>
                    </a:lnTo>
                    <a:lnTo>
                      <a:pt x="912629" y="924048"/>
                    </a:lnTo>
                    <a:lnTo>
                      <a:pt x="909209" y="915407"/>
                    </a:lnTo>
                    <a:lnTo>
                      <a:pt x="908852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3" name="ph4893"/>
              <p:cNvSpPr/>
              <p:nvPr/>
            </p:nvSpPr>
            <p:spPr>
              <a:xfrm>
                <a:off x="309612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972" y="931638"/>
                    </a:lnTo>
                    <a:lnTo>
                      <a:pt x="914400" y="92806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4" name="ph4894"/>
              <p:cNvSpPr/>
              <p:nvPr/>
            </p:nvSpPr>
            <p:spPr>
              <a:xfrm>
                <a:off x="3105386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5" name="ph4895"/>
              <p:cNvSpPr/>
              <p:nvPr/>
            </p:nvSpPr>
            <p:spPr>
              <a:xfrm>
                <a:off x="311464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6" name="ph4896"/>
              <p:cNvSpPr/>
              <p:nvPr/>
            </p:nvSpPr>
            <p:spPr>
              <a:xfrm>
                <a:off x="312391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7" name="ph4897"/>
              <p:cNvSpPr/>
              <p:nvPr/>
            </p:nvSpPr>
            <p:spPr>
              <a:xfrm>
                <a:off x="313317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8" name="ph4898"/>
              <p:cNvSpPr/>
              <p:nvPr/>
            </p:nvSpPr>
            <p:spPr>
              <a:xfrm>
                <a:off x="314243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9" name="ph4899"/>
              <p:cNvSpPr/>
              <p:nvPr/>
            </p:nvSpPr>
            <p:spPr>
              <a:xfrm>
                <a:off x="315169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0" name="ph4900"/>
              <p:cNvSpPr/>
              <p:nvPr/>
            </p:nvSpPr>
            <p:spPr>
              <a:xfrm>
                <a:off x="316095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1" name="ph4901"/>
              <p:cNvSpPr/>
              <p:nvPr/>
            </p:nvSpPr>
            <p:spPr>
              <a:xfrm>
                <a:off x="317022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2" name="ph4902"/>
              <p:cNvSpPr/>
              <p:nvPr/>
            </p:nvSpPr>
            <p:spPr>
              <a:xfrm>
                <a:off x="317948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3" name="ph4903"/>
              <p:cNvSpPr/>
              <p:nvPr/>
            </p:nvSpPr>
            <p:spPr>
              <a:xfrm>
                <a:off x="318874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4" name="ph4904"/>
              <p:cNvSpPr/>
              <p:nvPr/>
            </p:nvSpPr>
            <p:spPr>
              <a:xfrm>
                <a:off x="319800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5" name="ph4905"/>
              <p:cNvSpPr/>
              <p:nvPr/>
            </p:nvSpPr>
            <p:spPr>
              <a:xfrm>
                <a:off x="320727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6" name="ph4906"/>
              <p:cNvSpPr/>
              <p:nvPr/>
            </p:nvSpPr>
            <p:spPr>
              <a:xfrm>
                <a:off x="321653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7" name="ph4907"/>
              <p:cNvSpPr/>
              <p:nvPr/>
            </p:nvSpPr>
            <p:spPr>
              <a:xfrm>
                <a:off x="322579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8" name="ph4908"/>
              <p:cNvSpPr/>
              <p:nvPr/>
            </p:nvSpPr>
            <p:spPr>
              <a:xfrm>
                <a:off x="323505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9" name="ph4909"/>
              <p:cNvSpPr/>
              <p:nvPr/>
            </p:nvSpPr>
            <p:spPr>
              <a:xfrm>
                <a:off x="324431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0" name="ph4910"/>
              <p:cNvSpPr/>
              <p:nvPr/>
            </p:nvSpPr>
            <p:spPr>
              <a:xfrm>
                <a:off x="325358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1" name="ph4911"/>
              <p:cNvSpPr/>
              <p:nvPr/>
            </p:nvSpPr>
            <p:spPr>
              <a:xfrm>
                <a:off x="326284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2" name="ph4912"/>
              <p:cNvSpPr/>
              <p:nvPr/>
            </p:nvSpPr>
            <p:spPr>
              <a:xfrm>
                <a:off x="327210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3" name="ph4913"/>
              <p:cNvSpPr/>
              <p:nvPr/>
            </p:nvSpPr>
            <p:spPr>
              <a:xfrm>
                <a:off x="328136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4" name="ph4914"/>
              <p:cNvSpPr/>
              <p:nvPr/>
            </p:nvSpPr>
            <p:spPr>
              <a:xfrm>
                <a:off x="329063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5" name="ph4915"/>
              <p:cNvSpPr/>
              <p:nvPr/>
            </p:nvSpPr>
            <p:spPr>
              <a:xfrm>
                <a:off x="329989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6" name="ph4916"/>
              <p:cNvSpPr/>
              <p:nvPr/>
            </p:nvSpPr>
            <p:spPr>
              <a:xfrm>
                <a:off x="330915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7" name="ph4917"/>
              <p:cNvSpPr/>
              <p:nvPr/>
            </p:nvSpPr>
            <p:spPr>
              <a:xfrm>
                <a:off x="331841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8" name="ph4918"/>
              <p:cNvSpPr/>
              <p:nvPr/>
            </p:nvSpPr>
            <p:spPr>
              <a:xfrm>
                <a:off x="332767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9" name="ph4919"/>
              <p:cNvSpPr/>
              <p:nvPr/>
            </p:nvSpPr>
            <p:spPr>
              <a:xfrm>
                <a:off x="333694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0" name="ph4920"/>
              <p:cNvSpPr/>
              <p:nvPr/>
            </p:nvSpPr>
            <p:spPr>
              <a:xfrm>
                <a:off x="334620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1" name="ph4921"/>
              <p:cNvSpPr/>
              <p:nvPr/>
            </p:nvSpPr>
            <p:spPr>
              <a:xfrm>
                <a:off x="3355465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2" name="ph4922"/>
              <p:cNvSpPr/>
              <p:nvPr/>
            </p:nvSpPr>
            <p:spPr>
              <a:xfrm>
                <a:off x="3364728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3" name="ph4923"/>
              <p:cNvSpPr/>
              <p:nvPr/>
            </p:nvSpPr>
            <p:spPr>
              <a:xfrm>
                <a:off x="3373990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4" name="ph4924"/>
              <p:cNvSpPr/>
              <p:nvPr/>
            </p:nvSpPr>
            <p:spPr>
              <a:xfrm>
                <a:off x="3383252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5" name="ph4925"/>
              <p:cNvSpPr/>
              <p:nvPr/>
            </p:nvSpPr>
            <p:spPr>
              <a:xfrm>
                <a:off x="3392514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6" name="ph4926"/>
              <p:cNvSpPr/>
              <p:nvPr/>
            </p:nvSpPr>
            <p:spPr>
              <a:xfrm>
                <a:off x="3401777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7" name="ph4927"/>
              <p:cNvSpPr/>
              <p:nvPr/>
            </p:nvSpPr>
            <p:spPr>
              <a:xfrm>
                <a:off x="3411039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8" name="ph4928"/>
              <p:cNvSpPr/>
              <p:nvPr/>
            </p:nvSpPr>
            <p:spPr>
              <a:xfrm>
                <a:off x="3420301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9" name="ph4929"/>
              <p:cNvSpPr/>
              <p:nvPr/>
            </p:nvSpPr>
            <p:spPr>
              <a:xfrm>
                <a:off x="3429563" y="16539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0" name="ph4930"/>
              <p:cNvSpPr/>
              <p:nvPr/>
            </p:nvSpPr>
            <p:spPr>
              <a:xfrm>
                <a:off x="3438825" y="16711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885"/>
                    </a:lnTo>
                    <a:lnTo>
                      <a:pt x="923113" y="909507"/>
                    </a:lnTo>
                    <a:lnTo>
                      <a:pt x="918275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1" name="ph4931"/>
              <p:cNvSpPr/>
              <p:nvPr/>
            </p:nvSpPr>
            <p:spPr>
              <a:xfrm>
                <a:off x="3448088" y="1653917"/>
                <a:ext cx="923662" cy="926123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23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912"/>
                    </a:lnTo>
                    <a:lnTo>
                      <a:pt x="923069" y="915701"/>
                    </a:lnTo>
                    <a:lnTo>
                      <a:pt x="918533" y="921435"/>
                    </a:lnTo>
                    <a:lnTo>
                      <a:pt x="914400" y="926123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2" name="ph4932"/>
              <p:cNvSpPr/>
              <p:nvPr/>
            </p:nvSpPr>
            <p:spPr>
              <a:xfrm>
                <a:off x="3457350" y="1653917"/>
                <a:ext cx="914784" cy="914912"/>
              </a:xfrm>
              <a:custGeom>
                <a:avLst/>
                <a:gdLst/>
                <a:ahLst/>
                <a:cxnLst/>
                <a:rect l="0" t="0" r="0" b="0"/>
                <a:pathLst>
                  <a:path w="914784" h="914912">
                    <a:moveTo>
                      <a:pt x="914400" y="914400"/>
                    </a:moveTo>
                    <a:lnTo>
                      <a:pt x="914784" y="914400"/>
                    </a:lnTo>
                    <a:lnTo>
                      <a:pt x="914400" y="914912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3" name="ph4933"/>
              <p:cNvSpPr/>
              <p:nvPr/>
            </p:nvSpPr>
            <p:spPr>
              <a:xfrm>
                <a:off x="2151377" y="1636679"/>
                <a:ext cx="914400" cy="92222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220">
                    <a:moveTo>
                      <a:pt x="914400" y="914400"/>
                    </a:moveTo>
                    <a:lnTo>
                      <a:pt x="914400" y="922220"/>
                    </a:lnTo>
                    <a:lnTo>
                      <a:pt x="914141" y="914400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4" name="ph4934"/>
              <p:cNvSpPr/>
              <p:nvPr/>
            </p:nvSpPr>
            <p:spPr>
              <a:xfrm>
                <a:off x="21513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908" y="931638"/>
                    </a:lnTo>
                    <a:lnTo>
                      <a:pt x="914480" y="924664"/>
                    </a:lnTo>
                    <a:lnTo>
                      <a:pt x="914400" y="922220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5" name="ph4935"/>
              <p:cNvSpPr/>
              <p:nvPr/>
            </p:nvSpPr>
            <p:spPr>
              <a:xfrm>
                <a:off x="21606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6" name="ph4936"/>
              <p:cNvSpPr/>
              <p:nvPr/>
            </p:nvSpPr>
            <p:spPr>
              <a:xfrm>
                <a:off x="21699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7" name="ph4937"/>
              <p:cNvSpPr/>
              <p:nvPr/>
            </p:nvSpPr>
            <p:spPr>
              <a:xfrm>
                <a:off x="21791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8" name="ph4938"/>
              <p:cNvSpPr/>
              <p:nvPr/>
            </p:nvSpPr>
            <p:spPr>
              <a:xfrm>
                <a:off x="218842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9" name="ph4939"/>
              <p:cNvSpPr/>
              <p:nvPr/>
            </p:nvSpPr>
            <p:spPr>
              <a:xfrm>
                <a:off x="21976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0" name="ph4940"/>
              <p:cNvSpPr/>
              <p:nvPr/>
            </p:nvSpPr>
            <p:spPr>
              <a:xfrm>
                <a:off x="220695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1" name="ph4941"/>
              <p:cNvSpPr/>
              <p:nvPr/>
            </p:nvSpPr>
            <p:spPr>
              <a:xfrm>
                <a:off x="221621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2" name="ph4942"/>
              <p:cNvSpPr/>
              <p:nvPr/>
            </p:nvSpPr>
            <p:spPr>
              <a:xfrm>
                <a:off x="222547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3" name="ph4943"/>
              <p:cNvSpPr/>
              <p:nvPr/>
            </p:nvSpPr>
            <p:spPr>
              <a:xfrm>
                <a:off x="223473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4" name="ph4944"/>
              <p:cNvSpPr/>
              <p:nvPr/>
            </p:nvSpPr>
            <p:spPr>
              <a:xfrm>
                <a:off x="224399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5" name="ph4945"/>
              <p:cNvSpPr/>
              <p:nvPr/>
            </p:nvSpPr>
            <p:spPr>
              <a:xfrm>
                <a:off x="22532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6" name="ph4946"/>
              <p:cNvSpPr/>
              <p:nvPr/>
            </p:nvSpPr>
            <p:spPr>
              <a:xfrm>
                <a:off x="22625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7" name="ph4947"/>
              <p:cNvSpPr/>
              <p:nvPr/>
            </p:nvSpPr>
            <p:spPr>
              <a:xfrm>
                <a:off x="22717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8" name="ph4948"/>
              <p:cNvSpPr/>
              <p:nvPr/>
            </p:nvSpPr>
            <p:spPr>
              <a:xfrm>
                <a:off x="22810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9" name="ph4949"/>
              <p:cNvSpPr/>
              <p:nvPr/>
            </p:nvSpPr>
            <p:spPr>
              <a:xfrm>
                <a:off x="22903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0" name="ph4950"/>
              <p:cNvSpPr/>
              <p:nvPr/>
            </p:nvSpPr>
            <p:spPr>
              <a:xfrm>
                <a:off x="22995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1" name="ph4951"/>
              <p:cNvSpPr/>
              <p:nvPr/>
            </p:nvSpPr>
            <p:spPr>
              <a:xfrm>
                <a:off x="230883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2" name="ph4952"/>
              <p:cNvSpPr/>
              <p:nvPr/>
            </p:nvSpPr>
            <p:spPr>
              <a:xfrm>
                <a:off x="23180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3" name="ph4953"/>
              <p:cNvSpPr/>
              <p:nvPr/>
            </p:nvSpPr>
            <p:spPr>
              <a:xfrm>
                <a:off x="23273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4" name="ph4954"/>
              <p:cNvSpPr/>
              <p:nvPr/>
            </p:nvSpPr>
            <p:spPr>
              <a:xfrm>
                <a:off x="23366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5" name="ph4955"/>
              <p:cNvSpPr/>
              <p:nvPr/>
            </p:nvSpPr>
            <p:spPr>
              <a:xfrm>
                <a:off x="23458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6" name="ph4956"/>
              <p:cNvSpPr/>
              <p:nvPr/>
            </p:nvSpPr>
            <p:spPr>
              <a:xfrm>
                <a:off x="235514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7" name="ph4957"/>
              <p:cNvSpPr/>
              <p:nvPr/>
            </p:nvSpPr>
            <p:spPr>
              <a:xfrm>
                <a:off x="23644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8" name="ph4958"/>
              <p:cNvSpPr/>
              <p:nvPr/>
            </p:nvSpPr>
            <p:spPr>
              <a:xfrm>
                <a:off x="23736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9" name="ph4959"/>
              <p:cNvSpPr/>
              <p:nvPr/>
            </p:nvSpPr>
            <p:spPr>
              <a:xfrm>
                <a:off x="23829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0" name="ph4960"/>
              <p:cNvSpPr/>
              <p:nvPr/>
            </p:nvSpPr>
            <p:spPr>
              <a:xfrm>
                <a:off x="239219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1" name="ph4961"/>
              <p:cNvSpPr/>
              <p:nvPr/>
            </p:nvSpPr>
            <p:spPr>
              <a:xfrm>
                <a:off x="24014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2" name="ph4962"/>
              <p:cNvSpPr/>
              <p:nvPr/>
            </p:nvSpPr>
            <p:spPr>
              <a:xfrm>
                <a:off x="24107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3" name="ph4963"/>
              <p:cNvSpPr/>
              <p:nvPr/>
            </p:nvSpPr>
            <p:spPr>
              <a:xfrm>
                <a:off x="24199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4" name="ph4964"/>
              <p:cNvSpPr/>
              <p:nvPr/>
            </p:nvSpPr>
            <p:spPr>
              <a:xfrm>
                <a:off x="2438506" y="16539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34" y="897161"/>
                    </a:lnTo>
                    <a:lnTo>
                      <a:pt x="910725" y="900376"/>
                    </a:lnTo>
                    <a:lnTo>
                      <a:pt x="914157" y="909224"/>
                    </a:lnTo>
                    <a:lnTo>
                      <a:pt x="914400" y="909923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5" name="ph4965"/>
              <p:cNvSpPr/>
              <p:nvPr/>
            </p:nvSpPr>
            <p:spPr>
              <a:xfrm>
                <a:off x="2438506" y="1653917"/>
                <a:ext cx="9159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0" h="914400">
                    <a:moveTo>
                      <a:pt x="914400" y="914400"/>
                    </a:moveTo>
                    <a:lnTo>
                      <a:pt x="914400" y="909923"/>
                    </a:lnTo>
                    <a:lnTo>
                      <a:pt x="915950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6" name="ph4966"/>
              <p:cNvSpPr/>
              <p:nvPr/>
            </p:nvSpPr>
            <p:spPr>
              <a:xfrm>
                <a:off x="3086861" y="1636679"/>
                <a:ext cx="914400" cy="9208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841">
                    <a:moveTo>
                      <a:pt x="914400" y="914400"/>
                    </a:moveTo>
                    <a:lnTo>
                      <a:pt x="914400" y="920841"/>
                    </a:lnTo>
                    <a:lnTo>
                      <a:pt x="912368" y="914400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7" name="ph4967"/>
              <p:cNvSpPr/>
              <p:nvPr/>
            </p:nvSpPr>
            <p:spPr>
              <a:xfrm>
                <a:off x="308686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115" y="931638"/>
                    </a:lnTo>
                    <a:lnTo>
                      <a:pt x="915297" y="923686"/>
                    </a:lnTo>
                    <a:lnTo>
                      <a:pt x="914400" y="920841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8" name="ph4968"/>
              <p:cNvSpPr/>
              <p:nvPr/>
            </p:nvSpPr>
            <p:spPr>
              <a:xfrm>
                <a:off x="309612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9" name="ph4969"/>
              <p:cNvSpPr/>
              <p:nvPr/>
            </p:nvSpPr>
            <p:spPr>
              <a:xfrm>
                <a:off x="3105386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0" name="ph4970"/>
              <p:cNvSpPr/>
              <p:nvPr/>
            </p:nvSpPr>
            <p:spPr>
              <a:xfrm>
                <a:off x="311464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1" name="ph4971"/>
              <p:cNvSpPr/>
              <p:nvPr/>
            </p:nvSpPr>
            <p:spPr>
              <a:xfrm>
                <a:off x="312391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2" name="ph4972"/>
              <p:cNvSpPr/>
              <p:nvPr/>
            </p:nvSpPr>
            <p:spPr>
              <a:xfrm>
                <a:off x="313317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3" name="ph4973"/>
              <p:cNvSpPr/>
              <p:nvPr/>
            </p:nvSpPr>
            <p:spPr>
              <a:xfrm>
                <a:off x="314243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4" name="ph4974"/>
              <p:cNvSpPr/>
              <p:nvPr/>
            </p:nvSpPr>
            <p:spPr>
              <a:xfrm>
                <a:off x="315169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5" name="ph4975"/>
              <p:cNvSpPr/>
              <p:nvPr/>
            </p:nvSpPr>
            <p:spPr>
              <a:xfrm>
                <a:off x="316095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6" name="ph4976"/>
              <p:cNvSpPr/>
              <p:nvPr/>
            </p:nvSpPr>
            <p:spPr>
              <a:xfrm>
                <a:off x="317022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7" name="ph4977"/>
              <p:cNvSpPr/>
              <p:nvPr/>
            </p:nvSpPr>
            <p:spPr>
              <a:xfrm>
                <a:off x="317948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8" name="ph4978"/>
              <p:cNvSpPr/>
              <p:nvPr/>
            </p:nvSpPr>
            <p:spPr>
              <a:xfrm>
                <a:off x="318874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9" name="ph4979"/>
              <p:cNvSpPr/>
              <p:nvPr/>
            </p:nvSpPr>
            <p:spPr>
              <a:xfrm>
                <a:off x="319800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0" name="ph4980"/>
              <p:cNvSpPr/>
              <p:nvPr/>
            </p:nvSpPr>
            <p:spPr>
              <a:xfrm>
                <a:off x="320727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1" name="ph4981"/>
              <p:cNvSpPr/>
              <p:nvPr/>
            </p:nvSpPr>
            <p:spPr>
              <a:xfrm>
                <a:off x="321653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2" name="ph4982"/>
              <p:cNvSpPr/>
              <p:nvPr/>
            </p:nvSpPr>
            <p:spPr>
              <a:xfrm>
                <a:off x="322579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3" name="ph4983"/>
              <p:cNvSpPr/>
              <p:nvPr/>
            </p:nvSpPr>
            <p:spPr>
              <a:xfrm>
                <a:off x="323505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4" name="ph4984"/>
              <p:cNvSpPr/>
              <p:nvPr/>
            </p:nvSpPr>
            <p:spPr>
              <a:xfrm>
                <a:off x="324431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5" name="ph4985"/>
              <p:cNvSpPr/>
              <p:nvPr/>
            </p:nvSpPr>
            <p:spPr>
              <a:xfrm>
                <a:off x="325358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6" name="ph4986"/>
              <p:cNvSpPr/>
              <p:nvPr/>
            </p:nvSpPr>
            <p:spPr>
              <a:xfrm>
                <a:off x="326284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7" name="ph4987"/>
              <p:cNvSpPr/>
              <p:nvPr/>
            </p:nvSpPr>
            <p:spPr>
              <a:xfrm>
                <a:off x="327210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8" name="ph4988"/>
              <p:cNvSpPr/>
              <p:nvPr/>
            </p:nvSpPr>
            <p:spPr>
              <a:xfrm>
                <a:off x="328136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9" name="ph4989"/>
              <p:cNvSpPr/>
              <p:nvPr/>
            </p:nvSpPr>
            <p:spPr>
              <a:xfrm>
                <a:off x="329063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0" name="ph4990"/>
              <p:cNvSpPr/>
              <p:nvPr/>
            </p:nvSpPr>
            <p:spPr>
              <a:xfrm>
                <a:off x="329989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1" name="ph4991"/>
              <p:cNvSpPr/>
              <p:nvPr/>
            </p:nvSpPr>
            <p:spPr>
              <a:xfrm>
                <a:off x="330915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2" name="ph4992"/>
              <p:cNvSpPr/>
              <p:nvPr/>
            </p:nvSpPr>
            <p:spPr>
              <a:xfrm>
                <a:off x="331841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3" name="ph4993"/>
              <p:cNvSpPr/>
              <p:nvPr/>
            </p:nvSpPr>
            <p:spPr>
              <a:xfrm>
                <a:off x="332767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4" name="ph4994"/>
              <p:cNvSpPr/>
              <p:nvPr/>
            </p:nvSpPr>
            <p:spPr>
              <a:xfrm>
                <a:off x="333694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5" name="ph4995"/>
              <p:cNvSpPr/>
              <p:nvPr/>
            </p:nvSpPr>
            <p:spPr>
              <a:xfrm>
                <a:off x="334620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6" name="ph4996"/>
              <p:cNvSpPr/>
              <p:nvPr/>
            </p:nvSpPr>
            <p:spPr>
              <a:xfrm>
                <a:off x="335546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7" name="ph4997"/>
              <p:cNvSpPr/>
              <p:nvPr/>
            </p:nvSpPr>
            <p:spPr>
              <a:xfrm>
                <a:off x="336472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8" name="ph4998"/>
              <p:cNvSpPr/>
              <p:nvPr/>
            </p:nvSpPr>
            <p:spPr>
              <a:xfrm>
                <a:off x="3373990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9" name="ph4999"/>
              <p:cNvSpPr/>
              <p:nvPr/>
            </p:nvSpPr>
            <p:spPr>
              <a:xfrm>
                <a:off x="3383252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0" name="ph5000"/>
              <p:cNvSpPr/>
              <p:nvPr/>
            </p:nvSpPr>
            <p:spPr>
              <a:xfrm>
                <a:off x="3392514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1" name="ph5001"/>
              <p:cNvSpPr/>
              <p:nvPr/>
            </p:nvSpPr>
            <p:spPr>
              <a:xfrm>
                <a:off x="3401777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2" name="ph5002"/>
              <p:cNvSpPr/>
              <p:nvPr/>
            </p:nvSpPr>
            <p:spPr>
              <a:xfrm>
                <a:off x="3411039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3" name="ph5003"/>
              <p:cNvSpPr/>
              <p:nvPr/>
            </p:nvSpPr>
            <p:spPr>
              <a:xfrm>
                <a:off x="3420301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4" name="ph5004"/>
              <p:cNvSpPr/>
              <p:nvPr/>
            </p:nvSpPr>
            <p:spPr>
              <a:xfrm>
                <a:off x="3429563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5" name="ph5005"/>
              <p:cNvSpPr/>
              <p:nvPr/>
            </p:nvSpPr>
            <p:spPr>
              <a:xfrm>
                <a:off x="3438825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6" name="ph5006"/>
              <p:cNvSpPr/>
              <p:nvPr/>
            </p:nvSpPr>
            <p:spPr>
              <a:xfrm>
                <a:off x="3448088" y="16366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7" name="ph5007"/>
              <p:cNvSpPr/>
              <p:nvPr/>
            </p:nvSpPr>
            <p:spPr>
              <a:xfrm>
                <a:off x="3457350" y="16539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511"/>
                    </a:lnTo>
                    <a:lnTo>
                      <a:pt x="923046" y="907822"/>
                    </a:lnTo>
                    <a:lnTo>
                      <a:pt x="921821" y="908440"/>
                    </a:lnTo>
                    <a:lnTo>
                      <a:pt x="920596" y="909059"/>
                    </a:lnTo>
                    <a:lnTo>
                      <a:pt x="919371" y="909677"/>
                    </a:lnTo>
                    <a:lnTo>
                      <a:pt x="918147" y="910296"/>
                    </a:lnTo>
                    <a:lnTo>
                      <a:pt x="917693" y="910525"/>
                    </a:lnTo>
                    <a:lnTo>
                      <a:pt x="917551" y="910714"/>
                    </a:lnTo>
                    <a:lnTo>
                      <a:pt x="916305" y="912373"/>
                    </a:lnTo>
                    <a:lnTo>
                      <a:pt x="915060" y="914032"/>
                    </a:lnTo>
                    <a:lnTo>
                      <a:pt x="914784" y="914400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8" name="ph5008"/>
              <p:cNvSpPr/>
              <p:nvPr/>
            </p:nvSpPr>
            <p:spPr>
              <a:xfrm>
                <a:off x="3466612" y="1636679"/>
                <a:ext cx="923662" cy="92474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74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7" y="920117"/>
                    </a:lnTo>
                    <a:lnTo>
                      <a:pt x="922361" y="920734"/>
                    </a:lnTo>
                    <a:lnTo>
                      <a:pt x="921135" y="921352"/>
                    </a:lnTo>
                    <a:lnTo>
                      <a:pt x="919910" y="921970"/>
                    </a:lnTo>
                    <a:lnTo>
                      <a:pt x="918684" y="922587"/>
                    </a:lnTo>
                    <a:lnTo>
                      <a:pt x="917459" y="923205"/>
                    </a:lnTo>
                    <a:lnTo>
                      <a:pt x="916234" y="923823"/>
                    </a:lnTo>
                    <a:lnTo>
                      <a:pt x="915008" y="924442"/>
                    </a:lnTo>
                    <a:lnTo>
                      <a:pt x="914400" y="92474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9" name="ph5009"/>
              <p:cNvSpPr/>
              <p:nvPr/>
            </p:nvSpPr>
            <p:spPr>
              <a:xfrm>
                <a:off x="3475874" y="1636679"/>
                <a:ext cx="923662" cy="9200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0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186"/>
                    </a:lnTo>
                    <a:lnTo>
                      <a:pt x="919234" y="917646"/>
                    </a:lnTo>
                    <a:lnTo>
                      <a:pt x="918003" y="918265"/>
                    </a:lnTo>
                    <a:lnTo>
                      <a:pt x="916777" y="918882"/>
                    </a:lnTo>
                    <a:lnTo>
                      <a:pt x="915551" y="919499"/>
                    </a:lnTo>
                    <a:lnTo>
                      <a:pt x="914400" y="92007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0" name="ph5010"/>
              <p:cNvSpPr/>
              <p:nvPr/>
            </p:nvSpPr>
            <p:spPr>
              <a:xfrm>
                <a:off x="3485137" y="1636679"/>
                <a:ext cx="915767" cy="915186"/>
              </a:xfrm>
              <a:custGeom>
                <a:avLst/>
                <a:gdLst/>
                <a:ahLst/>
                <a:cxnLst/>
                <a:rect l="0" t="0" r="0" b="0"/>
                <a:pathLst>
                  <a:path w="915767" h="915186">
                    <a:moveTo>
                      <a:pt x="914400" y="914400"/>
                    </a:moveTo>
                    <a:lnTo>
                      <a:pt x="915767" y="914400"/>
                    </a:lnTo>
                    <a:lnTo>
                      <a:pt x="915514" y="914567"/>
                    </a:lnTo>
                    <a:lnTo>
                      <a:pt x="914400" y="915186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1" name="ph5011"/>
              <p:cNvSpPr/>
              <p:nvPr/>
            </p:nvSpPr>
            <p:spPr>
              <a:xfrm>
                <a:off x="2151377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4141" y="931638"/>
                    </a:lnTo>
                    <a:lnTo>
                      <a:pt x="914124" y="931117"/>
                    </a:lnTo>
                    <a:lnTo>
                      <a:pt x="914070" y="920312"/>
                    </a:lnTo>
                    <a:lnTo>
                      <a:pt x="914207" y="914400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2" name="ph5012"/>
              <p:cNvSpPr/>
              <p:nvPr/>
            </p:nvSpPr>
            <p:spPr>
              <a:xfrm>
                <a:off x="21513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3" name="ph5013"/>
              <p:cNvSpPr/>
              <p:nvPr/>
            </p:nvSpPr>
            <p:spPr>
              <a:xfrm>
                <a:off x="21606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4" name="ph5014"/>
              <p:cNvSpPr/>
              <p:nvPr/>
            </p:nvSpPr>
            <p:spPr>
              <a:xfrm>
                <a:off x="21699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5" name="ph5015"/>
              <p:cNvSpPr/>
              <p:nvPr/>
            </p:nvSpPr>
            <p:spPr>
              <a:xfrm>
                <a:off x="21791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6" name="ph5016"/>
              <p:cNvSpPr/>
              <p:nvPr/>
            </p:nvSpPr>
            <p:spPr>
              <a:xfrm>
                <a:off x="218842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7" name="ph5017"/>
              <p:cNvSpPr/>
              <p:nvPr/>
            </p:nvSpPr>
            <p:spPr>
              <a:xfrm>
                <a:off x="21976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8" name="ph5018"/>
              <p:cNvSpPr/>
              <p:nvPr/>
            </p:nvSpPr>
            <p:spPr>
              <a:xfrm>
                <a:off x="22069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9" name="ph5019"/>
              <p:cNvSpPr/>
              <p:nvPr/>
            </p:nvSpPr>
            <p:spPr>
              <a:xfrm>
                <a:off x="22162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0" name="ph5020"/>
              <p:cNvSpPr/>
              <p:nvPr/>
            </p:nvSpPr>
            <p:spPr>
              <a:xfrm>
                <a:off x="222547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1" name="ph5021"/>
              <p:cNvSpPr/>
              <p:nvPr/>
            </p:nvSpPr>
            <p:spPr>
              <a:xfrm>
                <a:off x="223473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2" name="ph5022"/>
              <p:cNvSpPr/>
              <p:nvPr/>
            </p:nvSpPr>
            <p:spPr>
              <a:xfrm>
                <a:off x="224399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3" name="ph5023"/>
              <p:cNvSpPr/>
              <p:nvPr/>
            </p:nvSpPr>
            <p:spPr>
              <a:xfrm>
                <a:off x="22532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4" name="ph5024"/>
              <p:cNvSpPr/>
              <p:nvPr/>
            </p:nvSpPr>
            <p:spPr>
              <a:xfrm>
                <a:off x="22625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5" name="ph5025"/>
              <p:cNvSpPr/>
              <p:nvPr/>
            </p:nvSpPr>
            <p:spPr>
              <a:xfrm>
                <a:off x="22717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6" name="ph5026"/>
              <p:cNvSpPr/>
              <p:nvPr/>
            </p:nvSpPr>
            <p:spPr>
              <a:xfrm>
                <a:off x="22810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7" name="ph5027"/>
              <p:cNvSpPr/>
              <p:nvPr/>
            </p:nvSpPr>
            <p:spPr>
              <a:xfrm>
                <a:off x="22903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8" name="ph5028"/>
              <p:cNvSpPr/>
              <p:nvPr/>
            </p:nvSpPr>
            <p:spPr>
              <a:xfrm>
                <a:off x="22995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9" name="ph5029"/>
              <p:cNvSpPr/>
              <p:nvPr/>
            </p:nvSpPr>
            <p:spPr>
              <a:xfrm>
                <a:off x="230883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0" name="ph5030"/>
              <p:cNvSpPr/>
              <p:nvPr/>
            </p:nvSpPr>
            <p:spPr>
              <a:xfrm>
                <a:off x="23180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1" name="ph5031"/>
              <p:cNvSpPr/>
              <p:nvPr/>
            </p:nvSpPr>
            <p:spPr>
              <a:xfrm>
                <a:off x="23273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2" name="ph5032"/>
              <p:cNvSpPr/>
              <p:nvPr/>
            </p:nvSpPr>
            <p:spPr>
              <a:xfrm>
                <a:off x="23366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3" name="ph5033"/>
              <p:cNvSpPr/>
              <p:nvPr/>
            </p:nvSpPr>
            <p:spPr>
              <a:xfrm>
                <a:off x="23458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4" name="ph5034"/>
              <p:cNvSpPr/>
              <p:nvPr/>
            </p:nvSpPr>
            <p:spPr>
              <a:xfrm>
                <a:off x="235514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5" name="ph5035"/>
              <p:cNvSpPr/>
              <p:nvPr/>
            </p:nvSpPr>
            <p:spPr>
              <a:xfrm>
                <a:off x="23644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6" name="ph5036"/>
              <p:cNvSpPr/>
              <p:nvPr/>
            </p:nvSpPr>
            <p:spPr>
              <a:xfrm>
                <a:off x="23736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7" name="ph5037"/>
              <p:cNvSpPr/>
              <p:nvPr/>
            </p:nvSpPr>
            <p:spPr>
              <a:xfrm>
                <a:off x="23829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8" name="ph5038"/>
              <p:cNvSpPr/>
              <p:nvPr/>
            </p:nvSpPr>
            <p:spPr>
              <a:xfrm>
                <a:off x="239219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9" name="ph5039"/>
              <p:cNvSpPr/>
              <p:nvPr/>
            </p:nvSpPr>
            <p:spPr>
              <a:xfrm>
                <a:off x="24014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0" name="ph5040"/>
              <p:cNvSpPr/>
              <p:nvPr/>
            </p:nvSpPr>
            <p:spPr>
              <a:xfrm>
                <a:off x="24107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1" name="ph5041"/>
              <p:cNvSpPr/>
              <p:nvPr/>
            </p:nvSpPr>
            <p:spPr>
              <a:xfrm>
                <a:off x="2429243" y="16366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347" y="897161"/>
                    </a:lnTo>
                    <a:lnTo>
                      <a:pt x="912396" y="900989"/>
                    </a:lnTo>
                    <a:lnTo>
                      <a:pt x="914400" y="90514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2" name="ph5042"/>
              <p:cNvSpPr/>
              <p:nvPr/>
            </p:nvSpPr>
            <p:spPr>
              <a:xfrm>
                <a:off x="2429243" y="1636679"/>
                <a:ext cx="918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97" h="914400">
                    <a:moveTo>
                      <a:pt x="914400" y="914400"/>
                    </a:moveTo>
                    <a:lnTo>
                      <a:pt x="914400" y="905149"/>
                    </a:lnTo>
                    <a:lnTo>
                      <a:pt x="916310" y="909115"/>
                    </a:lnTo>
                    <a:lnTo>
                      <a:pt x="918597" y="914400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3" name="ph5043"/>
              <p:cNvSpPr/>
              <p:nvPr/>
            </p:nvSpPr>
            <p:spPr>
              <a:xfrm>
                <a:off x="3086861" y="161944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68" y="931638"/>
                    </a:lnTo>
                    <a:lnTo>
                      <a:pt x="909718" y="922148"/>
                    </a:lnTo>
                    <a:lnTo>
                      <a:pt x="907823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4" name="ph5044"/>
              <p:cNvSpPr/>
              <p:nvPr/>
            </p:nvSpPr>
            <p:spPr>
              <a:xfrm>
                <a:off x="308686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5" name="ph5045"/>
              <p:cNvSpPr/>
              <p:nvPr/>
            </p:nvSpPr>
            <p:spPr>
              <a:xfrm>
                <a:off x="309612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6" name="ph5046"/>
              <p:cNvSpPr/>
              <p:nvPr/>
            </p:nvSpPr>
            <p:spPr>
              <a:xfrm>
                <a:off x="3105386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7" name="ph5047"/>
              <p:cNvSpPr/>
              <p:nvPr/>
            </p:nvSpPr>
            <p:spPr>
              <a:xfrm>
                <a:off x="311464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8" name="ph5048"/>
              <p:cNvSpPr/>
              <p:nvPr/>
            </p:nvSpPr>
            <p:spPr>
              <a:xfrm>
                <a:off x="312391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9" name="ph5049"/>
              <p:cNvSpPr/>
              <p:nvPr/>
            </p:nvSpPr>
            <p:spPr>
              <a:xfrm>
                <a:off x="313317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0" name="ph5050"/>
              <p:cNvSpPr/>
              <p:nvPr/>
            </p:nvSpPr>
            <p:spPr>
              <a:xfrm>
                <a:off x="314243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1" name="ph5051"/>
              <p:cNvSpPr/>
              <p:nvPr/>
            </p:nvSpPr>
            <p:spPr>
              <a:xfrm>
                <a:off x="315169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2" name="ph5052"/>
              <p:cNvSpPr/>
              <p:nvPr/>
            </p:nvSpPr>
            <p:spPr>
              <a:xfrm>
                <a:off x="316095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3" name="ph5053"/>
              <p:cNvSpPr/>
              <p:nvPr/>
            </p:nvSpPr>
            <p:spPr>
              <a:xfrm>
                <a:off x="317022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4" name="ph5054"/>
              <p:cNvSpPr/>
              <p:nvPr/>
            </p:nvSpPr>
            <p:spPr>
              <a:xfrm>
                <a:off x="317948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5" name="ph5055"/>
              <p:cNvSpPr/>
              <p:nvPr/>
            </p:nvSpPr>
            <p:spPr>
              <a:xfrm>
                <a:off x="318874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6" name="ph5056"/>
              <p:cNvSpPr/>
              <p:nvPr/>
            </p:nvSpPr>
            <p:spPr>
              <a:xfrm>
                <a:off x="319800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7" name="ph5057"/>
              <p:cNvSpPr/>
              <p:nvPr/>
            </p:nvSpPr>
            <p:spPr>
              <a:xfrm>
                <a:off x="320727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8" name="ph5058"/>
              <p:cNvSpPr/>
              <p:nvPr/>
            </p:nvSpPr>
            <p:spPr>
              <a:xfrm>
                <a:off x="321653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9" name="ph5059"/>
              <p:cNvSpPr/>
              <p:nvPr/>
            </p:nvSpPr>
            <p:spPr>
              <a:xfrm>
                <a:off x="322579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0" name="ph5060"/>
              <p:cNvSpPr/>
              <p:nvPr/>
            </p:nvSpPr>
            <p:spPr>
              <a:xfrm>
                <a:off x="323505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1" name="ph5061"/>
              <p:cNvSpPr/>
              <p:nvPr/>
            </p:nvSpPr>
            <p:spPr>
              <a:xfrm>
                <a:off x="324431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2" name="ph5062"/>
              <p:cNvSpPr/>
              <p:nvPr/>
            </p:nvSpPr>
            <p:spPr>
              <a:xfrm>
                <a:off x="325358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3" name="ph5063"/>
              <p:cNvSpPr/>
              <p:nvPr/>
            </p:nvSpPr>
            <p:spPr>
              <a:xfrm>
                <a:off x="326284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4" name="ph5064"/>
              <p:cNvSpPr/>
              <p:nvPr/>
            </p:nvSpPr>
            <p:spPr>
              <a:xfrm>
                <a:off x="327210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5" name="ph5065"/>
              <p:cNvSpPr/>
              <p:nvPr/>
            </p:nvSpPr>
            <p:spPr>
              <a:xfrm>
                <a:off x="328136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6" name="ph5066"/>
              <p:cNvSpPr/>
              <p:nvPr/>
            </p:nvSpPr>
            <p:spPr>
              <a:xfrm>
                <a:off x="329063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7" name="ph5067"/>
              <p:cNvSpPr/>
              <p:nvPr/>
            </p:nvSpPr>
            <p:spPr>
              <a:xfrm>
                <a:off x="329989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8" name="ph5068"/>
              <p:cNvSpPr/>
              <p:nvPr/>
            </p:nvSpPr>
            <p:spPr>
              <a:xfrm>
                <a:off x="330915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9" name="ph5069"/>
              <p:cNvSpPr/>
              <p:nvPr/>
            </p:nvSpPr>
            <p:spPr>
              <a:xfrm>
                <a:off x="331841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0" name="ph5070"/>
              <p:cNvSpPr/>
              <p:nvPr/>
            </p:nvSpPr>
            <p:spPr>
              <a:xfrm>
                <a:off x="332767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1" name="ph5071"/>
              <p:cNvSpPr/>
              <p:nvPr/>
            </p:nvSpPr>
            <p:spPr>
              <a:xfrm>
                <a:off x="333694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2" name="ph5072"/>
              <p:cNvSpPr/>
              <p:nvPr/>
            </p:nvSpPr>
            <p:spPr>
              <a:xfrm>
                <a:off x="334620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3" name="ph5073"/>
              <p:cNvSpPr/>
              <p:nvPr/>
            </p:nvSpPr>
            <p:spPr>
              <a:xfrm>
                <a:off x="335546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4" name="ph5074"/>
              <p:cNvSpPr/>
              <p:nvPr/>
            </p:nvSpPr>
            <p:spPr>
              <a:xfrm>
                <a:off x="336472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5" name="ph5075"/>
              <p:cNvSpPr/>
              <p:nvPr/>
            </p:nvSpPr>
            <p:spPr>
              <a:xfrm>
                <a:off x="337399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6" name="ph5076"/>
              <p:cNvSpPr/>
              <p:nvPr/>
            </p:nvSpPr>
            <p:spPr>
              <a:xfrm>
                <a:off x="338325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7" name="ph5077"/>
              <p:cNvSpPr/>
              <p:nvPr/>
            </p:nvSpPr>
            <p:spPr>
              <a:xfrm>
                <a:off x="339251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8" name="ph5078"/>
              <p:cNvSpPr/>
              <p:nvPr/>
            </p:nvSpPr>
            <p:spPr>
              <a:xfrm>
                <a:off x="3401777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9" name="ph5079"/>
              <p:cNvSpPr/>
              <p:nvPr/>
            </p:nvSpPr>
            <p:spPr>
              <a:xfrm>
                <a:off x="3411039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0" name="ph5080"/>
              <p:cNvSpPr/>
              <p:nvPr/>
            </p:nvSpPr>
            <p:spPr>
              <a:xfrm>
                <a:off x="3420301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1" name="ph5081"/>
              <p:cNvSpPr/>
              <p:nvPr/>
            </p:nvSpPr>
            <p:spPr>
              <a:xfrm>
                <a:off x="3429563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2" name="ph5082"/>
              <p:cNvSpPr/>
              <p:nvPr/>
            </p:nvSpPr>
            <p:spPr>
              <a:xfrm>
                <a:off x="3438825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3" name="ph5083"/>
              <p:cNvSpPr/>
              <p:nvPr/>
            </p:nvSpPr>
            <p:spPr>
              <a:xfrm>
                <a:off x="3448088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4" name="ph5084"/>
              <p:cNvSpPr/>
              <p:nvPr/>
            </p:nvSpPr>
            <p:spPr>
              <a:xfrm>
                <a:off x="3457350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5" name="ph5085"/>
              <p:cNvSpPr/>
              <p:nvPr/>
            </p:nvSpPr>
            <p:spPr>
              <a:xfrm>
                <a:off x="3466612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6" name="ph5086"/>
              <p:cNvSpPr/>
              <p:nvPr/>
            </p:nvSpPr>
            <p:spPr>
              <a:xfrm>
                <a:off x="3475874" y="161944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7" name="ph5087"/>
              <p:cNvSpPr/>
              <p:nvPr/>
            </p:nvSpPr>
            <p:spPr>
              <a:xfrm>
                <a:off x="3485137" y="1636679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0067"/>
                    </a:lnTo>
                    <a:lnTo>
                      <a:pt x="922143" y="910442"/>
                    </a:lnTo>
                    <a:lnTo>
                      <a:pt x="921508" y="910534"/>
                    </a:lnTo>
                    <a:lnTo>
                      <a:pt x="920962" y="910957"/>
                    </a:lnTo>
                    <a:lnTo>
                      <a:pt x="915767" y="914400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8" name="ph5088"/>
              <p:cNvSpPr/>
              <p:nvPr/>
            </p:nvSpPr>
            <p:spPr>
              <a:xfrm>
                <a:off x="3494399" y="1619441"/>
                <a:ext cx="923662" cy="92730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30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4520"/>
                    </a:lnTo>
                    <a:lnTo>
                      <a:pt x="918791" y="926221"/>
                    </a:lnTo>
                    <a:lnTo>
                      <a:pt x="914400" y="927305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9" name="ph5089"/>
              <p:cNvSpPr/>
              <p:nvPr/>
            </p:nvSpPr>
            <p:spPr>
              <a:xfrm>
                <a:off x="3503661" y="1619441"/>
                <a:ext cx="923662" cy="9245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45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154"/>
                    </a:lnTo>
                    <a:lnTo>
                      <a:pt x="921179" y="921547"/>
                    </a:lnTo>
                    <a:lnTo>
                      <a:pt x="915387" y="924175"/>
                    </a:lnTo>
                    <a:lnTo>
                      <a:pt x="914400" y="924520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0" name="ph5090"/>
              <p:cNvSpPr/>
              <p:nvPr/>
            </p:nvSpPr>
            <p:spPr>
              <a:xfrm>
                <a:off x="3512923" y="1619441"/>
                <a:ext cx="923662" cy="92015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015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4628"/>
                    </a:lnTo>
                    <a:lnTo>
                      <a:pt x="922645" y="915254"/>
                    </a:lnTo>
                    <a:lnTo>
                      <a:pt x="920973" y="916283"/>
                    </a:lnTo>
                    <a:lnTo>
                      <a:pt x="919301" y="917312"/>
                    </a:lnTo>
                    <a:lnTo>
                      <a:pt x="917624" y="918345"/>
                    </a:lnTo>
                    <a:lnTo>
                      <a:pt x="914400" y="920154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1" name="ph5091"/>
              <p:cNvSpPr/>
              <p:nvPr/>
            </p:nvSpPr>
            <p:spPr>
              <a:xfrm>
                <a:off x="3522185" y="1619441"/>
                <a:ext cx="914771" cy="914628"/>
              </a:xfrm>
              <a:custGeom>
                <a:avLst/>
                <a:gdLst/>
                <a:ahLst/>
                <a:cxnLst/>
                <a:rect l="0" t="0" r="0" b="0"/>
                <a:pathLst>
                  <a:path w="914771" h="914628">
                    <a:moveTo>
                      <a:pt x="914400" y="914400"/>
                    </a:moveTo>
                    <a:lnTo>
                      <a:pt x="914771" y="914400"/>
                    </a:lnTo>
                    <a:lnTo>
                      <a:pt x="914400" y="91462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2" name="ph5092"/>
              <p:cNvSpPr/>
              <p:nvPr/>
            </p:nvSpPr>
            <p:spPr>
              <a:xfrm>
                <a:off x="2151377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7" y="914400"/>
                    </a:lnTo>
                    <a:lnTo>
                      <a:pt x="914319" y="909517"/>
                    </a:lnTo>
                    <a:lnTo>
                      <a:pt x="914341" y="908925"/>
                    </a:lnTo>
                    <a:lnTo>
                      <a:pt x="914364" y="908332"/>
                    </a:lnTo>
                    <a:lnTo>
                      <a:pt x="914386" y="907739"/>
                    </a:lnTo>
                    <a:lnTo>
                      <a:pt x="914400" y="907366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3" name="ph5093"/>
              <p:cNvSpPr/>
              <p:nvPr/>
            </p:nvSpPr>
            <p:spPr>
              <a:xfrm>
                <a:off x="2160639" y="16022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04"/>
                    </a:lnTo>
                    <a:lnTo>
                      <a:pt x="905145" y="924384"/>
                    </a:lnTo>
                    <a:lnTo>
                      <a:pt x="905168" y="923791"/>
                    </a:lnTo>
                    <a:lnTo>
                      <a:pt x="905190" y="923197"/>
                    </a:lnTo>
                    <a:lnTo>
                      <a:pt x="905212" y="922604"/>
                    </a:lnTo>
                    <a:lnTo>
                      <a:pt x="905234" y="922011"/>
                    </a:lnTo>
                    <a:lnTo>
                      <a:pt x="905256" y="921418"/>
                    </a:lnTo>
                    <a:lnTo>
                      <a:pt x="905278" y="920825"/>
                    </a:lnTo>
                    <a:lnTo>
                      <a:pt x="905300" y="920231"/>
                    </a:lnTo>
                    <a:lnTo>
                      <a:pt x="905322" y="919638"/>
                    </a:lnTo>
                    <a:lnTo>
                      <a:pt x="905344" y="919045"/>
                    </a:lnTo>
                    <a:lnTo>
                      <a:pt x="905366" y="918452"/>
                    </a:lnTo>
                    <a:lnTo>
                      <a:pt x="905388" y="917858"/>
                    </a:lnTo>
                    <a:lnTo>
                      <a:pt x="905411" y="917265"/>
                    </a:lnTo>
                    <a:lnTo>
                      <a:pt x="905433" y="916672"/>
                    </a:lnTo>
                    <a:lnTo>
                      <a:pt x="905455" y="916079"/>
                    </a:lnTo>
                    <a:lnTo>
                      <a:pt x="905477" y="915486"/>
                    </a:lnTo>
                    <a:lnTo>
                      <a:pt x="905499" y="914892"/>
                    </a:lnTo>
                    <a:lnTo>
                      <a:pt x="905517" y="91439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4" name="ph5094"/>
              <p:cNvSpPr/>
              <p:nvPr/>
            </p:nvSpPr>
            <p:spPr>
              <a:xfrm>
                <a:off x="21606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5" name="ph5095"/>
              <p:cNvSpPr/>
              <p:nvPr/>
            </p:nvSpPr>
            <p:spPr>
              <a:xfrm>
                <a:off x="21699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6" name="ph5096"/>
              <p:cNvSpPr/>
              <p:nvPr/>
            </p:nvSpPr>
            <p:spPr>
              <a:xfrm>
                <a:off x="21791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7" name="ph5097"/>
              <p:cNvSpPr/>
              <p:nvPr/>
            </p:nvSpPr>
            <p:spPr>
              <a:xfrm>
                <a:off x="218842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8" name="ph5098"/>
              <p:cNvSpPr/>
              <p:nvPr/>
            </p:nvSpPr>
            <p:spPr>
              <a:xfrm>
                <a:off x="21976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9" name="ph5099"/>
              <p:cNvSpPr/>
              <p:nvPr/>
            </p:nvSpPr>
            <p:spPr>
              <a:xfrm>
                <a:off x="22069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0" name="ph5100"/>
              <p:cNvSpPr/>
              <p:nvPr/>
            </p:nvSpPr>
            <p:spPr>
              <a:xfrm>
                <a:off x="22162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1" name="ph5101"/>
              <p:cNvSpPr/>
              <p:nvPr/>
            </p:nvSpPr>
            <p:spPr>
              <a:xfrm>
                <a:off x="222547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2" name="ph5102"/>
              <p:cNvSpPr/>
              <p:nvPr/>
            </p:nvSpPr>
            <p:spPr>
              <a:xfrm>
                <a:off x="22347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3" name="ph5103"/>
              <p:cNvSpPr/>
              <p:nvPr/>
            </p:nvSpPr>
            <p:spPr>
              <a:xfrm>
                <a:off x="22439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4" name="ph5104"/>
              <p:cNvSpPr/>
              <p:nvPr/>
            </p:nvSpPr>
            <p:spPr>
              <a:xfrm>
                <a:off x="22532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5" name="ph5105"/>
              <p:cNvSpPr/>
              <p:nvPr/>
            </p:nvSpPr>
            <p:spPr>
              <a:xfrm>
                <a:off x="22625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6" name="ph5106"/>
              <p:cNvSpPr/>
              <p:nvPr/>
            </p:nvSpPr>
            <p:spPr>
              <a:xfrm>
                <a:off x="22717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7" name="ph5107"/>
              <p:cNvSpPr/>
              <p:nvPr/>
            </p:nvSpPr>
            <p:spPr>
              <a:xfrm>
                <a:off x="22810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8" name="ph5108"/>
              <p:cNvSpPr/>
              <p:nvPr/>
            </p:nvSpPr>
            <p:spPr>
              <a:xfrm>
                <a:off x="22903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9" name="ph5109"/>
              <p:cNvSpPr/>
              <p:nvPr/>
            </p:nvSpPr>
            <p:spPr>
              <a:xfrm>
                <a:off x="22995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0" name="ph5110"/>
              <p:cNvSpPr/>
              <p:nvPr/>
            </p:nvSpPr>
            <p:spPr>
              <a:xfrm>
                <a:off x="230883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1" name="ph5111"/>
              <p:cNvSpPr/>
              <p:nvPr/>
            </p:nvSpPr>
            <p:spPr>
              <a:xfrm>
                <a:off x="23180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2" name="ph5112"/>
              <p:cNvSpPr/>
              <p:nvPr/>
            </p:nvSpPr>
            <p:spPr>
              <a:xfrm>
                <a:off x="23273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3" name="ph5113"/>
              <p:cNvSpPr/>
              <p:nvPr/>
            </p:nvSpPr>
            <p:spPr>
              <a:xfrm>
                <a:off x="23366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4" name="ph5114"/>
              <p:cNvSpPr/>
              <p:nvPr/>
            </p:nvSpPr>
            <p:spPr>
              <a:xfrm>
                <a:off x="23458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5" name="ph5115"/>
              <p:cNvSpPr/>
              <p:nvPr/>
            </p:nvSpPr>
            <p:spPr>
              <a:xfrm>
                <a:off x="235514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6" name="ph5116"/>
              <p:cNvSpPr/>
              <p:nvPr/>
            </p:nvSpPr>
            <p:spPr>
              <a:xfrm>
                <a:off x="23644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7" name="ph5117"/>
              <p:cNvSpPr/>
              <p:nvPr/>
            </p:nvSpPr>
            <p:spPr>
              <a:xfrm>
                <a:off x="23736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8" name="ph5118"/>
              <p:cNvSpPr/>
              <p:nvPr/>
            </p:nvSpPr>
            <p:spPr>
              <a:xfrm>
                <a:off x="23829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9" name="ph5119"/>
              <p:cNvSpPr/>
              <p:nvPr/>
            </p:nvSpPr>
            <p:spPr>
              <a:xfrm>
                <a:off x="239219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0" name="ph5120"/>
              <p:cNvSpPr/>
              <p:nvPr/>
            </p:nvSpPr>
            <p:spPr>
              <a:xfrm>
                <a:off x="24014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1" name="ph5121"/>
              <p:cNvSpPr/>
              <p:nvPr/>
            </p:nvSpPr>
            <p:spPr>
              <a:xfrm>
                <a:off x="2419981" y="16194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181" y="897161"/>
                    </a:lnTo>
                    <a:lnTo>
                      <a:pt x="913168" y="903183"/>
                    </a:lnTo>
                    <a:lnTo>
                      <a:pt x="914400" y="905252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2" name="ph5122"/>
              <p:cNvSpPr/>
              <p:nvPr/>
            </p:nvSpPr>
            <p:spPr>
              <a:xfrm>
                <a:off x="2419981" y="1619441"/>
                <a:ext cx="9196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09" h="914400">
                    <a:moveTo>
                      <a:pt x="914400" y="914400"/>
                    </a:moveTo>
                    <a:lnTo>
                      <a:pt x="914400" y="905252"/>
                    </a:lnTo>
                    <a:lnTo>
                      <a:pt x="917520" y="910497"/>
                    </a:lnTo>
                    <a:lnTo>
                      <a:pt x="919609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3" name="ph5123"/>
              <p:cNvSpPr/>
              <p:nvPr/>
            </p:nvSpPr>
            <p:spPr>
              <a:xfrm>
                <a:off x="3077599" y="1602202"/>
                <a:ext cx="914400" cy="91920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05">
                    <a:moveTo>
                      <a:pt x="914400" y="914399"/>
                    </a:moveTo>
                    <a:lnTo>
                      <a:pt x="914400" y="919205"/>
                    </a:lnTo>
                    <a:lnTo>
                      <a:pt x="913534" y="91439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4" name="ph5124"/>
              <p:cNvSpPr/>
              <p:nvPr/>
            </p:nvSpPr>
            <p:spPr>
              <a:xfrm>
                <a:off x="30775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7085" y="931638"/>
                    </a:lnTo>
                    <a:lnTo>
                      <a:pt x="916591" y="929619"/>
                    </a:lnTo>
                    <a:lnTo>
                      <a:pt x="914477" y="919635"/>
                    </a:lnTo>
                    <a:lnTo>
                      <a:pt x="914400" y="919205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5" name="ph5125"/>
              <p:cNvSpPr/>
              <p:nvPr/>
            </p:nvSpPr>
            <p:spPr>
              <a:xfrm>
                <a:off x="30868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6" name="ph5126"/>
              <p:cNvSpPr/>
              <p:nvPr/>
            </p:nvSpPr>
            <p:spPr>
              <a:xfrm>
                <a:off x="30961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7" name="ph5127"/>
              <p:cNvSpPr/>
              <p:nvPr/>
            </p:nvSpPr>
            <p:spPr>
              <a:xfrm>
                <a:off x="3105386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8" name="ph5128"/>
              <p:cNvSpPr/>
              <p:nvPr/>
            </p:nvSpPr>
            <p:spPr>
              <a:xfrm>
                <a:off x="311464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9" name="ph5129"/>
              <p:cNvSpPr/>
              <p:nvPr/>
            </p:nvSpPr>
            <p:spPr>
              <a:xfrm>
                <a:off x="312391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0" name="ph5130"/>
              <p:cNvSpPr/>
              <p:nvPr/>
            </p:nvSpPr>
            <p:spPr>
              <a:xfrm>
                <a:off x="313317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1" name="ph5131"/>
              <p:cNvSpPr/>
              <p:nvPr/>
            </p:nvSpPr>
            <p:spPr>
              <a:xfrm>
                <a:off x="314243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2" name="ph5132"/>
              <p:cNvSpPr/>
              <p:nvPr/>
            </p:nvSpPr>
            <p:spPr>
              <a:xfrm>
                <a:off x="315169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3" name="ph5133"/>
              <p:cNvSpPr/>
              <p:nvPr/>
            </p:nvSpPr>
            <p:spPr>
              <a:xfrm>
                <a:off x="316095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4" name="ph5134"/>
              <p:cNvSpPr/>
              <p:nvPr/>
            </p:nvSpPr>
            <p:spPr>
              <a:xfrm>
                <a:off x="317022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5" name="ph5135"/>
              <p:cNvSpPr/>
              <p:nvPr/>
            </p:nvSpPr>
            <p:spPr>
              <a:xfrm>
                <a:off x="317948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6" name="ph5136"/>
              <p:cNvSpPr/>
              <p:nvPr/>
            </p:nvSpPr>
            <p:spPr>
              <a:xfrm>
                <a:off x="318874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7" name="ph5137"/>
              <p:cNvSpPr/>
              <p:nvPr/>
            </p:nvSpPr>
            <p:spPr>
              <a:xfrm>
                <a:off x="319800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8" name="ph5138"/>
              <p:cNvSpPr/>
              <p:nvPr/>
            </p:nvSpPr>
            <p:spPr>
              <a:xfrm>
                <a:off x="320727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9" name="ph5139"/>
              <p:cNvSpPr/>
              <p:nvPr/>
            </p:nvSpPr>
            <p:spPr>
              <a:xfrm>
                <a:off x="321653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0" name="ph5140"/>
              <p:cNvSpPr/>
              <p:nvPr/>
            </p:nvSpPr>
            <p:spPr>
              <a:xfrm>
                <a:off x="322579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1" name="ph5141"/>
              <p:cNvSpPr/>
              <p:nvPr/>
            </p:nvSpPr>
            <p:spPr>
              <a:xfrm>
                <a:off x="323505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2" name="ph5142"/>
              <p:cNvSpPr/>
              <p:nvPr/>
            </p:nvSpPr>
            <p:spPr>
              <a:xfrm>
                <a:off x="324431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3" name="ph5143"/>
              <p:cNvSpPr/>
              <p:nvPr/>
            </p:nvSpPr>
            <p:spPr>
              <a:xfrm>
                <a:off x="325358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4" name="ph5144"/>
              <p:cNvSpPr/>
              <p:nvPr/>
            </p:nvSpPr>
            <p:spPr>
              <a:xfrm>
                <a:off x="326284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5" name="ph5145"/>
              <p:cNvSpPr/>
              <p:nvPr/>
            </p:nvSpPr>
            <p:spPr>
              <a:xfrm>
                <a:off x="327210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6" name="ph5146"/>
              <p:cNvSpPr/>
              <p:nvPr/>
            </p:nvSpPr>
            <p:spPr>
              <a:xfrm>
                <a:off x="328136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7" name="ph5147"/>
              <p:cNvSpPr/>
              <p:nvPr/>
            </p:nvSpPr>
            <p:spPr>
              <a:xfrm>
                <a:off x="329063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8" name="ph5148"/>
              <p:cNvSpPr/>
              <p:nvPr/>
            </p:nvSpPr>
            <p:spPr>
              <a:xfrm>
                <a:off x="329989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9" name="ph5149"/>
              <p:cNvSpPr/>
              <p:nvPr/>
            </p:nvSpPr>
            <p:spPr>
              <a:xfrm>
                <a:off x="330915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0" name="ph5150"/>
              <p:cNvSpPr/>
              <p:nvPr/>
            </p:nvSpPr>
            <p:spPr>
              <a:xfrm>
                <a:off x="331841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1" name="ph5151"/>
              <p:cNvSpPr/>
              <p:nvPr/>
            </p:nvSpPr>
            <p:spPr>
              <a:xfrm>
                <a:off x="332767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2" name="ph5152"/>
              <p:cNvSpPr/>
              <p:nvPr/>
            </p:nvSpPr>
            <p:spPr>
              <a:xfrm>
                <a:off x="333694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3" name="ph5153"/>
              <p:cNvSpPr/>
              <p:nvPr/>
            </p:nvSpPr>
            <p:spPr>
              <a:xfrm>
                <a:off x="334620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4" name="ph5154"/>
              <p:cNvSpPr/>
              <p:nvPr/>
            </p:nvSpPr>
            <p:spPr>
              <a:xfrm>
                <a:off x="335546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5" name="ph5155"/>
              <p:cNvSpPr/>
              <p:nvPr/>
            </p:nvSpPr>
            <p:spPr>
              <a:xfrm>
                <a:off x="336472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6" name="ph5156"/>
              <p:cNvSpPr/>
              <p:nvPr/>
            </p:nvSpPr>
            <p:spPr>
              <a:xfrm>
                <a:off x="337399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7" name="ph5157"/>
              <p:cNvSpPr/>
              <p:nvPr/>
            </p:nvSpPr>
            <p:spPr>
              <a:xfrm>
                <a:off x="338325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8" name="ph5158"/>
              <p:cNvSpPr/>
              <p:nvPr/>
            </p:nvSpPr>
            <p:spPr>
              <a:xfrm>
                <a:off x="339251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9" name="ph5159"/>
              <p:cNvSpPr/>
              <p:nvPr/>
            </p:nvSpPr>
            <p:spPr>
              <a:xfrm>
                <a:off x="340177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0" name="ph5160"/>
              <p:cNvSpPr/>
              <p:nvPr/>
            </p:nvSpPr>
            <p:spPr>
              <a:xfrm>
                <a:off x="341103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1" name="ph5161"/>
              <p:cNvSpPr/>
              <p:nvPr/>
            </p:nvSpPr>
            <p:spPr>
              <a:xfrm>
                <a:off x="342030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2" name="ph5162"/>
              <p:cNvSpPr/>
              <p:nvPr/>
            </p:nvSpPr>
            <p:spPr>
              <a:xfrm>
                <a:off x="342956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3" name="ph5163"/>
              <p:cNvSpPr/>
              <p:nvPr/>
            </p:nvSpPr>
            <p:spPr>
              <a:xfrm>
                <a:off x="3438825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4" name="ph5164"/>
              <p:cNvSpPr/>
              <p:nvPr/>
            </p:nvSpPr>
            <p:spPr>
              <a:xfrm>
                <a:off x="3448088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5" name="ph5165"/>
              <p:cNvSpPr/>
              <p:nvPr/>
            </p:nvSpPr>
            <p:spPr>
              <a:xfrm>
                <a:off x="3457350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6" name="ph5166"/>
              <p:cNvSpPr/>
              <p:nvPr/>
            </p:nvSpPr>
            <p:spPr>
              <a:xfrm>
                <a:off x="3466612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7" name="ph5167"/>
              <p:cNvSpPr/>
              <p:nvPr/>
            </p:nvSpPr>
            <p:spPr>
              <a:xfrm>
                <a:off x="3475874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8" name="ph5168"/>
              <p:cNvSpPr/>
              <p:nvPr/>
            </p:nvSpPr>
            <p:spPr>
              <a:xfrm>
                <a:off x="3485137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9" name="ph5169"/>
              <p:cNvSpPr/>
              <p:nvPr/>
            </p:nvSpPr>
            <p:spPr>
              <a:xfrm>
                <a:off x="3494399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0" name="ph5170"/>
              <p:cNvSpPr/>
              <p:nvPr/>
            </p:nvSpPr>
            <p:spPr>
              <a:xfrm>
                <a:off x="3503661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1" name="ph5171"/>
              <p:cNvSpPr/>
              <p:nvPr/>
            </p:nvSpPr>
            <p:spPr>
              <a:xfrm>
                <a:off x="3512923" y="16022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2" name="ph5172"/>
              <p:cNvSpPr/>
              <p:nvPr/>
            </p:nvSpPr>
            <p:spPr>
              <a:xfrm>
                <a:off x="3522185" y="161944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8936"/>
                    </a:lnTo>
                    <a:lnTo>
                      <a:pt x="923421" y="909084"/>
                    </a:lnTo>
                    <a:lnTo>
                      <a:pt x="921747" y="910112"/>
                    </a:lnTo>
                    <a:lnTo>
                      <a:pt x="920074" y="911140"/>
                    </a:lnTo>
                    <a:lnTo>
                      <a:pt x="918401" y="912168"/>
                    </a:lnTo>
                    <a:lnTo>
                      <a:pt x="916728" y="913196"/>
                    </a:lnTo>
                    <a:lnTo>
                      <a:pt x="915055" y="914225"/>
                    </a:lnTo>
                    <a:lnTo>
                      <a:pt x="914771" y="914400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3" name="ph5173"/>
              <p:cNvSpPr/>
              <p:nvPr/>
            </p:nvSpPr>
            <p:spPr>
              <a:xfrm>
                <a:off x="3531448" y="1602202"/>
                <a:ext cx="923662" cy="92617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17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495"/>
                    </a:lnTo>
                    <a:lnTo>
                      <a:pt x="922532" y="921187"/>
                    </a:lnTo>
                    <a:lnTo>
                      <a:pt x="920857" y="922214"/>
                    </a:lnTo>
                    <a:lnTo>
                      <a:pt x="919182" y="923241"/>
                    </a:lnTo>
                    <a:lnTo>
                      <a:pt x="917507" y="924268"/>
                    </a:lnTo>
                    <a:lnTo>
                      <a:pt x="915833" y="925295"/>
                    </a:lnTo>
                    <a:lnTo>
                      <a:pt x="914400" y="926175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4" name="ph5174"/>
              <p:cNvSpPr/>
              <p:nvPr/>
            </p:nvSpPr>
            <p:spPr>
              <a:xfrm>
                <a:off x="3540710" y="1602202"/>
                <a:ext cx="923494" cy="920495"/>
              </a:xfrm>
              <a:custGeom>
                <a:avLst/>
                <a:gdLst/>
                <a:ahLst/>
                <a:cxnLst/>
                <a:rect l="0" t="0" r="0" b="0"/>
                <a:pathLst>
                  <a:path w="923494" h="920495">
                    <a:moveTo>
                      <a:pt x="914400" y="914399"/>
                    </a:moveTo>
                    <a:lnTo>
                      <a:pt x="923494" y="914399"/>
                    </a:lnTo>
                    <a:lnTo>
                      <a:pt x="921276" y="916070"/>
                    </a:lnTo>
                    <a:lnTo>
                      <a:pt x="916627" y="919131"/>
                    </a:lnTo>
                    <a:lnTo>
                      <a:pt x="914946" y="920161"/>
                    </a:lnTo>
                    <a:lnTo>
                      <a:pt x="914400" y="920495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5" name="ph5175"/>
              <p:cNvSpPr/>
              <p:nvPr/>
            </p:nvSpPr>
            <p:spPr>
              <a:xfrm>
                <a:off x="216063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21" y="931538"/>
                    </a:lnTo>
                    <a:lnTo>
                      <a:pt x="905543" y="930944"/>
                    </a:lnTo>
                    <a:lnTo>
                      <a:pt x="905565" y="930351"/>
                    </a:lnTo>
                    <a:lnTo>
                      <a:pt x="905587" y="929758"/>
                    </a:lnTo>
                    <a:lnTo>
                      <a:pt x="905610" y="929165"/>
                    </a:lnTo>
                    <a:lnTo>
                      <a:pt x="905632" y="928571"/>
                    </a:lnTo>
                    <a:lnTo>
                      <a:pt x="905654" y="927978"/>
                    </a:lnTo>
                    <a:lnTo>
                      <a:pt x="905676" y="927385"/>
                    </a:lnTo>
                    <a:lnTo>
                      <a:pt x="905698" y="926792"/>
                    </a:lnTo>
                    <a:lnTo>
                      <a:pt x="905720" y="926199"/>
                    </a:lnTo>
                    <a:lnTo>
                      <a:pt x="905742" y="925605"/>
                    </a:lnTo>
                    <a:lnTo>
                      <a:pt x="905764" y="925012"/>
                    </a:lnTo>
                    <a:lnTo>
                      <a:pt x="905994" y="920473"/>
                    </a:lnTo>
                    <a:lnTo>
                      <a:pt x="905975" y="920322"/>
                    </a:lnTo>
                    <a:lnTo>
                      <a:pt x="905700" y="918137"/>
                    </a:lnTo>
                    <a:lnTo>
                      <a:pt x="905424" y="915953"/>
                    </a:lnTo>
                    <a:lnTo>
                      <a:pt x="905229" y="91439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6" name="ph5176"/>
              <p:cNvSpPr/>
              <p:nvPr/>
            </p:nvSpPr>
            <p:spPr>
              <a:xfrm>
                <a:off x="21606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7" name="ph5177"/>
              <p:cNvSpPr/>
              <p:nvPr/>
            </p:nvSpPr>
            <p:spPr>
              <a:xfrm>
                <a:off x="21699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8" name="ph5178"/>
              <p:cNvSpPr/>
              <p:nvPr/>
            </p:nvSpPr>
            <p:spPr>
              <a:xfrm>
                <a:off x="21791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9" name="ph5179"/>
              <p:cNvSpPr/>
              <p:nvPr/>
            </p:nvSpPr>
            <p:spPr>
              <a:xfrm>
                <a:off x="218842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0" name="ph5180"/>
              <p:cNvSpPr/>
              <p:nvPr/>
            </p:nvSpPr>
            <p:spPr>
              <a:xfrm>
                <a:off x="21976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1" name="ph5181"/>
              <p:cNvSpPr/>
              <p:nvPr/>
            </p:nvSpPr>
            <p:spPr>
              <a:xfrm>
                <a:off x="22069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2" name="ph5182"/>
              <p:cNvSpPr/>
              <p:nvPr/>
            </p:nvSpPr>
            <p:spPr>
              <a:xfrm>
                <a:off x="22162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3" name="ph5183"/>
              <p:cNvSpPr/>
              <p:nvPr/>
            </p:nvSpPr>
            <p:spPr>
              <a:xfrm>
                <a:off x="222547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4" name="ph5184"/>
              <p:cNvSpPr/>
              <p:nvPr/>
            </p:nvSpPr>
            <p:spPr>
              <a:xfrm>
                <a:off x="22347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5" name="ph5185"/>
              <p:cNvSpPr/>
              <p:nvPr/>
            </p:nvSpPr>
            <p:spPr>
              <a:xfrm>
                <a:off x="22439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6" name="ph5186"/>
              <p:cNvSpPr/>
              <p:nvPr/>
            </p:nvSpPr>
            <p:spPr>
              <a:xfrm>
                <a:off x="22532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7" name="ph5187"/>
              <p:cNvSpPr/>
              <p:nvPr/>
            </p:nvSpPr>
            <p:spPr>
              <a:xfrm>
                <a:off x="22625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8" name="ph5188"/>
              <p:cNvSpPr/>
              <p:nvPr/>
            </p:nvSpPr>
            <p:spPr>
              <a:xfrm>
                <a:off x="22717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9" name="ph5189"/>
              <p:cNvSpPr/>
              <p:nvPr/>
            </p:nvSpPr>
            <p:spPr>
              <a:xfrm>
                <a:off x="22810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0" name="ph5190"/>
              <p:cNvSpPr/>
              <p:nvPr/>
            </p:nvSpPr>
            <p:spPr>
              <a:xfrm>
                <a:off x="22903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1" name="ph5191"/>
              <p:cNvSpPr/>
              <p:nvPr/>
            </p:nvSpPr>
            <p:spPr>
              <a:xfrm>
                <a:off x="22995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2" name="ph5192"/>
              <p:cNvSpPr/>
              <p:nvPr/>
            </p:nvSpPr>
            <p:spPr>
              <a:xfrm>
                <a:off x="230883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3" name="ph5193"/>
              <p:cNvSpPr/>
              <p:nvPr/>
            </p:nvSpPr>
            <p:spPr>
              <a:xfrm>
                <a:off x="23180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4" name="ph5194"/>
              <p:cNvSpPr/>
              <p:nvPr/>
            </p:nvSpPr>
            <p:spPr>
              <a:xfrm>
                <a:off x="23273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5" name="ph5195"/>
              <p:cNvSpPr/>
              <p:nvPr/>
            </p:nvSpPr>
            <p:spPr>
              <a:xfrm>
                <a:off x="23366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6" name="ph5196"/>
              <p:cNvSpPr/>
              <p:nvPr/>
            </p:nvSpPr>
            <p:spPr>
              <a:xfrm>
                <a:off x="23458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7" name="ph5197"/>
              <p:cNvSpPr/>
              <p:nvPr/>
            </p:nvSpPr>
            <p:spPr>
              <a:xfrm>
                <a:off x="235514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8" name="ph5198"/>
              <p:cNvSpPr/>
              <p:nvPr/>
            </p:nvSpPr>
            <p:spPr>
              <a:xfrm>
                <a:off x="23644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9" name="ph5199"/>
              <p:cNvSpPr/>
              <p:nvPr/>
            </p:nvSpPr>
            <p:spPr>
              <a:xfrm>
                <a:off x="23736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0" name="ph5200"/>
              <p:cNvSpPr/>
              <p:nvPr/>
            </p:nvSpPr>
            <p:spPr>
              <a:xfrm>
                <a:off x="23829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1" name="ph5201"/>
              <p:cNvSpPr/>
              <p:nvPr/>
            </p:nvSpPr>
            <p:spPr>
              <a:xfrm>
                <a:off x="239219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2" name="ph5202"/>
              <p:cNvSpPr/>
              <p:nvPr/>
            </p:nvSpPr>
            <p:spPr>
              <a:xfrm>
                <a:off x="2410719" y="160220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7078" y="897161"/>
                    </a:lnTo>
                    <a:lnTo>
                      <a:pt x="907567" y="900478"/>
                    </a:lnTo>
                    <a:lnTo>
                      <a:pt x="908220" y="901179"/>
                    </a:lnTo>
                    <a:lnTo>
                      <a:pt x="913136" y="907125"/>
                    </a:lnTo>
                    <a:lnTo>
                      <a:pt x="914400" y="908835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3" name="ph5203"/>
              <p:cNvSpPr/>
              <p:nvPr/>
            </p:nvSpPr>
            <p:spPr>
              <a:xfrm>
                <a:off x="2410719" y="1602202"/>
                <a:ext cx="91844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444" h="914399">
                    <a:moveTo>
                      <a:pt x="914400" y="914399"/>
                    </a:moveTo>
                    <a:lnTo>
                      <a:pt x="914400" y="908835"/>
                    </a:lnTo>
                    <a:lnTo>
                      <a:pt x="917878" y="913545"/>
                    </a:lnTo>
                    <a:lnTo>
                      <a:pt x="918444" y="91439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4" name="ph5204"/>
              <p:cNvSpPr/>
              <p:nvPr/>
            </p:nvSpPr>
            <p:spPr>
              <a:xfrm>
                <a:off x="3077599" y="15849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3534" y="931638"/>
                    </a:lnTo>
                    <a:lnTo>
                      <a:pt x="912644" y="926698"/>
                    </a:lnTo>
                    <a:lnTo>
                      <a:pt x="911097" y="916360"/>
                    </a:lnTo>
                    <a:lnTo>
                      <a:pt x="910861" y="91439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5" name="ph5205"/>
              <p:cNvSpPr/>
              <p:nvPr/>
            </p:nvSpPr>
            <p:spPr>
              <a:xfrm>
                <a:off x="30775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6" name="ph5206"/>
              <p:cNvSpPr/>
              <p:nvPr/>
            </p:nvSpPr>
            <p:spPr>
              <a:xfrm>
                <a:off x="30868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7" name="ph5207"/>
              <p:cNvSpPr/>
              <p:nvPr/>
            </p:nvSpPr>
            <p:spPr>
              <a:xfrm>
                <a:off x="30961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8" name="ph5208"/>
              <p:cNvSpPr/>
              <p:nvPr/>
            </p:nvSpPr>
            <p:spPr>
              <a:xfrm>
                <a:off x="3105386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9" name="ph5209"/>
              <p:cNvSpPr/>
              <p:nvPr/>
            </p:nvSpPr>
            <p:spPr>
              <a:xfrm>
                <a:off x="31146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0" name="ph5210"/>
              <p:cNvSpPr/>
              <p:nvPr/>
            </p:nvSpPr>
            <p:spPr>
              <a:xfrm>
                <a:off x="312391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1" name="ph5211"/>
              <p:cNvSpPr/>
              <p:nvPr/>
            </p:nvSpPr>
            <p:spPr>
              <a:xfrm>
                <a:off x="313317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2" name="ph5212"/>
              <p:cNvSpPr/>
              <p:nvPr/>
            </p:nvSpPr>
            <p:spPr>
              <a:xfrm>
                <a:off x="314243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3" name="ph5213"/>
              <p:cNvSpPr/>
              <p:nvPr/>
            </p:nvSpPr>
            <p:spPr>
              <a:xfrm>
                <a:off x="315169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4" name="ph5214"/>
              <p:cNvSpPr/>
              <p:nvPr/>
            </p:nvSpPr>
            <p:spPr>
              <a:xfrm>
                <a:off x="316095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5" name="ph5215"/>
              <p:cNvSpPr/>
              <p:nvPr/>
            </p:nvSpPr>
            <p:spPr>
              <a:xfrm>
                <a:off x="317022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6" name="ph5216"/>
              <p:cNvSpPr/>
              <p:nvPr/>
            </p:nvSpPr>
            <p:spPr>
              <a:xfrm>
                <a:off x="317948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7" name="ph5217"/>
              <p:cNvSpPr/>
              <p:nvPr/>
            </p:nvSpPr>
            <p:spPr>
              <a:xfrm>
                <a:off x="318874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8" name="ph5218"/>
              <p:cNvSpPr/>
              <p:nvPr/>
            </p:nvSpPr>
            <p:spPr>
              <a:xfrm>
                <a:off x="319800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9" name="ph5219"/>
              <p:cNvSpPr/>
              <p:nvPr/>
            </p:nvSpPr>
            <p:spPr>
              <a:xfrm>
                <a:off x="320727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0" name="ph5220"/>
              <p:cNvSpPr/>
              <p:nvPr/>
            </p:nvSpPr>
            <p:spPr>
              <a:xfrm>
                <a:off x="321653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1" name="ph5221"/>
              <p:cNvSpPr/>
              <p:nvPr/>
            </p:nvSpPr>
            <p:spPr>
              <a:xfrm>
                <a:off x="322579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2" name="ph5222"/>
              <p:cNvSpPr/>
              <p:nvPr/>
            </p:nvSpPr>
            <p:spPr>
              <a:xfrm>
                <a:off x="323505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3" name="ph5223"/>
              <p:cNvSpPr/>
              <p:nvPr/>
            </p:nvSpPr>
            <p:spPr>
              <a:xfrm>
                <a:off x="324431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4" name="ph5224"/>
              <p:cNvSpPr/>
              <p:nvPr/>
            </p:nvSpPr>
            <p:spPr>
              <a:xfrm>
                <a:off x="325358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5" name="ph5225"/>
              <p:cNvSpPr/>
              <p:nvPr/>
            </p:nvSpPr>
            <p:spPr>
              <a:xfrm>
                <a:off x="326284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6" name="ph5226"/>
              <p:cNvSpPr/>
              <p:nvPr/>
            </p:nvSpPr>
            <p:spPr>
              <a:xfrm>
                <a:off x="327210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7" name="ph5227"/>
              <p:cNvSpPr/>
              <p:nvPr/>
            </p:nvSpPr>
            <p:spPr>
              <a:xfrm>
                <a:off x="328136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8" name="ph5228"/>
              <p:cNvSpPr/>
              <p:nvPr/>
            </p:nvSpPr>
            <p:spPr>
              <a:xfrm>
                <a:off x="329063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9" name="ph5229"/>
              <p:cNvSpPr/>
              <p:nvPr/>
            </p:nvSpPr>
            <p:spPr>
              <a:xfrm>
                <a:off x="329989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0" name="ph5230"/>
              <p:cNvSpPr/>
              <p:nvPr/>
            </p:nvSpPr>
            <p:spPr>
              <a:xfrm>
                <a:off x="330915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1" name="ph5231"/>
              <p:cNvSpPr/>
              <p:nvPr/>
            </p:nvSpPr>
            <p:spPr>
              <a:xfrm>
                <a:off x="331841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2" name="ph5232"/>
              <p:cNvSpPr/>
              <p:nvPr/>
            </p:nvSpPr>
            <p:spPr>
              <a:xfrm>
                <a:off x="332767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3" name="ph5233"/>
              <p:cNvSpPr/>
              <p:nvPr/>
            </p:nvSpPr>
            <p:spPr>
              <a:xfrm>
                <a:off x="333694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4" name="ph5234"/>
              <p:cNvSpPr/>
              <p:nvPr/>
            </p:nvSpPr>
            <p:spPr>
              <a:xfrm>
                <a:off x="334620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5" name="ph5235"/>
              <p:cNvSpPr/>
              <p:nvPr/>
            </p:nvSpPr>
            <p:spPr>
              <a:xfrm>
                <a:off x="335546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6" name="ph5236"/>
              <p:cNvSpPr/>
              <p:nvPr/>
            </p:nvSpPr>
            <p:spPr>
              <a:xfrm>
                <a:off x="336472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7" name="ph5237"/>
              <p:cNvSpPr/>
              <p:nvPr/>
            </p:nvSpPr>
            <p:spPr>
              <a:xfrm>
                <a:off x="337399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8" name="ph5238"/>
              <p:cNvSpPr/>
              <p:nvPr/>
            </p:nvSpPr>
            <p:spPr>
              <a:xfrm>
                <a:off x="338325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9" name="ph5239"/>
              <p:cNvSpPr/>
              <p:nvPr/>
            </p:nvSpPr>
            <p:spPr>
              <a:xfrm>
                <a:off x="339251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0" name="ph5240"/>
              <p:cNvSpPr/>
              <p:nvPr/>
            </p:nvSpPr>
            <p:spPr>
              <a:xfrm>
                <a:off x="340177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1" name="ph5241"/>
              <p:cNvSpPr/>
              <p:nvPr/>
            </p:nvSpPr>
            <p:spPr>
              <a:xfrm>
                <a:off x="341103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2" name="ph5242"/>
              <p:cNvSpPr/>
              <p:nvPr/>
            </p:nvSpPr>
            <p:spPr>
              <a:xfrm>
                <a:off x="342030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3" name="ph5243"/>
              <p:cNvSpPr/>
              <p:nvPr/>
            </p:nvSpPr>
            <p:spPr>
              <a:xfrm>
                <a:off x="342956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4" name="ph5244"/>
              <p:cNvSpPr/>
              <p:nvPr/>
            </p:nvSpPr>
            <p:spPr>
              <a:xfrm>
                <a:off x="343882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5" name="ph5245"/>
              <p:cNvSpPr/>
              <p:nvPr/>
            </p:nvSpPr>
            <p:spPr>
              <a:xfrm>
                <a:off x="344808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6" name="ph5246"/>
              <p:cNvSpPr/>
              <p:nvPr/>
            </p:nvSpPr>
            <p:spPr>
              <a:xfrm>
                <a:off x="3457350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7" name="ph5247"/>
              <p:cNvSpPr/>
              <p:nvPr/>
            </p:nvSpPr>
            <p:spPr>
              <a:xfrm>
                <a:off x="3466612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8" name="ph5248"/>
              <p:cNvSpPr/>
              <p:nvPr/>
            </p:nvSpPr>
            <p:spPr>
              <a:xfrm>
                <a:off x="3475874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9" name="ph5249"/>
              <p:cNvSpPr/>
              <p:nvPr/>
            </p:nvSpPr>
            <p:spPr>
              <a:xfrm>
                <a:off x="3485137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0" name="ph5250"/>
              <p:cNvSpPr/>
              <p:nvPr/>
            </p:nvSpPr>
            <p:spPr>
              <a:xfrm>
                <a:off x="3494399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1" name="ph5251"/>
              <p:cNvSpPr/>
              <p:nvPr/>
            </p:nvSpPr>
            <p:spPr>
              <a:xfrm>
                <a:off x="3503661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2" name="ph5252"/>
              <p:cNvSpPr/>
              <p:nvPr/>
            </p:nvSpPr>
            <p:spPr>
              <a:xfrm>
                <a:off x="3512923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3" name="ph5253"/>
              <p:cNvSpPr/>
              <p:nvPr/>
            </p:nvSpPr>
            <p:spPr>
              <a:xfrm>
                <a:off x="3522185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4" name="ph5254"/>
              <p:cNvSpPr/>
              <p:nvPr/>
            </p:nvSpPr>
            <p:spPr>
              <a:xfrm>
                <a:off x="3531448" y="15849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5" name="ph5255"/>
              <p:cNvSpPr/>
              <p:nvPr/>
            </p:nvSpPr>
            <p:spPr>
              <a:xfrm>
                <a:off x="3540710" y="1602202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73"/>
                    </a:lnTo>
                    <a:lnTo>
                      <a:pt x="923494" y="91439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6" name="ph5256"/>
              <p:cNvSpPr/>
              <p:nvPr/>
            </p:nvSpPr>
            <p:spPr>
              <a:xfrm>
                <a:off x="3549972" y="1584964"/>
                <a:ext cx="923662" cy="93151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512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715"/>
                    </a:lnTo>
                    <a:lnTo>
                      <a:pt x="922489" y="924771"/>
                    </a:lnTo>
                    <a:lnTo>
                      <a:pt x="921068" y="926052"/>
                    </a:lnTo>
                    <a:lnTo>
                      <a:pt x="916584" y="929867"/>
                    </a:lnTo>
                    <a:lnTo>
                      <a:pt x="914400" y="931512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7" name="ph5257"/>
              <p:cNvSpPr/>
              <p:nvPr/>
            </p:nvSpPr>
            <p:spPr>
              <a:xfrm>
                <a:off x="3559234" y="1584964"/>
                <a:ext cx="923662" cy="92371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71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15381"/>
                    </a:lnTo>
                    <a:lnTo>
                      <a:pt x="923138" y="915851"/>
                    </a:lnTo>
                    <a:lnTo>
                      <a:pt x="921721" y="917125"/>
                    </a:lnTo>
                    <a:lnTo>
                      <a:pt x="920305" y="918399"/>
                    </a:lnTo>
                    <a:lnTo>
                      <a:pt x="918889" y="919673"/>
                    </a:lnTo>
                    <a:lnTo>
                      <a:pt x="917473" y="920947"/>
                    </a:lnTo>
                    <a:lnTo>
                      <a:pt x="916057" y="922222"/>
                    </a:lnTo>
                    <a:lnTo>
                      <a:pt x="914642" y="923496"/>
                    </a:lnTo>
                    <a:lnTo>
                      <a:pt x="914400" y="923715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8" name="ph5258"/>
              <p:cNvSpPr/>
              <p:nvPr/>
            </p:nvSpPr>
            <p:spPr>
              <a:xfrm>
                <a:off x="3568497" y="1584964"/>
                <a:ext cx="915845" cy="915381"/>
              </a:xfrm>
              <a:custGeom>
                <a:avLst/>
                <a:gdLst/>
                <a:ahLst/>
                <a:cxnLst/>
                <a:rect l="0" t="0" r="0" b="0"/>
                <a:pathLst>
                  <a:path w="915845" h="915381">
                    <a:moveTo>
                      <a:pt x="914400" y="914399"/>
                    </a:moveTo>
                    <a:lnTo>
                      <a:pt x="915845" y="914399"/>
                    </a:lnTo>
                    <a:lnTo>
                      <a:pt x="915105" y="914746"/>
                    </a:lnTo>
                    <a:lnTo>
                      <a:pt x="914400" y="915381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9" name="ph5259"/>
              <p:cNvSpPr/>
              <p:nvPr/>
            </p:nvSpPr>
            <p:spPr>
              <a:xfrm>
                <a:off x="2151377" y="1567725"/>
                <a:ext cx="914400" cy="930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912">
                    <a:moveTo>
                      <a:pt x="914400" y="914400"/>
                    </a:moveTo>
                    <a:lnTo>
                      <a:pt x="914400" y="930912"/>
                    </a:lnTo>
                    <a:lnTo>
                      <a:pt x="914136" y="928822"/>
                    </a:lnTo>
                    <a:lnTo>
                      <a:pt x="913861" y="926638"/>
                    </a:lnTo>
                    <a:lnTo>
                      <a:pt x="913585" y="924453"/>
                    </a:lnTo>
                    <a:lnTo>
                      <a:pt x="913310" y="922269"/>
                    </a:lnTo>
                    <a:lnTo>
                      <a:pt x="913034" y="920084"/>
                    </a:lnTo>
                    <a:lnTo>
                      <a:pt x="912758" y="917900"/>
                    </a:lnTo>
                    <a:lnTo>
                      <a:pt x="912481" y="915707"/>
                    </a:lnTo>
                    <a:lnTo>
                      <a:pt x="912334" y="914400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0" name="ph5260"/>
              <p:cNvSpPr/>
              <p:nvPr/>
            </p:nvSpPr>
            <p:spPr>
              <a:xfrm>
                <a:off x="21513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91" y="931638"/>
                    </a:lnTo>
                    <a:lnTo>
                      <a:pt x="914400" y="930912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1" name="ph5261"/>
              <p:cNvSpPr/>
              <p:nvPr/>
            </p:nvSpPr>
            <p:spPr>
              <a:xfrm>
                <a:off x="21606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2" name="ph5262"/>
              <p:cNvSpPr/>
              <p:nvPr/>
            </p:nvSpPr>
            <p:spPr>
              <a:xfrm>
                <a:off x="21699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3" name="ph5263"/>
              <p:cNvSpPr/>
              <p:nvPr/>
            </p:nvSpPr>
            <p:spPr>
              <a:xfrm>
                <a:off x="21791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4" name="ph5264"/>
              <p:cNvSpPr/>
              <p:nvPr/>
            </p:nvSpPr>
            <p:spPr>
              <a:xfrm>
                <a:off x="218842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5" name="ph5265"/>
              <p:cNvSpPr/>
              <p:nvPr/>
            </p:nvSpPr>
            <p:spPr>
              <a:xfrm>
                <a:off x="21976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6" name="ph5266"/>
              <p:cNvSpPr/>
              <p:nvPr/>
            </p:nvSpPr>
            <p:spPr>
              <a:xfrm>
                <a:off x="22069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7" name="ph5267"/>
              <p:cNvSpPr/>
              <p:nvPr/>
            </p:nvSpPr>
            <p:spPr>
              <a:xfrm>
                <a:off x="22162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8" name="ph5268"/>
              <p:cNvSpPr/>
              <p:nvPr/>
            </p:nvSpPr>
            <p:spPr>
              <a:xfrm>
                <a:off x="222547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9" name="ph5269"/>
              <p:cNvSpPr/>
              <p:nvPr/>
            </p:nvSpPr>
            <p:spPr>
              <a:xfrm>
                <a:off x="22347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0" name="ph5270"/>
              <p:cNvSpPr/>
              <p:nvPr/>
            </p:nvSpPr>
            <p:spPr>
              <a:xfrm>
                <a:off x="22439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1" name="ph5271"/>
              <p:cNvSpPr/>
              <p:nvPr/>
            </p:nvSpPr>
            <p:spPr>
              <a:xfrm>
                <a:off x="22532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2" name="ph5272"/>
              <p:cNvSpPr/>
              <p:nvPr/>
            </p:nvSpPr>
            <p:spPr>
              <a:xfrm>
                <a:off x="22625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3" name="ph5273"/>
              <p:cNvSpPr/>
              <p:nvPr/>
            </p:nvSpPr>
            <p:spPr>
              <a:xfrm>
                <a:off x="22717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4" name="ph5274"/>
              <p:cNvSpPr/>
              <p:nvPr/>
            </p:nvSpPr>
            <p:spPr>
              <a:xfrm>
                <a:off x="22810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5" name="ph5275"/>
              <p:cNvSpPr/>
              <p:nvPr/>
            </p:nvSpPr>
            <p:spPr>
              <a:xfrm>
                <a:off x="22903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6" name="ph5276"/>
              <p:cNvSpPr/>
              <p:nvPr/>
            </p:nvSpPr>
            <p:spPr>
              <a:xfrm>
                <a:off x="22995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7" name="ph5277"/>
              <p:cNvSpPr/>
              <p:nvPr/>
            </p:nvSpPr>
            <p:spPr>
              <a:xfrm>
                <a:off x="230883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8" name="ph5278"/>
              <p:cNvSpPr/>
              <p:nvPr/>
            </p:nvSpPr>
            <p:spPr>
              <a:xfrm>
                <a:off x="23180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9" name="ph5279"/>
              <p:cNvSpPr/>
              <p:nvPr/>
            </p:nvSpPr>
            <p:spPr>
              <a:xfrm>
                <a:off x="23273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0" name="ph5280"/>
              <p:cNvSpPr/>
              <p:nvPr/>
            </p:nvSpPr>
            <p:spPr>
              <a:xfrm>
                <a:off x="23366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1" name="ph5281"/>
              <p:cNvSpPr/>
              <p:nvPr/>
            </p:nvSpPr>
            <p:spPr>
              <a:xfrm>
                <a:off x="23458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2" name="ph5282"/>
              <p:cNvSpPr/>
              <p:nvPr/>
            </p:nvSpPr>
            <p:spPr>
              <a:xfrm>
                <a:off x="235514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3" name="ph5283"/>
              <p:cNvSpPr/>
              <p:nvPr/>
            </p:nvSpPr>
            <p:spPr>
              <a:xfrm>
                <a:off x="23644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4" name="ph5284"/>
              <p:cNvSpPr/>
              <p:nvPr/>
            </p:nvSpPr>
            <p:spPr>
              <a:xfrm>
                <a:off x="23736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5" name="ph5285"/>
              <p:cNvSpPr/>
              <p:nvPr/>
            </p:nvSpPr>
            <p:spPr>
              <a:xfrm>
                <a:off x="23829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6" name="ph5286"/>
              <p:cNvSpPr/>
              <p:nvPr/>
            </p:nvSpPr>
            <p:spPr>
              <a:xfrm>
                <a:off x="2401457" y="158496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426" y="897161"/>
                    </a:lnTo>
                    <a:lnTo>
                      <a:pt x="913591" y="897942"/>
                    </a:lnTo>
                    <a:lnTo>
                      <a:pt x="914400" y="902473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7" name="ph5287"/>
              <p:cNvSpPr/>
              <p:nvPr/>
            </p:nvSpPr>
            <p:spPr>
              <a:xfrm>
                <a:off x="2401457" y="1584964"/>
                <a:ext cx="9163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40" h="914399">
                    <a:moveTo>
                      <a:pt x="914400" y="914399"/>
                    </a:moveTo>
                    <a:lnTo>
                      <a:pt x="914400" y="902473"/>
                    </a:lnTo>
                    <a:lnTo>
                      <a:pt x="915441" y="908307"/>
                    </a:lnTo>
                    <a:lnTo>
                      <a:pt x="916340" y="91439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8" name="ph5288"/>
              <p:cNvSpPr/>
              <p:nvPr/>
            </p:nvSpPr>
            <p:spPr>
              <a:xfrm>
                <a:off x="3077599" y="15677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861" y="931638"/>
                    </a:lnTo>
                    <a:lnTo>
                      <a:pt x="909840" y="923125"/>
                    </a:lnTo>
                    <a:lnTo>
                      <a:pt x="909045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9" name="ph5289"/>
              <p:cNvSpPr/>
              <p:nvPr/>
            </p:nvSpPr>
            <p:spPr>
              <a:xfrm>
                <a:off x="30775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0" name="ph5290"/>
              <p:cNvSpPr/>
              <p:nvPr/>
            </p:nvSpPr>
            <p:spPr>
              <a:xfrm>
                <a:off x="30868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1" name="ph5291"/>
              <p:cNvSpPr/>
              <p:nvPr/>
            </p:nvSpPr>
            <p:spPr>
              <a:xfrm>
                <a:off x="30961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2" name="ph5292"/>
              <p:cNvSpPr/>
              <p:nvPr/>
            </p:nvSpPr>
            <p:spPr>
              <a:xfrm>
                <a:off x="3105386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3" name="ph5293"/>
              <p:cNvSpPr/>
              <p:nvPr/>
            </p:nvSpPr>
            <p:spPr>
              <a:xfrm>
                <a:off x="31146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4" name="ph5294"/>
              <p:cNvSpPr/>
              <p:nvPr/>
            </p:nvSpPr>
            <p:spPr>
              <a:xfrm>
                <a:off x="31239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5" name="ph5295"/>
              <p:cNvSpPr/>
              <p:nvPr/>
            </p:nvSpPr>
            <p:spPr>
              <a:xfrm>
                <a:off x="31331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6" name="ph5296"/>
              <p:cNvSpPr/>
              <p:nvPr/>
            </p:nvSpPr>
            <p:spPr>
              <a:xfrm>
                <a:off x="31424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7" name="ph5297"/>
              <p:cNvSpPr/>
              <p:nvPr/>
            </p:nvSpPr>
            <p:spPr>
              <a:xfrm>
                <a:off x="315169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8" name="ph5298"/>
              <p:cNvSpPr/>
              <p:nvPr/>
            </p:nvSpPr>
            <p:spPr>
              <a:xfrm>
                <a:off x="316095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9" name="ph5299"/>
              <p:cNvSpPr/>
              <p:nvPr/>
            </p:nvSpPr>
            <p:spPr>
              <a:xfrm>
                <a:off x="317022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0" name="ph5300"/>
              <p:cNvSpPr/>
              <p:nvPr/>
            </p:nvSpPr>
            <p:spPr>
              <a:xfrm>
                <a:off x="317948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1" name="ph5301"/>
              <p:cNvSpPr/>
              <p:nvPr/>
            </p:nvSpPr>
            <p:spPr>
              <a:xfrm>
                <a:off x="318874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2" name="ph5302"/>
              <p:cNvSpPr/>
              <p:nvPr/>
            </p:nvSpPr>
            <p:spPr>
              <a:xfrm>
                <a:off x="319800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3" name="ph5303"/>
              <p:cNvSpPr/>
              <p:nvPr/>
            </p:nvSpPr>
            <p:spPr>
              <a:xfrm>
                <a:off x="320727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4" name="ph5304"/>
              <p:cNvSpPr/>
              <p:nvPr/>
            </p:nvSpPr>
            <p:spPr>
              <a:xfrm>
                <a:off x="321653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5" name="ph5305"/>
              <p:cNvSpPr/>
              <p:nvPr/>
            </p:nvSpPr>
            <p:spPr>
              <a:xfrm>
                <a:off x="322579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6" name="ph5306"/>
              <p:cNvSpPr/>
              <p:nvPr/>
            </p:nvSpPr>
            <p:spPr>
              <a:xfrm>
                <a:off x="323505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7" name="ph5307"/>
              <p:cNvSpPr/>
              <p:nvPr/>
            </p:nvSpPr>
            <p:spPr>
              <a:xfrm>
                <a:off x="324431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8" name="ph5308"/>
              <p:cNvSpPr/>
              <p:nvPr/>
            </p:nvSpPr>
            <p:spPr>
              <a:xfrm>
                <a:off x="325358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9" name="ph5309"/>
              <p:cNvSpPr/>
              <p:nvPr/>
            </p:nvSpPr>
            <p:spPr>
              <a:xfrm>
                <a:off x="326284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0" name="ph5310"/>
              <p:cNvSpPr/>
              <p:nvPr/>
            </p:nvSpPr>
            <p:spPr>
              <a:xfrm>
                <a:off x="327210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1" name="ph5311"/>
              <p:cNvSpPr/>
              <p:nvPr/>
            </p:nvSpPr>
            <p:spPr>
              <a:xfrm>
                <a:off x="328136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2" name="ph5312"/>
              <p:cNvSpPr/>
              <p:nvPr/>
            </p:nvSpPr>
            <p:spPr>
              <a:xfrm>
                <a:off x="329063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3" name="ph5313"/>
              <p:cNvSpPr/>
              <p:nvPr/>
            </p:nvSpPr>
            <p:spPr>
              <a:xfrm>
                <a:off x="329989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4" name="ph5314"/>
              <p:cNvSpPr/>
              <p:nvPr/>
            </p:nvSpPr>
            <p:spPr>
              <a:xfrm>
                <a:off x="330915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5" name="ph5315"/>
              <p:cNvSpPr/>
              <p:nvPr/>
            </p:nvSpPr>
            <p:spPr>
              <a:xfrm>
                <a:off x="331841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6" name="ph5316"/>
              <p:cNvSpPr/>
              <p:nvPr/>
            </p:nvSpPr>
            <p:spPr>
              <a:xfrm>
                <a:off x="332767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7" name="ph5317"/>
              <p:cNvSpPr/>
              <p:nvPr/>
            </p:nvSpPr>
            <p:spPr>
              <a:xfrm>
                <a:off x="333694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8" name="ph5318"/>
              <p:cNvSpPr/>
              <p:nvPr/>
            </p:nvSpPr>
            <p:spPr>
              <a:xfrm>
                <a:off x="334620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9" name="ph5319"/>
              <p:cNvSpPr/>
              <p:nvPr/>
            </p:nvSpPr>
            <p:spPr>
              <a:xfrm>
                <a:off x="335546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0" name="ph5320"/>
              <p:cNvSpPr/>
              <p:nvPr/>
            </p:nvSpPr>
            <p:spPr>
              <a:xfrm>
                <a:off x="336472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1" name="ph5321"/>
              <p:cNvSpPr/>
              <p:nvPr/>
            </p:nvSpPr>
            <p:spPr>
              <a:xfrm>
                <a:off x="337399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2" name="ph5322"/>
              <p:cNvSpPr/>
              <p:nvPr/>
            </p:nvSpPr>
            <p:spPr>
              <a:xfrm>
                <a:off x="338325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3" name="ph5323"/>
              <p:cNvSpPr/>
              <p:nvPr/>
            </p:nvSpPr>
            <p:spPr>
              <a:xfrm>
                <a:off x="339251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4" name="ph5324"/>
              <p:cNvSpPr/>
              <p:nvPr/>
            </p:nvSpPr>
            <p:spPr>
              <a:xfrm>
                <a:off x="340177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5" name="ph5325"/>
              <p:cNvSpPr/>
              <p:nvPr/>
            </p:nvSpPr>
            <p:spPr>
              <a:xfrm>
                <a:off x="341103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6" name="ph5326"/>
              <p:cNvSpPr/>
              <p:nvPr/>
            </p:nvSpPr>
            <p:spPr>
              <a:xfrm>
                <a:off x="342030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7" name="ph5327"/>
              <p:cNvSpPr/>
              <p:nvPr/>
            </p:nvSpPr>
            <p:spPr>
              <a:xfrm>
                <a:off x="342956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8" name="ph5328"/>
              <p:cNvSpPr/>
              <p:nvPr/>
            </p:nvSpPr>
            <p:spPr>
              <a:xfrm>
                <a:off x="343882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9" name="ph5329"/>
              <p:cNvSpPr/>
              <p:nvPr/>
            </p:nvSpPr>
            <p:spPr>
              <a:xfrm>
                <a:off x="344808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0" name="ph5330"/>
              <p:cNvSpPr/>
              <p:nvPr/>
            </p:nvSpPr>
            <p:spPr>
              <a:xfrm>
                <a:off x="345735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1" name="ph5331"/>
              <p:cNvSpPr/>
              <p:nvPr/>
            </p:nvSpPr>
            <p:spPr>
              <a:xfrm>
                <a:off x="346661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2" name="ph5332"/>
              <p:cNvSpPr/>
              <p:nvPr/>
            </p:nvSpPr>
            <p:spPr>
              <a:xfrm>
                <a:off x="347587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3" name="ph5333"/>
              <p:cNvSpPr/>
              <p:nvPr/>
            </p:nvSpPr>
            <p:spPr>
              <a:xfrm>
                <a:off x="3485137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4" name="ph5334"/>
              <p:cNvSpPr/>
              <p:nvPr/>
            </p:nvSpPr>
            <p:spPr>
              <a:xfrm>
                <a:off x="3494399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5" name="ph5335"/>
              <p:cNvSpPr/>
              <p:nvPr/>
            </p:nvSpPr>
            <p:spPr>
              <a:xfrm>
                <a:off x="3503661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6" name="ph5336"/>
              <p:cNvSpPr/>
              <p:nvPr/>
            </p:nvSpPr>
            <p:spPr>
              <a:xfrm>
                <a:off x="3512923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7" name="ph5337"/>
              <p:cNvSpPr/>
              <p:nvPr/>
            </p:nvSpPr>
            <p:spPr>
              <a:xfrm>
                <a:off x="3522185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8" name="ph5338"/>
              <p:cNvSpPr/>
              <p:nvPr/>
            </p:nvSpPr>
            <p:spPr>
              <a:xfrm>
                <a:off x="3531448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9" name="ph5339"/>
              <p:cNvSpPr/>
              <p:nvPr/>
            </p:nvSpPr>
            <p:spPr>
              <a:xfrm>
                <a:off x="3540710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0" name="ph5340"/>
              <p:cNvSpPr/>
              <p:nvPr/>
            </p:nvSpPr>
            <p:spPr>
              <a:xfrm>
                <a:off x="3549972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1" name="ph5341"/>
              <p:cNvSpPr/>
              <p:nvPr/>
            </p:nvSpPr>
            <p:spPr>
              <a:xfrm>
                <a:off x="3559234" y="15677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2" name="ph5342"/>
              <p:cNvSpPr/>
              <p:nvPr/>
            </p:nvSpPr>
            <p:spPr>
              <a:xfrm>
                <a:off x="3568497" y="1584964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571" y="910782"/>
                    </a:lnTo>
                    <a:lnTo>
                      <a:pt x="922494" y="911286"/>
                    </a:lnTo>
                    <a:lnTo>
                      <a:pt x="921417" y="911790"/>
                    </a:lnTo>
                    <a:lnTo>
                      <a:pt x="920340" y="912294"/>
                    </a:lnTo>
                    <a:lnTo>
                      <a:pt x="919264" y="912798"/>
                    </a:lnTo>
                    <a:lnTo>
                      <a:pt x="918187" y="913303"/>
                    </a:lnTo>
                    <a:lnTo>
                      <a:pt x="917110" y="913807"/>
                    </a:lnTo>
                    <a:lnTo>
                      <a:pt x="916034" y="914311"/>
                    </a:lnTo>
                    <a:lnTo>
                      <a:pt x="915845" y="91439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3" name="ph5343"/>
              <p:cNvSpPr/>
              <p:nvPr/>
            </p:nvSpPr>
            <p:spPr>
              <a:xfrm>
                <a:off x="3577759" y="1567725"/>
                <a:ext cx="923662" cy="92797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97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3652"/>
                    </a:lnTo>
                    <a:lnTo>
                      <a:pt x="922929" y="923993"/>
                    </a:lnTo>
                    <a:lnTo>
                      <a:pt x="921852" y="924496"/>
                    </a:lnTo>
                    <a:lnTo>
                      <a:pt x="920774" y="925000"/>
                    </a:lnTo>
                    <a:lnTo>
                      <a:pt x="919696" y="925503"/>
                    </a:lnTo>
                    <a:lnTo>
                      <a:pt x="918619" y="926006"/>
                    </a:lnTo>
                    <a:lnTo>
                      <a:pt x="917541" y="926510"/>
                    </a:lnTo>
                    <a:lnTo>
                      <a:pt x="916464" y="927013"/>
                    </a:lnTo>
                    <a:lnTo>
                      <a:pt x="915386" y="927517"/>
                    </a:lnTo>
                    <a:lnTo>
                      <a:pt x="914400" y="92797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4" name="ph5344"/>
              <p:cNvSpPr/>
              <p:nvPr/>
            </p:nvSpPr>
            <p:spPr>
              <a:xfrm>
                <a:off x="3587021" y="1567725"/>
                <a:ext cx="923662" cy="92365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365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9151"/>
                    </a:lnTo>
                    <a:lnTo>
                      <a:pt x="920140" y="920975"/>
                    </a:lnTo>
                    <a:lnTo>
                      <a:pt x="919058" y="921479"/>
                    </a:lnTo>
                    <a:lnTo>
                      <a:pt x="917980" y="921982"/>
                    </a:lnTo>
                    <a:lnTo>
                      <a:pt x="916901" y="922484"/>
                    </a:lnTo>
                    <a:lnTo>
                      <a:pt x="915823" y="922987"/>
                    </a:lnTo>
                    <a:lnTo>
                      <a:pt x="914745" y="923490"/>
                    </a:lnTo>
                    <a:lnTo>
                      <a:pt x="914400" y="923652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5" name="ph5345"/>
              <p:cNvSpPr/>
              <p:nvPr/>
            </p:nvSpPr>
            <p:spPr>
              <a:xfrm>
                <a:off x="3596283" y="1567725"/>
                <a:ext cx="922301" cy="919151"/>
              </a:xfrm>
              <a:custGeom>
                <a:avLst/>
                <a:gdLst/>
                <a:ahLst/>
                <a:cxnLst/>
                <a:rect l="0" t="0" r="0" b="0"/>
                <a:pathLst>
                  <a:path w="922301" h="919151">
                    <a:moveTo>
                      <a:pt x="914400" y="914400"/>
                    </a:moveTo>
                    <a:lnTo>
                      <a:pt x="922301" y="914400"/>
                    </a:lnTo>
                    <a:lnTo>
                      <a:pt x="921953" y="914655"/>
                    </a:lnTo>
                    <a:lnTo>
                      <a:pt x="916460" y="918084"/>
                    </a:lnTo>
                    <a:lnTo>
                      <a:pt x="914400" y="919151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6" name="ph5346"/>
              <p:cNvSpPr/>
              <p:nvPr/>
            </p:nvSpPr>
            <p:spPr>
              <a:xfrm>
                <a:off x="2151377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2334" y="931638"/>
                    </a:lnTo>
                    <a:lnTo>
                      <a:pt x="911371" y="923082"/>
                    </a:lnTo>
                    <a:lnTo>
                      <a:pt x="910628" y="91439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7" name="ph5347"/>
              <p:cNvSpPr/>
              <p:nvPr/>
            </p:nvSpPr>
            <p:spPr>
              <a:xfrm>
                <a:off x="21513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8" name="ph5348"/>
              <p:cNvSpPr/>
              <p:nvPr/>
            </p:nvSpPr>
            <p:spPr>
              <a:xfrm>
                <a:off x="21606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9" name="ph5349"/>
              <p:cNvSpPr/>
              <p:nvPr/>
            </p:nvSpPr>
            <p:spPr>
              <a:xfrm>
                <a:off x="21699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0" name="ph5350"/>
              <p:cNvSpPr/>
              <p:nvPr/>
            </p:nvSpPr>
            <p:spPr>
              <a:xfrm>
                <a:off x="21791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1" name="ph5351"/>
              <p:cNvSpPr/>
              <p:nvPr/>
            </p:nvSpPr>
            <p:spPr>
              <a:xfrm>
                <a:off x="218842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2" name="ph5352"/>
              <p:cNvSpPr/>
              <p:nvPr/>
            </p:nvSpPr>
            <p:spPr>
              <a:xfrm>
                <a:off x="21976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3" name="ph5353"/>
              <p:cNvSpPr/>
              <p:nvPr/>
            </p:nvSpPr>
            <p:spPr>
              <a:xfrm>
                <a:off x="22069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4" name="ph5354"/>
              <p:cNvSpPr/>
              <p:nvPr/>
            </p:nvSpPr>
            <p:spPr>
              <a:xfrm>
                <a:off x="22162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5" name="ph5355"/>
              <p:cNvSpPr/>
              <p:nvPr/>
            </p:nvSpPr>
            <p:spPr>
              <a:xfrm>
                <a:off x="222547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6" name="ph5356"/>
              <p:cNvSpPr/>
              <p:nvPr/>
            </p:nvSpPr>
            <p:spPr>
              <a:xfrm>
                <a:off x="22347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7" name="ph5357"/>
              <p:cNvSpPr/>
              <p:nvPr/>
            </p:nvSpPr>
            <p:spPr>
              <a:xfrm>
                <a:off x="22439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8" name="ph5358"/>
              <p:cNvSpPr/>
              <p:nvPr/>
            </p:nvSpPr>
            <p:spPr>
              <a:xfrm>
                <a:off x="22532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9" name="ph5359"/>
              <p:cNvSpPr/>
              <p:nvPr/>
            </p:nvSpPr>
            <p:spPr>
              <a:xfrm>
                <a:off x="22625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0" name="ph5360"/>
              <p:cNvSpPr/>
              <p:nvPr/>
            </p:nvSpPr>
            <p:spPr>
              <a:xfrm>
                <a:off x="22717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1" name="ph5361"/>
              <p:cNvSpPr/>
              <p:nvPr/>
            </p:nvSpPr>
            <p:spPr>
              <a:xfrm>
                <a:off x="22810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2" name="ph5362"/>
              <p:cNvSpPr/>
              <p:nvPr/>
            </p:nvSpPr>
            <p:spPr>
              <a:xfrm>
                <a:off x="22903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3" name="ph5363"/>
              <p:cNvSpPr/>
              <p:nvPr/>
            </p:nvSpPr>
            <p:spPr>
              <a:xfrm>
                <a:off x="22995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4" name="ph5364"/>
              <p:cNvSpPr/>
              <p:nvPr/>
            </p:nvSpPr>
            <p:spPr>
              <a:xfrm>
                <a:off x="230883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5" name="ph5365"/>
              <p:cNvSpPr/>
              <p:nvPr/>
            </p:nvSpPr>
            <p:spPr>
              <a:xfrm>
                <a:off x="23180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6" name="ph5366"/>
              <p:cNvSpPr/>
              <p:nvPr/>
            </p:nvSpPr>
            <p:spPr>
              <a:xfrm>
                <a:off x="23273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7" name="ph5367"/>
              <p:cNvSpPr/>
              <p:nvPr/>
            </p:nvSpPr>
            <p:spPr>
              <a:xfrm>
                <a:off x="23366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8" name="ph5368"/>
              <p:cNvSpPr/>
              <p:nvPr/>
            </p:nvSpPr>
            <p:spPr>
              <a:xfrm>
                <a:off x="23458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9" name="ph5369"/>
              <p:cNvSpPr/>
              <p:nvPr/>
            </p:nvSpPr>
            <p:spPr>
              <a:xfrm>
                <a:off x="235514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0" name="ph5370"/>
              <p:cNvSpPr/>
              <p:nvPr/>
            </p:nvSpPr>
            <p:spPr>
              <a:xfrm>
                <a:off x="23644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1" name="ph5371"/>
              <p:cNvSpPr/>
              <p:nvPr/>
            </p:nvSpPr>
            <p:spPr>
              <a:xfrm>
                <a:off x="23736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2" name="ph5372"/>
              <p:cNvSpPr/>
              <p:nvPr/>
            </p:nvSpPr>
            <p:spPr>
              <a:xfrm>
                <a:off x="23829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3" name="ph5373"/>
              <p:cNvSpPr/>
              <p:nvPr/>
            </p:nvSpPr>
            <p:spPr>
              <a:xfrm>
                <a:off x="2392195" y="1567725"/>
                <a:ext cx="9226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8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795" y="897161"/>
                    </a:lnTo>
                    <a:lnTo>
                      <a:pt x="920711" y="905012"/>
                    </a:lnTo>
                    <a:lnTo>
                      <a:pt x="922688" y="914400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4" name="ph5374"/>
              <p:cNvSpPr/>
              <p:nvPr/>
            </p:nvSpPr>
            <p:spPr>
              <a:xfrm>
                <a:off x="3077599" y="15504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9045" y="931638"/>
                    </a:lnTo>
                    <a:lnTo>
                      <a:pt x="908876" y="929783"/>
                    </a:lnTo>
                    <a:lnTo>
                      <a:pt x="908209" y="919123"/>
                    </a:lnTo>
                    <a:lnTo>
                      <a:pt x="908046" y="91439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5" name="ph5375"/>
              <p:cNvSpPr/>
              <p:nvPr/>
            </p:nvSpPr>
            <p:spPr>
              <a:xfrm>
                <a:off x="30775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6" name="ph5376"/>
              <p:cNvSpPr/>
              <p:nvPr/>
            </p:nvSpPr>
            <p:spPr>
              <a:xfrm>
                <a:off x="30868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7" name="ph5377"/>
              <p:cNvSpPr/>
              <p:nvPr/>
            </p:nvSpPr>
            <p:spPr>
              <a:xfrm>
                <a:off x="30961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8" name="ph5378"/>
              <p:cNvSpPr/>
              <p:nvPr/>
            </p:nvSpPr>
            <p:spPr>
              <a:xfrm>
                <a:off x="3105386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9" name="ph5379"/>
              <p:cNvSpPr/>
              <p:nvPr/>
            </p:nvSpPr>
            <p:spPr>
              <a:xfrm>
                <a:off x="31146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0" name="ph5380"/>
              <p:cNvSpPr/>
              <p:nvPr/>
            </p:nvSpPr>
            <p:spPr>
              <a:xfrm>
                <a:off x="31239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1" name="ph5381"/>
              <p:cNvSpPr/>
              <p:nvPr/>
            </p:nvSpPr>
            <p:spPr>
              <a:xfrm>
                <a:off x="31331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2" name="ph5382"/>
              <p:cNvSpPr/>
              <p:nvPr/>
            </p:nvSpPr>
            <p:spPr>
              <a:xfrm>
                <a:off x="31424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3" name="ph5383"/>
              <p:cNvSpPr/>
              <p:nvPr/>
            </p:nvSpPr>
            <p:spPr>
              <a:xfrm>
                <a:off x="31516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4" name="ph5384"/>
              <p:cNvSpPr/>
              <p:nvPr/>
            </p:nvSpPr>
            <p:spPr>
              <a:xfrm>
                <a:off x="31609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5" name="ph5385"/>
              <p:cNvSpPr/>
              <p:nvPr/>
            </p:nvSpPr>
            <p:spPr>
              <a:xfrm>
                <a:off x="31702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6" name="ph5386"/>
              <p:cNvSpPr/>
              <p:nvPr/>
            </p:nvSpPr>
            <p:spPr>
              <a:xfrm>
                <a:off x="317948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7" name="ph5387"/>
              <p:cNvSpPr/>
              <p:nvPr/>
            </p:nvSpPr>
            <p:spPr>
              <a:xfrm>
                <a:off x="318874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8" name="ph5388"/>
              <p:cNvSpPr/>
              <p:nvPr/>
            </p:nvSpPr>
            <p:spPr>
              <a:xfrm>
                <a:off x="319800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9" name="ph5389"/>
              <p:cNvSpPr/>
              <p:nvPr/>
            </p:nvSpPr>
            <p:spPr>
              <a:xfrm>
                <a:off x="320727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0" name="ph5390"/>
              <p:cNvSpPr/>
              <p:nvPr/>
            </p:nvSpPr>
            <p:spPr>
              <a:xfrm>
                <a:off x="321653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1" name="ph5391"/>
              <p:cNvSpPr/>
              <p:nvPr/>
            </p:nvSpPr>
            <p:spPr>
              <a:xfrm>
                <a:off x="322579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2" name="ph5392"/>
              <p:cNvSpPr/>
              <p:nvPr/>
            </p:nvSpPr>
            <p:spPr>
              <a:xfrm>
                <a:off x="323505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3" name="ph5393"/>
              <p:cNvSpPr/>
              <p:nvPr/>
            </p:nvSpPr>
            <p:spPr>
              <a:xfrm>
                <a:off x="324431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4" name="ph5394"/>
              <p:cNvSpPr/>
              <p:nvPr/>
            </p:nvSpPr>
            <p:spPr>
              <a:xfrm>
                <a:off x="325358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5" name="ph5395"/>
              <p:cNvSpPr/>
              <p:nvPr/>
            </p:nvSpPr>
            <p:spPr>
              <a:xfrm>
                <a:off x="326284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6" name="ph5396"/>
              <p:cNvSpPr/>
              <p:nvPr/>
            </p:nvSpPr>
            <p:spPr>
              <a:xfrm>
                <a:off x="327210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7" name="ph5397"/>
              <p:cNvSpPr/>
              <p:nvPr/>
            </p:nvSpPr>
            <p:spPr>
              <a:xfrm>
                <a:off x="328136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8" name="ph5398"/>
              <p:cNvSpPr/>
              <p:nvPr/>
            </p:nvSpPr>
            <p:spPr>
              <a:xfrm>
                <a:off x="329063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9" name="ph5399"/>
              <p:cNvSpPr/>
              <p:nvPr/>
            </p:nvSpPr>
            <p:spPr>
              <a:xfrm>
                <a:off x="329989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0" name="ph5400"/>
              <p:cNvSpPr/>
              <p:nvPr/>
            </p:nvSpPr>
            <p:spPr>
              <a:xfrm>
                <a:off x="330915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1" name="ph5401"/>
              <p:cNvSpPr/>
              <p:nvPr/>
            </p:nvSpPr>
            <p:spPr>
              <a:xfrm>
                <a:off x="331841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2" name="ph5402"/>
              <p:cNvSpPr/>
              <p:nvPr/>
            </p:nvSpPr>
            <p:spPr>
              <a:xfrm>
                <a:off x="332767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3" name="ph5403"/>
              <p:cNvSpPr/>
              <p:nvPr/>
            </p:nvSpPr>
            <p:spPr>
              <a:xfrm>
                <a:off x="333694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4" name="ph5404"/>
              <p:cNvSpPr/>
              <p:nvPr/>
            </p:nvSpPr>
            <p:spPr>
              <a:xfrm>
                <a:off x="334620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5" name="ph5405"/>
              <p:cNvSpPr/>
              <p:nvPr/>
            </p:nvSpPr>
            <p:spPr>
              <a:xfrm>
                <a:off x="335546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6" name="ph5406"/>
              <p:cNvSpPr/>
              <p:nvPr/>
            </p:nvSpPr>
            <p:spPr>
              <a:xfrm>
                <a:off x="336472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7" name="ph5407"/>
              <p:cNvSpPr/>
              <p:nvPr/>
            </p:nvSpPr>
            <p:spPr>
              <a:xfrm>
                <a:off x="337399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8" name="ph5408"/>
              <p:cNvSpPr/>
              <p:nvPr/>
            </p:nvSpPr>
            <p:spPr>
              <a:xfrm>
                <a:off x="338325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9">
                  <a:alpha val="100000"/>
                </a:srgbClr>
              </a:solidFill>
              <a:ln w="5420" cap="flat">
                <a:solidFill>
                  <a:srgbClr val="F275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9" name="ph5409"/>
              <p:cNvSpPr/>
              <p:nvPr/>
            </p:nvSpPr>
            <p:spPr>
              <a:xfrm>
                <a:off x="339251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0" name="ph5410"/>
              <p:cNvSpPr/>
              <p:nvPr/>
            </p:nvSpPr>
            <p:spPr>
              <a:xfrm>
                <a:off x="340177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1" name="ph5411"/>
              <p:cNvSpPr/>
              <p:nvPr/>
            </p:nvSpPr>
            <p:spPr>
              <a:xfrm>
                <a:off x="341103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2" name="ph5412"/>
              <p:cNvSpPr/>
              <p:nvPr/>
            </p:nvSpPr>
            <p:spPr>
              <a:xfrm>
                <a:off x="342030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3" name="ph5413"/>
              <p:cNvSpPr/>
              <p:nvPr/>
            </p:nvSpPr>
            <p:spPr>
              <a:xfrm>
                <a:off x="342956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4" name="ph5414"/>
              <p:cNvSpPr/>
              <p:nvPr/>
            </p:nvSpPr>
            <p:spPr>
              <a:xfrm>
                <a:off x="343882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5" name="ph5415"/>
              <p:cNvSpPr/>
              <p:nvPr/>
            </p:nvSpPr>
            <p:spPr>
              <a:xfrm>
                <a:off x="344808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6" name="ph5416"/>
              <p:cNvSpPr/>
              <p:nvPr/>
            </p:nvSpPr>
            <p:spPr>
              <a:xfrm>
                <a:off x="345735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7" name="ph5417"/>
              <p:cNvSpPr/>
              <p:nvPr/>
            </p:nvSpPr>
            <p:spPr>
              <a:xfrm>
                <a:off x="346661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8" name="ph5418"/>
              <p:cNvSpPr/>
              <p:nvPr/>
            </p:nvSpPr>
            <p:spPr>
              <a:xfrm>
                <a:off x="347587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9" name="ph5419"/>
              <p:cNvSpPr/>
              <p:nvPr/>
            </p:nvSpPr>
            <p:spPr>
              <a:xfrm>
                <a:off x="348513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0" name="ph5420"/>
              <p:cNvSpPr/>
              <p:nvPr/>
            </p:nvSpPr>
            <p:spPr>
              <a:xfrm>
                <a:off x="349439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1" name="ph5421"/>
              <p:cNvSpPr/>
              <p:nvPr/>
            </p:nvSpPr>
            <p:spPr>
              <a:xfrm>
                <a:off x="350366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2" name="ph5422"/>
              <p:cNvSpPr/>
              <p:nvPr/>
            </p:nvSpPr>
            <p:spPr>
              <a:xfrm>
                <a:off x="3512923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3" name="ph5423"/>
              <p:cNvSpPr/>
              <p:nvPr/>
            </p:nvSpPr>
            <p:spPr>
              <a:xfrm>
                <a:off x="3522185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4" name="ph5424"/>
              <p:cNvSpPr/>
              <p:nvPr/>
            </p:nvSpPr>
            <p:spPr>
              <a:xfrm>
                <a:off x="3531448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5" name="ph5425"/>
              <p:cNvSpPr/>
              <p:nvPr/>
            </p:nvSpPr>
            <p:spPr>
              <a:xfrm>
                <a:off x="3540710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6" name="ph5426"/>
              <p:cNvSpPr/>
              <p:nvPr/>
            </p:nvSpPr>
            <p:spPr>
              <a:xfrm>
                <a:off x="3549972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7" name="ph5427"/>
              <p:cNvSpPr/>
              <p:nvPr/>
            </p:nvSpPr>
            <p:spPr>
              <a:xfrm>
                <a:off x="3559234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8" name="ph5428"/>
              <p:cNvSpPr/>
              <p:nvPr/>
            </p:nvSpPr>
            <p:spPr>
              <a:xfrm>
                <a:off x="3568497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9" name="ph5429"/>
              <p:cNvSpPr/>
              <p:nvPr/>
            </p:nvSpPr>
            <p:spPr>
              <a:xfrm>
                <a:off x="3577759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0" name="ph5430"/>
              <p:cNvSpPr/>
              <p:nvPr/>
            </p:nvSpPr>
            <p:spPr>
              <a:xfrm>
                <a:off x="3587021" y="15504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1" name="ph5431"/>
              <p:cNvSpPr/>
              <p:nvPr/>
            </p:nvSpPr>
            <p:spPr>
              <a:xfrm>
                <a:off x="3596283" y="15677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401"/>
                    </a:lnTo>
                    <a:lnTo>
                      <a:pt x="922301" y="914400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2" name="ph5432"/>
              <p:cNvSpPr/>
              <p:nvPr/>
            </p:nvSpPr>
            <p:spPr>
              <a:xfrm>
                <a:off x="3605545" y="1550487"/>
                <a:ext cx="923662" cy="93063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639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3163"/>
                    </a:lnTo>
                    <a:lnTo>
                      <a:pt x="923353" y="923462"/>
                    </a:lnTo>
                    <a:lnTo>
                      <a:pt x="918081" y="927937"/>
                    </a:lnTo>
                    <a:lnTo>
                      <a:pt x="914400" y="93063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3" name="ph5433"/>
              <p:cNvSpPr/>
              <p:nvPr/>
            </p:nvSpPr>
            <p:spPr>
              <a:xfrm>
                <a:off x="3614808" y="1550487"/>
                <a:ext cx="922956" cy="923163"/>
              </a:xfrm>
              <a:custGeom>
                <a:avLst/>
                <a:gdLst/>
                <a:ahLst/>
                <a:cxnLst/>
                <a:rect l="0" t="0" r="0" b="0"/>
                <a:pathLst>
                  <a:path w="922956" h="923163">
                    <a:moveTo>
                      <a:pt x="914400" y="914399"/>
                    </a:moveTo>
                    <a:lnTo>
                      <a:pt x="922956" y="914399"/>
                    </a:lnTo>
                    <a:lnTo>
                      <a:pt x="919230" y="918483"/>
                    </a:lnTo>
                    <a:lnTo>
                      <a:pt x="914400" y="923163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4" name="ph5434"/>
              <p:cNvSpPr/>
              <p:nvPr/>
            </p:nvSpPr>
            <p:spPr>
              <a:xfrm>
                <a:off x="2142115" y="1533248"/>
                <a:ext cx="914400" cy="9194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34">
                    <a:moveTo>
                      <a:pt x="914400" y="914399"/>
                    </a:moveTo>
                    <a:lnTo>
                      <a:pt x="914400" y="919434"/>
                    </a:lnTo>
                    <a:lnTo>
                      <a:pt x="912019" y="917566"/>
                    </a:lnTo>
                    <a:lnTo>
                      <a:pt x="908500" y="91439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5" name="ph5435"/>
              <p:cNvSpPr/>
              <p:nvPr/>
            </p:nvSpPr>
            <p:spPr>
              <a:xfrm>
                <a:off x="214211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891" y="931638"/>
                    </a:lnTo>
                    <a:lnTo>
                      <a:pt x="919782" y="930369"/>
                    </a:lnTo>
                    <a:lnTo>
                      <a:pt x="919354" y="923093"/>
                    </a:lnTo>
                    <a:lnTo>
                      <a:pt x="917264" y="921682"/>
                    </a:lnTo>
                    <a:lnTo>
                      <a:pt x="914400" y="919434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6" name="ph5436"/>
              <p:cNvSpPr/>
              <p:nvPr/>
            </p:nvSpPr>
            <p:spPr>
              <a:xfrm>
                <a:off x="21513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7" name="ph5437"/>
              <p:cNvSpPr/>
              <p:nvPr/>
            </p:nvSpPr>
            <p:spPr>
              <a:xfrm>
                <a:off x="21606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8" name="ph5438"/>
              <p:cNvSpPr/>
              <p:nvPr/>
            </p:nvSpPr>
            <p:spPr>
              <a:xfrm>
                <a:off x="21699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9" name="ph5439"/>
              <p:cNvSpPr/>
              <p:nvPr/>
            </p:nvSpPr>
            <p:spPr>
              <a:xfrm>
                <a:off x="21791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0" name="ph5440"/>
              <p:cNvSpPr/>
              <p:nvPr/>
            </p:nvSpPr>
            <p:spPr>
              <a:xfrm>
                <a:off x="218842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1" name="ph5441"/>
              <p:cNvSpPr/>
              <p:nvPr/>
            </p:nvSpPr>
            <p:spPr>
              <a:xfrm>
                <a:off x="21976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2" name="ph5442"/>
              <p:cNvSpPr/>
              <p:nvPr/>
            </p:nvSpPr>
            <p:spPr>
              <a:xfrm>
                <a:off x="22069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3" name="ph5443"/>
              <p:cNvSpPr/>
              <p:nvPr/>
            </p:nvSpPr>
            <p:spPr>
              <a:xfrm>
                <a:off x="22162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4" name="ph5444"/>
              <p:cNvSpPr/>
              <p:nvPr/>
            </p:nvSpPr>
            <p:spPr>
              <a:xfrm>
                <a:off x="222547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5" name="ph5445"/>
              <p:cNvSpPr/>
              <p:nvPr/>
            </p:nvSpPr>
            <p:spPr>
              <a:xfrm>
                <a:off x="22347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6" name="ph5446"/>
              <p:cNvSpPr/>
              <p:nvPr/>
            </p:nvSpPr>
            <p:spPr>
              <a:xfrm>
                <a:off x="22439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7" name="ph5447"/>
              <p:cNvSpPr/>
              <p:nvPr/>
            </p:nvSpPr>
            <p:spPr>
              <a:xfrm>
                <a:off x="22532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8" name="ph5448"/>
              <p:cNvSpPr/>
              <p:nvPr/>
            </p:nvSpPr>
            <p:spPr>
              <a:xfrm>
                <a:off x="22625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9" name="ph5449"/>
              <p:cNvSpPr/>
              <p:nvPr/>
            </p:nvSpPr>
            <p:spPr>
              <a:xfrm>
                <a:off x="22717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0" name="ph5450"/>
              <p:cNvSpPr/>
              <p:nvPr/>
            </p:nvSpPr>
            <p:spPr>
              <a:xfrm>
                <a:off x="22810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1" name="ph5451"/>
              <p:cNvSpPr/>
              <p:nvPr/>
            </p:nvSpPr>
            <p:spPr>
              <a:xfrm>
                <a:off x="22903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2" name="ph5452"/>
              <p:cNvSpPr/>
              <p:nvPr/>
            </p:nvSpPr>
            <p:spPr>
              <a:xfrm>
                <a:off x="22995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3" name="ph5453"/>
              <p:cNvSpPr/>
              <p:nvPr/>
            </p:nvSpPr>
            <p:spPr>
              <a:xfrm>
                <a:off x="230883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4" name="ph5454"/>
              <p:cNvSpPr/>
              <p:nvPr/>
            </p:nvSpPr>
            <p:spPr>
              <a:xfrm>
                <a:off x="23180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5" name="ph5455"/>
              <p:cNvSpPr/>
              <p:nvPr/>
            </p:nvSpPr>
            <p:spPr>
              <a:xfrm>
                <a:off x="23273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6" name="ph5456"/>
              <p:cNvSpPr/>
              <p:nvPr/>
            </p:nvSpPr>
            <p:spPr>
              <a:xfrm>
                <a:off x="23366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7" name="ph5457"/>
              <p:cNvSpPr/>
              <p:nvPr/>
            </p:nvSpPr>
            <p:spPr>
              <a:xfrm>
                <a:off x="23458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8" name="ph5458"/>
              <p:cNvSpPr/>
              <p:nvPr/>
            </p:nvSpPr>
            <p:spPr>
              <a:xfrm>
                <a:off x="235514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9" name="ph5459"/>
              <p:cNvSpPr/>
              <p:nvPr/>
            </p:nvSpPr>
            <p:spPr>
              <a:xfrm>
                <a:off x="23644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0" name="ph5460"/>
              <p:cNvSpPr/>
              <p:nvPr/>
            </p:nvSpPr>
            <p:spPr>
              <a:xfrm>
                <a:off x="23736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1" name="ph5461"/>
              <p:cNvSpPr/>
              <p:nvPr/>
            </p:nvSpPr>
            <p:spPr>
              <a:xfrm>
                <a:off x="2392195" y="1550487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3853" y="897161"/>
                    </a:lnTo>
                    <a:lnTo>
                      <a:pt x="914399" y="89888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2" name="ph5462"/>
              <p:cNvSpPr/>
              <p:nvPr/>
            </p:nvSpPr>
            <p:spPr>
              <a:xfrm>
                <a:off x="2392195" y="1550487"/>
                <a:ext cx="91879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795" h="914399">
                    <a:moveTo>
                      <a:pt x="914399" y="914399"/>
                    </a:moveTo>
                    <a:lnTo>
                      <a:pt x="914399" y="898889"/>
                    </a:lnTo>
                    <a:lnTo>
                      <a:pt x="915578" y="902616"/>
                    </a:lnTo>
                    <a:lnTo>
                      <a:pt x="918284" y="912307"/>
                    </a:lnTo>
                    <a:lnTo>
                      <a:pt x="918795" y="91439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3" name="ph5463"/>
              <p:cNvSpPr/>
              <p:nvPr/>
            </p:nvSpPr>
            <p:spPr>
              <a:xfrm>
                <a:off x="3077599" y="15332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046" y="931638"/>
                    </a:lnTo>
                    <a:lnTo>
                      <a:pt x="907840" y="925652"/>
                    </a:lnTo>
                    <a:lnTo>
                      <a:pt x="907769" y="914921"/>
                    </a:lnTo>
                    <a:lnTo>
                      <a:pt x="907780" y="91439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4" name="ph5464"/>
              <p:cNvSpPr/>
              <p:nvPr/>
            </p:nvSpPr>
            <p:spPr>
              <a:xfrm>
                <a:off x="30775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5" name="ph5465"/>
              <p:cNvSpPr/>
              <p:nvPr/>
            </p:nvSpPr>
            <p:spPr>
              <a:xfrm>
                <a:off x="30868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6" name="ph5466"/>
              <p:cNvSpPr/>
              <p:nvPr/>
            </p:nvSpPr>
            <p:spPr>
              <a:xfrm>
                <a:off x="30961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7" name="ph5467"/>
              <p:cNvSpPr/>
              <p:nvPr/>
            </p:nvSpPr>
            <p:spPr>
              <a:xfrm>
                <a:off x="3105386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8" name="ph5468"/>
              <p:cNvSpPr/>
              <p:nvPr/>
            </p:nvSpPr>
            <p:spPr>
              <a:xfrm>
                <a:off x="31146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9" name="ph5469"/>
              <p:cNvSpPr/>
              <p:nvPr/>
            </p:nvSpPr>
            <p:spPr>
              <a:xfrm>
                <a:off x="31239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0" name="ph5470"/>
              <p:cNvSpPr/>
              <p:nvPr/>
            </p:nvSpPr>
            <p:spPr>
              <a:xfrm>
                <a:off x="31331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1" name="ph5471"/>
              <p:cNvSpPr/>
              <p:nvPr/>
            </p:nvSpPr>
            <p:spPr>
              <a:xfrm>
                <a:off x="31424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2" name="ph5472"/>
              <p:cNvSpPr/>
              <p:nvPr/>
            </p:nvSpPr>
            <p:spPr>
              <a:xfrm>
                <a:off x="31516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3" name="ph5473"/>
              <p:cNvSpPr/>
              <p:nvPr/>
            </p:nvSpPr>
            <p:spPr>
              <a:xfrm>
                <a:off x="31609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4" name="ph5474"/>
              <p:cNvSpPr/>
              <p:nvPr/>
            </p:nvSpPr>
            <p:spPr>
              <a:xfrm>
                <a:off x="31702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5" name="ph5475"/>
              <p:cNvSpPr/>
              <p:nvPr/>
            </p:nvSpPr>
            <p:spPr>
              <a:xfrm>
                <a:off x="31794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6" name="ph5476"/>
              <p:cNvSpPr/>
              <p:nvPr/>
            </p:nvSpPr>
            <p:spPr>
              <a:xfrm>
                <a:off x="31887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7" name="ph5477"/>
              <p:cNvSpPr/>
              <p:nvPr/>
            </p:nvSpPr>
            <p:spPr>
              <a:xfrm>
                <a:off x="319800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8" name="ph5478"/>
              <p:cNvSpPr/>
              <p:nvPr/>
            </p:nvSpPr>
            <p:spPr>
              <a:xfrm>
                <a:off x="320727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9" name="ph5479"/>
              <p:cNvSpPr/>
              <p:nvPr/>
            </p:nvSpPr>
            <p:spPr>
              <a:xfrm>
                <a:off x="321653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0" name="ph5480"/>
              <p:cNvSpPr/>
              <p:nvPr/>
            </p:nvSpPr>
            <p:spPr>
              <a:xfrm>
                <a:off x="322579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1" name="ph5481"/>
              <p:cNvSpPr/>
              <p:nvPr/>
            </p:nvSpPr>
            <p:spPr>
              <a:xfrm>
                <a:off x="323505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2" name="ph5482"/>
              <p:cNvSpPr/>
              <p:nvPr/>
            </p:nvSpPr>
            <p:spPr>
              <a:xfrm>
                <a:off x="324431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3" name="ph5483"/>
              <p:cNvSpPr/>
              <p:nvPr/>
            </p:nvSpPr>
            <p:spPr>
              <a:xfrm>
                <a:off x="325358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4" name="ph5484"/>
              <p:cNvSpPr/>
              <p:nvPr/>
            </p:nvSpPr>
            <p:spPr>
              <a:xfrm>
                <a:off x="326284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5" name="ph5485"/>
              <p:cNvSpPr/>
              <p:nvPr/>
            </p:nvSpPr>
            <p:spPr>
              <a:xfrm>
                <a:off x="327210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6" name="ph5486"/>
              <p:cNvSpPr/>
              <p:nvPr/>
            </p:nvSpPr>
            <p:spPr>
              <a:xfrm>
                <a:off x="328136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7" name="ph5487"/>
              <p:cNvSpPr/>
              <p:nvPr/>
            </p:nvSpPr>
            <p:spPr>
              <a:xfrm>
                <a:off x="329063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8" name="ph5488"/>
              <p:cNvSpPr/>
              <p:nvPr/>
            </p:nvSpPr>
            <p:spPr>
              <a:xfrm>
                <a:off x="329989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9" name="ph5489"/>
              <p:cNvSpPr/>
              <p:nvPr/>
            </p:nvSpPr>
            <p:spPr>
              <a:xfrm>
                <a:off x="330915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0" name="ph5490"/>
              <p:cNvSpPr/>
              <p:nvPr/>
            </p:nvSpPr>
            <p:spPr>
              <a:xfrm>
                <a:off x="331841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1" name="ph5491"/>
              <p:cNvSpPr/>
              <p:nvPr/>
            </p:nvSpPr>
            <p:spPr>
              <a:xfrm>
                <a:off x="332767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2" name="ph5492"/>
              <p:cNvSpPr/>
              <p:nvPr/>
            </p:nvSpPr>
            <p:spPr>
              <a:xfrm>
                <a:off x="333694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3" name="ph5493"/>
              <p:cNvSpPr/>
              <p:nvPr/>
            </p:nvSpPr>
            <p:spPr>
              <a:xfrm>
                <a:off x="334620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4" name="ph5494"/>
              <p:cNvSpPr/>
              <p:nvPr/>
            </p:nvSpPr>
            <p:spPr>
              <a:xfrm>
                <a:off x="335546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5" name="ph5495"/>
              <p:cNvSpPr/>
              <p:nvPr/>
            </p:nvSpPr>
            <p:spPr>
              <a:xfrm>
                <a:off x="336472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6" name="ph5496"/>
              <p:cNvSpPr/>
              <p:nvPr/>
            </p:nvSpPr>
            <p:spPr>
              <a:xfrm>
                <a:off x="337399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7" name="ph5497"/>
              <p:cNvSpPr/>
              <p:nvPr/>
            </p:nvSpPr>
            <p:spPr>
              <a:xfrm>
                <a:off x="338325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8" name="ph5498"/>
              <p:cNvSpPr/>
              <p:nvPr/>
            </p:nvSpPr>
            <p:spPr>
              <a:xfrm>
                <a:off x="339251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9" name="ph5499"/>
              <p:cNvSpPr/>
              <p:nvPr/>
            </p:nvSpPr>
            <p:spPr>
              <a:xfrm>
                <a:off x="340177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0" name="ph5500"/>
              <p:cNvSpPr/>
              <p:nvPr/>
            </p:nvSpPr>
            <p:spPr>
              <a:xfrm>
                <a:off x="341103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1" name="ph5501"/>
              <p:cNvSpPr/>
              <p:nvPr/>
            </p:nvSpPr>
            <p:spPr>
              <a:xfrm>
                <a:off x="342030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2" name="ph5502"/>
              <p:cNvSpPr/>
              <p:nvPr/>
            </p:nvSpPr>
            <p:spPr>
              <a:xfrm>
                <a:off x="342956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3" name="ph5503"/>
              <p:cNvSpPr/>
              <p:nvPr/>
            </p:nvSpPr>
            <p:spPr>
              <a:xfrm>
                <a:off x="343882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4" name="ph5504"/>
              <p:cNvSpPr/>
              <p:nvPr/>
            </p:nvSpPr>
            <p:spPr>
              <a:xfrm>
                <a:off x="344808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5" name="ph5505"/>
              <p:cNvSpPr/>
              <p:nvPr/>
            </p:nvSpPr>
            <p:spPr>
              <a:xfrm>
                <a:off x="345735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6" name="ph5506"/>
              <p:cNvSpPr/>
              <p:nvPr/>
            </p:nvSpPr>
            <p:spPr>
              <a:xfrm>
                <a:off x="346661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7" name="ph5507"/>
              <p:cNvSpPr/>
              <p:nvPr/>
            </p:nvSpPr>
            <p:spPr>
              <a:xfrm>
                <a:off x="347587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8" name="ph5508"/>
              <p:cNvSpPr/>
              <p:nvPr/>
            </p:nvSpPr>
            <p:spPr>
              <a:xfrm>
                <a:off x="348513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9" name="ph5509"/>
              <p:cNvSpPr/>
              <p:nvPr/>
            </p:nvSpPr>
            <p:spPr>
              <a:xfrm>
                <a:off x="349439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0" name="ph5510"/>
              <p:cNvSpPr/>
              <p:nvPr/>
            </p:nvSpPr>
            <p:spPr>
              <a:xfrm>
                <a:off x="350366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1" name="ph5511"/>
              <p:cNvSpPr/>
              <p:nvPr/>
            </p:nvSpPr>
            <p:spPr>
              <a:xfrm>
                <a:off x="351292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2" name="ph5512"/>
              <p:cNvSpPr/>
              <p:nvPr/>
            </p:nvSpPr>
            <p:spPr>
              <a:xfrm>
                <a:off x="352218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3" name="ph5513"/>
              <p:cNvSpPr/>
              <p:nvPr/>
            </p:nvSpPr>
            <p:spPr>
              <a:xfrm>
                <a:off x="3531448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4" name="ph5514"/>
              <p:cNvSpPr/>
              <p:nvPr/>
            </p:nvSpPr>
            <p:spPr>
              <a:xfrm>
                <a:off x="3540710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5" name="ph5515"/>
              <p:cNvSpPr/>
              <p:nvPr/>
            </p:nvSpPr>
            <p:spPr>
              <a:xfrm>
                <a:off x="3549972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6" name="ph5516"/>
              <p:cNvSpPr/>
              <p:nvPr/>
            </p:nvSpPr>
            <p:spPr>
              <a:xfrm>
                <a:off x="3559234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7" name="ph5517"/>
              <p:cNvSpPr/>
              <p:nvPr/>
            </p:nvSpPr>
            <p:spPr>
              <a:xfrm>
                <a:off x="3568497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8" name="ph5518"/>
              <p:cNvSpPr/>
              <p:nvPr/>
            </p:nvSpPr>
            <p:spPr>
              <a:xfrm>
                <a:off x="3577759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9" name="ph5519"/>
              <p:cNvSpPr/>
              <p:nvPr/>
            </p:nvSpPr>
            <p:spPr>
              <a:xfrm>
                <a:off x="3587021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0" name="ph5520"/>
              <p:cNvSpPr/>
              <p:nvPr/>
            </p:nvSpPr>
            <p:spPr>
              <a:xfrm>
                <a:off x="3596283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1" name="ph5521"/>
              <p:cNvSpPr/>
              <p:nvPr/>
            </p:nvSpPr>
            <p:spPr>
              <a:xfrm>
                <a:off x="3605545" y="15332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2" name="ph5522"/>
              <p:cNvSpPr/>
              <p:nvPr/>
            </p:nvSpPr>
            <p:spPr>
              <a:xfrm>
                <a:off x="3614808" y="1550487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627"/>
                    </a:lnTo>
                    <a:lnTo>
                      <a:pt x="922956" y="91439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3" name="ph5523"/>
              <p:cNvSpPr/>
              <p:nvPr/>
            </p:nvSpPr>
            <p:spPr>
              <a:xfrm>
                <a:off x="3624070" y="1533248"/>
                <a:ext cx="923662" cy="93086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865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0022"/>
                    </a:lnTo>
                    <a:lnTo>
                      <a:pt x="921688" y="922437"/>
                    </a:lnTo>
                    <a:lnTo>
                      <a:pt x="920001" y="924396"/>
                    </a:lnTo>
                    <a:lnTo>
                      <a:pt x="918323" y="926343"/>
                    </a:lnTo>
                    <a:lnTo>
                      <a:pt x="916647" y="928291"/>
                    </a:lnTo>
                    <a:lnTo>
                      <a:pt x="914961" y="930250"/>
                    </a:lnTo>
                    <a:lnTo>
                      <a:pt x="914400" y="930865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4" name="ph5524"/>
              <p:cNvSpPr/>
              <p:nvPr/>
            </p:nvSpPr>
            <p:spPr>
              <a:xfrm>
                <a:off x="3633332" y="1533248"/>
                <a:ext cx="918789" cy="920022"/>
              </a:xfrm>
              <a:custGeom>
                <a:avLst/>
                <a:gdLst/>
                <a:ahLst/>
                <a:cxnLst/>
                <a:rect l="0" t="0" r="0" b="0"/>
                <a:pathLst>
                  <a:path w="918789" h="920022">
                    <a:moveTo>
                      <a:pt x="914400" y="914399"/>
                    </a:moveTo>
                    <a:lnTo>
                      <a:pt x="918789" y="914399"/>
                    </a:lnTo>
                    <a:lnTo>
                      <a:pt x="916892" y="916972"/>
                    </a:lnTo>
                    <a:lnTo>
                      <a:pt x="914400" y="920022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5" name="ph5525"/>
              <p:cNvSpPr/>
              <p:nvPr/>
            </p:nvSpPr>
            <p:spPr>
              <a:xfrm>
                <a:off x="2123590" y="1516010"/>
                <a:ext cx="914400" cy="9180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19">
                    <a:moveTo>
                      <a:pt x="914400" y="914400"/>
                    </a:moveTo>
                    <a:lnTo>
                      <a:pt x="914400" y="918019"/>
                    </a:lnTo>
                    <a:lnTo>
                      <a:pt x="911581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6" name="ph5526"/>
              <p:cNvSpPr/>
              <p:nvPr/>
            </p:nvSpPr>
            <p:spPr>
              <a:xfrm>
                <a:off x="2123590" y="1516010"/>
                <a:ext cx="923662" cy="92840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01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8401"/>
                    </a:lnTo>
                    <a:lnTo>
                      <a:pt x="920429" y="925102"/>
                    </a:lnTo>
                    <a:lnTo>
                      <a:pt x="915585" y="919541"/>
                    </a:lnTo>
                    <a:lnTo>
                      <a:pt x="914400" y="91801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7" name="ph5527"/>
              <p:cNvSpPr/>
              <p:nvPr/>
            </p:nvSpPr>
            <p:spPr>
              <a:xfrm>
                <a:off x="21328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762" y="931638"/>
                    </a:lnTo>
                    <a:lnTo>
                      <a:pt x="916157" y="930194"/>
                    </a:lnTo>
                    <a:lnTo>
                      <a:pt x="914400" y="928401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8" name="ph5528"/>
              <p:cNvSpPr/>
              <p:nvPr/>
            </p:nvSpPr>
            <p:spPr>
              <a:xfrm>
                <a:off x="214211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9" name="ph5529"/>
              <p:cNvSpPr/>
              <p:nvPr/>
            </p:nvSpPr>
            <p:spPr>
              <a:xfrm>
                <a:off x="21513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0" name="ph5530"/>
              <p:cNvSpPr/>
              <p:nvPr/>
            </p:nvSpPr>
            <p:spPr>
              <a:xfrm>
                <a:off x="21606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1" name="ph5531"/>
              <p:cNvSpPr/>
              <p:nvPr/>
            </p:nvSpPr>
            <p:spPr>
              <a:xfrm>
                <a:off x="21699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2" name="ph5532"/>
              <p:cNvSpPr/>
              <p:nvPr/>
            </p:nvSpPr>
            <p:spPr>
              <a:xfrm>
                <a:off x="21791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3" name="ph5533"/>
              <p:cNvSpPr/>
              <p:nvPr/>
            </p:nvSpPr>
            <p:spPr>
              <a:xfrm>
                <a:off x="218842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4" name="ph5534"/>
              <p:cNvSpPr/>
              <p:nvPr/>
            </p:nvSpPr>
            <p:spPr>
              <a:xfrm>
                <a:off x="21976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5" name="ph5535"/>
              <p:cNvSpPr/>
              <p:nvPr/>
            </p:nvSpPr>
            <p:spPr>
              <a:xfrm>
                <a:off x="22069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6" name="ph5536"/>
              <p:cNvSpPr/>
              <p:nvPr/>
            </p:nvSpPr>
            <p:spPr>
              <a:xfrm>
                <a:off x="22162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7" name="ph5537"/>
              <p:cNvSpPr/>
              <p:nvPr/>
            </p:nvSpPr>
            <p:spPr>
              <a:xfrm>
                <a:off x="222547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8" name="ph5538"/>
              <p:cNvSpPr/>
              <p:nvPr/>
            </p:nvSpPr>
            <p:spPr>
              <a:xfrm>
                <a:off x="22347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9" name="ph5539"/>
              <p:cNvSpPr/>
              <p:nvPr/>
            </p:nvSpPr>
            <p:spPr>
              <a:xfrm>
                <a:off x="22439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0" name="ph5540"/>
              <p:cNvSpPr/>
              <p:nvPr/>
            </p:nvSpPr>
            <p:spPr>
              <a:xfrm>
                <a:off x="22532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1" name="ph5541"/>
              <p:cNvSpPr/>
              <p:nvPr/>
            </p:nvSpPr>
            <p:spPr>
              <a:xfrm>
                <a:off x="22625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2" name="ph5542"/>
              <p:cNvSpPr/>
              <p:nvPr/>
            </p:nvSpPr>
            <p:spPr>
              <a:xfrm>
                <a:off x="22717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3" name="ph5543"/>
              <p:cNvSpPr/>
              <p:nvPr/>
            </p:nvSpPr>
            <p:spPr>
              <a:xfrm>
                <a:off x="22810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4" name="ph5544"/>
              <p:cNvSpPr/>
              <p:nvPr/>
            </p:nvSpPr>
            <p:spPr>
              <a:xfrm>
                <a:off x="22903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5" name="ph5545"/>
              <p:cNvSpPr/>
              <p:nvPr/>
            </p:nvSpPr>
            <p:spPr>
              <a:xfrm>
                <a:off x="22995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6" name="ph5546"/>
              <p:cNvSpPr/>
              <p:nvPr/>
            </p:nvSpPr>
            <p:spPr>
              <a:xfrm>
                <a:off x="230883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7" name="ph5547"/>
              <p:cNvSpPr/>
              <p:nvPr/>
            </p:nvSpPr>
            <p:spPr>
              <a:xfrm>
                <a:off x="23180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8" name="ph5548"/>
              <p:cNvSpPr/>
              <p:nvPr/>
            </p:nvSpPr>
            <p:spPr>
              <a:xfrm>
                <a:off x="23273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9" name="ph5549"/>
              <p:cNvSpPr/>
              <p:nvPr/>
            </p:nvSpPr>
            <p:spPr>
              <a:xfrm>
                <a:off x="23366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0" name="ph5550"/>
              <p:cNvSpPr/>
              <p:nvPr/>
            </p:nvSpPr>
            <p:spPr>
              <a:xfrm>
                <a:off x="23458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1" name="ph5551"/>
              <p:cNvSpPr/>
              <p:nvPr/>
            </p:nvSpPr>
            <p:spPr>
              <a:xfrm>
                <a:off x="235514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2" name="ph5552"/>
              <p:cNvSpPr/>
              <p:nvPr/>
            </p:nvSpPr>
            <p:spPr>
              <a:xfrm>
                <a:off x="23644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3" name="ph5553"/>
              <p:cNvSpPr/>
              <p:nvPr/>
            </p:nvSpPr>
            <p:spPr>
              <a:xfrm>
                <a:off x="23736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4" name="ph5554"/>
              <p:cNvSpPr/>
              <p:nvPr/>
            </p:nvSpPr>
            <p:spPr>
              <a:xfrm>
                <a:off x="2382932" y="1533248"/>
                <a:ext cx="92311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11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963" y="897161"/>
                    </a:lnTo>
                    <a:lnTo>
                      <a:pt x="918624" y="901335"/>
                    </a:lnTo>
                    <a:lnTo>
                      <a:pt x="921864" y="910442"/>
                    </a:lnTo>
                    <a:lnTo>
                      <a:pt x="923115" y="91439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5" name="ph5555"/>
              <p:cNvSpPr/>
              <p:nvPr/>
            </p:nvSpPr>
            <p:spPr>
              <a:xfrm>
                <a:off x="3077599" y="15160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780" y="931638"/>
                    </a:lnTo>
                    <a:lnTo>
                      <a:pt x="907998" y="921436"/>
                    </a:lnTo>
                    <a:lnTo>
                      <a:pt x="908345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6" name="ph5556"/>
              <p:cNvSpPr/>
              <p:nvPr/>
            </p:nvSpPr>
            <p:spPr>
              <a:xfrm>
                <a:off x="30775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7" name="ph5557"/>
              <p:cNvSpPr/>
              <p:nvPr/>
            </p:nvSpPr>
            <p:spPr>
              <a:xfrm>
                <a:off x="30868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8" name="ph5558"/>
              <p:cNvSpPr/>
              <p:nvPr/>
            </p:nvSpPr>
            <p:spPr>
              <a:xfrm>
                <a:off x="30961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9" name="ph5559"/>
              <p:cNvSpPr/>
              <p:nvPr/>
            </p:nvSpPr>
            <p:spPr>
              <a:xfrm>
                <a:off x="3105386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0" name="ph5560"/>
              <p:cNvSpPr/>
              <p:nvPr/>
            </p:nvSpPr>
            <p:spPr>
              <a:xfrm>
                <a:off x="31146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1" name="ph5561"/>
              <p:cNvSpPr/>
              <p:nvPr/>
            </p:nvSpPr>
            <p:spPr>
              <a:xfrm>
                <a:off x="31239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2" name="ph5562"/>
              <p:cNvSpPr/>
              <p:nvPr/>
            </p:nvSpPr>
            <p:spPr>
              <a:xfrm>
                <a:off x="31331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3" name="ph5563"/>
              <p:cNvSpPr/>
              <p:nvPr/>
            </p:nvSpPr>
            <p:spPr>
              <a:xfrm>
                <a:off x="31424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4" name="ph5564"/>
              <p:cNvSpPr/>
              <p:nvPr/>
            </p:nvSpPr>
            <p:spPr>
              <a:xfrm>
                <a:off x="31516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5" name="ph5565"/>
              <p:cNvSpPr/>
              <p:nvPr/>
            </p:nvSpPr>
            <p:spPr>
              <a:xfrm>
                <a:off x="31609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6" name="ph5566"/>
              <p:cNvSpPr/>
              <p:nvPr/>
            </p:nvSpPr>
            <p:spPr>
              <a:xfrm>
                <a:off x="31702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7" name="ph5567"/>
              <p:cNvSpPr/>
              <p:nvPr/>
            </p:nvSpPr>
            <p:spPr>
              <a:xfrm>
                <a:off x="31794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8" name="ph5568"/>
              <p:cNvSpPr/>
              <p:nvPr/>
            </p:nvSpPr>
            <p:spPr>
              <a:xfrm>
                <a:off x="31887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9" name="ph5569"/>
              <p:cNvSpPr/>
              <p:nvPr/>
            </p:nvSpPr>
            <p:spPr>
              <a:xfrm>
                <a:off x="31980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0" name="ph5570"/>
              <p:cNvSpPr/>
              <p:nvPr/>
            </p:nvSpPr>
            <p:spPr>
              <a:xfrm>
                <a:off x="32072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1" name="ph5571"/>
              <p:cNvSpPr/>
              <p:nvPr/>
            </p:nvSpPr>
            <p:spPr>
              <a:xfrm>
                <a:off x="321653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2" name="ph5572"/>
              <p:cNvSpPr/>
              <p:nvPr/>
            </p:nvSpPr>
            <p:spPr>
              <a:xfrm>
                <a:off x="322579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3" name="ph5573"/>
              <p:cNvSpPr/>
              <p:nvPr/>
            </p:nvSpPr>
            <p:spPr>
              <a:xfrm>
                <a:off x="323505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4" name="ph5574"/>
              <p:cNvSpPr/>
              <p:nvPr/>
            </p:nvSpPr>
            <p:spPr>
              <a:xfrm>
                <a:off x="324431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5" name="ph5575"/>
              <p:cNvSpPr/>
              <p:nvPr/>
            </p:nvSpPr>
            <p:spPr>
              <a:xfrm>
                <a:off x="325358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6" name="ph5576"/>
              <p:cNvSpPr/>
              <p:nvPr/>
            </p:nvSpPr>
            <p:spPr>
              <a:xfrm>
                <a:off x="326284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7" name="ph5577"/>
              <p:cNvSpPr/>
              <p:nvPr/>
            </p:nvSpPr>
            <p:spPr>
              <a:xfrm>
                <a:off x="327210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8" name="ph5578"/>
              <p:cNvSpPr/>
              <p:nvPr/>
            </p:nvSpPr>
            <p:spPr>
              <a:xfrm>
                <a:off x="328136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9" name="ph5579"/>
              <p:cNvSpPr/>
              <p:nvPr/>
            </p:nvSpPr>
            <p:spPr>
              <a:xfrm>
                <a:off x="329063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0" name="ph5580"/>
              <p:cNvSpPr/>
              <p:nvPr/>
            </p:nvSpPr>
            <p:spPr>
              <a:xfrm>
                <a:off x="329989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1" name="ph5581"/>
              <p:cNvSpPr/>
              <p:nvPr/>
            </p:nvSpPr>
            <p:spPr>
              <a:xfrm>
                <a:off x="330915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2" name="ph5582"/>
              <p:cNvSpPr/>
              <p:nvPr/>
            </p:nvSpPr>
            <p:spPr>
              <a:xfrm>
                <a:off x="331841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3" name="ph5583"/>
              <p:cNvSpPr/>
              <p:nvPr/>
            </p:nvSpPr>
            <p:spPr>
              <a:xfrm>
                <a:off x="332767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4" name="ph5584"/>
              <p:cNvSpPr/>
              <p:nvPr/>
            </p:nvSpPr>
            <p:spPr>
              <a:xfrm>
                <a:off x="333694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5" name="ph5585"/>
              <p:cNvSpPr/>
              <p:nvPr/>
            </p:nvSpPr>
            <p:spPr>
              <a:xfrm>
                <a:off x="334620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6" name="ph5586"/>
              <p:cNvSpPr/>
              <p:nvPr/>
            </p:nvSpPr>
            <p:spPr>
              <a:xfrm>
                <a:off x="335546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7" name="ph5587"/>
              <p:cNvSpPr/>
              <p:nvPr/>
            </p:nvSpPr>
            <p:spPr>
              <a:xfrm>
                <a:off x="336472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8" name="ph5588"/>
              <p:cNvSpPr/>
              <p:nvPr/>
            </p:nvSpPr>
            <p:spPr>
              <a:xfrm>
                <a:off x="337399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148">
                  <a:alpha val="100000"/>
                </a:srgbClr>
              </a:solidFill>
              <a:ln w="5420" cap="flat">
                <a:solidFill>
                  <a:srgbClr val="F1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9" name="ph5589"/>
              <p:cNvSpPr/>
              <p:nvPr/>
            </p:nvSpPr>
            <p:spPr>
              <a:xfrm>
                <a:off x="338325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0" name="ph5590"/>
              <p:cNvSpPr/>
              <p:nvPr/>
            </p:nvSpPr>
            <p:spPr>
              <a:xfrm>
                <a:off x="339251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1" name="ph5591"/>
              <p:cNvSpPr/>
              <p:nvPr/>
            </p:nvSpPr>
            <p:spPr>
              <a:xfrm>
                <a:off x="340177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2" name="ph5592"/>
              <p:cNvSpPr/>
              <p:nvPr/>
            </p:nvSpPr>
            <p:spPr>
              <a:xfrm>
                <a:off x="341103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3" name="ph5593"/>
              <p:cNvSpPr/>
              <p:nvPr/>
            </p:nvSpPr>
            <p:spPr>
              <a:xfrm>
                <a:off x="342030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4" name="ph5594"/>
              <p:cNvSpPr/>
              <p:nvPr/>
            </p:nvSpPr>
            <p:spPr>
              <a:xfrm>
                <a:off x="342956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5" name="ph5595"/>
              <p:cNvSpPr/>
              <p:nvPr/>
            </p:nvSpPr>
            <p:spPr>
              <a:xfrm>
                <a:off x="343882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6" name="ph5596"/>
              <p:cNvSpPr/>
              <p:nvPr/>
            </p:nvSpPr>
            <p:spPr>
              <a:xfrm>
                <a:off x="344808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7" name="ph5597"/>
              <p:cNvSpPr/>
              <p:nvPr/>
            </p:nvSpPr>
            <p:spPr>
              <a:xfrm>
                <a:off x="345735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8" name="ph5598"/>
              <p:cNvSpPr/>
              <p:nvPr/>
            </p:nvSpPr>
            <p:spPr>
              <a:xfrm>
                <a:off x="346661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9" name="ph5599"/>
              <p:cNvSpPr/>
              <p:nvPr/>
            </p:nvSpPr>
            <p:spPr>
              <a:xfrm>
                <a:off x="347587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0" name="ph5600"/>
              <p:cNvSpPr/>
              <p:nvPr/>
            </p:nvSpPr>
            <p:spPr>
              <a:xfrm>
                <a:off x="348513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1" name="ph5601"/>
              <p:cNvSpPr/>
              <p:nvPr/>
            </p:nvSpPr>
            <p:spPr>
              <a:xfrm>
                <a:off x="349439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2" name="ph5602"/>
              <p:cNvSpPr/>
              <p:nvPr/>
            </p:nvSpPr>
            <p:spPr>
              <a:xfrm>
                <a:off x="350366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3" name="ph5603"/>
              <p:cNvSpPr/>
              <p:nvPr/>
            </p:nvSpPr>
            <p:spPr>
              <a:xfrm>
                <a:off x="351292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4" name="ph5604"/>
              <p:cNvSpPr/>
              <p:nvPr/>
            </p:nvSpPr>
            <p:spPr>
              <a:xfrm>
                <a:off x="352218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5" name="ph5605"/>
              <p:cNvSpPr/>
              <p:nvPr/>
            </p:nvSpPr>
            <p:spPr>
              <a:xfrm>
                <a:off x="353144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6" name="ph5606"/>
              <p:cNvSpPr/>
              <p:nvPr/>
            </p:nvSpPr>
            <p:spPr>
              <a:xfrm>
                <a:off x="354071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7" name="ph5607"/>
              <p:cNvSpPr/>
              <p:nvPr/>
            </p:nvSpPr>
            <p:spPr>
              <a:xfrm>
                <a:off x="3549972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8" name="ph5608"/>
              <p:cNvSpPr/>
              <p:nvPr/>
            </p:nvSpPr>
            <p:spPr>
              <a:xfrm>
                <a:off x="3559234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9" name="ph5609"/>
              <p:cNvSpPr/>
              <p:nvPr/>
            </p:nvSpPr>
            <p:spPr>
              <a:xfrm>
                <a:off x="3568497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0" name="ph5610"/>
              <p:cNvSpPr/>
              <p:nvPr/>
            </p:nvSpPr>
            <p:spPr>
              <a:xfrm>
                <a:off x="3577759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1" name="ph5611"/>
              <p:cNvSpPr/>
              <p:nvPr/>
            </p:nvSpPr>
            <p:spPr>
              <a:xfrm>
                <a:off x="3587021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2" name="ph5612"/>
              <p:cNvSpPr/>
              <p:nvPr/>
            </p:nvSpPr>
            <p:spPr>
              <a:xfrm>
                <a:off x="3596283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3" name="ph5613"/>
              <p:cNvSpPr/>
              <p:nvPr/>
            </p:nvSpPr>
            <p:spPr>
              <a:xfrm>
                <a:off x="3605545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4" name="ph5614"/>
              <p:cNvSpPr/>
              <p:nvPr/>
            </p:nvSpPr>
            <p:spPr>
              <a:xfrm>
                <a:off x="3614808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5" name="ph5615"/>
              <p:cNvSpPr/>
              <p:nvPr/>
            </p:nvSpPr>
            <p:spPr>
              <a:xfrm>
                <a:off x="3624070" y="15160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6" name="ph5616"/>
              <p:cNvSpPr/>
              <p:nvPr/>
            </p:nvSpPr>
            <p:spPr>
              <a:xfrm>
                <a:off x="3633332" y="1533248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443"/>
                    </a:lnTo>
                    <a:lnTo>
                      <a:pt x="921212" y="911114"/>
                    </a:lnTo>
                    <a:lnTo>
                      <a:pt x="918789" y="91439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7" name="ph5617"/>
              <p:cNvSpPr/>
              <p:nvPr/>
            </p:nvSpPr>
            <p:spPr>
              <a:xfrm>
                <a:off x="3642594" y="1516010"/>
                <a:ext cx="920751" cy="924681"/>
              </a:xfrm>
              <a:custGeom>
                <a:avLst/>
                <a:gdLst/>
                <a:ahLst/>
                <a:cxnLst/>
                <a:rect l="0" t="0" r="0" b="0"/>
                <a:pathLst>
                  <a:path w="920751" h="924681">
                    <a:moveTo>
                      <a:pt x="914400" y="914400"/>
                    </a:moveTo>
                    <a:lnTo>
                      <a:pt x="920751" y="914400"/>
                    </a:lnTo>
                    <a:lnTo>
                      <a:pt x="920110" y="915510"/>
                    </a:lnTo>
                    <a:lnTo>
                      <a:pt x="916113" y="922114"/>
                    </a:lnTo>
                    <a:lnTo>
                      <a:pt x="914400" y="924681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8" name="ph5618"/>
              <p:cNvSpPr/>
              <p:nvPr/>
            </p:nvSpPr>
            <p:spPr>
              <a:xfrm>
                <a:off x="2114328" y="1498771"/>
                <a:ext cx="914400" cy="9223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26">
                    <a:moveTo>
                      <a:pt x="914400" y="914400"/>
                    </a:moveTo>
                    <a:lnTo>
                      <a:pt x="914400" y="922326"/>
                    </a:lnTo>
                    <a:lnTo>
                      <a:pt x="911319" y="917434"/>
                    </a:lnTo>
                    <a:lnTo>
                      <a:pt x="909595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9" name="ph5619"/>
              <p:cNvSpPr/>
              <p:nvPr/>
            </p:nvSpPr>
            <p:spPr>
              <a:xfrm>
                <a:off x="21143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843" y="931638"/>
                    </a:lnTo>
                    <a:lnTo>
                      <a:pt x="920162" y="930764"/>
                    </a:lnTo>
                    <a:lnTo>
                      <a:pt x="915649" y="924310"/>
                    </a:lnTo>
                    <a:lnTo>
                      <a:pt x="914400" y="922326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0" name="ph5620"/>
              <p:cNvSpPr/>
              <p:nvPr/>
            </p:nvSpPr>
            <p:spPr>
              <a:xfrm>
                <a:off x="21235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1" name="ph5621"/>
              <p:cNvSpPr/>
              <p:nvPr/>
            </p:nvSpPr>
            <p:spPr>
              <a:xfrm>
                <a:off x="21328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2" name="ph5622"/>
              <p:cNvSpPr/>
              <p:nvPr/>
            </p:nvSpPr>
            <p:spPr>
              <a:xfrm>
                <a:off x="214211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3" name="ph5623"/>
              <p:cNvSpPr/>
              <p:nvPr/>
            </p:nvSpPr>
            <p:spPr>
              <a:xfrm>
                <a:off x="21513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4" name="ph5624"/>
              <p:cNvSpPr/>
              <p:nvPr/>
            </p:nvSpPr>
            <p:spPr>
              <a:xfrm>
                <a:off x="21606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5" name="ph5625"/>
              <p:cNvSpPr/>
              <p:nvPr/>
            </p:nvSpPr>
            <p:spPr>
              <a:xfrm>
                <a:off x="21699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6" name="ph5626"/>
              <p:cNvSpPr/>
              <p:nvPr/>
            </p:nvSpPr>
            <p:spPr>
              <a:xfrm>
                <a:off x="21791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7" name="ph5627"/>
              <p:cNvSpPr/>
              <p:nvPr/>
            </p:nvSpPr>
            <p:spPr>
              <a:xfrm>
                <a:off x="218842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8" name="ph5628"/>
              <p:cNvSpPr/>
              <p:nvPr/>
            </p:nvSpPr>
            <p:spPr>
              <a:xfrm>
                <a:off x="21976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9" name="ph5629"/>
              <p:cNvSpPr/>
              <p:nvPr/>
            </p:nvSpPr>
            <p:spPr>
              <a:xfrm>
                <a:off x="22069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0" name="ph5630"/>
              <p:cNvSpPr/>
              <p:nvPr/>
            </p:nvSpPr>
            <p:spPr>
              <a:xfrm>
                <a:off x="22162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1" name="ph5631"/>
              <p:cNvSpPr/>
              <p:nvPr/>
            </p:nvSpPr>
            <p:spPr>
              <a:xfrm>
                <a:off x="222547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2" name="ph5632"/>
              <p:cNvSpPr/>
              <p:nvPr/>
            </p:nvSpPr>
            <p:spPr>
              <a:xfrm>
                <a:off x="22347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3" name="ph5633"/>
              <p:cNvSpPr/>
              <p:nvPr/>
            </p:nvSpPr>
            <p:spPr>
              <a:xfrm>
                <a:off x="22439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4" name="ph5634"/>
              <p:cNvSpPr/>
              <p:nvPr/>
            </p:nvSpPr>
            <p:spPr>
              <a:xfrm>
                <a:off x="22532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5" name="ph5635"/>
              <p:cNvSpPr/>
              <p:nvPr/>
            </p:nvSpPr>
            <p:spPr>
              <a:xfrm>
                <a:off x="22625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6" name="ph5636"/>
              <p:cNvSpPr/>
              <p:nvPr/>
            </p:nvSpPr>
            <p:spPr>
              <a:xfrm>
                <a:off x="22717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7" name="ph5637"/>
              <p:cNvSpPr/>
              <p:nvPr/>
            </p:nvSpPr>
            <p:spPr>
              <a:xfrm>
                <a:off x="22810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8" name="ph5638"/>
              <p:cNvSpPr/>
              <p:nvPr/>
            </p:nvSpPr>
            <p:spPr>
              <a:xfrm>
                <a:off x="22903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9" name="ph5639"/>
              <p:cNvSpPr/>
              <p:nvPr/>
            </p:nvSpPr>
            <p:spPr>
              <a:xfrm>
                <a:off x="22995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0" name="ph5640"/>
              <p:cNvSpPr/>
              <p:nvPr/>
            </p:nvSpPr>
            <p:spPr>
              <a:xfrm>
                <a:off x="230883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1" name="ph5641"/>
              <p:cNvSpPr/>
              <p:nvPr/>
            </p:nvSpPr>
            <p:spPr>
              <a:xfrm>
                <a:off x="23180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2" name="ph5642"/>
              <p:cNvSpPr/>
              <p:nvPr/>
            </p:nvSpPr>
            <p:spPr>
              <a:xfrm>
                <a:off x="23273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3" name="ph5643"/>
              <p:cNvSpPr/>
              <p:nvPr/>
            </p:nvSpPr>
            <p:spPr>
              <a:xfrm>
                <a:off x="23366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4" name="ph5644"/>
              <p:cNvSpPr/>
              <p:nvPr/>
            </p:nvSpPr>
            <p:spPr>
              <a:xfrm>
                <a:off x="23458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5" name="ph5645"/>
              <p:cNvSpPr/>
              <p:nvPr/>
            </p:nvSpPr>
            <p:spPr>
              <a:xfrm>
                <a:off x="235514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6" name="ph5646"/>
              <p:cNvSpPr/>
              <p:nvPr/>
            </p:nvSpPr>
            <p:spPr>
              <a:xfrm>
                <a:off x="23644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7" name="ph5647"/>
              <p:cNvSpPr/>
              <p:nvPr/>
            </p:nvSpPr>
            <p:spPr>
              <a:xfrm>
                <a:off x="2382932" y="15160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400" y="897161"/>
                    </a:lnTo>
                    <a:lnTo>
                      <a:pt x="914400" y="904996"/>
                    </a:lnTo>
                    <a:lnTo>
                      <a:pt x="913815" y="906834"/>
                    </a:lnTo>
                    <a:lnTo>
                      <a:pt x="914400" y="90815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8" name="ph5648"/>
              <p:cNvSpPr/>
              <p:nvPr/>
            </p:nvSpPr>
            <p:spPr>
              <a:xfrm>
                <a:off x="2382932" y="1516010"/>
                <a:ext cx="9169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3" h="914400">
                    <a:moveTo>
                      <a:pt x="914400" y="914400"/>
                    </a:moveTo>
                    <a:lnTo>
                      <a:pt x="914400" y="908150"/>
                    </a:lnTo>
                    <a:lnTo>
                      <a:pt x="915131" y="909798"/>
                    </a:lnTo>
                    <a:lnTo>
                      <a:pt x="916963" y="914400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9" name="ph5649"/>
              <p:cNvSpPr/>
              <p:nvPr/>
            </p:nvSpPr>
            <p:spPr>
              <a:xfrm>
                <a:off x="2382932" y="1498771"/>
                <a:ext cx="916866" cy="922235"/>
              </a:xfrm>
              <a:custGeom>
                <a:avLst/>
                <a:gdLst/>
                <a:ahLst/>
                <a:cxnLst/>
                <a:rect l="0" t="0" r="0" b="0"/>
                <a:pathLst>
                  <a:path w="916866" h="922235">
                    <a:moveTo>
                      <a:pt x="914400" y="914400"/>
                    </a:moveTo>
                    <a:lnTo>
                      <a:pt x="916866" y="914400"/>
                    </a:lnTo>
                    <a:lnTo>
                      <a:pt x="916675" y="915078"/>
                    </a:lnTo>
                    <a:lnTo>
                      <a:pt x="914400" y="922235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0" name="ph5650"/>
              <p:cNvSpPr/>
              <p:nvPr/>
            </p:nvSpPr>
            <p:spPr>
              <a:xfrm>
                <a:off x="3077599" y="14987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345" y="931638"/>
                    </a:lnTo>
                    <a:lnTo>
                      <a:pt x="908525" y="927988"/>
                    </a:lnTo>
                    <a:lnTo>
                      <a:pt x="909349" y="917366"/>
                    </a:lnTo>
                    <a:lnTo>
                      <a:pt x="909665" y="914400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1" name="ph5651"/>
              <p:cNvSpPr/>
              <p:nvPr/>
            </p:nvSpPr>
            <p:spPr>
              <a:xfrm>
                <a:off x="30775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2" name="ph5652"/>
              <p:cNvSpPr/>
              <p:nvPr/>
            </p:nvSpPr>
            <p:spPr>
              <a:xfrm>
                <a:off x="30868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3" name="ph5653"/>
              <p:cNvSpPr/>
              <p:nvPr/>
            </p:nvSpPr>
            <p:spPr>
              <a:xfrm>
                <a:off x="30961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4" name="ph5654"/>
              <p:cNvSpPr/>
              <p:nvPr/>
            </p:nvSpPr>
            <p:spPr>
              <a:xfrm>
                <a:off x="3105386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5" name="ph5655"/>
              <p:cNvSpPr/>
              <p:nvPr/>
            </p:nvSpPr>
            <p:spPr>
              <a:xfrm>
                <a:off x="31146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6" name="ph5656"/>
              <p:cNvSpPr/>
              <p:nvPr/>
            </p:nvSpPr>
            <p:spPr>
              <a:xfrm>
                <a:off x="31239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7" name="ph5657"/>
              <p:cNvSpPr/>
              <p:nvPr/>
            </p:nvSpPr>
            <p:spPr>
              <a:xfrm>
                <a:off x="31331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8" name="ph5658"/>
              <p:cNvSpPr/>
              <p:nvPr/>
            </p:nvSpPr>
            <p:spPr>
              <a:xfrm>
                <a:off x="31424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9" name="ph5659"/>
              <p:cNvSpPr/>
              <p:nvPr/>
            </p:nvSpPr>
            <p:spPr>
              <a:xfrm>
                <a:off x="31516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0" name="ph5660"/>
              <p:cNvSpPr/>
              <p:nvPr/>
            </p:nvSpPr>
            <p:spPr>
              <a:xfrm>
                <a:off x="31609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1" name="ph5661"/>
              <p:cNvSpPr/>
              <p:nvPr/>
            </p:nvSpPr>
            <p:spPr>
              <a:xfrm>
                <a:off x="31702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2" name="ph5662"/>
              <p:cNvSpPr/>
              <p:nvPr/>
            </p:nvSpPr>
            <p:spPr>
              <a:xfrm>
                <a:off x="31794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3" name="ph5663"/>
              <p:cNvSpPr/>
              <p:nvPr/>
            </p:nvSpPr>
            <p:spPr>
              <a:xfrm>
                <a:off x="31887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4" name="ph5664"/>
              <p:cNvSpPr/>
              <p:nvPr/>
            </p:nvSpPr>
            <p:spPr>
              <a:xfrm>
                <a:off x="31980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5" name="ph5665"/>
              <p:cNvSpPr/>
              <p:nvPr/>
            </p:nvSpPr>
            <p:spPr>
              <a:xfrm>
                <a:off x="32072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6" name="ph5666"/>
              <p:cNvSpPr/>
              <p:nvPr/>
            </p:nvSpPr>
            <p:spPr>
              <a:xfrm>
                <a:off x="32165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7" name="ph5667"/>
              <p:cNvSpPr/>
              <p:nvPr/>
            </p:nvSpPr>
            <p:spPr>
              <a:xfrm>
                <a:off x="322579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8" name="ph5668"/>
              <p:cNvSpPr/>
              <p:nvPr/>
            </p:nvSpPr>
            <p:spPr>
              <a:xfrm>
                <a:off x="323505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9" name="ph5669"/>
              <p:cNvSpPr/>
              <p:nvPr/>
            </p:nvSpPr>
            <p:spPr>
              <a:xfrm>
                <a:off x="324431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0" name="ph5670"/>
              <p:cNvSpPr/>
              <p:nvPr/>
            </p:nvSpPr>
            <p:spPr>
              <a:xfrm>
                <a:off x="325358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1" name="ph5671"/>
              <p:cNvSpPr/>
              <p:nvPr/>
            </p:nvSpPr>
            <p:spPr>
              <a:xfrm>
                <a:off x="326284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2" name="ph5672"/>
              <p:cNvSpPr/>
              <p:nvPr/>
            </p:nvSpPr>
            <p:spPr>
              <a:xfrm>
                <a:off x="327210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3" name="ph5673"/>
              <p:cNvSpPr/>
              <p:nvPr/>
            </p:nvSpPr>
            <p:spPr>
              <a:xfrm>
                <a:off x="328136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4" name="ph5674"/>
              <p:cNvSpPr/>
              <p:nvPr/>
            </p:nvSpPr>
            <p:spPr>
              <a:xfrm>
                <a:off x="329063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5" name="ph5675"/>
              <p:cNvSpPr/>
              <p:nvPr/>
            </p:nvSpPr>
            <p:spPr>
              <a:xfrm>
                <a:off x="329989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6" name="ph5676"/>
              <p:cNvSpPr/>
              <p:nvPr/>
            </p:nvSpPr>
            <p:spPr>
              <a:xfrm>
                <a:off x="330915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7" name="ph5677"/>
              <p:cNvSpPr/>
              <p:nvPr/>
            </p:nvSpPr>
            <p:spPr>
              <a:xfrm>
                <a:off x="331841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8" name="ph5678"/>
              <p:cNvSpPr/>
              <p:nvPr/>
            </p:nvSpPr>
            <p:spPr>
              <a:xfrm>
                <a:off x="332767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9" name="ph5679"/>
              <p:cNvSpPr/>
              <p:nvPr/>
            </p:nvSpPr>
            <p:spPr>
              <a:xfrm>
                <a:off x="333694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0" name="ph5680"/>
              <p:cNvSpPr/>
              <p:nvPr/>
            </p:nvSpPr>
            <p:spPr>
              <a:xfrm>
                <a:off x="334620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1" name="ph5681"/>
              <p:cNvSpPr/>
              <p:nvPr/>
            </p:nvSpPr>
            <p:spPr>
              <a:xfrm>
                <a:off x="335546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2" name="ph5682"/>
              <p:cNvSpPr/>
              <p:nvPr/>
            </p:nvSpPr>
            <p:spPr>
              <a:xfrm>
                <a:off x="336472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3" name="ph5683"/>
              <p:cNvSpPr/>
              <p:nvPr/>
            </p:nvSpPr>
            <p:spPr>
              <a:xfrm>
                <a:off x="337399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4" name="ph5684"/>
              <p:cNvSpPr/>
              <p:nvPr/>
            </p:nvSpPr>
            <p:spPr>
              <a:xfrm>
                <a:off x="338325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5" name="ph5685"/>
              <p:cNvSpPr/>
              <p:nvPr/>
            </p:nvSpPr>
            <p:spPr>
              <a:xfrm>
                <a:off x="339251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6" name="ph5686"/>
              <p:cNvSpPr/>
              <p:nvPr/>
            </p:nvSpPr>
            <p:spPr>
              <a:xfrm>
                <a:off x="340177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7" name="ph5687"/>
              <p:cNvSpPr/>
              <p:nvPr/>
            </p:nvSpPr>
            <p:spPr>
              <a:xfrm>
                <a:off x="341103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8" name="ph5688"/>
              <p:cNvSpPr/>
              <p:nvPr/>
            </p:nvSpPr>
            <p:spPr>
              <a:xfrm>
                <a:off x="342030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9" name="ph5689"/>
              <p:cNvSpPr/>
              <p:nvPr/>
            </p:nvSpPr>
            <p:spPr>
              <a:xfrm>
                <a:off x="342956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0" name="ph5690"/>
              <p:cNvSpPr/>
              <p:nvPr/>
            </p:nvSpPr>
            <p:spPr>
              <a:xfrm>
                <a:off x="343882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1" name="ph5691"/>
              <p:cNvSpPr/>
              <p:nvPr/>
            </p:nvSpPr>
            <p:spPr>
              <a:xfrm>
                <a:off x="344808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2" name="ph5692"/>
              <p:cNvSpPr/>
              <p:nvPr/>
            </p:nvSpPr>
            <p:spPr>
              <a:xfrm>
                <a:off x="345735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3" name="ph5693"/>
              <p:cNvSpPr/>
              <p:nvPr/>
            </p:nvSpPr>
            <p:spPr>
              <a:xfrm>
                <a:off x="346661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4" name="ph5694"/>
              <p:cNvSpPr/>
              <p:nvPr/>
            </p:nvSpPr>
            <p:spPr>
              <a:xfrm>
                <a:off x="347587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5" name="ph5695"/>
              <p:cNvSpPr/>
              <p:nvPr/>
            </p:nvSpPr>
            <p:spPr>
              <a:xfrm>
                <a:off x="348513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6" name="ph5696"/>
              <p:cNvSpPr/>
              <p:nvPr/>
            </p:nvSpPr>
            <p:spPr>
              <a:xfrm>
                <a:off x="349439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7" name="ph5697"/>
              <p:cNvSpPr/>
              <p:nvPr/>
            </p:nvSpPr>
            <p:spPr>
              <a:xfrm>
                <a:off x="350366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8" name="ph5698"/>
              <p:cNvSpPr/>
              <p:nvPr/>
            </p:nvSpPr>
            <p:spPr>
              <a:xfrm>
                <a:off x="351292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9" name="ph5699"/>
              <p:cNvSpPr/>
              <p:nvPr/>
            </p:nvSpPr>
            <p:spPr>
              <a:xfrm>
                <a:off x="352218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0" name="ph5700"/>
              <p:cNvSpPr/>
              <p:nvPr/>
            </p:nvSpPr>
            <p:spPr>
              <a:xfrm>
                <a:off x="353144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1" name="ph5701"/>
              <p:cNvSpPr/>
              <p:nvPr/>
            </p:nvSpPr>
            <p:spPr>
              <a:xfrm>
                <a:off x="354071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2" name="ph5702"/>
              <p:cNvSpPr/>
              <p:nvPr/>
            </p:nvSpPr>
            <p:spPr>
              <a:xfrm>
                <a:off x="354997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3" name="ph5703"/>
              <p:cNvSpPr/>
              <p:nvPr/>
            </p:nvSpPr>
            <p:spPr>
              <a:xfrm>
                <a:off x="3559234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4" name="ph5704"/>
              <p:cNvSpPr/>
              <p:nvPr/>
            </p:nvSpPr>
            <p:spPr>
              <a:xfrm>
                <a:off x="3568497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5" name="ph5705"/>
              <p:cNvSpPr/>
              <p:nvPr/>
            </p:nvSpPr>
            <p:spPr>
              <a:xfrm>
                <a:off x="3577759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6" name="ph5706"/>
              <p:cNvSpPr/>
              <p:nvPr/>
            </p:nvSpPr>
            <p:spPr>
              <a:xfrm>
                <a:off x="3587021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7" name="ph5707"/>
              <p:cNvSpPr/>
              <p:nvPr/>
            </p:nvSpPr>
            <p:spPr>
              <a:xfrm>
                <a:off x="3596283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8" name="ph5708"/>
              <p:cNvSpPr/>
              <p:nvPr/>
            </p:nvSpPr>
            <p:spPr>
              <a:xfrm>
                <a:off x="3605545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9" name="ph5709"/>
              <p:cNvSpPr/>
              <p:nvPr/>
            </p:nvSpPr>
            <p:spPr>
              <a:xfrm>
                <a:off x="3614808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0" name="ph5710"/>
              <p:cNvSpPr/>
              <p:nvPr/>
            </p:nvSpPr>
            <p:spPr>
              <a:xfrm>
                <a:off x="3624070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1" name="ph5711"/>
              <p:cNvSpPr/>
              <p:nvPr/>
            </p:nvSpPr>
            <p:spPr>
              <a:xfrm>
                <a:off x="3633332" y="14987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2" name="ph5712"/>
              <p:cNvSpPr/>
              <p:nvPr/>
            </p:nvSpPr>
            <p:spPr>
              <a:xfrm>
                <a:off x="3642594" y="151601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15" y="909437"/>
                    </a:lnTo>
                    <a:lnTo>
                      <a:pt x="922449" y="911457"/>
                    </a:lnTo>
                    <a:lnTo>
                      <a:pt x="921284" y="913476"/>
                    </a:lnTo>
                    <a:lnTo>
                      <a:pt x="920751" y="914400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3" name="ph5713"/>
              <p:cNvSpPr/>
              <p:nvPr/>
            </p:nvSpPr>
            <p:spPr>
              <a:xfrm>
                <a:off x="3651857" y="1498771"/>
                <a:ext cx="921385" cy="926595"/>
              </a:xfrm>
              <a:custGeom>
                <a:avLst/>
                <a:gdLst/>
                <a:ahLst/>
                <a:cxnLst/>
                <a:rect l="0" t="0" r="0" b="0"/>
                <a:pathLst>
                  <a:path w="921385" h="926595">
                    <a:moveTo>
                      <a:pt x="914400" y="914400"/>
                    </a:moveTo>
                    <a:lnTo>
                      <a:pt x="921385" y="914400"/>
                    </a:lnTo>
                    <a:lnTo>
                      <a:pt x="920196" y="916565"/>
                    </a:lnTo>
                    <a:lnTo>
                      <a:pt x="919020" y="918599"/>
                    </a:lnTo>
                    <a:lnTo>
                      <a:pt x="917852" y="920618"/>
                    </a:lnTo>
                    <a:lnTo>
                      <a:pt x="916685" y="922637"/>
                    </a:lnTo>
                    <a:lnTo>
                      <a:pt x="915519" y="924656"/>
                    </a:lnTo>
                    <a:lnTo>
                      <a:pt x="914400" y="926595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4" name="ph5714"/>
              <p:cNvSpPr/>
              <p:nvPr/>
            </p:nvSpPr>
            <p:spPr>
              <a:xfrm>
                <a:off x="2105066" y="1481533"/>
                <a:ext cx="914400" cy="923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2">
                    <a:moveTo>
                      <a:pt x="914400" y="914400"/>
                    </a:moveTo>
                    <a:lnTo>
                      <a:pt x="914400" y="923402"/>
                    </a:lnTo>
                    <a:lnTo>
                      <a:pt x="912517" y="919731"/>
                    </a:lnTo>
                    <a:lnTo>
                      <a:pt x="910051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5" name="ph5715"/>
              <p:cNvSpPr/>
              <p:nvPr/>
            </p:nvSpPr>
            <p:spPr>
              <a:xfrm>
                <a:off x="210506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8857" y="931638"/>
                    </a:lnTo>
                    <a:lnTo>
                      <a:pt x="916446" y="927394"/>
                    </a:lnTo>
                    <a:lnTo>
                      <a:pt x="914400" y="923402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6" name="ph5716"/>
              <p:cNvSpPr/>
              <p:nvPr/>
            </p:nvSpPr>
            <p:spPr>
              <a:xfrm>
                <a:off x="21143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7" name="ph5717"/>
              <p:cNvSpPr/>
              <p:nvPr/>
            </p:nvSpPr>
            <p:spPr>
              <a:xfrm>
                <a:off x="21235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8" name="ph5718"/>
              <p:cNvSpPr/>
              <p:nvPr/>
            </p:nvSpPr>
            <p:spPr>
              <a:xfrm>
                <a:off x="21328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9" name="ph5719"/>
              <p:cNvSpPr/>
              <p:nvPr/>
            </p:nvSpPr>
            <p:spPr>
              <a:xfrm>
                <a:off x="214211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0" name="ph5720"/>
              <p:cNvSpPr/>
              <p:nvPr/>
            </p:nvSpPr>
            <p:spPr>
              <a:xfrm>
                <a:off x="21513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1" name="ph5721"/>
              <p:cNvSpPr/>
              <p:nvPr/>
            </p:nvSpPr>
            <p:spPr>
              <a:xfrm>
                <a:off x="21606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2" name="ph5722"/>
              <p:cNvSpPr/>
              <p:nvPr/>
            </p:nvSpPr>
            <p:spPr>
              <a:xfrm>
                <a:off x="21699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3" name="ph5723"/>
              <p:cNvSpPr/>
              <p:nvPr/>
            </p:nvSpPr>
            <p:spPr>
              <a:xfrm>
                <a:off x="21791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4" name="ph5724"/>
              <p:cNvSpPr/>
              <p:nvPr/>
            </p:nvSpPr>
            <p:spPr>
              <a:xfrm>
                <a:off x="218842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5" name="ph5725"/>
              <p:cNvSpPr/>
              <p:nvPr/>
            </p:nvSpPr>
            <p:spPr>
              <a:xfrm>
                <a:off x="21976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6" name="ph5726"/>
              <p:cNvSpPr/>
              <p:nvPr/>
            </p:nvSpPr>
            <p:spPr>
              <a:xfrm>
                <a:off x="22069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7" name="ph5727"/>
              <p:cNvSpPr/>
              <p:nvPr/>
            </p:nvSpPr>
            <p:spPr>
              <a:xfrm>
                <a:off x="22162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8" name="ph5728"/>
              <p:cNvSpPr/>
              <p:nvPr/>
            </p:nvSpPr>
            <p:spPr>
              <a:xfrm>
                <a:off x="222547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9" name="ph5729"/>
              <p:cNvSpPr/>
              <p:nvPr/>
            </p:nvSpPr>
            <p:spPr>
              <a:xfrm>
                <a:off x="22347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0" name="ph5730"/>
              <p:cNvSpPr/>
              <p:nvPr/>
            </p:nvSpPr>
            <p:spPr>
              <a:xfrm>
                <a:off x="22439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1" name="ph5731"/>
              <p:cNvSpPr/>
              <p:nvPr/>
            </p:nvSpPr>
            <p:spPr>
              <a:xfrm>
                <a:off x="22532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2" name="ph5732"/>
              <p:cNvSpPr/>
              <p:nvPr/>
            </p:nvSpPr>
            <p:spPr>
              <a:xfrm>
                <a:off x="22625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3" name="ph5733"/>
              <p:cNvSpPr/>
              <p:nvPr/>
            </p:nvSpPr>
            <p:spPr>
              <a:xfrm>
                <a:off x="22717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4" name="ph5734"/>
              <p:cNvSpPr/>
              <p:nvPr/>
            </p:nvSpPr>
            <p:spPr>
              <a:xfrm>
                <a:off x="22810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5" name="ph5735"/>
              <p:cNvSpPr/>
              <p:nvPr/>
            </p:nvSpPr>
            <p:spPr>
              <a:xfrm>
                <a:off x="22903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6" name="ph5736"/>
              <p:cNvSpPr/>
              <p:nvPr/>
            </p:nvSpPr>
            <p:spPr>
              <a:xfrm>
                <a:off x="22995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7" name="ph5737"/>
              <p:cNvSpPr/>
              <p:nvPr/>
            </p:nvSpPr>
            <p:spPr>
              <a:xfrm>
                <a:off x="230883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8" name="ph5738"/>
              <p:cNvSpPr/>
              <p:nvPr/>
            </p:nvSpPr>
            <p:spPr>
              <a:xfrm>
                <a:off x="23180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9" name="ph5739"/>
              <p:cNvSpPr/>
              <p:nvPr/>
            </p:nvSpPr>
            <p:spPr>
              <a:xfrm>
                <a:off x="23273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0" name="ph5740"/>
              <p:cNvSpPr/>
              <p:nvPr/>
            </p:nvSpPr>
            <p:spPr>
              <a:xfrm>
                <a:off x="23366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1" name="ph5741"/>
              <p:cNvSpPr/>
              <p:nvPr/>
            </p:nvSpPr>
            <p:spPr>
              <a:xfrm>
                <a:off x="23458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2" name="ph5742"/>
              <p:cNvSpPr/>
              <p:nvPr/>
            </p:nvSpPr>
            <p:spPr>
              <a:xfrm>
                <a:off x="235514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3" name="ph5743"/>
              <p:cNvSpPr/>
              <p:nvPr/>
            </p:nvSpPr>
            <p:spPr>
              <a:xfrm>
                <a:off x="23644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4" name="ph5744"/>
              <p:cNvSpPr/>
              <p:nvPr/>
            </p:nvSpPr>
            <p:spPr>
              <a:xfrm>
                <a:off x="23736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5" name="ph5745"/>
              <p:cNvSpPr/>
              <p:nvPr/>
            </p:nvSpPr>
            <p:spPr>
              <a:xfrm>
                <a:off x="2382932" y="1498771"/>
                <a:ext cx="9214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2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426" y="897161"/>
                    </a:lnTo>
                    <a:lnTo>
                      <a:pt x="919356" y="905553"/>
                    </a:lnTo>
                    <a:lnTo>
                      <a:pt x="916866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6" name="ph5746"/>
              <p:cNvSpPr/>
              <p:nvPr/>
            </p:nvSpPr>
            <p:spPr>
              <a:xfrm>
                <a:off x="3077599" y="14815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665" y="931638"/>
                    </a:lnTo>
                    <a:lnTo>
                      <a:pt x="910468" y="924077"/>
                    </a:lnTo>
                    <a:lnTo>
                      <a:pt x="911781" y="914400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7" name="ph5747"/>
              <p:cNvSpPr/>
              <p:nvPr/>
            </p:nvSpPr>
            <p:spPr>
              <a:xfrm>
                <a:off x="30775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8" name="ph5748"/>
              <p:cNvSpPr/>
              <p:nvPr/>
            </p:nvSpPr>
            <p:spPr>
              <a:xfrm>
                <a:off x="30868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9" name="ph5749"/>
              <p:cNvSpPr/>
              <p:nvPr/>
            </p:nvSpPr>
            <p:spPr>
              <a:xfrm>
                <a:off x="30961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0" name="ph5750"/>
              <p:cNvSpPr/>
              <p:nvPr/>
            </p:nvSpPr>
            <p:spPr>
              <a:xfrm>
                <a:off x="3105386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1" name="ph5751"/>
              <p:cNvSpPr/>
              <p:nvPr/>
            </p:nvSpPr>
            <p:spPr>
              <a:xfrm>
                <a:off x="31146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2" name="ph5752"/>
              <p:cNvSpPr/>
              <p:nvPr/>
            </p:nvSpPr>
            <p:spPr>
              <a:xfrm>
                <a:off x="31239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3" name="ph5753"/>
              <p:cNvSpPr/>
              <p:nvPr/>
            </p:nvSpPr>
            <p:spPr>
              <a:xfrm>
                <a:off x="31331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4" name="ph5754"/>
              <p:cNvSpPr/>
              <p:nvPr/>
            </p:nvSpPr>
            <p:spPr>
              <a:xfrm>
                <a:off x="31424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5" name="ph5755"/>
              <p:cNvSpPr/>
              <p:nvPr/>
            </p:nvSpPr>
            <p:spPr>
              <a:xfrm>
                <a:off x="31516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6" name="ph5756"/>
              <p:cNvSpPr/>
              <p:nvPr/>
            </p:nvSpPr>
            <p:spPr>
              <a:xfrm>
                <a:off x="31609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7" name="ph5757"/>
              <p:cNvSpPr/>
              <p:nvPr/>
            </p:nvSpPr>
            <p:spPr>
              <a:xfrm>
                <a:off x="31702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8" name="ph5758"/>
              <p:cNvSpPr/>
              <p:nvPr/>
            </p:nvSpPr>
            <p:spPr>
              <a:xfrm>
                <a:off x="31794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9" name="ph5759"/>
              <p:cNvSpPr/>
              <p:nvPr/>
            </p:nvSpPr>
            <p:spPr>
              <a:xfrm>
                <a:off x="31887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0" name="ph5760"/>
              <p:cNvSpPr/>
              <p:nvPr/>
            </p:nvSpPr>
            <p:spPr>
              <a:xfrm>
                <a:off x="31980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1" name="ph5761"/>
              <p:cNvSpPr/>
              <p:nvPr/>
            </p:nvSpPr>
            <p:spPr>
              <a:xfrm>
                <a:off x="32072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2" name="ph5762"/>
              <p:cNvSpPr/>
              <p:nvPr/>
            </p:nvSpPr>
            <p:spPr>
              <a:xfrm>
                <a:off x="32165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3" name="ph5763"/>
              <p:cNvSpPr/>
              <p:nvPr/>
            </p:nvSpPr>
            <p:spPr>
              <a:xfrm>
                <a:off x="32257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4" name="ph5764"/>
              <p:cNvSpPr/>
              <p:nvPr/>
            </p:nvSpPr>
            <p:spPr>
              <a:xfrm>
                <a:off x="323505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5" name="ph5765"/>
              <p:cNvSpPr/>
              <p:nvPr/>
            </p:nvSpPr>
            <p:spPr>
              <a:xfrm>
                <a:off x="324431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6" name="ph5766"/>
              <p:cNvSpPr/>
              <p:nvPr/>
            </p:nvSpPr>
            <p:spPr>
              <a:xfrm>
                <a:off x="325358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7" name="ph5767"/>
              <p:cNvSpPr/>
              <p:nvPr/>
            </p:nvSpPr>
            <p:spPr>
              <a:xfrm>
                <a:off x="326284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8" name="ph5768"/>
              <p:cNvSpPr/>
              <p:nvPr/>
            </p:nvSpPr>
            <p:spPr>
              <a:xfrm>
                <a:off x="327210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9" name="ph5769"/>
              <p:cNvSpPr/>
              <p:nvPr/>
            </p:nvSpPr>
            <p:spPr>
              <a:xfrm>
                <a:off x="328136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0" name="ph5770"/>
              <p:cNvSpPr/>
              <p:nvPr/>
            </p:nvSpPr>
            <p:spPr>
              <a:xfrm>
                <a:off x="329063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1" name="ph5771"/>
              <p:cNvSpPr/>
              <p:nvPr/>
            </p:nvSpPr>
            <p:spPr>
              <a:xfrm>
                <a:off x="329989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2" name="ph5772"/>
              <p:cNvSpPr/>
              <p:nvPr/>
            </p:nvSpPr>
            <p:spPr>
              <a:xfrm>
                <a:off x="330915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3" name="ph5773"/>
              <p:cNvSpPr/>
              <p:nvPr/>
            </p:nvSpPr>
            <p:spPr>
              <a:xfrm>
                <a:off x="331841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4" name="ph5774"/>
              <p:cNvSpPr/>
              <p:nvPr/>
            </p:nvSpPr>
            <p:spPr>
              <a:xfrm>
                <a:off x="332767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5" name="ph5775"/>
              <p:cNvSpPr/>
              <p:nvPr/>
            </p:nvSpPr>
            <p:spPr>
              <a:xfrm>
                <a:off x="333694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6" name="ph5776"/>
              <p:cNvSpPr/>
              <p:nvPr/>
            </p:nvSpPr>
            <p:spPr>
              <a:xfrm>
                <a:off x="334620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7" name="ph5777"/>
              <p:cNvSpPr/>
              <p:nvPr/>
            </p:nvSpPr>
            <p:spPr>
              <a:xfrm>
                <a:off x="335546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8" name="ph5778"/>
              <p:cNvSpPr/>
              <p:nvPr/>
            </p:nvSpPr>
            <p:spPr>
              <a:xfrm>
                <a:off x="336472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9" name="ph5779"/>
              <p:cNvSpPr/>
              <p:nvPr/>
            </p:nvSpPr>
            <p:spPr>
              <a:xfrm>
                <a:off x="337399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0" name="ph5780"/>
              <p:cNvSpPr/>
              <p:nvPr/>
            </p:nvSpPr>
            <p:spPr>
              <a:xfrm>
                <a:off x="338325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1" name="ph5781"/>
              <p:cNvSpPr/>
              <p:nvPr/>
            </p:nvSpPr>
            <p:spPr>
              <a:xfrm>
                <a:off x="339251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2" name="ph5782"/>
              <p:cNvSpPr/>
              <p:nvPr/>
            </p:nvSpPr>
            <p:spPr>
              <a:xfrm>
                <a:off x="340177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3" name="ph5783"/>
              <p:cNvSpPr/>
              <p:nvPr/>
            </p:nvSpPr>
            <p:spPr>
              <a:xfrm>
                <a:off x="341103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4" name="ph5784"/>
              <p:cNvSpPr/>
              <p:nvPr/>
            </p:nvSpPr>
            <p:spPr>
              <a:xfrm>
                <a:off x="342030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5" name="ph5785"/>
              <p:cNvSpPr/>
              <p:nvPr/>
            </p:nvSpPr>
            <p:spPr>
              <a:xfrm>
                <a:off x="342956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6" name="ph5786"/>
              <p:cNvSpPr/>
              <p:nvPr/>
            </p:nvSpPr>
            <p:spPr>
              <a:xfrm>
                <a:off x="343882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7" name="ph5787"/>
              <p:cNvSpPr/>
              <p:nvPr/>
            </p:nvSpPr>
            <p:spPr>
              <a:xfrm>
                <a:off x="344808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8" name="ph5788"/>
              <p:cNvSpPr/>
              <p:nvPr/>
            </p:nvSpPr>
            <p:spPr>
              <a:xfrm>
                <a:off x="345735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9" name="ph5789"/>
              <p:cNvSpPr/>
              <p:nvPr/>
            </p:nvSpPr>
            <p:spPr>
              <a:xfrm>
                <a:off x="346661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0" name="ph5790"/>
              <p:cNvSpPr/>
              <p:nvPr/>
            </p:nvSpPr>
            <p:spPr>
              <a:xfrm>
                <a:off x="347587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1" name="ph5791"/>
              <p:cNvSpPr/>
              <p:nvPr/>
            </p:nvSpPr>
            <p:spPr>
              <a:xfrm>
                <a:off x="348513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2" name="ph5792"/>
              <p:cNvSpPr/>
              <p:nvPr/>
            </p:nvSpPr>
            <p:spPr>
              <a:xfrm>
                <a:off x="349439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3" name="ph5793"/>
              <p:cNvSpPr/>
              <p:nvPr/>
            </p:nvSpPr>
            <p:spPr>
              <a:xfrm>
                <a:off x="350366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4" name="ph5794"/>
              <p:cNvSpPr/>
              <p:nvPr/>
            </p:nvSpPr>
            <p:spPr>
              <a:xfrm>
                <a:off x="351292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5" name="ph5795"/>
              <p:cNvSpPr/>
              <p:nvPr/>
            </p:nvSpPr>
            <p:spPr>
              <a:xfrm>
                <a:off x="352218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6" name="ph5796"/>
              <p:cNvSpPr/>
              <p:nvPr/>
            </p:nvSpPr>
            <p:spPr>
              <a:xfrm>
                <a:off x="353144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7" name="ph5797"/>
              <p:cNvSpPr/>
              <p:nvPr/>
            </p:nvSpPr>
            <p:spPr>
              <a:xfrm>
                <a:off x="354071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8" name="ph5798"/>
              <p:cNvSpPr/>
              <p:nvPr/>
            </p:nvSpPr>
            <p:spPr>
              <a:xfrm>
                <a:off x="354997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9" name="ph5799"/>
              <p:cNvSpPr/>
              <p:nvPr/>
            </p:nvSpPr>
            <p:spPr>
              <a:xfrm>
                <a:off x="355923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0" name="ph5800"/>
              <p:cNvSpPr/>
              <p:nvPr/>
            </p:nvSpPr>
            <p:spPr>
              <a:xfrm>
                <a:off x="3568497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1" name="ph5801"/>
              <p:cNvSpPr/>
              <p:nvPr/>
            </p:nvSpPr>
            <p:spPr>
              <a:xfrm>
                <a:off x="3577759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2" name="ph5802"/>
              <p:cNvSpPr/>
              <p:nvPr/>
            </p:nvSpPr>
            <p:spPr>
              <a:xfrm>
                <a:off x="3587021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3" name="ph5803"/>
              <p:cNvSpPr/>
              <p:nvPr/>
            </p:nvSpPr>
            <p:spPr>
              <a:xfrm>
                <a:off x="3596283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4" name="ph5804"/>
              <p:cNvSpPr/>
              <p:nvPr/>
            </p:nvSpPr>
            <p:spPr>
              <a:xfrm>
                <a:off x="3605545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5" name="ph5805"/>
              <p:cNvSpPr/>
              <p:nvPr/>
            </p:nvSpPr>
            <p:spPr>
              <a:xfrm>
                <a:off x="3614808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6" name="ph5806"/>
              <p:cNvSpPr/>
              <p:nvPr/>
            </p:nvSpPr>
            <p:spPr>
              <a:xfrm>
                <a:off x="3624070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7" name="ph5807"/>
              <p:cNvSpPr/>
              <p:nvPr/>
            </p:nvSpPr>
            <p:spPr>
              <a:xfrm>
                <a:off x="3633332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8" name="ph5808"/>
              <p:cNvSpPr/>
              <p:nvPr/>
            </p:nvSpPr>
            <p:spPr>
              <a:xfrm>
                <a:off x="3642594" y="14815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9" name="ph5809"/>
              <p:cNvSpPr/>
              <p:nvPr/>
            </p:nvSpPr>
            <p:spPr>
              <a:xfrm>
                <a:off x="3651857" y="1498771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199"/>
                    </a:lnTo>
                    <a:lnTo>
                      <a:pt x="922887" y="911664"/>
                    </a:lnTo>
                    <a:lnTo>
                      <a:pt x="921385" y="914400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0" name="ph5810"/>
              <p:cNvSpPr/>
              <p:nvPr/>
            </p:nvSpPr>
            <p:spPr>
              <a:xfrm>
                <a:off x="3661119" y="1481533"/>
                <a:ext cx="923662" cy="928437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437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113"/>
                    </a:lnTo>
                    <a:lnTo>
                      <a:pt x="922945" y="922704"/>
                    </a:lnTo>
                    <a:lnTo>
                      <a:pt x="917513" y="926565"/>
                    </a:lnTo>
                    <a:lnTo>
                      <a:pt x="914400" y="928437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1" name="ph5811"/>
              <p:cNvSpPr/>
              <p:nvPr/>
            </p:nvSpPr>
            <p:spPr>
              <a:xfrm>
                <a:off x="3670381" y="1481533"/>
                <a:ext cx="923150" cy="922113"/>
              </a:xfrm>
              <a:custGeom>
                <a:avLst/>
                <a:gdLst/>
                <a:ahLst/>
                <a:cxnLst/>
                <a:rect l="0" t="0" r="0" b="0"/>
                <a:pathLst>
                  <a:path w="923150" h="922113">
                    <a:moveTo>
                      <a:pt x="914400" y="914400"/>
                    </a:moveTo>
                    <a:lnTo>
                      <a:pt x="923150" y="914400"/>
                    </a:lnTo>
                    <a:lnTo>
                      <a:pt x="918998" y="918320"/>
                    </a:lnTo>
                    <a:lnTo>
                      <a:pt x="914400" y="922113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2" name="ph5812"/>
              <p:cNvSpPr/>
              <p:nvPr/>
            </p:nvSpPr>
            <p:spPr>
              <a:xfrm>
                <a:off x="2095803" y="1464294"/>
                <a:ext cx="914400" cy="9205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8">
                    <a:moveTo>
                      <a:pt x="914400" y="914400"/>
                    </a:moveTo>
                    <a:lnTo>
                      <a:pt x="914400" y="920598"/>
                    </a:lnTo>
                    <a:lnTo>
                      <a:pt x="913874" y="919403"/>
                    </a:lnTo>
                    <a:lnTo>
                      <a:pt x="912827" y="917023"/>
                    </a:lnTo>
                    <a:lnTo>
                      <a:pt x="911780" y="914643"/>
                    </a:lnTo>
                    <a:lnTo>
                      <a:pt x="911673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3" name="ph5813"/>
              <p:cNvSpPr/>
              <p:nvPr/>
            </p:nvSpPr>
            <p:spPr>
              <a:xfrm>
                <a:off x="20958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313" y="931638"/>
                    </a:lnTo>
                    <a:lnTo>
                      <a:pt x="918066" y="928941"/>
                    </a:lnTo>
                    <a:lnTo>
                      <a:pt x="917013" y="926543"/>
                    </a:lnTo>
                    <a:lnTo>
                      <a:pt x="915967" y="924163"/>
                    </a:lnTo>
                    <a:lnTo>
                      <a:pt x="914921" y="921783"/>
                    </a:lnTo>
                    <a:lnTo>
                      <a:pt x="914400" y="92059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4" name="ph5814"/>
              <p:cNvSpPr/>
              <p:nvPr/>
            </p:nvSpPr>
            <p:spPr>
              <a:xfrm>
                <a:off x="210506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5" name="ph5815"/>
              <p:cNvSpPr/>
              <p:nvPr/>
            </p:nvSpPr>
            <p:spPr>
              <a:xfrm>
                <a:off x="21143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6" name="ph5816"/>
              <p:cNvSpPr/>
              <p:nvPr/>
            </p:nvSpPr>
            <p:spPr>
              <a:xfrm>
                <a:off x="21235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7" name="ph5817"/>
              <p:cNvSpPr/>
              <p:nvPr/>
            </p:nvSpPr>
            <p:spPr>
              <a:xfrm>
                <a:off x="21328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8" name="ph5818"/>
              <p:cNvSpPr/>
              <p:nvPr/>
            </p:nvSpPr>
            <p:spPr>
              <a:xfrm>
                <a:off x="214211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9" name="ph5819"/>
              <p:cNvSpPr/>
              <p:nvPr/>
            </p:nvSpPr>
            <p:spPr>
              <a:xfrm>
                <a:off x="21513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0" name="ph5820"/>
              <p:cNvSpPr/>
              <p:nvPr/>
            </p:nvSpPr>
            <p:spPr>
              <a:xfrm>
                <a:off x="21606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1" name="ph5821"/>
              <p:cNvSpPr/>
              <p:nvPr/>
            </p:nvSpPr>
            <p:spPr>
              <a:xfrm>
                <a:off x="21699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2" name="ph5822"/>
              <p:cNvSpPr/>
              <p:nvPr/>
            </p:nvSpPr>
            <p:spPr>
              <a:xfrm>
                <a:off x="21791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3" name="ph5823"/>
              <p:cNvSpPr/>
              <p:nvPr/>
            </p:nvSpPr>
            <p:spPr>
              <a:xfrm>
                <a:off x="218842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4" name="ph5824"/>
              <p:cNvSpPr/>
              <p:nvPr/>
            </p:nvSpPr>
            <p:spPr>
              <a:xfrm>
                <a:off x="21976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5" name="ph5825"/>
              <p:cNvSpPr/>
              <p:nvPr/>
            </p:nvSpPr>
            <p:spPr>
              <a:xfrm>
                <a:off x="22069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6" name="ph5826"/>
              <p:cNvSpPr/>
              <p:nvPr/>
            </p:nvSpPr>
            <p:spPr>
              <a:xfrm>
                <a:off x="22162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7" name="ph5827"/>
              <p:cNvSpPr/>
              <p:nvPr/>
            </p:nvSpPr>
            <p:spPr>
              <a:xfrm>
                <a:off x="222547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8" name="ph5828"/>
              <p:cNvSpPr/>
              <p:nvPr/>
            </p:nvSpPr>
            <p:spPr>
              <a:xfrm>
                <a:off x="22347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9" name="ph5829"/>
              <p:cNvSpPr/>
              <p:nvPr/>
            </p:nvSpPr>
            <p:spPr>
              <a:xfrm>
                <a:off x="22439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0" name="ph5830"/>
              <p:cNvSpPr/>
              <p:nvPr/>
            </p:nvSpPr>
            <p:spPr>
              <a:xfrm>
                <a:off x="22532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1" name="ph5831"/>
              <p:cNvSpPr/>
              <p:nvPr/>
            </p:nvSpPr>
            <p:spPr>
              <a:xfrm>
                <a:off x="22625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2" name="ph5832"/>
              <p:cNvSpPr/>
              <p:nvPr/>
            </p:nvSpPr>
            <p:spPr>
              <a:xfrm>
                <a:off x="22717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3" name="ph5833"/>
              <p:cNvSpPr/>
              <p:nvPr/>
            </p:nvSpPr>
            <p:spPr>
              <a:xfrm>
                <a:off x="22810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4" name="ph5834"/>
              <p:cNvSpPr/>
              <p:nvPr/>
            </p:nvSpPr>
            <p:spPr>
              <a:xfrm>
                <a:off x="22903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5" name="ph5835"/>
              <p:cNvSpPr/>
              <p:nvPr/>
            </p:nvSpPr>
            <p:spPr>
              <a:xfrm>
                <a:off x="22995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6" name="ph5836"/>
              <p:cNvSpPr/>
              <p:nvPr/>
            </p:nvSpPr>
            <p:spPr>
              <a:xfrm>
                <a:off x="230883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7" name="ph5837"/>
              <p:cNvSpPr/>
              <p:nvPr/>
            </p:nvSpPr>
            <p:spPr>
              <a:xfrm>
                <a:off x="23180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8" name="ph5838"/>
              <p:cNvSpPr/>
              <p:nvPr/>
            </p:nvSpPr>
            <p:spPr>
              <a:xfrm>
                <a:off x="23273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9" name="ph5839"/>
              <p:cNvSpPr/>
              <p:nvPr/>
            </p:nvSpPr>
            <p:spPr>
              <a:xfrm>
                <a:off x="23366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0" name="ph5840"/>
              <p:cNvSpPr/>
              <p:nvPr/>
            </p:nvSpPr>
            <p:spPr>
              <a:xfrm>
                <a:off x="23458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1" name="ph5841"/>
              <p:cNvSpPr/>
              <p:nvPr/>
            </p:nvSpPr>
            <p:spPr>
              <a:xfrm>
                <a:off x="235514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2" name="ph5842"/>
              <p:cNvSpPr/>
              <p:nvPr/>
            </p:nvSpPr>
            <p:spPr>
              <a:xfrm>
                <a:off x="23644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3" name="ph5843"/>
              <p:cNvSpPr/>
              <p:nvPr/>
            </p:nvSpPr>
            <p:spPr>
              <a:xfrm>
                <a:off x="23736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4" name="ph5844"/>
              <p:cNvSpPr/>
              <p:nvPr/>
            </p:nvSpPr>
            <p:spPr>
              <a:xfrm>
                <a:off x="2382932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147"/>
                    </a:lnTo>
                    <a:lnTo>
                      <a:pt x="921766" y="913020"/>
                    </a:lnTo>
                    <a:lnTo>
                      <a:pt x="921426" y="914400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5" name="ph5845"/>
              <p:cNvSpPr/>
              <p:nvPr/>
            </p:nvSpPr>
            <p:spPr>
              <a:xfrm>
                <a:off x="2392195" y="1464294"/>
                <a:ext cx="915706" cy="921386"/>
              </a:xfrm>
              <a:custGeom>
                <a:avLst/>
                <a:gdLst/>
                <a:ahLst/>
                <a:cxnLst/>
                <a:rect l="0" t="0" r="0" b="0"/>
                <a:pathLst>
                  <a:path w="915706" h="921386">
                    <a:moveTo>
                      <a:pt x="914399" y="914400"/>
                    </a:moveTo>
                    <a:lnTo>
                      <a:pt x="915706" y="914400"/>
                    </a:lnTo>
                    <a:lnTo>
                      <a:pt x="914638" y="920267"/>
                    </a:lnTo>
                    <a:lnTo>
                      <a:pt x="914399" y="921386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6" name="ph5846"/>
              <p:cNvSpPr/>
              <p:nvPr/>
            </p:nvSpPr>
            <p:spPr>
              <a:xfrm>
                <a:off x="3077599" y="14815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81" y="914400"/>
                    </a:lnTo>
                    <a:lnTo>
                      <a:pt x="911879" y="913671"/>
                    </a:lnTo>
                    <a:lnTo>
                      <a:pt x="913578" y="903416"/>
                    </a:lnTo>
                    <a:lnTo>
                      <a:pt x="914400" y="899242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7" name="ph5847"/>
              <p:cNvSpPr/>
              <p:nvPr/>
            </p:nvSpPr>
            <p:spPr>
              <a:xfrm>
                <a:off x="3086861" y="14642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80"/>
                    </a:lnTo>
                    <a:lnTo>
                      <a:pt x="905547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8" name="ph5848"/>
              <p:cNvSpPr/>
              <p:nvPr/>
            </p:nvSpPr>
            <p:spPr>
              <a:xfrm>
                <a:off x="30868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9" name="ph5849"/>
              <p:cNvSpPr/>
              <p:nvPr/>
            </p:nvSpPr>
            <p:spPr>
              <a:xfrm>
                <a:off x="30961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0" name="ph5850"/>
              <p:cNvSpPr/>
              <p:nvPr/>
            </p:nvSpPr>
            <p:spPr>
              <a:xfrm>
                <a:off x="3105386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1" name="ph5851"/>
              <p:cNvSpPr/>
              <p:nvPr/>
            </p:nvSpPr>
            <p:spPr>
              <a:xfrm>
                <a:off x="31146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2" name="ph5852"/>
              <p:cNvSpPr/>
              <p:nvPr/>
            </p:nvSpPr>
            <p:spPr>
              <a:xfrm>
                <a:off x="31239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3" name="ph5853"/>
              <p:cNvSpPr/>
              <p:nvPr/>
            </p:nvSpPr>
            <p:spPr>
              <a:xfrm>
                <a:off x="31331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4" name="ph5854"/>
              <p:cNvSpPr/>
              <p:nvPr/>
            </p:nvSpPr>
            <p:spPr>
              <a:xfrm>
                <a:off x="31424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5" name="ph5855"/>
              <p:cNvSpPr/>
              <p:nvPr/>
            </p:nvSpPr>
            <p:spPr>
              <a:xfrm>
                <a:off x="31516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6" name="ph5856"/>
              <p:cNvSpPr/>
              <p:nvPr/>
            </p:nvSpPr>
            <p:spPr>
              <a:xfrm>
                <a:off x="31609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7" name="ph5857"/>
              <p:cNvSpPr/>
              <p:nvPr/>
            </p:nvSpPr>
            <p:spPr>
              <a:xfrm>
                <a:off x="31702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8" name="ph5858"/>
              <p:cNvSpPr/>
              <p:nvPr/>
            </p:nvSpPr>
            <p:spPr>
              <a:xfrm>
                <a:off x="31794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9" name="ph5859"/>
              <p:cNvSpPr/>
              <p:nvPr/>
            </p:nvSpPr>
            <p:spPr>
              <a:xfrm>
                <a:off x="31887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0" name="ph5860"/>
              <p:cNvSpPr/>
              <p:nvPr/>
            </p:nvSpPr>
            <p:spPr>
              <a:xfrm>
                <a:off x="31980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1" name="ph5861"/>
              <p:cNvSpPr/>
              <p:nvPr/>
            </p:nvSpPr>
            <p:spPr>
              <a:xfrm>
                <a:off x="32072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2" name="ph5862"/>
              <p:cNvSpPr/>
              <p:nvPr/>
            </p:nvSpPr>
            <p:spPr>
              <a:xfrm>
                <a:off x="32165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3" name="ph5863"/>
              <p:cNvSpPr/>
              <p:nvPr/>
            </p:nvSpPr>
            <p:spPr>
              <a:xfrm>
                <a:off x="32257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4" name="ph5864"/>
              <p:cNvSpPr/>
              <p:nvPr/>
            </p:nvSpPr>
            <p:spPr>
              <a:xfrm>
                <a:off x="32350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5" name="ph5865"/>
              <p:cNvSpPr/>
              <p:nvPr/>
            </p:nvSpPr>
            <p:spPr>
              <a:xfrm>
                <a:off x="32443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6" name="ph5866"/>
              <p:cNvSpPr/>
              <p:nvPr/>
            </p:nvSpPr>
            <p:spPr>
              <a:xfrm>
                <a:off x="325358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7" name="ph5867"/>
              <p:cNvSpPr/>
              <p:nvPr/>
            </p:nvSpPr>
            <p:spPr>
              <a:xfrm>
                <a:off x="326284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8" name="ph5868"/>
              <p:cNvSpPr/>
              <p:nvPr/>
            </p:nvSpPr>
            <p:spPr>
              <a:xfrm>
                <a:off x="327210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9" name="ph5869"/>
              <p:cNvSpPr/>
              <p:nvPr/>
            </p:nvSpPr>
            <p:spPr>
              <a:xfrm>
                <a:off x="328136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0" name="ph5870"/>
              <p:cNvSpPr/>
              <p:nvPr/>
            </p:nvSpPr>
            <p:spPr>
              <a:xfrm>
                <a:off x="329063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1" name="ph5871"/>
              <p:cNvSpPr/>
              <p:nvPr/>
            </p:nvSpPr>
            <p:spPr>
              <a:xfrm>
                <a:off x="329989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2" name="ph5872"/>
              <p:cNvSpPr/>
              <p:nvPr/>
            </p:nvSpPr>
            <p:spPr>
              <a:xfrm>
                <a:off x="330915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3" name="ph5873"/>
              <p:cNvSpPr/>
              <p:nvPr/>
            </p:nvSpPr>
            <p:spPr>
              <a:xfrm>
                <a:off x="331841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4" name="ph5874"/>
              <p:cNvSpPr/>
              <p:nvPr/>
            </p:nvSpPr>
            <p:spPr>
              <a:xfrm>
                <a:off x="332767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5" name="ph5875"/>
              <p:cNvSpPr/>
              <p:nvPr/>
            </p:nvSpPr>
            <p:spPr>
              <a:xfrm>
                <a:off x="333694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6" name="ph5876"/>
              <p:cNvSpPr/>
              <p:nvPr/>
            </p:nvSpPr>
            <p:spPr>
              <a:xfrm>
                <a:off x="334620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7" name="ph5877"/>
              <p:cNvSpPr/>
              <p:nvPr/>
            </p:nvSpPr>
            <p:spPr>
              <a:xfrm>
                <a:off x="335546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8" name="ph5878"/>
              <p:cNvSpPr/>
              <p:nvPr/>
            </p:nvSpPr>
            <p:spPr>
              <a:xfrm>
                <a:off x="336472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9" name="ph5879"/>
              <p:cNvSpPr/>
              <p:nvPr/>
            </p:nvSpPr>
            <p:spPr>
              <a:xfrm>
                <a:off x="337399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0" name="ph5880"/>
              <p:cNvSpPr/>
              <p:nvPr/>
            </p:nvSpPr>
            <p:spPr>
              <a:xfrm>
                <a:off x="338325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1" name="ph5881"/>
              <p:cNvSpPr/>
              <p:nvPr/>
            </p:nvSpPr>
            <p:spPr>
              <a:xfrm>
                <a:off x="339251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2" name="ph5882"/>
              <p:cNvSpPr/>
              <p:nvPr/>
            </p:nvSpPr>
            <p:spPr>
              <a:xfrm>
                <a:off x="340177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3" name="ph5883"/>
              <p:cNvSpPr/>
              <p:nvPr/>
            </p:nvSpPr>
            <p:spPr>
              <a:xfrm>
                <a:off x="341103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4" name="ph5884"/>
              <p:cNvSpPr/>
              <p:nvPr/>
            </p:nvSpPr>
            <p:spPr>
              <a:xfrm>
                <a:off x="342030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5" name="ph5885"/>
              <p:cNvSpPr/>
              <p:nvPr/>
            </p:nvSpPr>
            <p:spPr>
              <a:xfrm>
                <a:off x="342956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6" name="ph5886"/>
              <p:cNvSpPr/>
              <p:nvPr/>
            </p:nvSpPr>
            <p:spPr>
              <a:xfrm>
                <a:off x="343882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7" name="ph5887"/>
              <p:cNvSpPr/>
              <p:nvPr/>
            </p:nvSpPr>
            <p:spPr>
              <a:xfrm>
                <a:off x="344808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8" name="ph5888"/>
              <p:cNvSpPr/>
              <p:nvPr/>
            </p:nvSpPr>
            <p:spPr>
              <a:xfrm>
                <a:off x="345735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9" name="ph5889"/>
              <p:cNvSpPr/>
              <p:nvPr/>
            </p:nvSpPr>
            <p:spPr>
              <a:xfrm>
                <a:off x="346661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0" name="ph5890"/>
              <p:cNvSpPr/>
              <p:nvPr/>
            </p:nvSpPr>
            <p:spPr>
              <a:xfrm>
                <a:off x="347587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1" name="ph5891"/>
              <p:cNvSpPr/>
              <p:nvPr/>
            </p:nvSpPr>
            <p:spPr>
              <a:xfrm>
                <a:off x="348513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2" name="ph5892"/>
              <p:cNvSpPr/>
              <p:nvPr/>
            </p:nvSpPr>
            <p:spPr>
              <a:xfrm>
                <a:off x="349439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3" name="ph5893"/>
              <p:cNvSpPr/>
              <p:nvPr/>
            </p:nvSpPr>
            <p:spPr>
              <a:xfrm>
                <a:off x="350366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4" name="ph5894"/>
              <p:cNvSpPr/>
              <p:nvPr/>
            </p:nvSpPr>
            <p:spPr>
              <a:xfrm>
                <a:off x="351292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5" name="ph5895"/>
              <p:cNvSpPr/>
              <p:nvPr/>
            </p:nvSpPr>
            <p:spPr>
              <a:xfrm>
                <a:off x="352218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6" name="ph5896"/>
              <p:cNvSpPr/>
              <p:nvPr/>
            </p:nvSpPr>
            <p:spPr>
              <a:xfrm>
                <a:off x="353144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7" name="ph5897"/>
              <p:cNvSpPr/>
              <p:nvPr/>
            </p:nvSpPr>
            <p:spPr>
              <a:xfrm>
                <a:off x="354071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8" name="ph5898"/>
              <p:cNvSpPr/>
              <p:nvPr/>
            </p:nvSpPr>
            <p:spPr>
              <a:xfrm>
                <a:off x="354997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9" name="ph5899"/>
              <p:cNvSpPr/>
              <p:nvPr/>
            </p:nvSpPr>
            <p:spPr>
              <a:xfrm>
                <a:off x="355923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0" name="ph5900"/>
              <p:cNvSpPr/>
              <p:nvPr/>
            </p:nvSpPr>
            <p:spPr>
              <a:xfrm>
                <a:off x="356849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1" name="ph5901"/>
              <p:cNvSpPr/>
              <p:nvPr/>
            </p:nvSpPr>
            <p:spPr>
              <a:xfrm>
                <a:off x="357775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2" name="ph5902"/>
              <p:cNvSpPr/>
              <p:nvPr/>
            </p:nvSpPr>
            <p:spPr>
              <a:xfrm>
                <a:off x="3587021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3" name="ph5903"/>
              <p:cNvSpPr/>
              <p:nvPr/>
            </p:nvSpPr>
            <p:spPr>
              <a:xfrm>
                <a:off x="3596283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4" name="ph5904"/>
              <p:cNvSpPr/>
              <p:nvPr/>
            </p:nvSpPr>
            <p:spPr>
              <a:xfrm>
                <a:off x="3605545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5" name="ph5905"/>
              <p:cNvSpPr/>
              <p:nvPr/>
            </p:nvSpPr>
            <p:spPr>
              <a:xfrm>
                <a:off x="3614808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6" name="ph5906"/>
              <p:cNvSpPr/>
              <p:nvPr/>
            </p:nvSpPr>
            <p:spPr>
              <a:xfrm>
                <a:off x="3624070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7" name="ph5907"/>
              <p:cNvSpPr/>
              <p:nvPr/>
            </p:nvSpPr>
            <p:spPr>
              <a:xfrm>
                <a:off x="3633332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8" name="ph5908"/>
              <p:cNvSpPr/>
              <p:nvPr/>
            </p:nvSpPr>
            <p:spPr>
              <a:xfrm>
                <a:off x="3642594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9" name="ph5909"/>
              <p:cNvSpPr/>
              <p:nvPr/>
            </p:nvSpPr>
            <p:spPr>
              <a:xfrm>
                <a:off x="3651857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0" name="ph5910"/>
              <p:cNvSpPr/>
              <p:nvPr/>
            </p:nvSpPr>
            <p:spPr>
              <a:xfrm>
                <a:off x="3661119" y="14642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1" name="ph5911"/>
              <p:cNvSpPr/>
              <p:nvPr/>
            </p:nvSpPr>
            <p:spPr>
              <a:xfrm>
                <a:off x="3670381" y="1481533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3917"/>
                    </a:lnTo>
                    <a:lnTo>
                      <a:pt x="923150" y="914400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2" name="ph5912"/>
              <p:cNvSpPr/>
              <p:nvPr/>
            </p:nvSpPr>
            <p:spPr>
              <a:xfrm>
                <a:off x="3679643" y="1464294"/>
                <a:ext cx="923662" cy="93115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15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0815"/>
                    </a:lnTo>
                    <a:lnTo>
                      <a:pt x="919961" y="925270"/>
                    </a:lnTo>
                    <a:lnTo>
                      <a:pt x="914920" y="930663"/>
                    </a:lnTo>
                    <a:lnTo>
                      <a:pt x="914400" y="931155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3" name="ph5913"/>
              <p:cNvSpPr/>
              <p:nvPr/>
            </p:nvSpPr>
            <p:spPr>
              <a:xfrm>
                <a:off x="3688905" y="1464294"/>
                <a:ext cx="919289" cy="920815"/>
              </a:xfrm>
              <a:custGeom>
                <a:avLst/>
                <a:gdLst/>
                <a:ahLst/>
                <a:cxnLst/>
                <a:rect l="0" t="0" r="0" b="0"/>
                <a:pathLst>
                  <a:path w="919289" h="920815">
                    <a:moveTo>
                      <a:pt x="914400" y="914400"/>
                    </a:moveTo>
                    <a:lnTo>
                      <a:pt x="919289" y="914400"/>
                    </a:lnTo>
                    <a:lnTo>
                      <a:pt x="915580" y="919394"/>
                    </a:lnTo>
                    <a:lnTo>
                      <a:pt x="914400" y="920815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4" name="ph5914"/>
              <p:cNvSpPr/>
              <p:nvPr/>
            </p:nvSpPr>
            <p:spPr>
              <a:xfrm>
                <a:off x="2086541" y="1447056"/>
                <a:ext cx="914400" cy="9169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975">
                    <a:moveTo>
                      <a:pt x="914400" y="914400"/>
                    </a:moveTo>
                    <a:lnTo>
                      <a:pt x="914400" y="916975"/>
                    </a:lnTo>
                    <a:lnTo>
                      <a:pt x="913933" y="916145"/>
                    </a:lnTo>
                    <a:lnTo>
                      <a:pt x="912951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5" name="ph5915"/>
              <p:cNvSpPr/>
              <p:nvPr/>
            </p:nvSpPr>
            <p:spPr>
              <a:xfrm>
                <a:off x="20865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0935" y="931638"/>
                    </a:lnTo>
                    <a:lnTo>
                      <a:pt x="919994" y="929502"/>
                    </a:lnTo>
                    <a:lnTo>
                      <a:pt x="918946" y="927122"/>
                    </a:lnTo>
                    <a:lnTo>
                      <a:pt x="917897" y="924743"/>
                    </a:lnTo>
                    <a:lnTo>
                      <a:pt x="916848" y="922363"/>
                    </a:lnTo>
                    <a:lnTo>
                      <a:pt x="915799" y="919984"/>
                    </a:lnTo>
                    <a:lnTo>
                      <a:pt x="914732" y="917566"/>
                    </a:lnTo>
                    <a:lnTo>
                      <a:pt x="914400" y="916975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6" name="ph5916"/>
              <p:cNvSpPr/>
              <p:nvPr/>
            </p:nvSpPr>
            <p:spPr>
              <a:xfrm>
                <a:off x="20958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7" name="ph5917"/>
              <p:cNvSpPr/>
              <p:nvPr/>
            </p:nvSpPr>
            <p:spPr>
              <a:xfrm>
                <a:off x="210506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8" name="ph5918"/>
              <p:cNvSpPr/>
              <p:nvPr/>
            </p:nvSpPr>
            <p:spPr>
              <a:xfrm>
                <a:off x="21143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9" name="ph5919"/>
              <p:cNvSpPr/>
              <p:nvPr/>
            </p:nvSpPr>
            <p:spPr>
              <a:xfrm>
                <a:off x="21235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0" name="ph5920"/>
              <p:cNvSpPr/>
              <p:nvPr/>
            </p:nvSpPr>
            <p:spPr>
              <a:xfrm>
                <a:off x="21328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1" name="ph5921"/>
              <p:cNvSpPr/>
              <p:nvPr/>
            </p:nvSpPr>
            <p:spPr>
              <a:xfrm>
                <a:off x="214211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2" name="ph5922"/>
              <p:cNvSpPr/>
              <p:nvPr/>
            </p:nvSpPr>
            <p:spPr>
              <a:xfrm>
                <a:off x="21513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3" name="ph5923"/>
              <p:cNvSpPr/>
              <p:nvPr/>
            </p:nvSpPr>
            <p:spPr>
              <a:xfrm>
                <a:off x="21606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4" name="ph5924"/>
              <p:cNvSpPr/>
              <p:nvPr/>
            </p:nvSpPr>
            <p:spPr>
              <a:xfrm>
                <a:off x="21699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5" name="ph5925"/>
              <p:cNvSpPr/>
              <p:nvPr/>
            </p:nvSpPr>
            <p:spPr>
              <a:xfrm>
                <a:off x="21791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6" name="ph5926"/>
              <p:cNvSpPr/>
              <p:nvPr/>
            </p:nvSpPr>
            <p:spPr>
              <a:xfrm>
                <a:off x="218842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7" name="ph5927"/>
              <p:cNvSpPr/>
              <p:nvPr/>
            </p:nvSpPr>
            <p:spPr>
              <a:xfrm>
                <a:off x="21976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8" name="ph5928"/>
              <p:cNvSpPr/>
              <p:nvPr/>
            </p:nvSpPr>
            <p:spPr>
              <a:xfrm>
                <a:off x="22069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9" name="ph5929"/>
              <p:cNvSpPr/>
              <p:nvPr/>
            </p:nvSpPr>
            <p:spPr>
              <a:xfrm>
                <a:off x="22162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0" name="ph5930"/>
              <p:cNvSpPr/>
              <p:nvPr/>
            </p:nvSpPr>
            <p:spPr>
              <a:xfrm>
                <a:off x="222547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1" name="ph5931"/>
              <p:cNvSpPr/>
              <p:nvPr/>
            </p:nvSpPr>
            <p:spPr>
              <a:xfrm>
                <a:off x="22347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2" name="ph5932"/>
              <p:cNvSpPr/>
              <p:nvPr/>
            </p:nvSpPr>
            <p:spPr>
              <a:xfrm>
                <a:off x="22439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3" name="ph5933"/>
              <p:cNvSpPr/>
              <p:nvPr/>
            </p:nvSpPr>
            <p:spPr>
              <a:xfrm>
                <a:off x="22532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4" name="ph5934"/>
              <p:cNvSpPr/>
              <p:nvPr/>
            </p:nvSpPr>
            <p:spPr>
              <a:xfrm>
                <a:off x="22625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5" name="ph5935"/>
              <p:cNvSpPr/>
              <p:nvPr/>
            </p:nvSpPr>
            <p:spPr>
              <a:xfrm>
                <a:off x="22717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6" name="ph5936"/>
              <p:cNvSpPr/>
              <p:nvPr/>
            </p:nvSpPr>
            <p:spPr>
              <a:xfrm>
                <a:off x="22810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7" name="ph5937"/>
              <p:cNvSpPr/>
              <p:nvPr/>
            </p:nvSpPr>
            <p:spPr>
              <a:xfrm>
                <a:off x="22903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8" name="ph5938"/>
              <p:cNvSpPr/>
              <p:nvPr/>
            </p:nvSpPr>
            <p:spPr>
              <a:xfrm>
                <a:off x="22995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9" name="ph5939"/>
              <p:cNvSpPr/>
              <p:nvPr/>
            </p:nvSpPr>
            <p:spPr>
              <a:xfrm>
                <a:off x="230883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0" name="ph5940"/>
              <p:cNvSpPr/>
              <p:nvPr/>
            </p:nvSpPr>
            <p:spPr>
              <a:xfrm>
                <a:off x="23180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1" name="ph5941"/>
              <p:cNvSpPr/>
              <p:nvPr/>
            </p:nvSpPr>
            <p:spPr>
              <a:xfrm>
                <a:off x="23273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2" name="ph5942"/>
              <p:cNvSpPr/>
              <p:nvPr/>
            </p:nvSpPr>
            <p:spPr>
              <a:xfrm>
                <a:off x="23366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3" name="ph5943"/>
              <p:cNvSpPr/>
              <p:nvPr/>
            </p:nvSpPr>
            <p:spPr>
              <a:xfrm>
                <a:off x="23458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4" name="ph5944"/>
              <p:cNvSpPr/>
              <p:nvPr/>
            </p:nvSpPr>
            <p:spPr>
              <a:xfrm>
                <a:off x="235514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5" name="ph5945"/>
              <p:cNvSpPr/>
              <p:nvPr/>
            </p:nvSpPr>
            <p:spPr>
              <a:xfrm>
                <a:off x="23644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6" name="ph5946"/>
              <p:cNvSpPr/>
              <p:nvPr/>
            </p:nvSpPr>
            <p:spPr>
              <a:xfrm>
                <a:off x="23736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7" name="ph5947"/>
              <p:cNvSpPr/>
              <p:nvPr/>
            </p:nvSpPr>
            <p:spPr>
              <a:xfrm>
                <a:off x="23829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8" name="ph5948"/>
              <p:cNvSpPr/>
              <p:nvPr/>
            </p:nvSpPr>
            <p:spPr>
              <a:xfrm>
                <a:off x="2392195" y="1464294"/>
                <a:ext cx="91837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37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370" y="897161"/>
                    </a:lnTo>
                    <a:lnTo>
                      <a:pt x="918057" y="899733"/>
                    </a:lnTo>
                    <a:lnTo>
                      <a:pt x="916491" y="910083"/>
                    </a:lnTo>
                    <a:lnTo>
                      <a:pt x="915706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9" name="ph5949"/>
              <p:cNvSpPr/>
              <p:nvPr/>
            </p:nvSpPr>
            <p:spPr>
              <a:xfrm>
                <a:off x="3086861" y="14470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47" y="931638"/>
                    </a:lnTo>
                    <a:lnTo>
                      <a:pt x="906299" y="927816"/>
                    </a:lnTo>
                    <a:lnTo>
                      <a:pt x="908559" y="917943"/>
                    </a:lnTo>
                    <a:lnTo>
                      <a:pt x="909490" y="914400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0" name="ph5950"/>
              <p:cNvSpPr/>
              <p:nvPr/>
            </p:nvSpPr>
            <p:spPr>
              <a:xfrm>
                <a:off x="30868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1" name="ph5951"/>
              <p:cNvSpPr/>
              <p:nvPr/>
            </p:nvSpPr>
            <p:spPr>
              <a:xfrm>
                <a:off x="30961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2" name="ph5952"/>
              <p:cNvSpPr/>
              <p:nvPr/>
            </p:nvSpPr>
            <p:spPr>
              <a:xfrm>
                <a:off x="3105386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3" name="ph5953"/>
              <p:cNvSpPr/>
              <p:nvPr/>
            </p:nvSpPr>
            <p:spPr>
              <a:xfrm>
                <a:off x="31146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4" name="ph5954"/>
              <p:cNvSpPr/>
              <p:nvPr/>
            </p:nvSpPr>
            <p:spPr>
              <a:xfrm>
                <a:off x="31239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5" name="ph5955"/>
              <p:cNvSpPr/>
              <p:nvPr/>
            </p:nvSpPr>
            <p:spPr>
              <a:xfrm>
                <a:off x="31331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6" name="ph5956"/>
              <p:cNvSpPr/>
              <p:nvPr/>
            </p:nvSpPr>
            <p:spPr>
              <a:xfrm>
                <a:off x="31424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7" name="ph5957"/>
              <p:cNvSpPr/>
              <p:nvPr/>
            </p:nvSpPr>
            <p:spPr>
              <a:xfrm>
                <a:off x="31516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8" name="ph5958"/>
              <p:cNvSpPr/>
              <p:nvPr/>
            </p:nvSpPr>
            <p:spPr>
              <a:xfrm>
                <a:off x="31609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9" name="ph5959"/>
              <p:cNvSpPr/>
              <p:nvPr/>
            </p:nvSpPr>
            <p:spPr>
              <a:xfrm>
                <a:off x="31702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0" name="ph5960"/>
              <p:cNvSpPr/>
              <p:nvPr/>
            </p:nvSpPr>
            <p:spPr>
              <a:xfrm>
                <a:off x="31794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1" name="ph5961"/>
              <p:cNvSpPr/>
              <p:nvPr/>
            </p:nvSpPr>
            <p:spPr>
              <a:xfrm>
                <a:off x="31887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2" name="ph5962"/>
              <p:cNvSpPr/>
              <p:nvPr/>
            </p:nvSpPr>
            <p:spPr>
              <a:xfrm>
                <a:off x="31980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3" name="ph5963"/>
              <p:cNvSpPr/>
              <p:nvPr/>
            </p:nvSpPr>
            <p:spPr>
              <a:xfrm>
                <a:off x="32072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4" name="ph5964"/>
              <p:cNvSpPr/>
              <p:nvPr/>
            </p:nvSpPr>
            <p:spPr>
              <a:xfrm>
                <a:off x="32165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5" name="ph5965"/>
              <p:cNvSpPr/>
              <p:nvPr/>
            </p:nvSpPr>
            <p:spPr>
              <a:xfrm>
                <a:off x="32257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6" name="ph5966"/>
              <p:cNvSpPr/>
              <p:nvPr/>
            </p:nvSpPr>
            <p:spPr>
              <a:xfrm>
                <a:off x="32350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7" name="ph5967"/>
              <p:cNvSpPr/>
              <p:nvPr/>
            </p:nvSpPr>
            <p:spPr>
              <a:xfrm>
                <a:off x="32443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8" name="ph5968"/>
              <p:cNvSpPr/>
              <p:nvPr/>
            </p:nvSpPr>
            <p:spPr>
              <a:xfrm>
                <a:off x="32535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9" name="ph5969"/>
              <p:cNvSpPr/>
              <p:nvPr/>
            </p:nvSpPr>
            <p:spPr>
              <a:xfrm>
                <a:off x="32628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0" name="ph5970"/>
              <p:cNvSpPr/>
              <p:nvPr/>
            </p:nvSpPr>
            <p:spPr>
              <a:xfrm>
                <a:off x="327210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1" name="ph5971"/>
              <p:cNvSpPr/>
              <p:nvPr/>
            </p:nvSpPr>
            <p:spPr>
              <a:xfrm>
                <a:off x="328136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2" name="ph5972"/>
              <p:cNvSpPr/>
              <p:nvPr/>
            </p:nvSpPr>
            <p:spPr>
              <a:xfrm>
                <a:off x="329063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3" name="ph5973"/>
              <p:cNvSpPr/>
              <p:nvPr/>
            </p:nvSpPr>
            <p:spPr>
              <a:xfrm>
                <a:off x="329989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4" name="ph5974"/>
              <p:cNvSpPr/>
              <p:nvPr/>
            </p:nvSpPr>
            <p:spPr>
              <a:xfrm>
                <a:off x="330915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5" name="ph5975"/>
              <p:cNvSpPr/>
              <p:nvPr/>
            </p:nvSpPr>
            <p:spPr>
              <a:xfrm>
                <a:off x="331841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6" name="ph5976"/>
              <p:cNvSpPr/>
              <p:nvPr/>
            </p:nvSpPr>
            <p:spPr>
              <a:xfrm>
                <a:off x="332767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7" name="ph5977"/>
              <p:cNvSpPr/>
              <p:nvPr/>
            </p:nvSpPr>
            <p:spPr>
              <a:xfrm>
                <a:off x="333694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8" name="ph5978"/>
              <p:cNvSpPr/>
              <p:nvPr/>
            </p:nvSpPr>
            <p:spPr>
              <a:xfrm>
                <a:off x="334620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9" name="ph5979"/>
              <p:cNvSpPr/>
              <p:nvPr/>
            </p:nvSpPr>
            <p:spPr>
              <a:xfrm>
                <a:off x="335546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0" name="ph5980"/>
              <p:cNvSpPr/>
              <p:nvPr/>
            </p:nvSpPr>
            <p:spPr>
              <a:xfrm>
                <a:off x="336472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1" name="ph5981"/>
              <p:cNvSpPr/>
              <p:nvPr/>
            </p:nvSpPr>
            <p:spPr>
              <a:xfrm>
                <a:off x="337399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2" name="ph5982"/>
              <p:cNvSpPr/>
              <p:nvPr/>
            </p:nvSpPr>
            <p:spPr>
              <a:xfrm>
                <a:off x="338325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3" name="ph5983"/>
              <p:cNvSpPr/>
              <p:nvPr/>
            </p:nvSpPr>
            <p:spPr>
              <a:xfrm>
                <a:off x="339251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4" name="ph5984"/>
              <p:cNvSpPr/>
              <p:nvPr/>
            </p:nvSpPr>
            <p:spPr>
              <a:xfrm>
                <a:off x="340177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5" name="ph5985"/>
              <p:cNvSpPr/>
              <p:nvPr/>
            </p:nvSpPr>
            <p:spPr>
              <a:xfrm>
                <a:off x="341103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6" name="ph5986"/>
              <p:cNvSpPr/>
              <p:nvPr/>
            </p:nvSpPr>
            <p:spPr>
              <a:xfrm>
                <a:off x="342030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7" name="ph5987"/>
              <p:cNvSpPr/>
              <p:nvPr/>
            </p:nvSpPr>
            <p:spPr>
              <a:xfrm>
                <a:off x="342956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8" name="ph5988"/>
              <p:cNvSpPr/>
              <p:nvPr/>
            </p:nvSpPr>
            <p:spPr>
              <a:xfrm>
                <a:off x="343882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9" name="ph5989"/>
              <p:cNvSpPr/>
              <p:nvPr/>
            </p:nvSpPr>
            <p:spPr>
              <a:xfrm>
                <a:off x="344808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0" name="ph5990"/>
              <p:cNvSpPr/>
              <p:nvPr/>
            </p:nvSpPr>
            <p:spPr>
              <a:xfrm>
                <a:off x="345735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1" name="ph5991"/>
              <p:cNvSpPr/>
              <p:nvPr/>
            </p:nvSpPr>
            <p:spPr>
              <a:xfrm>
                <a:off x="346661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2" name="ph5992"/>
              <p:cNvSpPr/>
              <p:nvPr/>
            </p:nvSpPr>
            <p:spPr>
              <a:xfrm>
                <a:off x="347587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3" name="ph5993"/>
              <p:cNvSpPr/>
              <p:nvPr/>
            </p:nvSpPr>
            <p:spPr>
              <a:xfrm>
                <a:off x="348513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4" name="ph5994"/>
              <p:cNvSpPr/>
              <p:nvPr/>
            </p:nvSpPr>
            <p:spPr>
              <a:xfrm>
                <a:off x="349439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5" name="ph5995"/>
              <p:cNvSpPr/>
              <p:nvPr/>
            </p:nvSpPr>
            <p:spPr>
              <a:xfrm>
                <a:off x="350366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6" name="ph5996"/>
              <p:cNvSpPr/>
              <p:nvPr/>
            </p:nvSpPr>
            <p:spPr>
              <a:xfrm>
                <a:off x="351292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7" name="ph5997"/>
              <p:cNvSpPr/>
              <p:nvPr/>
            </p:nvSpPr>
            <p:spPr>
              <a:xfrm>
                <a:off x="352218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8" name="ph5998"/>
              <p:cNvSpPr/>
              <p:nvPr/>
            </p:nvSpPr>
            <p:spPr>
              <a:xfrm>
                <a:off x="353144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9" name="ph5999"/>
              <p:cNvSpPr/>
              <p:nvPr/>
            </p:nvSpPr>
            <p:spPr>
              <a:xfrm>
                <a:off x="354071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0" name="ph6000"/>
              <p:cNvSpPr/>
              <p:nvPr/>
            </p:nvSpPr>
            <p:spPr>
              <a:xfrm>
                <a:off x="354997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1" name="ph6001"/>
              <p:cNvSpPr/>
              <p:nvPr/>
            </p:nvSpPr>
            <p:spPr>
              <a:xfrm>
                <a:off x="355923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2" name="ph6002"/>
              <p:cNvSpPr/>
              <p:nvPr/>
            </p:nvSpPr>
            <p:spPr>
              <a:xfrm>
                <a:off x="356849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3" name="ph6003"/>
              <p:cNvSpPr/>
              <p:nvPr/>
            </p:nvSpPr>
            <p:spPr>
              <a:xfrm>
                <a:off x="357775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4" name="ph6004"/>
              <p:cNvSpPr/>
              <p:nvPr/>
            </p:nvSpPr>
            <p:spPr>
              <a:xfrm>
                <a:off x="358702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5" name="ph6005"/>
              <p:cNvSpPr/>
              <p:nvPr/>
            </p:nvSpPr>
            <p:spPr>
              <a:xfrm>
                <a:off x="359628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6" name="ph6006"/>
              <p:cNvSpPr/>
              <p:nvPr/>
            </p:nvSpPr>
            <p:spPr>
              <a:xfrm>
                <a:off x="3605545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7" name="ph6007"/>
              <p:cNvSpPr/>
              <p:nvPr/>
            </p:nvSpPr>
            <p:spPr>
              <a:xfrm>
                <a:off x="3614808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8" name="ph6008"/>
              <p:cNvSpPr/>
              <p:nvPr/>
            </p:nvSpPr>
            <p:spPr>
              <a:xfrm>
                <a:off x="3624070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9" name="ph6009"/>
              <p:cNvSpPr/>
              <p:nvPr/>
            </p:nvSpPr>
            <p:spPr>
              <a:xfrm>
                <a:off x="3633332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0" name="ph6010"/>
              <p:cNvSpPr/>
              <p:nvPr/>
            </p:nvSpPr>
            <p:spPr>
              <a:xfrm>
                <a:off x="3642594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1" name="ph6011"/>
              <p:cNvSpPr/>
              <p:nvPr/>
            </p:nvSpPr>
            <p:spPr>
              <a:xfrm>
                <a:off x="3651857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2" name="ph6012"/>
              <p:cNvSpPr/>
              <p:nvPr/>
            </p:nvSpPr>
            <p:spPr>
              <a:xfrm>
                <a:off x="3661119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3" name="ph6013"/>
              <p:cNvSpPr/>
              <p:nvPr/>
            </p:nvSpPr>
            <p:spPr>
              <a:xfrm>
                <a:off x="3670381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4" name="ph6014"/>
              <p:cNvSpPr/>
              <p:nvPr/>
            </p:nvSpPr>
            <p:spPr>
              <a:xfrm>
                <a:off x="3679643" y="14470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5" name="ph6015"/>
              <p:cNvSpPr/>
              <p:nvPr/>
            </p:nvSpPr>
            <p:spPr>
              <a:xfrm>
                <a:off x="3688905" y="146429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7990"/>
                    </a:lnTo>
                    <a:lnTo>
                      <a:pt x="920290" y="913051"/>
                    </a:lnTo>
                    <a:lnTo>
                      <a:pt x="919289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6" name="ph6016"/>
              <p:cNvSpPr/>
              <p:nvPr/>
            </p:nvSpPr>
            <p:spPr>
              <a:xfrm>
                <a:off x="3698168" y="1447056"/>
                <a:ext cx="920892" cy="925229"/>
              </a:xfrm>
              <a:custGeom>
                <a:avLst/>
                <a:gdLst/>
                <a:ahLst/>
                <a:cxnLst/>
                <a:rect l="0" t="0" r="0" b="0"/>
                <a:pathLst>
                  <a:path w="920892" h="925229">
                    <a:moveTo>
                      <a:pt x="914400" y="914400"/>
                    </a:moveTo>
                    <a:lnTo>
                      <a:pt x="920892" y="914400"/>
                    </a:lnTo>
                    <a:lnTo>
                      <a:pt x="919882" y="916272"/>
                    </a:lnTo>
                    <a:lnTo>
                      <a:pt x="915554" y="923496"/>
                    </a:lnTo>
                    <a:lnTo>
                      <a:pt x="914400" y="92522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7" name="ph6017"/>
              <p:cNvSpPr/>
              <p:nvPr/>
            </p:nvSpPr>
            <p:spPr>
              <a:xfrm>
                <a:off x="2077279" y="1429817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4273" y="917540"/>
                    </a:lnTo>
                    <a:lnTo>
                      <a:pt x="913156" y="915560"/>
                    </a:lnTo>
                    <a:lnTo>
                      <a:pt x="912501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8" name="ph6018"/>
              <p:cNvSpPr/>
              <p:nvPr/>
            </p:nvSpPr>
            <p:spPr>
              <a:xfrm>
                <a:off x="20772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213" y="931638"/>
                    </a:lnTo>
                    <a:lnTo>
                      <a:pt x="922081" y="931403"/>
                    </a:lnTo>
                    <a:lnTo>
                      <a:pt x="920967" y="929422"/>
                    </a:lnTo>
                    <a:lnTo>
                      <a:pt x="919852" y="927441"/>
                    </a:lnTo>
                    <a:lnTo>
                      <a:pt x="918737" y="925461"/>
                    </a:lnTo>
                    <a:lnTo>
                      <a:pt x="917622" y="923480"/>
                    </a:lnTo>
                    <a:lnTo>
                      <a:pt x="916506" y="921500"/>
                    </a:lnTo>
                    <a:lnTo>
                      <a:pt x="915389" y="919520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9" name="ph6019"/>
              <p:cNvSpPr/>
              <p:nvPr/>
            </p:nvSpPr>
            <p:spPr>
              <a:xfrm>
                <a:off x="20865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0" name="ph6020"/>
              <p:cNvSpPr/>
              <p:nvPr/>
            </p:nvSpPr>
            <p:spPr>
              <a:xfrm>
                <a:off x="20958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1" name="ph6021"/>
              <p:cNvSpPr/>
              <p:nvPr/>
            </p:nvSpPr>
            <p:spPr>
              <a:xfrm>
                <a:off x="210506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2" name="ph6022"/>
              <p:cNvSpPr/>
              <p:nvPr/>
            </p:nvSpPr>
            <p:spPr>
              <a:xfrm>
                <a:off x="21143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3" name="ph6023"/>
              <p:cNvSpPr/>
              <p:nvPr/>
            </p:nvSpPr>
            <p:spPr>
              <a:xfrm>
                <a:off x="21235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4" name="ph6024"/>
              <p:cNvSpPr/>
              <p:nvPr/>
            </p:nvSpPr>
            <p:spPr>
              <a:xfrm>
                <a:off x="21328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5" name="ph6025"/>
              <p:cNvSpPr/>
              <p:nvPr/>
            </p:nvSpPr>
            <p:spPr>
              <a:xfrm>
                <a:off x="214211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6" name="ph6026"/>
              <p:cNvSpPr/>
              <p:nvPr/>
            </p:nvSpPr>
            <p:spPr>
              <a:xfrm>
                <a:off x="21513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7" name="ph6027"/>
              <p:cNvSpPr/>
              <p:nvPr/>
            </p:nvSpPr>
            <p:spPr>
              <a:xfrm>
                <a:off x="21606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8" name="ph6028"/>
              <p:cNvSpPr/>
              <p:nvPr/>
            </p:nvSpPr>
            <p:spPr>
              <a:xfrm>
                <a:off x="21699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9" name="ph6029"/>
              <p:cNvSpPr/>
              <p:nvPr/>
            </p:nvSpPr>
            <p:spPr>
              <a:xfrm>
                <a:off x="21791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0" name="ph6030"/>
              <p:cNvSpPr/>
              <p:nvPr/>
            </p:nvSpPr>
            <p:spPr>
              <a:xfrm>
                <a:off x="218842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1" name="ph6031"/>
              <p:cNvSpPr/>
              <p:nvPr/>
            </p:nvSpPr>
            <p:spPr>
              <a:xfrm>
                <a:off x="21976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2" name="ph6032"/>
              <p:cNvSpPr/>
              <p:nvPr/>
            </p:nvSpPr>
            <p:spPr>
              <a:xfrm>
                <a:off x="22069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3" name="ph6033"/>
              <p:cNvSpPr/>
              <p:nvPr/>
            </p:nvSpPr>
            <p:spPr>
              <a:xfrm>
                <a:off x="22162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4" name="ph6034"/>
              <p:cNvSpPr/>
              <p:nvPr/>
            </p:nvSpPr>
            <p:spPr>
              <a:xfrm>
                <a:off x="222547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5" name="ph6035"/>
              <p:cNvSpPr/>
              <p:nvPr/>
            </p:nvSpPr>
            <p:spPr>
              <a:xfrm>
                <a:off x="22347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6" name="ph6036"/>
              <p:cNvSpPr/>
              <p:nvPr/>
            </p:nvSpPr>
            <p:spPr>
              <a:xfrm>
                <a:off x="22439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7" name="ph6037"/>
              <p:cNvSpPr/>
              <p:nvPr/>
            </p:nvSpPr>
            <p:spPr>
              <a:xfrm>
                <a:off x="22532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8" name="ph6038"/>
              <p:cNvSpPr/>
              <p:nvPr/>
            </p:nvSpPr>
            <p:spPr>
              <a:xfrm>
                <a:off x="22625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9" name="ph6039"/>
              <p:cNvSpPr/>
              <p:nvPr/>
            </p:nvSpPr>
            <p:spPr>
              <a:xfrm>
                <a:off x="22717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0" name="ph6040"/>
              <p:cNvSpPr/>
              <p:nvPr/>
            </p:nvSpPr>
            <p:spPr>
              <a:xfrm>
                <a:off x="22810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1" name="ph6041"/>
              <p:cNvSpPr/>
              <p:nvPr/>
            </p:nvSpPr>
            <p:spPr>
              <a:xfrm>
                <a:off x="22903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2" name="ph6042"/>
              <p:cNvSpPr/>
              <p:nvPr/>
            </p:nvSpPr>
            <p:spPr>
              <a:xfrm>
                <a:off x="22995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3" name="ph6043"/>
              <p:cNvSpPr/>
              <p:nvPr/>
            </p:nvSpPr>
            <p:spPr>
              <a:xfrm>
                <a:off x="230883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4" name="ph6044"/>
              <p:cNvSpPr/>
              <p:nvPr/>
            </p:nvSpPr>
            <p:spPr>
              <a:xfrm>
                <a:off x="23180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5" name="ph6045"/>
              <p:cNvSpPr/>
              <p:nvPr/>
            </p:nvSpPr>
            <p:spPr>
              <a:xfrm>
                <a:off x="23273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6" name="ph6046"/>
              <p:cNvSpPr/>
              <p:nvPr/>
            </p:nvSpPr>
            <p:spPr>
              <a:xfrm>
                <a:off x="23366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7" name="ph6047"/>
              <p:cNvSpPr/>
              <p:nvPr/>
            </p:nvSpPr>
            <p:spPr>
              <a:xfrm>
                <a:off x="23458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8" name="ph6048"/>
              <p:cNvSpPr/>
              <p:nvPr/>
            </p:nvSpPr>
            <p:spPr>
              <a:xfrm>
                <a:off x="235514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9" name="ph6049"/>
              <p:cNvSpPr/>
              <p:nvPr/>
            </p:nvSpPr>
            <p:spPr>
              <a:xfrm>
                <a:off x="23644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0" name="ph6050"/>
              <p:cNvSpPr/>
              <p:nvPr/>
            </p:nvSpPr>
            <p:spPr>
              <a:xfrm>
                <a:off x="23736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1" name="ph6051"/>
              <p:cNvSpPr/>
              <p:nvPr/>
            </p:nvSpPr>
            <p:spPr>
              <a:xfrm>
                <a:off x="23829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2" name="ph6052"/>
              <p:cNvSpPr/>
              <p:nvPr/>
            </p:nvSpPr>
            <p:spPr>
              <a:xfrm>
                <a:off x="2392195" y="1447056"/>
                <a:ext cx="92019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9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195" y="897161"/>
                    </a:lnTo>
                    <a:lnTo>
                      <a:pt x="919332" y="906484"/>
                    </a:lnTo>
                    <a:lnTo>
                      <a:pt x="918370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3" name="ph6053"/>
              <p:cNvSpPr/>
              <p:nvPr/>
            </p:nvSpPr>
            <p:spPr>
              <a:xfrm>
                <a:off x="3086861" y="14470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490" y="914400"/>
                    </a:lnTo>
                    <a:lnTo>
                      <a:pt x="911092" y="908302"/>
                    </a:lnTo>
                    <a:lnTo>
                      <a:pt x="913890" y="898918"/>
                    </a:lnTo>
                    <a:lnTo>
                      <a:pt x="914400" y="897400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4" name="ph6054"/>
              <p:cNvSpPr/>
              <p:nvPr/>
            </p:nvSpPr>
            <p:spPr>
              <a:xfrm>
                <a:off x="3096123" y="14298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4639"/>
                    </a:lnTo>
                    <a:lnTo>
                      <a:pt x="905218" y="914400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5" name="ph6055"/>
              <p:cNvSpPr/>
              <p:nvPr/>
            </p:nvSpPr>
            <p:spPr>
              <a:xfrm>
                <a:off x="30961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6" name="ph6056"/>
              <p:cNvSpPr/>
              <p:nvPr/>
            </p:nvSpPr>
            <p:spPr>
              <a:xfrm>
                <a:off x="3105386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7" name="ph6057"/>
              <p:cNvSpPr/>
              <p:nvPr/>
            </p:nvSpPr>
            <p:spPr>
              <a:xfrm>
                <a:off x="31146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8" name="ph6058"/>
              <p:cNvSpPr/>
              <p:nvPr/>
            </p:nvSpPr>
            <p:spPr>
              <a:xfrm>
                <a:off x="31239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9" name="ph6059"/>
              <p:cNvSpPr/>
              <p:nvPr/>
            </p:nvSpPr>
            <p:spPr>
              <a:xfrm>
                <a:off x="31331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0" name="ph6060"/>
              <p:cNvSpPr/>
              <p:nvPr/>
            </p:nvSpPr>
            <p:spPr>
              <a:xfrm>
                <a:off x="31424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1" name="ph6061"/>
              <p:cNvSpPr/>
              <p:nvPr/>
            </p:nvSpPr>
            <p:spPr>
              <a:xfrm>
                <a:off x="31516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2" name="ph6062"/>
              <p:cNvSpPr/>
              <p:nvPr/>
            </p:nvSpPr>
            <p:spPr>
              <a:xfrm>
                <a:off x="31609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3" name="ph6063"/>
              <p:cNvSpPr/>
              <p:nvPr/>
            </p:nvSpPr>
            <p:spPr>
              <a:xfrm>
                <a:off x="31702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4" name="ph6064"/>
              <p:cNvSpPr/>
              <p:nvPr/>
            </p:nvSpPr>
            <p:spPr>
              <a:xfrm>
                <a:off x="31794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5" name="ph6065"/>
              <p:cNvSpPr/>
              <p:nvPr/>
            </p:nvSpPr>
            <p:spPr>
              <a:xfrm>
                <a:off x="31887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6" name="ph6066"/>
              <p:cNvSpPr/>
              <p:nvPr/>
            </p:nvSpPr>
            <p:spPr>
              <a:xfrm>
                <a:off x="31980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7" name="ph6067"/>
              <p:cNvSpPr/>
              <p:nvPr/>
            </p:nvSpPr>
            <p:spPr>
              <a:xfrm>
                <a:off x="32072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8" name="ph6068"/>
              <p:cNvSpPr/>
              <p:nvPr/>
            </p:nvSpPr>
            <p:spPr>
              <a:xfrm>
                <a:off x="32165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9" name="ph6069"/>
              <p:cNvSpPr/>
              <p:nvPr/>
            </p:nvSpPr>
            <p:spPr>
              <a:xfrm>
                <a:off x="32257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0" name="ph6070"/>
              <p:cNvSpPr/>
              <p:nvPr/>
            </p:nvSpPr>
            <p:spPr>
              <a:xfrm>
                <a:off x="32350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1" name="ph6071"/>
              <p:cNvSpPr/>
              <p:nvPr/>
            </p:nvSpPr>
            <p:spPr>
              <a:xfrm>
                <a:off x="32443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2" name="ph6072"/>
              <p:cNvSpPr/>
              <p:nvPr/>
            </p:nvSpPr>
            <p:spPr>
              <a:xfrm>
                <a:off x="32535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3" name="ph6073"/>
              <p:cNvSpPr/>
              <p:nvPr/>
            </p:nvSpPr>
            <p:spPr>
              <a:xfrm>
                <a:off x="32628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4" name="ph6074"/>
              <p:cNvSpPr/>
              <p:nvPr/>
            </p:nvSpPr>
            <p:spPr>
              <a:xfrm>
                <a:off x="32721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5" name="ph6075"/>
              <p:cNvSpPr/>
              <p:nvPr/>
            </p:nvSpPr>
            <p:spPr>
              <a:xfrm>
                <a:off x="328136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6" name="ph6076"/>
              <p:cNvSpPr/>
              <p:nvPr/>
            </p:nvSpPr>
            <p:spPr>
              <a:xfrm>
                <a:off x="329063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7" name="ph6077"/>
              <p:cNvSpPr/>
              <p:nvPr/>
            </p:nvSpPr>
            <p:spPr>
              <a:xfrm>
                <a:off x="329989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8" name="ph6078"/>
              <p:cNvSpPr/>
              <p:nvPr/>
            </p:nvSpPr>
            <p:spPr>
              <a:xfrm>
                <a:off x="330915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9" name="ph6079"/>
              <p:cNvSpPr/>
              <p:nvPr/>
            </p:nvSpPr>
            <p:spPr>
              <a:xfrm>
                <a:off x="331841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0" name="ph6080"/>
              <p:cNvSpPr/>
              <p:nvPr/>
            </p:nvSpPr>
            <p:spPr>
              <a:xfrm>
                <a:off x="332767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1" name="ph6081"/>
              <p:cNvSpPr/>
              <p:nvPr/>
            </p:nvSpPr>
            <p:spPr>
              <a:xfrm>
                <a:off x="333694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2" name="ph6082"/>
              <p:cNvSpPr/>
              <p:nvPr/>
            </p:nvSpPr>
            <p:spPr>
              <a:xfrm>
                <a:off x="334620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3" name="ph6083"/>
              <p:cNvSpPr/>
              <p:nvPr/>
            </p:nvSpPr>
            <p:spPr>
              <a:xfrm>
                <a:off x="335546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4" name="ph6084"/>
              <p:cNvSpPr/>
              <p:nvPr/>
            </p:nvSpPr>
            <p:spPr>
              <a:xfrm>
                <a:off x="336472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5" name="ph6085"/>
              <p:cNvSpPr/>
              <p:nvPr/>
            </p:nvSpPr>
            <p:spPr>
              <a:xfrm>
                <a:off x="337399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6" name="ph6086"/>
              <p:cNvSpPr/>
              <p:nvPr/>
            </p:nvSpPr>
            <p:spPr>
              <a:xfrm>
                <a:off x="338325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7" name="ph6087"/>
              <p:cNvSpPr/>
              <p:nvPr/>
            </p:nvSpPr>
            <p:spPr>
              <a:xfrm>
                <a:off x="339251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8" name="ph6088"/>
              <p:cNvSpPr/>
              <p:nvPr/>
            </p:nvSpPr>
            <p:spPr>
              <a:xfrm>
                <a:off x="340177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9" name="ph6089"/>
              <p:cNvSpPr/>
              <p:nvPr/>
            </p:nvSpPr>
            <p:spPr>
              <a:xfrm>
                <a:off x="341103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0" name="ph6090"/>
              <p:cNvSpPr/>
              <p:nvPr/>
            </p:nvSpPr>
            <p:spPr>
              <a:xfrm>
                <a:off x="342030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1" name="ph6091"/>
              <p:cNvSpPr/>
              <p:nvPr/>
            </p:nvSpPr>
            <p:spPr>
              <a:xfrm>
                <a:off x="342956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2" name="ph6092"/>
              <p:cNvSpPr/>
              <p:nvPr/>
            </p:nvSpPr>
            <p:spPr>
              <a:xfrm>
                <a:off x="343882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3" name="ph6093"/>
              <p:cNvSpPr/>
              <p:nvPr/>
            </p:nvSpPr>
            <p:spPr>
              <a:xfrm>
                <a:off x="344808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4" name="ph6094"/>
              <p:cNvSpPr/>
              <p:nvPr/>
            </p:nvSpPr>
            <p:spPr>
              <a:xfrm>
                <a:off x="345735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5" name="ph6095"/>
              <p:cNvSpPr/>
              <p:nvPr/>
            </p:nvSpPr>
            <p:spPr>
              <a:xfrm>
                <a:off x="346661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6" name="ph6096"/>
              <p:cNvSpPr/>
              <p:nvPr/>
            </p:nvSpPr>
            <p:spPr>
              <a:xfrm>
                <a:off x="347587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7" name="ph6097"/>
              <p:cNvSpPr/>
              <p:nvPr/>
            </p:nvSpPr>
            <p:spPr>
              <a:xfrm>
                <a:off x="348513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8" name="ph6098"/>
              <p:cNvSpPr/>
              <p:nvPr/>
            </p:nvSpPr>
            <p:spPr>
              <a:xfrm>
                <a:off x="349439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9" name="ph6099"/>
              <p:cNvSpPr/>
              <p:nvPr/>
            </p:nvSpPr>
            <p:spPr>
              <a:xfrm>
                <a:off x="350366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0" name="ph6100"/>
              <p:cNvSpPr/>
              <p:nvPr/>
            </p:nvSpPr>
            <p:spPr>
              <a:xfrm>
                <a:off x="351292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1" name="ph6101"/>
              <p:cNvSpPr/>
              <p:nvPr/>
            </p:nvSpPr>
            <p:spPr>
              <a:xfrm>
                <a:off x="352218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2" name="ph6102"/>
              <p:cNvSpPr/>
              <p:nvPr/>
            </p:nvSpPr>
            <p:spPr>
              <a:xfrm>
                <a:off x="353144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3" name="ph6103"/>
              <p:cNvSpPr/>
              <p:nvPr/>
            </p:nvSpPr>
            <p:spPr>
              <a:xfrm>
                <a:off x="354071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4" name="ph6104"/>
              <p:cNvSpPr/>
              <p:nvPr/>
            </p:nvSpPr>
            <p:spPr>
              <a:xfrm>
                <a:off x="354997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5" name="ph6105"/>
              <p:cNvSpPr/>
              <p:nvPr/>
            </p:nvSpPr>
            <p:spPr>
              <a:xfrm>
                <a:off x="355923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6" name="ph6106"/>
              <p:cNvSpPr/>
              <p:nvPr/>
            </p:nvSpPr>
            <p:spPr>
              <a:xfrm>
                <a:off x="356849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7" name="ph6107"/>
              <p:cNvSpPr/>
              <p:nvPr/>
            </p:nvSpPr>
            <p:spPr>
              <a:xfrm>
                <a:off x="357775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8" name="ph6108"/>
              <p:cNvSpPr/>
              <p:nvPr/>
            </p:nvSpPr>
            <p:spPr>
              <a:xfrm>
                <a:off x="358702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9" name="ph6109"/>
              <p:cNvSpPr/>
              <p:nvPr/>
            </p:nvSpPr>
            <p:spPr>
              <a:xfrm>
                <a:off x="359628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0" name="ph6110"/>
              <p:cNvSpPr/>
              <p:nvPr/>
            </p:nvSpPr>
            <p:spPr>
              <a:xfrm>
                <a:off x="360554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1" name="ph6111"/>
              <p:cNvSpPr/>
              <p:nvPr/>
            </p:nvSpPr>
            <p:spPr>
              <a:xfrm>
                <a:off x="3614808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2" name="ph6112"/>
              <p:cNvSpPr/>
              <p:nvPr/>
            </p:nvSpPr>
            <p:spPr>
              <a:xfrm>
                <a:off x="3624070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3" name="ph6113"/>
              <p:cNvSpPr/>
              <p:nvPr/>
            </p:nvSpPr>
            <p:spPr>
              <a:xfrm>
                <a:off x="3633332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4" name="ph6114"/>
              <p:cNvSpPr/>
              <p:nvPr/>
            </p:nvSpPr>
            <p:spPr>
              <a:xfrm>
                <a:off x="3642594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5" name="ph6115"/>
              <p:cNvSpPr/>
              <p:nvPr/>
            </p:nvSpPr>
            <p:spPr>
              <a:xfrm>
                <a:off x="3651857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6" name="ph6116"/>
              <p:cNvSpPr/>
              <p:nvPr/>
            </p:nvSpPr>
            <p:spPr>
              <a:xfrm>
                <a:off x="3661119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7" name="ph6117"/>
              <p:cNvSpPr/>
              <p:nvPr/>
            </p:nvSpPr>
            <p:spPr>
              <a:xfrm>
                <a:off x="3670381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8" name="ph6118"/>
              <p:cNvSpPr/>
              <p:nvPr/>
            </p:nvSpPr>
            <p:spPr>
              <a:xfrm>
                <a:off x="3679643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9" name="ph6119"/>
              <p:cNvSpPr/>
              <p:nvPr/>
            </p:nvSpPr>
            <p:spPr>
              <a:xfrm>
                <a:off x="3688905" y="14298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0" name="ph6120"/>
              <p:cNvSpPr/>
              <p:nvPr/>
            </p:nvSpPr>
            <p:spPr>
              <a:xfrm>
                <a:off x="3698168" y="1447056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9266"/>
                    </a:lnTo>
                    <a:lnTo>
                      <a:pt x="920892" y="914400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1" name="ph6121"/>
              <p:cNvSpPr/>
              <p:nvPr/>
            </p:nvSpPr>
            <p:spPr>
              <a:xfrm>
                <a:off x="3707430" y="1429817"/>
                <a:ext cx="920146" cy="926505"/>
              </a:xfrm>
              <a:custGeom>
                <a:avLst/>
                <a:gdLst/>
                <a:ahLst/>
                <a:cxnLst/>
                <a:rect l="0" t="0" r="0" b="0"/>
                <a:pathLst>
                  <a:path w="920146" h="926505">
                    <a:moveTo>
                      <a:pt x="914400" y="914400"/>
                    </a:moveTo>
                    <a:lnTo>
                      <a:pt x="920146" y="914400"/>
                    </a:lnTo>
                    <a:lnTo>
                      <a:pt x="918639" y="917849"/>
                    </a:lnTo>
                    <a:lnTo>
                      <a:pt x="914739" y="925875"/>
                    </a:lnTo>
                    <a:lnTo>
                      <a:pt x="914400" y="926505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2" name="ph6122"/>
              <p:cNvSpPr/>
              <p:nvPr/>
            </p:nvSpPr>
            <p:spPr>
              <a:xfrm>
                <a:off x="2068017" y="1412579"/>
                <a:ext cx="914400" cy="9177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01">
                    <a:moveTo>
                      <a:pt x="914400" y="914400"/>
                    </a:moveTo>
                    <a:lnTo>
                      <a:pt x="914400" y="917701"/>
                    </a:lnTo>
                    <a:lnTo>
                      <a:pt x="912806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3" name="ph6123"/>
              <p:cNvSpPr/>
              <p:nvPr/>
            </p:nvSpPr>
            <p:spPr>
              <a:xfrm>
                <a:off x="20680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1763" y="931638"/>
                    </a:lnTo>
                    <a:lnTo>
                      <a:pt x="921301" y="930818"/>
                    </a:lnTo>
                    <a:lnTo>
                      <a:pt x="920175" y="928824"/>
                    </a:lnTo>
                    <a:lnTo>
                      <a:pt x="916089" y="921201"/>
                    </a:lnTo>
                    <a:lnTo>
                      <a:pt x="914400" y="917701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4" name="ph6124"/>
              <p:cNvSpPr/>
              <p:nvPr/>
            </p:nvSpPr>
            <p:spPr>
              <a:xfrm>
                <a:off x="20772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5" name="ph6125"/>
              <p:cNvSpPr/>
              <p:nvPr/>
            </p:nvSpPr>
            <p:spPr>
              <a:xfrm>
                <a:off x="20865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6" name="ph6126"/>
              <p:cNvSpPr/>
              <p:nvPr/>
            </p:nvSpPr>
            <p:spPr>
              <a:xfrm>
                <a:off x="20958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7" name="ph6127"/>
              <p:cNvSpPr/>
              <p:nvPr/>
            </p:nvSpPr>
            <p:spPr>
              <a:xfrm>
                <a:off x="210506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8" name="ph6128"/>
              <p:cNvSpPr/>
              <p:nvPr/>
            </p:nvSpPr>
            <p:spPr>
              <a:xfrm>
                <a:off x="21143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9" name="ph6129"/>
              <p:cNvSpPr/>
              <p:nvPr/>
            </p:nvSpPr>
            <p:spPr>
              <a:xfrm>
                <a:off x="21235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0" name="ph6130"/>
              <p:cNvSpPr/>
              <p:nvPr/>
            </p:nvSpPr>
            <p:spPr>
              <a:xfrm>
                <a:off x="21328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1" name="ph6131"/>
              <p:cNvSpPr/>
              <p:nvPr/>
            </p:nvSpPr>
            <p:spPr>
              <a:xfrm>
                <a:off x="214211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2" name="ph6132"/>
              <p:cNvSpPr/>
              <p:nvPr/>
            </p:nvSpPr>
            <p:spPr>
              <a:xfrm>
                <a:off x="21513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3" name="ph6133"/>
              <p:cNvSpPr/>
              <p:nvPr/>
            </p:nvSpPr>
            <p:spPr>
              <a:xfrm>
                <a:off x="21606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4" name="ph6134"/>
              <p:cNvSpPr/>
              <p:nvPr/>
            </p:nvSpPr>
            <p:spPr>
              <a:xfrm>
                <a:off x="21699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5" name="ph6135"/>
              <p:cNvSpPr/>
              <p:nvPr/>
            </p:nvSpPr>
            <p:spPr>
              <a:xfrm>
                <a:off x="21791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6" name="ph6136"/>
              <p:cNvSpPr/>
              <p:nvPr/>
            </p:nvSpPr>
            <p:spPr>
              <a:xfrm>
                <a:off x="218842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7" name="ph6137"/>
              <p:cNvSpPr/>
              <p:nvPr/>
            </p:nvSpPr>
            <p:spPr>
              <a:xfrm>
                <a:off x="21976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8" name="ph6138"/>
              <p:cNvSpPr/>
              <p:nvPr/>
            </p:nvSpPr>
            <p:spPr>
              <a:xfrm>
                <a:off x="22069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9" name="ph6139"/>
              <p:cNvSpPr/>
              <p:nvPr/>
            </p:nvSpPr>
            <p:spPr>
              <a:xfrm>
                <a:off x="22162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0" name="ph6140"/>
              <p:cNvSpPr/>
              <p:nvPr/>
            </p:nvSpPr>
            <p:spPr>
              <a:xfrm>
                <a:off x="222547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1" name="ph6141"/>
              <p:cNvSpPr/>
              <p:nvPr/>
            </p:nvSpPr>
            <p:spPr>
              <a:xfrm>
                <a:off x="22347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2" name="ph6142"/>
              <p:cNvSpPr/>
              <p:nvPr/>
            </p:nvSpPr>
            <p:spPr>
              <a:xfrm>
                <a:off x="22439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3" name="ph6143"/>
              <p:cNvSpPr/>
              <p:nvPr/>
            </p:nvSpPr>
            <p:spPr>
              <a:xfrm>
                <a:off x="22532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4" name="ph6144"/>
              <p:cNvSpPr/>
              <p:nvPr/>
            </p:nvSpPr>
            <p:spPr>
              <a:xfrm>
                <a:off x="22625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5" name="ph6145"/>
              <p:cNvSpPr/>
              <p:nvPr/>
            </p:nvSpPr>
            <p:spPr>
              <a:xfrm>
                <a:off x="22717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6" name="ph6146"/>
              <p:cNvSpPr/>
              <p:nvPr/>
            </p:nvSpPr>
            <p:spPr>
              <a:xfrm>
                <a:off x="22810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7" name="ph6147"/>
              <p:cNvSpPr/>
              <p:nvPr/>
            </p:nvSpPr>
            <p:spPr>
              <a:xfrm>
                <a:off x="22903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8" name="ph6148"/>
              <p:cNvSpPr/>
              <p:nvPr/>
            </p:nvSpPr>
            <p:spPr>
              <a:xfrm>
                <a:off x="22995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9" name="ph6149"/>
              <p:cNvSpPr/>
              <p:nvPr/>
            </p:nvSpPr>
            <p:spPr>
              <a:xfrm>
                <a:off x="230883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0" name="ph6150"/>
              <p:cNvSpPr/>
              <p:nvPr/>
            </p:nvSpPr>
            <p:spPr>
              <a:xfrm>
                <a:off x="23180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1" name="ph6151"/>
              <p:cNvSpPr/>
              <p:nvPr/>
            </p:nvSpPr>
            <p:spPr>
              <a:xfrm>
                <a:off x="23273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2" name="ph6152"/>
              <p:cNvSpPr/>
              <p:nvPr/>
            </p:nvSpPr>
            <p:spPr>
              <a:xfrm>
                <a:off x="23366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3" name="ph6153"/>
              <p:cNvSpPr/>
              <p:nvPr/>
            </p:nvSpPr>
            <p:spPr>
              <a:xfrm>
                <a:off x="23458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4" name="ph6154"/>
              <p:cNvSpPr/>
              <p:nvPr/>
            </p:nvSpPr>
            <p:spPr>
              <a:xfrm>
                <a:off x="235514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5" name="ph6155"/>
              <p:cNvSpPr/>
              <p:nvPr/>
            </p:nvSpPr>
            <p:spPr>
              <a:xfrm>
                <a:off x="23644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6" name="ph6156"/>
              <p:cNvSpPr/>
              <p:nvPr/>
            </p:nvSpPr>
            <p:spPr>
              <a:xfrm>
                <a:off x="23736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7" name="ph6157"/>
              <p:cNvSpPr/>
              <p:nvPr/>
            </p:nvSpPr>
            <p:spPr>
              <a:xfrm>
                <a:off x="23829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8" name="ph6158"/>
              <p:cNvSpPr/>
              <p:nvPr/>
            </p:nvSpPr>
            <p:spPr>
              <a:xfrm>
                <a:off x="2392195" y="1429817"/>
                <a:ext cx="921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85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185" y="897161"/>
                    </a:lnTo>
                    <a:lnTo>
                      <a:pt x="920996" y="902450"/>
                    </a:lnTo>
                    <a:lnTo>
                      <a:pt x="920312" y="913126"/>
                    </a:lnTo>
                    <a:lnTo>
                      <a:pt x="920195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9" name="ph6159"/>
              <p:cNvSpPr/>
              <p:nvPr/>
            </p:nvSpPr>
            <p:spPr>
              <a:xfrm>
                <a:off x="3096123" y="14125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218" y="931638"/>
                    </a:lnTo>
                    <a:lnTo>
                      <a:pt x="907683" y="924294"/>
                    </a:lnTo>
                    <a:lnTo>
                      <a:pt x="910988" y="915500"/>
                    </a:lnTo>
                    <a:lnTo>
                      <a:pt x="911450" y="91440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0" name="ph6160"/>
              <p:cNvSpPr/>
              <p:nvPr/>
            </p:nvSpPr>
            <p:spPr>
              <a:xfrm>
                <a:off x="30961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1" name="ph6161"/>
              <p:cNvSpPr/>
              <p:nvPr/>
            </p:nvSpPr>
            <p:spPr>
              <a:xfrm>
                <a:off x="3105386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2" name="ph6162"/>
              <p:cNvSpPr/>
              <p:nvPr/>
            </p:nvSpPr>
            <p:spPr>
              <a:xfrm>
                <a:off x="31146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3" name="ph6163"/>
              <p:cNvSpPr/>
              <p:nvPr/>
            </p:nvSpPr>
            <p:spPr>
              <a:xfrm>
                <a:off x="31239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4" name="ph6164"/>
              <p:cNvSpPr/>
              <p:nvPr/>
            </p:nvSpPr>
            <p:spPr>
              <a:xfrm>
                <a:off x="31331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5" name="ph6165"/>
              <p:cNvSpPr/>
              <p:nvPr/>
            </p:nvSpPr>
            <p:spPr>
              <a:xfrm>
                <a:off x="31424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6" name="ph6166"/>
              <p:cNvSpPr/>
              <p:nvPr/>
            </p:nvSpPr>
            <p:spPr>
              <a:xfrm>
                <a:off x="31516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7" name="ph6167"/>
              <p:cNvSpPr/>
              <p:nvPr/>
            </p:nvSpPr>
            <p:spPr>
              <a:xfrm>
                <a:off x="31609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8" name="ph6168"/>
              <p:cNvSpPr/>
              <p:nvPr/>
            </p:nvSpPr>
            <p:spPr>
              <a:xfrm>
                <a:off x="31702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9" name="ph6169"/>
              <p:cNvSpPr/>
              <p:nvPr/>
            </p:nvSpPr>
            <p:spPr>
              <a:xfrm>
                <a:off x="31794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0" name="ph6170"/>
              <p:cNvSpPr/>
              <p:nvPr/>
            </p:nvSpPr>
            <p:spPr>
              <a:xfrm>
                <a:off x="31887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1" name="ph6171"/>
              <p:cNvSpPr/>
              <p:nvPr/>
            </p:nvSpPr>
            <p:spPr>
              <a:xfrm>
                <a:off x="31980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6">
                  <a:alpha val="100000"/>
                </a:srgbClr>
              </a:solidFill>
              <a:ln w="5420" cap="flat">
                <a:solidFill>
                  <a:srgbClr val="F070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2" name="ph6172"/>
              <p:cNvSpPr/>
              <p:nvPr/>
            </p:nvSpPr>
            <p:spPr>
              <a:xfrm>
                <a:off x="32072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3" name="ph6173"/>
              <p:cNvSpPr/>
              <p:nvPr/>
            </p:nvSpPr>
            <p:spPr>
              <a:xfrm>
                <a:off x="32165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4" name="ph6174"/>
              <p:cNvSpPr/>
              <p:nvPr/>
            </p:nvSpPr>
            <p:spPr>
              <a:xfrm>
                <a:off x="32257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5" name="ph6175"/>
              <p:cNvSpPr/>
              <p:nvPr/>
            </p:nvSpPr>
            <p:spPr>
              <a:xfrm>
                <a:off x="32350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6" name="ph6176"/>
              <p:cNvSpPr/>
              <p:nvPr/>
            </p:nvSpPr>
            <p:spPr>
              <a:xfrm>
                <a:off x="32443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7" name="ph6177"/>
              <p:cNvSpPr/>
              <p:nvPr/>
            </p:nvSpPr>
            <p:spPr>
              <a:xfrm>
                <a:off x="32535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8" name="ph6178"/>
              <p:cNvSpPr/>
              <p:nvPr/>
            </p:nvSpPr>
            <p:spPr>
              <a:xfrm>
                <a:off x="32628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9" name="ph6179"/>
              <p:cNvSpPr/>
              <p:nvPr/>
            </p:nvSpPr>
            <p:spPr>
              <a:xfrm>
                <a:off x="32721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0" name="ph6180"/>
              <p:cNvSpPr/>
              <p:nvPr/>
            </p:nvSpPr>
            <p:spPr>
              <a:xfrm>
                <a:off x="32813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1" name="ph6181"/>
              <p:cNvSpPr/>
              <p:nvPr/>
            </p:nvSpPr>
            <p:spPr>
              <a:xfrm>
                <a:off x="329063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2" name="ph6182"/>
              <p:cNvSpPr/>
              <p:nvPr/>
            </p:nvSpPr>
            <p:spPr>
              <a:xfrm>
                <a:off x="329989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3" name="ph6183"/>
              <p:cNvSpPr/>
              <p:nvPr/>
            </p:nvSpPr>
            <p:spPr>
              <a:xfrm>
                <a:off x="330915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4" name="ph6184"/>
              <p:cNvSpPr/>
              <p:nvPr/>
            </p:nvSpPr>
            <p:spPr>
              <a:xfrm>
                <a:off x="331841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5" name="ph6185"/>
              <p:cNvSpPr/>
              <p:nvPr/>
            </p:nvSpPr>
            <p:spPr>
              <a:xfrm>
                <a:off x="332767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6" name="ph6186"/>
              <p:cNvSpPr/>
              <p:nvPr/>
            </p:nvSpPr>
            <p:spPr>
              <a:xfrm>
                <a:off x="333694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7" name="ph6187"/>
              <p:cNvSpPr/>
              <p:nvPr/>
            </p:nvSpPr>
            <p:spPr>
              <a:xfrm>
                <a:off x="334620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8" name="ph6188"/>
              <p:cNvSpPr/>
              <p:nvPr/>
            </p:nvSpPr>
            <p:spPr>
              <a:xfrm>
                <a:off x="335546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9" name="ph6189"/>
              <p:cNvSpPr/>
              <p:nvPr/>
            </p:nvSpPr>
            <p:spPr>
              <a:xfrm>
                <a:off x="336472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0" name="ph6190"/>
              <p:cNvSpPr/>
              <p:nvPr/>
            </p:nvSpPr>
            <p:spPr>
              <a:xfrm>
                <a:off x="337399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1" name="ph6191"/>
              <p:cNvSpPr/>
              <p:nvPr/>
            </p:nvSpPr>
            <p:spPr>
              <a:xfrm>
                <a:off x="338325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2" name="ph6192"/>
              <p:cNvSpPr/>
              <p:nvPr/>
            </p:nvSpPr>
            <p:spPr>
              <a:xfrm>
                <a:off x="339251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3" name="ph6193"/>
              <p:cNvSpPr/>
              <p:nvPr/>
            </p:nvSpPr>
            <p:spPr>
              <a:xfrm>
                <a:off x="340177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4" name="ph6194"/>
              <p:cNvSpPr/>
              <p:nvPr/>
            </p:nvSpPr>
            <p:spPr>
              <a:xfrm>
                <a:off x="341103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5" name="ph6195"/>
              <p:cNvSpPr/>
              <p:nvPr/>
            </p:nvSpPr>
            <p:spPr>
              <a:xfrm>
                <a:off x="342030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6" name="ph6196"/>
              <p:cNvSpPr/>
              <p:nvPr/>
            </p:nvSpPr>
            <p:spPr>
              <a:xfrm>
                <a:off x="342956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7" name="ph6197"/>
              <p:cNvSpPr/>
              <p:nvPr/>
            </p:nvSpPr>
            <p:spPr>
              <a:xfrm>
                <a:off x="343882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8" name="ph6198"/>
              <p:cNvSpPr/>
              <p:nvPr/>
            </p:nvSpPr>
            <p:spPr>
              <a:xfrm>
                <a:off x="344808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9" name="ph6199"/>
              <p:cNvSpPr/>
              <p:nvPr/>
            </p:nvSpPr>
            <p:spPr>
              <a:xfrm>
                <a:off x="345735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0" name="ph6200"/>
              <p:cNvSpPr/>
              <p:nvPr/>
            </p:nvSpPr>
            <p:spPr>
              <a:xfrm>
                <a:off x="346661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1" name="ph6201"/>
              <p:cNvSpPr/>
              <p:nvPr/>
            </p:nvSpPr>
            <p:spPr>
              <a:xfrm>
                <a:off x="347587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2" name="ph6202"/>
              <p:cNvSpPr/>
              <p:nvPr/>
            </p:nvSpPr>
            <p:spPr>
              <a:xfrm>
                <a:off x="348513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3" name="ph6203"/>
              <p:cNvSpPr/>
              <p:nvPr/>
            </p:nvSpPr>
            <p:spPr>
              <a:xfrm>
                <a:off x="349439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4" name="ph6204"/>
              <p:cNvSpPr/>
              <p:nvPr/>
            </p:nvSpPr>
            <p:spPr>
              <a:xfrm>
                <a:off x="350366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5" name="ph6205"/>
              <p:cNvSpPr/>
              <p:nvPr/>
            </p:nvSpPr>
            <p:spPr>
              <a:xfrm>
                <a:off x="351292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6" name="ph6206"/>
              <p:cNvSpPr/>
              <p:nvPr/>
            </p:nvSpPr>
            <p:spPr>
              <a:xfrm>
                <a:off x="352218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7" name="ph6207"/>
              <p:cNvSpPr/>
              <p:nvPr/>
            </p:nvSpPr>
            <p:spPr>
              <a:xfrm>
                <a:off x="353144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8" name="ph6208"/>
              <p:cNvSpPr/>
              <p:nvPr/>
            </p:nvSpPr>
            <p:spPr>
              <a:xfrm>
                <a:off x="354071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9" name="ph6209"/>
              <p:cNvSpPr/>
              <p:nvPr/>
            </p:nvSpPr>
            <p:spPr>
              <a:xfrm>
                <a:off x="354997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0" name="ph6210"/>
              <p:cNvSpPr/>
              <p:nvPr/>
            </p:nvSpPr>
            <p:spPr>
              <a:xfrm>
                <a:off x="355923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1" name="ph6211"/>
              <p:cNvSpPr/>
              <p:nvPr/>
            </p:nvSpPr>
            <p:spPr>
              <a:xfrm>
                <a:off x="356849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2" name="ph6212"/>
              <p:cNvSpPr/>
              <p:nvPr/>
            </p:nvSpPr>
            <p:spPr>
              <a:xfrm>
                <a:off x="357775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3" name="ph6213"/>
              <p:cNvSpPr/>
              <p:nvPr/>
            </p:nvSpPr>
            <p:spPr>
              <a:xfrm>
                <a:off x="358702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4" name="ph6214"/>
              <p:cNvSpPr/>
              <p:nvPr/>
            </p:nvSpPr>
            <p:spPr>
              <a:xfrm>
                <a:off x="359628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5" name="ph6215"/>
              <p:cNvSpPr/>
              <p:nvPr/>
            </p:nvSpPr>
            <p:spPr>
              <a:xfrm>
                <a:off x="360554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6" name="ph6216"/>
              <p:cNvSpPr/>
              <p:nvPr/>
            </p:nvSpPr>
            <p:spPr>
              <a:xfrm>
                <a:off x="361480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7" name="ph6217"/>
              <p:cNvSpPr/>
              <p:nvPr/>
            </p:nvSpPr>
            <p:spPr>
              <a:xfrm>
                <a:off x="3624070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8" name="ph6218"/>
              <p:cNvSpPr/>
              <p:nvPr/>
            </p:nvSpPr>
            <p:spPr>
              <a:xfrm>
                <a:off x="3633332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9" name="ph6219"/>
              <p:cNvSpPr/>
              <p:nvPr/>
            </p:nvSpPr>
            <p:spPr>
              <a:xfrm>
                <a:off x="3642594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0" name="ph6220"/>
              <p:cNvSpPr/>
              <p:nvPr/>
            </p:nvSpPr>
            <p:spPr>
              <a:xfrm>
                <a:off x="3651857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1" name="ph6221"/>
              <p:cNvSpPr/>
              <p:nvPr/>
            </p:nvSpPr>
            <p:spPr>
              <a:xfrm>
                <a:off x="3661119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2" name="ph6222"/>
              <p:cNvSpPr/>
              <p:nvPr/>
            </p:nvSpPr>
            <p:spPr>
              <a:xfrm>
                <a:off x="3670381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3" name="ph6223"/>
              <p:cNvSpPr/>
              <p:nvPr/>
            </p:nvSpPr>
            <p:spPr>
              <a:xfrm>
                <a:off x="3679643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4" name="ph6224"/>
              <p:cNvSpPr/>
              <p:nvPr/>
            </p:nvSpPr>
            <p:spPr>
              <a:xfrm>
                <a:off x="3688905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5" name="ph6225"/>
              <p:cNvSpPr/>
              <p:nvPr/>
            </p:nvSpPr>
            <p:spPr>
              <a:xfrm>
                <a:off x="3698168" y="14125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6" name="ph6226"/>
              <p:cNvSpPr/>
              <p:nvPr/>
            </p:nvSpPr>
            <p:spPr>
              <a:xfrm>
                <a:off x="3707430" y="14298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6001"/>
                    </a:lnTo>
                    <a:lnTo>
                      <a:pt x="922307" y="909454"/>
                    </a:lnTo>
                    <a:lnTo>
                      <a:pt x="920146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7" name="ph6227"/>
              <p:cNvSpPr/>
              <p:nvPr/>
            </p:nvSpPr>
            <p:spPr>
              <a:xfrm>
                <a:off x="3716692" y="1412579"/>
                <a:ext cx="917719" cy="923239"/>
              </a:xfrm>
              <a:custGeom>
                <a:avLst/>
                <a:gdLst/>
                <a:ahLst/>
                <a:cxnLst/>
                <a:rect l="0" t="0" r="0" b="0"/>
                <a:pathLst>
                  <a:path w="917719" h="923239">
                    <a:moveTo>
                      <a:pt x="914400" y="914400"/>
                    </a:moveTo>
                    <a:lnTo>
                      <a:pt x="917719" y="914400"/>
                    </a:lnTo>
                    <a:lnTo>
                      <a:pt x="916473" y="917953"/>
                    </a:lnTo>
                    <a:lnTo>
                      <a:pt x="914400" y="92323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8" name="ph6228"/>
              <p:cNvSpPr/>
              <p:nvPr/>
            </p:nvSpPr>
            <p:spPr>
              <a:xfrm>
                <a:off x="2068017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806" y="931638"/>
                    </a:lnTo>
                    <a:lnTo>
                      <a:pt x="912223" y="930431"/>
                    </a:lnTo>
                    <a:lnTo>
                      <a:pt x="908585" y="922058"/>
                    </a:lnTo>
                    <a:lnTo>
                      <a:pt x="905597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9" name="ph6229"/>
              <p:cNvSpPr/>
              <p:nvPr/>
            </p:nvSpPr>
            <p:spPr>
              <a:xfrm>
                <a:off x="20680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0" name="ph6230"/>
              <p:cNvSpPr/>
              <p:nvPr/>
            </p:nvSpPr>
            <p:spPr>
              <a:xfrm>
                <a:off x="20772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1" name="ph6231"/>
              <p:cNvSpPr/>
              <p:nvPr/>
            </p:nvSpPr>
            <p:spPr>
              <a:xfrm>
                <a:off x="20865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2" name="ph6232"/>
              <p:cNvSpPr/>
              <p:nvPr/>
            </p:nvSpPr>
            <p:spPr>
              <a:xfrm>
                <a:off x="20958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3" name="ph6233"/>
              <p:cNvSpPr/>
              <p:nvPr/>
            </p:nvSpPr>
            <p:spPr>
              <a:xfrm>
                <a:off x="210506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4" name="ph6234"/>
              <p:cNvSpPr/>
              <p:nvPr/>
            </p:nvSpPr>
            <p:spPr>
              <a:xfrm>
                <a:off x="21143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5" name="ph6235"/>
              <p:cNvSpPr/>
              <p:nvPr/>
            </p:nvSpPr>
            <p:spPr>
              <a:xfrm>
                <a:off x="21235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6" name="ph6236"/>
              <p:cNvSpPr/>
              <p:nvPr/>
            </p:nvSpPr>
            <p:spPr>
              <a:xfrm>
                <a:off x="21328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7" name="ph6237"/>
              <p:cNvSpPr/>
              <p:nvPr/>
            </p:nvSpPr>
            <p:spPr>
              <a:xfrm>
                <a:off x="214211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8" name="ph6238"/>
              <p:cNvSpPr/>
              <p:nvPr/>
            </p:nvSpPr>
            <p:spPr>
              <a:xfrm>
                <a:off x="21513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9" name="ph6239"/>
              <p:cNvSpPr/>
              <p:nvPr/>
            </p:nvSpPr>
            <p:spPr>
              <a:xfrm>
                <a:off x="21606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0" name="ph6240"/>
              <p:cNvSpPr/>
              <p:nvPr/>
            </p:nvSpPr>
            <p:spPr>
              <a:xfrm>
                <a:off x="21699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1" name="ph6241"/>
              <p:cNvSpPr/>
              <p:nvPr/>
            </p:nvSpPr>
            <p:spPr>
              <a:xfrm>
                <a:off x="21791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2" name="ph6242"/>
              <p:cNvSpPr/>
              <p:nvPr/>
            </p:nvSpPr>
            <p:spPr>
              <a:xfrm>
                <a:off x="218842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3" name="ph6243"/>
              <p:cNvSpPr/>
              <p:nvPr/>
            </p:nvSpPr>
            <p:spPr>
              <a:xfrm>
                <a:off x="21976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4" name="ph6244"/>
              <p:cNvSpPr/>
              <p:nvPr/>
            </p:nvSpPr>
            <p:spPr>
              <a:xfrm>
                <a:off x="22069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5" name="ph6245"/>
              <p:cNvSpPr/>
              <p:nvPr/>
            </p:nvSpPr>
            <p:spPr>
              <a:xfrm>
                <a:off x="22162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6" name="ph6246"/>
              <p:cNvSpPr/>
              <p:nvPr/>
            </p:nvSpPr>
            <p:spPr>
              <a:xfrm>
                <a:off x="222547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7" name="ph6247"/>
              <p:cNvSpPr/>
              <p:nvPr/>
            </p:nvSpPr>
            <p:spPr>
              <a:xfrm>
                <a:off x="22347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8" name="ph6248"/>
              <p:cNvSpPr/>
              <p:nvPr/>
            </p:nvSpPr>
            <p:spPr>
              <a:xfrm>
                <a:off x="22439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9" name="ph6249"/>
              <p:cNvSpPr/>
              <p:nvPr/>
            </p:nvSpPr>
            <p:spPr>
              <a:xfrm>
                <a:off x="22532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0" name="ph6250"/>
              <p:cNvSpPr/>
              <p:nvPr/>
            </p:nvSpPr>
            <p:spPr>
              <a:xfrm>
                <a:off x="22625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1" name="ph6251"/>
              <p:cNvSpPr/>
              <p:nvPr/>
            </p:nvSpPr>
            <p:spPr>
              <a:xfrm>
                <a:off x="22717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2" name="ph6252"/>
              <p:cNvSpPr/>
              <p:nvPr/>
            </p:nvSpPr>
            <p:spPr>
              <a:xfrm>
                <a:off x="22810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3" name="ph6253"/>
              <p:cNvSpPr/>
              <p:nvPr/>
            </p:nvSpPr>
            <p:spPr>
              <a:xfrm>
                <a:off x="22903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4" name="ph6254"/>
              <p:cNvSpPr/>
              <p:nvPr/>
            </p:nvSpPr>
            <p:spPr>
              <a:xfrm>
                <a:off x="22995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5" name="ph6255"/>
              <p:cNvSpPr/>
              <p:nvPr/>
            </p:nvSpPr>
            <p:spPr>
              <a:xfrm>
                <a:off x="230883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6" name="ph6256"/>
              <p:cNvSpPr/>
              <p:nvPr/>
            </p:nvSpPr>
            <p:spPr>
              <a:xfrm>
                <a:off x="23180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7" name="ph6257"/>
              <p:cNvSpPr/>
              <p:nvPr/>
            </p:nvSpPr>
            <p:spPr>
              <a:xfrm>
                <a:off x="23273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8" name="ph6258"/>
              <p:cNvSpPr/>
              <p:nvPr/>
            </p:nvSpPr>
            <p:spPr>
              <a:xfrm>
                <a:off x="23366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9" name="ph6259"/>
              <p:cNvSpPr/>
              <p:nvPr/>
            </p:nvSpPr>
            <p:spPr>
              <a:xfrm>
                <a:off x="23458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0" name="ph6260"/>
              <p:cNvSpPr/>
              <p:nvPr/>
            </p:nvSpPr>
            <p:spPr>
              <a:xfrm>
                <a:off x="235514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1" name="ph6261"/>
              <p:cNvSpPr/>
              <p:nvPr/>
            </p:nvSpPr>
            <p:spPr>
              <a:xfrm>
                <a:off x="23644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2" name="ph6262"/>
              <p:cNvSpPr/>
              <p:nvPr/>
            </p:nvSpPr>
            <p:spPr>
              <a:xfrm>
                <a:off x="23736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3" name="ph6263"/>
              <p:cNvSpPr/>
              <p:nvPr/>
            </p:nvSpPr>
            <p:spPr>
              <a:xfrm>
                <a:off x="23829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4" name="ph6264"/>
              <p:cNvSpPr/>
              <p:nvPr/>
            </p:nvSpPr>
            <p:spPr>
              <a:xfrm>
                <a:off x="2392195" y="1412579"/>
                <a:ext cx="9214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64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1443" y="897161"/>
                    </a:lnTo>
                    <a:lnTo>
                      <a:pt x="921464" y="898209"/>
                    </a:lnTo>
                    <a:lnTo>
                      <a:pt x="921380" y="908960"/>
                    </a:lnTo>
                    <a:lnTo>
                      <a:pt x="921185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5" name="ph6265"/>
              <p:cNvSpPr/>
              <p:nvPr/>
            </p:nvSpPr>
            <p:spPr>
              <a:xfrm>
                <a:off x="3096123" y="14125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50" y="914400"/>
                    </a:lnTo>
                    <a:lnTo>
                      <a:pt x="914400" y="90735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6" name="ph6266"/>
              <p:cNvSpPr/>
              <p:nvPr/>
            </p:nvSpPr>
            <p:spPr>
              <a:xfrm>
                <a:off x="3105386" y="13953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597"/>
                    </a:lnTo>
                    <a:lnTo>
                      <a:pt x="905272" y="924276"/>
                    </a:lnTo>
                    <a:lnTo>
                      <a:pt x="909049" y="916167"/>
                    </a:lnTo>
                    <a:lnTo>
                      <a:pt x="909962" y="914400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7" name="ph6267"/>
              <p:cNvSpPr/>
              <p:nvPr/>
            </p:nvSpPr>
            <p:spPr>
              <a:xfrm>
                <a:off x="3105386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8" name="ph6268"/>
              <p:cNvSpPr/>
              <p:nvPr/>
            </p:nvSpPr>
            <p:spPr>
              <a:xfrm>
                <a:off x="31146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9" name="ph6269"/>
              <p:cNvSpPr/>
              <p:nvPr/>
            </p:nvSpPr>
            <p:spPr>
              <a:xfrm>
                <a:off x="31239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0" name="ph6270"/>
              <p:cNvSpPr/>
              <p:nvPr/>
            </p:nvSpPr>
            <p:spPr>
              <a:xfrm>
                <a:off x="31331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1" name="ph6271"/>
              <p:cNvSpPr/>
              <p:nvPr/>
            </p:nvSpPr>
            <p:spPr>
              <a:xfrm>
                <a:off x="31424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2" name="ph6272"/>
              <p:cNvSpPr/>
              <p:nvPr/>
            </p:nvSpPr>
            <p:spPr>
              <a:xfrm>
                <a:off x="31516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3" name="ph6273"/>
              <p:cNvSpPr/>
              <p:nvPr/>
            </p:nvSpPr>
            <p:spPr>
              <a:xfrm>
                <a:off x="31609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4" name="ph6274"/>
              <p:cNvSpPr/>
              <p:nvPr/>
            </p:nvSpPr>
            <p:spPr>
              <a:xfrm>
                <a:off x="31702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5" name="ph6275"/>
              <p:cNvSpPr/>
              <p:nvPr/>
            </p:nvSpPr>
            <p:spPr>
              <a:xfrm>
                <a:off x="31794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6" name="ph6276"/>
              <p:cNvSpPr/>
              <p:nvPr/>
            </p:nvSpPr>
            <p:spPr>
              <a:xfrm>
                <a:off x="31887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7" name="ph6277"/>
              <p:cNvSpPr/>
              <p:nvPr/>
            </p:nvSpPr>
            <p:spPr>
              <a:xfrm>
                <a:off x="31980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8" name="ph6278"/>
              <p:cNvSpPr/>
              <p:nvPr/>
            </p:nvSpPr>
            <p:spPr>
              <a:xfrm>
                <a:off x="32072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9" name="ph6279"/>
              <p:cNvSpPr/>
              <p:nvPr/>
            </p:nvSpPr>
            <p:spPr>
              <a:xfrm>
                <a:off x="32165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0" name="ph6280"/>
              <p:cNvSpPr/>
              <p:nvPr/>
            </p:nvSpPr>
            <p:spPr>
              <a:xfrm>
                <a:off x="32257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1" name="ph6281"/>
              <p:cNvSpPr/>
              <p:nvPr/>
            </p:nvSpPr>
            <p:spPr>
              <a:xfrm>
                <a:off x="32350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2" name="ph6282"/>
              <p:cNvSpPr/>
              <p:nvPr/>
            </p:nvSpPr>
            <p:spPr>
              <a:xfrm>
                <a:off x="32443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3" name="ph6283"/>
              <p:cNvSpPr/>
              <p:nvPr/>
            </p:nvSpPr>
            <p:spPr>
              <a:xfrm>
                <a:off x="32535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4" name="ph6284"/>
              <p:cNvSpPr/>
              <p:nvPr/>
            </p:nvSpPr>
            <p:spPr>
              <a:xfrm>
                <a:off x="32628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5" name="ph6285"/>
              <p:cNvSpPr/>
              <p:nvPr/>
            </p:nvSpPr>
            <p:spPr>
              <a:xfrm>
                <a:off x="32721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6" name="ph6286"/>
              <p:cNvSpPr/>
              <p:nvPr/>
            </p:nvSpPr>
            <p:spPr>
              <a:xfrm>
                <a:off x="32813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7" name="ph6287"/>
              <p:cNvSpPr/>
              <p:nvPr/>
            </p:nvSpPr>
            <p:spPr>
              <a:xfrm>
                <a:off x="32906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8" name="ph6288"/>
              <p:cNvSpPr/>
              <p:nvPr/>
            </p:nvSpPr>
            <p:spPr>
              <a:xfrm>
                <a:off x="329989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9" name="ph6289"/>
              <p:cNvSpPr/>
              <p:nvPr/>
            </p:nvSpPr>
            <p:spPr>
              <a:xfrm>
                <a:off x="330915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0" name="ph6290"/>
              <p:cNvSpPr/>
              <p:nvPr/>
            </p:nvSpPr>
            <p:spPr>
              <a:xfrm>
                <a:off x="331841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1" name="ph6291"/>
              <p:cNvSpPr/>
              <p:nvPr/>
            </p:nvSpPr>
            <p:spPr>
              <a:xfrm>
                <a:off x="332767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2" name="ph6292"/>
              <p:cNvSpPr/>
              <p:nvPr/>
            </p:nvSpPr>
            <p:spPr>
              <a:xfrm>
                <a:off x="333694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3" name="ph6293"/>
              <p:cNvSpPr/>
              <p:nvPr/>
            </p:nvSpPr>
            <p:spPr>
              <a:xfrm>
                <a:off x="334620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4" name="ph6294"/>
              <p:cNvSpPr/>
              <p:nvPr/>
            </p:nvSpPr>
            <p:spPr>
              <a:xfrm>
                <a:off x="335546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5" name="ph6295"/>
              <p:cNvSpPr/>
              <p:nvPr/>
            </p:nvSpPr>
            <p:spPr>
              <a:xfrm>
                <a:off x="336472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6" name="ph6296"/>
              <p:cNvSpPr/>
              <p:nvPr/>
            </p:nvSpPr>
            <p:spPr>
              <a:xfrm>
                <a:off x="337399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7" name="ph6297"/>
              <p:cNvSpPr/>
              <p:nvPr/>
            </p:nvSpPr>
            <p:spPr>
              <a:xfrm>
                <a:off x="338325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8" name="ph6298"/>
              <p:cNvSpPr/>
              <p:nvPr/>
            </p:nvSpPr>
            <p:spPr>
              <a:xfrm>
                <a:off x="339251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9" name="ph6299"/>
              <p:cNvSpPr/>
              <p:nvPr/>
            </p:nvSpPr>
            <p:spPr>
              <a:xfrm>
                <a:off x="340177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0" name="ph6300"/>
              <p:cNvSpPr/>
              <p:nvPr/>
            </p:nvSpPr>
            <p:spPr>
              <a:xfrm>
                <a:off x="341103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1" name="ph6301"/>
              <p:cNvSpPr/>
              <p:nvPr/>
            </p:nvSpPr>
            <p:spPr>
              <a:xfrm>
                <a:off x="342030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2" name="ph6302"/>
              <p:cNvSpPr/>
              <p:nvPr/>
            </p:nvSpPr>
            <p:spPr>
              <a:xfrm>
                <a:off x="342956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3" name="ph6303"/>
              <p:cNvSpPr/>
              <p:nvPr/>
            </p:nvSpPr>
            <p:spPr>
              <a:xfrm>
                <a:off x="343882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4" name="ph6304"/>
              <p:cNvSpPr/>
              <p:nvPr/>
            </p:nvSpPr>
            <p:spPr>
              <a:xfrm>
                <a:off x="344808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5" name="ph6305"/>
              <p:cNvSpPr/>
              <p:nvPr/>
            </p:nvSpPr>
            <p:spPr>
              <a:xfrm>
                <a:off x="345735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6" name="ph6306"/>
              <p:cNvSpPr/>
              <p:nvPr/>
            </p:nvSpPr>
            <p:spPr>
              <a:xfrm>
                <a:off x="346661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7" name="ph6307"/>
              <p:cNvSpPr/>
              <p:nvPr/>
            </p:nvSpPr>
            <p:spPr>
              <a:xfrm>
                <a:off x="347587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8" name="ph6308"/>
              <p:cNvSpPr/>
              <p:nvPr/>
            </p:nvSpPr>
            <p:spPr>
              <a:xfrm>
                <a:off x="348513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9" name="ph6309"/>
              <p:cNvSpPr/>
              <p:nvPr/>
            </p:nvSpPr>
            <p:spPr>
              <a:xfrm>
                <a:off x="349439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0" name="ph6310"/>
              <p:cNvSpPr/>
              <p:nvPr/>
            </p:nvSpPr>
            <p:spPr>
              <a:xfrm>
                <a:off x="350366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1" name="ph6311"/>
              <p:cNvSpPr/>
              <p:nvPr/>
            </p:nvSpPr>
            <p:spPr>
              <a:xfrm>
                <a:off x="351292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2" name="ph6312"/>
              <p:cNvSpPr/>
              <p:nvPr/>
            </p:nvSpPr>
            <p:spPr>
              <a:xfrm>
                <a:off x="352218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3" name="ph6313"/>
              <p:cNvSpPr/>
              <p:nvPr/>
            </p:nvSpPr>
            <p:spPr>
              <a:xfrm>
                <a:off x="353144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4" name="ph6314"/>
              <p:cNvSpPr/>
              <p:nvPr/>
            </p:nvSpPr>
            <p:spPr>
              <a:xfrm>
                <a:off x="354071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5" name="ph6315"/>
              <p:cNvSpPr/>
              <p:nvPr/>
            </p:nvSpPr>
            <p:spPr>
              <a:xfrm>
                <a:off x="354997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6" name="ph6316"/>
              <p:cNvSpPr/>
              <p:nvPr/>
            </p:nvSpPr>
            <p:spPr>
              <a:xfrm>
                <a:off x="355923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7" name="ph6317"/>
              <p:cNvSpPr/>
              <p:nvPr/>
            </p:nvSpPr>
            <p:spPr>
              <a:xfrm>
                <a:off x="356849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8" name="ph6318"/>
              <p:cNvSpPr/>
              <p:nvPr/>
            </p:nvSpPr>
            <p:spPr>
              <a:xfrm>
                <a:off x="357775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9" name="ph6319"/>
              <p:cNvSpPr/>
              <p:nvPr/>
            </p:nvSpPr>
            <p:spPr>
              <a:xfrm>
                <a:off x="358702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0" name="ph6320"/>
              <p:cNvSpPr/>
              <p:nvPr/>
            </p:nvSpPr>
            <p:spPr>
              <a:xfrm>
                <a:off x="359628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1" name="ph6321"/>
              <p:cNvSpPr/>
              <p:nvPr/>
            </p:nvSpPr>
            <p:spPr>
              <a:xfrm>
                <a:off x="360554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2" name="ph6322"/>
              <p:cNvSpPr/>
              <p:nvPr/>
            </p:nvSpPr>
            <p:spPr>
              <a:xfrm>
                <a:off x="361480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3" name="ph6323"/>
              <p:cNvSpPr/>
              <p:nvPr/>
            </p:nvSpPr>
            <p:spPr>
              <a:xfrm>
                <a:off x="362407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4" name="ph6324"/>
              <p:cNvSpPr/>
              <p:nvPr/>
            </p:nvSpPr>
            <p:spPr>
              <a:xfrm>
                <a:off x="3633332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5" name="ph6325"/>
              <p:cNvSpPr/>
              <p:nvPr/>
            </p:nvSpPr>
            <p:spPr>
              <a:xfrm>
                <a:off x="3642594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6" name="ph6326"/>
              <p:cNvSpPr/>
              <p:nvPr/>
            </p:nvSpPr>
            <p:spPr>
              <a:xfrm>
                <a:off x="3651857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7" name="ph6327"/>
              <p:cNvSpPr/>
              <p:nvPr/>
            </p:nvSpPr>
            <p:spPr>
              <a:xfrm>
                <a:off x="3661119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8" name="ph6328"/>
              <p:cNvSpPr/>
              <p:nvPr/>
            </p:nvSpPr>
            <p:spPr>
              <a:xfrm>
                <a:off x="3670381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9" name="ph6329"/>
              <p:cNvSpPr/>
              <p:nvPr/>
            </p:nvSpPr>
            <p:spPr>
              <a:xfrm>
                <a:off x="3679643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0" name="ph6330"/>
              <p:cNvSpPr/>
              <p:nvPr/>
            </p:nvSpPr>
            <p:spPr>
              <a:xfrm>
                <a:off x="3688905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1" name="ph6331"/>
              <p:cNvSpPr/>
              <p:nvPr/>
            </p:nvSpPr>
            <p:spPr>
              <a:xfrm>
                <a:off x="3698168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2" name="ph6332"/>
              <p:cNvSpPr/>
              <p:nvPr/>
            </p:nvSpPr>
            <p:spPr>
              <a:xfrm>
                <a:off x="3707430" y="13953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3" name="ph6333"/>
              <p:cNvSpPr/>
              <p:nvPr/>
            </p:nvSpPr>
            <p:spPr>
              <a:xfrm>
                <a:off x="3716692" y="1412579"/>
                <a:ext cx="9232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2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222" y="897161"/>
                    </a:lnTo>
                    <a:lnTo>
                      <a:pt x="922569" y="899533"/>
                    </a:lnTo>
                    <a:lnTo>
                      <a:pt x="919650" y="908891"/>
                    </a:lnTo>
                    <a:lnTo>
                      <a:pt x="917719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4" name="ph6334"/>
              <p:cNvSpPr/>
              <p:nvPr/>
            </p:nvSpPr>
            <p:spPr>
              <a:xfrm>
                <a:off x="2058755" y="1378102"/>
                <a:ext cx="914400" cy="9304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443">
                    <a:moveTo>
                      <a:pt x="914400" y="914400"/>
                    </a:moveTo>
                    <a:lnTo>
                      <a:pt x="914400" y="930443"/>
                    </a:lnTo>
                    <a:lnTo>
                      <a:pt x="912516" y="925043"/>
                    </a:lnTo>
                    <a:lnTo>
                      <a:pt x="910910" y="922839"/>
                    </a:lnTo>
                    <a:lnTo>
                      <a:pt x="906415" y="915962"/>
                    </a:lnTo>
                    <a:lnTo>
                      <a:pt x="905496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5" name="ph6335"/>
              <p:cNvSpPr/>
              <p:nvPr/>
            </p:nvSpPr>
            <p:spPr>
              <a:xfrm>
                <a:off x="205875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860" y="931638"/>
                    </a:lnTo>
                    <a:lnTo>
                      <a:pt x="914448" y="930584"/>
                    </a:lnTo>
                    <a:lnTo>
                      <a:pt x="914400" y="930443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6" name="ph6336"/>
              <p:cNvSpPr/>
              <p:nvPr/>
            </p:nvSpPr>
            <p:spPr>
              <a:xfrm>
                <a:off x="20680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7" name="ph6337"/>
              <p:cNvSpPr/>
              <p:nvPr/>
            </p:nvSpPr>
            <p:spPr>
              <a:xfrm>
                <a:off x="20772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8" name="ph6338"/>
              <p:cNvSpPr/>
              <p:nvPr/>
            </p:nvSpPr>
            <p:spPr>
              <a:xfrm>
                <a:off x="20865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9" name="ph6339"/>
              <p:cNvSpPr/>
              <p:nvPr/>
            </p:nvSpPr>
            <p:spPr>
              <a:xfrm>
                <a:off x="20958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0" name="ph6340"/>
              <p:cNvSpPr/>
              <p:nvPr/>
            </p:nvSpPr>
            <p:spPr>
              <a:xfrm>
                <a:off x="210506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1" name="ph6341"/>
              <p:cNvSpPr/>
              <p:nvPr/>
            </p:nvSpPr>
            <p:spPr>
              <a:xfrm>
                <a:off x="21143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2" name="ph6342"/>
              <p:cNvSpPr/>
              <p:nvPr/>
            </p:nvSpPr>
            <p:spPr>
              <a:xfrm>
                <a:off x="21235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3" name="ph6343"/>
              <p:cNvSpPr/>
              <p:nvPr/>
            </p:nvSpPr>
            <p:spPr>
              <a:xfrm>
                <a:off x="21328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4" name="ph6344"/>
              <p:cNvSpPr/>
              <p:nvPr/>
            </p:nvSpPr>
            <p:spPr>
              <a:xfrm>
                <a:off x="214211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5" name="ph6345"/>
              <p:cNvSpPr/>
              <p:nvPr/>
            </p:nvSpPr>
            <p:spPr>
              <a:xfrm>
                <a:off x="21513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6" name="ph6346"/>
              <p:cNvSpPr/>
              <p:nvPr/>
            </p:nvSpPr>
            <p:spPr>
              <a:xfrm>
                <a:off x="21606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7" name="ph6347"/>
              <p:cNvSpPr/>
              <p:nvPr/>
            </p:nvSpPr>
            <p:spPr>
              <a:xfrm>
                <a:off x="21699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8" name="ph6348"/>
              <p:cNvSpPr/>
              <p:nvPr/>
            </p:nvSpPr>
            <p:spPr>
              <a:xfrm>
                <a:off x="21791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9" name="ph6349"/>
              <p:cNvSpPr/>
              <p:nvPr/>
            </p:nvSpPr>
            <p:spPr>
              <a:xfrm>
                <a:off x="218842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0" name="ph6350"/>
              <p:cNvSpPr/>
              <p:nvPr/>
            </p:nvSpPr>
            <p:spPr>
              <a:xfrm>
                <a:off x="21976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1" name="ph6351"/>
              <p:cNvSpPr/>
              <p:nvPr/>
            </p:nvSpPr>
            <p:spPr>
              <a:xfrm>
                <a:off x="22069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2" name="ph6352"/>
              <p:cNvSpPr/>
              <p:nvPr/>
            </p:nvSpPr>
            <p:spPr>
              <a:xfrm>
                <a:off x="22162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3" name="ph6353"/>
              <p:cNvSpPr/>
              <p:nvPr/>
            </p:nvSpPr>
            <p:spPr>
              <a:xfrm>
                <a:off x="222547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4" name="ph6354"/>
              <p:cNvSpPr/>
              <p:nvPr/>
            </p:nvSpPr>
            <p:spPr>
              <a:xfrm>
                <a:off x="22347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5" name="ph6355"/>
              <p:cNvSpPr/>
              <p:nvPr/>
            </p:nvSpPr>
            <p:spPr>
              <a:xfrm>
                <a:off x="22439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6" name="ph6356"/>
              <p:cNvSpPr/>
              <p:nvPr/>
            </p:nvSpPr>
            <p:spPr>
              <a:xfrm>
                <a:off x="22532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7" name="ph6357"/>
              <p:cNvSpPr/>
              <p:nvPr/>
            </p:nvSpPr>
            <p:spPr>
              <a:xfrm>
                <a:off x="22625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8" name="ph6358"/>
              <p:cNvSpPr/>
              <p:nvPr/>
            </p:nvSpPr>
            <p:spPr>
              <a:xfrm>
                <a:off x="227178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9" name="ph6359"/>
              <p:cNvSpPr/>
              <p:nvPr/>
            </p:nvSpPr>
            <p:spPr>
              <a:xfrm>
                <a:off x="22810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0" name="ph6360"/>
              <p:cNvSpPr/>
              <p:nvPr/>
            </p:nvSpPr>
            <p:spPr>
              <a:xfrm>
                <a:off x="22903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1" name="ph6361"/>
              <p:cNvSpPr/>
              <p:nvPr/>
            </p:nvSpPr>
            <p:spPr>
              <a:xfrm>
                <a:off x="22995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2" name="ph6362"/>
              <p:cNvSpPr/>
              <p:nvPr/>
            </p:nvSpPr>
            <p:spPr>
              <a:xfrm>
                <a:off x="230883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3" name="ph6363"/>
              <p:cNvSpPr/>
              <p:nvPr/>
            </p:nvSpPr>
            <p:spPr>
              <a:xfrm>
                <a:off x="23180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4" name="ph6364"/>
              <p:cNvSpPr/>
              <p:nvPr/>
            </p:nvSpPr>
            <p:spPr>
              <a:xfrm>
                <a:off x="23273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5" name="ph6365"/>
              <p:cNvSpPr/>
              <p:nvPr/>
            </p:nvSpPr>
            <p:spPr>
              <a:xfrm>
                <a:off x="23366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6" name="ph6366"/>
              <p:cNvSpPr/>
              <p:nvPr/>
            </p:nvSpPr>
            <p:spPr>
              <a:xfrm>
                <a:off x="23458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7" name="ph6367"/>
              <p:cNvSpPr/>
              <p:nvPr/>
            </p:nvSpPr>
            <p:spPr>
              <a:xfrm>
                <a:off x="2355146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8" name="ph6368"/>
              <p:cNvSpPr/>
              <p:nvPr/>
            </p:nvSpPr>
            <p:spPr>
              <a:xfrm>
                <a:off x="23644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9" name="ph6369"/>
              <p:cNvSpPr/>
              <p:nvPr/>
            </p:nvSpPr>
            <p:spPr>
              <a:xfrm>
                <a:off x="23736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0" name="ph6370"/>
              <p:cNvSpPr/>
              <p:nvPr/>
            </p:nvSpPr>
            <p:spPr>
              <a:xfrm>
                <a:off x="23829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1" name="ph6371"/>
              <p:cNvSpPr/>
              <p:nvPr/>
            </p:nvSpPr>
            <p:spPr>
              <a:xfrm>
                <a:off x="2392195" y="1395340"/>
                <a:ext cx="9214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43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990" y="897161"/>
                    </a:lnTo>
                    <a:lnTo>
                      <a:pt x="921000" y="897451"/>
                    </a:lnTo>
                    <a:lnTo>
                      <a:pt x="921011" y="897766"/>
                    </a:lnTo>
                    <a:lnTo>
                      <a:pt x="921022" y="898082"/>
                    </a:lnTo>
                    <a:lnTo>
                      <a:pt x="921033" y="898397"/>
                    </a:lnTo>
                    <a:lnTo>
                      <a:pt x="921043" y="898712"/>
                    </a:lnTo>
                    <a:lnTo>
                      <a:pt x="921054" y="899027"/>
                    </a:lnTo>
                    <a:lnTo>
                      <a:pt x="921065" y="899343"/>
                    </a:lnTo>
                    <a:lnTo>
                      <a:pt x="921076" y="899658"/>
                    </a:lnTo>
                    <a:lnTo>
                      <a:pt x="921086" y="899973"/>
                    </a:lnTo>
                    <a:lnTo>
                      <a:pt x="921097" y="900289"/>
                    </a:lnTo>
                    <a:lnTo>
                      <a:pt x="921108" y="900604"/>
                    </a:lnTo>
                    <a:lnTo>
                      <a:pt x="921119" y="900919"/>
                    </a:lnTo>
                    <a:lnTo>
                      <a:pt x="921129" y="901234"/>
                    </a:lnTo>
                    <a:lnTo>
                      <a:pt x="921140" y="901550"/>
                    </a:lnTo>
                    <a:lnTo>
                      <a:pt x="921151" y="901865"/>
                    </a:lnTo>
                    <a:lnTo>
                      <a:pt x="921162" y="902180"/>
                    </a:lnTo>
                    <a:lnTo>
                      <a:pt x="921172" y="902496"/>
                    </a:lnTo>
                    <a:lnTo>
                      <a:pt x="921183" y="902811"/>
                    </a:lnTo>
                    <a:lnTo>
                      <a:pt x="921194" y="903126"/>
                    </a:lnTo>
                    <a:lnTo>
                      <a:pt x="921205" y="903441"/>
                    </a:lnTo>
                    <a:lnTo>
                      <a:pt x="921215" y="903757"/>
                    </a:lnTo>
                    <a:lnTo>
                      <a:pt x="921226" y="904072"/>
                    </a:lnTo>
                    <a:lnTo>
                      <a:pt x="921237" y="904387"/>
                    </a:lnTo>
                    <a:lnTo>
                      <a:pt x="921248" y="904703"/>
                    </a:lnTo>
                    <a:lnTo>
                      <a:pt x="921443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2" name="ph6372"/>
              <p:cNvSpPr/>
              <p:nvPr/>
            </p:nvSpPr>
            <p:spPr>
              <a:xfrm>
                <a:off x="3105386" y="13953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62" y="914400"/>
                    </a:lnTo>
                    <a:lnTo>
                      <a:pt x="913046" y="908433"/>
                    </a:lnTo>
                    <a:lnTo>
                      <a:pt x="914400" y="906073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3" name="ph6373"/>
              <p:cNvSpPr/>
              <p:nvPr/>
            </p:nvSpPr>
            <p:spPr>
              <a:xfrm>
                <a:off x="3114648" y="13781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11"/>
                    </a:lnTo>
                    <a:lnTo>
                      <a:pt x="907992" y="918334"/>
                    </a:lnTo>
                    <a:lnTo>
                      <a:pt x="910496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4" name="ph6374"/>
              <p:cNvSpPr/>
              <p:nvPr/>
            </p:nvSpPr>
            <p:spPr>
              <a:xfrm>
                <a:off x="31146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5" name="ph6375"/>
              <p:cNvSpPr/>
              <p:nvPr/>
            </p:nvSpPr>
            <p:spPr>
              <a:xfrm>
                <a:off x="31239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6" name="ph6376"/>
              <p:cNvSpPr/>
              <p:nvPr/>
            </p:nvSpPr>
            <p:spPr>
              <a:xfrm>
                <a:off x="31331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7" name="ph6377"/>
              <p:cNvSpPr/>
              <p:nvPr/>
            </p:nvSpPr>
            <p:spPr>
              <a:xfrm>
                <a:off x="31424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8" name="ph6378"/>
              <p:cNvSpPr/>
              <p:nvPr/>
            </p:nvSpPr>
            <p:spPr>
              <a:xfrm>
                <a:off x="31516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9" name="ph6379"/>
              <p:cNvSpPr/>
              <p:nvPr/>
            </p:nvSpPr>
            <p:spPr>
              <a:xfrm>
                <a:off x="31609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0" name="ph6380"/>
              <p:cNvSpPr/>
              <p:nvPr/>
            </p:nvSpPr>
            <p:spPr>
              <a:xfrm>
                <a:off x="31702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1" name="ph6381"/>
              <p:cNvSpPr/>
              <p:nvPr/>
            </p:nvSpPr>
            <p:spPr>
              <a:xfrm>
                <a:off x="31794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2" name="ph6382"/>
              <p:cNvSpPr/>
              <p:nvPr/>
            </p:nvSpPr>
            <p:spPr>
              <a:xfrm>
                <a:off x="31887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3" name="ph6383"/>
              <p:cNvSpPr/>
              <p:nvPr/>
            </p:nvSpPr>
            <p:spPr>
              <a:xfrm>
                <a:off x="31980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4" name="ph6384"/>
              <p:cNvSpPr/>
              <p:nvPr/>
            </p:nvSpPr>
            <p:spPr>
              <a:xfrm>
                <a:off x="32072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5" name="ph6385"/>
              <p:cNvSpPr/>
              <p:nvPr/>
            </p:nvSpPr>
            <p:spPr>
              <a:xfrm>
                <a:off x="32165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6" name="ph6386"/>
              <p:cNvSpPr/>
              <p:nvPr/>
            </p:nvSpPr>
            <p:spPr>
              <a:xfrm>
                <a:off x="32257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7" name="ph6387"/>
              <p:cNvSpPr/>
              <p:nvPr/>
            </p:nvSpPr>
            <p:spPr>
              <a:xfrm>
                <a:off x="32350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8" name="ph6388"/>
              <p:cNvSpPr/>
              <p:nvPr/>
            </p:nvSpPr>
            <p:spPr>
              <a:xfrm>
                <a:off x="32443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9" name="ph6389"/>
              <p:cNvSpPr/>
              <p:nvPr/>
            </p:nvSpPr>
            <p:spPr>
              <a:xfrm>
                <a:off x="32535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0" name="ph6390"/>
              <p:cNvSpPr/>
              <p:nvPr/>
            </p:nvSpPr>
            <p:spPr>
              <a:xfrm>
                <a:off x="32628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1" name="ph6391"/>
              <p:cNvSpPr/>
              <p:nvPr/>
            </p:nvSpPr>
            <p:spPr>
              <a:xfrm>
                <a:off x="32721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2" name="ph6392"/>
              <p:cNvSpPr/>
              <p:nvPr/>
            </p:nvSpPr>
            <p:spPr>
              <a:xfrm>
                <a:off x="32813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3" name="ph6393"/>
              <p:cNvSpPr/>
              <p:nvPr/>
            </p:nvSpPr>
            <p:spPr>
              <a:xfrm>
                <a:off x="32906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4" name="ph6394"/>
              <p:cNvSpPr/>
              <p:nvPr/>
            </p:nvSpPr>
            <p:spPr>
              <a:xfrm>
                <a:off x="329989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5" name="ph6395"/>
              <p:cNvSpPr/>
              <p:nvPr/>
            </p:nvSpPr>
            <p:spPr>
              <a:xfrm>
                <a:off x="330915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6" name="ph6396"/>
              <p:cNvSpPr/>
              <p:nvPr/>
            </p:nvSpPr>
            <p:spPr>
              <a:xfrm>
                <a:off x="331841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7" name="ph6397"/>
              <p:cNvSpPr/>
              <p:nvPr/>
            </p:nvSpPr>
            <p:spPr>
              <a:xfrm>
                <a:off x="332767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8" name="ph6398"/>
              <p:cNvSpPr/>
              <p:nvPr/>
            </p:nvSpPr>
            <p:spPr>
              <a:xfrm>
                <a:off x="333694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9" name="ph6399"/>
              <p:cNvSpPr/>
              <p:nvPr/>
            </p:nvSpPr>
            <p:spPr>
              <a:xfrm>
                <a:off x="334620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0" name="ph6400"/>
              <p:cNvSpPr/>
              <p:nvPr/>
            </p:nvSpPr>
            <p:spPr>
              <a:xfrm>
                <a:off x="335546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1" name="ph6401"/>
              <p:cNvSpPr/>
              <p:nvPr/>
            </p:nvSpPr>
            <p:spPr>
              <a:xfrm>
                <a:off x="336472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2" name="ph6402"/>
              <p:cNvSpPr/>
              <p:nvPr/>
            </p:nvSpPr>
            <p:spPr>
              <a:xfrm>
                <a:off x="337399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3" name="ph6403"/>
              <p:cNvSpPr/>
              <p:nvPr/>
            </p:nvSpPr>
            <p:spPr>
              <a:xfrm>
                <a:off x="338325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4" name="ph6404"/>
              <p:cNvSpPr/>
              <p:nvPr/>
            </p:nvSpPr>
            <p:spPr>
              <a:xfrm>
                <a:off x="339251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5" name="ph6405"/>
              <p:cNvSpPr/>
              <p:nvPr/>
            </p:nvSpPr>
            <p:spPr>
              <a:xfrm>
                <a:off x="340177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6" name="ph6406"/>
              <p:cNvSpPr/>
              <p:nvPr/>
            </p:nvSpPr>
            <p:spPr>
              <a:xfrm>
                <a:off x="341103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7" name="ph6407"/>
              <p:cNvSpPr/>
              <p:nvPr/>
            </p:nvSpPr>
            <p:spPr>
              <a:xfrm>
                <a:off x="342030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8" name="ph6408"/>
              <p:cNvSpPr/>
              <p:nvPr/>
            </p:nvSpPr>
            <p:spPr>
              <a:xfrm>
                <a:off x="342956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9" name="ph6409"/>
              <p:cNvSpPr/>
              <p:nvPr/>
            </p:nvSpPr>
            <p:spPr>
              <a:xfrm>
                <a:off x="343882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0" name="ph6410"/>
              <p:cNvSpPr/>
              <p:nvPr/>
            </p:nvSpPr>
            <p:spPr>
              <a:xfrm>
                <a:off x="344808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1" name="ph6411"/>
              <p:cNvSpPr/>
              <p:nvPr/>
            </p:nvSpPr>
            <p:spPr>
              <a:xfrm>
                <a:off x="345735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2" name="ph6412"/>
              <p:cNvSpPr/>
              <p:nvPr/>
            </p:nvSpPr>
            <p:spPr>
              <a:xfrm>
                <a:off x="346661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3" name="ph6413"/>
              <p:cNvSpPr/>
              <p:nvPr/>
            </p:nvSpPr>
            <p:spPr>
              <a:xfrm>
                <a:off x="347587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4" name="ph6414"/>
              <p:cNvSpPr/>
              <p:nvPr/>
            </p:nvSpPr>
            <p:spPr>
              <a:xfrm>
                <a:off x="348513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5" name="ph6415"/>
              <p:cNvSpPr/>
              <p:nvPr/>
            </p:nvSpPr>
            <p:spPr>
              <a:xfrm>
                <a:off x="349439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6" name="ph6416"/>
              <p:cNvSpPr/>
              <p:nvPr/>
            </p:nvSpPr>
            <p:spPr>
              <a:xfrm>
                <a:off x="350366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7" name="ph6417"/>
              <p:cNvSpPr/>
              <p:nvPr/>
            </p:nvSpPr>
            <p:spPr>
              <a:xfrm>
                <a:off x="351292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8" name="ph6418"/>
              <p:cNvSpPr/>
              <p:nvPr/>
            </p:nvSpPr>
            <p:spPr>
              <a:xfrm>
                <a:off x="352218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9" name="ph6419"/>
              <p:cNvSpPr/>
              <p:nvPr/>
            </p:nvSpPr>
            <p:spPr>
              <a:xfrm>
                <a:off x="353144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0" name="ph6420"/>
              <p:cNvSpPr/>
              <p:nvPr/>
            </p:nvSpPr>
            <p:spPr>
              <a:xfrm>
                <a:off x="354071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1" name="ph6421"/>
              <p:cNvSpPr/>
              <p:nvPr/>
            </p:nvSpPr>
            <p:spPr>
              <a:xfrm>
                <a:off x="354997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2" name="ph6422"/>
              <p:cNvSpPr/>
              <p:nvPr/>
            </p:nvSpPr>
            <p:spPr>
              <a:xfrm>
                <a:off x="355923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3" name="ph6423"/>
              <p:cNvSpPr/>
              <p:nvPr/>
            </p:nvSpPr>
            <p:spPr>
              <a:xfrm>
                <a:off x="356849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4" name="ph6424"/>
              <p:cNvSpPr/>
              <p:nvPr/>
            </p:nvSpPr>
            <p:spPr>
              <a:xfrm>
                <a:off x="357775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5" name="ph6425"/>
              <p:cNvSpPr/>
              <p:nvPr/>
            </p:nvSpPr>
            <p:spPr>
              <a:xfrm>
                <a:off x="358702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6" name="ph6426"/>
              <p:cNvSpPr/>
              <p:nvPr/>
            </p:nvSpPr>
            <p:spPr>
              <a:xfrm>
                <a:off x="359628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7" name="ph6427"/>
              <p:cNvSpPr/>
              <p:nvPr/>
            </p:nvSpPr>
            <p:spPr>
              <a:xfrm>
                <a:off x="360554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8" name="ph6428"/>
              <p:cNvSpPr/>
              <p:nvPr/>
            </p:nvSpPr>
            <p:spPr>
              <a:xfrm>
                <a:off x="361480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9" name="ph6429"/>
              <p:cNvSpPr/>
              <p:nvPr/>
            </p:nvSpPr>
            <p:spPr>
              <a:xfrm>
                <a:off x="362407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0" name="ph6430"/>
              <p:cNvSpPr/>
              <p:nvPr/>
            </p:nvSpPr>
            <p:spPr>
              <a:xfrm>
                <a:off x="3633332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1" name="ph6431"/>
              <p:cNvSpPr/>
              <p:nvPr/>
            </p:nvSpPr>
            <p:spPr>
              <a:xfrm>
                <a:off x="3642594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2" name="ph6432"/>
              <p:cNvSpPr/>
              <p:nvPr/>
            </p:nvSpPr>
            <p:spPr>
              <a:xfrm>
                <a:off x="3651857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3" name="ph6433"/>
              <p:cNvSpPr/>
              <p:nvPr/>
            </p:nvSpPr>
            <p:spPr>
              <a:xfrm>
                <a:off x="3661119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4" name="ph6434"/>
              <p:cNvSpPr/>
              <p:nvPr/>
            </p:nvSpPr>
            <p:spPr>
              <a:xfrm>
                <a:off x="3670381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5" name="ph6435"/>
              <p:cNvSpPr/>
              <p:nvPr/>
            </p:nvSpPr>
            <p:spPr>
              <a:xfrm>
                <a:off x="3679643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6" name="ph6436"/>
              <p:cNvSpPr/>
              <p:nvPr/>
            </p:nvSpPr>
            <p:spPr>
              <a:xfrm>
                <a:off x="3688905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7" name="ph6437"/>
              <p:cNvSpPr/>
              <p:nvPr/>
            </p:nvSpPr>
            <p:spPr>
              <a:xfrm>
                <a:off x="3698168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8" name="ph6438"/>
              <p:cNvSpPr/>
              <p:nvPr/>
            </p:nvSpPr>
            <p:spPr>
              <a:xfrm>
                <a:off x="3707430" y="13781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9" name="ph6439"/>
              <p:cNvSpPr/>
              <p:nvPr/>
            </p:nvSpPr>
            <p:spPr>
              <a:xfrm>
                <a:off x="3716692" y="1395340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801"/>
                    </a:lnTo>
                    <a:lnTo>
                      <a:pt x="923222" y="914400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0" name="ph6440"/>
              <p:cNvSpPr/>
              <p:nvPr/>
            </p:nvSpPr>
            <p:spPr>
              <a:xfrm>
                <a:off x="3725954" y="1378102"/>
                <a:ext cx="918335" cy="930039"/>
              </a:xfrm>
              <a:custGeom>
                <a:avLst/>
                <a:gdLst/>
                <a:ahLst/>
                <a:cxnLst/>
                <a:rect l="0" t="0" r="0" b="0"/>
                <a:pathLst>
                  <a:path w="918335" h="930039">
                    <a:moveTo>
                      <a:pt x="914400" y="914400"/>
                    </a:moveTo>
                    <a:lnTo>
                      <a:pt x="918335" y="914505"/>
                    </a:lnTo>
                    <a:lnTo>
                      <a:pt x="915958" y="924380"/>
                    </a:lnTo>
                    <a:lnTo>
                      <a:pt x="914400" y="93003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1" name="ph6441"/>
              <p:cNvSpPr/>
              <p:nvPr/>
            </p:nvSpPr>
            <p:spPr>
              <a:xfrm>
                <a:off x="2049492" y="1360864"/>
                <a:ext cx="914400" cy="9310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8">
                    <a:moveTo>
                      <a:pt x="914400" y="914400"/>
                    </a:moveTo>
                    <a:lnTo>
                      <a:pt x="914400" y="931028"/>
                    </a:lnTo>
                    <a:lnTo>
                      <a:pt x="911382" y="925896"/>
                    </a:lnTo>
                    <a:lnTo>
                      <a:pt x="907297" y="918182"/>
                    </a:lnTo>
                    <a:lnTo>
                      <a:pt x="905494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2" name="ph6442"/>
              <p:cNvSpPr/>
              <p:nvPr/>
            </p:nvSpPr>
            <p:spPr>
              <a:xfrm>
                <a:off x="20494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8" y="931638"/>
                    </a:lnTo>
                    <a:lnTo>
                      <a:pt x="914400" y="93102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3" name="ph6443"/>
              <p:cNvSpPr/>
              <p:nvPr/>
            </p:nvSpPr>
            <p:spPr>
              <a:xfrm>
                <a:off x="205875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4" name="ph6444"/>
              <p:cNvSpPr/>
              <p:nvPr/>
            </p:nvSpPr>
            <p:spPr>
              <a:xfrm>
                <a:off x="20680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5" name="ph6445"/>
              <p:cNvSpPr/>
              <p:nvPr/>
            </p:nvSpPr>
            <p:spPr>
              <a:xfrm>
                <a:off x="20772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6" name="ph6446"/>
              <p:cNvSpPr/>
              <p:nvPr/>
            </p:nvSpPr>
            <p:spPr>
              <a:xfrm>
                <a:off x="20865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7" name="ph6447"/>
              <p:cNvSpPr/>
              <p:nvPr/>
            </p:nvSpPr>
            <p:spPr>
              <a:xfrm>
                <a:off x="20958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8" name="ph6448"/>
              <p:cNvSpPr/>
              <p:nvPr/>
            </p:nvSpPr>
            <p:spPr>
              <a:xfrm>
                <a:off x="210506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9" name="ph6449"/>
              <p:cNvSpPr/>
              <p:nvPr/>
            </p:nvSpPr>
            <p:spPr>
              <a:xfrm>
                <a:off x="21143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0" name="ph6450"/>
              <p:cNvSpPr/>
              <p:nvPr/>
            </p:nvSpPr>
            <p:spPr>
              <a:xfrm>
                <a:off x="21235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1" name="ph6451"/>
              <p:cNvSpPr/>
              <p:nvPr/>
            </p:nvSpPr>
            <p:spPr>
              <a:xfrm>
                <a:off x="21328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2" name="ph6452"/>
              <p:cNvSpPr/>
              <p:nvPr/>
            </p:nvSpPr>
            <p:spPr>
              <a:xfrm>
                <a:off x="214211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3" name="ph6453"/>
              <p:cNvSpPr/>
              <p:nvPr/>
            </p:nvSpPr>
            <p:spPr>
              <a:xfrm>
                <a:off x="21513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4" name="ph6454"/>
              <p:cNvSpPr/>
              <p:nvPr/>
            </p:nvSpPr>
            <p:spPr>
              <a:xfrm>
                <a:off x="21606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5" name="ph6455"/>
              <p:cNvSpPr/>
              <p:nvPr/>
            </p:nvSpPr>
            <p:spPr>
              <a:xfrm>
                <a:off x="21699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6" name="ph6456"/>
              <p:cNvSpPr/>
              <p:nvPr/>
            </p:nvSpPr>
            <p:spPr>
              <a:xfrm>
                <a:off x="21791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7" name="ph6457"/>
              <p:cNvSpPr/>
              <p:nvPr/>
            </p:nvSpPr>
            <p:spPr>
              <a:xfrm>
                <a:off x="218842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8" name="ph6458"/>
              <p:cNvSpPr/>
              <p:nvPr/>
            </p:nvSpPr>
            <p:spPr>
              <a:xfrm>
                <a:off x="21976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9" name="ph6459"/>
              <p:cNvSpPr/>
              <p:nvPr/>
            </p:nvSpPr>
            <p:spPr>
              <a:xfrm>
                <a:off x="22069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0" name="ph6460"/>
              <p:cNvSpPr/>
              <p:nvPr/>
            </p:nvSpPr>
            <p:spPr>
              <a:xfrm>
                <a:off x="22162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1" name="ph6461"/>
              <p:cNvSpPr/>
              <p:nvPr/>
            </p:nvSpPr>
            <p:spPr>
              <a:xfrm>
                <a:off x="222547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2" name="ph6462"/>
              <p:cNvSpPr/>
              <p:nvPr/>
            </p:nvSpPr>
            <p:spPr>
              <a:xfrm>
                <a:off x="22347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3" name="ph6463"/>
              <p:cNvSpPr/>
              <p:nvPr/>
            </p:nvSpPr>
            <p:spPr>
              <a:xfrm>
                <a:off x="22439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4" name="ph6464"/>
              <p:cNvSpPr/>
              <p:nvPr/>
            </p:nvSpPr>
            <p:spPr>
              <a:xfrm>
                <a:off x="22532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5" name="ph6465"/>
              <p:cNvSpPr/>
              <p:nvPr/>
            </p:nvSpPr>
            <p:spPr>
              <a:xfrm>
                <a:off x="22625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6" name="ph6466"/>
              <p:cNvSpPr/>
              <p:nvPr/>
            </p:nvSpPr>
            <p:spPr>
              <a:xfrm>
                <a:off x="227178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7" name="ph6467"/>
              <p:cNvSpPr/>
              <p:nvPr/>
            </p:nvSpPr>
            <p:spPr>
              <a:xfrm>
                <a:off x="22810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8" name="ph6468"/>
              <p:cNvSpPr/>
              <p:nvPr/>
            </p:nvSpPr>
            <p:spPr>
              <a:xfrm>
                <a:off x="22903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9" name="ph6469"/>
              <p:cNvSpPr/>
              <p:nvPr/>
            </p:nvSpPr>
            <p:spPr>
              <a:xfrm>
                <a:off x="22995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0" name="ph6470"/>
              <p:cNvSpPr/>
              <p:nvPr/>
            </p:nvSpPr>
            <p:spPr>
              <a:xfrm>
                <a:off x="230883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1" name="ph6471"/>
              <p:cNvSpPr/>
              <p:nvPr/>
            </p:nvSpPr>
            <p:spPr>
              <a:xfrm>
                <a:off x="23180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2" name="ph6472"/>
              <p:cNvSpPr/>
              <p:nvPr/>
            </p:nvSpPr>
            <p:spPr>
              <a:xfrm>
                <a:off x="23273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3" name="ph6473"/>
              <p:cNvSpPr/>
              <p:nvPr/>
            </p:nvSpPr>
            <p:spPr>
              <a:xfrm>
                <a:off x="23366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4" name="ph6474"/>
              <p:cNvSpPr/>
              <p:nvPr/>
            </p:nvSpPr>
            <p:spPr>
              <a:xfrm>
                <a:off x="23458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5" name="ph6475"/>
              <p:cNvSpPr/>
              <p:nvPr/>
            </p:nvSpPr>
            <p:spPr>
              <a:xfrm>
                <a:off x="2355146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6" name="ph6476"/>
              <p:cNvSpPr/>
              <p:nvPr/>
            </p:nvSpPr>
            <p:spPr>
              <a:xfrm>
                <a:off x="23644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7" name="ph6477"/>
              <p:cNvSpPr/>
              <p:nvPr/>
            </p:nvSpPr>
            <p:spPr>
              <a:xfrm>
                <a:off x="23736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8" name="ph6478"/>
              <p:cNvSpPr/>
              <p:nvPr/>
            </p:nvSpPr>
            <p:spPr>
              <a:xfrm>
                <a:off x="23829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9" name="ph6479"/>
              <p:cNvSpPr/>
              <p:nvPr/>
            </p:nvSpPr>
            <p:spPr>
              <a:xfrm>
                <a:off x="2392195" y="1378102"/>
                <a:ext cx="920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90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20082" y="897161"/>
                    </a:lnTo>
                    <a:lnTo>
                      <a:pt x="920377" y="900985"/>
                    </a:lnTo>
                    <a:lnTo>
                      <a:pt x="920903" y="911853"/>
                    </a:lnTo>
                    <a:lnTo>
                      <a:pt x="920914" y="912167"/>
                    </a:lnTo>
                    <a:lnTo>
                      <a:pt x="920925" y="912482"/>
                    </a:lnTo>
                    <a:lnTo>
                      <a:pt x="920936" y="912798"/>
                    </a:lnTo>
                    <a:lnTo>
                      <a:pt x="920946" y="913113"/>
                    </a:lnTo>
                    <a:lnTo>
                      <a:pt x="920957" y="913428"/>
                    </a:lnTo>
                    <a:lnTo>
                      <a:pt x="920968" y="913744"/>
                    </a:lnTo>
                    <a:lnTo>
                      <a:pt x="920979" y="914059"/>
                    </a:lnTo>
                    <a:lnTo>
                      <a:pt x="920990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0" name="ph6480"/>
              <p:cNvSpPr/>
              <p:nvPr/>
            </p:nvSpPr>
            <p:spPr>
              <a:xfrm>
                <a:off x="3114648" y="13781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496" y="914400"/>
                    </a:lnTo>
                    <a:lnTo>
                      <a:pt x="912398" y="911412"/>
                    </a:lnTo>
                    <a:lnTo>
                      <a:pt x="914400" y="908586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1" name="ph6481"/>
              <p:cNvSpPr/>
              <p:nvPr/>
            </p:nvSpPr>
            <p:spPr>
              <a:xfrm>
                <a:off x="3123910" y="136086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825"/>
                    </a:lnTo>
                    <a:lnTo>
                      <a:pt x="907730" y="922164"/>
                    </a:lnTo>
                    <a:lnTo>
                      <a:pt x="912498" y="916129"/>
                    </a:lnTo>
                    <a:lnTo>
                      <a:pt x="914029" y="914400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2" name="ph6482"/>
              <p:cNvSpPr/>
              <p:nvPr/>
            </p:nvSpPr>
            <p:spPr>
              <a:xfrm>
                <a:off x="31239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3" name="ph6483"/>
              <p:cNvSpPr/>
              <p:nvPr/>
            </p:nvSpPr>
            <p:spPr>
              <a:xfrm>
                <a:off x="31331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4" name="ph6484"/>
              <p:cNvSpPr/>
              <p:nvPr/>
            </p:nvSpPr>
            <p:spPr>
              <a:xfrm>
                <a:off x="31424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5" name="ph6485"/>
              <p:cNvSpPr/>
              <p:nvPr/>
            </p:nvSpPr>
            <p:spPr>
              <a:xfrm>
                <a:off x="31516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6" name="ph6486"/>
              <p:cNvSpPr/>
              <p:nvPr/>
            </p:nvSpPr>
            <p:spPr>
              <a:xfrm>
                <a:off x="31609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7" name="ph6487"/>
              <p:cNvSpPr/>
              <p:nvPr/>
            </p:nvSpPr>
            <p:spPr>
              <a:xfrm>
                <a:off x="31702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8" name="ph6488"/>
              <p:cNvSpPr/>
              <p:nvPr/>
            </p:nvSpPr>
            <p:spPr>
              <a:xfrm>
                <a:off x="31794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9" name="ph6489"/>
              <p:cNvSpPr/>
              <p:nvPr/>
            </p:nvSpPr>
            <p:spPr>
              <a:xfrm>
                <a:off x="31887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0" name="ph6490"/>
              <p:cNvSpPr/>
              <p:nvPr/>
            </p:nvSpPr>
            <p:spPr>
              <a:xfrm>
                <a:off x="31980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1" name="ph6491"/>
              <p:cNvSpPr/>
              <p:nvPr/>
            </p:nvSpPr>
            <p:spPr>
              <a:xfrm>
                <a:off x="32072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2" name="ph6492"/>
              <p:cNvSpPr/>
              <p:nvPr/>
            </p:nvSpPr>
            <p:spPr>
              <a:xfrm>
                <a:off x="32165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3" name="ph6493"/>
              <p:cNvSpPr/>
              <p:nvPr/>
            </p:nvSpPr>
            <p:spPr>
              <a:xfrm>
                <a:off x="32257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4" name="ph6494"/>
              <p:cNvSpPr/>
              <p:nvPr/>
            </p:nvSpPr>
            <p:spPr>
              <a:xfrm>
                <a:off x="32350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5" name="ph6495"/>
              <p:cNvSpPr/>
              <p:nvPr/>
            </p:nvSpPr>
            <p:spPr>
              <a:xfrm>
                <a:off x="32443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6" name="ph6496"/>
              <p:cNvSpPr/>
              <p:nvPr/>
            </p:nvSpPr>
            <p:spPr>
              <a:xfrm>
                <a:off x="32535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7" name="ph6497"/>
              <p:cNvSpPr/>
              <p:nvPr/>
            </p:nvSpPr>
            <p:spPr>
              <a:xfrm>
                <a:off x="32628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8" name="ph6498"/>
              <p:cNvSpPr/>
              <p:nvPr/>
            </p:nvSpPr>
            <p:spPr>
              <a:xfrm>
                <a:off x="32721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9" name="ph6499"/>
              <p:cNvSpPr/>
              <p:nvPr/>
            </p:nvSpPr>
            <p:spPr>
              <a:xfrm>
                <a:off x="32813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0" name="ph6500"/>
              <p:cNvSpPr/>
              <p:nvPr/>
            </p:nvSpPr>
            <p:spPr>
              <a:xfrm>
                <a:off x="32906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1" name="ph6501"/>
              <p:cNvSpPr/>
              <p:nvPr/>
            </p:nvSpPr>
            <p:spPr>
              <a:xfrm>
                <a:off x="32998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2" name="ph6502"/>
              <p:cNvSpPr/>
              <p:nvPr/>
            </p:nvSpPr>
            <p:spPr>
              <a:xfrm>
                <a:off x="330915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3" name="ph6503"/>
              <p:cNvSpPr/>
              <p:nvPr/>
            </p:nvSpPr>
            <p:spPr>
              <a:xfrm>
                <a:off x="331841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4" name="ph6504"/>
              <p:cNvSpPr/>
              <p:nvPr/>
            </p:nvSpPr>
            <p:spPr>
              <a:xfrm>
                <a:off x="332767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5" name="ph6505"/>
              <p:cNvSpPr/>
              <p:nvPr/>
            </p:nvSpPr>
            <p:spPr>
              <a:xfrm>
                <a:off x="333694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6" name="ph6506"/>
              <p:cNvSpPr/>
              <p:nvPr/>
            </p:nvSpPr>
            <p:spPr>
              <a:xfrm>
                <a:off x="334620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7" name="ph6507"/>
              <p:cNvSpPr/>
              <p:nvPr/>
            </p:nvSpPr>
            <p:spPr>
              <a:xfrm>
                <a:off x="335546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8" name="ph6508"/>
              <p:cNvSpPr/>
              <p:nvPr/>
            </p:nvSpPr>
            <p:spPr>
              <a:xfrm>
                <a:off x="336472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9" name="ph6509"/>
              <p:cNvSpPr/>
              <p:nvPr/>
            </p:nvSpPr>
            <p:spPr>
              <a:xfrm>
                <a:off x="337399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0" name="ph6510"/>
              <p:cNvSpPr/>
              <p:nvPr/>
            </p:nvSpPr>
            <p:spPr>
              <a:xfrm>
                <a:off x="338325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1" name="ph6511"/>
              <p:cNvSpPr/>
              <p:nvPr/>
            </p:nvSpPr>
            <p:spPr>
              <a:xfrm>
                <a:off x="339251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2" name="ph6512"/>
              <p:cNvSpPr/>
              <p:nvPr/>
            </p:nvSpPr>
            <p:spPr>
              <a:xfrm>
                <a:off x="340177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3" name="ph6513"/>
              <p:cNvSpPr/>
              <p:nvPr/>
            </p:nvSpPr>
            <p:spPr>
              <a:xfrm>
                <a:off x="341103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4" name="ph6514"/>
              <p:cNvSpPr/>
              <p:nvPr/>
            </p:nvSpPr>
            <p:spPr>
              <a:xfrm>
                <a:off x="342030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5" name="ph6515"/>
              <p:cNvSpPr/>
              <p:nvPr/>
            </p:nvSpPr>
            <p:spPr>
              <a:xfrm>
                <a:off x="342956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6" name="ph6516"/>
              <p:cNvSpPr/>
              <p:nvPr/>
            </p:nvSpPr>
            <p:spPr>
              <a:xfrm>
                <a:off x="343882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7" name="ph6517"/>
              <p:cNvSpPr/>
              <p:nvPr/>
            </p:nvSpPr>
            <p:spPr>
              <a:xfrm>
                <a:off x="344808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8" name="ph6518"/>
              <p:cNvSpPr/>
              <p:nvPr/>
            </p:nvSpPr>
            <p:spPr>
              <a:xfrm>
                <a:off x="345735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9" name="ph6519"/>
              <p:cNvSpPr/>
              <p:nvPr/>
            </p:nvSpPr>
            <p:spPr>
              <a:xfrm>
                <a:off x="346661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0" name="ph6520"/>
              <p:cNvSpPr/>
              <p:nvPr/>
            </p:nvSpPr>
            <p:spPr>
              <a:xfrm>
                <a:off x="347587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1" name="ph6521"/>
              <p:cNvSpPr/>
              <p:nvPr/>
            </p:nvSpPr>
            <p:spPr>
              <a:xfrm>
                <a:off x="348513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2" name="ph6522"/>
              <p:cNvSpPr/>
              <p:nvPr/>
            </p:nvSpPr>
            <p:spPr>
              <a:xfrm>
                <a:off x="349439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3" name="ph6523"/>
              <p:cNvSpPr/>
              <p:nvPr/>
            </p:nvSpPr>
            <p:spPr>
              <a:xfrm>
                <a:off x="350366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4" name="ph6524"/>
              <p:cNvSpPr/>
              <p:nvPr/>
            </p:nvSpPr>
            <p:spPr>
              <a:xfrm>
                <a:off x="351292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5" name="ph6525"/>
              <p:cNvSpPr/>
              <p:nvPr/>
            </p:nvSpPr>
            <p:spPr>
              <a:xfrm>
                <a:off x="352218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6" name="ph6526"/>
              <p:cNvSpPr/>
              <p:nvPr/>
            </p:nvSpPr>
            <p:spPr>
              <a:xfrm>
                <a:off x="353144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7" name="ph6527"/>
              <p:cNvSpPr/>
              <p:nvPr/>
            </p:nvSpPr>
            <p:spPr>
              <a:xfrm>
                <a:off x="354071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8" name="ph6528"/>
              <p:cNvSpPr/>
              <p:nvPr/>
            </p:nvSpPr>
            <p:spPr>
              <a:xfrm>
                <a:off x="354997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9" name="ph6529"/>
              <p:cNvSpPr/>
              <p:nvPr/>
            </p:nvSpPr>
            <p:spPr>
              <a:xfrm>
                <a:off x="355923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0" name="ph6530"/>
              <p:cNvSpPr/>
              <p:nvPr/>
            </p:nvSpPr>
            <p:spPr>
              <a:xfrm>
                <a:off x="356849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1" name="ph6531"/>
              <p:cNvSpPr/>
              <p:nvPr/>
            </p:nvSpPr>
            <p:spPr>
              <a:xfrm>
                <a:off x="357775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2" name="ph6532"/>
              <p:cNvSpPr/>
              <p:nvPr/>
            </p:nvSpPr>
            <p:spPr>
              <a:xfrm>
                <a:off x="358702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3" name="ph6533"/>
              <p:cNvSpPr/>
              <p:nvPr/>
            </p:nvSpPr>
            <p:spPr>
              <a:xfrm>
                <a:off x="359628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4" name="ph6534"/>
              <p:cNvSpPr/>
              <p:nvPr/>
            </p:nvSpPr>
            <p:spPr>
              <a:xfrm>
                <a:off x="360554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5" name="ph6535"/>
              <p:cNvSpPr/>
              <p:nvPr/>
            </p:nvSpPr>
            <p:spPr>
              <a:xfrm>
                <a:off x="361480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6" name="ph6536"/>
              <p:cNvSpPr/>
              <p:nvPr/>
            </p:nvSpPr>
            <p:spPr>
              <a:xfrm>
                <a:off x="362407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7" name="ph6537"/>
              <p:cNvSpPr/>
              <p:nvPr/>
            </p:nvSpPr>
            <p:spPr>
              <a:xfrm>
                <a:off x="363333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8" name="ph6538"/>
              <p:cNvSpPr/>
              <p:nvPr/>
            </p:nvSpPr>
            <p:spPr>
              <a:xfrm>
                <a:off x="3642594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9" name="ph6539"/>
              <p:cNvSpPr/>
              <p:nvPr/>
            </p:nvSpPr>
            <p:spPr>
              <a:xfrm>
                <a:off x="3651857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0" name="ph6540"/>
              <p:cNvSpPr/>
              <p:nvPr/>
            </p:nvSpPr>
            <p:spPr>
              <a:xfrm>
                <a:off x="3661119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1" name="ph6541"/>
              <p:cNvSpPr/>
              <p:nvPr/>
            </p:nvSpPr>
            <p:spPr>
              <a:xfrm>
                <a:off x="3670381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2" name="ph6542"/>
              <p:cNvSpPr/>
              <p:nvPr/>
            </p:nvSpPr>
            <p:spPr>
              <a:xfrm>
                <a:off x="3679643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3" name="ph6543"/>
              <p:cNvSpPr/>
              <p:nvPr/>
            </p:nvSpPr>
            <p:spPr>
              <a:xfrm>
                <a:off x="3688905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4" name="ph6544"/>
              <p:cNvSpPr/>
              <p:nvPr/>
            </p:nvSpPr>
            <p:spPr>
              <a:xfrm>
                <a:off x="3698168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5" name="ph6545"/>
              <p:cNvSpPr/>
              <p:nvPr/>
            </p:nvSpPr>
            <p:spPr>
              <a:xfrm>
                <a:off x="3707430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6" name="ph6546"/>
              <p:cNvSpPr/>
              <p:nvPr/>
            </p:nvSpPr>
            <p:spPr>
              <a:xfrm>
                <a:off x="3716692" y="136086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7" name="ph6547"/>
              <p:cNvSpPr/>
              <p:nvPr/>
            </p:nvSpPr>
            <p:spPr>
              <a:xfrm>
                <a:off x="3725954" y="1378102"/>
                <a:ext cx="921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0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09" y="897161"/>
                    </a:lnTo>
                    <a:lnTo>
                      <a:pt x="920432" y="904413"/>
                    </a:lnTo>
                    <a:lnTo>
                      <a:pt x="918357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8" name="ph6548"/>
              <p:cNvSpPr/>
              <p:nvPr/>
            </p:nvSpPr>
            <p:spPr>
              <a:xfrm>
                <a:off x="2040230" y="1343625"/>
                <a:ext cx="914400" cy="9308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889">
                    <a:moveTo>
                      <a:pt x="914400" y="914400"/>
                    </a:moveTo>
                    <a:lnTo>
                      <a:pt x="914400" y="930889"/>
                    </a:lnTo>
                    <a:lnTo>
                      <a:pt x="912698" y="927319"/>
                    </a:lnTo>
                    <a:lnTo>
                      <a:pt x="909069" y="918853"/>
                    </a:lnTo>
                    <a:lnTo>
                      <a:pt x="907357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9" name="ph6549"/>
              <p:cNvSpPr/>
              <p:nvPr/>
            </p:nvSpPr>
            <p:spPr>
              <a:xfrm>
                <a:off x="20402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756" y="931638"/>
                    </a:lnTo>
                    <a:lnTo>
                      <a:pt x="914400" y="93088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0" name="ph6550"/>
              <p:cNvSpPr/>
              <p:nvPr/>
            </p:nvSpPr>
            <p:spPr>
              <a:xfrm>
                <a:off x="20494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1" name="ph6551"/>
              <p:cNvSpPr/>
              <p:nvPr/>
            </p:nvSpPr>
            <p:spPr>
              <a:xfrm>
                <a:off x="205875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2" name="ph6552"/>
              <p:cNvSpPr/>
              <p:nvPr/>
            </p:nvSpPr>
            <p:spPr>
              <a:xfrm>
                <a:off x="20680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3" name="ph6553"/>
              <p:cNvSpPr/>
              <p:nvPr/>
            </p:nvSpPr>
            <p:spPr>
              <a:xfrm>
                <a:off x="20772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4" name="ph6554"/>
              <p:cNvSpPr/>
              <p:nvPr/>
            </p:nvSpPr>
            <p:spPr>
              <a:xfrm>
                <a:off x="20865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5" name="ph6555"/>
              <p:cNvSpPr/>
              <p:nvPr/>
            </p:nvSpPr>
            <p:spPr>
              <a:xfrm>
                <a:off x="20958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6" name="ph6556"/>
              <p:cNvSpPr/>
              <p:nvPr/>
            </p:nvSpPr>
            <p:spPr>
              <a:xfrm>
                <a:off x="210506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7" name="ph6557"/>
              <p:cNvSpPr/>
              <p:nvPr/>
            </p:nvSpPr>
            <p:spPr>
              <a:xfrm>
                <a:off x="21143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8" name="ph6558"/>
              <p:cNvSpPr/>
              <p:nvPr/>
            </p:nvSpPr>
            <p:spPr>
              <a:xfrm>
                <a:off x="21235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9" name="ph6559"/>
              <p:cNvSpPr/>
              <p:nvPr/>
            </p:nvSpPr>
            <p:spPr>
              <a:xfrm>
                <a:off x="21328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0" name="ph6560"/>
              <p:cNvSpPr/>
              <p:nvPr/>
            </p:nvSpPr>
            <p:spPr>
              <a:xfrm>
                <a:off x="214211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1" name="ph6561"/>
              <p:cNvSpPr/>
              <p:nvPr/>
            </p:nvSpPr>
            <p:spPr>
              <a:xfrm>
                <a:off x="21513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2" name="ph6562"/>
              <p:cNvSpPr/>
              <p:nvPr/>
            </p:nvSpPr>
            <p:spPr>
              <a:xfrm>
                <a:off x="21606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3" name="ph6563"/>
              <p:cNvSpPr/>
              <p:nvPr/>
            </p:nvSpPr>
            <p:spPr>
              <a:xfrm>
                <a:off x="21699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4" name="ph6564"/>
              <p:cNvSpPr/>
              <p:nvPr/>
            </p:nvSpPr>
            <p:spPr>
              <a:xfrm>
                <a:off x="21791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5" name="ph6565"/>
              <p:cNvSpPr/>
              <p:nvPr/>
            </p:nvSpPr>
            <p:spPr>
              <a:xfrm>
                <a:off x="218842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6" name="ph6566"/>
              <p:cNvSpPr/>
              <p:nvPr/>
            </p:nvSpPr>
            <p:spPr>
              <a:xfrm>
                <a:off x="21976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7" name="ph6567"/>
              <p:cNvSpPr/>
              <p:nvPr/>
            </p:nvSpPr>
            <p:spPr>
              <a:xfrm>
                <a:off x="22069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8" name="ph6568"/>
              <p:cNvSpPr/>
              <p:nvPr/>
            </p:nvSpPr>
            <p:spPr>
              <a:xfrm>
                <a:off x="22162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9" name="ph6569"/>
              <p:cNvSpPr/>
              <p:nvPr/>
            </p:nvSpPr>
            <p:spPr>
              <a:xfrm>
                <a:off x="222547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0" name="ph6570"/>
              <p:cNvSpPr/>
              <p:nvPr/>
            </p:nvSpPr>
            <p:spPr>
              <a:xfrm>
                <a:off x="22347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1" name="ph6571"/>
              <p:cNvSpPr/>
              <p:nvPr/>
            </p:nvSpPr>
            <p:spPr>
              <a:xfrm>
                <a:off x="22439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2" name="ph6572"/>
              <p:cNvSpPr/>
              <p:nvPr/>
            </p:nvSpPr>
            <p:spPr>
              <a:xfrm>
                <a:off x="22532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3" name="ph6573"/>
              <p:cNvSpPr/>
              <p:nvPr/>
            </p:nvSpPr>
            <p:spPr>
              <a:xfrm>
                <a:off x="22625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4" name="ph6574"/>
              <p:cNvSpPr/>
              <p:nvPr/>
            </p:nvSpPr>
            <p:spPr>
              <a:xfrm>
                <a:off x="227178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5" name="ph6575"/>
              <p:cNvSpPr/>
              <p:nvPr/>
            </p:nvSpPr>
            <p:spPr>
              <a:xfrm>
                <a:off x="22810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6" name="ph6576"/>
              <p:cNvSpPr/>
              <p:nvPr/>
            </p:nvSpPr>
            <p:spPr>
              <a:xfrm>
                <a:off x="22903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7" name="ph6577"/>
              <p:cNvSpPr/>
              <p:nvPr/>
            </p:nvSpPr>
            <p:spPr>
              <a:xfrm>
                <a:off x="22995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8" name="ph6578"/>
              <p:cNvSpPr/>
              <p:nvPr/>
            </p:nvSpPr>
            <p:spPr>
              <a:xfrm>
                <a:off x="230883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9" name="ph6579"/>
              <p:cNvSpPr/>
              <p:nvPr/>
            </p:nvSpPr>
            <p:spPr>
              <a:xfrm>
                <a:off x="23180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0" name="ph6580"/>
              <p:cNvSpPr/>
              <p:nvPr/>
            </p:nvSpPr>
            <p:spPr>
              <a:xfrm>
                <a:off x="23273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1" name="ph6581"/>
              <p:cNvSpPr/>
              <p:nvPr/>
            </p:nvSpPr>
            <p:spPr>
              <a:xfrm>
                <a:off x="23366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2" name="ph6582"/>
              <p:cNvSpPr/>
              <p:nvPr/>
            </p:nvSpPr>
            <p:spPr>
              <a:xfrm>
                <a:off x="23458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3" name="ph6583"/>
              <p:cNvSpPr/>
              <p:nvPr/>
            </p:nvSpPr>
            <p:spPr>
              <a:xfrm>
                <a:off x="2355146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4" name="ph6584"/>
              <p:cNvSpPr/>
              <p:nvPr/>
            </p:nvSpPr>
            <p:spPr>
              <a:xfrm>
                <a:off x="23644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5" name="ph6585"/>
              <p:cNvSpPr/>
              <p:nvPr/>
            </p:nvSpPr>
            <p:spPr>
              <a:xfrm>
                <a:off x="23736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6" name="ph6586"/>
              <p:cNvSpPr/>
              <p:nvPr/>
            </p:nvSpPr>
            <p:spPr>
              <a:xfrm>
                <a:off x="23829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7" name="ph6587"/>
              <p:cNvSpPr/>
              <p:nvPr/>
            </p:nvSpPr>
            <p:spPr>
              <a:xfrm>
                <a:off x="2392195" y="1360864"/>
                <a:ext cx="92008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8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8452" y="897161"/>
                    </a:lnTo>
                    <a:lnTo>
                      <a:pt x="919543" y="907422"/>
                    </a:lnTo>
                    <a:lnTo>
                      <a:pt x="920082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8" name="ph6588"/>
              <p:cNvSpPr/>
              <p:nvPr/>
            </p:nvSpPr>
            <p:spPr>
              <a:xfrm>
                <a:off x="3123910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29" y="914400"/>
                    </a:lnTo>
                    <a:lnTo>
                      <a:pt x="914400" y="913981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9" name="ph6589"/>
              <p:cNvSpPr/>
              <p:nvPr/>
            </p:nvSpPr>
            <p:spPr>
              <a:xfrm>
                <a:off x="3133172" y="13608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981"/>
                    </a:lnTo>
                    <a:lnTo>
                      <a:pt x="908165" y="910562"/>
                    </a:lnTo>
                    <a:lnTo>
                      <a:pt x="913244" y="905479"/>
                    </a:lnTo>
                    <a:lnTo>
                      <a:pt x="914400" y="904462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0" name="ph6590"/>
              <p:cNvSpPr/>
              <p:nvPr/>
            </p:nvSpPr>
            <p:spPr>
              <a:xfrm>
                <a:off x="3142434" y="13436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1701"/>
                    </a:lnTo>
                    <a:lnTo>
                      <a:pt x="909195" y="918131"/>
                    </a:lnTo>
                    <a:lnTo>
                      <a:pt x="914077" y="914400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1" name="ph6591"/>
              <p:cNvSpPr/>
              <p:nvPr/>
            </p:nvSpPr>
            <p:spPr>
              <a:xfrm>
                <a:off x="31424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2" name="ph6592"/>
              <p:cNvSpPr/>
              <p:nvPr/>
            </p:nvSpPr>
            <p:spPr>
              <a:xfrm>
                <a:off x="31516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3" name="ph6593"/>
              <p:cNvSpPr/>
              <p:nvPr/>
            </p:nvSpPr>
            <p:spPr>
              <a:xfrm>
                <a:off x="31609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4" name="ph6594"/>
              <p:cNvSpPr/>
              <p:nvPr/>
            </p:nvSpPr>
            <p:spPr>
              <a:xfrm>
                <a:off x="31702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5" name="ph6595"/>
              <p:cNvSpPr/>
              <p:nvPr/>
            </p:nvSpPr>
            <p:spPr>
              <a:xfrm>
                <a:off x="31794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6" name="ph6596"/>
              <p:cNvSpPr/>
              <p:nvPr/>
            </p:nvSpPr>
            <p:spPr>
              <a:xfrm>
                <a:off x="31887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7" name="ph6597"/>
              <p:cNvSpPr/>
              <p:nvPr/>
            </p:nvSpPr>
            <p:spPr>
              <a:xfrm>
                <a:off x="31980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8" name="ph6598"/>
              <p:cNvSpPr/>
              <p:nvPr/>
            </p:nvSpPr>
            <p:spPr>
              <a:xfrm>
                <a:off x="32072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9" name="ph6599"/>
              <p:cNvSpPr/>
              <p:nvPr/>
            </p:nvSpPr>
            <p:spPr>
              <a:xfrm>
                <a:off x="32165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0" name="ph6600"/>
              <p:cNvSpPr/>
              <p:nvPr/>
            </p:nvSpPr>
            <p:spPr>
              <a:xfrm>
                <a:off x="32257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1" name="ph6601"/>
              <p:cNvSpPr/>
              <p:nvPr/>
            </p:nvSpPr>
            <p:spPr>
              <a:xfrm>
                <a:off x="32350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2" name="ph6602"/>
              <p:cNvSpPr/>
              <p:nvPr/>
            </p:nvSpPr>
            <p:spPr>
              <a:xfrm>
                <a:off x="32443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3" name="ph6603"/>
              <p:cNvSpPr/>
              <p:nvPr/>
            </p:nvSpPr>
            <p:spPr>
              <a:xfrm>
                <a:off x="32535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4" name="ph6604"/>
              <p:cNvSpPr/>
              <p:nvPr/>
            </p:nvSpPr>
            <p:spPr>
              <a:xfrm>
                <a:off x="32628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5" name="ph6605"/>
              <p:cNvSpPr/>
              <p:nvPr/>
            </p:nvSpPr>
            <p:spPr>
              <a:xfrm>
                <a:off x="32721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6" name="ph6606"/>
              <p:cNvSpPr/>
              <p:nvPr/>
            </p:nvSpPr>
            <p:spPr>
              <a:xfrm>
                <a:off x="32813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7" name="ph6607"/>
              <p:cNvSpPr/>
              <p:nvPr/>
            </p:nvSpPr>
            <p:spPr>
              <a:xfrm>
                <a:off x="32906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8" name="ph6608"/>
              <p:cNvSpPr/>
              <p:nvPr/>
            </p:nvSpPr>
            <p:spPr>
              <a:xfrm>
                <a:off x="32998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9" name="ph6609"/>
              <p:cNvSpPr/>
              <p:nvPr/>
            </p:nvSpPr>
            <p:spPr>
              <a:xfrm>
                <a:off x="330915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0" name="ph6610"/>
              <p:cNvSpPr/>
              <p:nvPr/>
            </p:nvSpPr>
            <p:spPr>
              <a:xfrm>
                <a:off x="331841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1" name="ph6611"/>
              <p:cNvSpPr/>
              <p:nvPr/>
            </p:nvSpPr>
            <p:spPr>
              <a:xfrm>
                <a:off x="332767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2" name="ph6612"/>
              <p:cNvSpPr/>
              <p:nvPr/>
            </p:nvSpPr>
            <p:spPr>
              <a:xfrm>
                <a:off x="333694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3" name="ph6613"/>
              <p:cNvSpPr/>
              <p:nvPr/>
            </p:nvSpPr>
            <p:spPr>
              <a:xfrm>
                <a:off x="334620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4" name="ph6614"/>
              <p:cNvSpPr/>
              <p:nvPr/>
            </p:nvSpPr>
            <p:spPr>
              <a:xfrm>
                <a:off x="335546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5" name="ph6615"/>
              <p:cNvSpPr/>
              <p:nvPr/>
            </p:nvSpPr>
            <p:spPr>
              <a:xfrm>
                <a:off x="336472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6" name="ph6616"/>
              <p:cNvSpPr/>
              <p:nvPr/>
            </p:nvSpPr>
            <p:spPr>
              <a:xfrm>
                <a:off x="337399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7" name="ph6617"/>
              <p:cNvSpPr/>
              <p:nvPr/>
            </p:nvSpPr>
            <p:spPr>
              <a:xfrm>
                <a:off x="338325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8" name="ph6618"/>
              <p:cNvSpPr/>
              <p:nvPr/>
            </p:nvSpPr>
            <p:spPr>
              <a:xfrm>
                <a:off x="339251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9" name="ph6619"/>
              <p:cNvSpPr/>
              <p:nvPr/>
            </p:nvSpPr>
            <p:spPr>
              <a:xfrm>
                <a:off x="340177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0" name="ph6620"/>
              <p:cNvSpPr/>
              <p:nvPr/>
            </p:nvSpPr>
            <p:spPr>
              <a:xfrm>
                <a:off x="341103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1" name="ph6621"/>
              <p:cNvSpPr/>
              <p:nvPr/>
            </p:nvSpPr>
            <p:spPr>
              <a:xfrm>
                <a:off x="342030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2" name="ph6622"/>
              <p:cNvSpPr/>
              <p:nvPr/>
            </p:nvSpPr>
            <p:spPr>
              <a:xfrm>
                <a:off x="342956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3" name="ph6623"/>
              <p:cNvSpPr/>
              <p:nvPr/>
            </p:nvSpPr>
            <p:spPr>
              <a:xfrm>
                <a:off x="343882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4" name="ph6624"/>
              <p:cNvSpPr/>
              <p:nvPr/>
            </p:nvSpPr>
            <p:spPr>
              <a:xfrm>
                <a:off x="344808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5" name="ph6625"/>
              <p:cNvSpPr/>
              <p:nvPr/>
            </p:nvSpPr>
            <p:spPr>
              <a:xfrm>
                <a:off x="345735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6" name="ph6626"/>
              <p:cNvSpPr/>
              <p:nvPr/>
            </p:nvSpPr>
            <p:spPr>
              <a:xfrm>
                <a:off x="346661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7" name="ph6627"/>
              <p:cNvSpPr/>
              <p:nvPr/>
            </p:nvSpPr>
            <p:spPr>
              <a:xfrm>
                <a:off x="347587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8" name="ph6628"/>
              <p:cNvSpPr/>
              <p:nvPr/>
            </p:nvSpPr>
            <p:spPr>
              <a:xfrm>
                <a:off x="348513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9" name="ph6629"/>
              <p:cNvSpPr/>
              <p:nvPr/>
            </p:nvSpPr>
            <p:spPr>
              <a:xfrm>
                <a:off x="349439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0" name="ph6630"/>
              <p:cNvSpPr/>
              <p:nvPr/>
            </p:nvSpPr>
            <p:spPr>
              <a:xfrm>
                <a:off x="350366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1" name="ph6631"/>
              <p:cNvSpPr/>
              <p:nvPr/>
            </p:nvSpPr>
            <p:spPr>
              <a:xfrm>
                <a:off x="351292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2" name="ph6632"/>
              <p:cNvSpPr/>
              <p:nvPr/>
            </p:nvSpPr>
            <p:spPr>
              <a:xfrm>
                <a:off x="352218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3" name="ph6633"/>
              <p:cNvSpPr/>
              <p:nvPr/>
            </p:nvSpPr>
            <p:spPr>
              <a:xfrm>
                <a:off x="353144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4" name="ph6634"/>
              <p:cNvSpPr/>
              <p:nvPr/>
            </p:nvSpPr>
            <p:spPr>
              <a:xfrm>
                <a:off x="354071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5" name="ph6635"/>
              <p:cNvSpPr/>
              <p:nvPr/>
            </p:nvSpPr>
            <p:spPr>
              <a:xfrm>
                <a:off x="354997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6" name="ph6636"/>
              <p:cNvSpPr/>
              <p:nvPr/>
            </p:nvSpPr>
            <p:spPr>
              <a:xfrm>
                <a:off x="355923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7" name="ph6637"/>
              <p:cNvSpPr/>
              <p:nvPr/>
            </p:nvSpPr>
            <p:spPr>
              <a:xfrm>
                <a:off x="356849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8" name="ph6638"/>
              <p:cNvSpPr/>
              <p:nvPr/>
            </p:nvSpPr>
            <p:spPr>
              <a:xfrm>
                <a:off x="357775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9" name="ph6639"/>
              <p:cNvSpPr/>
              <p:nvPr/>
            </p:nvSpPr>
            <p:spPr>
              <a:xfrm>
                <a:off x="358702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0" name="ph6640"/>
              <p:cNvSpPr/>
              <p:nvPr/>
            </p:nvSpPr>
            <p:spPr>
              <a:xfrm>
                <a:off x="359628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1" name="ph6641"/>
              <p:cNvSpPr/>
              <p:nvPr/>
            </p:nvSpPr>
            <p:spPr>
              <a:xfrm>
                <a:off x="360554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2" name="ph6642"/>
              <p:cNvSpPr/>
              <p:nvPr/>
            </p:nvSpPr>
            <p:spPr>
              <a:xfrm>
                <a:off x="361480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3" name="ph6643"/>
              <p:cNvSpPr/>
              <p:nvPr/>
            </p:nvSpPr>
            <p:spPr>
              <a:xfrm>
                <a:off x="362407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4" name="ph6644"/>
              <p:cNvSpPr/>
              <p:nvPr/>
            </p:nvSpPr>
            <p:spPr>
              <a:xfrm>
                <a:off x="363333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5" name="ph6645"/>
              <p:cNvSpPr/>
              <p:nvPr/>
            </p:nvSpPr>
            <p:spPr>
              <a:xfrm>
                <a:off x="3642594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6" name="ph6646"/>
              <p:cNvSpPr/>
              <p:nvPr/>
            </p:nvSpPr>
            <p:spPr>
              <a:xfrm>
                <a:off x="3651857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7" name="ph6647"/>
              <p:cNvSpPr/>
              <p:nvPr/>
            </p:nvSpPr>
            <p:spPr>
              <a:xfrm>
                <a:off x="3661119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8" name="ph6648"/>
              <p:cNvSpPr/>
              <p:nvPr/>
            </p:nvSpPr>
            <p:spPr>
              <a:xfrm>
                <a:off x="3670381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9" name="ph6649"/>
              <p:cNvSpPr/>
              <p:nvPr/>
            </p:nvSpPr>
            <p:spPr>
              <a:xfrm>
                <a:off x="3679643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0" name="ph6650"/>
              <p:cNvSpPr/>
              <p:nvPr/>
            </p:nvSpPr>
            <p:spPr>
              <a:xfrm>
                <a:off x="3688905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1" name="ph6651"/>
              <p:cNvSpPr/>
              <p:nvPr/>
            </p:nvSpPr>
            <p:spPr>
              <a:xfrm>
                <a:off x="3698168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2" name="ph6652"/>
              <p:cNvSpPr/>
              <p:nvPr/>
            </p:nvSpPr>
            <p:spPr>
              <a:xfrm>
                <a:off x="3707430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3" name="ph6653"/>
              <p:cNvSpPr/>
              <p:nvPr/>
            </p:nvSpPr>
            <p:spPr>
              <a:xfrm>
                <a:off x="3716692" y="13436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4" name="ph6654"/>
              <p:cNvSpPr/>
              <p:nvPr/>
            </p:nvSpPr>
            <p:spPr>
              <a:xfrm>
                <a:off x="3725954" y="1360864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1606"/>
                    </a:lnTo>
                    <a:lnTo>
                      <a:pt x="922242" y="911368"/>
                    </a:lnTo>
                    <a:lnTo>
                      <a:pt x="921709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5" name="ph6655"/>
              <p:cNvSpPr/>
              <p:nvPr/>
            </p:nvSpPr>
            <p:spPr>
              <a:xfrm>
                <a:off x="3735217" y="1343625"/>
                <a:ext cx="914934" cy="918845"/>
              </a:xfrm>
              <a:custGeom>
                <a:avLst/>
                <a:gdLst/>
                <a:ahLst/>
                <a:cxnLst/>
                <a:rect l="0" t="0" r="0" b="0"/>
                <a:pathLst>
                  <a:path w="914934" h="918845">
                    <a:moveTo>
                      <a:pt x="914400" y="914400"/>
                    </a:moveTo>
                    <a:lnTo>
                      <a:pt x="914934" y="914400"/>
                    </a:lnTo>
                    <a:lnTo>
                      <a:pt x="914499" y="918162"/>
                    </a:lnTo>
                    <a:lnTo>
                      <a:pt x="914400" y="918845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6" name="ph6656"/>
              <p:cNvSpPr/>
              <p:nvPr/>
            </p:nvSpPr>
            <p:spPr>
              <a:xfrm>
                <a:off x="2030968" y="1326387"/>
                <a:ext cx="914400" cy="92569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95">
                    <a:moveTo>
                      <a:pt x="914400" y="914400"/>
                    </a:moveTo>
                    <a:lnTo>
                      <a:pt x="914400" y="925695"/>
                    </a:lnTo>
                    <a:lnTo>
                      <a:pt x="911812" y="918158"/>
                    </a:lnTo>
                    <a:lnTo>
                      <a:pt x="910665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7" name="ph6657"/>
              <p:cNvSpPr/>
              <p:nvPr/>
            </p:nvSpPr>
            <p:spPr>
              <a:xfrm>
                <a:off x="20309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6619" y="931638"/>
                    </a:lnTo>
                    <a:lnTo>
                      <a:pt x="914945" y="927284"/>
                    </a:lnTo>
                    <a:lnTo>
                      <a:pt x="914400" y="925695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8" name="ph6658"/>
              <p:cNvSpPr/>
              <p:nvPr/>
            </p:nvSpPr>
            <p:spPr>
              <a:xfrm>
                <a:off x="20402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9" name="ph6659"/>
              <p:cNvSpPr/>
              <p:nvPr/>
            </p:nvSpPr>
            <p:spPr>
              <a:xfrm>
                <a:off x="20494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0" name="ph6660"/>
              <p:cNvSpPr/>
              <p:nvPr/>
            </p:nvSpPr>
            <p:spPr>
              <a:xfrm>
                <a:off x="205875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1" name="ph6661"/>
              <p:cNvSpPr/>
              <p:nvPr/>
            </p:nvSpPr>
            <p:spPr>
              <a:xfrm>
                <a:off x="20680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2" name="ph6662"/>
              <p:cNvSpPr/>
              <p:nvPr/>
            </p:nvSpPr>
            <p:spPr>
              <a:xfrm>
                <a:off x="20772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3" name="ph6663"/>
              <p:cNvSpPr/>
              <p:nvPr/>
            </p:nvSpPr>
            <p:spPr>
              <a:xfrm>
                <a:off x="20865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4" name="ph6664"/>
              <p:cNvSpPr/>
              <p:nvPr/>
            </p:nvSpPr>
            <p:spPr>
              <a:xfrm>
                <a:off x="20958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5" name="ph6665"/>
              <p:cNvSpPr/>
              <p:nvPr/>
            </p:nvSpPr>
            <p:spPr>
              <a:xfrm>
                <a:off x="210506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6" name="ph6666"/>
              <p:cNvSpPr/>
              <p:nvPr/>
            </p:nvSpPr>
            <p:spPr>
              <a:xfrm>
                <a:off x="21143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7" name="ph6667"/>
              <p:cNvSpPr/>
              <p:nvPr/>
            </p:nvSpPr>
            <p:spPr>
              <a:xfrm>
                <a:off x="21235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8" name="ph6668"/>
              <p:cNvSpPr/>
              <p:nvPr/>
            </p:nvSpPr>
            <p:spPr>
              <a:xfrm>
                <a:off x="21328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9" name="ph6669"/>
              <p:cNvSpPr/>
              <p:nvPr/>
            </p:nvSpPr>
            <p:spPr>
              <a:xfrm>
                <a:off x="214211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0" name="ph6670"/>
              <p:cNvSpPr/>
              <p:nvPr/>
            </p:nvSpPr>
            <p:spPr>
              <a:xfrm>
                <a:off x="21513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1" name="ph6671"/>
              <p:cNvSpPr/>
              <p:nvPr/>
            </p:nvSpPr>
            <p:spPr>
              <a:xfrm>
                <a:off x="21606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2" name="ph6672"/>
              <p:cNvSpPr/>
              <p:nvPr/>
            </p:nvSpPr>
            <p:spPr>
              <a:xfrm>
                <a:off x="21699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3" name="ph6673"/>
              <p:cNvSpPr/>
              <p:nvPr/>
            </p:nvSpPr>
            <p:spPr>
              <a:xfrm>
                <a:off x="21791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4" name="ph6674"/>
              <p:cNvSpPr/>
              <p:nvPr/>
            </p:nvSpPr>
            <p:spPr>
              <a:xfrm>
                <a:off x="218842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5" name="ph6675"/>
              <p:cNvSpPr/>
              <p:nvPr/>
            </p:nvSpPr>
            <p:spPr>
              <a:xfrm>
                <a:off x="21976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6" name="ph6676"/>
              <p:cNvSpPr/>
              <p:nvPr/>
            </p:nvSpPr>
            <p:spPr>
              <a:xfrm>
                <a:off x="22069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7" name="ph6677"/>
              <p:cNvSpPr/>
              <p:nvPr/>
            </p:nvSpPr>
            <p:spPr>
              <a:xfrm>
                <a:off x="22162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8" name="ph6678"/>
              <p:cNvSpPr/>
              <p:nvPr/>
            </p:nvSpPr>
            <p:spPr>
              <a:xfrm>
                <a:off x="222547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9" name="ph6679"/>
              <p:cNvSpPr/>
              <p:nvPr/>
            </p:nvSpPr>
            <p:spPr>
              <a:xfrm>
                <a:off x="22347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0" name="ph6680"/>
              <p:cNvSpPr/>
              <p:nvPr/>
            </p:nvSpPr>
            <p:spPr>
              <a:xfrm>
                <a:off x="22439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1" name="ph6681"/>
              <p:cNvSpPr/>
              <p:nvPr/>
            </p:nvSpPr>
            <p:spPr>
              <a:xfrm>
                <a:off x="22532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2" name="ph6682"/>
              <p:cNvSpPr/>
              <p:nvPr/>
            </p:nvSpPr>
            <p:spPr>
              <a:xfrm>
                <a:off x="22625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3" name="ph6683"/>
              <p:cNvSpPr/>
              <p:nvPr/>
            </p:nvSpPr>
            <p:spPr>
              <a:xfrm>
                <a:off x="227178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4" name="ph6684"/>
              <p:cNvSpPr/>
              <p:nvPr/>
            </p:nvSpPr>
            <p:spPr>
              <a:xfrm>
                <a:off x="22810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5" name="ph6685"/>
              <p:cNvSpPr/>
              <p:nvPr/>
            </p:nvSpPr>
            <p:spPr>
              <a:xfrm>
                <a:off x="22903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6" name="ph6686"/>
              <p:cNvSpPr/>
              <p:nvPr/>
            </p:nvSpPr>
            <p:spPr>
              <a:xfrm>
                <a:off x="22995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7" name="ph6687"/>
              <p:cNvSpPr/>
              <p:nvPr/>
            </p:nvSpPr>
            <p:spPr>
              <a:xfrm>
                <a:off x="230883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8" name="ph6688"/>
              <p:cNvSpPr/>
              <p:nvPr/>
            </p:nvSpPr>
            <p:spPr>
              <a:xfrm>
                <a:off x="23180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9" name="ph6689"/>
              <p:cNvSpPr/>
              <p:nvPr/>
            </p:nvSpPr>
            <p:spPr>
              <a:xfrm>
                <a:off x="23273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0" name="ph6690"/>
              <p:cNvSpPr/>
              <p:nvPr/>
            </p:nvSpPr>
            <p:spPr>
              <a:xfrm>
                <a:off x="23366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1" name="ph6691"/>
              <p:cNvSpPr/>
              <p:nvPr/>
            </p:nvSpPr>
            <p:spPr>
              <a:xfrm>
                <a:off x="23458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2" name="ph6692"/>
              <p:cNvSpPr/>
              <p:nvPr/>
            </p:nvSpPr>
            <p:spPr>
              <a:xfrm>
                <a:off x="2355146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3" name="ph6693"/>
              <p:cNvSpPr/>
              <p:nvPr/>
            </p:nvSpPr>
            <p:spPr>
              <a:xfrm>
                <a:off x="23644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4" name="ph6694"/>
              <p:cNvSpPr/>
              <p:nvPr/>
            </p:nvSpPr>
            <p:spPr>
              <a:xfrm>
                <a:off x="23736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5" name="ph6695"/>
              <p:cNvSpPr/>
              <p:nvPr/>
            </p:nvSpPr>
            <p:spPr>
              <a:xfrm>
                <a:off x="23829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6" name="ph6696"/>
              <p:cNvSpPr/>
              <p:nvPr/>
            </p:nvSpPr>
            <p:spPr>
              <a:xfrm>
                <a:off x="2392195" y="1343625"/>
                <a:ext cx="9184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2" h="914400">
                    <a:moveTo>
                      <a:pt x="914399" y="914400"/>
                    </a:moveTo>
                    <a:lnTo>
                      <a:pt x="914399" y="897161"/>
                    </a:lnTo>
                    <a:lnTo>
                      <a:pt x="915928" y="897161"/>
                    </a:lnTo>
                    <a:lnTo>
                      <a:pt x="916965" y="903378"/>
                    </a:lnTo>
                    <a:lnTo>
                      <a:pt x="918405" y="913956"/>
                    </a:lnTo>
                    <a:lnTo>
                      <a:pt x="918452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7" name="ph6697"/>
              <p:cNvSpPr/>
              <p:nvPr/>
            </p:nvSpPr>
            <p:spPr>
              <a:xfrm>
                <a:off x="3142434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7" y="914400"/>
                    </a:lnTo>
                    <a:lnTo>
                      <a:pt x="914400" y="914153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8" name="ph6698"/>
              <p:cNvSpPr/>
              <p:nvPr/>
            </p:nvSpPr>
            <p:spPr>
              <a:xfrm>
                <a:off x="3151697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4153"/>
                    </a:lnTo>
                    <a:lnTo>
                      <a:pt x="905266" y="914055"/>
                    </a:lnTo>
                    <a:lnTo>
                      <a:pt x="910707" y="910498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9" name="ph6699"/>
              <p:cNvSpPr/>
              <p:nvPr/>
            </p:nvSpPr>
            <p:spPr>
              <a:xfrm>
                <a:off x="3160959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478"/>
                    </a:lnTo>
                    <a:lnTo>
                      <a:pt x="906976" y="907472"/>
                    </a:lnTo>
                    <a:lnTo>
                      <a:pt x="907270" y="907326"/>
                    </a:lnTo>
                    <a:lnTo>
                      <a:pt x="907566" y="907180"/>
                    </a:lnTo>
                    <a:lnTo>
                      <a:pt x="907861" y="907034"/>
                    </a:lnTo>
                    <a:lnTo>
                      <a:pt x="908157" y="906887"/>
                    </a:lnTo>
                    <a:lnTo>
                      <a:pt x="908453" y="906741"/>
                    </a:lnTo>
                    <a:lnTo>
                      <a:pt x="908748" y="906595"/>
                    </a:lnTo>
                    <a:lnTo>
                      <a:pt x="909044" y="906448"/>
                    </a:lnTo>
                    <a:lnTo>
                      <a:pt x="909340" y="906302"/>
                    </a:lnTo>
                    <a:lnTo>
                      <a:pt x="909635" y="906156"/>
                    </a:lnTo>
                    <a:lnTo>
                      <a:pt x="909931" y="906010"/>
                    </a:lnTo>
                    <a:lnTo>
                      <a:pt x="910227" y="905863"/>
                    </a:lnTo>
                    <a:lnTo>
                      <a:pt x="910522" y="905717"/>
                    </a:lnTo>
                    <a:lnTo>
                      <a:pt x="910818" y="905571"/>
                    </a:lnTo>
                    <a:lnTo>
                      <a:pt x="911114" y="905425"/>
                    </a:lnTo>
                    <a:lnTo>
                      <a:pt x="911410" y="905278"/>
                    </a:lnTo>
                    <a:lnTo>
                      <a:pt x="911705" y="905132"/>
                    </a:lnTo>
                    <a:lnTo>
                      <a:pt x="912001" y="904986"/>
                    </a:lnTo>
                    <a:lnTo>
                      <a:pt x="912297" y="904840"/>
                    </a:lnTo>
                    <a:lnTo>
                      <a:pt x="912593" y="904693"/>
                    </a:lnTo>
                    <a:lnTo>
                      <a:pt x="912888" y="904547"/>
                    </a:lnTo>
                    <a:lnTo>
                      <a:pt x="913184" y="904401"/>
                    </a:lnTo>
                    <a:lnTo>
                      <a:pt x="913480" y="904255"/>
                    </a:lnTo>
                    <a:lnTo>
                      <a:pt x="913776" y="904109"/>
                    </a:lnTo>
                    <a:lnTo>
                      <a:pt x="914071" y="903962"/>
                    </a:lnTo>
                    <a:lnTo>
                      <a:pt x="914400" y="9038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0" name="ph6700"/>
              <p:cNvSpPr/>
              <p:nvPr/>
            </p:nvSpPr>
            <p:spPr>
              <a:xfrm>
                <a:off x="3170221" y="13436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800"/>
                    </a:lnTo>
                    <a:lnTo>
                      <a:pt x="905401" y="903670"/>
                    </a:lnTo>
                    <a:lnTo>
                      <a:pt x="905697" y="903524"/>
                    </a:lnTo>
                    <a:lnTo>
                      <a:pt x="905992" y="903378"/>
                    </a:lnTo>
                    <a:lnTo>
                      <a:pt x="906288" y="903232"/>
                    </a:lnTo>
                    <a:lnTo>
                      <a:pt x="906584" y="903085"/>
                    </a:lnTo>
                    <a:lnTo>
                      <a:pt x="906880" y="902939"/>
                    </a:lnTo>
                    <a:lnTo>
                      <a:pt x="907176" y="902793"/>
                    </a:lnTo>
                    <a:lnTo>
                      <a:pt x="907472" y="902647"/>
                    </a:lnTo>
                    <a:lnTo>
                      <a:pt x="907767" y="902501"/>
                    </a:lnTo>
                    <a:lnTo>
                      <a:pt x="908063" y="902355"/>
                    </a:lnTo>
                    <a:lnTo>
                      <a:pt x="908359" y="902209"/>
                    </a:lnTo>
                    <a:lnTo>
                      <a:pt x="908655" y="902063"/>
                    </a:lnTo>
                    <a:lnTo>
                      <a:pt x="908951" y="901917"/>
                    </a:lnTo>
                    <a:lnTo>
                      <a:pt x="909247" y="901770"/>
                    </a:lnTo>
                    <a:lnTo>
                      <a:pt x="909543" y="901624"/>
                    </a:lnTo>
                    <a:lnTo>
                      <a:pt x="909839" y="901478"/>
                    </a:lnTo>
                    <a:lnTo>
                      <a:pt x="910135" y="901332"/>
                    </a:lnTo>
                    <a:lnTo>
                      <a:pt x="910430" y="901186"/>
                    </a:lnTo>
                    <a:lnTo>
                      <a:pt x="910726" y="901040"/>
                    </a:lnTo>
                    <a:lnTo>
                      <a:pt x="911022" y="900894"/>
                    </a:lnTo>
                    <a:lnTo>
                      <a:pt x="911318" y="900748"/>
                    </a:lnTo>
                    <a:lnTo>
                      <a:pt x="911614" y="900602"/>
                    </a:lnTo>
                    <a:lnTo>
                      <a:pt x="911910" y="900456"/>
                    </a:lnTo>
                    <a:lnTo>
                      <a:pt x="912206" y="900310"/>
                    </a:lnTo>
                    <a:lnTo>
                      <a:pt x="912502" y="900164"/>
                    </a:lnTo>
                    <a:lnTo>
                      <a:pt x="912798" y="900018"/>
                    </a:lnTo>
                    <a:lnTo>
                      <a:pt x="913094" y="899872"/>
                    </a:lnTo>
                    <a:lnTo>
                      <a:pt x="913390" y="899726"/>
                    </a:lnTo>
                    <a:lnTo>
                      <a:pt x="913686" y="899580"/>
                    </a:lnTo>
                    <a:lnTo>
                      <a:pt x="913982" y="899434"/>
                    </a:lnTo>
                    <a:lnTo>
                      <a:pt x="914400" y="899228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1" name="ph6701"/>
              <p:cNvSpPr/>
              <p:nvPr/>
            </p:nvSpPr>
            <p:spPr>
              <a:xfrm>
                <a:off x="3179483" y="13263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467"/>
                    </a:lnTo>
                    <a:lnTo>
                      <a:pt x="905312" y="916381"/>
                    </a:lnTo>
                    <a:lnTo>
                      <a:pt x="905608" y="916235"/>
                    </a:lnTo>
                    <a:lnTo>
                      <a:pt x="905904" y="916089"/>
                    </a:lnTo>
                    <a:lnTo>
                      <a:pt x="906200" y="915943"/>
                    </a:lnTo>
                    <a:lnTo>
                      <a:pt x="906496" y="915797"/>
                    </a:lnTo>
                    <a:lnTo>
                      <a:pt x="906792" y="915651"/>
                    </a:lnTo>
                    <a:lnTo>
                      <a:pt x="907088" y="915505"/>
                    </a:lnTo>
                    <a:lnTo>
                      <a:pt x="907384" y="915359"/>
                    </a:lnTo>
                    <a:lnTo>
                      <a:pt x="909546" y="91440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2" name="ph6702"/>
              <p:cNvSpPr/>
              <p:nvPr/>
            </p:nvSpPr>
            <p:spPr>
              <a:xfrm>
                <a:off x="31794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3" name="ph6703"/>
              <p:cNvSpPr/>
              <p:nvPr/>
            </p:nvSpPr>
            <p:spPr>
              <a:xfrm>
                <a:off x="31887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4" name="ph6704"/>
              <p:cNvSpPr/>
              <p:nvPr/>
            </p:nvSpPr>
            <p:spPr>
              <a:xfrm>
                <a:off x="31980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5" name="ph6705"/>
              <p:cNvSpPr/>
              <p:nvPr/>
            </p:nvSpPr>
            <p:spPr>
              <a:xfrm>
                <a:off x="32072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6" name="ph6706"/>
              <p:cNvSpPr/>
              <p:nvPr/>
            </p:nvSpPr>
            <p:spPr>
              <a:xfrm>
                <a:off x="32165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7" name="ph6707"/>
              <p:cNvSpPr/>
              <p:nvPr/>
            </p:nvSpPr>
            <p:spPr>
              <a:xfrm>
                <a:off x="32257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8" name="ph6708"/>
              <p:cNvSpPr/>
              <p:nvPr/>
            </p:nvSpPr>
            <p:spPr>
              <a:xfrm>
                <a:off x="32350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9" name="ph6709"/>
              <p:cNvSpPr/>
              <p:nvPr/>
            </p:nvSpPr>
            <p:spPr>
              <a:xfrm>
                <a:off x="32443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0" name="ph6710"/>
              <p:cNvSpPr/>
              <p:nvPr/>
            </p:nvSpPr>
            <p:spPr>
              <a:xfrm>
                <a:off x="32535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1" name="ph6711"/>
              <p:cNvSpPr/>
              <p:nvPr/>
            </p:nvSpPr>
            <p:spPr>
              <a:xfrm>
                <a:off x="32628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2" name="ph6712"/>
              <p:cNvSpPr/>
              <p:nvPr/>
            </p:nvSpPr>
            <p:spPr>
              <a:xfrm>
                <a:off x="32721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3" name="ph6713"/>
              <p:cNvSpPr/>
              <p:nvPr/>
            </p:nvSpPr>
            <p:spPr>
              <a:xfrm>
                <a:off x="32813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4" name="ph6714"/>
              <p:cNvSpPr/>
              <p:nvPr/>
            </p:nvSpPr>
            <p:spPr>
              <a:xfrm>
                <a:off x="32906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5" name="ph6715"/>
              <p:cNvSpPr/>
              <p:nvPr/>
            </p:nvSpPr>
            <p:spPr>
              <a:xfrm>
                <a:off x="32998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6" name="ph6716"/>
              <p:cNvSpPr/>
              <p:nvPr/>
            </p:nvSpPr>
            <p:spPr>
              <a:xfrm>
                <a:off x="33091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7" name="ph6717"/>
              <p:cNvSpPr/>
              <p:nvPr/>
            </p:nvSpPr>
            <p:spPr>
              <a:xfrm>
                <a:off x="331841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8" name="ph6718"/>
              <p:cNvSpPr/>
              <p:nvPr/>
            </p:nvSpPr>
            <p:spPr>
              <a:xfrm>
                <a:off x="332767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9" name="ph6719"/>
              <p:cNvSpPr/>
              <p:nvPr/>
            </p:nvSpPr>
            <p:spPr>
              <a:xfrm>
                <a:off x="333694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0" name="ph6720"/>
              <p:cNvSpPr/>
              <p:nvPr/>
            </p:nvSpPr>
            <p:spPr>
              <a:xfrm>
                <a:off x="334620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1" name="ph6721"/>
              <p:cNvSpPr/>
              <p:nvPr/>
            </p:nvSpPr>
            <p:spPr>
              <a:xfrm>
                <a:off x="335546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2" name="ph6722"/>
              <p:cNvSpPr/>
              <p:nvPr/>
            </p:nvSpPr>
            <p:spPr>
              <a:xfrm>
                <a:off x="336472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3" name="ph6723"/>
              <p:cNvSpPr/>
              <p:nvPr/>
            </p:nvSpPr>
            <p:spPr>
              <a:xfrm>
                <a:off x="337399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4" name="ph6724"/>
              <p:cNvSpPr/>
              <p:nvPr/>
            </p:nvSpPr>
            <p:spPr>
              <a:xfrm>
                <a:off x="338325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5" name="ph6725"/>
              <p:cNvSpPr/>
              <p:nvPr/>
            </p:nvSpPr>
            <p:spPr>
              <a:xfrm>
                <a:off x="339251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6" name="ph6726"/>
              <p:cNvSpPr/>
              <p:nvPr/>
            </p:nvSpPr>
            <p:spPr>
              <a:xfrm>
                <a:off x="340177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7" name="ph6727"/>
              <p:cNvSpPr/>
              <p:nvPr/>
            </p:nvSpPr>
            <p:spPr>
              <a:xfrm>
                <a:off x="341103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8" name="ph6728"/>
              <p:cNvSpPr/>
              <p:nvPr/>
            </p:nvSpPr>
            <p:spPr>
              <a:xfrm>
                <a:off x="342030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9" name="ph6729"/>
              <p:cNvSpPr/>
              <p:nvPr/>
            </p:nvSpPr>
            <p:spPr>
              <a:xfrm>
                <a:off x="342956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0" name="ph6730"/>
              <p:cNvSpPr/>
              <p:nvPr/>
            </p:nvSpPr>
            <p:spPr>
              <a:xfrm>
                <a:off x="343882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1" name="ph6731"/>
              <p:cNvSpPr/>
              <p:nvPr/>
            </p:nvSpPr>
            <p:spPr>
              <a:xfrm>
                <a:off x="344808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2" name="ph6732"/>
              <p:cNvSpPr/>
              <p:nvPr/>
            </p:nvSpPr>
            <p:spPr>
              <a:xfrm>
                <a:off x="345735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3" name="ph6733"/>
              <p:cNvSpPr/>
              <p:nvPr/>
            </p:nvSpPr>
            <p:spPr>
              <a:xfrm>
                <a:off x="346661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4" name="ph6734"/>
              <p:cNvSpPr/>
              <p:nvPr/>
            </p:nvSpPr>
            <p:spPr>
              <a:xfrm>
                <a:off x="347587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5" name="ph6735"/>
              <p:cNvSpPr/>
              <p:nvPr/>
            </p:nvSpPr>
            <p:spPr>
              <a:xfrm>
                <a:off x="348513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6" name="ph6736"/>
              <p:cNvSpPr/>
              <p:nvPr/>
            </p:nvSpPr>
            <p:spPr>
              <a:xfrm>
                <a:off x="349439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7" name="ph6737"/>
              <p:cNvSpPr/>
              <p:nvPr/>
            </p:nvSpPr>
            <p:spPr>
              <a:xfrm>
                <a:off x="350366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8" name="ph6738"/>
              <p:cNvSpPr/>
              <p:nvPr/>
            </p:nvSpPr>
            <p:spPr>
              <a:xfrm>
                <a:off x="351292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9" name="ph6739"/>
              <p:cNvSpPr/>
              <p:nvPr/>
            </p:nvSpPr>
            <p:spPr>
              <a:xfrm>
                <a:off x="352218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0" name="ph6740"/>
              <p:cNvSpPr/>
              <p:nvPr/>
            </p:nvSpPr>
            <p:spPr>
              <a:xfrm>
                <a:off x="353144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1" name="ph6741"/>
              <p:cNvSpPr/>
              <p:nvPr/>
            </p:nvSpPr>
            <p:spPr>
              <a:xfrm>
                <a:off x="354071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2" name="ph6742"/>
              <p:cNvSpPr/>
              <p:nvPr/>
            </p:nvSpPr>
            <p:spPr>
              <a:xfrm>
                <a:off x="354997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3" name="ph6743"/>
              <p:cNvSpPr/>
              <p:nvPr/>
            </p:nvSpPr>
            <p:spPr>
              <a:xfrm>
                <a:off x="355923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4" name="ph6744"/>
              <p:cNvSpPr/>
              <p:nvPr/>
            </p:nvSpPr>
            <p:spPr>
              <a:xfrm>
                <a:off x="356849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5" name="ph6745"/>
              <p:cNvSpPr/>
              <p:nvPr/>
            </p:nvSpPr>
            <p:spPr>
              <a:xfrm>
                <a:off x="357775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6" name="ph6746"/>
              <p:cNvSpPr/>
              <p:nvPr/>
            </p:nvSpPr>
            <p:spPr>
              <a:xfrm>
                <a:off x="358702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7" name="ph6747"/>
              <p:cNvSpPr/>
              <p:nvPr/>
            </p:nvSpPr>
            <p:spPr>
              <a:xfrm>
                <a:off x="359628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8" name="ph6748"/>
              <p:cNvSpPr/>
              <p:nvPr/>
            </p:nvSpPr>
            <p:spPr>
              <a:xfrm>
                <a:off x="360554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9" name="ph6749"/>
              <p:cNvSpPr/>
              <p:nvPr/>
            </p:nvSpPr>
            <p:spPr>
              <a:xfrm>
                <a:off x="361480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0" name="ph6750"/>
              <p:cNvSpPr/>
              <p:nvPr/>
            </p:nvSpPr>
            <p:spPr>
              <a:xfrm>
                <a:off x="362407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1" name="ph6751"/>
              <p:cNvSpPr/>
              <p:nvPr/>
            </p:nvSpPr>
            <p:spPr>
              <a:xfrm>
                <a:off x="363333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2" name="ph6752"/>
              <p:cNvSpPr/>
              <p:nvPr/>
            </p:nvSpPr>
            <p:spPr>
              <a:xfrm>
                <a:off x="364259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3" name="ph6753"/>
              <p:cNvSpPr/>
              <p:nvPr/>
            </p:nvSpPr>
            <p:spPr>
              <a:xfrm>
                <a:off x="3651857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4" name="ph6754"/>
              <p:cNvSpPr/>
              <p:nvPr/>
            </p:nvSpPr>
            <p:spPr>
              <a:xfrm>
                <a:off x="3661119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5" name="ph6755"/>
              <p:cNvSpPr/>
              <p:nvPr/>
            </p:nvSpPr>
            <p:spPr>
              <a:xfrm>
                <a:off x="3670381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6" name="ph6756"/>
              <p:cNvSpPr/>
              <p:nvPr/>
            </p:nvSpPr>
            <p:spPr>
              <a:xfrm>
                <a:off x="3679643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7" name="ph6757"/>
              <p:cNvSpPr/>
              <p:nvPr/>
            </p:nvSpPr>
            <p:spPr>
              <a:xfrm>
                <a:off x="3688905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8" name="ph6758"/>
              <p:cNvSpPr/>
              <p:nvPr/>
            </p:nvSpPr>
            <p:spPr>
              <a:xfrm>
                <a:off x="3698168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9" name="ph6759"/>
              <p:cNvSpPr/>
              <p:nvPr/>
            </p:nvSpPr>
            <p:spPr>
              <a:xfrm>
                <a:off x="3707430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0" name="ph6760"/>
              <p:cNvSpPr/>
              <p:nvPr/>
            </p:nvSpPr>
            <p:spPr>
              <a:xfrm>
                <a:off x="3716692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1" name="ph6761"/>
              <p:cNvSpPr/>
              <p:nvPr/>
            </p:nvSpPr>
            <p:spPr>
              <a:xfrm>
                <a:off x="3725954" y="13263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2" name="ph6762"/>
              <p:cNvSpPr/>
              <p:nvPr/>
            </p:nvSpPr>
            <p:spPr>
              <a:xfrm>
                <a:off x="3735217" y="1343625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009"/>
                    </a:lnTo>
                    <a:lnTo>
                      <a:pt x="922021" y="905654"/>
                    </a:lnTo>
                    <a:lnTo>
                      <a:pt x="916823" y="910235"/>
                    </a:lnTo>
                    <a:lnTo>
                      <a:pt x="915279" y="911418"/>
                    </a:lnTo>
                    <a:lnTo>
                      <a:pt x="914934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3" name="ph6763"/>
              <p:cNvSpPr/>
              <p:nvPr/>
            </p:nvSpPr>
            <p:spPr>
              <a:xfrm>
                <a:off x="3744479" y="1326387"/>
                <a:ext cx="920846" cy="921248"/>
              </a:xfrm>
              <a:custGeom>
                <a:avLst/>
                <a:gdLst/>
                <a:ahLst/>
                <a:cxnLst/>
                <a:rect l="0" t="0" r="0" b="0"/>
                <a:pathLst>
                  <a:path w="920846" h="921248">
                    <a:moveTo>
                      <a:pt x="914400" y="914400"/>
                    </a:moveTo>
                    <a:lnTo>
                      <a:pt x="920846" y="914400"/>
                    </a:lnTo>
                    <a:lnTo>
                      <a:pt x="917822" y="917817"/>
                    </a:lnTo>
                    <a:lnTo>
                      <a:pt x="914400" y="92124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4" name="ph6764"/>
              <p:cNvSpPr/>
              <p:nvPr/>
            </p:nvSpPr>
            <p:spPr>
              <a:xfrm>
                <a:off x="2030968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0665" y="931638"/>
                    </a:lnTo>
                    <a:lnTo>
                      <a:pt x="908939" y="925978"/>
                    </a:lnTo>
                    <a:lnTo>
                      <a:pt x="906335" y="916293"/>
                    </a:lnTo>
                    <a:lnTo>
                      <a:pt x="905891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5" name="ph6765"/>
              <p:cNvSpPr/>
              <p:nvPr/>
            </p:nvSpPr>
            <p:spPr>
              <a:xfrm>
                <a:off x="20309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6" name="ph6766"/>
              <p:cNvSpPr/>
              <p:nvPr/>
            </p:nvSpPr>
            <p:spPr>
              <a:xfrm>
                <a:off x="20402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7" name="ph6767"/>
              <p:cNvSpPr/>
              <p:nvPr/>
            </p:nvSpPr>
            <p:spPr>
              <a:xfrm>
                <a:off x="20494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8" name="ph6768"/>
              <p:cNvSpPr/>
              <p:nvPr/>
            </p:nvSpPr>
            <p:spPr>
              <a:xfrm>
                <a:off x="205875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9" name="ph6769"/>
              <p:cNvSpPr/>
              <p:nvPr/>
            </p:nvSpPr>
            <p:spPr>
              <a:xfrm>
                <a:off x="20680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0" name="ph6770"/>
              <p:cNvSpPr/>
              <p:nvPr/>
            </p:nvSpPr>
            <p:spPr>
              <a:xfrm>
                <a:off x="20772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1" name="ph6771"/>
              <p:cNvSpPr/>
              <p:nvPr/>
            </p:nvSpPr>
            <p:spPr>
              <a:xfrm>
                <a:off x="20865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2" name="ph6772"/>
              <p:cNvSpPr/>
              <p:nvPr/>
            </p:nvSpPr>
            <p:spPr>
              <a:xfrm>
                <a:off x="20958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3" name="ph6773"/>
              <p:cNvSpPr/>
              <p:nvPr/>
            </p:nvSpPr>
            <p:spPr>
              <a:xfrm>
                <a:off x="210506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4" name="ph6774"/>
              <p:cNvSpPr/>
              <p:nvPr/>
            </p:nvSpPr>
            <p:spPr>
              <a:xfrm>
                <a:off x="21143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5" name="ph6775"/>
              <p:cNvSpPr/>
              <p:nvPr/>
            </p:nvSpPr>
            <p:spPr>
              <a:xfrm>
                <a:off x="21235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6" name="ph6776"/>
              <p:cNvSpPr/>
              <p:nvPr/>
            </p:nvSpPr>
            <p:spPr>
              <a:xfrm>
                <a:off x="21328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7" name="ph6777"/>
              <p:cNvSpPr/>
              <p:nvPr/>
            </p:nvSpPr>
            <p:spPr>
              <a:xfrm>
                <a:off x="214211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8" name="ph6778"/>
              <p:cNvSpPr/>
              <p:nvPr/>
            </p:nvSpPr>
            <p:spPr>
              <a:xfrm>
                <a:off x="21513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9" name="ph6779"/>
              <p:cNvSpPr/>
              <p:nvPr/>
            </p:nvSpPr>
            <p:spPr>
              <a:xfrm>
                <a:off x="21606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0" name="ph6780"/>
              <p:cNvSpPr/>
              <p:nvPr/>
            </p:nvSpPr>
            <p:spPr>
              <a:xfrm>
                <a:off x="21699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1" name="ph6781"/>
              <p:cNvSpPr/>
              <p:nvPr/>
            </p:nvSpPr>
            <p:spPr>
              <a:xfrm>
                <a:off x="21791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2" name="ph6782"/>
              <p:cNvSpPr/>
              <p:nvPr/>
            </p:nvSpPr>
            <p:spPr>
              <a:xfrm>
                <a:off x="218842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3" name="ph6783"/>
              <p:cNvSpPr/>
              <p:nvPr/>
            </p:nvSpPr>
            <p:spPr>
              <a:xfrm>
                <a:off x="21976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4" name="ph6784"/>
              <p:cNvSpPr/>
              <p:nvPr/>
            </p:nvSpPr>
            <p:spPr>
              <a:xfrm>
                <a:off x="22069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5" name="ph6785"/>
              <p:cNvSpPr/>
              <p:nvPr/>
            </p:nvSpPr>
            <p:spPr>
              <a:xfrm>
                <a:off x="22162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6" name="ph6786"/>
              <p:cNvSpPr/>
              <p:nvPr/>
            </p:nvSpPr>
            <p:spPr>
              <a:xfrm>
                <a:off x="222547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7" name="ph6787"/>
              <p:cNvSpPr/>
              <p:nvPr/>
            </p:nvSpPr>
            <p:spPr>
              <a:xfrm>
                <a:off x="22347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8" name="ph6788"/>
              <p:cNvSpPr/>
              <p:nvPr/>
            </p:nvSpPr>
            <p:spPr>
              <a:xfrm>
                <a:off x="22439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9" name="ph6789"/>
              <p:cNvSpPr/>
              <p:nvPr/>
            </p:nvSpPr>
            <p:spPr>
              <a:xfrm>
                <a:off x="22532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0" name="ph6790"/>
              <p:cNvSpPr/>
              <p:nvPr/>
            </p:nvSpPr>
            <p:spPr>
              <a:xfrm>
                <a:off x="22625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1" name="ph6791"/>
              <p:cNvSpPr/>
              <p:nvPr/>
            </p:nvSpPr>
            <p:spPr>
              <a:xfrm>
                <a:off x="227178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2" name="ph6792"/>
              <p:cNvSpPr/>
              <p:nvPr/>
            </p:nvSpPr>
            <p:spPr>
              <a:xfrm>
                <a:off x="22810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3" name="ph6793"/>
              <p:cNvSpPr/>
              <p:nvPr/>
            </p:nvSpPr>
            <p:spPr>
              <a:xfrm>
                <a:off x="22903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4" name="ph6794"/>
              <p:cNvSpPr/>
              <p:nvPr/>
            </p:nvSpPr>
            <p:spPr>
              <a:xfrm>
                <a:off x="22995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5" name="ph6795"/>
              <p:cNvSpPr/>
              <p:nvPr/>
            </p:nvSpPr>
            <p:spPr>
              <a:xfrm>
                <a:off x="230883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6" name="ph6796"/>
              <p:cNvSpPr/>
              <p:nvPr/>
            </p:nvSpPr>
            <p:spPr>
              <a:xfrm>
                <a:off x="23180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7" name="ph6797"/>
              <p:cNvSpPr/>
              <p:nvPr/>
            </p:nvSpPr>
            <p:spPr>
              <a:xfrm>
                <a:off x="23273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8" name="ph6798"/>
              <p:cNvSpPr/>
              <p:nvPr/>
            </p:nvSpPr>
            <p:spPr>
              <a:xfrm>
                <a:off x="23366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9" name="ph6799"/>
              <p:cNvSpPr/>
              <p:nvPr/>
            </p:nvSpPr>
            <p:spPr>
              <a:xfrm>
                <a:off x="23458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0" name="ph6800"/>
              <p:cNvSpPr/>
              <p:nvPr/>
            </p:nvSpPr>
            <p:spPr>
              <a:xfrm>
                <a:off x="2355146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1" name="ph6801"/>
              <p:cNvSpPr/>
              <p:nvPr/>
            </p:nvSpPr>
            <p:spPr>
              <a:xfrm>
                <a:off x="23644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2" name="ph6802"/>
              <p:cNvSpPr/>
              <p:nvPr/>
            </p:nvSpPr>
            <p:spPr>
              <a:xfrm>
                <a:off x="23736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3" name="ph6803"/>
              <p:cNvSpPr/>
              <p:nvPr/>
            </p:nvSpPr>
            <p:spPr>
              <a:xfrm>
                <a:off x="2392195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550" y="897161"/>
                    </a:lnTo>
                    <a:lnTo>
                      <a:pt x="913197" y="899958"/>
                    </a:lnTo>
                    <a:lnTo>
                      <a:pt x="914399" y="906022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4" name="ph6804"/>
              <p:cNvSpPr/>
              <p:nvPr/>
            </p:nvSpPr>
            <p:spPr>
              <a:xfrm>
                <a:off x="2392195" y="1326387"/>
                <a:ext cx="91592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28" h="914400">
                    <a:moveTo>
                      <a:pt x="914399" y="914400"/>
                    </a:moveTo>
                    <a:lnTo>
                      <a:pt x="914399" y="906022"/>
                    </a:lnTo>
                    <a:lnTo>
                      <a:pt x="915227" y="910195"/>
                    </a:lnTo>
                    <a:lnTo>
                      <a:pt x="915928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5" name="ph6805"/>
              <p:cNvSpPr/>
              <p:nvPr/>
            </p:nvSpPr>
            <p:spPr>
              <a:xfrm>
                <a:off x="317948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546" y="914400"/>
                    </a:lnTo>
                    <a:lnTo>
                      <a:pt x="912718" y="912991"/>
                    </a:lnTo>
                    <a:lnTo>
                      <a:pt x="914400" y="912406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6" name="ph6806"/>
              <p:cNvSpPr/>
              <p:nvPr/>
            </p:nvSpPr>
            <p:spPr>
              <a:xfrm>
                <a:off x="318874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406"/>
                    </a:lnTo>
                    <a:lnTo>
                      <a:pt x="908847" y="911115"/>
                    </a:lnTo>
                    <a:lnTo>
                      <a:pt x="914400" y="909717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7" name="ph6807"/>
              <p:cNvSpPr/>
              <p:nvPr/>
            </p:nvSpPr>
            <p:spPr>
              <a:xfrm>
                <a:off x="319800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717"/>
                    </a:lnTo>
                    <a:lnTo>
                      <a:pt x="910482" y="908858"/>
                    </a:lnTo>
                    <a:lnTo>
                      <a:pt x="914400" y="908590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8" name="ph6808"/>
              <p:cNvSpPr/>
              <p:nvPr/>
            </p:nvSpPr>
            <p:spPr>
              <a:xfrm>
                <a:off x="320727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8590"/>
                    </a:lnTo>
                    <a:lnTo>
                      <a:pt x="906699" y="908483"/>
                    </a:lnTo>
                    <a:lnTo>
                      <a:pt x="912183" y="908610"/>
                    </a:lnTo>
                    <a:lnTo>
                      <a:pt x="912651" y="908643"/>
                    </a:lnTo>
                    <a:lnTo>
                      <a:pt x="913122" y="908676"/>
                    </a:lnTo>
                    <a:lnTo>
                      <a:pt x="913592" y="908708"/>
                    </a:lnTo>
                    <a:lnTo>
                      <a:pt x="914063" y="908741"/>
                    </a:lnTo>
                    <a:lnTo>
                      <a:pt x="914400" y="908764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9" name="ph6809"/>
              <p:cNvSpPr/>
              <p:nvPr/>
            </p:nvSpPr>
            <p:spPr>
              <a:xfrm>
                <a:off x="3216532" y="132638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137" y="914400"/>
                    </a:lnTo>
                    <a:lnTo>
                      <a:pt x="905137" y="908764"/>
                    </a:lnTo>
                    <a:lnTo>
                      <a:pt x="905271" y="908774"/>
                    </a:lnTo>
                    <a:lnTo>
                      <a:pt x="905742" y="908806"/>
                    </a:lnTo>
                    <a:lnTo>
                      <a:pt x="906213" y="908839"/>
                    </a:lnTo>
                    <a:lnTo>
                      <a:pt x="906683" y="908872"/>
                    </a:lnTo>
                    <a:lnTo>
                      <a:pt x="907154" y="908904"/>
                    </a:lnTo>
                    <a:lnTo>
                      <a:pt x="907624" y="908937"/>
                    </a:lnTo>
                    <a:lnTo>
                      <a:pt x="908095" y="908970"/>
                    </a:lnTo>
                    <a:lnTo>
                      <a:pt x="908565" y="909003"/>
                    </a:lnTo>
                    <a:lnTo>
                      <a:pt x="909036" y="909036"/>
                    </a:lnTo>
                    <a:lnTo>
                      <a:pt x="909506" y="909068"/>
                    </a:lnTo>
                    <a:lnTo>
                      <a:pt x="909977" y="909101"/>
                    </a:lnTo>
                    <a:lnTo>
                      <a:pt x="910448" y="909134"/>
                    </a:lnTo>
                    <a:lnTo>
                      <a:pt x="910918" y="909167"/>
                    </a:lnTo>
                    <a:lnTo>
                      <a:pt x="911389" y="909200"/>
                    </a:lnTo>
                    <a:lnTo>
                      <a:pt x="911859" y="909233"/>
                    </a:lnTo>
                    <a:lnTo>
                      <a:pt x="912330" y="909266"/>
                    </a:lnTo>
                    <a:lnTo>
                      <a:pt x="912800" y="909299"/>
                    </a:lnTo>
                    <a:lnTo>
                      <a:pt x="913271" y="909332"/>
                    </a:lnTo>
                    <a:lnTo>
                      <a:pt x="913741" y="909365"/>
                    </a:lnTo>
                    <a:lnTo>
                      <a:pt x="914212" y="909398"/>
                    </a:lnTo>
                    <a:lnTo>
                      <a:pt x="914399" y="909411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0" name="ph6810"/>
              <p:cNvSpPr/>
              <p:nvPr/>
            </p:nvSpPr>
            <p:spPr>
              <a:xfrm>
                <a:off x="322579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9411"/>
                    </a:lnTo>
                    <a:lnTo>
                      <a:pt x="905420" y="909431"/>
                    </a:lnTo>
                    <a:lnTo>
                      <a:pt x="905891" y="909464"/>
                    </a:lnTo>
                    <a:lnTo>
                      <a:pt x="906361" y="909497"/>
                    </a:lnTo>
                    <a:lnTo>
                      <a:pt x="906832" y="909530"/>
                    </a:lnTo>
                    <a:lnTo>
                      <a:pt x="907302" y="909563"/>
                    </a:lnTo>
                    <a:lnTo>
                      <a:pt x="907773" y="909596"/>
                    </a:lnTo>
                    <a:lnTo>
                      <a:pt x="908243" y="909629"/>
                    </a:lnTo>
                    <a:lnTo>
                      <a:pt x="908714" y="909662"/>
                    </a:lnTo>
                    <a:lnTo>
                      <a:pt x="909184" y="909695"/>
                    </a:lnTo>
                    <a:lnTo>
                      <a:pt x="909655" y="909729"/>
                    </a:lnTo>
                    <a:lnTo>
                      <a:pt x="910125" y="909762"/>
                    </a:lnTo>
                    <a:lnTo>
                      <a:pt x="910596" y="909795"/>
                    </a:lnTo>
                    <a:lnTo>
                      <a:pt x="911066" y="909828"/>
                    </a:lnTo>
                    <a:lnTo>
                      <a:pt x="911537" y="909861"/>
                    </a:lnTo>
                    <a:lnTo>
                      <a:pt x="912007" y="909895"/>
                    </a:lnTo>
                    <a:lnTo>
                      <a:pt x="912478" y="909928"/>
                    </a:lnTo>
                    <a:lnTo>
                      <a:pt x="912948" y="909961"/>
                    </a:lnTo>
                    <a:lnTo>
                      <a:pt x="913419" y="909995"/>
                    </a:lnTo>
                    <a:lnTo>
                      <a:pt x="913889" y="910028"/>
                    </a:lnTo>
                    <a:lnTo>
                      <a:pt x="914400" y="910064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1" name="ph6811"/>
              <p:cNvSpPr/>
              <p:nvPr/>
            </p:nvSpPr>
            <p:spPr>
              <a:xfrm>
                <a:off x="323505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064"/>
                    </a:lnTo>
                    <a:lnTo>
                      <a:pt x="905568" y="910095"/>
                    </a:lnTo>
                    <a:lnTo>
                      <a:pt x="906038" y="910128"/>
                    </a:lnTo>
                    <a:lnTo>
                      <a:pt x="906509" y="910161"/>
                    </a:lnTo>
                    <a:lnTo>
                      <a:pt x="906979" y="910195"/>
                    </a:lnTo>
                    <a:lnTo>
                      <a:pt x="907450" y="910228"/>
                    </a:lnTo>
                    <a:lnTo>
                      <a:pt x="907920" y="910262"/>
                    </a:lnTo>
                    <a:lnTo>
                      <a:pt x="908391" y="910295"/>
                    </a:lnTo>
                    <a:lnTo>
                      <a:pt x="908861" y="910329"/>
                    </a:lnTo>
                    <a:lnTo>
                      <a:pt x="909332" y="910362"/>
                    </a:lnTo>
                    <a:lnTo>
                      <a:pt x="909802" y="910396"/>
                    </a:lnTo>
                    <a:lnTo>
                      <a:pt x="910273" y="910429"/>
                    </a:lnTo>
                    <a:lnTo>
                      <a:pt x="910743" y="910463"/>
                    </a:lnTo>
                    <a:lnTo>
                      <a:pt x="914400" y="910724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2" name="ph6812"/>
              <p:cNvSpPr/>
              <p:nvPr/>
            </p:nvSpPr>
            <p:spPr>
              <a:xfrm>
                <a:off x="3244319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0724"/>
                    </a:lnTo>
                    <a:lnTo>
                      <a:pt x="914400" y="911384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3" name="ph6813"/>
              <p:cNvSpPr/>
              <p:nvPr/>
            </p:nvSpPr>
            <p:spPr>
              <a:xfrm>
                <a:off x="3253581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384"/>
                    </a:lnTo>
                    <a:lnTo>
                      <a:pt x="914400" y="912045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4" name="ph6814"/>
              <p:cNvSpPr/>
              <p:nvPr/>
            </p:nvSpPr>
            <p:spPr>
              <a:xfrm>
                <a:off x="3262843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045"/>
                    </a:lnTo>
                    <a:lnTo>
                      <a:pt x="914400" y="912706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5" name="ph6815"/>
              <p:cNvSpPr/>
              <p:nvPr/>
            </p:nvSpPr>
            <p:spPr>
              <a:xfrm>
                <a:off x="3272105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706"/>
                    </a:lnTo>
                    <a:lnTo>
                      <a:pt x="914400" y="91251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6" name="ph6816"/>
              <p:cNvSpPr/>
              <p:nvPr/>
            </p:nvSpPr>
            <p:spPr>
              <a:xfrm>
                <a:off x="3281368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510"/>
                    </a:lnTo>
                    <a:lnTo>
                      <a:pt x="914400" y="912314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7" name="ph6817"/>
              <p:cNvSpPr/>
              <p:nvPr/>
            </p:nvSpPr>
            <p:spPr>
              <a:xfrm>
                <a:off x="3290630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314"/>
                    </a:lnTo>
                    <a:lnTo>
                      <a:pt x="914400" y="91211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8" name="ph6818"/>
              <p:cNvSpPr/>
              <p:nvPr/>
            </p:nvSpPr>
            <p:spPr>
              <a:xfrm>
                <a:off x="3299892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2119"/>
                    </a:lnTo>
                    <a:lnTo>
                      <a:pt x="913862" y="911879"/>
                    </a:lnTo>
                    <a:lnTo>
                      <a:pt x="914226" y="911571"/>
                    </a:lnTo>
                    <a:lnTo>
                      <a:pt x="914400" y="911425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9" name="ph6819"/>
              <p:cNvSpPr/>
              <p:nvPr/>
            </p:nvSpPr>
            <p:spPr>
              <a:xfrm>
                <a:off x="3309154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425"/>
                    </a:lnTo>
                    <a:lnTo>
                      <a:pt x="905329" y="911263"/>
                    </a:lnTo>
                    <a:lnTo>
                      <a:pt x="905694" y="910955"/>
                    </a:lnTo>
                    <a:lnTo>
                      <a:pt x="906058" y="910647"/>
                    </a:lnTo>
                    <a:lnTo>
                      <a:pt x="911025" y="906724"/>
                    </a:lnTo>
                    <a:lnTo>
                      <a:pt x="914400" y="904411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0" name="ph6820"/>
              <p:cNvSpPr/>
              <p:nvPr/>
            </p:nvSpPr>
            <p:spPr>
              <a:xfrm>
                <a:off x="3318417" y="13263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411"/>
                    </a:lnTo>
                    <a:lnTo>
                      <a:pt x="906825" y="903254"/>
                    </a:lnTo>
                    <a:lnTo>
                      <a:pt x="911973" y="900246"/>
                    </a:lnTo>
                    <a:lnTo>
                      <a:pt x="914400" y="898947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1" name="ph6821"/>
              <p:cNvSpPr/>
              <p:nvPr/>
            </p:nvSpPr>
            <p:spPr>
              <a:xfrm>
                <a:off x="3327679" y="13091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185"/>
                    </a:lnTo>
                    <a:lnTo>
                      <a:pt x="908474" y="914400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2" name="ph6822"/>
              <p:cNvSpPr/>
              <p:nvPr/>
            </p:nvSpPr>
            <p:spPr>
              <a:xfrm>
                <a:off x="332767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3" name="ph6823"/>
              <p:cNvSpPr/>
              <p:nvPr/>
            </p:nvSpPr>
            <p:spPr>
              <a:xfrm>
                <a:off x="333694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4" name="ph6824"/>
              <p:cNvSpPr/>
              <p:nvPr/>
            </p:nvSpPr>
            <p:spPr>
              <a:xfrm>
                <a:off x="334620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5" name="ph6825"/>
              <p:cNvSpPr/>
              <p:nvPr/>
            </p:nvSpPr>
            <p:spPr>
              <a:xfrm>
                <a:off x="335546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6" name="ph6826"/>
              <p:cNvSpPr/>
              <p:nvPr/>
            </p:nvSpPr>
            <p:spPr>
              <a:xfrm>
                <a:off x="336472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7" name="ph6827"/>
              <p:cNvSpPr/>
              <p:nvPr/>
            </p:nvSpPr>
            <p:spPr>
              <a:xfrm>
                <a:off x="337399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8" name="ph6828"/>
              <p:cNvSpPr/>
              <p:nvPr/>
            </p:nvSpPr>
            <p:spPr>
              <a:xfrm>
                <a:off x="338325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9" name="ph6829"/>
              <p:cNvSpPr/>
              <p:nvPr/>
            </p:nvSpPr>
            <p:spPr>
              <a:xfrm>
                <a:off x="339251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0" name="ph6830"/>
              <p:cNvSpPr/>
              <p:nvPr/>
            </p:nvSpPr>
            <p:spPr>
              <a:xfrm>
                <a:off x="340177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1" name="ph6831"/>
              <p:cNvSpPr/>
              <p:nvPr/>
            </p:nvSpPr>
            <p:spPr>
              <a:xfrm>
                <a:off x="341103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2" name="ph6832"/>
              <p:cNvSpPr/>
              <p:nvPr/>
            </p:nvSpPr>
            <p:spPr>
              <a:xfrm>
                <a:off x="342030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3" name="ph6833"/>
              <p:cNvSpPr/>
              <p:nvPr/>
            </p:nvSpPr>
            <p:spPr>
              <a:xfrm>
                <a:off x="342956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4" name="ph6834"/>
              <p:cNvSpPr/>
              <p:nvPr/>
            </p:nvSpPr>
            <p:spPr>
              <a:xfrm>
                <a:off x="343882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5" name="ph6835"/>
              <p:cNvSpPr/>
              <p:nvPr/>
            </p:nvSpPr>
            <p:spPr>
              <a:xfrm>
                <a:off x="344808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6" name="ph6836"/>
              <p:cNvSpPr/>
              <p:nvPr/>
            </p:nvSpPr>
            <p:spPr>
              <a:xfrm>
                <a:off x="345735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7" name="ph6837"/>
              <p:cNvSpPr/>
              <p:nvPr/>
            </p:nvSpPr>
            <p:spPr>
              <a:xfrm>
                <a:off x="346661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8" name="ph6838"/>
              <p:cNvSpPr/>
              <p:nvPr/>
            </p:nvSpPr>
            <p:spPr>
              <a:xfrm>
                <a:off x="347587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9" name="ph6839"/>
              <p:cNvSpPr/>
              <p:nvPr/>
            </p:nvSpPr>
            <p:spPr>
              <a:xfrm>
                <a:off x="348513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0" name="ph6840"/>
              <p:cNvSpPr/>
              <p:nvPr/>
            </p:nvSpPr>
            <p:spPr>
              <a:xfrm>
                <a:off x="349439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1" name="ph6841"/>
              <p:cNvSpPr/>
              <p:nvPr/>
            </p:nvSpPr>
            <p:spPr>
              <a:xfrm>
                <a:off x="350366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2" name="ph6842"/>
              <p:cNvSpPr/>
              <p:nvPr/>
            </p:nvSpPr>
            <p:spPr>
              <a:xfrm>
                <a:off x="351292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3" name="ph6843"/>
              <p:cNvSpPr/>
              <p:nvPr/>
            </p:nvSpPr>
            <p:spPr>
              <a:xfrm>
                <a:off x="352218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4" name="ph6844"/>
              <p:cNvSpPr/>
              <p:nvPr/>
            </p:nvSpPr>
            <p:spPr>
              <a:xfrm>
                <a:off x="353144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5" name="ph6845"/>
              <p:cNvSpPr/>
              <p:nvPr/>
            </p:nvSpPr>
            <p:spPr>
              <a:xfrm>
                <a:off x="354071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6" name="ph6846"/>
              <p:cNvSpPr/>
              <p:nvPr/>
            </p:nvSpPr>
            <p:spPr>
              <a:xfrm>
                <a:off x="354997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7" name="ph6847"/>
              <p:cNvSpPr/>
              <p:nvPr/>
            </p:nvSpPr>
            <p:spPr>
              <a:xfrm>
                <a:off x="355923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8" name="ph6848"/>
              <p:cNvSpPr/>
              <p:nvPr/>
            </p:nvSpPr>
            <p:spPr>
              <a:xfrm>
                <a:off x="356849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9" name="ph6849"/>
              <p:cNvSpPr/>
              <p:nvPr/>
            </p:nvSpPr>
            <p:spPr>
              <a:xfrm>
                <a:off x="357775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0" name="ph6850"/>
              <p:cNvSpPr/>
              <p:nvPr/>
            </p:nvSpPr>
            <p:spPr>
              <a:xfrm>
                <a:off x="358702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1" name="ph6851"/>
              <p:cNvSpPr/>
              <p:nvPr/>
            </p:nvSpPr>
            <p:spPr>
              <a:xfrm>
                <a:off x="359628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2" name="ph6852"/>
              <p:cNvSpPr/>
              <p:nvPr/>
            </p:nvSpPr>
            <p:spPr>
              <a:xfrm>
                <a:off x="360554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3" name="ph6853"/>
              <p:cNvSpPr/>
              <p:nvPr/>
            </p:nvSpPr>
            <p:spPr>
              <a:xfrm>
                <a:off x="361480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4" name="ph6854"/>
              <p:cNvSpPr/>
              <p:nvPr/>
            </p:nvSpPr>
            <p:spPr>
              <a:xfrm>
                <a:off x="362407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5" name="ph6855"/>
              <p:cNvSpPr/>
              <p:nvPr/>
            </p:nvSpPr>
            <p:spPr>
              <a:xfrm>
                <a:off x="363333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6" name="ph6856"/>
              <p:cNvSpPr/>
              <p:nvPr/>
            </p:nvSpPr>
            <p:spPr>
              <a:xfrm>
                <a:off x="364259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7" name="ph6857"/>
              <p:cNvSpPr/>
              <p:nvPr/>
            </p:nvSpPr>
            <p:spPr>
              <a:xfrm>
                <a:off x="365185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8" name="ph6858"/>
              <p:cNvSpPr/>
              <p:nvPr/>
            </p:nvSpPr>
            <p:spPr>
              <a:xfrm>
                <a:off x="3661119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9" name="ph6859"/>
              <p:cNvSpPr/>
              <p:nvPr/>
            </p:nvSpPr>
            <p:spPr>
              <a:xfrm>
                <a:off x="3670381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0" name="ph6860"/>
              <p:cNvSpPr/>
              <p:nvPr/>
            </p:nvSpPr>
            <p:spPr>
              <a:xfrm>
                <a:off x="3679643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1" name="ph6861"/>
              <p:cNvSpPr/>
              <p:nvPr/>
            </p:nvSpPr>
            <p:spPr>
              <a:xfrm>
                <a:off x="3688905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2" name="ph6862"/>
              <p:cNvSpPr/>
              <p:nvPr/>
            </p:nvSpPr>
            <p:spPr>
              <a:xfrm>
                <a:off x="3698168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3" name="ph6863"/>
              <p:cNvSpPr/>
              <p:nvPr/>
            </p:nvSpPr>
            <p:spPr>
              <a:xfrm>
                <a:off x="3707430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4" name="ph6864"/>
              <p:cNvSpPr/>
              <p:nvPr/>
            </p:nvSpPr>
            <p:spPr>
              <a:xfrm>
                <a:off x="3716692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5" name="ph6865"/>
              <p:cNvSpPr/>
              <p:nvPr/>
            </p:nvSpPr>
            <p:spPr>
              <a:xfrm>
                <a:off x="3725954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6" name="ph6866"/>
              <p:cNvSpPr/>
              <p:nvPr/>
            </p:nvSpPr>
            <p:spPr>
              <a:xfrm>
                <a:off x="3735217" y="13091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7" name="ph6867"/>
              <p:cNvSpPr/>
              <p:nvPr/>
            </p:nvSpPr>
            <p:spPr>
              <a:xfrm>
                <a:off x="3744479" y="132638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1090"/>
                    </a:lnTo>
                    <a:lnTo>
                      <a:pt x="922737" y="912262"/>
                    </a:lnTo>
                    <a:lnTo>
                      <a:pt x="920846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8" name="ph6868"/>
              <p:cNvSpPr/>
              <p:nvPr/>
            </p:nvSpPr>
            <p:spPr>
              <a:xfrm>
                <a:off x="3753741" y="1309148"/>
                <a:ext cx="923662" cy="9283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83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5669"/>
                    </a:lnTo>
                    <a:lnTo>
                      <a:pt x="922810" y="917007"/>
                    </a:lnTo>
                    <a:lnTo>
                      <a:pt x="918229" y="923479"/>
                    </a:lnTo>
                    <a:lnTo>
                      <a:pt x="914400" y="92832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9" name="ph6869"/>
              <p:cNvSpPr/>
              <p:nvPr/>
            </p:nvSpPr>
            <p:spPr>
              <a:xfrm>
                <a:off x="3763003" y="1309148"/>
                <a:ext cx="915208" cy="915669"/>
              </a:xfrm>
              <a:custGeom>
                <a:avLst/>
                <a:gdLst/>
                <a:ahLst/>
                <a:cxnLst/>
                <a:rect l="0" t="0" r="0" b="0"/>
                <a:pathLst>
                  <a:path w="915208" h="915669">
                    <a:moveTo>
                      <a:pt x="914400" y="914400"/>
                    </a:moveTo>
                    <a:lnTo>
                      <a:pt x="915208" y="914400"/>
                    </a:lnTo>
                    <a:lnTo>
                      <a:pt x="914400" y="9156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0" name="ph6870"/>
              <p:cNvSpPr/>
              <p:nvPr/>
            </p:nvSpPr>
            <p:spPr>
              <a:xfrm>
                <a:off x="2021706" y="1291910"/>
                <a:ext cx="914400" cy="9284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423">
                    <a:moveTo>
                      <a:pt x="914400" y="914399"/>
                    </a:moveTo>
                    <a:lnTo>
                      <a:pt x="914400" y="928423"/>
                    </a:lnTo>
                    <a:lnTo>
                      <a:pt x="913270" y="923605"/>
                    </a:lnTo>
                    <a:lnTo>
                      <a:pt x="911412" y="91439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1" name="ph6871"/>
              <p:cNvSpPr/>
              <p:nvPr/>
            </p:nvSpPr>
            <p:spPr>
              <a:xfrm>
                <a:off x="202170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154" y="931638"/>
                    </a:lnTo>
                    <a:lnTo>
                      <a:pt x="914400" y="928423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2" name="ph6872"/>
              <p:cNvSpPr/>
              <p:nvPr/>
            </p:nvSpPr>
            <p:spPr>
              <a:xfrm>
                <a:off x="20309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3" name="ph6873"/>
              <p:cNvSpPr/>
              <p:nvPr/>
            </p:nvSpPr>
            <p:spPr>
              <a:xfrm>
                <a:off x="20402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4" name="ph6874"/>
              <p:cNvSpPr/>
              <p:nvPr/>
            </p:nvSpPr>
            <p:spPr>
              <a:xfrm>
                <a:off x="20494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5" name="ph6875"/>
              <p:cNvSpPr/>
              <p:nvPr/>
            </p:nvSpPr>
            <p:spPr>
              <a:xfrm>
                <a:off x="205875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6" name="ph6876"/>
              <p:cNvSpPr/>
              <p:nvPr/>
            </p:nvSpPr>
            <p:spPr>
              <a:xfrm>
                <a:off x="20680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7" name="ph6877"/>
              <p:cNvSpPr/>
              <p:nvPr/>
            </p:nvSpPr>
            <p:spPr>
              <a:xfrm>
                <a:off x="20772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8" name="ph6878"/>
              <p:cNvSpPr/>
              <p:nvPr/>
            </p:nvSpPr>
            <p:spPr>
              <a:xfrm>
                <a:off x="20865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9" name="ph6879"/>
              <p:cNvSpPr/>
              <p:nvPr/>
            </p:nvSpPr>
            <p:spPr>
              <a:xfrm>
                <a:off x="209580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0" name="ph6880"/>
              <p:cNvSpPr/>
              <p:nvPr/>
            </p:nvSpPr>
            <p:spPr>
              <a:xfrm>
                <a:off x="210506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1" name="ph6881"/>
              <p:cNvSpPr/>
              <p:nvPr/>
            </p:nvSpPr>
            <p:spPr>
              <a:xfrm>
                <a:off x="21143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2" name="ph6882"/>
              <p:cNvSpPr/>
              <p:nvPr/>
            </p:nvSpPr>
            <p:spPr>
              <a:xfrm>
                <a:off x="21235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3" name="ph6883"/>
              <p:cNvSpPr/>
              <p:nvPr/>
            </p:nvSpPr>
            <p:spPr>
              <a:xfrm>
                <a:off x="21328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4" name="ph6884"/>
              <p:cNvSpPr/>
              <p:nvPr/>
            </p:nvSpPr>
            <p:spPr>
              <a:xfrm>
                <a:off x="214211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5" name="ph6885"/>
              <p:cNvSpPr/>
              <p:nvPr/>
            </p:nvSpPr>
            <p:spPr>
              <a:xfrm>
                <a:off x="21513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6" name="ph6886"/>
              <p:cNvSpPr/>
              <p:nvPr/>
            </p:nvSpPr>
            <p:spPr>
              <a:xfrm>
                <a:off x="21606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7" name="ph6887"/>
              <p:cNvSpPr/>
              <p:nvPr/>
            </p:nvSpPr>
            <p:spPr>
              <a:xfrm>
                <a:off x="21699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8" name="ph6888"/>
              <p:cNvSpPr/>
              <p:nvPr/>
            </p:nvSpPr>
            <p:spPr>
              <a:xfrm>
                <a:off x="21791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9" name="ph6889"/>
              <p:cNvSpPr/>
              <p:nvPr/>
            </p:nvSpPr>
            <p:spPr>
              <a:xfrm>
                <a:off x="218842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0" name="ph6890"/>
              <p:cNvSpPr/>
              <p:nvPr/>
            </p:nvSpPr>
            <p:spPr>
              <a:xfrm>
                <a:off x="21976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1" name="ph6891"/>
              <p:cNvSpPr/>
              <p:nvPr/>
            </p:nvSpPr>
            <p:spPr>
              <a:xfrm>
                <a:off x="22069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2" name="ph6892"/>
              <p:cNvSpPr/>
              <p:nvPr/>
            </p:nvSpPr>
            <p:spPr>
              <a:xfrm>
                <a:off x="22162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3" name="ph6893"/>
              <p:cNvSpPr/>
              <p:nvPr/>
            </p:nvSpPr>
            <p:spPr>
              <a:xfrm>
                <a:off x="222547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4" name="ph6894"/>
              <p:cNvSpPr/>
              <p:nvPr/>
            </p:nvSpPr>
            <p:spPr>
              <a:xfrm>
                <a:off x="22347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5" name="ph6895"/>
              <p:cNvSpPr/>
              <p:nvPr/>
            </p:nvSpPr>
            <p:spPr>
              <a:xfrm>
                <a:off x="22439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6" name="ph6896"/>
              <p:cNvSpPr/>
              <p:nvPr/>
            </p:nvSpPr>
            <p:spPr>
              <a:xfrm>
                <a:off x="22532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7" name="ph6897"/>
              <p:cNvSpPr/>
              <p:nvPr/>
            </p:nvSpPr>
            <p:spPr>
              <a:xfrm>
                <a:off x="22625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8" name="ph6898"/>
              <p:cNvSpPr/>
              <p:nvPr/>
            </p:nvSpPr>
            <p:spPr>
              <a:xfrm>
                <a:off x="227178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9" name="ph6899"/>
              <p:cNvSpPr/>
              <p:nvPr/>
            </p:nvSpPr>
            <p:spPr>
              <a:xfrm>
                <a:off x="22810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0" name="ph6900"/>
              <p:cNvSpPr/>
              <p:nvPr/>
            </p:nvSpPr>
            <p:spPr>
              <a:xfrm>
                <a:off x="22903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1" name="ph6901"/>
              <p:cNvSpPr/>
              <p:nvPr/>
            </p:nvSpPr>
            <p:spPr>
              <a:xfrm>
                <a:off x="22995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2" name="ph6902"/>
              <p:cNvSpPr/>
              <p:nvPr/>
            </p:nvSpPr>
            <p:spPr>
              <a:xfrm>
                <a:off x="230883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3" name="ph6903"/>
              <p:cNvSpPr/>
              <p:nvPr/>
            </p:nvSpPr>
            <p:spPr>
              <a:xfrm>
                <a:off x="23180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4" name="ph6904"/>
              <p:cNvSpPr/>
              <p:nvPr/>
            </p:nvSpPr>
            <p:spPr>
              <a:xfrm>
                <a:off x="23273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5" name="ph6905"/>
              <p:cNvSpPr/>
              <p:nvPr/>
            </p:nvSpPr>
            <p:spPr>
              <a:xfrm>
                <a:off x="23366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6" name="ph6906"/>
              <p:cNvSpPr/>
              <p:nvPr/>
            </p:nvSpPr>
            <p:spPr>
              <a:xfrm>
                <a:off x="23458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7" name="ph6907"/>
              <p:cNvSpPr/>
              <p:nvPr/>
            </p:nvSpPr>
            <p:spPr>
              <a:xfrm>
                <a:off x="2355146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8" name="ph6908"/>
              <p:cNvSpPr/>
              <p:nvPr/>
            </p:nvSpPr>
            <p:spPr>
              <a:xfrm>
                <a:off x="23644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9" name="ph6909"/>
              <p:cNvSpPr/>
              <p:nvPr/>
            </p:nvSpPr>
            <p:spPr>
              <a:xfrm>
                <a:off x="23736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0" name="ph6910"/>
              <p:cNvSpPr/>
              <p:nvPr/>
            </p:nvSpPr>
            <p:spPr>
              <a:xfrm>
                <a:off x="2382932" y="1309148"/>
                <a:ext cx="9218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1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477" y="897161"/>
                    </a:lnTo>
                    <a:lnTo>
                      <a:pt x="917542" y="897392"/>
                    </a:lnTo>
                    <a:lnTo>
                      <a:pt x="920141" y="907174"/>
                    </a:lnTo>
                    <a:lnTo>
                      <a:pt x="921812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1" name="ph6911"/>
              <p:cNvSpPr/>
              <p:nvPr/>
            </p:nvSpPr>
            <p:spPr>
              <a:xfrm>
                <a:off x="3327679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74" y="914400"/>
                    </a:lnTo>
                    <a:lnTo>
                      <a:pt x="914400" y="911228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2" name="ph6912"/>
              <p:cNvSpPr/>
              <p:nvPr/>
            </p:nvSpPr>
            <p:spPr>
              <a:xfrm>
                <a:off x="3336941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1228"/>
                    </a:lnTo>
                    <a:lnTo>
                      <a:pt x="914400" y="906270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3" name="ph6913"/>
              <p:cNvSpPr/>
              <p:nvPr/>
            </p:nvSpPr>
            <p:spPr>
              <a:xfrm>
                <a:off x="3346203" y="13091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6270"/>
                    </a:lnTo>
                    <a:lnTo>
                      <a:pt x="911518" y="902842"/>
                    </a:lnTo>
                    <a:lnTo>
                      <a:pt x="911838" y="902418"/>
                    </a:lnTo>
                    <a:lnTo>
                      <a:pt x="912158" y="901993"/>
                    </a:lnTo>
                    <a:lnTo>
                      <a:pt x="912478" y="901569"/>
                    </a:lnTo>
                    <a:lnTo>
                      <a:pt x="912798" y="901144"/>
                    </a:lnTo>
                    <a:lnTo>
                      <a:pt x="913118" y="900720"/>
                    </a:lnTo>
                    <a:lnTo>
                      <a:pt x="913438" y="900295"/>
                    </a:lnTo>
                    <a:lnTo>
                      <a:pt x="913758" y="899871"/>
                    </a:lnTo>
                    <a:lnTo>
                      <a:pt x="914078" y="899447"/>
                    </a:lnTo>
                    <a:lnTo>
                      <a:pt x="914400" y="899021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4" name="ph6914"/>
              <p:cNvSpPr/>
              <p:nvPr/>
            </p:nvSpPr>
            <p:spPr>
              <a:xfrm>
                <a:off x="3355465" y="12919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259"/>
                    </a:lnTo>
                    <a:lnTo>
                      <a:pt x="905456" y="915836"/>
                    </a:lnTo>
                    <a:lnTo>
                      <a:pt x="905777" y="915412"/>
                    </a:lnTo>
                    <a:lnTo>
                      <a:pt x="906097" y="914988"/>
                    </a:lnTo>
                    <a:lnTo>
                      <a:pt x="906417" y="914563"/>
                    </a:lnTo>
                    <a:lnTo>
                      <a:pt x="906541" y="91439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5" name="ph6915"/>
              <p:cNvSpPr/>
              <p:nvPr/>
            </p:nvSpPr>
            <p:spPr>
              <a:xfrm>
                <a:off x="335546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6" name="ph6916"/>
              <p:cNvSpPr/>
              <p:nvPr/>
            </p:nvSpPr>
            <p:spPr>
              <a:xfrm>
                <a:off x="336472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7" name="ph6917"/>
              <p:cNvSpPr/>
              <p:nvPr/>
            </p:nvSpPr>
            <p:spPr>
              <a:xfrm>
                <a:off x="337399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8" name="ph6918"/>
              <p:cNvSpPr/>
              <p:nvPr/>
            </p:nvSpPr>
            <p:spPr>
              <a:xfrm>
                <a:off x="338325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9" name="ph6919"/>
              <p:cNvSpPr/>
              <p:nvPr/>
            </p:nvSpPr>
            <p:spPr>
              <a:xfrm>
                <a:off x="339251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0" name="ph6920"/>
              <p:cNvSpPr/>
              <p:nvPr/>
            </p:nvSpPr>
            <p:spPr>
              <a:xfrm>
                <a:off x="340177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1" name="ph6921"/>
              <p:cNvSpPr/>
              <p:nvPr/>
            </p:nvSpPr>
            <p:spPr>
              <a:xfrm>
                <a:off x="341103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2" name="ph6922"/>
              <p:cNvSpPr/>
              <p:nvPr/>
            </p:nvSpPr>
            <p:spPr>
              <a:xfrm>
                <a:off x="342030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3" name="ph6923"/>
              <p:cNvSpPr/>
              <p:nvPr/>
            </p:nvSpPr>
            <p:spPr>
              <a:xfrm>
                <a:off x="342956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4" name="ph6924"/>
              <p:cNvSpPr/>
              <p:nvPr/>
            </p:nvSpPr>
            <p:spPr>
              <a:xfrm>
                <a:off x="343882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5" name="ph6925"/>
              <p:cNvSpPr/>
              <p:nvPr/>
            </p:nvSpPr>
            <p:spPr>
              <a:xfrm>
                <a:off x="344808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6" name="ph6926"/>
              <p:cNvSpPr/>
              <p:nvPr/>
            </p:nvSpPr>
            <p:spPr>
              <a:xfrm>
                <a:off x="345735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7" name="ph6927"/>
              <p:cNvSpPr/>
              <p:nvPr/>
            </p:nvSpPr>
            <p:spPr>
              <a:xfrm>
                <a:off x="346661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8" name="ph6928"/>
              <p:cNvSpPr/>
              <p:nvPr/>
            </p:nvSpPr>
            <p:spPr>
              <a:xfrm>
                <a:off x="347587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9" name="ph6929"/>
              <p:cNvSpPr/>
              <p:nvPr/>
            </p:nvSpPr>
            <p:spPr>
              <a:xfrm>
                <a:off x="348513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0" name="ph6930"/>
              <p:cNvSpPr/>
              <p:nvPr/>
            </p:nvSpPr>
            <p:spPr>
              <a:xfrm>
                <a:off x="349439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1" name="ph6931"/>
              <p:cNvSpPr/>
              <p:nvPr/>
            </p:nvSpPr>
            <p:spPr>
              <a:xfrm>
                <a:off x="350366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2" name="ph6932"/>
              <p:cNvSpPr/>
              <p:nvPr/>
            </p:nvSpPr>
            <p:spPr>
              <a:xfrm>
                <a:off x="351292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3" name="ph6933"/>
              <p:cNvSpPr/>
              <p:nvPr/>
            </p:nvSpPr>
            <p:spPr>
              <a:xfrm>
                <a:off x="352218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4" name="ph6934"/>
              <p:cNvSpPr/>
              <p:nvPr/>
            </p:nvSpPr>
            <p:spPr>
              <a:xfrm>
                <a:off x="353144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5" name="ph6935"/>
              <p:cNvSpPr/>
              <p:nvPr/>
            </p:nvSpPr>
            <p:spPr>
              <a:xfrm>
                <a:off x="354071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6" name="ph6936"/>
              <p:cNvSpPr/>
              <p:nvPr/>
            </p:nvSpPr>
            <p:spPr>
              <a:xfrm>
                <a:off x="354997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7" name="ph6937"/>
              <p:cNvSpPr/>
              <p:nvPr/>
            </p:nvSpPr>
            <p:spPr>
              <a:xfrm>
                <a:off x="355923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8" name="ph6938"/>
              <p:cNvSpPr/>
              <p:nvPr/>
            </p:nvSpPr>
            <p:spPr>
              <a:xfrm>
                <a:off x="356849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9" name="ph6939"/>
              <p:cNvSpPr/>
              <p:nvPr/>
            </p:nvSpPr>
            <p:spPr>
              <a:xfrm>
                <a:off x="357775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0" name="ph6940"/>
              <p:cNvSpPr/>
              <p:nvPr/>
            </p:nvSpPr>
            <p:spPr>
              <a:xfrm>
                <a:off x="358702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1" name="ph6941"/>
              <p:cNvSpPr/>
              <p:nvPr/>
            </p:nvSpPr>
            <p:spPr>
              <a:xfrm>
                <a:off x="359628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2" name="ph6942"/>
              <p:cNvSpPr/>
              <p:nvPr/>
            </p:nvSpPr>
            <p:spPr>
              <a:xfrm>
                <a:off x="360554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3" name="ph6943"/>
              <p:cNvSpPr/>
              <p:nvPr/>
            </p:nvSpPr>
            <p:spPr>
              <a:xfrm>
                <a:off x="361480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4" name="ph6944"/>
              <p:cNvSpPr/>
              <p:nvPr/>
            </p:nvSpPr>
            <p:spPr>
              <a:xfrm>
                <a:off x="362407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5" name="ph6945"/>
              <p:cNvSpPr/>
              <p:nvPr/>
            </p:nvSpPr>
            <p:spPr>
              <a:xfrm>
                <a:off x="363333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6" name="ph6946"/>
              <p:cNvSpPr/>
              <p:nvPr/>
            </p:nvSpPr>
            <p:spPr>
              <a:xfrm>
                <a:off x="364259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7" name="ph6947"/>
              <p:cNvSpPr/>
              <p:nvPr/>
            </p:nvSpPr>
            <p:spPr>
              <a:xfrm>
                <a:off x="365185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8" name="ph6948"/>
              <p:cNvSpPr/>
              <p:nvPr/>
            </p:nvSpPr>
            <p:spPr>
              <a:xfrm>
                <a:off x="366111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9" name="ph6949"/>
              <p:cNvSpPr/>
              <p:nvPr/>
            </p:nvSpPr>
            <p:spPr>
              <a:xfrm>
                <a:off x="367038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0" name="ph6950"/>
              <p:cNvSpPr/>
              <p:nvPr/>
            </p:nvSpPr>
            <p:spPr>
              <a:xfrm>
                <a:off x="3679643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1" name="ph6951"/>
              <p:cNvSpPr/>
              <p:nvPr/>
            </p:nvSpPr>
            <p:spPr>
              <a:xfrm>
                <a:off x="3688905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2" name="ph6952"/>
              <p:cNvSpPr/>
              <p:nvPr/>
            </p:nvSpPr>
            <p:spPr>
              <a:xfrm>
                <a:off x="3698168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3" name="ph6953"/>
              <p:cNvSpPr/>
              <p:nvPr/>
            </p:nvSpPr>
            <p:spPr>
              <a:xfrm>
                <a:off x="3707430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4" name="ph6954"/>
              <p:cNvSpPr/>
              <p:nvPr/>
            </p:nvSpPr>
            <p:spPr>
              <a:xfrm>
                <a:off x="3716692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5" name="ph6955"/>
              <p:cNvSpPr/>
              <p:nvPr/>
            </p:nvSpPr>
            <p:spPr>
              <a:xfrm>
                <a:off x="3725954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6" name="ph6956"/>
              <p:cNvSpPr/>
              <p:nvPr/>
            </p:nvSpPr>
            <p:spPr>
              <a:xfrm>
                <a:off x="3735217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7" name="ph6957"/>
              <p:cNvSpPr/>
              <p:nvPr/>
            </p:nvSpPr>
            <p:spPr>
              <a:xfrm>
                <a:off x="3744479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8" name="ph6958"/>
              <p:cNvSpPr/>
              <p:nvPr/>
            </p:nvSpPr>
            <p:spPr>
              <a:xfrm>
                <a:off x="3753741" y="12919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9" name="ph6959"/>
              <p:cNvSpPr/>
              <p:nvPr/>
            </p:nvSpPr>
            <p:spPr>
              <a:xfrm>
                <a:off x="3763003" y="1309148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899843"/>
                    </a:lnTo>
                    <a:lnTo>
                      <a:pt x="922140" y="902787"/>
                    </a:lnTo>
                    <a:lnTo>
                      <a:pt x="917943" y="910104"/>
                    </a:lnTo>
                    <a:lnTo>
                      <a:pt x="915208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0" name="ph6960"/>
              <p:cNvSpPr/>
              <p:nvPr/>
            </p:nvSpPr>
            <p:spPr>
              <a:xfrm>
                <a:off x="3772265" y="1291910"/>
                <a:ext cx="915787" cy="917082"/>
              </a:xfrm>
              <a:custGeom>
                <a:avLst/>
                <a:gdLst/>
                <a:ahLst/>
                <a:cxnLst/>
                <a:rect l="0" t="0" r="0" b="0"/>
                <a:pathLst>
                  <a:path w="915787" h="917082">
                    <a:moveTo>
                      <a:pt x="914400" y="914399"/>
                    </a:moveTo>
                    <a:lnTo>
                      <a:pt x="915787" y="914399"/>
                    </a:lnTo>
                    <a:lnTo>
                      <a:pt x="914400" y="917082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1" name="ph6961"/>
              <p:cNvSpPr/>
              <p:nvPr/>
            </p:nvSpPr>
            <p:spPr>
              <a:xfrm>
                <a:off x="2021706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12" y="931638"/>
                    </a:lnTo>
                    <a:lnTo>
                      <a:pt x="911224" y="930705"/>
                    </a:lnTo>
                    <a:lnTo>
                      <a:pt x="909467" y="920381"/>
                    </a:lnTo>
                    <a:lnTo>
                      <a:pt x="908631" y="91439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2" name="ph6962"/>
              <p:cNvSpPr/>
              <p:nvPr/>
            </p:nvSpPr>
            <p:spPr>
              <a:xfrm>
                <a:off x="202170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3" name="ph6963"/>
              <p:cNvSpPr/>
              <p:nvPr/>
            </p:nvSpPr>
            <p:spPr>
              <a:xfrm>
                <a:off x="20309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4" name="ph6964"/>
              <p:cNvSpPr/>
              <p:nvPr/>
            </p:nvSpPr>
            <p:spPr>
              <a:xfrm>
                <a:off x="20402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5" name="ph6965"/>
              <p:cNvSpPr/>
              <p:nvPr/>
            </p:nvSpPr>
            <p:spPr>
              <a:xfrm>
                <a:off x="20494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6" name="ph6966"/>
              <p:cNvSpPr/>
              <p:nvPr/>
            </p:nvSpPr>
            <p:spPr>
              <a:xfrm>
                <a:off x="205875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7" name="ph6967"/>
              <p:cNvSpPr/>
              <p:nvPr/>
            </p:nvSpPr>
            <p:spPr>
              <a:xfrm>
                <a:off x="20680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8" name="ph6968"/>
              <p:cNvSpPr/>
              <p:nvPr/>
            </p:nvSpPr>
            <p:spPr>
              <a:xfrm>
                <a:off x="20772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9" name="ph6969"/>
              <p:cNvSpPr/>
              <p:nvPr/>
            </p:nvSpPr>
            <p:spPr>
              <a:xfrm>
                <a:off x="20865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0" name="ph6970"/>
              <p:cNvSpPr/>
              <p:nvPr/>
            </p:nvSpPr>
            <p:spPr>
              <a:xfrm>
                <a:off x="20958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1" name="ph6971"/>
              <p:cNvSpPr/>
              <p:nvPr/>
            </p:nvSpPr>
            <p:spPr>
              <a:xfrm>
                <a:off x="210506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2" name="ph6972"/>
              <p:cNvSpPr/>
              <p:nvPr/>
            </p:nvSpPr>
            <p:spPr>
              <a:xfrm>
                <a:off x="21143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3" name="ph6973"/>
              <p:cNvSpPr/>
              <p:nvPr/>
            </p:nvSpPr>
            <p:spPr>
              <a:xfrm>
                <a:off x="21235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4" name="ph6974"/>
              <p:cNvSpPr/>
              <p:nvPr/>
            </p:nvSpPr>
            <p:spPr>
              <a:xfrm>
                <a:off x="21328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5" name="ph6975"/>
              <p:cNvSpPr/>
              <p:nvPr/>
            </p:nvSpPr>
            <p:spPr>
              <a:xfrm>
                <a:off x="214211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6" name="ph6976"/>
              <p:cNvSpPr/>
              <p:nvPr/>
            </p:nvSpPr>
            <p:spPr>
              <a:xfrm>
                <a:off x="21513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7" name="ph6977"/>
              <p:cNvSpPr/>
              <p:nvPr/>
            </p:nvSpPr>
            <p:spPr>
              <a:xfrm>
                <a:off x="21606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8" name="ph6978"/>
              <p:cNvSpPr/>
              <p:nvPr/>
            </p:nvSpPr>
            <p:spPr>
              <a:xfrm>
                <a:off x="21699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9" name="ph6979"/>
              <p:cNvSpPr/>
              <p:nvPr/>
            </p:nvSpPr>
            <p:spPr>
              <a:xfrm>
                <a:off x="21791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0" name="ph6980"/>
              <p:cNvSpPr/>
              <p:nvPr/>
            </p:nvSpPr>
            <p:spPr>
              <a:xfrm>
                <a:off x="218842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1" name="ph6981"/>
              <p:cNvSpPr/>
              <p:nvPr/>
            </p:nvSpPr>
            <p:spPr>
              <a:xfrm>
                <a:off x="21976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2" name="ph6982"/>
              <p:cNvSpPr/>
              <p:nvPr/>
            </p:nvSpPr>
            <p:spPr>
              <a:xfrm>
                <a:off x="22069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3" name="ph6983"/>
              <p:cNvSpPr/>
              <p:nvPr/>
            </p:nvSpPr>
            <p:spPr>
              <a:xfrm>
                <a:off x="22162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4" name="ph6984"/>
              <p:cNvSpPr/>
              <p:nvPr/>
            </p:nvSpPr>
            <p:spPr>
              <a:xfrm>
                <a:off x="222547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5" name="ph6985"/>
              <p:cNvSpPr/>
              <p:nvPr/>
            </p:nvSpPr>
            <p:spPr>
              <a:xfrm>
                <a:off x="22347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6" name="ph6986"/>
              <p:cNvSpPr/>
              <p:nvPr/>
            </p:nvSpPr>
            <p:spPr>
              <a:xfrm>
                <a:off x="22439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7" name="ph6987"/>
              <p:cNvSpPr/>
              <p:nvPr/>
            </p:nvSpPr>
            <p:spPr>
              <a:xfrm>
                <a:off x="22532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8" name="ph6988"/>
              <p:cNvSpPr/>
              <p:nvPr/>
            </p:nvSpPr>
            <p:spPr>
              <a:xfrm>
                <a:off x="22625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9" name="ph6989"/>
              <p:cNvSpPr/>
              <p:nvPr/>
            </p:nvSpPr>
            <p:spPr>
              <a:xfrm>
                <a:off x="227178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0" name="ph6990"/>
              <p:cNvSpPr/>
              <p:nvPr/>
            </p:nvSpPr>
            <p:spPr>
              <a:xfrm>
                <a:off x="22810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1" name="ph6991"/>
              <p:cNvSpPr/>
              <p:nvPr/>
            </p:nvSpPr>
            <p:spPr>
              <a:xfrm>
                <a:off x="22903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2" name="ph6992"/>
              <p:cNvSpPr/>
              <p:nvPr/>
            </p:nvSpPr>
            <p:spPr>
              <a:xfrm>
                <a:off x="22995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3" name="ph6993"/>
              <p:cNvSpPr/>
              <p:nvPr/>
            </p:nvSpPr>
            <p:spPr>
              <a:xfrm>
                <a:off x="230883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4" name="ph6994"/>
              <p:cNvSpPr/>
              <p:nvPr/>
            </p:nvSpPr>
            <p:spPr>
              <a:xfrm>
                <a:off x="23180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5" name="ph6995"/>
              <p:cNvSpPr/>
              <p:nvPr/>
            </p:nvSpPr>
            <p:spPr>
              <a:xfrm>
                <a:off x="23273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6" name="ph6996"/>
              <p:cNvSpPr/>
              <p:nvPr/>
            </p:nvSpPr>
            <p:spPr>
              <a:xfrm>
                <a:off x="23366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7" name="ph6997"/>
              <p:cNvSpPr/>
              <p:nvPr/>
            </p:nvSpPr>
            <p:spPr>
              <a:xfrm>
                <a:off x="23458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8" name="ph6998"/>
              <p:cNvSpPr/>
              <p:nvPr/>
            </p:nvSpPr>
            <p:spPr>
              <a:xfrm>
                <a:off x="2355146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9" name="ph6999"/>
              <p:cNvSpPr/>
              <p:nvPr/>
            </p:nvSpPr>
            <p:spPr>
              <a:xfrm>
                <a:off x="23644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0" name="ph7000"/>
              <p:cNvSpPr/>
              <p:nvPr/>
            </p:nvSpPr>
            <p:spPr>
              <a:xfrm>
                <a:off x="2382932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513" y="897161"/>
                    </a:lnTo>
                    <a:lnTo>
                      <a:pt x="913695" y="901076"/>
                    </a:lnTo>
                    <a:lnTo>
                      <a:pt x="913814" y="901494"/>
                    </a:lnTo>
                    <a:lnTo>
                      <a:pt x="913934" y="901918"/>
                    </a:lnTo>
                    <a:lnTo>
                      <a:pt x="914054" y="902341"/>
                    </a:lnTo>
                    <a:lnTo>
                      <a:pt x="914175" y="902765"/>
                    </a:lnTo>
                    <a:lnTo>
                      <a:pt x="914295" y="903189"/>
                    </a:lnTo>
                    <a:lnTo>
                      <a:pt x="914400" y="903556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1" name="ph7001"/>
              <p:cNvSpPr/>
              <p:nvPr/>
            </p:nvSpPr>
            <p:spPr>
              <a:xfrm>
                <a:off x="2382932" y="1291910"/>
                <a:ext cx="9174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77" h="914399">
                    <a:moveTo>
                      <a:pt x="914400" y="914399"/>
                    </a:moveTo>
                    <a:lnTo>
                      <a:pt x="914416" y="903613"/>
                    </a:lnTo>
                    <a:lnTo>
                      <a:pt x="914536" y="904036"/>
                    </a:lnTo>
                    <a:lnTo>
                      <a:pt x="914656" y="904460"/>
                    </a:lnTo>
                    <a:lnTo>
                      <a:pt x="914777" y="904884"/>
                    </a:lnTo>
                    <a:lnTo>
                      <a:pt x="914897" y="905308"/>
                    </a:lnTo>
                    <a:lnTo>
                      <a:pt x="915017" y="905731"/>
                    </a:lnTo>
                    <a:lnTo>
                      <a:pt x="915138" y="906155"/>
                    </a:lnTo>
                    <a:lnTo>
                      <a:pt x="915258" y="906579"/>
                    </a:lnTo>
                    <a:lnTo>
                      <a:pt x="915378" y="907003"/>
                    </a:lnTo>
                    <a:lnTo>
                      <a:pt x="915499" y="907426"/>
                    </a:lnTo>
                    <a:lnTo>
                      <a:pt x="915619" y="907850"/>
                    </a:lnTo>
                    <a:lnTo>
                      <a:pt x="915739" y="908274"/>
                    </a:lnTo>
                    <a:lnTo>
                      <a:pt x="915859" y="908698"/>
                    </a:lnTo>
                    <a:lnTo>
                      <a:pt x="915980" y="909122"/>
                    </a:lnTo>
                    <a:lnTo>
                      <a:pt x="916100" y="909545"/>
                    </a:lnTo>
                    <a:lnTo>
                      <a:pt x="916220" y="909969"/>
                    </a:lnTo>
                    <a:lnTo>
                      <a:pt x="916340" y="910393"/>
                    </a:lnTo>
                    <a:lnTo>
                      <a:pt x="916461" y="910817"/>
                    </a:lnTo>
                    <a:lnTo>
                      <a:pt x="916581" y="911240"/>
                    </a:lnTo>
                    <a:lnTo>
                      <a:pt x="916701" y="911664"/>
                    </a:lnTo>
                    <a:lnTo>
                      <a:pt x="916821" y="912088"/>
                    </a:lnTo>
                    <a:lnTo>
                      <a:pt x="916942" y="912512"/>
                    </a:lnTo>
                    <a:lnTo>
                      <a:pt x="917062" y="912936"/>
                    </a:lnTo>
                    <a:lnTo>
                      <a:pt x="917182" y="913359"/>
                    </a:lnTo>
                    <a:lnTo>
                      <a:pt x="917302" y="913783"/>
                    </a:lnTo>
                    <a:lnTo>
                      <a:pt x="917422" y="914207"/>
                    </a:lnTo>
                    <a:lnTo>
                      <a:pt x="917477" y="91439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2" name="ph7002"/>
              <p:cNvSpPr/>
              <p:nvPr/>
            </p:nvSpPr>
            <p:spPr>
              <a:xfrm>
                <a:off x="3355465" y="129191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541" y="914399"/>
                    </a:lnTo>
                    <a:lnTo>
                      <a:pt x="906737" y="914139"/>
                    </a:lnTo>
                    <a:lnTo>
                      <a:pt x="911370" y="908321"/>
                    </a:lnTo>
                    <a:lnTo>
                      <a:pt x="914400" y="904916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3" name="ph7003"/>
              <p:cNvSpPr/>
              <p:nvPr/>
            </p:nvSpPr>
            <p:spPr>
              <a:xfrm>
                <a:off x="3364728" y="12746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2155"/>
                    </a:lnTo>
                    <a:lnTo>
                      <a:pt x="906891" y="920183"/>
                    </a:lnTo>
                    <a:lnTo>
                      <a:pt x="911814" y="915260"/>
                    </a:lnTo>
                    <a:lnTo>
                      <a:pt x="912790" y="91439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4" name="ph7004"/>
              <p:cNvSpPr/>
              <p:nvPr/>
            </p:nvSpPr>
            <p:spPr>
              <a:xfrm>
                <a:off x="336472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5" name="ph7005"/>
              <p:cNvSpPr/>
              <p:nvPr/>
            </p:nvSpPr>
            <p:spPr>
              <a:xfrm>
                <a:off x="337399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6" name="ph7006"/>
              <p:cNvSpPr/>
              <p:nvPr/>
            </p:nvSpPr>
            <p:spPr>
              <a:xfrm>
                <a:off x="338325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7" name="ph7007"/>
              <p:cNvSpPr/>
              <p:nvPr/>
            </p:nvSpPr>
            <p:spPr>
              <a:xfrm>
                <a:off x="339251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8" name="ph7008"/>
              <p:cNvSpPr/>
              <p:nvPr/>
            </p:nvSpPr>
            <p:spPr>
              <a:xfrm>
                <a:off x="340177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9" name="ph7009"/>
              <p:cNvSpPr/>
              <p:nvPr/>
            </p:nvSpPr>
            <p:spPr>
              <a:xfrm>
                <a:off x="341103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0" name="ph7010"/>
              <p:cNvSpPr/>
              <p:nvPr/>
            </p:nvSpPr>
            <p:spPr>
              <a:xfrm>
                <a:off x="342030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1" name="ph7011"/>
              <p:cNvSpPr/>
              <p:nvPr/>
            </p:nvSpPr>
            <p:spPr>
              <a:xfrm>
                <a:off x="342956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2" name="ph7012"/>
              <p:cNvSpPr/>
              <p:nvPr/>
            </p:nvSpPr>
            <p:spPr>
              <a:xfrm>
                <a:off x="343882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3" name="ph7013"/>
              <p:cNvSpPr/>
              <p:nvPr/>
            </p:nvSpPr>
            <p:spPr>
              <a:xfrm>
                <a:off x="344808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4" name="ph7014"/>
              <p:cNvSpPr/>
              <p:nvPr/>
            </p:nvSpPr>
            <p:spPr>
              <a:xfrm>
                <a:off x="345735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5" name="ph7015"/>
              <p:cNvSpPr/>
              <p:nvPr/>
            </p:nvSpPr>
            <p:spPr>
              <a:xfrm>
                <a:off x="346661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6" name="ph7016"/>
              <p:cNvSpPr/>
              <p:nvPr/>
            </p:nvSpPr>
            <p:spPr>
              <a:xfrm>
                <a:off x="347587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7" name="ph7017"/>
              <p:cNvSpPr/>
              <p:nvPr/>
            </p:nvSpPr>
            <p:spPr>
              <a:xfrm>
                <a:off x="348513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8" name="ph7018"/>
              <p:cNvSpPr/>
              <p:nvPr/>
            </p:nvSpPr>
            <p:spPr>
              <a:xfrm>
                <a:off x="349439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9" name="ph7019"/>
              <p:cNvSpPr/>
              <p:nvPr/>
            </p:nvSpPr>
            <p:spPr>
              <a:xfrm>
                <a:off x="350366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0" name="ph7020"/>
              <p:cNvSpPr/>
              <p:nvPr/>
            </p:nvSpPr>
            <p:spPr>
              <a:xfrm>
                <a:off x="351292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1" name="ph7021"/>
              <p:cNvSpPr/>
              <p:nvPr/>
            </p:nvSpPr>
            <p:spPr>
              <a:xfrm>
                <a:off x="352218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2" name="ph7022"/>
              <p:cNvSpPr/>
              <p:nvPr/>
            </p:nvSpPr>
            <p:spPr>
              <a:xfrm>
                <a:off x="353144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3" name="ph7023"/>
              <p:cNvSpPr/>
              <p:nvPr/>
            </p:nvSpPr>
            <p:spPr>
              <a:xfrm>
                <a:off x="354071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4" name="ph7024"/>
              <p:cNvSpPr/>
              <p:nvPr/>
            </p:nvSpPr>
            <p:spPr>
              <a:xfrm>
                <a:off x="354997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5" name="ph7025"/>
              <p:cNvSpPr/>
              <p:nvPr/>
            </p:nvSpPr>
            <p:spPr>
              <a:xfrm>
                <a:off x="355923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6" name="ph7026"/>
              <p:cNvSpPr/>
              <p:nvPr/>
            </p:nvSpPr>
            <p:spPr>
              <a:xfrm>
                <a:off x="356849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7" name="ph7027"/>
              <p:cNvSpPr/>
              <p:nvPr/>
            </p:nvSpPr>
            <p:spPr>
              <a:xfrm>
                <a:off x="357775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8" name="ph7028"/>
              <p:cNvSpPr/>
              <p:nvPr/>
            </p:nvSpPr>
            <p:spPr>
              <a:xfrm>
                <a:off x="358702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9" name="ph7029"/>
              <p:cNvSpPr/>
              <p:nvPr/>
            </p:nvSpPr>
            <p:spPr>
              <a:xfrm>
                <a:off x="359628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0" name="ph7030"/>
              <p:cNvSpPr/>
              <p:nvPr/>
            </p:nvSpPr>
            <p:spPr>
              <a:xfrm>
                <a:off x="360554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1" name="ph7031"/>
              <p:cNvSpPr/>
              <p:nvPr/>
            </p:nvSpPr>
            <p:spPr>
              <a:xfrm>
                <a:off x="361480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2" name="ph7032"/>
              <p:cNvSpPr/>
              <p:nvPr/>
            </p:nvSpPr>
            <p:spPr>
              <a:xfrm>
                <a:off x="362407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3" name="ph7033"/>
              <p:cNvSpPr/>
              <p:nvPr/>
            </p:nvSpPr>
            <p:spPr>
              <a:xfrm>
                <a:off x="363333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4" name="ph7034"/>
              <p:cNvSpPr/>
              <p:nvPr/>
            </p:nvSpPr>
            <p:spPr>
              <a:xfrm>
                <a:off x="364259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5" name="ph7035"/>
              <p:cNvSpPr/>
              <p:nvPr/>
            </p:nvSpPr>
            <p:spPr>
              <a:xfrm>
                <a:off x="365185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6" name="ph7036"/>
              <p:cNvSpPr/>
              <p:nvPr/>
            </p:nvSpPr>
            <p:spPr>
              <a:xfrm>
                <a:off x="366111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7" name="ph7037"/>
              <p:cNvSpPr/>
              <p:nvPr/>
            </p:nvSpPr>
            <p:spPr>
              <a:xfrm>
                <a:off x="367038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8" name="ph7038"/>
              <p:cNvSpPr/>
              <p:nvPr/>
            </p:nvSpPr>
            <p:spPr>
              <a:xfrm>
                <a:off x="367964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9" name="ph7039"/>
              <p:cNvSpPr/>
              <p:nvPr/>
            </p:nvSpPr>
            <p:spPr>
              <a:xfrm>
                <a:off x="3688905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0" name="ph7040"/>
              <p:cNvSpPr/>
              <p:nvPr/>
            </p:nvSpPr>
            <p:spPr>
              <a:xfrm>
                <a:off x="3698168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1" name="ph7041"/>
              <p:cNvSpPr/>
              <p:nvPr/>
            </p:nvSpPr>
            <p:spPr>
              <a:xfrm>
                <a:off x="3707430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2" name="ph7042"/>
              <p:cNvSpPr/>
              <p:nvPr/>
            </p:nvSpPr>
            <p:spPr>
              <a:xfrm>
                <a:off x="3716692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3" name="ph7043"/>
              <p:cNvSpPr/>
              <p:nvPr/>
            </p:nvSpPr>
            <p:spPr>
              <a:xfrm>
                <a:off x="3725954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4" name="ph7044"/>
              <p:cNvSpPr/>
              <p:nvPr/>
            </p:nvSpPr>
            <p:spPr>
              <a:xfrm>
                <a:off x="3735217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5" name="ph7045"/>
              <p:cNvSpPr/>
              <p:nvPr/>
            </p:nvSpPr>
            <p:spPr>
              <a:xfrm>
                <a:off x="3744479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6" name="ph7046"/>
              <p:cNvSpPr/>
              <p:nvPr/>
            </p:nvSpPr>
            <p:spPr>
              <a:xfrm>
                <a:off x="3753741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7" name="ph7047"/>
              <p:cNvSpPr/>
              <p:nvPr/>
            </p:nvSpPr>
            <p:spPr>
              <a:xfrm>
                <a:off x="3763003" y="12746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8" name="ph7048"/>
              <p:cNvSpPr/>
              <p:nvPr/>
            </p:nvSpPr>
            <p:spPr>
              <a:xfrm>
                <a:off x="3772265" y="1291910"/>
                <a:ext cx="92359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9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598" y="897161"/>
                    </a:lnTo>
                    <a:lnTo>
                      <a:pt x="920634" y="904228"/>
                    </a:lnTo>
                    <a:lnTo>
                      <a:pt x="916865" y="912314"/>
                    </a:lnTo>
                    <a:lnTo>
                      <a:pt x="915787" y="91439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9" name="ph7049"/>
              <p:cNvSpPr/>
              <p:nvPr/>
            </p:nvSpPr>
            <p:spPr>
              <a:xfrm>
                <a:off x="2021706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8631" y="931638"/>
                    </a:lnTo>
                    <a:lnTo>
                      <a:pt x="908002" y="927138"/>
                    </a:lnTo>
                    <a:lnTo>
                      <a:pt x="906833" y="916529"/>
                    </a:lnTo>
                    <a:lnTo>
                      <a:pt x="906661" y="91439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0" name="ph7050"/>
              <p:cNvSpPr/>
              <p:nvPr/>
            </p:nvSpPr>
            <p:spPr>
              <a:xfrm>
                <a:off x="202170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1" name="ph7051"/>
              <p:cNvSpPr/>
              <p:nvPr/>
            </p:nvSpPr>
            <p:spPr>
              <a:xfrm>
                <a:off x="20309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2" name="ph7052"/>
              <p:cNvSpPr/>
              <p:nvPr/>
            </p:nvSpPr>
            <p:spPr>
              <a:xfrm>
                <a:off x="20402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3" name="ph7053"/>
              <p:cNvSpPr/>
              <p:nvPr/>
            </p:nvSpPr>
            <p:spPr>
              <a:xfrm>
                <a:off x="20494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4" name="ph7054"/>
              <p:cNvSpPr/>
              <p:nvPr/>
            </p:nvSpPr>
            <p:spPr>
              <a:xfrm>
                <a:off x="205875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5" name="ph7055"/>
              <p:cNvSpPr/>
              <p:nvPr/>
            </p:nvSpPr>
            <p:spPr>
              <a:xfrm>
                <a:off x="20680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6" name="ph7056"/>
              <p:cNvSpPr/>
              <p:nvPr/>
            </p:nvSpPr>
            <p:spPr>
              <a:xfrm>
                <a:off x="20772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7" name="ph7057"/>
              <p:cNvSpPr/>
              <p:nvPr/>
            </p:nvSpPr>
            <p:spPr>
              <a:xfrm>
                <a:off x="20865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8" name="ph7058"/>
              <p:cNvSpPr/>
              <p:nvPr/>
            </p:nvSpPr>
            <p:spPr>
              <a:xfrm>
                <a:off x="20958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9" name="ph7059"/>
              <p:cNvSpPr/>
              <p:nvPr/>
            </p:nvSpPr>
            <p:spPr>
              <a:xfrm>
                <a:off x="210506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0" name="ph7060"/>
              <p:cNvSpPr/>
              <p:nvPr/>
            </p:nvSpPr>
            <p:spPr>
              <a:xfrm>
                <a:off x="211432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1" name="ph7061"/>
              <p:cNvSpPr/>
              <p:nvPr/>
            </p:nvSpPr>
            <p:spPr>
              <a:xfrm>
                <a:off x="212359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2" name="ph7062"/>
              <p:cNvSpPr/>
              <p:nvPr/>
            </p:nvSpPr>
            <p:spPr>
              <a:xfrm>
                <a:off x="213285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3" name="ph7063"/>
              <p:cNvSpPr/>
              <p:nvPr/>
            </p:nvSpPr>
            <p:spPr>
              <a:xfrm>
                <a:off x="214211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4" name="ph7064"/>
              <p:cNvSpPr/>
              <p:nvPr/>
            </p:nvSpPr>
            <p:spPr>
              <a:xfrm>
                <a:off x="21513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5" name="ph7065"/>
              <p:cNvSpPr/>
              <p:nvPr/>
            </p:nvSpPr>
            <p:spPr>
              <a:xfrm>
                <a:off x="21606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6" name="ph7066"/>
              <p:cNvSpPr/>
              <p:nvPr/>
            </p:nvSpPr>
            <p:spPr>
              <a:xfrm>
                <a:off x="21699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7" name="ph7067"/>
              <p:cNvSpPr/>
              <p:nvPr/>
            </p:nvSpPr>
            <p:spPr>
              <a:xfrm>
                <a:off x="21791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8" name="ph7068"/>
              <p:cNvSpPr/>
              <p:nvPr/>
            </p:nvSpPr>
            <p:spPr>
              <a:xfrm>
                <a:off x="218842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9" name="ph7069"/>
              <p:cNvSpPr/>
              <p:nvPr/>
            </p:nvSpPr>
            <p:spPr>
              <a:xfrm>
                <a:off x="21976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0" name="ph7070"/>
              <p:cNvSpPr/>
              <p:nvPr/>
            </p:nvSpPr>
            <p:spPr>
              <a:xfrm>
                <a:off x="22069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1" name="ph7071"/>
              <p:cNvSpPr/>
              <p:nvPr/>
            </p:nvSpPr>
            <p:spPr>
              <a:xfrm>
                <a:off x="22162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2" name="ph7072"/>
              <p:cNvSpPr/>
              <p:nvPr/>
            </p:nvSpPr>
            <p:spPr>
              <a:xfrm>
                <a:off x="222547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3" name="ph7073"/>
              <p:cNvSpPr/>
              <p:nvPr/>
            </p:nvSpPr>
            <p:spPr>
              <a:xfrm>
                <a:off x="22347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4" name="ph7074"/>
              <p:cNvSpPr/>
              <p:nvPr/>
            </p:nvSpPr>
            <p:spPr>
              <a:xfrm>
                <a:off x="22439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5" name="ph7075"/>
              <p:cNvSpPr/>
              <p:nvPr/>
            </p:nvSpPr>
            <p:spPr>
              <a:xfrm>
                <a:off x="22532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6" name="ph7076"/>
              <p:cNvSpPr/>
              <p:nvPr/>
            </p:nvSpPr>
            <p:spPr>
              <a:xfrm>
                <a:off x="22625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7" name="ph7077"/>
              <p:cNvSpPr/>
              <p:nvPr/>
            </p:nvSpPr>
            <p:spPr>
              <a:xfrm>
                <a:off x="227178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8" name="ph7078"/>
              <p:cNvSpPr/>
              <p:nvPr/>
            </p:nvSpPr>
            <p:spPr>
              <a:xfrm>
                <a:off x="22810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9" name="ph7079"/>
              <p:cNvSpPr/>
              <p:nvPr/>
            </p:nvSpPr>
            <p:spPr>
              <a:xfrm>
                <a:off x="22903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0" name="ph7080"/>
              <p:cNvSpPr/>
              <p:nvPr/>
            </p:nvSpPr>
            <p:spPr>
              <a:xfrm>
                <a:off x="22995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1" name="ph7081"/>
              <p:cNvSpPr/>
              <p:nvPr/>
            </p:nvSpPr>
            <p:spPr>
              <a:xfrm>
                <a:off x="230883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2" name="ph7082"/>
              <p:cNvSpPr/>
              <p:nvPr/>
            </p:nvSpPr>
            <p:spPr>
              <a:xfrm>
                <a:off x="23180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3" name="ph7083"/>
              <p:cNvSpPr/>
              <p:nvPr/>
            </p:nvSpPr>
            <p:spPr>
              <a:xfrm>
                <a:off x="23273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4" name="ph7084"/>
              <p:cNvSpPr/>
              <p:nvPr/>
            </p:nvSpPr>
            <p:spPr>
              <a:xfrm>
                <a:off x="23366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5" name="ph7085"/>
              <p:cNvSpPr/>
              <p:nvPr/>
            </p:nvSpPr>
            <p:spPr>
              <a:xfrm>
                <a:off x="23458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6" name="ph7086"/>
              <p:cNvSpPr/>
              <p:nvPr/>
            </p:nvSpPr>
            <p:spPr>
              <a:xfrm>
                <a:off x="2355146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7" name="ph7087"/>
              <p:cNvSpPr/>
              <p:nvPr/>
            </p:nvSpPr>
            <p:spPr>
              <a:xfrm>
                <a:off x="23644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399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399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8" name="ph7088"/>
              <p:cNvSpPr/>
              <p:nvPr/>
            </p:nvSpPr>
            <p:spPr>
              <a:xfrm>
                <a:off x="2373670" y="1274671"/>
                <a:ext cx="921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16005" y="897161"/>
                    </a:lnTo>
                    <a:lnTo>
                      <a:pt x="917146" y="900172"/>
                    </a:lnTo>
                    <a:lnTo>
                      <a:pt x="920176" y="909105"/>
                    </a:lnTo>
                    <a:lnTo>
                      <a:pt x="921775" y="91439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9" name="ph7089"/>
              <p:cNvSpPr/>
              <p:nvPr/>
            </p:nvSpPr>
            <p:spPr>
              <a:xfrm>
                <a:off x="3364728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790" y="914399"/>
                    </a:lnTo>
                    <a:lnTo>
                      <a:pt x="914400" y="91297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0" name="ph7090"/>
              <p:cNvSpPr/>
              <p:nvPr/>
            </p:nvSpPr>
            <p:spPr>
              <a:xfrm>
                <a:off x="3373990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2979"/>
                    </a:lnTo>
                    <a:lnTo>
                      <a:pt x="907602" y="910805"/>
                    </a:lnTo>
                    <a:lnTo>
                      <a:pt x="912766" y="906827"/>
                    </a:lnTo>
                    <a:lnTo>
                      <a:pt x="914400" y="905744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1" name="ph7091"/>
              <p:cNvSpPr/>
              <p:nvPr/>
            </p:nvSpPr>
            <p:spPr>
              <a:xfrm>
                <a:off x="3383252" y="127467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5744"/>
                    </a:lnTo>
                    <a:lnTo>
                      <a:pt x="908768" y="903337"/>
                    </a:lnTo>
                    <a:lnTo>
                      <a:pt x="914120" y="900344"/>
                    </a:lnTo>
                    <a:lnTo>
                      <a:pt x="914400" y="900202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2" name="ph7092"/>
              <p:cNvSpPr/>
              <p:nvPr/>
            </p:nvSpPr>
            <p:spPr>
              <a:xfrm>
                <a:off x="3392514" y="12574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441"/>
                    </a:lnTo>
                    <a:lnTo>
                      <a:pt x="911118" y="91439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3" name="ph7093"/>
              <p:cNvSpPr/>
              <p:nvPr/>
            </p:nvSpPr>
            <p:spPr>
              <a:xfrm>
                <a:off x="339251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4" name="ph7094"/>
              <p:cNvSpPr/>
              <p:nvPr/>
            </p:nvSpPr>
            <p:spPr>
              <a:xfrm>
                <a:off x="340177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5" name="ph7095"/>
              <p:cNvSpPr/>
              <p:nvPr/>
            </p:nvSpPr>
            <p:spPr>
              <a:xfrm>
                <a:off x="341103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6" name="ph7096"/>
              <p:cNvSpPr/>
              <p:nvPr/>
            </p:nvSpPr>
            <p:spPr>
              <a:xfrm>
                <a:off x="342030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7" name="ph7097"/>
              <p:cNvSpPr/>
              <p:nvPr/>
            </p:nvSpPr>
            <p:spPr>
              <a:xfrm>
                <a:off x="342956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8" name="ph7098"/>
              <p:cNvSpPr/>
              <p:nvPr/>
            </p:nvSpPr>
            <p:spPr>
              <a:xfrm>
                <a:off x="343882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9" name="ph7099"/>
              <p:cNvSpPr/>
              <p:nvPr/>
            </p:nvSpPr>
            <p:spPr>
              <a:xfrm>
                <a:off x="344808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0" name="ph7100"/>
              <p:cNvSpPr/>
              <p:nvPr/>
            </p:nvSpPr>
            <p:spPr>
              <a:xfrm>
                <a:off x="345735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1" name="ph7101"/>
              <p:cNvSpPr/>
              <p:nvPr/>
            </p:nvSpPr>
            <p:spPr>
              <a:xfrm>
                <a:off x="346661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2" name="ph7102"/>
              <p:cNvSpPr/>
              <p:nvPr/>
            </p:nvSpPr>
            <p:spPr>
              <a:xfrm>
                <a:off x="347587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3" name="ph7103"/>
              <p:cNvSpPr/>
              <p:nvPr/>
            </p:nvSpPr>
            <p:spPr>
              <a:xfrm>
                <a:off x="348513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4" name="ph7104"/>
              <p:cNvSpPr/>
              <p:nvPr/>
            </p:nvSpPr>
            <p:spPr>
              <a:xfrm>
                <a:off x="349439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5" name="ph7105"/>
              <p:cNvSpPr/>
              <p:nvPr/>
            </p:nvSpPr>
            <p:spPr>
              <a:xfrm>
                <a:off x="350366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6" name="ph7106"/>
              <p:cNvSpPr/>
              <p:nvPr/>
            </p:nvSpPr>
            <p:spPr>
              <a:xfrm>
                <a:off x="351292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7" name="ph7107"/>
              <p:cNvSpPr/>
              <p:nvPr/>
            </p:nvSpPr>
            <p:spPr>
              <a:xfrm>
                <a:off x="352218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8" name="ph7108"/>
              <p:cNvSpPr/>
              <p:nvPr/>
            </p:nvSpPr>
            <p:spPr>
              <a:xfrm>
                <a:off x="353144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9" name="ph7109"/>
              <p:cNvSpPr/>
              <p:nvPr/>
            </p:nvSpPr>
            <p:spPr>
              <a:xfrm>
                <a:off x="354071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0" name="ph7110"/>
              <p:cNvSpPr/>
              <p:nvPr/>
            </p:nvSpPr>
            <p:spPr>
              <a:xfrm>
                <a:off x="354997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1" name="ph7111"/>
              <p:cNvSpPr/>
              <p:nvPr/>
            </p:nvSpPr>
            <p:spPr>
              <a:xfrm>
                <a:off x="355923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2" name="ph7112"/>
              <p:cNvSpPr/>
              <p:nvPr/>
            </p:nvSpPr>
            <p:spPr>
              <a:xfrm>
                <a:off x="356849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3" name="ph7113"/>
              <p:cNvSpPr/>
              <p:nvPr/>
            </p:nvSpPr>
            <p:spPr>
              <a:xfrm>
                <a:off x="357775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4" name="ph7114"/>
              <p:cNvSpPr/>
              <p:nvPr/>
            </p:nvSpPr>
            <p:spPr>
              <a:xfrm>
                <a:off x="358702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5" name="ph7115"/>
              <p:cNvSpPr/>
              <p:nvPr/>
            </p:nvSpPr>
            <p:spPr>
              <a:xfrm>
                <a:off x="359628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6" name="ph7116"/>
              <p:cNvSpPr/>
              <p:nvPr/>
            </p:nvSpPr>
            <p:spPr>
              <a:xfrm>
                <a:off x="360554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7" name="ph7117"/>
              <p:cNvSpPr/>
              <p:nvPr/>
            </p:nvSpPr>
            <p:spPr>
              <a:xfrm>
                <a:off x="361480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8" name="ph7118"/>
              <p:cNvSpPr/>
              <p:nvPr/>
            </p:nvSpPr>
            <p:spPr>
              <a:xfrm>
                <a:off x="362407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9" name="ph7119"/>
              <p:cNvSpPr/>
              <p:nvPr/>
            </p:nvSpPr>
            <p:spPr>
              <a:xfrm>
                <a:off x="363333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0" name="ph7120"/>
              <p:cNvSpPr/>
              <p:nvPr/>
            </p:nvSpPr>
            <p:spPr>
              <a:xfrm>
                <a:off x="364259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1" name="ph7121"/>
              <p:cNvSpPr/>
              <p:nvPr/>
            </p:nvSpPr>
            <p:spPr>
              <a:xfrm>
                <a:off x="365185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2" name="ph7122"/>
              <p:cNvSpPr/>
              <p:nvPr/>
            </p:nvSpPr>
            <p:spPr>
              <a:xfrm>
                <a:off x="366111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3" name="ph7123"/>
              <p:cNvSpPr/>
              <p:nvPr/>
            </p:nvSpPr>
            <p:spPr>
              <a:xfrm>
                <a:off x="367038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4" name="ph7124"/>
              <p:cNvSpPr/>
              <p:nvPr/>
            </p:nvSpPr>
            <p:spPr>
              <a:xfrm>
                <a:off x="367964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5" name="ph7125"/>
              <p:cNvSpPr/>
              <p:nvPr/>
            </p:nvSpPr>
            <p:spPr>
              <a:xfrm>
                <a:off x="3688905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6" name="ph7126"/>
              <p:cNvSpPr/>
              <p:nvPr/>
            </p:nvSpPr>
            <p:spPr>
              <a:xfrm>
                <a:off x="3698168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7" name="ph7127"/>
              <p:cNvSpPr/>
              <p:nvPr/>
            </p:nvSpPr>
            <p:spPr>
              <a:xfrm>
                <a:off x="3707430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8" name="ph7128"/>
              <p:cNvSpPr/>
              <p:nvPr/>
            </p:nvSpPr>
            <p:spPr>
              <a:xfrm>
                <a:off x="3716692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9" name="ph7129"/>
              <p:cNvSpPr/>
              <p:nvPr/>
            </p:nvSpPr>
            <p:spPr>
              <a:xfrm>
                <a:off x="3725954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0" name="ph7130"/>
              <p:cNvSpPr/>
              <p:nvPr/>
            </p:nvSpPr>
            <p:spPr>
              <a:xfrm>
                <a:off x="3735217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1" name="ph7131"/>
              <p:cNvSpPr/>
              <p:nvPr/>
            </p:nvSpPr>
            <p:spPr>
              <a:xfrm>
                <a:off x="3744479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2" name="ph7132"/>
              <p:cNvSpPr/>
              <p:nvPr/>
            </p:nvSpPr>
            <p:spPr>
              <a:xfrm>
                <a:off x="3753741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3" name="ph7133"/>
              <p:cNvSpPr/>
              <p:nvPr/>
            </p:nvSpPr>
            <p:spPr>
              <a:xfrm>
                <a:off x="3763003" y="12574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4" name="ph7134"/>
              <p:cNvSpPr/>
              <p:nvPr/>
            </p:nvSpPr>
            <p:spPr>
              <a:xfrm>
                <a:off x="3772265" y="1274671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4248"/>
                    </a:lnTo>
                    <a:lnTo>
                      <a:pt x="923598" y="91439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5" name="ph7135"/>
              <p:cNvSpPr/>
              <p:nvPr/>
            </p:nvSpPr>
            <p:spPr>
              <a:xfrm>
                <a:off x="3781528" y="1257433"/>
                <a:ext cx="920598" cy="931486"/>
              </a:xfrm>
              <a:custGeom>
                <a:avLst/>
                <a:gdLst/>
                <a:ahLst/>
                <a:cxnLst/>
                <a:rect l="0" t="0" r="0" b="0"/>
                <a:pathLst>
                  <a:path w="920598" h="931486">
                    <a:moveTo>
                      <a:pt x="914400" y="914399"/>
                    </a:moveTo>
                    <a:lnTo>
                      <a:pt x="920598" y="914399"/>
                    </a:lnTo>
                    <a:lnTo>
                      <a:pt x="918210" y="921502"/>
                    </a:lnTo>
                    <a:lnTo>
                      <a:pt x="914910" y="930268"/>
                    </a:lnTo>
                    <a:lnTo>
                      <a:pt x="914400" y="931486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6" name="ph7136"/>
              <p:cNvSpPr/>
              <p:nvPr/>
            </p:nvSpPr>
            <p:spPr>
              <a:xfrm>
                <a:off x="2021706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6661" y="931638"/>
                    </a:lnTo>
                    <a:lnTo>
                      <a:pt x="905965" y="923058"/>
                    </a:lnTo>
                    <a:lnTo>
                      <a:pt x="905511" y="91439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7" name="ph7137"/>
              <p:cNvSpPr/>
              <p:nvPr/>
            </p:nvSpPr>
            <p:spPr>
              <a:xfrm>
                <a:off x="202170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8" name="ph7138"/>
              <p:cNvSpPr/>
              <p:nvPr/>
            </p:nvSpPr>
            <p:spPr>
              <a:xfrm>
                <a:off x="20309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9" name="ph7139"/>
              <p:cNvSpPr/>
              <p:nvPr/>
            </p:nvSpPr>
            <p:spPr>
              <a:xfrm>
                <a:off x="20402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0" name="ph7140"/>
              <p:cNvSpPr/>
              <p:nvPr/>
            </p:nvSpPr>
            <p:spPr>
              <a:xfrm>
                <a:off x="20494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1" name="ph7141"/>
              <p:cNvSpPr/>
              <p:nvPr/>
            </p:nvSpPr>
            <p:spPr>
              <a:xfrm>
                <a:off x="205875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2" name="ph7142"/>
              <p:cNvSpPr/>
              <p:nvPr/>
            </p:nvSpPr>
            <p:spPr>
              <a:xfrm>
                <a:off x="20680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3" name="ph7143"/>
              <p:cNvSpPr/>
              <p:nvPr/>
            </p:nvSpPr>
            <p:spPr>
              <a:xfrm>
                <a:off x="20772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4" name="ph7144"/>
              <p:cNvSpPr/>
              <p:nvPr/>
            </p:nvSpPr>
            <p:spPr>
              <a:xfrm>
                <a:off x="20865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5" name="ph7145"/>
              <p:cNvSpPr/>
              <p:nvPr/>
            </p:nvSpPr>
            <p:spPr>
              <a:xfrm>
                <a:off x="20958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6" name="ph7146"/>
              <p:cNvSpPr/>
              <p:nvPr/>
            </p:nvSpPr>
            <p:spPr>
              <a:xfrm>
                <a:off x="210506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7" name="ph7147"/>
              <p:cNvSpPr/>
              <p:nvPr/>
            </p:nvSpPr>
            <p:spPr>
              <a:xfrm>
                <a:off x="211432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8" name="ph7148"/>
              <p:cNvSpPr/>
              <p:nvPr/>
            </p:nvSpPr>
            <p:spPr>
              <a:xfrm>
                <a:off x="212359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9" name="ph7149"/>
              <p:cNvSpPr/>
              <p:nvPr/>
            </p:nvSpPr>
            <p:spPr>
              <a:xfrm>
                <a:off x="213285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0" name="ph7150"/>
              <p:cNvSpPr/>
              <p:nvPr/>
            </p:nvSpPr>
            <p:spPr>
              <a:xfrm>
                <a:off x="214211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1" name="ph7151"/>
              <p:cNvSpPr/>
              <p:nvPr/>
            </p:nvSpPr>
            <p:spPr>
              <a:xfrm>
                <a:off x="21513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2" name="ph7152"/>
              <p:cNvSpPr/>
              <p:nvPr/>
            </p:nvSpPr>
            <p:spPr>
              <a:xfrm>
                <a:off x="21606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3" name="ph7153"/>
              <p:cNvSpPr/>
              <p:nvPr/>
            </p:nvSpPr>
            <p:spPr>
              <a:xfrm>
                <a:off x="21699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4" name="ph7154"/>
              <p:cNvSpPr/>
              <p:nvPr/>
            </p:nvSpPr>
            <p:spPr>
              <a:xfrm>
                <a:off x="21791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5" name="ph7155"/>
              <p:cNvSpPr/>
              <p:nvPr/>
            </p:nvSpPr>
            <p:spPr>
              <a:xfrm>
                <a:off x="218842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6" name="ph7156"/>
              <p:cNvSpPr/>
              <p:nvPr/>
            </p:nvSpPr>
            <p:spPr>
              <a:xfrm>
                <a:off x="21976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7" name="ph7157"/>
              <p:cNvSpPr/>
              <p:nvPr/>
            </p:nvSpPr>
            <p:spPr>
              <a:xfrm>
                <a:off x="22069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8" name="ph7158"/>
              <p:cNvSpPr/>
              <p:nvPr/>
            </p:nvSpPr>
            <p:spPr>
              <a:xfrm>
                <a:off x="22162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9" name="ph7159"/>
              <p:cNvSpPr/>
              <p:nvPr/>
            </p:nvSpPr>
            <p:spPr>
              <a:xfrm>
                <a:off x="222547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0" name="ph7160"/>
              <p:cNvSpPr/>
              <p:nvPr/>
            </p:nvSpPr>
            <p:spPr>
              <a:xfrm>
                <a:off x="22347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1" name="ph7161"/>
              <p:cNvSpPr/>
              <p:nvPr/>
            </p:nvSpPr>
            <p:spPr>
              <a:xfrm>
                <a:off x="22439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2" name="ph7162"/>
              <p:cNvSpPr/>
              <p:nvPr/>
            </p:nvSpPr>
            <p:spPr>
              <a:xfrm>
                <a:off x="22532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3" name="ph7163"/>
              <p:cNvSpPr/>
              <p:nvPr/>
            </p:nvSpPr>
            <p:spPr>
              <a:xfrm>
                <a:off x="22625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4" name="ph7164"/>
              <p:cNvSpPr/>
              <p:nvPr/>
            </p:nvSpPr>
            <p:spPr>
              <a:xfrm>
                <a:off x="227178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5" name="ph7165"/>
              <p:cNvSpPr/>
              <p:nvPr/>
            </p:nvSpPr>
            <p:spPr>
              <a:xfrm>
                <a:off x="22810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6" name="ph7166"/>
              <p:cNvSpPr/>
              <p:nvPr/>
            </p:nvSpPr>
            <p:spPr>
              <a:xfrm>
                <a:off x="22903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7" name="ph7167"/>
              <p:cNvSpPr/>
              <p:nvPr/>
            </p:nvSpPr>
            <p:spPr>
              <a:xfrm>
                <a:off x="22995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8" name="ph7168"/>
              <p:cNvSpPr/>
              <p:nvPr/>
            </p:nvSpPr>
            <p:spPr>
              <a:xfrm>
                <a:off x="230883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9" name="ph7169"/>
              <p:cNvSpPr/>
              <p:nvPr/>
            </p:nvSpPr>
            <p:spPr>
              <a:xfrm>
                <a:off x="23180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0" name="ph7170"/>
              <p:cNvSpPr/>
              <p:nvPr/>
            </p:nvSpPr>
            <p:spPr>
              <a:xfrm>
                <a:off x="23273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1" name="ph7171"/>
              <p:cNvSpPr/>
              <p:nvPr/>
            </p:nvSpPr>
            <p:spPr>
              <a:xfrm>
                <a:off x="23366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2" name="ph7172"/>
              <p:cNvSpPr/>
              <p:nvPr/>
            </p:nvSpPr>
            <p:spPr>
              <a:xfrm>
                <a:off x="23458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3" name="ph7173"/>
              <p:cNvSpPr/>
              <p:nvPr/>
            </p:nvSpPr>
            <p:spPr>
              <a:xfrm>
                <a:off x="2355146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4" name="ph7174"/>
              <p:cNvSpPr/>
              <p:nvPr/>
            </p:nvSpPr>
            <p:spPr>
              <a:xfrm>
                <a:off x="2373670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825" y="897161"/>
                    </a:lnTo>
                    <a:lnTo>
                      <a:pt x="910371" y="900466"/>
                    </a:lnTo>
                    <a:lnTo>
                      <a:pt x="913875" y="908777"/>
                    </a:lnTo>
                    <a:lnTo>
                      <a:pt x="914400" y="910162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5" name="ph7175"/>
              <p:cNvSpPr/>
              <p:nvPr/>
            </p:nvSpPr>
            <p:spPr>
              <a:xfrm>
                <a:off x="2373670" y="1257433"/>
                <a:ext cx="91600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005" h="914399">
                    <a:moveTo>
                      <a:pt x="914400" y="914399"/>
                    </a:moveTo>
                    <a:lnTo>
                      <a:pt x="914400" y="910162"/>
                    </a:lnTo>
                    <a:lnTo>
                      <a:pt x="916005" y="91439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6" name="ph7176"/>
              <p:cNvSpPr/>
              <p:nvPr/>
            </p:nvSpPr>
            <p:spPr>
              <a:xfrm>
                <a:off x="3392514" y="125743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1118" y="914399"/>
                    </a:lnTo>
                    <a:lnTo>
                      <a:pt x="914400" y="912731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7" name="ph7177"/>
              <p:cNvSpPr/>
              <p:nvPr/>
            </p:nvSpPr>
            <p:spPr>
              <a:xfrm>
                <a:off x="3401777" y="12401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9969"/>
                    </a:lnTo>
                    <a:lnTo>
                      <a:pt x="909255" y="927820"/>
                    </a:lnTo>
                    <a:lnTo>
                      <a:pt x="910375" y="917026"/>
                    </a:lnTo>
                    <a:lnTo>
                      <a:pt x="910727" y="91439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8" name="ph7178"/>
              <p:cNvSpPr/>
              <p:nvPr/>
            </p:nvSpPr>
            <p:spPr>
              <a:xfrm>
                <a:off x="340177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9" name="ph7179"/>
              <p:cNvSpPr/>
              <p:nvPr/>
            </p:nvSpPr>
            <p:spPr>
              <a:xfrm>
                <a:off x="341103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0" name="ph7180"/>
              <p:cNvSpPr/>
              <p:nvPr/>
            </p:nvSpPr>
            <p:spPr>
              <a:xfrm>
                <a:off x="342030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1" name="ph7181"/>
              <p:cNvSpPr/>
              <p:nvPr/>
            </p:nvSpPr>
            <p:spPr>
              <a:xfrm>
                <a:off x="342956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2" name="ph7182"/>
              <p:cNvSpPr/>
              <p:nvPr/>
            </p:nvSpPr>
            <p:spPr>
              <a:xfrm>
                <a:off x="343882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3" name="ph7183"/>
              <p:cNvSpPr/>
              <p:nvPr/>
            </p:nvSpPr>
            <p:spPr>
              <a:xfrm>
                <a:off x="344808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4" name="ph7184"/>
              <p:cNvSpPr/>
              <p:nvPr/>
            </p:nvSpPr>
            <p:spPr>
              <a:xfrm>
                <a:off x="345735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5" name="ph7185"/>
              <p:cNvSpPr/>
              <p:nvPr/>
            </p:nvSpPr>
            <p:spPr>
              <a:xfrm>
                <a:off x="346661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6" name="ph7186"/>
              <p:cNvSpPr/>
              <p:nvPr/>
            </p:nvSpPr>
            <p:spPr>
              <a:xfrm>
                <a:off x="347587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7" name="ph7187"/>
              <p:cNvSpPr/>
              <p:nvPr/>
            </p:nvSpPr>
            <p:spPr>
              <a:xfrm>
                <a:off x="348513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8" name="ph7188"/>
              <p:cNvSpPr/>
              <p:nvPr/>
            </p:nvSpPr>
            <p:spPr>
              <a:xfrm>
                <a:off x="349439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9" name="ph7189"/>
              <p:cNvSpPr/>
              <p:nvPr/>
            </p:nvSpPr>
            <p:spPr>
              <a:xfrm>
                <a:off x="350366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0" name="ph7190"/>
              <p:cNvSpPr/>
              <p:nvPr/>
            </p:nvSpPr>
            <p:spPr>
              <a:xfrm>
                <a:off x="351292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1" name="ph7191"/>
              <p:cNvSpPr/>
              <p:nvPr/>
            </p:nvSpPr>
            <p:spPr>
              <a:xfrm>
                <a:off x="352218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2" name="ph7192"/>
              <p:cNvSpPr/>
              <p:nvPr/>
            </p:nvSpPr>
            <p:spPr>
              <a:xfrm>
                <a:off x="353144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3" name="ph7193"/>
              <p:cNvSpPr/>
              <p:nvPr/>
            </p:nvSpPr>
            <p:spPr>
              <a:xfrm>
                <a:off x="354071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4" name="ph7194"/>
              <p:cNvSpPr/>
              <p:nvPr/>
            </p:nvSpPr>
            <p:spPr>
              <a:xfrm>
                <a:off x="354997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5" name="ph7195"/>
              <p:cNvSpPr/>
              <p:nvPr/>
            </p:nvSpPr>
            <p:spPr>
              <a:xfrm>
                <a:off x="355923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6" name="ph7196"/>
              <p:cNvSpPr/>
              <p:nvPr/>
            </p:nvSpPr>
            <p:spPr>
              <a:xfrm>
                <a:off x="356849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7" name="ph7197"/>
              <p:cNvSpPr/>
              <p:nvPr/>
            </p:nvSpPr>
            <p:spPr>
              <a:xfrm>
                <a:off x="357775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8" name="ph7198"/>
              <p:cNvSpPr/>
              <p:nvPr/>
            </p:nvSpPr>
            <p:spPr>
              <a:xfrm>
                <a:off x="358702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9" name="ph7199"/>
              <p:cNvSpPr/>
              <p:nvPr/>
            </p:nvSpPr>
            <p:spPr>
              <a:xfrm>
                <a:off x="359628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0" name="ph7200"/>
              <p:cNvSpPr/>
              <p:nvPr/>
            </p:nvSpPr>
            <p:spPr>
              <a:xfrm>
                <a:off x="360554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1" name="ph7201"/>
              <p:cNvSpPr/>
              <p:nvPr/>
            </p:nvSpPr>
            <p:spPr>
              <a:xfrm>
                <a:off x="361480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2" name="ph7202"/>
              <p:cNvSpPr/>
              <p:nvPr/>
            </p:nvSpPr>
            <p:spPr>
              <a:xfrm>
                <a:off x="362407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3" name="ph7203"/>
              <p:cNvSpPr/>
              <p:nvPr/>
            </p:nvSpPr>
            <p:spPr>
              <a:xfrm>
                <a:off x="363333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4" name="ph7204"/>
              <p:cNvSpPr/>
              <p:nvPr/>
            </p:nvSpPr>
            <p:spPr>
              <a:xfrm>
                <a:off x="364259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5" name="ph7205"/>
              <p:cNvSpPr/>
              <p:nvPr/>
            </p:nvSpPr>
            <p:spPr>
              <a:xfrm>
                <a:off x="365185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6" name="ph7206"/>
              <p:cNvSpPr/>
              <p:nvPr/>
            </p:nvSpPr>
            <p:spPr>
              <a:xfrm>
                <a:off x="366111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7" name="ph7207"/>
              <p:cNvSpPr/>
              <p:nvPr/>
            </p:nvSpPr>
            <p:spPr>
              <a:xfrm>
                <a:off x="367038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8" name="ph7208"/>
              <p:cNvSpPr/>
              <p:nvPr/>
            </p:nvSpPr>
            <p:spPr>
              <a:xfrm>
                <a:off x="367964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9" name="ph7209"/>
              <p:cNvSpPr/>
              <p:nvPr/>
            </p:nvSpPr>
            <p:spPr>
              <a:xfrm>
                <a:off x="368890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0" name="ph7210"/>
              <p:cNvSpPr/>
              <p:nvPr/>
            </p:nvSpPr>
            <p:spPr>
              <a:xfrm>
                <a:off x="3698168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1" name="ph7211"/>
              <p:cNvSpPr/>
              <p:nvPr/>
            </p:nvSpPr>
            <p:spPr>
              <a:xfrm>
                <a:off x="3707430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2" name="ph7212"/>
              <p:cNvSpPr/>
              <p:nvPr/>
            </p:nvSpPr>
            <p:spPr>
              <a:xfrm>
                <a:off x="3716692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3" name="ph7213"/>
              <p:cNvSpPr/>
              <p:nvPr/>
            </p:nvSpPr>
            <p:spPr>
              <a:xfrm>
                <a:off x="3725954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4" name="ph7214"/>
              <p:cNvSpPr/>
              <p:nvPr/>
            </p:nvSpPr>
            <p:spPr>
              <a:xfrm>
                <a:off x="3735217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5" name="ph7215"/>
              <p:cNvSpPr/>
              <p:nvPr/>
            </p:nvSpPr>
            <p:spPr>
              <a:xfrm>
                <a:off x="3744479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6" name="ph7216"/>
              <p:cNvSpPr/>
              <p:nvPr/>
            </p:nvSpPr>
            <p:spPr>
              <a:xfrm>
                <a:off x="3753741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7" name="ph7217"/>
              <p:cNvSpPr/>
              <p:nvPr/>
            </p:nvSpPr>
            <p:spPr>
              <a:xfrm>
                <a:off x="3763003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8" name="ph7218"/>
              <p:cNvSpPr/>
              <p:nvPr/>
            </p:nvSpPr>
            <p:spPr>
              <a:xfrm>
                <a:off x="3772265" y="12401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9" name="ph7219"/>
              <p:cNvSpPr/>
              <p:nvPr/>
            </p:nvSpPr>
            <p:spPr>
              <a:xfrm>
                <a:off x="3781528" y="1257433"/>
                <a:ext cx="92366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04396"/>
                    </a:lnTo>
                    <a:lnTo>
                      <a:pt x="921261" y="912430"/>
                    </a:lnTo>
                    <a:lnTo>
                      <a:pt x="920598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0" name="ph7220"/>
              <p:cNvSpPr/>
              <p:nvPr/>
            </p:nvSpPr>
            <p:spPr>
              <a:xfrm>
                <a:off x="3790790" y="1240194"/>
                <a:ext cx="916352" cy="921634"/>
              </a:xfrm>
              <a:custGeom>
                <a:avLst/>
                <a:gdLst/>
                <a:ahLst/>
                <a:cxnLst/>
                <a:rect l="0" t="0" r="0" b="0"/>
                <a:pathLst>
                  <a:path w="916352" h="921634">
                    <a:moveTo>
                      <a:pt x="914400" y="914399"/>
                    </a:moveTo>
                    <a:lnTo>
                      <a:pt x="916352" y="914399"/>
                    </a:lnTo>
                    <a:lnTo>
                      <a:pt x="914794" y="920314"/>
                    </a:lnTo>
                    <a:lnTo>
                      <a:pt x="914400" y="921634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1" name="ph7221"/>
              <p:cNvSpPr/>
              <p:nvPr/>
            </p:nvSpPr>
            <p:spPr>
              <a:xfrm>
                <a:off x="2021706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511" y="931638"/>
                    </a:lnTo>
                    <a:lnTo>
                      <a:pt x="905399" y="929518"/>
                    </a:lnTo>
                    <a:lnTo>
                      <a:pt x="905137" y="918699"/>
                    </a:lnTo>
                    <a:lnTo>
                      <a:pt x="905154" y="91439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2" name="ph7222"/>
              <p:cNvSpPr/>
              <p:nvPr/>
            </p:nvSpPr>
            <p:spPr>
              <a:xfrm>
                <a:off x="202170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3" name="ph7223"/>
              <p:cNvSpPr/>
              <p:nvPr/>
            </p:nvSpPr>
            <p:spPr>
              <a:xfrm>
                <a:off x="20309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4" name="ph7224"/>
              <p:cNvSpPr/>
              <p:nvPr/>
            </p:nvSpPr>
            <p:spPr>
              <a:xfrm>
                <a:off x="20402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5" name="ph7225"/>
              <p:cNvSpPr/>
              <p:nvPr/>
            </p:nvSpPr>
            <p:spPr>
              <a:xfrm>
                <a:off x="20494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6" name="ph7226"/>
              <p:cNvSpPr/>
              <p:nvPr/>
            </p:nvSpPr>
            <p:spPr>
              <a:xfrm>
                <a:off x="205875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7" name="ph7227"/>
              <p:cNvSpPr/>
              <p:nvPr/>
            </p:nvSpPr>
            <p:spPr>
              <a:xfrm>
                <a:off x="20680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8" name="ph7228"/>
              <p:cNvSpPr/>
              <p:nvPr/>
            </p:nvSpPr>
            <p:spPr>
              <a:xfrm>
                <a:off x="20772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9" name="ph7229"/>
              <p:cNvSpPr/>
              <p:nvPr/>
            </p:nvSpPr>
            <p:spPr>
              <a:xfrm>
                <a:off x="20865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0" name="ph7230"/>
              <p:cNvSpPr/>
              <p:nvPr/>
            </p:nvSpPr>
            <p:spPr>
              <a:xfrm>
                <a:off x="20958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1" name="ph7231"/>
              <p:cNvSpPr/>
              <p:nvPr/>
            </p:nvSpPr>
            <p:spPr>
              <a:xfrm>
                <a:off x="210506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2" name="ph7232"/>
              <p:cNvSpPr/>
              <p:nvPr/>
            </p:nvSpPr>
            <p:spPr>
              <a:xfrm>
                <a:off x="21143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3" name="ph7233"/>
              <p:cNvSpPr/>
              <p:nvPr/>
            </p:nvSpPr>
            <p:spPr>
              <a:xfrm>
                <a:off x="212359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4" name="ph7234"/>
              <p:cNvSpPr/>
              <p:nvPr/>
            </p:nvSpPr>
            <p:spPr>
              <a:xfrm>
                <a:off x="213285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5" name="ph7235"/>
              <p:cNvSpPr/>
              <p:nvPr/>
            </p:nvSpPr>
            <p:spPr>
              <a:xfrm>
                <a:off x="214211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6" name="ph7236"/>
              <p:cNvSpPr/>
              <p:nvPr/>
            </p:nvSpPr>
            <p:spPr>
              <a:xfrm>
                <a:off x="21513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7" name="ph7237"/>
              <p:cNvSpPr/>
              <p:nvPr/>
            </p:nvSpPr>
            <p:spPr>
              <a:xfrm>
                <a:off x="21606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8" name="ph7238"/>
              <p:cNvSpPr/>
              <p:nvPr/>
            </p:nvSpPr>
            <p:spPr>
              <a:xfrm>
                <a:off x="21699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9" name="ph7239"/>
              <p:cNvSpPr/>
              <p:nvPr/>
            </p:nvSpPr>
            <p:spPr>
              <a:xfrm>
                <a:off x="21791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0" name="ph7240"/>
              <p:cNvSpPr/>
              <p:nvPr/>
            </p:nvSpPr>
            <p:spPr>
              <a:xfrm>
                <a:off x="218842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1" name="ph7241"/>
              <p:cNvSpPr/>
              <p:nvPr/>
            </p:nvSpPr>
            <p:spPr>
              <a:xfrm>
                <a:off x="21976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2" name="ph7242"/>
              <p:cNvSpPr/>
              <p:nvPr/>
            </p:nvSpPr>
            <p:spPr>
              <a:xfrm>
                <a:off x="22069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3" name="ph7243"/>
              <p:cNvSpPr/>
              <p:nvPr/>
            </p:nvSpPr>
            <p:spPr>
              <a:xfrm>
                <a:off x="22162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4" name="ph7244"/>
              <p:cNvSpPr/>
              <p:nvPr/>
            </p:nvSpPr>
            <p:spPr>
              <a:xfrm>
                <a:off x="222547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5" name="ph7245"/>
              <p:cNvSpPr/>
              <p:nvPr/>
            </p:nvSpPr>
            <p:spPr>
              <a:xfrm>
                <a:off x="22347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6" name="ph7246"/>
              <p:cNvSpPr/>
              <p:nvPr/>
            </p:nvSpPr>
            <p:spPr>
              <a:xfrm>
                <a:off x="22439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7" name="ph7247"/>
              <p:cNvSpPr/>
              <p:nvPr/>
            </p:nvSpPr>
            <p:spPr>
              <a:xfrm>
                <a:off x="22532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8" name="ph7248"/>
              <p:cNvSpPr/>
              <p:nvPr/>
            </p:nvSpPr>
            <p:spPr>
              <a:xfrm>
                <a:off x="22625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9" name="ph7249"/>
              <p:cNvSpPr/>
              <p:nvPr/>
            </p:nvSpPr>
            <p:spPr>
              <a:xfrm>
                <a:off x="2271786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0" name="ph7250"/>
              <p:cNvSpPr/>
              <p:nvPr/>
            </p:nvSpPr>
            <p:spPr>
              <a:xfrm>
                <a:off x="22810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1" name="ph7251"/>
              <p:cNvSpPr/>
              <p:nvPr/>
            </p:nvSpPr>
            <p:spPr>
              <a:xfrm>
                <a:off x="22903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2" name="ph7252"/>
              <p:cNvSpPr/>
              <p:nvPr/>
            </p:nvSpPr>
            <p:spPr>
              <a:xfrm>
                <a:off x="22995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3" name="ph7253"/>
              <p:cNvSpPr/>
              <p:nvPr/>
            </p:nvSpPr>
            <p:spPr>
              <a:xfrm>
                <a:off x="230883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4" name="ph7254"/>
              <p:cNvSpPr/>
              <p:nvPr/>
            </p:nvSpPr>
            <p:spPr>
              <a:xfrm>
                <a:off x="23180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5" name="ph7255"/>
              <p:cNvSpPr/>
              <p:nvPr/>
            </p:nvSpPr>
            <p:spPr>
              <a:xfrm>
                <a:off x="23273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6" name="ph7256"/>
              <p:cNvSpPr/>
              <p:nvPr/>
            </p:nvSpPr>
            <p:spPr>
              <a:xfrm>
                <a:off x="23366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7" name="ph7257"/>
              <p:cNvSpPr/>
              <p:nvPr/>
            </p:nvSpPr>
            <p:spPr>
              <a:xfrm>
                <a:off x="23458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8" name="ph7258"/>
              <p:cNvSpPr/>
              <p:nvPr/>
            </p:nvSpPr>
            <p:spPr>
              <a:xfrm>
                <a:off x="2364408" y="1240194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111" y="897161"/>
                    </a:lnTo>
                    <a:lnTo>
                      <a:pt x="911966" y="902134"/>
                    </a:lnTo>
                    <a:lnTo>
                      <a:pt x="914399" y="90682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9" name="ph7259"/>
              <p:cNvSpPr/>
              <p:nvPr/>
            </p:nvSpPr>
            <p:spPr>
              <a:xfrm>
                <a:off x="2364408" y="1240194"/>
                <a:ext cx="91808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088" h="914399">
                    <a:moveTo>
                      <a:pt x="914399" y="914399"/>
                    </a:moveTo>
                    <a:lnTo>
                      <a:pt x="914399" y="906829"/>
                    </a:lnTo>
                    <a:lnTo>
                      <a:pt x="915907" y="909737"/>
                    </a:lnTo>
                    <a:lnTo>
                      <a:pt x="918088" y="91439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0" name="ph7260"/>
              <p:cNvSpPr/>
              <p:nvPr/>
            </p:nvSpPr>
            <p:spPr>
              <a:xfrm>
                <a:off x="3401777" y="12229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0727" y="931638"/>
                    </a:lnTo>
                    <a:lnTo>
                      <a:pt x="911802" y="923596"/>
                    </a:lnTo>
                    <a:lnTo>
                      <a:pt x="913315" y="91439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1" name="ph7261"/>
              <p:cNvSpPr/>
              <p:nvPr/>
            </p:nvSpPr>
            <p:spPr>
              <a:xfrm>
                <a:off x="340177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2" name="ph7262"/>
              <p:cNvSpPr/>
              <p:nvPr/>
            </p:nvSpPr>
            <p:spPr>
              <a:xfrm>
                <a:off x="341103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3" name="ph7263"/>
              <p:cNvSpPr/>
              <p:nvPr/>
            </p:nvSpPr>
            <p:spPr>
              <a:xfrm>
                <a:off x="342030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4" name="ph7264"/>
              <p:cNvSpPr/>
              <p:nvPr/>
            </p:nvSpPr>
            <p:spPr>
              <a:xfrm>
                <a:off x="342956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5" name="ph7265"/>
              <p:cNvSpPr/>
              <p:nvPr/>
            </p:nvSpPr>
            <p:spPr>
              <a:xfrm>
                <a:off x="343882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6" name="ph7266"/>
              <p:cNvSpPr/>
              <p:nvPr/>
            </p:nvSpPr>
            <p:spPr>
              <a:xfrm>
                <a:off x="344808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7" name="ph7267"/>
              <p:cNvSpPr/>
              <p:nvPr/>
            </p:nvSpPr>
            <p:spPr>
              <a:xfrm>
                <a:off x="345735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8" name="ph7268"/>
              <p:cNvSpPr/>
              <p:nvPr/>
            </p:nvSpPr>
            <p:spPr>
              <a:xfrm>
                <a:off x="346661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9" name="ph7269"/>
              <p:cNvSpPr/>
              <p:nvPr/>
            </p:nvSpPr>
            <p:spPr>
              <a:xfrm>
                <a:off x="347587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0" name="ph7270"/>
              <p:cNvSpPr/>
              <p:nvPr/>
            </p:nvSpPr>
            <p:spPr>
              <a:xfrm>
                <a:off x="348513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1" name="ph7271"/>
              <p:cNvSpPr/>
              <p:nvPr/>
            </p:nvSpPr>
            <p:spPr>
              <a:xfrm>
                <a:off x="349439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2" name="ph7272"/>
              <p:cNvSpPr/>
              <p:nvPr/>
            </p:nvSpPr>
            <p:spPr>
              <a:xfrm>
                <a:off x="350366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3" name="ph7273"/>
              <p:cNvSpPr/>
              <p:nvPr/>
            </p:nvSpPr>
            <p:spPr>
              <a:xfrm>
                <a:off x="351292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4" name="ph7274"/>
              <p:cNvSpPr/>
              <p:nvPr/>
            </p:nvSpPr>
            <p:spPr>
              <a:xfrm>
                <a:off x="352218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5" name="ph7275"/>
              <p:cNvSpPr/>
              <p:nvPr/>
            </p:nvSpPr>
            <p:spPr>
              <a:xfrm>
                <a:off x="353144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6" name="ph7276"/>
              <p:cNvSpPr/>
              <p:nvPr/>
            </p:nvSpPr>
            <p:spPr>
              <a:xfrm>
                <a:off x="354071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7" name="ph7277"/>
              <p:cNvSpPr/>
              <p:nvPr/>
            </p:nvSpPr>
            <p:spPr>
              <a:xfrm>
                <a:off x="354997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8" name="ph7278"/>
              <p:cNvSpPr/>
              <p:nvPr/>
            </p:nvSpPr>
            <p:spPr>
              <a:xfrm>
                <a:off x="355923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9" name="ph7279"/>
              <p:cNvSpPr/>
              <p:nvPr/>
            </p:nvSpPr>
            <p:spPr>
              <a:xfrm>
                <a:off x="356849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0" name="ph7280"/>
              <p:cNvSpPr/>
              <p:nvPr/>
            </p:nvSpPr>
            <p:spPr>
              <a:xfrm>
                <a:off x="357775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1" name="ph7281"/>
              <p:cNvSpPr/>
              <p:nvPr/>
            </p:nvSpPr>
            <p:spPr>
              <a:xfrm>
                <a:off x="358702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2" name="ph7282"/>
              <p:cNvSpPr/>
              <p:nvPr/>
            </p:nvSpPr>
            <p:spPr>
              <a:xfrm>
                <a:off x="359628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3" name="ph7283"/>
              <p:cNvSpPr/>
              <p:nvPr/>
            </p:nvSpPr>
            <p:spPr>
              <a:xfrm>
                <a:off x="360554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4" name="ph7284"/>
              <p:cNvSpPr/>
              <p:nvPr/>
            </p:nvSpPr>
            <p:spPr>
              <a:xfrm>
                <a:off x="361480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5" name="ph7285"/>
              <p:cNvSpPr/>
              <p:nvPr/>
            </p:nvSpPr>
            <p:spPr>
              <a:xfrm>
                <a:off x="362407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6" name="ph7286"/>
              <p:cNvSpPr/>
              <p:nvPr/>
            </p:nvSpPr>
            <p:spPr>
              <a:xfrm>
                <a:off x="363333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7" name="ph7287"/>
              <p:cNvSpPr/>
              <p:nvPr/>
            </p:nvSpPr>
            <p:spPr>
              <a:xfrm>
                <a:off x="364259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8" name="ph7288"/>
              <p:cNvSpPr/>
              <p:nvPr/>
            </p:nvSpPr>
            <p:spPr>
              <a:xfrm>
                <a:off x="365185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9" name="ph7289"/>
              <p:cNvSpPr/>
              <p:nvPr/>
            </p:nvSpPr>
            <p:spPr>
              <a:xfrm>
                <a:off x="366111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0" name="ph7290"/>
              <p:cNvSpPr/>
              <p:nvPr/>
            </p:nvSpPr>
            <p:spPr>
              <a:xfrm>
                <a:off x="367038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1" name="ph7291"/>
              <p:cNvSpPr/>
              <p:nvPr/>
            </p:nvSpPr>
            <p:spPr>
              <a:xfrm>
                <a:off x="367964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2" name="ph7292"/>
              <p:cNvSpPr/>
              <p:nvPr/>
            </p:nvSpPr>
            <p:spPr>
              <a:xfrm>
                <a:off x="368890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3" name="ph7293"/>
              <p:cNvSpPr/>
              <p:nvPr/>
            </p:nvSpPr>
            <p:spPr>
              <a:xfrm>
                <a:off x="369816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4" name="ph7294"/>
              <p:cNvSpPr/>
              <p:nvPr/>
            </p:nvSpPr>
            <p:spPr>
              <a:xfrm>
                <a:off x="3707430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5" name="ph7295"/>
              <p:cNvSpPr/>
              <p:nvPr/>
            </p:nvSpPr>
            <p:spPr>
              <a:xfrm>
                <a:off x="3716692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6" name="ph7296"/>
              <p:cNvSpPr/>
              <p:nvPr/>
            </p:nvSpPr>
            <p:spPr>
              <a:xfrm>
                <a:off x="3725954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7" name="ph7297"/>
              <p:cNvSpPr/>
              <p:nvPr/>
            </p:nvSpPr>
            <p:spPr>
              <a:xfrm>
                <a:off x="3735217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8" name="ph7298"/>
              <p:cNvSpPr/>
              <p:nvPr/>
            </p:nvSpPr>
            <p:spPr>
              <a:xfrm>
                <a:off x="3744479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9" name="ph7299"/>
              <p:cNvSpPr/>
              <p:nvPr/>
            </p:nvSpPr>
            <p:spPr>
              <a:xfrm>
                <a:off x="3753741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0" name="ph7300"/>
              <p:cNvSpPr/>
              <p:nvPr/>
            </p:nvSpPr>
            <p:spPr>
              <a:xfrm>
                <a:off x="3763003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1" name="ph7301"/>
              <p:cNvSpPr/>
              <p:nvPr/>
            </p:nvSpPr>
            <p:spPr>
              <a:xfrm>
                <a:off x="3772265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2" name="ph7302"/>
              <p:cNvSpPr/>
              <p:nvPr/>
            </p:nvSpPr>
            <p:spPr>
              <a:xfrm>
                <a:off x="3781528" y="12229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3" name="ph7303"/>
              <p:cNvSpPr/>
              <p:nvPr/>
            </p:nvSpPr>
            <p:spPr>
              <a:xfrm>
                <a:off x="3790790" y="1240194"/>
                <a:ext cx="92031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18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0318" y="897161"/>
                    </a:lnTo>
                    <a:lnTo>
                      <a:pt x="919586" y="900862"/>
                    </a:lnTo>
                    <a:lnTo>
                      <a:pt x="917325" y="910704"/>
                    </a:lnTo>
                    <a:lnTo>
                      <a:pt x="916352" y="91439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4" name="ph7304"/>
              <p:cNvSpPr/>
              <p:nvPr/>
            </p:nvSpPr>
            <p:spPr>
              <a:xfrm>
                <a:off x="2021706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54" y="931638"/>
                    </a:lnTo>
                    <a:lnTo>
                      <a:pt x="905180" y="925108"/>
                    </a:lnTo>
                    <a:lnTo>
                      <a:pt x="905524" y="914400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5" name="ph7305"/>
              <p:cNvSpPr/>
              <p:nvPr/>
            </p:nvSpPr>
            <p:spPr>
              <a:xfrm>
                <a:off x="202170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6" name="ph7306"/>
              <p:cNvSpPr/>
              <p:nvPr/>
            </p:nvSpPr>
            <p:spPr>
              <a:xfrm>
                <a:off x="20309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7" name="ph7307"/>
              <p:cNvSpPr/>
              <p:nvPr/>
            </p:nvSpPr>
            <p:spPr>
              <a:xfrm>
                <a:off x="20402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8" name="ph7308"/>
              <p:cNvSpPr/>
              <p:nvPr/>
            </p:nvSpPr>
            <p:spPr>
              <a:xfrm>
                <a:off x="20494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9" name="ph7309"/>
              <p:cNvSpPr/>
              <p:nvPr/>
            </p:nvSpPr>
            <p:spPr>
              <a:xfrm>
                <a:off x="205875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0" name="ph7310"/>
              <p:cNvSpPr/>
              <p:nvPr/>
            </p:nvSpPr>
            <p:spPr>
              <a:xfrm>
                <a:off x="20680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1" name="ph7311"/>
              <p:cNvSpPr/>
              <p:nvPr/>
            </p:nvSpPr>
            <p:spPr>
              <a:xfrm>
                <a:off x="20772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2" name="ph7312"/>
              <p:cNvSpPr/>
              <p:nvPr/>
            </p:nvSpPr>
            <p:spPr>
              <a:xfrm>
                <a:off x="20865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3" name="ph7313"/>
              <p:cNvSpPr/>
              <p:nvPr/>
            </p:nvSpPr>
            <p:spPr>
              <a:xfrm>
                <a:off x="20958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4" name="ph7314"/>
              <p:cNvSpPr/>
              <p:nvPr/>
            </p:nvSpPr>
            <p:spPr>
              <a:xfrm>
                <a:off x="210506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5" name="ph7315"/>
              <p:cNvSpPr/>
              <p:nvPr/>
            </p:nvSpPr>
            <p:spPr>
              <a:xfrm>
                <a:off x="21143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6" name="ph7316"/>
              <p:cNvSpPr/>
              <p:nvPr/>
            </p:nvSpPr>
            <p:spPr>
              <a:xfrm>
                <a:off x="212359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7" name="ph7317"/>
              <p:cNvSpPr/>
              <p:nvPr/>
            </p:nvSpPr>
            <p:spPr>
              <a:xfrm>
                <a:off x="213285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8" name="ph7318"/>
              <p:cNvSpPr/>
              <p:nvPr/>
            </p:nvSpPr>
            <p:spPr>
              <a:xfrm>
                <a:off x="214211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9" name="ph7319"/>
              <p:cNvSpPr/>
              <p:nvPr/>
            </p:nvSpPr>
            <p:spPr>
              <a:xfrm>
                <a:off x="215137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0" name="ph7320"/>
              <p:cNvSpPr/>
              <p:nvPr/>
            </p:nvSpPr>
            <p:spPr>
              <a:xfrm>
                <a:off x="21606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1" name="ph7321"/>
              <p:cNvSpPr/>
              <p:nvPr/>
            </p:nvSpPr>
            <p:spPr>
              <a:xfrm>
                <a:off x="21699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2" name="ph7322"/>
              <p:cNvSpPr/>
              <p:nvPr/>
            </p:nvSpPr>
            <p:spPr>
              <a:xfrm>
                <a:off x="21791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3" name="ph7323"/>
              <p:cNvSpPr/>
              <p:nvPr/>
            </p:nvSpPr>
            <p:spPr>
              <a:xfrm>
                <a:off x="218842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4" name="ph7324"/>
              <p:cNvSpPr/>
              <p:nvPr/>
            </p:nvSpPr>
            <p:spPr>
              <a:xfrm>
                <a:off x="21976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5" name="ph7325"/>
              <p:cNvSpPr/>
              <p:nvPr/>
            </p:nvSpPr>
            <p:spPr>
              <a:xfrm>
                <a:off x="22069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6" name="ph7326"/>
              <p:cNvSpPr/>
              <p:nvPr/>
            </p:nvSpPr>
            <p:spPr>
              <a:xfrm>
                <a:off x="22162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7" name="ph7327"/>
              <p:cNvSpPr/>
              <p:nvPr/>
            </p:nvSpPr>
            <p:spPr>
              <a:xfrm>
                <a:off x="222547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8" name="ph7328"/>
              <p:cNvSpPr/>
              <p:nvPr/>
            </p:nvSpPr>
            <p:spPr>
              <a:xfrm>
                <a:off x="22347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9" name="ph7329"/>
              <p:cNvSpPr/>
              <p:nvPr/>
            </p:nvSpPr>
            <p:spPr>
              <a:xfrm>
                <a:off x="22439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0" name="ph7330"/>
              <p:cNvSpPr/>
              <p:nvPr/>
            </p:nvSpPr>
            <p:spPr>
              <a:xfrm>
                <a:off x="22532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1" name="ph7331"/>
              <p:cNvSpPr/>
              <p:nvPr/>
            </p:nvSpPr>
            <p:spPr>
              <a:xfrm>
                <a:off x="22625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2" name="ph7332"/>
              <p:cNvSpPr/>
              <p:nvPr/>
            </p:nvSpPr>
            <p:spPr>
              <a:xfrm>
                <a:off x="2271786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3" name="ph7333"/>
              <p:cNvSpPr/>
              <p:nvPr/>
            </p:nvSpPr>
            <p:spPr>
              <a:xfrm>
                <a:off x="22810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4" name="ph7334"/>
              <p:cNvSpPr/>
              <p:nvPr/>
            </p:nvSpPr>
            <p:spPr>
              <a:xfrm>
                <a:off x="22903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5" name="ph7335"/>
              <p:cNvSpPr/>
              <p:nvPr/>
            </p:nvSpPr>
            <p:spPr>
              <a:xfrm>
                <a:off x="22995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6" name="ph7336"/>
              <p:cNvSpPr/>
              <p:nvPr/>
            </p:nvSpPr>
            <p:spPr>
              <a:xfrm>
                <a:off x="230883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7" name="ph7337"/>
              <p:cNvSpPr/>
              <p:nvPr/>
            </p:nvSpPr>
            <p:spPr>
              <a:xfrm>
                <a:off x="23180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8" name="ph7338"/>
              <p:cNvSpPr/>
              <p:nvPr/>
            </p:nvSpPr>
            <p:spPr>
              <a:xfrm>
                <a:off x="23273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9" name="ph7339"/>
              <p:cNvSpPr/>
              <p:nvPr/>
            </p:nvSpPr>
            <p:spPr>
              <a:xfrm>
                <a:off x="23366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0" name="ph7340"/>
              <p:cNvSpPr/>
              <p:nvPr/>
            </p:nvSpPr>
            <p:spPr>
              <a:xfrm>
                <a:off x="2355146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6827" y="897161"/>
                    </a:lnTo>
                    <a:lnTo>
                      <a:pt x="908229" y="898944"/>
                    </a:lnTo>
                    <a:lnTo>
                      <a:pt x="912747" y="905338"/>
                    </a:lnTo>
                    <a:lnTo>
                      <a:pt x="914400" y="907935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1" name="ph7341"/>
              <p:cNvSpPr/>
              <p:nvPr/>
            </p:nvSpPr>
            <p:spPr>
              <a:xfrm>
                <a:off x="2355146" y="1222956"/>
                <a:ext cx="9183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373" h="914399">
                    <a:moveTo>
                      <a:pt x="914400" y="914399"/>
                    </a:moveTo>
                    <a:lnTo>
                      <a:pt x="914400" y="907935"/>
                    </a:lnTo>
                    <a:lnTo>
                      <a:pt x="917084" y="912154"/>
                    </a:lnTo>
                    <a:lnTo>
                      <a:pt x="918373" y="91439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2" name="ph7342"/>
              <p:cNvSpPr/>
              <p:nvPr/>
            </p:nvSpPr>
            <p:spPr>
              <a:xfrm>
                <a:off x="3401777" y="12229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315" y="914399"/>
                    </a:lnTo>
                    <a:lnTo>
                      <a:pt x="913532" y="913084"/>
                    </a:lnTo>
                    <a:lnTo>
                      <a:pt x="914400" y="908664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3" name="ph7343"/>
              <p:cNvSpPr/>
              <p:nvPr/>
            </p:nvSpPr>
            <p:spPr>
              <a:xfrm>
                <a:off x="3411039" y="12057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5902"/>
                    </a:lnTo>
                    <a:lnTo>
                      <a:pt x="906297" y="919997"/>
                    </a:lnTo>
                    <a:lnTo>
                      <a:pt x="907580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4" name="ph7344"/>
              <p:cNvSpPr/>
              <p:nvPr/>
            </p:nvSpPr>
            <p:spPr>
              <a:xfrm>
                <a:off x="341103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5" name="ph7345"/>
              <p:cNvSpPr/>
              <p:nvPr/>
            </p:nvSpPr>
            <p:spPr>
              <a:xfrm>
                <a:off x="342030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6" name="ph7346"/>
              <p:cNvSpPr/>
              <p:nvPr/>
            </p:nvSpPr>
            <p:spPr>
              <a:xfrm>
                <a:off x="342956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7" name="ph7347"/>
              <p:cNvSpPr/>
              <p:nvPr/>
            </p:nvSpPr>
            <p:spPr>
              <a:xfrm>
                <a:off x="343882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8" name="ph7348"/>
              <p:cNvSpPr/>
              <p:nvPr/>
            </p:nvSpPr>
            <p:spPr>
              <a:xfrm>
                <a:off x="344808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9" name="ph7349"/>
              <p:cNvSpPr/>
              <p:nvPr/>
            </p:nvSpPr>
            <p:spPr>
              <a:xfrm>
                <a:off x="345735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0" name="ph7350"/>
              <p:cNvSpPr/>
              <p:nvPr/>
            </p:nvSpPr>
            <p:spPr>
              <a:xfrm>
                <a:off x="346661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1" name="ph7351"/>
              <p:cNvSpPr/>
              <p:nvPr/>
            </p:nvSpPr>
            <p:spPr>
              <a:xfrm>
                <a:off x="347587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2" name="ph7352"/>
              <p:cNvSpPr/>
              <p:nvPr/>
            </p:nvSpPr>
            <p:spPr>
              <a:xfrm>
                <a:off x="348513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3" name="ph7353"/>
              <p:cNvSpPr/>
              <p:nvPr/>
            </p:nvSpPr>
            <p:spPr>
              <a:xfrm>
                <a:off x="349439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4" name="ph7354"/>
              <p:cNvSpPr/>
              <p:nvPr/>
            </p:nvSpPr>
            <p:spPr>
              <a:xfrm>
                <a:off x="350366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5" name="ph7355"/>
              <p:cNvSpPr/>
              <p:nvPr/>
            </p:nvSpPr>
            <p:spPr>
              <a:xfrm>
                <a:off x="351292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6" name="ph7356"/>
              <p:cNvSpPr/>
              <p:nvPr/>
            </p:nvSpPr>
            <p:spPr>
              <a:xfrm>
                <a:off x="352218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7" name="ph7357"/>
              <p:cNvSpPr/>
              <p:nvPr/>
            </p:nvSpPr>
            <p:spPr>
              <a:xfrm>
                <a:off x="353144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8" name="ph7358"/>
              <p:cNvSpPr/>
              <p:nvPr/>
            </p:nvSpPr>
            <p:spPr>
              <a:xfrm>
                <a:off x="354071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9" name="ph7359"/>
              <p:cNvSpPr/>
              <p:nvPr/>
            </p:nvSpPr>
            <p:spPr>
              <a:xfrm>
                <a:off x="354997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0" name="ph7360"/>
              <p:cNvSpPr/>
              <p:nvPr/>
            </p:nvSpPr>
            <p:spPr>
              <a:xfrm>
                <a:off x="355923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1" name="ph7361"/>
              <p:cNvSpPr/>
              <p:nvPr/>
            </p:nvSpPr>
            <p:spPr>
              <a:xfrm>
                <a:off x="356849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2" name="ph7362"/>
              <p:cNvSpPr/>
              <p:nvPr/>
            </p:nvSpPr>
            <p:spPr>
              <a:xfrm>
                <a:off x="357775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3" name="ph7363"/>
              <p:cNvSpPr/>
              <p:nvPr/>
            </p:nvSpPr>
            <p:spPr>
              <a:xfrm>
                <a:off x="358702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4" name="ph7364"/>
              <p:cNvSpPr/>
              <p:nvPr/>
            </p:nvSpPr>
            <p:spPr>
              <a:xfrm>
                <a:off x="359628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5" name="ph7365"/>
              <p:cNvSpPr/>
              <p:nvPr/>
            </p:nvSpPr>
            <p:spPr>
              <a:xfrm>
                <a:off x="360554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6" name="ph7366"/>
              <p:cNvSpPr/>
              <p:nvPr/>
            </p:nvSpPr>
            <p:spPr>
              <a:xfrm>
                <a:off x="361480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7" name="ph7367"/>
              <p:cNvSpPr/>
              <p:nvPr/>
            </p:nvSpPr>
            <p:spPr>
              <a:xfrm>
                <a:off x="362407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8" name="ph7368"/>
              <p:cNvSpPr/>
              <p:nvPr/>
            </p:nvSpPr>
            <p:spPr>
              <a:xfrm>
                <a:off x="363333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9" name="ph7369"/>
              <p:cNvSpPr/>
              <p:nvPr/>
            </p:nvSpPr>
            <p:spPr>
              <a:xfrm>
                <a:off x="364259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0" name="ph7370"/>
              <p:cNvSpPr/>
              <p:nvPr/>
            </p:nvSpPr>
            <p:spPr>
              <a:xfrm>
                <a:off x="365185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1" name="ph7371"/>
              <p:cNvSpPr/>
              <p:nvPr/>
            </p:nvSpPr>
            <p:spPr>
              <a:xfrm>
                <a:off x="366111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2" name="ph7372"/>
              <p:cNvSpPr/>
              <p:nvPr/>
            </p:nvSpPr>
            <p:spPr>
              <a:xfrm>
                <a:off x="367038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3" name="ph7373"/>
              <p:cNvSpPr/>
              <p:nvPr/>
            </p:nvSpPr>
            <p:spPr>
              <a:xfrm>
                <a:off x="367964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4" name="ph7374"/>
              <p:cNvSpPr/>
              <p:nvPr/>
            </p:nvSpPr>
            <p:spPr>
              <a:xfrm>
                <a:off x="368890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5" name="ph7375"/>
              <p:cNvSpPr/>
              <p:nvPr/>
            </p:nvSpPr>
            <p:spPr>
              <a:xfrm>
                <a:off x="369816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6" name="ph7376"/>
              <p:cNvSpPr/>
              <p:nvPr/>
            </p:nvSpPr>
            <p:spPr>
              <a:xfrm>
                <a:off x="3707430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7" name="ph7377"/>
              <p:cNvSpPr/>
              <p:nvPr/>
            </p:nvSpPr>
            <p:spPr>
              <a:xfrm>
                <a:off x="3716692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8" name="ph7378"/>
              <p:cNvSpPr/>
              <p:nvPr/>
            </p:nvSpPr>
            <p:spPr>
              <a:xfrm>
                <a:off x="3725954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9" name="ph7379"/>
              <p:cNvSpPr/>
              <p:nvPr/>
            </p:nvSpPr>
            <p:spPr>
              <a:xfrm>
                <a:off x="3735217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0" name="ph7380"/>
              <p:cNvSpPr/>
              <p:nvPr/>
            </p:nvSpPr>
            <p:spPr>
              <a:xfrm>
                <a:off x="3744479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1" name="ph7381"/>
              <p:cNvSpPr/>
              <p:nvPr/>
            </p:nvSpPr>
            <p:spPr>
              <a:xfrm>
                <a:off x="3753741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2" name="ph7382"/>
              <p:cNvSpPr/>
              <p:nvPr/>
            </p:nvSpPr>
            <p:spPr>
              <a:xfrm>
                <a:off x="3763003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3" name="ph7383"/>
              <p:cNvSpPr/>
              <p:nvPr/>
            </p:nvSpPr>
            <p:spPr>
              <a:xfrm>
                <a:off x="3772265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4" name="ph7384"/>
              <p:cNvSpPr/>
              <p:nvPr/>
            </p:nvSpPr>
            <p:spPr>
              <a:xfrm>
                <a:off x="3781528" y="12057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5" name="ph7385"/>
              <p:cNvSpPr/>
              <p:nvPr/>
            </p:nvSpPr>
            <p:spPr>
              <a:xfrm>
                <a:off x="3790790" y="1222956"/>
                <a:ext cx="9233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375" h="914399">
                    <a:moveTo>
                      <a:pt x="914400" y="914399"/>
                    </a:moveTo>
                    <a:lnTo>
                      <a:pt x="914400" y="897161"/>
                    </a:lnTo>
                    <a:lnTo>
                      <a:pt x="923375" y="897161"/>
                    </a:lnTo>
                    <a:lnTo>
                      <a:pt x="923274" y="897832"/>
                    </a:lnTo>
                    <a:lnTo>
                      <a:pt x="921571" y="908055"/>
                    </a:lnTo>
                    <a:lnTo>
                      <a:pt x="920318" y="91439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6" name="ph7386"/>
              <p:cNvSpPr/>
              <p:nvPr/>
            </p:nvSpPr>
            <p:spPr>
              <a:xfrm>
                <a:off x="2021706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527" y="931536"/>
                    </a:lnTo>
                    <a:lnTo>
                      <a:pt x="906177" y="920773"/>
                    </a:lnTo>
                    <a:lnTo>
                      <a:pt x="906746" y="914400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7" name="ph7387"/>
              <p:cNvSpPr/>
              <p:nvPr/>
            </p:nvSpPr>
            <p:spPr>
              <a:xfrm>
                <a:off x="202170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8" name="ph7388"/>
              <p:cNvSpPr/>
              <p:nvPr/>
            </p:nvSpPr>
            <p:spPr>
              <a:xfrm>
                <a:off x="20309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9" name="ph7389"/>
              <p:cNvSpPr/>
              <p:nvPr/>
            </p:nvSpPr>
            <p:spPr>
              <a:xfrm>
                <a:off x="20402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0" name="ph7390"/>
              <p:cNvSpPr/>
              <p:nvPr/>
            </p:nvSpPr>
            <p:spPr>
              <a:xfrm>
                <a:off x="20494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1" name="ph7391"/>
              <p:cNvSpPr/>
              <p:nvPr/>
            </p:nvSpPr>
            <p:spPr>
              <a:xfrm>
                <a:off x="205875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2" name="ph7392"/>
              <p:cNvSpPr/>
              <p:nvPr/>
            </p:nvSpPr>
            <p:spPr>
              <a:xfrm>
                <a:off x="20680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3" name="ph7393"/>
              <p:cNvSpPr/>
              <p:nvPr/>
            </p:nvSpPr>
            <p:spPr>
              <a:xfrm>
                <a:off x="20772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4" name="ph7394"/>
              <p:cNvSpPr/>
              <p:nvPr/>
            </p:nvSpPr>
            <p:spPr>
              <a:xfrm>
                <a:off x="20865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5" name="ph7395"/>
              <p:cNvSpPr/>
              <p:nvPr/>
            </p:nvSpPr>
            <p:spPr>
              <a:xfrm>
                <a:off x="20958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6" name="ph7396"/>
              <p:cNvSpPr/>
              <p:nvPr/>
            </p:nvSpPr>
            <p:spPr>
              <a:xfrm>
                <a:off x="210506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7" name="ph7397"/>
              <p:cNvSpPr/>
              <p:nvPr/>
            </p:nvSpPr>
            <p:spPr>
              <a:xfrm>
                <a:off x="21143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8" name="ph7398"/>
              <p:cNvSpPr/>
              <p:nvPr/>
            </p:nvSpPr>
            <p:spPr>
              <a:xfrm>
                <a:off x="212359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9" name="ph7399"/>
              <p:cNvSpPr/>
              <p:nvPr/>
            </p:nvSpPr>
            <p:spPr>
              <a:xfrm>
                <a:off x="213285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0" name="ph7400"/>
              <p:cNvSpPr/>
              <p:nvPr/>
            </p:nvSpPr>
            <p:spPr>
              <a:xfrm>
                <a:off x="214211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1" name="ph7401"/>
              <p:cNvSpPr/>
              <p:nvPr/>
            </p:nvSpPr>
            <p:spPr>
              <a:xfrm>
                <a:off x="215137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2" name="ph7402"/>
              <p:cNvSpPr/>
              <p:nvPr/>
            </p:nvSpPr>
            <p:spPr>
              <a:xfrm>
                <a:off x="21606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3" name="ph7403"/>
              <p:cNvSpPr/>
              <p:nvPr/>
            </p:nvSpPr>
            <p:spPr>
              <a:xfrm>
                <a:off x="21699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4" name="ph7404"/>
              <p:cNvSpPr/>
              <p:nvPr/>
            </p:nvSpPr>
            <p:spPr>
              <a:xfrm>
                <a:off x="21791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5" name="ph7405"/>
              <p:cNvSpPr/>
              <p:nvPr/>
            </p:nvSpPr>
            <p:spPr>
              <a:xfrm>
                <a:off x="218842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6" name="ph7406"/>
              <p:cNvSpPr/>
              <p:nvPr/>
            </p:nvSpPr>
            <p:spPr>
              <a:xfrm>
                <a:off x="21976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7" name="ph7407"/>
              <p:cNvSpPr/>
              <p:nvPr/>
            </p:nvSpPr>
            <p:spPr>
              <a:xfrm>
                <a:off x="22069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8" name="ph7408"/>
              <p:cNvSpPr/>
              <p:nvPr/>
            </p:nvSpPr>
            <p:spPr>
              <a:xfrm>
                <a:off x="22162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9" name="ph7409"/>
              <p:cNvSpPr/>
              <p:nvPr/>
            </p:nvSpPr>
            <p:spPr>
              <a:xfrm>
                <a:off x="222547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0" name="ph7410"/>
              <p:cNvSpPr/>
              <p:nvPr/>
            </p:nvSpPr>
            <p:spPr>
              <a:xfrm>
                <a:off x="22347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1" name="ph7411"/>
              <p:cNvSpPr/>
              <p:nvPr/>
            </p:nvSpPr>
            <p:spPr>
              <a:xfrm>
                <a:off x="22439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2" name="ph7412"/>
              <p:cNvSpPr/>
              <p:nvPr/>
            </p:nvSpPr>
            <p:spPr>
              <a:xfrm>
                <a:off x="22532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3" name="ph7413"/>
              <p:cNvSpPr/>
              <p:nvPr/>
            </p:nvSpPr>
            <p:spPr>
              <a:xfrm>
                <a:off x="22625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4" name="ph7414"/>
              <p:cNvSpPr/>
              <p:nvPr/>
            </p:nvSpPr>
            <p:spPr>
              <a:xfrm>
                <a:off x="2271786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5" name="ph7415"/>
              <p:cNvSpPr/>
              <p:nvPr/>
            </p:nvSpPr>
            <p:spPr>
              <a:xfrm>
                <a:off x="22810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6" name="ph7416"/>
              <p:cNvSpPr/>
              <p:nvPr/>
            </p:nvSpPr>
            <p:spPr>
              <a:xfrm>
                <a:off x="22903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7" name="ph7417"/>
              <p:cNvSpPr/>
              <p:nvPr/>
            </p:nvSpPr>
            <p:spPr>
              <a:xfrm>
                <a:off x="22995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8" name="ph7418"/>
              <p:cNvSpPr/>
              <p:nvPr/>
            </p:nvSpPr>
            <p:spPr>
              <a:xfrm>
                <a:off x="230883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9" name="ph7419"/>
              <p:cNvSpPr/>
              <p:nvPr/>
            </p:nvSpPr>
            <p:spPr>
              <a:xfrm>
                <a:off x="23180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0" name="ph7420"/>
              <p:cNvSpPr/>
              <p:nvPr/>
            </p:nvSpPr>
            <p:spPr>
              <a:xfrm>
                <a:off x="2336621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9395" y="897161"/>
                    </a:lnTo>
                    <a:lnTo>
                      <a:pt x="912232" y="899685"/>
                    </a:lnTo>
                    <a:lnTo>
                      <a:pt x="914400" y="901872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1" name="ph7421"/>
              <p:cNvSpPr/>
              <p:nvPr/>
            </p:nvSpPr>
            <p:spPr>
              <a:xfrm>
                <a:off x="2345883" y="12057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872"/>
                    </a:lnTo>
                    <a:lnTo>
                      <a:pt x="907959" y="904721"/>
                    </a:lnTo>
                    <a:lnTo>
                      <a:pt x="912804" y="910225"/>
                    </a:lnTo>
                    <a:lnTo>
                      <a:pt x="914400" y="912252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2" name="ph7422"/>
              <p:cNvSpPr/>
              <p:nvPr/>
            </p:nvSpPr>
            <p:spPr>
              <a:xfrm>
                <a:off x="2345883" y="1205717"/>
                <a:ext cx="9160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89" h="914400">
                    <a:moveTo>
                      <a:pt x="914400" y="914400"/>
                    </a:moveTo>
                    <a:lnTo>
                      <a:pt x="914400" y="912252"/>
                    </a:lnTo>
                    <a:lnTo>
                      <a:pt x="916089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3" name="ph7423"/>
              <p:cNvSpPr/>
              <p:nvPr/>
            </p:nvSpPr>
            <p:spPr>
              <a:xfrm>
                <a:off x="3411039" y="11884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580" y="931638"/>
                    </a:lnTo>
                    <a:lnTo>
                      <a:pt x="908616" y="927124"/>
                    </a:lnTo>
                    <a:lnTo>
                      <a:pt x="911220" y="917257"/>
                    </a:lnTo>
                    <a:lnTo>
                      <a:pt x="912078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4" name="ph7424"/>
              <p:cNvSpPr/>
              <p:nvPr/>
            </p:nvSpPr>
            <p:spPr>
              <a:xfrm>
                <a:off x="341103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5" name="ph7425"/>
              <p:cNvSpPr/>
              <p:nvPr/>
            </p:nvSpPr>
            <p:spPr>
              <a:xfrm>
                <a:off x="342030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6" name="ph7426"/>
              <p:cNvSpPr/>
              <p:nvPr/>
            </p:nvSpPr>
            <p:spPr>
              <a:xfrm>
                <a:off x="342956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7" name="ph7427"/>
              <p:cNvSpPr/>
              <p:nvPr/>
            </p:nvSpPr>
            <p:spPr>
              <a:xfrm>
                <a:off x="343882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8" name="ph7428"/>
              <p:cNvSpPr/>
              <p:nvPr/>
            </p:nvSpPr>
            <p:spPr>
              <a:xfrm>
                <a:off x="344808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9" name="ph7429"/>
              <p:cNvSpPr/>
              <p:nvPr/>
            </p:nvSpPr>
            <p:spPr>
              <a:xfrm>
                <a:off x="345735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0" name="ph7430"/>
              <p:cNvSpPr/>
              <p:nvPr/>
            </p:nvSpPr>
            <p:spPr>
              <a:xfrm>
                <a:off x="346661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1" name="ph7431"/>
              <p:cNvSpPr/>
              <p:nvPr/>
            </p:nvSpPr>
            <p:spPr>
              <a:xfrm>
                <a:off x="347587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2" name="ph7432"/>
              <p:cNvSpPr/>
              <p:nvPr/>
            </p:nvSpPr>
            <p:spPr>
              <a:xfrm>
                <a:off x="348513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3" name="ph7433"/>
              <p:cNvSpPr/>
              <p:nvPr/>
            </p:nvSpPr>
            <p:spPr>
              <a:xfrm>
                <a:off x="349439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4" name="ph7434"/>
              <p:cNvSpPr/>
              <p:nvPr/>
            </p:nvSpPr>
            <p:spPr>
              <a:xfrm>
                <a:off x="350366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5" name="ph7435"/>
              <p:cNvSpPr/>
              <p:nvPr/>
            </p:nvSpPr>
            <p:spPr>
              <a:xfrm>
                <a:off x="351292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6" name="ph7436"/>
              <p:cNvSpPr/>
              <p:nvPr/>
            </p:nvSpPr>
            <p:spPr>
              <a:xfrm>
                <a:off x="352218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7" name="ph7437"/>
              <p:cNvSpPr/>
              <p:nvPr/>
            </p:nvSpPr>
            <p:spPr>
              <a:xfrm>
                <a:off x="353144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8" name="ph7438"/>
              <p:cNvSpPr/>
              <p:nvPr/>
            </p:nvSpPr>
            <p:spPr>
              <a:xfrm>
                <a:off x="354071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9" name="ph7439"/>
              <p:cNvSpPr/>
              <p:nvPr/>
            </p:nvSpPr>
            <p:spPr>
              <a:xfrm>
                <a:off x="354997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0" name="ph7440"/>
              <p:cNvSpPr/>
              <p:nvPr/>
            </p:nvSpPr>
            <p:spPr>
              <a:xfrm>
                <a:off x="355923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1" name="ph7441"/>
              <p:cNvSpPr/>
              <p:nvPr/>
            </p:nvSpPr>
            <p:spPr>
              <a:xfrm>
                <a:off x="356849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2" name="ph7442"/>
              <p:cNvSpPr/>
              <p:nvPr/>
            </p:nvSpPr>
            <p:spPr>
              <a:xfrm>
                <a:off x="357775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3" name="ph7443"/>
              <p:cNvSpPr/>
              <p:nvPr/>
            </p:nvSpPr>
            <p:spPr>
              <a:xfrm>
                <a:off x="358702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4" name="ph7444"/>
              <p:cNvSpPr/>
              <p:nvPr/>
            </p:nvSpPr>
            <p:spPr>
              <a:xfrm>
                <a:off x="359628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5" name="ph7445"/>
              <p:cNvSpPr/>
              <p:nvPr/>
            </p:nvSpPr>
            <p:spPr>
              <a:xfrm>
                <a:off x="360554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6" name="ph7446"/>
              <p:cNvSpPr/>
              <p:nvPr/>
            </p:nvSpPr>
            <p:spPr>
              <a:xfrm>
                <a:off x="361480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7" name="ph7447"/>
              <p:cNvSpPr/>
              <p:nvPr/>
            </p:nvSpPr>
            <p:spPr>
              <a:xfrm>
                <a:off x="362407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8" name="ph7448"/>
              <p:cNvSpPr/>
              <p:nvPr/>
            </p:nvSpPr>
            <p:spPr>
              <a:xfrm>
                <a:off x="363333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9" name="ph7449"/>
              <p:cNvSpPr/>
              <p:nvPr/>
            </p:nvSpPr>
            <p:spPr>
              <a:xfrm>
                <a:off x="364259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0" name="ph7450"/>
              <p:cNvSpPr/>
              <p:nvPr/>
            </p:nvSpPr>
            <p:spPr>
              <a:xfrm>
                <a:off x="365185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1" name="ph7451"/>
              <p:cNvSpPr/>
              <p:nvPr/>
            </p:nvSpPr>
            <p:spPr>
              <a:xfrm>
                <a:off x="366111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2" name="ph7452"/>
              <p:cNvSpPr/>
              <p:nvPr/>
            </p:nvSpPr>
            <p:spPr>
              <a:xfrm>
                <a:off x="367038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3" name="ph7453"/>
              <p:cNvSpPr/>
              <p:nvPr/>
            </p:nvSpPr>
            <p:spPr>
              <a:xfrm>
                <a:off x="367964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4" name="ph7454"/>
              <p:cNvSpPr/>
              <p:nvPr/>
            </p:nvSpPr>
            <p:spPr>
              <a:xfrm>
                <a:off x="368890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5" name="ph7455"/>
              <p:cNvSpPr/>
              <p:nvPr/>
            </p:nvSpPr>
            <p:spPr>
              <a:xfrm>
                <a:off x="369816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6" name="ph7456"/>
              <p:cNvSpPr/>
              <p:nvPr/>
            </p:nvSpPr>
            <p:spPr>
              <a:xfrm>
                <a:off x="3707430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7" name="ph7457"/>
              <p:cNvSpPr/>
              <p:nvPr/>
            </p:nvSpPr>
            <p:spPr>
              <a:xfrm>
                <a:off x="3716692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8" name="ph7458"/>
              <p:cNvSpPr/>
              <p:nvPr/>
            </p:nvSpPr>
            <p:spPr>
              <a:xfrm>
                <a:off x="3725954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9" name="ph7459"/>
              <p:cNvSpPr/>
              <p:nvPr/>
            </p:nvSpPr>
            <p:spPr>
              <a:xfrm>
                <a:off x="3735217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0" name="ph7460"/>
              <p:cNvSpPr/>
              <p:nvPr/>
            </p:nvSpPr>
            <p:spPr>
              <a:xfrm>
                <a:off x="3744479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1" name="ph7461"/>
              <p:cNvSpPr/>
              <p:nvPr/>
            </p:nvSpPr>
            <p:spPr>
              <a:xfrm>
                <a:off x="3753741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2" name="ph7462"/>
              <p:cNvSpPr/>
              <p:nvPr/>
            </p:nvSpPr>
            <p:spPr>
              <a:xfrm>
                <a:off x="3763003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3" name="ph7463"/>
              <p:cNvSpPr/>
              <p:nvPr/>
            </p:nvSpPr>
            <p:spPr>
              <a:xfrm>
                <a:off x="3772265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4" name="ph7464"/>
              <p:cNvSpPr/>
              <p:nvPr/>
            </p:nvSpPr>
            <p:spPr>
              <a:xfrm>
                <a:off x="3781528" y="11884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5" name="ph7465"/>
              <p:cNvSpPr/>
              <p:nvPr/>
            </p:nvSpPr>
            <p:spPr>
              <a:xfrm>
                <a:off x="3790790" y="1205717"/>
                <a:ext cx="9236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3662" y="897161"/>
                    </a:lnTo>
                    <a:lnTo>
                      <a:pt x="923662" y="912507"/>
                    </a:lnTo>
                    <a:lnTo>
                      <a:pt x="923375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6" name="ph7466"/>
              <p:cNvSpPr/>
              <p:nvPr/>
            </p:nvSpPr>
            <p:spPr>
              <a:xfrm>
                <a:off x="3800052" y="1188479"/>
                <a:ext cx="916727" cy="929746"/>
              </a:xfrm>
              <a:custGeom>
                <a:avLst/>
                <a:gdLst/>
                <a:ahLst/>
                <a:cxnLst/>
                <a:rect l="0" t="0" r="0" b="0"/>
                <a:pathLst>
                  <a:path w="916727" h="929746">
                    <a:moveTo>
                      <a:pt x="914400" y="914400"/>
                    </a:moveTo>
                    <a:lnTo>
                      <a:pt x="916727" y="914400"/>
                    </a:lnTo>
                    <a:lnTo>
                      <a:pt x="916297" y="917230"/>
                    </a:lnTo>
                    <a:lnTo>
                      <a:pt x="915840" y="920243"/>
                    </a:lnTo>
                    <a:lnTo>
                      <a:pt x="915383" y="923256"/>
                    </a:lnTo>
                    <a:lnTo>
                      <a:pt x="914926" y="926269"/>
                    </a:lnTo>
                    <a:lnTo>
                      <a:pt x="914470" y="929282"/>
                    </a:lnTo>
                    <a:lnTo>
                      <a:pt x="914400" y="929746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7" name="ph7467"/>
              <p:cNvSpPr/>
              <p:nvPr/>
            </p:nvSpPr>
            <p:spPr>
              <a:xfrm>
                <a:off x="2021706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746" y="931638"/>
                    </a:lnTo>
                    <a:lnTo>
                      <a:pt x="907130" y="927328"/>
                    </a:lnTo>
                    <a:lnTo>
                      <a:pt x="908381" y="916751"/>
                    </a:lnTo>
                    <a:lnTo>
                      <a:pt x="908730" y="914400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8" name="ph7468"/>
              <p:cNvSpPr/>
              <p:nvPr/>
            </p:nvSpPr>
            <p:spPr>
              <a:xfrm>
                <a:off x="202170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9" name="ph7469"/>
              <p:cNvSpPr/>
              <p:nvPr/>
            </p:nvSpPr>
            <p:spPr>
              <a:xfrm>
                <a:off x="20309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0" name="ph7470"/>
              <p:cNvSpPr/>
              <p:nvPr/>
            </p:nvSpPr>
            <p:spPr>
              <a:xfrm>
                <a:off x="20402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1" name="ph7471"/>
              <p:cNvSpPr/>
              <p:nvPr/>
            </p:nvSpPr>
            <p:spPr>
              <a:xfrm>
                <a:off x="20494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2" name="ph7472"/>
              <p:cNvSpPr/>
              <p:nvPr/>
            </p:nvSpPr>
            <p:spPr>
              <a:xfrm>
                <a:off x="205875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3" name="ph7473"/>
              <p:cNvSpPr/>
              <p:nvPr/>
            </p:nvSpPr>
            <p:spPr>
              <a:xfrm>
                <a:off x="20680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4" name="ph7474"/>
              <p:cNvSpPr/>
              <p:nvPr/>
            </p:nvSpPr>
            <p:spPr>
              <a:xfrm>
                <a:off x="20772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5" name="ph7475"/>
              <p:cNvSpPr/>
              <p:nvPr/>
            </p:nvSpPr>
            <p:spPr>
              <a:xfrm>
                <a:off x="20865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6" name="ph7476"/>
              <p:cNvSpPr/>
              <p:nvPr/>
            </p:nvSpPr>
            <p:spPr>
              <a:xfrm>
                <a:off x="20958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7" name="ph7477"/>
              <p:cNvSpPr/>
              <p:nvPr/>
            </p:nvSpPr>
            <p:spPr>
              <a:xfrm>
                <a:off x="210506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8" name="ph7478"/>
              <p:cNvSpPr/>
              <p:nvPr/>
            </p:nvSpPr>
            <p:spPr>
              <a:xfrm>
                <a:off x="21143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9" name="ph7479"/>
              <p:cNvSpPr/>
              <p:nvPr/>
            </p:nvSpPr>
            <p:spPr>
              <a:xfrm>
                <a:off x="21235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0" name="ph7480"/>
              <p:cNvSpPr/>
              <p:nvPr/>
            </p:nvSpPr>
            <p:spPr>
              <a:xfrm>
                <a:off x="213285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1" name="ph7481"/>
              <p:cNvSpPr/>
              <p:nvPr/>
            </p:nvSpPr>
            <p:spPr>
              <a:xfrm>
                <a:off x="214211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2" name="ph7482"/>
              <p:cNvSpPr/>
              <p:nvPr/>
            </p:nvSpPr>
            <p:spPr>
              <a:xfrm>
                <a:off x="215137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3" name="ph7483"/>
              <p:cNvSpPr/>
              <p:nvPr/>
            </p:nvSpPr>
            <p:spPr>
              <a:xfrm>
                <a:off x="216063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4" name="ph7484"/>
              <p:cNvSpPr/>
              <p:nvPr/>
            </p:nvSpPr>
            <p:spPr>
              <a:xfrm>
                <a:off x="21699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5" name="ph7485"/>
              <p:cNvSpPr/>
              <p:nvPr/>
            </p:nvSpPr>
            <p:spPr>
              <a:xfrm>
                <a:off x="21791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6" name="ph7486"/>
              <p:cNvSpPr/>
              <p:nvPr/>
            </p:nvSpPr>
            <p:spPr>
              <a:xfrm>
                <a:off x="218842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7" name="ph7487"/>
              <p:cNvSpPr/>
              <p:nvPr/>
            </p:nvSpPr>
            <p:spPr>
              <a:xfrm>
                <a:off x="21976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8" name="ph7488"/>
              <p:cNvSpPr/>
              <p:nvPr/>
            </p:nvSpPr>
            <p:spPr>
              <a:xfrm>
                <a:off x="22069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9" name="ph7489"/>
              <p:cNvSpPr/>
              <p:nvPr/>
            </p:nvSpPr>
            <p:spPr>
              <a:xfrm>
                <a:off x="22162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0" name="ph7490"/>
              <p:cNvSpPr/>
              <p:nvPr/>
            </p:nvSpPr>
            <p:spPr>
              <a:xfrm>
                <a:off x="222547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1" name="ph7491"/>
              <p:cNvSpPr/>
              <p:nvPr/>
            </p:nvSpPr>
            <p:spPr>
              <a:xfrm>
                <a:off x="22347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2" name="ph7492"/>
              <p:cNvSpPr/>
              <p:nvPr/>
            </p:nvSpPr>
            <p:spPr>
              <a:xfrm>
                <a:off x="22439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3" name="ph7493"/>
              <p:cNvSpPr/>
              <p:nvPr/>
            </p:nvSpPr>
            <p:spPr>
              <a:xfrm>
                <a:off x="22532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4" name="ph7494"/>
              <p:cNvSpPr/>
              <p:nvPr/>
            </p:nvSpPr>
            <p:spPr>
              <a:xfrm>
                <a:off x="22625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5" name="ph7495"/>
              <p:cNvSpPr/>
              <p:nvPr/>
            </p:nvSpPr>
            <p:spPr>
              <a:xfrm>
                <a:off x="2271786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6" name="ph7496"/>
              <p:cNvSpPr/>
              <p:nvPr/>
            </p:nvSpPr>
            <p:spPr>
              <a:xfrm>
                <a:off x="22810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7" name="ph7497"/>
              <p:cNvSpPr/>
              <p:nvPr/>
            </p:nvSpPr>
            <p:spPr>
              <a:xfrm>
                <a:off x="22903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8" name="ph7498"/>
              <p:cNvSpPr/>
              <p:nvPr/>
            </p:nvSpPr>
            <p:spPr>
              <a:xfrm>
                <a:off x="2308835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795" y="897169"/>
                    </a:lnTo>
                    <a:lnTo>
                      <a:pt x="913369" y="899169"/>
                    </a:lnTo>
                    <a:lnTo>
                      <a:pt x="914400" y="899642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9" name="ph7499"/>
              <p:cNvSpPr/>
              <p:nvPr/>
            </p:nvSpPr>
            <p:spPr>
              <a:xfrm>
                <a:off x="2318097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642"/>
                    </a:lnTo>
                    <a:lnTo>
                      <a:pt x="909618" y="901697"/>
                    </a:lnTo>
                    <a:lnTo>
                      <a:pt x="914400" y="90437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0" name="ph7500"/>
              <p:cNvSpPr/>
              <p:nvPr/>
            </p:nvSpPr>
            <p:spPr>
              <a:xfrm>
                <a:off x="232735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4378"/>
                    </a:lnTo>
                    <a:lnTo>
                      <a:pt x="905790" y="904744"/>
                    </a:lnTo>
                    <a:lnTo>
                      <a:pt x="911134" y="908304"/>
                    </a:lnTo>
                    <a:lnTo>
                      <a:pt x="914400" y="910837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1" name="ph7501"/>
              <p:cNvSpPr/>
              <p:nvPr/>
            </p:nvSpPr>
            <p:spPr>
              <a:xfrm>
                <a:off x="2327359" y="1188479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837"/>
                    </a:lnTo>
                    <a:lnTo>
                      <a:pt x="916373" y="91236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2" name="ph7502"/>
              <p:cNvSpPr/>
              <p:nvPr/>
            </p:nvSpPr>
            <p:spPr>
              <a:xfrm>
                <a:off x="3411039" y="11884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78" y="914400"/>
                    </a:lnTo>
                    <a:lnTo>
                      <a:pt x="914102" y="907661"/>
                    </a:lnTo>
                    <a:lnTo>
                      <a:pt x="914400" y="906784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3" name="ph7503"/>
              <p:cNvSpPr/>
              <p:nvPr/>
            </p:nvSpPr>
            <p:spPr>
              <a:xfrm>
                <a:off x="3420301" y="11712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022"/>
                    </a:lnTo>
                    <a:lnTo>
                      <a:pt x="907992" y="915602"/>
                    </a:lnTo>
                    <a:lnTo>
                      <a:pt x="908449" y="914400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4" name="ph7504"/>
              <p:cNvSpPr/>
              <p:nvPr/>
            </p:nvSpPr>
            <p:spPr>
              <a:xfrm>
                <a:off x="342030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5" name="ph7505"/>
              <p:cNvSpPr/>
              <p:nvPr/>
            </p:nvSpPr>
            <p:spPr>
              <a:xfrm>
                <a:off x="342956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6" name="ph7506"/>
              <p:cNvSpPr/>
              <p:nvPr/>
            </p:nvSpPr>
            <p:spPr>
              <a:xfrm>
                <a:off x="343882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7" name="ph7507"/>
              <p:cNvSpPr/>
              <p:nvPr/>
            </p:nvSpPr>
            <p:spPr>
              <a:xfrm>
                <a:off x="344808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8" name="ph7508"/>
              <p:cNvSpPr/>
              <p:nvPr/>
            </p:nvSpPr>
            <p:spPr>
              <a:xfrm>
                <a:off x="345735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9" name="ph7509"/>
              <p:cNvSpPr/>
              <p:nvPr/>
            </p:nvSpPr>
            <p:spPr>
              <a:xfrm>
                <a:off x="346661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0" name="ph7510"/>
              <p:cNvSpPr/>
              <p:nvPr/>
            </p:nvSpPr>
            <p:spPr>
              <a:xfrm>
                <a:off x="347587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1" name="ph7511"/>
              <p:cNvSpPr/>
              <p:nvPr/>
            </p:nvSpPr>
            <p:spPr>
              <a:xfrm>
                <a:off x="348513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2" name="ph7512"/>
              <p:cNvSpPr/>
              <p:nvPr/>
            </p:nvSpPr>
            <p:spPr>
              <a:xfrm>
                <a:off x="349439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3" name="ph7513"/>
              <p:cNvSpPr/>
              <p:nvPr/>
            </p:nvSpPr>
            <p:spPr>
              <a:xfrm>
                <a:off x="350366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4" name="ph7514"/>
              <p:cNvSpPr/>
              <p:nvPr/>
            </p:nvSpPr>
            <p:spPr>
              <a:xfrm>
                <a:off x="351292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5" name="ph7515"/>
              <p:cNvSpPr/>
              <p:nvPr/>
            </p:nvSpPr>
            <p:spPr>
              <a:xfrm>
                <a:off x="352218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6" name="ph7516"/>
              <p:cNvSpPr/>
              <p:nvPr/>
            </p:nvSpPr>
            <p:spPr>
              <a:xfrm>
                <a:off x="353144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7" name="ph7517"/>
              <p:cNvSpPr/>
              <p:nvPr/>
            </p:nvSpPr>
            <p:spPr>
              <a:xfrm>
                <a:off x="354071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8" name="ph7518"/>
              <p:cNvSpPr/>
              <p:nvPr/>
            </p:nvSpPr>
            <p:spPr>
              <a:xfrm>
                <a:off x="354997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9" name="ph7519"/>
              <p:cNvSpPr/>
              <p:nvPr/>
            </p:nvSpPr>
            <p:spPr>
              <a:xfrm>
                <a:off x="355923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0" name="ph7520"/>
              <p:cNvSpPr/>
              <p:nvPr/>
            </p:nvSpPr>
            <p:spPr>
              <a:xfrm>
                <a:off x="356849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1" name="ph7521"/>
              <p:cNvSpPr/>
              <p:nvPr/>
            </p:nvSpPr>
            <p:spPr>
              <a:xfrm>
                <a:off x="357775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2" name="ph7522"/>
              <p:cNvSpPr/>
              <p:nvPr/>
            </p:nvSpPr>
            <p:spPr>
              <a:xfrm>
                <a:off x="358702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3" name="ph7523"/>
              <p:cNvSpPr/>
              <p:nvPr/>
            </p:nvSpPr>
            <p:spPr>
              <a:xfrm>
                <a:off x="359628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4" name="ph7524"/>
              <p:cNvSpPr/>
              <p:nvPr/>
            </p:nvSpPr>
            <p:spPr>
              <a:xfrm>
                <a:off x="360554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5" name="ph7525"/>
              <p:cNvSpPr/>
              <p:nvPr/>
            </p:nvSpPr>
            <p:spPr>
              <a:xfrm>
                <a:off x="361480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6" name="ph7526"/>
              <p:cNvSpPr/>
              <p:nvPr/>
            </p:nvSpPr>
            <p:spPr>
              <a:xfrm>
                <a:off x="362407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7" name="ph7527"/>
              <p:cNvSpPr/>
              <p:nvPr/>
            </p:nvSpPr>
            <p:spPr>
              <a:xfrm>
                <a:off x="363333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8" name="ph7528"/>
              <p:cNvSpPr/>
              <p:nvPr/>
            </p:nvSpPr>
            <p:spPr>
              <a:xfrm>
                <a:off x="364259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9" name="ph7529"/>
              <p:cNvSpPr/>
              <p:nvPr/>
            </p:nvSpPr>
            <p:spPr>
              <a:xfrm>
                <a:off x="365185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0" name="ph7530"/>
              <p:cNvSpPr/>
              <p:nvPr/>
            </p:nvSpPr>
            <p:spPr>
              <a:xfrm>
                <a:off x="366111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1" name="ph7531"/>
              <p:cNvSpPr/>
              <p:nvPr/>
            </p:nvSpPr>
            <p:spPr>
              <a:xfrm>
                <a:off x="367038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2" name="ph7532"/>
              <p:cNvSpPr/>
              <p:nvPr/>
            </p:nvSpPr>
            <p:spPr>
              <a:xfrm>
                <a:off x="367964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3" name="ph7533"/>
              <p:cNvSpPr/>
              <p:nvPr/>
            </p:nvSpPr>
            <p:spPr>
              <a:xfrm>
                <a:off x="368890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4" name="ph7534"/>
              <p:cNvSpPr/>
              <p:nvPr/>
            </p:nvSpPr>
            <p:spPr>
              <a:xfrm>
                <a:off x="369816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5" name="ph7535"/>
              <p:cNvSpPr/>
              <p:nvPr/>
            </p:nvSpPr>
            <p:spPr>
              <a:xfrm>
                <a:off x="370743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6" name="ph7536"/>
              <p:cNvSpPr/>
              <p:nvPr/>
            </p:nvSpPr>
            <p:spPr>
              <a:xfrm>
                <a:off x="3716692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7" name="ph7537"/>
              <p:cNvSpPr/>
              <p:nvPr/>
            </p:nvSpPr>
            <p:spPr>
              <a:xfrm>
                <a:off x="3725954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8" name="ph7538"/>
              <p:cNvSpPr/>
              <p:nvPr/>
            </p:nvSpPr>
            <p:spPr>
              <a:xfrm>
                <a:off x="3735217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9" name="ph7539"/>
              <p:cNvSpPr/>
              <p:nvPr/>
            </p:nvSpPr>
            <p:spPr>
              <a:xfrm>
                <a:off x="3744479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0" name="ph7540"/>
              <p:cNvSpPr/>
              <p:nvPr/>
            </p:nvSpPr>
            <p:spPr>
              <a:xfrm>
                <a:off x="3753741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1" name="ph7541"/>
              <p:cNvSpPr/>
              <p:nvPr/>
            </p:nvSpPr>
            <p:spPr>
              <a:xfrm>
                <a:off x="3763003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2" name="ph7542"/>
              <p:cNvSpPr/>
              <p:nvPr/>
            </p:nvSpPr>
            <p:spPr>
              <a:xfrm>
                <a:off x="3772265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3" name="ph7543"/>
              <p:cNvSpPr/>
              <p:nvPr/>
            </p:nvSpPr>
            <p:spPr>
              <a:xfrm>
                <a:off x="3781528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4" name="ph7544"/>
              <p:cNvSpPr/>
              <p:nvPr/>
            </p:nvSpPr>
            <p:spPr>
              <a:xfrm>
                <a:off x="3790790" y="11712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5" name="ph7545"/>
              <p:cNvSpPr/>
              <p:nvPr/>
            </p:nvSpPr>
            <p:spPr>
              <a:xfrm>
                <a:off x="3800052" y="1188479"/>
                <a:ext cx="91916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6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166" y="897161"/>
                    </a:lnTo>
                    <a:lnTo>
                      <a:pt x="919117" y="897615"/>
                    </a:lnTo>
                    <a:lnTo>
                      <a:pt x="917672" y="908178"/>
                    </a:lnTo>
                    <a:lnTo>
                      <a:pt x="917212" y="911204"/>
                    </a:lnTo>
                    <a:lnTo>
                      <a:pt x="916755" y="914217"/>
                    </a:lnTo>
                    <a:lnTo>
                      <a:pt x="916727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6" name="ph7546"/>
              <p:cNvSpPr/>
              <p:nvPr/>
            </p:nvSpPr>
            <p:spPr>
              <a:xfrm>
                <a:off x="2021706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730" y="931638"/>
                    </a:lnTo>
                    <a:lnTo>
                      <a:pt x="909928" y="923550"/>
                    </a:lnTo>
                    <a:lnTo>
                      <a:pt x="911566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7" name="ph7547"/>
              <p:cNvSpPr/>
              <p:nvPr/>
            </p:nvSpPr>
            <p:spPr>
              <a:xfrm>
                <a:off x="202170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8" name="ph7548"/>
              <p:cNvSpPr/>
              <p:nvPr/>
            </p:nvSpPr>
            <p:spPr>
              <a:xfrm>
                <a:off x="20309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9" name="ph7549"/>
              <p:cNvSpPr/>
              <p:nvPr/>
            </p:nvSpPr>
            <p:spPr>
              <a:xfrm>
                <a:off x="20402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0" name="ph7550"/>
              <p:cNvSpPr/>
              <p:nvPr/>
            </p:nvSpPr>
            <p:spPr>
              <a:xfrm>
                <a:off x="20494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1" name="ph7551"/>
              <p:cNvSpPr/>
              <p:nvPr/>
            </p:nvSpPr>
            <p:spPr>
              <a:xfrm>
                <a:off x="205875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2" name="ph7552"/>
              <p:cNvSpPr/>
              <p:nvPr/>
            </p:nvSpPr>
            <p:spPr>
              <a:xfrm>
                <a:off x="20680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3" name="ph7553"/>
              <p:cNvSpPr/>
              <p:nvPr/>
            </p:nvSpPr>
            <p:spPr>
              <a:xfrm>
                <a:off x="20772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4" name="ph7554"/>
              <p:cNvSpPr/>
              <p:nvPr/>
            </p:nvSpPr>
            <p:spPr>
              <a:xfrm>
                <a:off x="20865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5" name="ph7555"/>
              <p:cNvSpPr/>
              <p:nvPr/>
            </p:nvSpPr>
            <p:spPr>
              <a:xfrm>
                <a:off x="20958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6" name="ph7556"/>
              <p:cNvSpPr/>
              <p:nvPr/>
            </p:nvSpPr>
            <p:spPr>
              <a:xfrm>
                <a:off x="210506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7" name="ph7557"/>
              <p:cNvSpPr/>
              <p:nvPr/>
            </p:nvSpPr>
            <p:spPr>
              <a:xfrm>
                <a:off x="21143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8" name="ph7558"/>
              <p:cNvSpPr/>
              <p:nvPr/>
            </p:nvSpPr>
            <p:spPr>
              <a:xfrm>
                <a:off x="21235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9" name="ph7559"/>
              <p:cNvSpPr/>
              <p:nvPr/>
            </p:nvSpPr>
            <p:spPr>
              <a:xfrm>
                <a:off x="213285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0" name="ph7560"/>
              <p:cNvSpPr/>
              <p:nvPr/>
            </p:nvSpPr>
            <p:spPr>
              <a:xfrm>
                <a:off x="214211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1" name="ph7561"/>
              <p:cNvSpPr/>
              <p:nvPr/>
            </p:nvSpPr>
            <p:spPr>
              <a:xfrm>
                <a:off x="215137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2" name="ph7562"/>
              <p:cNvSpPr/>
              <p:nvPr/>
            </p:nvSpPr>
            <p:spPr>
              <a:xfrm>
                <a:off x="216063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3" name="ph7563"/>
              <p:cNvSpPr/>
              <p:nvPr/>
            </p:nvSpPr>
            <p:spPr>
              <a:xfrm>
                <a:off x="216990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4" name="ph7564"/>
              <p:cNvSpPr/>
              <p:nvPr/>
            </p:nvSpPr>
            <p:spPr>
              <a:xfrm>
                <a:off x="21791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5" name="ph7565"/>
              <p:cNvSpPr/>
              <p:nvPr/>
            </p:nvSpPr>
            <p:spPr>
              <a:xfrm>
                <a:off x="2188426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6" name="ph7566"/>
              <p:cNvSpPr/>
              <p:nvPr/>
            </p:nvSpPr>
            <p:spPr>
              <a:xfrm>
                <a:off x="21976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7" name="ph7567"/>
              <p:cNvSpPr/>
              <p:nvPr/>
            </p:nvSpPr>
            <p:spPr>
              <a:xfrm>
                <a:off x="22069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8" name="ph7568"/>
              <p:cNvSpPr/>
              <p:nvPr/>
            </p:nvSpPr>
            <p:spPr>
              <a:xfrm>
                <a:off x="22162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9" name="ph7569"/>
              <p:cNvSpPr/>
              <p:nvPr/>
            </p:nvSpPr>
            <p:spPr>
              <a:xfrm>
                <a:off x="222547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0" name="ph7570"/>
              <p:cNvSpPr/>
              <p:nvPr/>
            </p:nvSpPr>
            <p:spPr>
              <a:xfrm>
                <a:off x="22347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1" name="ph7571"/>
              <p:cNvSpPr/>
              <p:nvPr/>
            </p:nvSpPr>
            <p:spPr>
              <a:xfrm>
                <a:off x="22439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2" name="ph7572"/>
              <p:cNvSpPr/>
              <p:nvPr/>
            </p:nvSpPr>
            <p:spPr>
              <a:xfrm>
                <a:off x="2262523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07" y="897161"/>
                    </a:lnTo>
                    <a:lnTo>
                      <a:pt x="908625" y="900500"/>
                    </a:lnTo>
                    <a:lnTo>
                      <a:pt x="910569" y="901004"/>
                    </a:lnTo>
                    <a:lnTo>
                      <a:pt x="910907" y="901107"/>
                    </a:lnTo>
                    <a:lnTo>
                      <a:pt x="911248" y="901211"/>
                    </a:lnTo>
                    <a:lnTo>
                      <a:pt x="911588" y="901316"/>
                    </a:lnTo>
                    <a:lnTo>
                      <a:pt x="911929" y="901420"/>
                    </a:lnTo>
                    <a:lnTo>
                      <a:pt x="912269" y="901524"/>
                    </a:lnTo>
                    <a:lnTo>
                      <a:pt x="912610" y="901628"/>
                    </a:lnTo>
                    <a:lnTo>
                      <a:pt x="912950" y="901732"/>
                    </a:lnTo>
                    <a:lnTo>
                      <a:pt x="913291" y="901837"/>
                    </a:lnTo>
                    <a:lnTo>
                      <a:pt x="913631" y="901941"/>
                    </a:lnTo>
                    <a:lnTo>
                      <a:pt x="913972" y="902045"/>
                    </a:lnTo>
                    <a:lnTo>
                      <a:pt x="914400" y="902176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3" name="ph7573"/>
              <p:cNvSpPr/>
              <p:nvPr/>
            </p:nvSpPr>
            <p:spPr>
              <a:xfrm>
                <a:off x="2271786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176"/>
                    </a:lnTo>
                    <a:lnTo>
                      <a:pt x="905391" y="902254"/>
                    </a:lnTo>
                    <a:lnTo>
                      <a:pt x="905731" y="902358"/>
                    </a:lnTo>
                    <a:lnTo>
                      <a:pt x="906071" y="902462"/>
                    </a:lnTo>
                    <a:lnTo>
                      <a:pt x="906412" y="902566"/>
                    </a:lnTo>
                    <a:lnTo>
                      <a:pt x="906752" y="902671"/>
                    </a:lnTo>
                    <a:lnTo>
                      <a:pt x="907093" y="902775"/>
                    </a:lnTo>
                    <a:lnTo>
                      <a:pt x="907433" y="902879"/>
                    </a:lnTo>
                    <a:lnTo>
                      <a:pt x="907774" y="902984"/>
                    </a:lnTo>
                    <a:lnTo>
                      <a:pt x="908114" y="903088"/>
                    </a:lnTo>
                    <a:lnTo>
                      <a:pt x="908454" y="903192"/>
                    </a:lnTo>
                    <a:lnTo>
                      <a:pt x="908795" y="903297"/>
                    </a:lnTo>
                    <a:lnTo>
                      <a:pt x="909135" y="903401"/>
                    </a:lnTo>
                    <a:lnTo>
                      <a:pt x="909476" y="903505"/>
                    </a:lnTo>
                    <a:lnTo>
                      <a:pt x="909816" y="903610"/>
                    </a:lnTo>
                    <a:lnTo>
                      <a:pt x="910156" y="903714"/>
                    </a:lnTo>
                    <a:lnTo>
                      <a:pt x="910497" y="903818"/>
                    </a:lnTo>
                    <a:lnTo>
                      <a:pt x="910837" y="903923"/>
                    </a:lnTo>
                    <a:lnTo>
                      <a:pt x="911178" y="904027"/>
                    </a:lnTo>
                    <a:lnTo>
                      <a:pt x="911518" y="904132"/>
                    </a:lnTo>
                    <a:lnTo>
                      <a:pt x="911858" y="904236"/>
                    </a:lnTo>
                    <a:lnTo>
                      <a:pt x="912199" y="904340"/>
                    </a:lnTo>
                    <a:lnTo>
                      <a:pt x="912539" y="904445"/>
                    </a:lnTo>
                    <a:lnTo>
                      <a:pt x="912879" y="904549"/>
                    </a:lnTo>
                    <a:lnTo>
                      <a:pt x="913220" y="904654"/>
                    </a:lnTo>
                    <a:lnTo>
                      <a:pt x="913560" y="904758"/>
                    </a:lnTo>
                    <a:lnTo>
                      <a:pt x="913900" y="904863"/>
                    </a:lnTo>
                    <a:lnTo>
                      <a:pt x="914241" y="904967"/>
                    </a:lnTo>
                    <a:lnTo>
                      <a:pt x="914400" y="905016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4" name="ph7574"/>
              <p:cNvSpPr/>
              <p:nvPr/>
            </p:nvSpPr>
            <p:spPr>
              <a:xfrm>
                <a:off x="2281048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5016"/>
                    </a:lnTo>
                    <a:lnTo>
                      <a:pt x="905319" y="905072"/>
                    </a:lnTo>
                    <a:lnTo>
                      <a:pt x="905659" y="905176"/>
                    </a:lnTo>
                    <a:lnTo>
                      <a:pt x="905999" y="905281"/>
                    </a:lnTo>
                    <a:lnTo>
                      <a:pt x="906340" y="905385"/>
                    </a:lnTo>
                    <a:lnTo>
                      <a:pt x="906680" y="905490"/>
                    </a:lnTo>
                    <a:lnTo>
                      <a:pt x="907020" y="905594"/>
                    </a:lnTo>
                    <a:lnTo>
                      <a:pt x="907360" y="905699"/>
                    </a:lnTo>
                    <a:lnTo>
                      <a:pt x="907701" y="905803"/>
                    </a:lnTo>
                    <a:lnTo>
                      <a:pt x="908041" y="905908"/>
                    </a:lnTo>
                    <a:lnTo>
                      <a:pt x="908381" y="906013"/>
                    </a:lnTo>
                    <a:lnTo>
                      <a:pt x="908721" y="906117"/>
                    </a:lnTo>
                    <a:lnTo>
                      <a:pt x="909062" y="906222"/>
                    </a:lnTo>
                    <a:lnTo>
                      <a:pt x="909402" y="906326"/>
                    </a:lnTo>
                    <a:lnTo>
                      <a:pt x="909742" y="906431"/>
                    </a:lnTo>
                    <a:lnTo>
                      <a:pt x="910082" y="906536"/>
                    </a:lnTo>
                    <a:lnTo>
                      <a:pt x="910423" y="906640"/>
                    </a:lnTo>
                    <a:lnTo>
                      <a:pt x="910763" y="906745"/>
                    </a:lnTo>
                    <a:lnTo>
                      <a:pt x="911103" y="906849"/>
                    </a:lnTo>
                    <a:lnTo>
                      <a:pt x="911443" y="906954"/>
                    </a:lnTo>
                    <a:lnTo>
                      <a:pt x="911783" y="907059"/>
                    </a:lnTo>
                    <a:lnTo>
                      <a:pt x="912124" y="907163"/>
                    </a:lnTo>
                    <a:lnTo>
                      <a:pt x="912464" y="907268"/>
                    </a:lnTo>
                    <a:lnTo>
                      <a:pt x="912804" y="907373"/>
                    </a:lnTo>
                    <a:lnTo>
                      <a:pt x="913144" y="907477"/>
                    </a:lnTo>
                    <a:lnTo>
                      <a:pt x="913484" y="907582"/>
                    </a:lnTo>
                    <a:lnTo>
                      <a:pt x="913824" y="907687"/>
                    </a:lnTo>
                    <a:lnTo>
                      <a:pt x="914165" y="907792"/>
                    </a:lnTo>
                    <a:lnTo>
                      <a:pt x="914400" y="907864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5" name="ph7575"/>
              <p:cNvSpPr/>
              <p:nvPr/>
            </p:nvSpPr>
            <p:spPr>
              <a:xfrm>
                <a:off x="2290310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242" y="907896"/>
                    </a:lnTo>
                    <a:lnTo>
                      <a:pt x="905583" y="908001"/>
                    </a:lnTo>
                    <a:lnTo>
                      <a:pt x="905923" y="908106"/>
                    </a:lnTo>
                    <a:lnTo>
                      <a:pt x="906263" y="908211"/>
                    </a:lnTo>
                    <a:lnTo>
                      <a:pt x="906603" y="908315"/>
                    </a:lnTo>
                    <a:lnTo>
                      <a:pt x="906943" y="908420"/>
                    </a:lnTo>
                    <a:lnTo>
                      <a:pt x="907283" y="908525"/>
                    </a:lnTo>
                    <a:lnTo>
                      <a:pt x="907623" y="908630"/>
                    </a:lnTo>
                    <a:lnTo>
                      <a:pt x="907963" y="908735"/>
                    </a:lnTo>
                    <a:lnTo>
                      <a:pt x="908304" y="908839"/>
                    </a:lnTo>
                    <a:lnTo>
                      <a:pt x="908644" y="908944"/>
                    </a:lnTo>
                    <a:lnTo>
                      <a:pt x="908984" y="909049"/>
                    </a:lnTo>
                    <a:lnTo>
                      <a:pt x="909324" y="909154"/>
                    </a:lnTo>
                    <a:lnTo>
                      <a:pt x="909664" y="909259"/>
                    </a:lnTo>
                    <a:lnTo>
                      <a:pt x="910004" y="909364"/>
                    </a:lnTo>
                    <a:lnTo>
                      <a:pt x="910344" y="909468"/>
                    </a:lnTo>
                    <a:lnTo>
                      <a:pt x="910684" y="909573"/>
                    </a:lnTo>
                    <a:lnTo>
                      <a:pt x="911024" y="909678"/>
                    </a:lnTo>
                    <a:lnTo>
                      <a:pt x="911364" y="909783"/>
                    </a:lnTo>
                    <a:lnTo>
                      <a:pt x="911704" y="909888"/>
                    </a:lnTo>
                    <a:lnTo>
                      <a:pt x="912044" y="909993"/>
                    </a:lnTo>
                    <a:lnTo>
                      <a:pt x="912384" y="910098"/>
                    </a:lnTo>
                    <a:lnTo>
                      <a:pt x="912724" y="910203"/>
                    </a:lnTo>
                    <a:lnTo>
                      <a:pt x="913064" y="910308"/>
                    </a:lnTo>
                    <a:lnTo>
                      <a:pt x="913404" y="910413"/>
                    </a:lnTo>
                    <a:lnTo>
                      <a:pt x="913744" y="910518"/>
                    </a:lnTo>
                    <a:lnTo>
                      <a:pt x="914084" y="910623"/>
                    </a:lnTo>
                    <a:lnTo>
                      <a:pt x="914400" y="91072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6" name="ph7576"/>
              <p:cNvSpPr/>
              <p:nvPr/>
            </p:nvSpPr>
            <p:spPr>
              <a:xfrm>
                <a:off x="2299572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62" y="910728"/>
                    </a:lnTo>
                    <a:lnTo>
                      <a:pt x="905502" y="910833"/>
                    </a:lnTo>
                    <a:lnTo>
                      <a:pt x="905842" y="910938"/>
                    </a:lnTo>
                    <a:lnTo>
                      <a:pt x="906182" y="911043"/>
                    </a:lnTo>
                    <a:lnTo>
                      <a:pt x="906522" y="911148"/>
                    </a:lnTo>
                    <a:lnTo>
                      <a:pt x="906862" y="911253"/>
                    </a:lnTo>
                    <a:lnTo>
                      <a:pt x="907202" y="911358"/>
                    </a:lnTo>
                    <a:lnTo>
                      <a:pt x="907542" y="911463"/>
                    </a:lnTo>
                    <a:lnTo>
                      <a:pt x="907882" y="911568"/>
                    </a:lnTo>
                    <a:lnTo>
                      <a:pt x="908222" y="911673"/>
                    </a:lnTo>
                    <a:lnTo>
                      <a:pt x="908561" y="911778"/>
                    </a:lnTo>
                    <a:lnTo>
                      <a:pt x="908901" y="911883"/>
                    </a:lnTo>
                    <a:lnTo>
                      <a:pt x="909241" y="911988"/>
                    </a:lnTo>
                    <a:lnTo>
                      <a:pt x="909581" y="912093"/>
                    </a:lnTo>
                    <a:lnTo>
                      <a:pt x="909921" y="912198"/>
                    </a:lnTo>
                    <a:lnTo>
                      <a:pt x="910261" y="912303"/>
                    </a:lnTo>
                    <a:lnTo>
                      <a:pt x="910601" y="912408"/>
                    </a:lnTo>
                    <a:lnTo>
                      <a:pt x="910941" y="912513"/>
                    </a:lnTo>
                    <a:lnTo>
                      <a:pt x="911281" y="912619"/>
                    </a:lnTo>
                    <a:lnTo>
                      <a:pt x="911621" y="912724"/>
                    </a:lnTo>
                    <a:lnTo>
                      <a:pt x="911960" y="912829"/>
                    </a:lnTo>
                    <a:lnTo>
                      <a:pt x="912300" y="912934"/>
                    </a:lnTo>
                    <a:lnTo>
                      <a:pt x="912640" y="913039"/>
                    </a:lnTo>
                    <a:lnTo>
                      <a:pt x="912980" y="913144"/>
                    </a:lnTo>
                    <a:lnTo>
                      <a:pt x="913320" y="913250"/>
                    </a:lnTo>
                    <a:lnTo>
                      <a:pt x="913660" y="913355"/>
                    </a:lnTo>
                    <a:lnTo>
                      <a:pt x="913999" y="913460"/>
                    </a:lnTo>
                    <a:lnTo>
                      <a:pt x="914400" y="913584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7" name="ph7577"/>
              <p:cNvSpPr/>
              <p:nvPr/>
            </p:nvSpPr>
            <p:spPr>
              <a:xfrm>
                <a:off x="2299572" y="1171240"/>
                <a:ext cx="91703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33" h="914400">
                    <a:moveTo>
                      <a:pt x="914400" y="914400"/>
                    </a:moveTo>
                    <a:lnTo>
                      <a:pt x="914400" y="913584"/>
                    </a:lnTo>
                    <a:lnTo>
                      <a:pt x="914679" y="913670"/>
                    </a:lnTo>
                    <a:lnTo>
                      <a:pt x="915019" y="913776"/>
                    </a:lnTo>
                    <a:lnTo>
                      <a:pt x="915359" y="913881"/>
                    </a:lnTo>
                    <a:lnTo>
                      <a:pt x="915699" y="913986"/>
                    </a:lnTo>
                    <a:lnTo>
                      <a:pt x="916038" y="914091"/>
                    </a:lnTo>
                    <a:lnTo>
                      <a:pt x="916378" y="914197"/>
                    </a:lnTo>
                    <a:lnTo>
                      <a:pt x="916718" y="914302"/>
                    </a:lnTo>
                    <a:lnTo>
                      <a:pt x="917033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8" name="ph7578"/>
              <p:cNvSpPr/>
              <p:nvPr/>
            </p:nvSpPr>
            <p:spPr>
              <a:xfrm>
                <a:off x="3420301" y="117124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449" y="914400"/>
                    </a:lnTo>
                    <a:lnTo>
                      <a:pt x="911405" y="906630"/>
                    </a:lnTo>
                    <a:lnTo>
                      <a:pt x="914400" y="899583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9" name="ph7579"/>
              <p:cNvSpPr/>
              <p:nvPr/>
            </p:nvSpPr>
            <p:spPr>
              <a:xfrm>
                <a:off x="3429563" y="1154002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6822"/>
                    </a:lnTo>
                    <a:lnTo>
                      <a:pt x="905807" y="915246"/>
                    </a:lnTo>
                    <a:lnTo>
                      <a:pt x="906208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0" name="ph7580"/>
              <p:cNvSpPr/>
              <p:nvPr/>
            </p:nvSpPr>
            <p:spPr>
              <a:xfrm>
                <a:off x="342956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1" name="ph7581"/>
              <p:cNvSpPr/>
              <p:nvPr/>
            </p:nvSpPr>
            <p:spPr>
              <a:xfrm>
                <a:off x="343882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2" name="ph7582"/>
              <p:cNvSpPr/>
              <p:nvPr/>
            </p:nvSpPr>
            <p:spPr>
              <a:xfrm>
                <a:off x="344808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3" name="ph7583"/>
              <p:cNvSpPr/>
              <p:nvPr/>
            </p:nvSpPr>
            <p:spPr>
              <a:xfrm>
                <a:off x="345735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4" name="ph7584"/>
              <p:cNvSpPr/>
              <p:nvPr/>
            </p:nvSpPr>
            <p:spPr>
              <a:xfrm>
                <a:off x="346661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5" name="ph7585"/>
              <p:cNvSpPr/>
              <p:nvPr/>
            </p:nvSpPr>
            <p:spPr>
              <a:xfrm>
                <a:off x="347587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6" name="ph7586"/>
              <p:cNvSpPr/>
              <p:nvPr/>
            </p:nvSpPr>
            <p:spPr>
              <a:xfrm>
                <a:off x="348513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7" name="ph7587"/>
              <p:cNvSpPr/>
              <p:nvPr/>
            </p:nvSpPr>
            <p:spPr>
              <a:xfrm>
                <a:off x="349439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8" name="ph7588"/>
              <p:cNvSpPr/>
              <p:nvPr/>
            </p:nvSpPr>
            <p:spPr>
              <a:xfrm>
                <a:off x="350366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9" name="ph7589"/>
              <p:cNvSpPr/>
              <p:nvPr/>
            </p:nvSpPr>
            <p:spPr>
              <a:xfrm>
                <a:off x="351292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0" name="ph7590"/>
              <p:cNvSpPr/>
              <p:nvPr/>
            </p:nvSpPr>
            <p:spPr>
              <a:xfrm>
                <a:off x="352218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1" name="ph7591"/>
              <p:cNvSpPr/>
              <p:nvPr/>
            </p:nvSpPr>
            <p:spPr>
              <a:xfrm>
                <a:off x="353144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2" name="ph7592"/>
              <p:cNvSpPr/>
              <p:nvPr/>
            </p:nvSpPr>
            <p:spPr>
              <a:xfrm>
                <a:off x="354071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3" name="ph7593"/>
              <p:cNvSpPr/>
              <p:nvPr/>
            </p:nvSpPr>
            <p:spPr>
              <a:xfrm>
                <a:off x="354997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4" name="ph7594"/>
              <p:cNvSpPr/>
              <p:nvPr/>
            </p:nvSpPr>
            <p:spPr>
              <a:xfrm>
                <a:off x="355923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5" name="ph7595"/>
              <p:cNvSpPr/>
              <p:nvPr/>
            </p:nvSpPr>
            <p:spPr>
              <a:xfrm>
                <a:off x="356849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6" name="ph7596"/>
              <p:cNvSpPr/>
              <p:nvPr/>
            </p:nvSpPr>
            <p:spPr>
              <a:xfrm>
                <a:off x="357775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7" name="ph7597"/>
              <p:cNvSpPr/>
              <p:nvPr/>
            </p:nvSpPr>
            <p:spPr>
              <a:xfrm>
                <a:off x="358702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8" name="ph7598"/>
              <p:cNvSpPr/>
              <p:nvPr/>
            </p:nvSpPr>
            <p:spPr>
              <a:xfrm>
                <a:off x="359628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9" name="ph7599"/>
              <p:cNvSpPr/>
              <p:nvPr/>
            </p:nvSpPr>
            <p:spPr>
              <a:xfrm>
                <a:off x="360554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0" name="ph7600"/>
              <p:cNvSpPr/>
              <p:nvPr/>
            </p:nvSpPr>
            <p:spPr>
              <a:xfrm>
                <a:off x="361480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1" name="ph7601"/>
              <p:cNvSpPr/>
              <p:nvPr/>
            </p:nvSpPr>
            <p:spPr>
              <a:xfrm>
                <a:off x="362407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2" name="ph7602"/>
              <p:cNvSpPr/>
              <p:nvPr/>
            </p:nvSpPr>
            <p:spPr>
              <a:xfrm>
                <a:off x="363333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3" name="ph7603"/>
              <p:cNvSpPr/>
              <p:nvPr/>
            </p:nvSpPr>
            <p:spPr>
              <a:xfrm>
                <a:off x="364259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4" name="ph7604"/>
              <p:cNvSpPr/>
              <p:nvPr/>
            </p:nvSpPr>
            <p:spPr>
              <a:xfrm>
                <a:off x="365185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5" name="ph7605"/>
              <p:cNvSpPr/>
              <p:nvPr/>
            </p:nvSpPr>
            <p:spPr>
              <a:xfrm>
                <a:off x="366111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6" name="ph7606"/>
              <p:cNvSpPr/>
              <p:nvPr/>
            </p:nvSpPr>
            <p:spPr>
              <a:xfrm>
                <a:off x="367038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7" name="ph7607"/>
              <p:cNvSpPr/>
              <p:nvPr/>
            </p:nvSpPr>
            <p:spPr>
              <a:xfrm>
                <a:off x="367964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8" name="ph7608"/>
              <p:cNvSpPr/>
              <p:nvPr/>
            </p:nvSpPr>
            <p:spPr>
              <a:xfrm>
                <a:off x="368890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9" name="ph7609"/>
              <p:cNvSpPr/>
              <p:nvPr/>
            </p:nvSpPr>
            <p:spPr>
              <a:xfrm>
                <a:off x="369816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0" name="ph7610"/>
              <p:cNvSpPr/>
              <p:nvPr/>
            </p:nvSpPr>
            <p:spPr>
              <a:xfrm>
                <a:off x="370743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1" name="ph7611"/>
              <p:cNvSpPr/>
              <p:nvPr/>
            </p:nvSpPr>
            <p:spPr>
              <a:xfrm>
                <a:off x="3716692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2" name="ph7612"/>
              <p:cNvSpPr/>
              <p:nvPr/>
            </p:nvSpPr>
            <p:spPr>
              <a:xfrm>
                <a:off x="3725954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3" name="ph7613"/>
              <p:cNvSpPr/>
              <p:nvPr/>
            </p:nvSpPr>
            <p:spPr>
              <a:xfrm>
                <a:off x="3735217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4" name="ph7614"/>
              <p:cNvSpPr/>
              <p:nvPr/>
            </p:nvSpPr>
            <p:spPr>
              <a:xfrm>
                <a:off x="3744479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5" name="ph7615"/>
              <p:cNvSpPr/>
              <p:nvPr/>
            </p:nvSpPr>
            <p:spPr>
              <a:xfrm>
                <a:off x="3753741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6" name="ph7616"/>
              <p:cNvSpPr/>
              <p:nvPr/>
            </p:nvSpPr>
            <p:spPr>
              <a:xfrm>
                <a:off x="3763003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7" name="ph7617"/>
              <p:cNvSpPr/>
              <p:nvPr/>
            </p:nvSpPr>
            <p:spPr>
              <a:xfrm>
                <a:off x="3772265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8" name="ph7618"/>
              <p:cNvSpPr/>
              <p:nvPr/>
            </p:nvSpPr>
            <p:spPr>
              <a:xfrm>
                <a:off x="3781528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9" name="ph7619"/>
              <p:cNvSpPr/>
              <p:nvPr/>
            </p:nvSpPr>
            <p:spPr>
              <a:xfrm>
                <a:off x="3790790" y="11540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0" name="ph7620"/>
              <p:cNvSpPr/>
              <p:nvPr/>
            </p:nvSpPr>
            <p:spPr>
              <a:xfrm>
                <a:off x="3800052" y="1171240"/>
                <a:ext cx="9208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807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807" y="897161"/>
                    </a:lnTo>
                    <a:lnTo>
                      <a:pt x="920262" y="904164"/>
                    </a:lnTo>
                    <a:lnTo>
                      <a:pt x="919166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1" name="ph7621"/>
              <p:cNvSpPr/>
              <p:nvPr/>
            </p:nvSpPr>
            <p:spPr>
              <a:xfrm>
                <a:off x="2021706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566" y="931638"/>
                    </a:lnTo>
                    <a:lnTo>
                      <a:pt x="911767" y="930513"/>
                    </a:lnTo>
                    <a:lnTo>
                      <a:pt x="911892" y="929917"/>
                    </a:lnTo>
                    <a:lnTo>
                      <a:pt x="911956" y="928325"/>
                    </a:lnTo>
                    <a:lnTo>
                      <a:pt x="912690" y="917595"/>
                    </a:lnTo>
                    <a:lnTo>
                      <a:pt x="913001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2" name="ph7622"/>
              <p:cNvSpPr/>
              <p:nvPr/>
            </p:nvSpPr>
            <p:spPr>
              <a:xfrm>
                <a:off x="202170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3" name="ph7623"/>
              <p:cNvSpPr/>
              <p:nvPr/>
            </p:nvSpPr>
            <p:spPr>
              <a:xfrm>
                <a:off x="20309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4" name="ph7624"/>
              <p:cNvSpPr/>
              <p:nvPr/>
            </p:nvSpPr>
            <p:spPr>
              <a:xfrm>
                <a:off x="20402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5" name="ph7625"/>
              <p:cNvSpPr/>
              <p:nvPr/>
            </p:nvSpPr>
            <p:spPr>
              <a:xfrm>
                <a:off x="20494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6" name="ph7626"/>
              <p:cNvSpPr/>
              <p:nvPr/>
            </p:nvSpPr>
            <p:spPr>
              <a:xfrm>
                <a:off x="205875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7" name="ph7627"/>
              <p:cNvSpPr/>
              <p:nvPr/>
            </p:nvSpPr>
            <p:spPr>
              <a:xfrm>
                <a:off x="20680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8" name="ph7628"/>
              <p:cNvSpPr/>
              <p:nvPr/>
            </p:nvSpPr>
            <p:spPr>
              <a:xfrm>
                <a:off x="20772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9" name="ph7629"/>
              <p:cNvSpPr/>
              <p:nvPr/>
            </p:nvSpPr>
            <p:spPr>
              <a:xfrm>
                <a:off x="20865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0" name="ph7630"/>
              <p:cNvSpPr/>
              <p:nvPr/>
            </p:nvSpPr>
            <p:spPr>
              <a:xfrm>
                <a:off x="20958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1" name="ph7631"/>
              <p:cNvSpPr/>
              <p:nvPr/>
            </p:nvSpPr>
            <p:spPr>
              <a:xfrm>
                <a:off x="210506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2" name="ph7632"/>
              <p:cNvSpPr/>
              <p:nvPr/>
            </p:nvSpPr>
            <p:spPr>
              <a:xfrm>
                <a:off x="21143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3" name="ph7633"/>
              <p:cNvSpPr/>
              <p:nvPr/>
            </p:nvSpPr>
            <p:spPr>
              <a:xfrm>
                <a:off x="21235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4" name="ph7634"/>
              <p:cNvSpPr/>
              <p:nvPr/>
            </p:nvSpPr>
            <p:spPr>
              <a:xfrm>
                <a:off x="213285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5" name="ph7635"/>
              <p:cNvSpPr/>
              <p:nvPr/>
            </p:nvSpPr>
            <p:spPr>
              <a:xfrm>
                <a:off x="214211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6" name="ph7636"/>
              <p:cNvSpPr/>
              <p:nvPr/>
            </p:nvSpPr>
            <p:spPr>
              <a:xfrm>
                <a:off x="215137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7" name="ph7637"/>
              <p:cNvSpPr/>
              <p:nvPr/>
            </p:nvSpPr>
            <p:spPr>
              <a:xfrm>
                <a:off x="216063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8" name="ph7638"/>
              <p:cNvSpPr/>
              <p:nvPr/>
            </p:nvSpPr>
            <p:spPr>
              <a:xfrm>
                <a:off x="216990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9" name="ph7639"/>
              <p:cNvSpPr/>
              <p:nvPr/>
            </p:nvSpPr>
            <p:spPr>
              <a:xfrm>
                <a:off x="217916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0" name="ph7640"/>
              <p:cNvSpPr/>
              <p:nvPr/>
            </p:nvSpPr>
            <p:spPr>
              <a:xfrm>
                <a:off x="2188426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1" name="ph7641"/>
              <p:cNvSpPr/>
              <p:nvPr/>
            </p:nvSpPr>
            <p:spPr>
              <a:xfrm>
                <a:off x="21976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2" name="ph7642"/>
              <p:cNvSpPr/>
              <p:nvPr/>
            </p:nvSpPr>
            <p:spPr>
              <a:xfrm>
                <a:off x="22069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3" name="ph7643"/>
              <p:cNvSpPr/>
              <p:nvPr/>
            </p:nvSpPr>
            <p:spPr>
              <a:xfrm>
                <a:off x="22162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4" name="ph7644"/>
              <p:cNvSpPr/>
              <p:nvPr/>
            </p:nvSpPr>
            <p:spPr>
              <a:xfrm>
                <a:off x="222547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5" name="ph7645"/>
              <p:cNvSpPr/>
              <p:nvPr/>
            </p:nvSpPr>
            <p:spPr>
              <a:xfrm>
                <a:off x="22347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6" name="ph7646"/>
              <p:cNvSpPr/>
              <p:nvPr/>
            </p:nvSpPr>
            <p:spPr>
              <a:xfrm>
                <a:off x="22439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7" name="ph7647"/>
              <p:cNvSpPr/>
              <p:nvPr/>
            </p:nvSpPr>
            <p:spPr>
              <a:xfrm>
                <a:off x="2253261" y="1154002"/>
                <a:ext cx="9174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3" y="897161"/>
                    </a:lnTo>
                    <a:lnTo>
                      <a:pt x="915385" y="900542"/>
                    </a:lnTo>
                    <a:lnTo>
                      <a:pt x="917105" y="911496"/>
                    </a:lnTo>
                    <a:lnTo>
                      <a:pt x="917469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8" name="ph7648"/>
              <p:cNvSpPr/>
              <p:nvPr/>
            </p:nvSpPr>
            <p:spPr>
              <a:xfrm>
                <a:off x="3429563" y="11540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208" y="914400"/>
                    </a:lnTo>
                    <a:lnTo>
                      <a:pt x="909712" y="906998"/>
                    </a:lnTo>
                    <a:lnTo>
                      <a:pt x="913848" y="899147"/>
                    </a:lnTo>
                    <a:lnTo>
                      <a:pt x="914400" y="898206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9" name="ph7649"/>
              <p:cNvSpPr/>
              <p:nvPr/>
            </p:nvSpPr>
            <p:spPr>
              <a:xfrm>
                <a:off x="3438825" y="11367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5444"/>
                    </a:lnTo>
                    <a:lnTo>
                      <a:pt x="905749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0" name="ph7650"/>
              <p:cNvSpPr/>
              <p:nvPr/>
            </p:nvSpPr>
            <p:spPr>
              <a:xfrm>
                <a:off x="343882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1" name="ph7651"/>
              <p:cNvSpPr/>
              <p:nvPr/>
            </p:nvSpPr>
            <p:spPr>
              <a:xfrm>
                <a:off x="344808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2" name="ph7652"/>
              <p:cNvSpPr/>
              <p:nvPr/>
            </p:nvSpPr>
            <p:spPr>
              <a:xfrm>
                <a:off x="345735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3" name="ph7653"/>
              <p:cNvSpPr/>
              <p:nvPr/>
            </p:nvSpPr>
            <p:spPr>
              <a:xfrm>
                <a:off x="346661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4" name="ph7654"/>
              <p:cNvSpPr/>
              <p:nvPr/>
            </p:nvSpPr>
            <p:spPr>
              <a:xfrm>
                <a:off x="347587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5" name="ph7655"/>
              <p:cNvSpPr/>
              <p:nvPr/>
            </p:nvSpPr>
            <p:spPr>
              <a:xfrm>
                <a:off x="348513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6" name="ph7656"/>
              <p:cNvSpPr/>
              <p:nvPr/>
            </p:nvSpPr>
            <p:spPr>
              <a:xfrm>
                <a:off x="349439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7" name="ph7657"/>
              <p:cNvSpPr/>
              <p:nvPr/>
            </p:nvSpPr>
            <p:spPr>
              <a:xfrm>
                <a:off x="350366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8" name="ph7658"/>
              <p:cNvSpPr/>
              <p:nvPr/>
            </p:nvSpPr>
            <p:spPr>
              <a:xfrm>
                <a:off x="351292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9" name="ph7659"/>
              <p:cNvSpPr/>
              <p:nvPr/>
            </p:nvSpPr>
            <p:spPr>
              <a:xfrm>
                <a:off x="352218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0" name="ph7660"/>
              <p:cNvSpPr/>
              <p:nvPr/>
            </p:nvSpPr>
            <p:spPr>
              <a:xfrm>
                <a:off x="353144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1" name="ph7661"/>
              <p:cNvSpPr/>
              <p:nvPr/>
            </p:nvSpPr>
            <p:spPr>
              <a:xfrm>
                <a:off x="354071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2" name="ph7662"/>
              <p:cNvSpPr/>
              <p:nvPr/>
            </p:nvSpPr>
            <p:spPr>
              <a:xfrm>
                <a:off x="354997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3" name="ph7663"/>
              <p:cNvSpPr/>
              <p:nvPr/>
            </p:nvSpPr>
            <p:spPr>
              <a:xfrm>
                <a:off x="355923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4" name="ph7664"/>
              <p:cNvSpPr/>
              <p:nvPr/>
            </p:nvSpPr>
            <p:spPr>
              <a:xfrm>
                <a:off x="356849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5" name="ph7665"/>
              <p:cNvSpPr/>
              <p:nvPr/>
            </p:nvSpPr>
            <p:spPr>
              <a:xfrm>
                <a:off x="357775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6" name="ph7666"/>
              <p:cNvSpPr/>
              <p:nvPr/>
            </p:nvSpPr>
            <p:spPr>
              <a:xfrm>
                <a:off x="358702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7" name="ph7667"/>
              <p:cNvSpPr/>
              <p:nvPr/>
            </p:nvSpPr>
            <p:spPr>
              <a:xfrm>
                <a:off x="359628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8" name="ph7668"/>
              <p:cNvSpPr/>
              <p:nvPr/>
            </p:nvSpPr>
            <p:spPr>
              <a:xfrm>
                <a:off x="360554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9" name="ph7669"/>
              <p:cNvSpPr/>
              <p:nvPr/>
            </p:nvSpPr>
            <p:spPr>
              <a:xfrm>
                <a:off x="361480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0" name="ph7670"/>
              <p:cNvSpPr/>
              <p:nvPr/>
            </p:nvSpPr>
            <p:spPr>
              <a:xfrm>
                <a:off x="362407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1" name="ph7671"/>
              <p:cNvSpPr/>
              <p:nvPr/>
            </p:nvSpPr>
            <p:spPr>
              <a:xfrm>
                <a:off x="363333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2" name="ph7672"/>
              <p:cNvSpPr/>
              <p:nvPr/>
            </p:nvSpPr>
            <p:spPr>
              <a:xfrm>
                <a:off x="364259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3" name="ph7673"/>
              <p:cNvSpPr/>
              <p:nvPr/>
            </p:nvSpPr>
            <p:spPr>
              <a:xfrm>
                <a:off x="365185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4" name="ph7674"/>
              <p:cNvSpPr/>
              <p:nvPr/>
            </p:nvSpPr>
            <p:spPr>
              <a:xfrm>
                <a:off x="366111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5" name="ph7675"/>
              <p:cNvSpPr/>
              <p:nvPr/>
            </p:nvSpPr>
            <p:spPr>
              <a:xfrm>
                <a:off x="367038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6" name="ph7676"/>
              <p:cNvSpPr/>
              <p:nvPr/>
            </p:nvSpPr>
            <p:spPr>
              <a:xfrm>
                <a:off x="367964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7" name="ph7677"/>
              <p:cNvSpPr/>
              <p:nvPr/>
            </p:nvSpPr>
            <p:spPr>
              <a:xfrm>
                <a:off x="368890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8" name="ph7678"/>
              <p:cNvSpPr/>
              <p:nvPr/>
            </p:nvSpPr>
            <p:spPr>
              <a:xfrm>
                <a:off x="369816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9" name="ph7679"/>
              <p:cNvSpPr/>
              <p:nvPr/>
            </p:nvSpPr>
            <p:spPr>
              <a:xfrm>
                <a:off x="370743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0" name="ph7680"/>
              <p:cNvSpPr/>
              <p:nvPr/>
            </p:nvSpPr>
            <p:spPr>
              <a:xfrm>
                <a:off x="3716692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1" name="ph7681"/>
              <p:cNvSpPr/>
              <p:nvPr/>
            </p:nvSpPr>
            <p:spPr>
              <a:xfrm>
                <a:off x="3725954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2" name="ph7682"/>
              <p:cNvSpPr/>
              <p:nvPr/>
            </p:nvSpPr>
            <p:spPr>
              <a:xfrm>
                <a:off x="3735217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3" name="ph7683"/>
              <p:cNvSpPr/>
              <p:nvPr/>
            </p:nvSpPr>
            <p:spPr>
              <a:xfrm>
                <a:off x="3744479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4" name="ph7684"/>
              <p:cNvSpPr/>
              <p:nvPr/>
            </p:nvSpPr>
            <p:spPr>
              <a:xfrm>
                <a:off x="3753741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5" name="ph7685"/>
              <p:cNvSpPr/>
              <p:nvPr/>
            </p:nvSpPr>
            <p:spPr>
              <a:xfrm>
                <a:off x="3763003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6" name="ph7686"/>
              <p:cNvSpPr/>
              <p:nvPr/>
            </p:nvSpPr>
            <p:spPr>
              <a:xfrm>
                <a:off x="3772265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7" name="ph7687"/>
              <p:cNvSpPr/>
              <p:nvPr/>
            </p:nvSpPr>
            <p:spPr>
              <a:xfrm>
                <a:off x="3781528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8" name="ph7688"/>
              <p:cNvSpPr/>
              <p:nvPr/>
            </p:nvSpPr>
            <p:spPr>
              <a:xfrm>
                <a:off x="3790790" y="11367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9" name="ph7689"/>
              <p:cNvSpPr/>
              <p:nvPr/>
            </p:nvSpPr>
            <p:spPr>
              <a:xfrm>
                <a:off x="3800052" y="1154002"/>
                <a:ext cx="9216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8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689" y="897161"/>
                    </a:lnTo>
                    <a:lnTo>
                      <a:pt x="921635" y="899761"/>
                    </a:lnTo>
                    <a:lnTo>
                      <a:pt x="921102" y="910616"/>
                    </a:lnTo>
                    <a:lnTo>
                      <a:pt x="920807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0" name="ph7690"/>
              <p:cNvSpPr/>
              <p:nvPr/>
            </p:nvSpPr>
            <p:spPr>
              <a:xfrm>
                <a:off x="2021706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001" y="914400"/>
                    </a:lnTo>
                    <a:lnTo>
                      <a:pt x="913725" y="906951"/>
                    </a:lnTo>
                    <a:lnTo>
                      <a:pt x="914400" y="901622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1" name="ph7691"/>
              <p:cNvSpPr/>
              <p:nvPr/>
            </p:nvSpPr>
            <p:spPr>
              <a:xfrm>
                <a:off x="203096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8860"/>
                    </a:lnTo>
                    <a:lnTo>
                      <a:pt x="905702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2" name="ph7692"/>
              <p:cNvSpPr/>
              <p:nvPr/>
            </p:nvSpPr>
            <p:spPr>
              <a:xfrm>
                <a:off x="20309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3" name="ph7693"/>
              <p:cNvSpPr/>
              <p:nvPr/>
            </p:nvSpPr>
            <p:spPr>
              <a:xfrm>
                <a:off x="20402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4" name="ph7694"/>
              <p:cNvSpPr/>
              <p:nvPr/>
            </p:nvSpPr>
            <p:spPr>
              <a:xfrm>
                <a:off x="20494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5" name="ph7695"/>
              <p:cNvSpPr/>
              <p:nvPr/>
            </p:nvSpPr>
            <p:spPr>
              <a:xfrm>
                <a:off x="205875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6" name="ph7696"/>
              <p:cNvSpPr/>
              <p:nvPr/>
            </p:nvSpPr>
            <p:spPr>
              <a:xfrm>
                <a:off x="20680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7" name="ph7697"/>
              <p:cNvSpPr/>
              <p:nvPr/>
            </p:nvSpPr>
            <p:spPr>
              <a:xfrm>
                <a:off x="20772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8" name="ph7698"/>
              <p:cNvSpPr/>
              <p:nvPr/>
            </p:nvSpPr>
            <p:spPr>
              <a:xfrm>
                <a:off x="20865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9" name="ph7699"/>
              <p:cNvSpPr/>
              <p:nvPr/>
            </p:nvSpPr>
            <p:spPr>
              <a:xfrm>
                <a:off x="20958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0" name="ph7700"/>
              <p:cNvSpPr/>
              <p:nvPr/>
            </p:nvSpPr>
            <p:spPr>
              <a:xfrm>
                <a:off x="210506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1" name="ph7701"/>
              <p:cNvSpPr/>
              <p:nvPr/>
            </p:nvSpPr>
            <p:spPr>
              <a:xfrm>
                <a:off x="21143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2" name="ph7702"/>
              <p:cNvSpPr/>
              <p:nvPr/>
            </p:nvSpPr>
            <p:spPr>
              <a:xfrm>
                <a:off x="21235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3" name="ph7703"/>
              <p:cNvSpPr/>
              <p:nvPr/>
            </p:nvSpPr>
            <p:spPr>
              <a:xfrm>
                <a:off x="213285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4" name="ph7704"/>
              <p:cNvSpPr/>
              <p:nvPr/>
            </p:nvSpPr>
            <p:spPr>
              <a:xfrm>
                <a:off x="214211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5" name="ph7705"/>
              <p:cNvSpPr/>
              <p:nvPr/>
            </p:nvSpPr>
            <p:spPr>
              <a:xfrm>
                <a:off x="215137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6" name="ph7706"/>
              <p:cNvSpPr/>
              <p:nvPr/>
            </p:nvSpPr>
            <p:spPr>
              <a:xfrm>
                <a:off x="216063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7" name="ph7707"/>
              <p:cNvSpPr/>
              <p:nvPr/>
            </p:nvSpPr>
            <p:spPr>
              <a:xfrm>
                <a:off x="216990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8" name="ph7708"/>
              <p:cNvSpPr/>
              <p:nvPr/>
            </p:nvSpPr>
            <p:spPr>
              <a:xfrm>
                <a:off x="217916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9" name="ph7709"/>
              <p:cNvSpPr/>
              <p:nvPr/>
            </p:nvSpPr>
            <p:spPr>
              <a:xfrm>
                <a:off x="2188426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0" name="ph7710"/>
              <p:cNvSpPr/>
              <p:nvPr/>
            </p:nvSpPr>
            <p:spPr>
              <a:xfrm>
                <a:off x="21976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1" name="ph7711"/>
              <p:cNvSpPr/>
              <p:nvPr/>
            </p:nvSpPr>
            <p:spPr>
              <a:xfrm>
                <a:off x="22069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2" name="ph7712"/>
              <p:cNvSpPr/>
              <p:nvPr/>
            </p:nvSpPr>
            <p:spPr>
              <a:xfrm>
                <a:off x="22162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3" name="ph7713"/>
              <p:cNvSpPr/>
              <p:nvPr/>
            </p:nvSpPr>
            <p:spPr>
              <a:xfrm>
                <a:off x="222547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4" name="ph7714"/>
              <p:cNvSpPr/>
              <p:nvPr/>
            </p:nvSpPr>
            <p:spPr>
              <a:xfrm>
                <a:off x="22347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5" name="ph7715"/>
              <p:cNvSpPr/>
              <p:nvPr/>
            </p:nvSpPr>
            <p:spPr>
              <a:xfrm>
                <a:off x="2253261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434" y="897161"/>
                    </a:lnTo>
                    <a:lnTo>
                      <a:pt x="912814" y="902253"/>
                    </a:lnTo>
                    <a:lnTo>
                      <a:pt x="913003" y="905373"/>
                    </a:lnTo>
                    <a:lnTo>
                      <a:pt x="913081" y="905753"/>
                    </a:lnTo>
                    <a:lnTo>
                      <a:pt x="913169" y="906175"/>
                    </a:lnTo>
                    <a:lnTo>
                      <a:pt x="913256" y="906598"/>
                    </a:lnTo>
                    <a:lnTo>
                      <a:pt x="913343" y="907020"/>
                    </a:lnTo>
                    <a:lnTo>
                      <a:pt x="914400" y="912587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6" name="ph7716"/>
              <p:cNvSpPr/>
              <p:nvPr/>
            </p:nvSpPr>
            <p:spPr>
              <a:xfrm>
                <a:off x="2253261" y="1136763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2587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7" name="ph7717"/>
              <p:cNvSpPr/>
              <p:nvPr/>
            </p:nvSpPr>
            <p:spPr>
              <a:xfrm>
                <a:off x="3438825" y="11367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749" y="914400"/>
                    </a:lnTo>
                    <a:lnTo>
                      <a:pt x="908939" y="908956"/>
                    </a:lnTo>
                    <a:lnTo>
                      <a:pt x="913498" y="901966"/>
                    </a:lnTo>
                    <a:lnTo>
                      <a:pt x="914400" y="90072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8" name="ph7718"/>
              <p:cNvSpPr/>
              <p:nvPr/>
            </p:nvSpPr>
            <p:spPr>
              <a:xfrm>
                <a:off x="3448088" y="1119525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967"/>
                    </a:lnTo>
                    <a:lnTo>
                      <a:pt x="907734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9" name="ph7719"/>
              <p:cNvSpPr/>
              <p:nvPr/>
            </p:nvSpPr>
            <p:spPr>
              <a:xfrm>
                <a:off x="344808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0" name="ph7720"/>
              <p:cNvSpPr/>
              <p:nvPr/>
            </p:nvSpPr>
            <p:spPr>
              <a:xfrm>
                <a:off x="345735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1" name="ph7721"/>
              <p:cNvSpPr/>
              <p:nvPr/>
            </p:nvSpPr>
            <p:spPr>
              <a:xfrm>
                <a:off x="346661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2" name="ph7722"/>
              <p:cNvSpPr/>
              <p:nvPr/>
            </p:nvSpPr>
            <p:spPr>
              <a:xfrm>
                <a:off x="347587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3" name="ph7723"/>
              <p:cNvSpPr/>
              <p:nvPr/>
            </p:nvSpPr>
            <p:spPr>
              <a:xfrm>
                <a:off x="348513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4" name="ph7724"/>
              <p:cNvSpPr/>
              <p:nvPr/>
            </p:nvSpPr>
            <p:spPr>
              <a:xfrm>
                <a:off x="349439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5" name="ph7725"/>
              <p:cNvSpPr/>
              <p:nvPr/>
            </p:nvSpPr>
            <p:spPr>
              <a:xfrm>
                <a:off x="350366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6" name="ph7726"/>
              <p:cNvSpPr/>
              <p:nvPr/>
            </p:nvSpPr>
            <p:spPr>
              <a:xfrm>
                <a:off x="351292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7" name="ph7727"/>
              <p:cNvSpPr/>
              <p:nvPr/>
            </p:nvSpPr>
            <p:spPr>
              <a:xfrm>
                <a:off x="352218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8" name="ph7728"/>
              <p:cNvSpPr/>
              <p:nvPr/>
            </p:nvSpPr>
            <p:spPr>
              <a:xfrm>
                <a:off x="353144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9" name="ph7729"/>
              <p:cNvSpPr/>
              <p:nvPr/>
            </p:nvSpPr>
            <p:spPr>
              <a:xfrm>
                <a:off x="354071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0" name="ph7730"/>
              <p:cNvSpPr/>
              <p:nvPr/>
            </p:nvSpPr>
            <p:spPr>
              <a:xfrm>
                <a:off x="354997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1" name="ph7731"/>
              <p:cNvSpPr/>
              <p:nvPr/>
            </p:nvSpPr>
            <p:spPr>
              <a:xfrm>
                <a:off x="355923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2" name="ph7732"/>
              <p:cNvSpPr/>
              <p:nvPr/>
            </p:nvSpPr>
            <p:spPr>
              <a:xfrm>
                <a:off x="356849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3" name="ph7733"/>
              <p:cNvSpPr/>
              <p:nvPr/>
            </p:nvSpPr>
            <p:spPr>
              <a:xfrm>
                <a:off x="357775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4" name="ph7734"/>
              <p:cNvSpPr/>
              <p:nvPr/>
            </p:nvSpPr>
            <p:spPr>
              <a:xfrm>
                <a:off x="358702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5" name="ph7735"/>
              <p:cNvSpPr/>
              <p:nvPr/>
            </p:nvSpPr>
            <p:spPr>
              <a:xfrm>
                <a:off x="359628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6" name="ph7736"/>
              <p:cNvSpPr/>
              <p:nvPr/>
            </p:nvSpPr>
            <p:spPr>
              <a:xfrm>
                <a:off x="360554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7" name="ph7737"/>
              <p:cNvSpPr/>
              <p:nvPr/>
            </p:nvSpPr>
            <p:spPr>
              <a:xfrm>
                <a:off x="361480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8" name="ph7738"/>
              <p:cNvSpPr/>
              <p:nvPr/>
            </p:nvSpPr>
            <p:spPr>
              <a:xfrm>
                <a:off x="362407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9" name="ph7739"/>
              <p:cNvSpPr/>
              <p:nvPr/>
            </p:nvSpPr>
            <p:spPr>
              <a:xfrm>
                <a:off x="363333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0" name="ph7740"/>
              <p:cNvSpPr/>
              <p:nvPr/>
            </p:nvSpPr>
            <p:spPr>
              <a:xfrm>
                <a:off x="364259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1" name="ph7741"/>
              <p:cNvSpPr/>
              <p:nvPr/>
            </p:nvSpPr>
            <p:spPr>
              <a:xfrm>
                <a:off x="365185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2" name="ph7742"/>
              <p:cNvSpPr/>
              <p:nvPr/>
            </p:nvSpPr>
            <p:spPr>
              <a:xfrm>
                <a:off x="366111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3" name="ph7743"/>
              <p:cNvSpPr/>
              <p:nvPr/>
            </p:nvSpPr>
            <p:spPr>
              <a:xfrm>
                <a:off x="367038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4" name="ph7744"/>
              <p:cNvSpPr/>
              <p:nvPr/>
            </p:nvSpPr>
            <p:spPr>
              <a:xfrm>
                <a:off x="367964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5" name="ph7745"/>
              <p:cNvSpPr/>
              <p:nvPr/>
            </p:nvSpPr>
            <p:spPr>
              <a:xfrm>
                <a:off x="368890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6" name="ph7746"/>
              <p:cNvSpPr/>
              <p:nvPr/>
            </p:nvSpPr>
            <p:spPr>
              <a:xfrm>
                <a:off x="369816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7" name="ph7747"/>
              <p:cNvSpPr/>
              <p:nvPr/>
            </p:nvSpPr>
            <p:spPr>
              <a:xfrm>
                <a:off x="370743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8" name="ph7748"/>
              <p:cNvSpPr/>
              <p:nvPr/>
            </p:nvSpPr>
            <p:spPr>
              <a:xfrm>
                <a:off x="3716692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9" name="ph7749"/>
              <p:cNvSpPr/>
              <p:nvPr/>
            </p:nvSpPr>
            <p:spPr>
              <a:xfrm>
                <a:off x="3725954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0" name="ph7750"/>
              <p:cNvSpPr/>
              <p:nvPr/>
            </p:nvSpPr>
            <p:spPr>
              <a:xfrm>
                <a:off x="3735217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1" name="ph7751"/>
              <p:cNvSpPr/>
              <p:nvPr/>
            </p:nvSpPr>
            <p:spPr>
              <a:xfrm>
                <a:off x="3744479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2" name="ph7752"/>
              <p:cNvSpPr/>
              <p:nvPr/>
            </p:nvSpPr>
            <p:spPr>
              <a:xfrm>
                <a:off x="3753741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3" name="ph7753"/>
              <p:cNvSpPr/>
              <p:nvPr/>
            </p:nvSpPr>
            <p:spPr>
              <a:xfrm>
                <a:off x="3763003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4" name="ph7754"/>
              <p:cNvSpPr/>
              <p:nvPr/>
            </p:nvSpPr>
            <p:spPr>
              <a:xfrm>
                <a:off x="3772265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5" name="ph7755"/>
              <p:cNvSpPr/>
              <p:nvPr/>
            </p:nvSpPr>
            <p:spPr>
              <a:xfrm>
                <a:off x="3781528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6" name="ph7756"/>
              <p:cNvSpPr/>
              <p:nvPr/>
            </p:nvSpPr>
            <p:spPr>
              <a:xfrm>
                <a:off x="3790790" y="11195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7" name="ph7757"/>
              <p:cNvSpPr/>
              <p:nvPr/>
            </p:nvSpPr>
            <p:spPr>
              <a:xfrm>
                <a:off x="3800052" y="1136763"/>
                <a:ext cx="921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61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793" y="897161"/>
                    </a:lnTo>
                    <a:lnTo>
                      <a:pt x="921861" y="906108"/>
                    </a:lnTo>
                    <a:lnTo>
                      <a:pt x="921689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8" name="ph7758"/>
              <p:cNvSpPr/>
              <p:nvPr/>
            </p:nvSpPr>
            <p:spPr>
              <a:xfrm>
                <a:off x="2030968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02" y="931638"/>
                    </a:lnTo>
                    <a:lnTo>
                      <a:pt x="905795" y="930900"/>
                    </a:lnTo>
                    <a:lnTo>
                      <a:pt x="907421" y="920515"/>
                    </a:lnTo>
                    <a:lnTo>
                      <a:pt x="908568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9" name="ph7759"/>
              <p:cNvSpPr/>
              <p:nvPr/>
            </p:nvSpPr>
            <p:spPr>
              <a:xfrm>
                <a:off x="20309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0" name="ph7760"/>
              <p:cNvSpPr/>
              <p:nvPr/>
            </p:nvSpPr>
            <p:spPr>
              <a:xfrm>
                <a:off x="20402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1" name="ph7761"/>
              <p:cNvSpPr/>
              <p:nvPr/>
            </p:nvSpPr>
            <p:spPr>
              <a:xfrm>
                <a:off x="20494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2" name="ph7762"/>
              <p:cNvSpPr/>
              <p:nvPr/>
            </p:nvSpPr>
            <p:spPr>
              <a:xfrm>
                <a:off x="205875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3" name="ph7763"/>
              <p:cNvSpPr/>
              <p:nvPr/>
            </p:nvSpPr>
            <p:spPr>
              <a:xfrm>
                <a:off x="20680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4" name="ph7764"/>
              <p:cNvSpPr/>
              <p:nvPr/>
            </p:nvSpPr>
            <p:spPr>
              <a:xfrm>
                <a:off x="20772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5" name="ph7765"/>
              <p:cNvSpPr/>
              <p:nvPr/>
            </p:nvSpPr>
            <p:spPr>
              <a:xfrm>
                <a:off x="20865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6" name="ph7766"/>
              <p:cNvSpPr/>
              <p:nvPr/>
            </p:nvSpPr>
            <p:spPr>
              <a:xfrm>
                <a:off x="20958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7" name="ph7767"/>
              <p:cNvSpPr/>
              <p:nvPr/>
            </p:nvSpPr>
            <p:spPr>
              <a:xfrm>
                <a:off x="210506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8" name="ph7768"/>
              <p:cNvSpPr/>
              <p:nvPr/>
            </p:nvSpPr>
            <p:spPr>
              <a:xfrm>
                <a:off x="21143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9" name="ph7769"/>
              <p:cNvSpPr/>
              <p:nvPr/>
            </p:nvSpPr>
            <p:spPr>
              <a:xfrm>
                <a:off x="21235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0" name="ph7770"/>
              <p:cNvSpPr/>
              <p:nvPr/>
            </p:nvSpPr>
            <p:spPr>
              <a:xfrm>
                <a:off x="213285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1" name="ph7771"/>
              <p:cNvSpPr/>
              <p:nvPr/>
            </p:nvSpPr>
            <p:spPr>
              <a:xfrm>
                <a:off x="214211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2" name="ph7772"/>
              <p:cNvSpPr/>
              <p:nvPr/>
            </p:nvSpPr>
            <p:spPr>
              <a:xfrm>
                <a:off x="215137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3" name="ph7773"/>
              <p:cNvSpPr/>
              <p:nvPr/>
            </p:nvSpPr>
            <p:spPr>
              <a:xfrm>
                <a:off x="216063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4" name="ph7774"/>
              <p:cNvSpPr/>
              <p:nvPr/>
            </p:nvSpPr>
            <p:spPr>
              <a:xfrm>
                <a:off x="216990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5" name="ph7775"/>
              <p:cNvSpPr/>
              <p:nvPr/>
            </p:nvSpPr>
            <p:spPr>
              <a:xfrm>
                <a:off x="217916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6" name="ph7776"/>
              <p:cNvSpPr/>
              <p:nvPr/>
            </p:nvSpPr>
            <p:spPr>
              <a:xfrm>
                <a:off x="2188426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7" name="ph7777"/>
              <p:cNvSpPr/>
              <p:nvPr/>
            </p:nvSpPr>
            <p:spPr>
              <a:xfrm>
                <a:off x="219768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8" name="ph7778"/>
              <p:cNvSpPr/>
              <p:nvPr/>
            </p:nvSpPr>
            <p:spPr>
              <a:xfrm>
                <a:off x="22069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9" name="ph7779"/>
              <p:cNvSpPr/>
              <p:nvPr/>
            </p:nvSpPr>
            <p:spPr>
              <a:xfrm>
                <a:off x="22162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0" name="ph7780"/>
              <p:cNvSpPr/>
              <p:nvPr/>
            </p:nvSpPr>
            <p:spPr>
              <a:xfrm>
                <a:off x="222547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1" name="ph7781"/>
              <p:cNvSpPr/>
              <p:nvPr/>
            </p:nvSpPr>
            <p:spPr>
              <a:xfrm>
                <a:off x="22347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2" name="ph7782"/>
              <p:cNvSpPr/>
              <p:nvPr/>
            </p:nvSpPr>
            <p:spPr>
              <a:xfrm>
                <a:off x="2243999" y="1119525"/>
                <a:ext cx="9216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9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0043" y="897161"/>
                    </a:lnTo>
                    <a:lnTo>
                      <a:pt x="920177" y="898174"/>
                    </a:lnTo>
                    <a:lnTo>
                      <a:pt x="921277" y="908787"/>
                    </a:lnTo>
                    <a:lnTo>
                      <a:pt x="921696" y="914400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3" name="ph7783"/>
              <p:cNvSpPr/>
              <p:nvPr/>
            </p:nvSpPr>
            <p:spPr>
              <a:xfrm>
                <a:off x="3448088" y="11195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34" y="914400"/>
                    </a:lnTo>
                    <a:lnTo>
                      <a:pt x="908989" y="912676"/>
                    </a:lnTo>
                    <a:lnTo>
                      <a:pt x="913921" y="906627"/>
                    </a:lnTo>
                    <a:lnTo>
                      <a:pt x="914400" y="906105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4" name="ph7784"/>
              <p:cNvSpPr/>
              <p:nvPr/>
            </p:nvSpPr>
            <p:spPr>
              <a:xfrm>
                <a:off x="3457350" y="11022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344"/>
                    </a:lnTo>
                    <a:lnTo>
                      <a:pt x="909756" y="918312"/>
                    </a:lnTo>
                    <a:lnTo>
                      <a:pt x="913830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5" name="ph7785"/>
              <p:cNvSpPr/>
              <p:nvPr/>
            </p:nvSpPr>
            <p:spPr>
              <a:xfrm>
                <a:off x="345735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6" name="ph7786"/>
              <p:cNvSpPr/>
              <p:nvPr/>
            </p:nvSpPr>
            <p:spPr>
              <a:xfrm>
                <a:off x="346661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7" name="ph7787"/>
              <p:cNvSpPr/>
              <p:nvPr/>
            </p:nvSpPr>
            <p:spPr>
              <a:xfrm>
                <a:off x="347587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8" name="ph7788"/>
              <p:cNvSpPr/>
              <p:nvPr/>
            </p:nvSpPr>
            <p:spPr>
              <a:xfrm>
                <a:off x="348513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9" name="ph7789"/>
              <p:cNvSpPr/>
              <p:nvPr/>
            </p:nvSpPr>
            <p:spPr>
              <a:xfrm>
                <a:off x="349439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0" name="ph7790"/>
              <p:cNvSpPr/>
              <p:nvPr/>
            </p:nvSpPr>
            <p:spPr>
              <a:xfrm>
                <a:off x="350366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1" name="ph7791"/>
              <p:cNvSpPr/>
              <p:nvPr/>
            </p:nvSpPr>
            <p:spPr>
              <a:xfrm>
                <a:off x="351292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2" name="ph7792"/>
              <p:cNvSpPr/>
              <p:nvPr/>
            </p:nvSpPr>
            <p:spPr>
              <a:xfrm>
                <a:off x="352218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3" name="ph7793"/>
              <p:cNvSpPr/>
              <p:nvPr/>
            </p:nvSpPr>
            <p:spPr>
              <a:xfrm>
                <a:off x="353144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4" name="ph7794"/>
              <p:cNvSpPr/>
              <p:nvPr/>
            </p:nvSpPr>
            <p:spPr>
              <a:xfrm>
                <a:off x="354071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5" name="ph7795"/>
              <p:cNvSpPr/>
              <p:nvPr/>
            </p:nvSpPr>
            <p:spPr>
              <a:xfrm>
                <a:off x="354997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6" name="ph7796"/>
              <p:cNvSpPr/>
              <p:nvPr/>
            </p:nvSpPr>
            <p:spPr>
              <a:xfrm>
                <a:off x="355923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7" name="ph7797"/>
              <p:cNvSpPr/>
              <p:nvPr/>
            </p:nvSpPr>
            <p:spPr>
              <a:xfrm>
                <a:off x="356849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8" name="ph7798"/>
              <p:cNvSpPr/>
              <p:nvPr/>
            </p:nvSpPr>
            <p:spPr>
              <a:xfrm>
                <a:off x="357775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9" name="ph7799"/>
              <p:cNvSpPr/>
              <p:nvPr/>
            </p:nvSpPr>
            <p:spPr>
              <a:xfrm>
                <a:off x="358702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0" name="ph7800"/>
              <p:cNvSpPr/>
              <p:nvPr/>
            </p:nvSpPr>
            <p:spPr>
              <a:xfrm>
                <a:off x="359628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1" name="ph7801"/>
              <p:cNvSpPr/>
              <p:nvPr/>
            </p:nvSpPr>
            <p:spPr>
              <a:xfrm>
                <a:off x="360554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2" name="ph7802"/>
              <p:cNvSpPr/>
              <p:nvPr/>
            </p:nvSpPr>
            <p:spPr>
              <a:xfrm>
                <a:off x="361480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3" name="ph7803"/>
              <p:cNvSpPr/>
              <p:nvPr/>
            </p:nvSpPr>
            <p:spPr>
              <a:xfrm>
                <a:off x="362407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4" name="ph7804"/>
              <p:cNvSpPr/>
              <p:nvPr/>
            </p:nvSpPr>
            <p:spPr>
              <a:xfrm>
                <a:off x="363333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5" name="ph7805"/>
              <p:cNvSpPr/>
              <p:nvPr/>
            </p:nvSpPr>
            <p:spPr>
              <a:xfrm>
                <a:off x="364259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6" name="ph7806"/>
              <p:cNvSpPr/>
              <p:nvPr/>
            </p:nvSpPr>
            <p:spPr>
              <a:xfrm>
                <a:off x="365185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7" name="ph7807"/>
              <p:cNvSpPr/>
              <p:nvPr/>
            </p:nvSpPr>
            <p:spPr>
              <a:xfrm>
                <a:off x="366111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8" name="ph7808"/>
              <p:cNvSpPr/>
              <p:nvPr/>
            </p:nvSpPr>
            <p:spPr>
              <a:xfrm>
                <a:off x="367038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9" name="ph7809"/>
              <p:cNvSpPr/>
              <p:nvPr/>
            </p:nvSpPr>
            <p:spPr>
              <a:xfrm>
                <a:off x="367964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0" name="ph7810"/>
              <p:cNvSpPr/>
              <p:nvPr/>
            </p:nvSpPr>
            <p:spPr>
              <a:xfrm>
                <a:off x="368890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1" name="ph7811"/>
              <p:cNvSpPr/>
              <p:nvPr/>
            </p:nvSpPr>
            <p:spPr>
              <a:xfrm>
                <a:off x="369816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2" name="ph7812"/>
              <p:cNvSpPr/>
              <p:nvPr/>
            </p:nvSpPr>
            <p:spPr>
              <a:xfrm>
                <a:off x="370743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3" name="ph7813"/>
              <p:cNvSpPr/>
              <p:nvPr/>
            </p:nvSpPr>
            <p:spPr>
              <a:xfrm>
                <a:off x="3716692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4" name="ph7814"/>
              <p:cNvSpPr/>
              <p:nvPr/>
            </p:nvSpPr>
            <p:spPr>
              <a:xfrm>
                <a:off x="3725954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5" name="ph7815"/>
              <p:cNvSpPr/>
              <p:nvPr/>
            </p:nvSpPr>
            <p:spPr>
              <a:xfrm>
                <a:off x="3735217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6" name="ph7816"/>
              <p:cNvSpPr/>
              <p:nvPr/>
            </p:nvSpPr>
            <p:spPr>
              <a:xfrm>
                <a:off x="3744479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7" name="ph7817"/>
              <p:cNvSpPr/>
              <p:nvPr/>
            </p:nvSpPr>
            <p:spPr>
              <a:xfrm>
                <a:off x="3753741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8" name="ph7818"/>
              <p:cNvSpPr/>
              <p:nvPr/>
            </p:nvSpPr>
            <p:spPr>
              <a:xfrm>
                <a:off x="3763003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9" name="ph7819"/>
              <p:cNvSpPr/>
              <p:nvPr/>
            </p:nvSpPr>
            <p:spPr>
              <a:xfrm>
                <a:off x="3772265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0" name="ph7820"/>
              <p:cNvSpPr/>
              <p:nvPr/>
            </p:nvSpPr>
            <p:spPr>
              <a:xfrm>
                <a:off x="3781528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1" name="ph7821"/>
              <p:cNvSpPr/>
              <p:nvPr/>
            </p:nvSpPr>
            <p:spPr>
              <a:xfrm>
                <a:off x="3790790" y="11022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2" name="ph7822"/>
              <p:cNvSpPr/>
              <p:nvPr/>
            </p:nvSpPr>
            <p:spPr>
              <a:xfrm>
                <a:off x="3800052" y="1119525"/>
                <a:ext cx="92179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79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21102" y="897161"/>
                    </a:lnTo>
                    <a:lnTo>
                      <a:pt x="921387" y="901573"/>
                    </a:lnTo>
                    <a:lnTo>
                      <a:pt x="921778" y="912448"/>
                    </a:lnTo>
                    <a:lnTo>
                      <a:pt x="921793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3" name="ph7823"/>
              <p:cNvSpPr/>
              <p:nvPr/>
            </p:nvSpPr>
            <p:spPr>
              <a:xfrm>
                <a:off x="2030968" y="10850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8568" y="931638"/>
                    </a:lnTo>
                    <a:lnTo>
                      <a:pt x="909337" y="927541"/>
                    </a:lnTo>
                    <a:lnTo>
                      <a:pt x="911536" y="917529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4" name="ph7824"/>
              <p:cNvSpPr/>
              <p:nvPr/>
            </p:nvSpPr>
            <p:spPr>
              <a:xfrm>
                <a:off x="20309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5" name="ph7825"/>
              <p:cNvSpPr/>
              <p:nvPr/>
            </p:nvSpPr>
            <p:spPr>
              <a:xfrm>
                <a:off x="20402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6" name="ph7826"/>
              <p:cNvSpPr/>
              <p:nvPr/>
            </p:nvSpPr>
            <p:spPr>
              <a:xfrm>
                <a:off x="20494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7" name="ph7827"/>
              <p:cNvSpPr/>
              <p:nvPr/>
            </p:nvSpPr>
            <p:spPr>
              <a:xfrm>
                <a:off x="205875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8" name="ph7828"/>
              <p:cNvSpPr/>
              <p:nvPr/>
            </p:nvSpPr>
            <p:spPr>
              <a:xfrm>
                <a:off x="20680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9" name="ph7829"/>
              <p:cNvSpPr/>
              <p:nvPr/>
            </p:nvSpPr>
            <p:spPr>
              <a:xfrm>
                <a:off x="20772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0" name="ph7830"/>
              <p:cNvSpPr/>
              <p:nvPr/>
            </p:nvSpPr>
            <p:spPr>
              <a:xfrm>
                <a:off x="20865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1" name="ph7831"/>
              <p:cNvSpPr/>
              <p:nvPr/>
            </p:nvSpPr>
            <p:spPr>
              <a:xfrm>
                <a:off x="20958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2" name="ph7832"/>
              <p:cNvSpPr/>
              <p:nvPr/>
            </p:nvSpPr>
            <p:spPr>
              <a:xfrm>
                <a:off x="210506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3" name="ph7833"/>
              <p:cNvSpPr/>
              <p:nvPr/>
            </p:nvSpPr>
            <p:spPr>
              <a:xfrm>
                <a:off x="21143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4" name="ph7834"/>
              <p:cNvSpPr/>
              <p:nvPr/>
            </p:nvSpPr>
            <p:spPr>
              <a:xfrm>
                <a:off x="21235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5" name="ph7835"/>
              <p:cNvSpPr/>
              <p:nvPr/>
            </p:nvSpPr>
            <p:spPr>
              <a:xfrm>
                <a:off x="213285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6" name="ph7836"/>
              <p:cNvSpPr/>
              <p:nvPr/>
            </p:nvSpPr>
            <p:spPr>
              <a:xfrm>
                <a:off x="214211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7" name="ph7837"/>
              <p:cNvSpPr/>
              <p:nvPr/>
            </p:nvSpPr>
            <p:spPr>
              <a:xfrm>
                <a:off x="215137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8" name="ph7838"/>
              <p:cNvSpPr/>
              <p:nvPr/>
            </p:nvSpPr>
            <p:spPr>
              <a:xfrm>
                <a:off x="216063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9" name="ph7839"/>
              <p:cNvSpPr/>
              <p:nvPr/>
            </p:nvSpPr>
            <p:spPr>
              <a:xfrm>
                <a:off x="216990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0" name="ph7840"/>
              <p:cNvSpPr/>
              <p:nvPr/>
            </p:nvSpPr>
            <p:spPr>
              <a:xfrm>
                <a:off x="217916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1" name="ph7841"/>
              <p:cNvSpPr/>
              <p:nvPr/>
            </p:nvSpPr>
            <p:spPr>
              <a:xfrm>
                <a:off x="2188426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2" name="ph7842"/>
              <p:cNvSpPr/>
              <p:nvPr/>
            </p:nvSpPr>
            <p:spPr>
              <a:xfrm>
                <a:off x="219768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3" name="ph7843"/>
              <p:cNvSpPr/>
              <p:nvPr/>
            </p:nvSpPr>
            <p:spPr>
              <a:xfrm>
                <a:off x="220695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4" name="ph7844"/>
              <p:cNvSpPr/>
              <p:nvPr/>
            </p:nvSpPr>
            <p:spPr>
              <a:xfrm>
                <a:off x="22162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5" name="ph7845"/>
              <p:cNvSpPr/>
              <p:nvPr/>
            </p:nvSpPr>
            <p:spPr>
              <a:xfrm>
                <a:off x="222547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6" name="ph7846"/>
              <p:cNvSpPr/>
              <p:nvPr/>
            </p:nvSpPr>
            <p:spPr>
              <a:xfrm>
                <a:off x="22347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7" name="ph7847"/>
              <p:cNvSpPr/>
              <p:nvPr/>
            </p:nvSpPr>
            <p:spPr>
              <a:xfrm>
                <a:off x="2243999" y="1102287"/>
                <a:ext cx="9200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043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515" y="897161"/>
                    </a:lnTo>
                    <a:lnTo>
                      <a:pt x="918782" y="904920"/>
                    </a:lnTo>
                    <a:lnTo>
                      <a:pt x="920043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8" name="ph7848"/>
              <p:cNvSpPr/>
              <p:nvPr/>
            </p:nvSpPr>
            <p:spPr>
              <a:xfrm>
                <a:off x="3429563" y="1085048"/>
                <a:ext cx="914400" cy="91464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5">
                    <a:moveTo>
                      <a:pt x="914400" y="914400"/>
                    </a:moveTo>
                    <a:lnTo>
                      <a:pt x="914400" y="914645"/>
                    </a:lnTo>
                    <a:lnTo>
                      <a:pt x="913674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9" name="ph7849"/>
              <p:cNvSpPr/>
              <p:nvPr/>
            </p:nvSpPr>
            <p:spPr>
              <a:xfrm>
                <a:off x="3429563" y="1085048"/>
                <a:ext cx="923662" cy="917195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195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588" y="917195"/>
                    </a:lnTo>
                    <a:lnTo>
                      <a:pt x="917931" y="915838"/>
                    </a:lnTo>
                    <a:lnTo>
                      <a:pt x="914400" y="914645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0" name="ph7850"/>
              <p:cNvSpPr/>
              <p:nvPr/>
            </p:nvSpPr>
            <p:spPr>
              <a:xfrm>
                <a:off x="3438825" y="1085048"/>
                <a:ext cx="923662" cy="91818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18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8184"/>
                    </a:lnTo>
                    <a:lnTo>
                      <a:pt x="920013" y="918010"/>
                    </a:lnTo>
                    <a:lnTo>
                      <a:pt x="914400" y="917206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1" name="ph7851"/>
              <p:cNvSpPr/>
              <p:nvPr/>
            </p:nvSpPr>
            <p:spPr>
              <a:xfrm>
                <a:off x="3457350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30" y="914400"/>
                    </a:lnTo>
                    <a:lnTo>
                      <a:pt x="914400" y="913853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2" name="ph7852"/>
              <p:cNvSpPr/>
              <p:nvPr/>
            </p:nvSpPr>
            <p:spPr>
              <a:xfrm>
                <a:off x="3448088" y="1085048"/>
                <a:ext cx="923662" cy="91828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828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7864"/>
                    </a:lnTo>
                    <a:lnTo>
                      <a:pt x="922156" y="918008"/>
                    </a:lnTo>
                    <a:lnTo>
                      <a:pt x="916454" y="918282"/>
                    </a:lnTo>
                    <a:lnTo>
                      <a:pt x="914400" y="918184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3" name="ph7853"/>
              <p:cNvSpPr/>
              <p:nvPr/>
            </p:nvSpPr>
            <p:spPr>
              <a:xfrm>
                <a:off x="3466612" y="11022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13853"/>
                    </a:lnTo>
                    <a:lnTo>
                      <a:pt x="905743" y="913271"/>
                    </a:lnTo>
                    <a:lnTo>
                      <a:pt x="911129" y="908755"/>
                    </a:lnTo>
                    <a:lnTo>
                      <a:pt x="914400" y="906394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4" name="ph7854"/>
              <p:cNvSpPr/>
              <p:nvPr/>
            </p:nvSpPr>
            <p:spPr>
              <a:xfrm>
                <a:off x="3457350" y="1085048"/>
                <a:ext cx="923662" cy="917864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17864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16980"/>
                    </a:lnTo>
                    <a:lnTo>
                      <a:pt x="922239" y="917116"/>
                    </a:lnTo>
                    <a:lnTo>
                      <a:pt x="920371" y="917294"/>
                    </a:lnTo>
                    <a:lnTo>
                      <a:pt x="918502" y="917472"/>
                    </a:lnTo>
                    <a:lnTo>
                      <a:pt x="916634" y="917650"/>
                    </a:lnTo>
                    <a:lnTo>
                      <a:pt x="914766" y="917829"/>
                    </a:lnTo>
                    <a:lnTo>
                      <a:pt x="914400" y="917864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5" name="ph7855"/>
              <p:cNvSpPr/>
              <p:nvPr/>
            </p:nvSpPr>
            <p:spPr>
              <a:xfrm>
                <a:off x="346661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lnTo>
                      <a:pt x="914400" y="923632"/>
                    </a:lnTo>
                    <a:lnTo>
                      <a:pt x="916636" y="922017"/>
                    </a:lnTo>
                    <a:lnTo>
                      <a:pt x="916924" y="921826"/>
                    </a:lnTo>
                    <a:lnTo>
                      <a:pt x="917214" y="921633"/>
                    </a:lnTo>
                    <a:lnTo>
                      <a:pt x="917504" y="921440"/>
                    </a:lnTo>
                    <a:lnTo>
                      <a:pt x="917794" y="921247"/>
                    </a:lnTo>
                    <a:lnTo>
                      <a:pt x="918084" y="921053"/>
                    </a:lnTo>
                    <a:lnTo>
                      <a:pt x="918374" y="920860"/>
                    </a:lnTo>
                    <a:lnTo>
                      <a:pt x="918664" y="920667"/>
                    </a:lnTo>
                    <a:lnTo>
                      <a:pt x="918954" y="920474"/>
                    </a:lnTo>
                    <a:lnTo>
                      <a:pt x="919244" y="920281"/>
                    </a:lnTo>
                    <a:lnTo>
                      <a:pt x="919534" y="920088"/>
                    </a:lnTo>
                    <a:lnTo>
                      <a:pt x="919825" y="919895"/>
                    </a:lnTo>
                    <a:lnTo>
                      <a:pt x="920115" y="919702"/>
                    </a:lnTo>
                    <a:lnTo>
                      <a:pt x="920405" y="919509"/>
                    </a:lnTo>
                    <a:lnTo>
                      <a:pt x="920695" y="919316"/>
                    </a:lnTo>
                    <a:lnTo>
                      <a:pt x="920985" y="919123"/>
                    </a:lnTo>
                    <a:lnTo>
                      <a:pt x="921275" y="918930"/>
                    </a:lnTo>
                    <a:lnTo>
                      <a:pt x="921566" y="918737"/>
                    </a:lnTo>
                    <a:lnTo>
                      <a:pt x="921856" y="918544"/>
                    </a:lnTo>
                    <a:lnTo>
                      <a:pt x="922073" y="918400"/>
                    </a:lnTo>
                    <a:lnTo>
                      <a:pt x="920926" y="916934"/>
                    </a:lnTo>
                    <a:lnTo>
                      <a:pt x="920444" y="916318"/>
                    </a:lnTo>
                    <a:lnTo>
                      <a:pt x="918586" y="916583"/>
                    </a:lnTo>
                    <a:lnTo>
                      <a:pt x="916714" y="916761"/>
                    </a:lnTo>
                    <a:lnTo>
                      <a:pt x="914845" y="916938"/>
                    </a:lnTo>
                    <a:lnTo>
                      <a:pt x="914400" y="91698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6" name="ph7856"/>
              <p:cNvSpPr/>
              <p:nvPr/>
            </p:nvSpPr>
            <p:spPr>
              <a:xfrm>
                <a:off x="347587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7" name="ph7857"/>
              <p:cNvSpPr/>
              <p:nvPr/>
            </p:nvSpPr>
            <p:spPr>
              <a:xfrm>
                <a:off x="348513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8" name="ph7858"/>
              <p:cNvSpPr/>
              <p:nvPr/>
            </p:nvSpPr>
            <p:spPr>
              <a:xfrm>
                <a:off x="349439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9" name="ph7859"/>
              <p:cNvSpPr/>
              <p:nvPr/>
            </p:nvSpPr>
            <p:spPr>
              <a:xfrm>
                <a:off x="350366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0" name="ph7860"/>
              <p:cNvSpPr/>
              <p:nvPr/>
            </p:nvSpPr>
            <p:spPr>
              <a:xfrm>
                <a:off x="351292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1" name="ph7861"/>
              <p:cNvSpPr/>
              <p:nvPr/>
            </p:nvSpPr>
            <p:spPr>
              <a:xfrm>
                <a:off x="352218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2" name="ph7862"/>
              <p:cNvSpPr/>
              <p:nvPr/>
            </p:nvSpPr>
            <p:spPr>
              <a:xfrm>
                <a:off x="353144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3" name="ph7863"/>
              <p:cNvSpPr/>
              <p:nvPr/>
            </p:nvSpPr>
            <p:spPr>
              <a:xfrm>
                <a:off x="354071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4" name="ph7864"/>
              <p:cNvSpPr/>
              <p:nvPr/>
            </p:nvSpPr>
            <p:spPr>
              <a:xfrm>
                <a:off x="354997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5" name="ph7865"/>
              <p:cNvSpPr/>
              <p:nvPr/>
            </p:nvSpPr>
            <p:spPr>
              <a:xfrm>
                <a:off x="355923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6" name="ph7866"/>
              <p:cNvSpPr/>
              <p:nvPr/>
            </p:nvSpPr>
            <p:spPr>
              <a:xfrm>
                <a:off x="356849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7" name="ph7867"/>
              <p:cNvSpPr/>
              <p:nvPr/>
            </p:nvSpPr>
            <p:spPr>
              <a:xfrm>
                <a:off x="357775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8" name="ph7868"/>
              <p:cNvSpPr/>
              <p:nvPr/>
            </p:nvSpPr>
            <p:spPr>
              <a:xfrm>
                <a:off x="358702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9" name="ph7869"/>
              <p:cNvSpPr/>
              <p:nvPr/>
            </p:nvSpPr>
            <p:spPr>
              <a:xfrm>
                <a:off x="359628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0" name="ph7870"/>
              <p:cNvSpPr/>
              <p:nvPr/>
            </p:nvSpPr>
            <p:spPr>
              <a:xfrm>
                <a:off x="360554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1" name="ph7871"/>
              <p:cNvSpPr/>
              <p:nvPr/>
            </p:nvSpPr>
            <p:spPr>
              <a:xfrm>
                <a:off x="361480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2" name="ph7872"/>
              <p:cNvSpPr/>
              <p:nvPr/>
            </p:nvSpPr>
            <p:spPr>
              <a:xfrm>
                <a:off x="362407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3" name="ph7873"/>
              <p:cNvSpPr/>
              <p:nvPr/>
            </p:nvSpPr>
            <p:spPr>
              <a:xfrm>
                <a:off x="363333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4" name="ph7874"/>
              <p:cNvSpPr/>
              <p:nvPr/>
            </p:nvSpPr>
            <p:spPr>
              <a:xfrm>
                <a:off x="364259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5" name="ph7875"/>
              <p:cNvSpPr/>
              <p:nvPr/>
            </p:nvSpPr>
            <p:spPr>
              <a:xfrm>
                <a:off x="365185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6" name="ph7876"/>
              <p:cNvSpPr/>
              <p:nvPr/>
            </p:nvSpPr>
            <p:spPr>
              <a:xfrm>
                <a:off x="366111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7" name="ph7877"/>
              <p:cNvSpPr/>
              <p:nvPr/>
            </p:nvSpPr>
            <p:spPr>
              <a:xfrm>
                <a:off x="367038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8" name="ph7878"/>
              <p:cNvSpPr/>
              <p:nvPr/>
            </p:nvSpPr>
            <p:spPr>
              <a:xfrm>
                <a:off x="367964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9" name="ph7879"/>
              <p:cNvSpPr/>
              <p:nvPr/>
            </p:nvSpPr>
            <p:spPr>
              <a:xfrm>
                <a:off x="368890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0" name="ph7880"/>
              <p:cNvSpPr/>
              <p:nvPr/>
            </p:nvSpPr>
            <p:spPr>
              <a:xfrm>
                <a:off x="369816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1" name="ph7881"/>
              <p:cNvSpPr/>
              <p:nvPr/>
            </p:nvSpPr>
            <p:spPr>
              <a:xfrm>
                <a:off x="370743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2" name="ph7882"/>
              <p:cNvSpPr/>
              <p:nvPr/>
            </p:nvSpPr>
            <p:spPr>
              <a:xfrm>
                <a:off x="3716692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3" name="ph7883"/>
              <p:cNvSpPr/>
              <p:nvPr/>
            </p:nvSpPr>
            <p:spPr>
              <a:xfrm>
                <a:off x="3725954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4" name="ph7884"/>
              <p:cNvSpPr/>
              <p:nvPr/>
            </p:nvSpPr>
            <p:spPr>
              <a:xfrm>
                <a:off x="3735217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5" name="ph7885"/>
              <p:cNvSpPr/>
              <p:nvPr/>
            </p:nvSpPr>
            <p:spPr>
              <a:xfrm>
                <a:off x="3744479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6" name="ph7886"/>
              <p:cNvSpPr/>
              <p:nvPr/>
            </p:nvSpPr>
            <p:spPr>
              <a:xfrm>
                <a:off x="3753741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7" name="ph7887"/>
              <p:cNvSpPr/>
              <p:nvPr/>
            </p:nvSpPr>
            <p:spPr>
              <a:xfrm>
                <a:off x="3763003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8" name="ph7888"/>
              <p:cNvSpPr/>
              <p:nvPr/>
            </p:nvSpPr>
            <p:spPr>
              <a:xfrm>
                <a:off x="3772265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9" name="ph7889"/>
              <p:cNvSpPr/>
              <p:nvPr/>
            </p:nvSpPr>
            <p:spPr>
              <a:xfrm>
                <a:off x="3781528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0" name="ph7890"/>
              <p:cNvSpPr/>
              <p:nvPr/>
            </p:nvSpPr>
            <p:spPr>
              <a:xfrm>
                <a:off x="3790790" y="10850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1" name="ph7891"/>
              <p:cNvSpPr/>
              <p:nvPr/>
            </p:nvSpPr>
            <p:spPr>
              <a:xfrm>
                <a:off x="3800052" y="1102287"/>
                <a:ext cx="9211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02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685" y="897252"/>
                    </a:lnTo>
                    <a:lnTo>
                      <a:pt x="920688" y="907990"/>
                    </a:lnTo>
                    <a:lnTo>
                      <a:pt x="921102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2" name="ph7892"/>
              <p:cNvSpPr/>
              <p:nvPr/>
            </p:nvSpPr>
            <p:spPr>
              <a:xfrm>
                <a:off x="2030968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329" y="914400"/>
                    </a:lnTo>
                    <a:lnTo>
                      <a:pt x="914014" y="907745"/>
                    </a:lnTo>
                    <a:lnTo>
                      <a:pt x="914400" y="90641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3" name="ph7893"/>
              <p:cNvSpPr/>
              <p:nvPr/>
            </p:nvSpPr>
            <p:spPr>
              <a:xfrm>
                <a:off x="2040230" y="10678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3649"/>
                    </a:lnTo>
                    <a:lnTo>
                      <a:pt x="907501" y="915454"/>
                    </a:lnTo>
                    <a:lnTo>
                      <a:pt x="907845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4" name="ph7894"/>
              <p:cNvSpPr/>
              <p:nvPr/>
            </p:nvSpPr>
            <p:spPr>
              <a:xfrm>
                <a:off x="20402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5" name="ph7895"/>
              <p:cNvSpPr/>
              <p:nvPr/>
            </p:nvSpPr>
            <p:spPr>
              <a:xfrm>
                <a:off x="20494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6" name="ph7896"/>
              <p:cNvSpPr/>
              <p:nvPr/>
            </p:nvSpPr>
            <p:spPr>
              <a:xfrm>
                <a:off x="205875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7" name="ph7897"/>
              <p:cNvSpPr/>
              <p:nvPr/>
            </p:nvSpPr>
            <p:spPr>
              <a:xfrm>
                <a:off x="20680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8" name="ph7898"/>
              <p:cNvSpPr/>
              <p:nvPr/>
            </p:nvSpPr>
            <p:spPr>
              <a:xfrm>
                <a:off x="20772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9" name="ph7899"/>
              <p:cNvSpPr/>
              <p:nvPr/>
            </p:nvSpPr>
            <p:spPr>
              <a:xfrm>
                <a:off x="20865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0" name="ph7900"/>
              <p:cNvSpPr/>
              <p:nvPr/>
            </p:nvSpPr>
            <p:spPr>
              <a:xfrm>
                <a:off x="20958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1" name="ph7901"/>
              <p:cNvSpPr/>
              <p:nvPr/>
            </p:nvSpPr>
            <p:spPr>
              <a:xfrm>
                <a:off x="210506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2" name="ph7902"/>
              <p:cNvSpPr/>
              <p:nvPr/>
            </p:nvSpPr>
            <p:spPr>
              <a:xfrm>
                <a:off x="21143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3" name="ph7903"/>
              <p:cNvSpPr/>
              <p:nvPr/>
            </p:nvSpPr>
            <p:spPr>
              <a:xfrm>
                <a:off x="21235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4" name="ph7904"/>
              <p:cNvSpPr/>
              <p:nvPr/>
            </p:nvSpPr>
            <p:spPr>
              <a:xfrm>
                <a:off x="213285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5" name="ph7905"/>
              <p:cNvSpPr/>
              <p:nvPr/>
            </p:nvSpPr>
            <p:spPr>
              <a:xfrm>
                <a:off x="214211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6" name="ph7906"/>
              <p:cNvSpPr/>
              <p:nvPr/>
            </p:nvSpPr>
            <p:spPr>
              <a:xfrm>
                <a:off x="215137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7" name="ph7907"/>
              <p:cNvSpPr/>
              <p:nvPr/>
            </p:nvSpPr>
            <p:spPr>
              <a:xfrm>
                <a:off x="216063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8" name="ph7908"/>
              <p:cNvSpPr/>
              <p:nvPr/>
            </p:nvSpPr>
            <p:spPr>
              <a:xfrm>
                <a:off x="21699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9" name="ph7909"/>
              <p:cNvSpPr/>
              <p:nvPr/>
            </p:nvSpPr>
            <p:spPr>
              <a:xfrm>
                <a:off x="21791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0" name="ph7910"/>
              <p:cNvSpPr/>
              <p:nvPr/>
            </p:nvSpPr>
            <p:spPr>
              <a:xfrm>
                <a:off x="2188426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1" name="ph7911"/>
              <p:cNvSpPr/>
              <p:nvPr/>
            </p:nvSpPr>
            <p:spPr>
              <a:xfrm>
                <a:off x="21976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2" name="ph7912"/>
              <p:cNvSpPr/>
              <p:nvPr/>
            </p:nvSpPr>
            <p:spPr>
              <a:xfrm>
                <a:off x="22069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3" name="ph7913"/>
              <p:cNvSpPr/>
              <p:nvPr/>
            </p:nvSpPr>
            <p:spPr>
              <a:xfrm>
                <a:off x="22162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4" name="ph7914"/>
              <p:cNvSpPr/>
              <p:nvPr/>
            </p:nvSpPr>
            <p:spPr>
              <a:xfrm>
                <a:off x="222547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5" name="ph7915"/>
              <p:cNvSpPr/>
              <p:nvPr/>
            </p:nvSpPr>
            <p:spPr>
              <a:xfrm>
                <a:off x="2243999" y="10850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098" y="897161"/>
                    </a:lnTo>
                    <a:lnTo>
                      <a:pt x="914400" y="89848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6" name="ph7916"/>
              <p:cNvSpPr/>
              <p:nvPr/>
            </p:nvSpPr>
            <p:spPr>
              <a:xfrm>
                <a:off x="2243999" y="1085048"/>
                <a:ext cx="9175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15" h="914400">
                    <a:moveTo>
                      <a:pt x="914400" y="914400"/>
                    </a:moveTo>
                    <a:lnTo>
                      <a:pt x="914400" y="898489"/>
                    </a:lnTo>
                    <a:lnTo>
                      <a:pt x="915117" y="901654"/>
                    </a:lnTo>
                    <a:lnTo>
                      <a:pt x="917093" y="911817"/>
                    </a:lnTo>
                    <a:lnTo>
                      <a:pt x="917515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7" name="ph7917"/>
              <p:cNvSpPr/>
              <p:nvPr/>
            </p:nvSpPr>
            <p:spPr>
              <a:xfrm>
                <a:off x="3401777" y="1067810"/>
                <a:ext cx="914400" cy="91486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66">
                    <a:moveTo>
                      <a:pt x="914400" y="914400"/>
                    </a:moveTo>
                    <a:lnTo>
                      <a:pt x="914400" y="914866"/>
                    </a:lnTo>
                    <a:lnTo>
                      <a:pt x="913862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8" name="ph7918"/>
              <p:cNvSpPr/>
              <p:nvPr/>
            </p:nvSpPr>
            <p:spPr>
              <a:xfrm>
                <a:off x="3401777" y="1067810"/>
                <a:ext cx="923662" cy="92230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30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302"/>
                    </a:lnTo>
                    <a:lnTo>
                      <a:pt x="918397" y="918334"/>
                    </a:lnTo>
                    <a:lnTo>
                      <a:pt x="914400" y="914866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9" name="ph7919"/>
              <p:cNvSpPr/>
              <p:nvPr/>
            </p:nvSpPr>
            <p:spPr>
              <a:xfrm>
                <a:off x="3411039" y="1067810"/>
                <a:ext cx="923662" cy="927872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7872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7872"/>
                    </a:lnTo>
                    <a:lnTo>
                      <a:pt x="919812" y="925795"/>
                    </a:lnTo>
                    <a:lnTo>
                      <a:pt x="914400" y="922302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0" name="ph7920"/>
              <p:cNvSpPr/>
              <p:nvPr/>
            </p:nvSpPr>
            <p:spPr>
              <a:xfrm>
                <a:off x="342030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2936" y="931638"/>
                    </a:lnTo>
                    <a:lnTo>
                      <a:pt x="921581" y="931180"/>
                    </a:lnTo>
                    <a:lnTo>
                      <a:pt x="916028" y="928751"/>
                    </a:lnTo>
                    <a:lnTo>
                      <a:pt x="914400" y="927872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1" name="ph7921"/>
              <p:cNvSpPr/>
              <p:nvPr/>
            </p:nvSpPr>
            <p:spPr>
              <a:xfrm>
                <a:off x="342956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2" name="ph7922"/>
              <p:cNvSpPr/>
              <p:nvPr/>
            </p:nvSpPr>
            <p:spPr>
              <a:xfrm>
                <a:off x="343882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3" name="ph7923"/>
              <p:cNvSpPr/>
              <p:nvPr/>
            </p:nvSpPr>
            <p:spPr>
              <a:xfrm>
                <a:off x="344808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4" name="ph7924"/>
              <p:cNvSpPr/>
              <p:nvPr/>
            </p:nvSpPr>
            <p:spPr>
              <a:xfrm>
                <a:off x="345735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5" name="ph7925"/>
              <p:cNvSpPr/>
              <p:nvPr/>
            </p:nvSpPr>
            <p:spPr>
              <a:xfrm>
                <a:off x="346661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6" name="ph7926"/>
              <p:cNvSpPr/>
              <p:nvPr/>
            </p:nvSpPr>
            <p:spPr>
              <a:xfrm>
                <a:off x="347587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7" name="ph7927"/>
              <p:cNvSpPr/>
              <p:nvPr/>
            </p:nvSpPr>
            <p:spPr>
              <a:xfrm>
                <a:off x="348513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8" name="ph7928"/>
              <p:cNvSpPr/>
              <p:nvPr/>
            </p:nvSpPr>
            <p:spPr>
              <a:xfrm>
                <a:off x="349439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9" name="ph7929"/>
              <p:cNvSpPr/>
              <p:nvPr/>
            </p:nvSpPr>
            <p:spPr>
              <a:xfrm>
                <a:off x="350366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0" name="ph7930"/>
              <p:cNvSpPr/>
              <p:nvPr/>
            </p:nvSpPr>
            <p:spPr>
              <a:xfrm>
                <a:off x="351292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1" name="ph7931"/>
              <p:cNvSpPr/>
              <p:nvPr/>
            </p:nvSpPr>
            <p:spPr>
              <a:xfrm>
                <a:off x="352218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2" name="ph7932"/>
              <p:cNvSpPr/>
              <p:nvPr/>
            </p:nvSpPr>
            <p:spPr>
              <a:xfrm>
                <a:off x="353144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3" name="ph7933"/>
              <p:cNvSpPr/>
              <p:nvPr/>
            </p:nvSpPr>
            <p:spPr>
              <a:xfrm>
                <a:off x="354071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4" name="ph7934"/>
              <p:cNvSpPr/>
              <p:nvPr/>
            </p:nvSpPr>
            <p:spPr>
              <a:xfrm>
                <a:off x="354997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5" name="ph7935"/>
              <p:cNvSpPr/>
              <p:nvPr/>
            </p:nvSpPr>
            <p:spPr>
              <a:xfrm>
                <a:off x="355923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6" name="ph7936"/>
              <p:cNvSpPr/>
              <p:nvPr/>
            </p:nvSpPr>
            <p:spPr>
              <a:xfrm>
                <a:off x="356849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7" name="ph7937"/>
              <p:cNvSpPr/>
              <p:nvPr/>
            </p:nvSpPr>
            <p:spPr>
              <a:xfrm>
                <a:off x="357775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8" name="ph7938"/>
              <p:cNvSpPr/>
              <p:nvPr/>
            </p:nvSpPr>
            <p:spPr>
              <a:xfrm>
                <a:off x="358702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9" name="ph7939"/>
              <p:cNvSpPr/>
              <p:nvPr/>
            </p:nvSpPr>
            <p:spPr>
              <a:xfrm>
                <a:off x="359628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0" name="ph7940"/>
              <p:cNvSpPr/>
              <p:nvPr/>
            </p:nvSpPr>
            <p:spPr>
              <a:xfrm>
                <a:off x="360554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1" name="ph7941"/>
              <p:cNvSpPr/>
              <p:nvPr/>
            </p:nvSpPr>
            <p:spPr>
              <a:xfrm>
                <a:off x="361480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2" name="ph7942"/>
              <p:cNvSpPr/>
              <p:nvPr/>
            </p:nvSpPr>
            <p:spPr>
              <a:xfrm>
                <a:off x="362407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3" name="ph7943"/>
              <p:cNvSpPr/>
              <p:nvPr/>
            </p:nvSpPr>
            <p:spPr>
              <a:xfrm>
                <a:off x="363333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4" name="ph7944"/>
              <p:cNvSpPr/>
              <p:nvPr/>
            </p:nvSpPr>
            <p:spPr>
              <a:xfrm>
                <a:off x="364259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5" name="ph7945"/>
              <p:cNvSpPr/>
              <p:nvPr/>
            </p:nvSpPr>
            <p:spPr>
              <a:xfrm>
                <a:off x="365185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6" name="ph7946"/>
              <p:cNvSpPr/>
              <p:nvPr/>
            </p:nvSpPr>
            <p:spPr>
              <a:xfrm>
                <a:off x="366111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7" name="ph7947"/>
              <p:cNvSpPr/>
              <p:nvPr/>
            </p:nvSpPr>
            <p:spPr>
              <a:xfrm>
                <a:off x="367038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8" name="ph7948"/>
              <p:cNvSpPr/>
              <p:nvPr/>
            </p:nvSpPr>
            <p:spPr>
              <a:xfrm>
                <a:off x="367964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9" name="ph7949"/>
              <p:cNvSpPr/>
              <p:nvPr/>
            </p:nvSpPr>
            <p:spPr>
              <a:xfrm>
                <a:off x="368890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0" name="ph7950"/>
              <p:cNvSpPr/>
              <p:nvPr/>
            </p:nvSpPr>
            <p:spPr>
              <a:xfrm>
                <a:off x="369816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1" name="ph7951"/>
              <p:cNvSpPr/>
              <p:nvPr/>
            </p:nvSpPr>
            <p:spPr>
              <a:xfrm>
                <a:off x="370743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2" name="ph7952"/>
              <p:cNvSpPr/>
              <p:nvPr/>
            </p:nvSpPr>
            <p:spPr>
              <a:xfrm>
                <a:off x="3716692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3" name="ph7953"/>
              <p:cNvSpPr/>
              <p:nvPr/>
            </p:nvSpPr>
            <p:spPr>
              <a:xfrm>
                <a:off x="3725954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4" name="ph7954"/>
              <p:cNvSpPr/>
              <p:nvPr/>
            </p:nvSpPr>
            <p:spPr>
              <a:xfrm>
                <a:off x="3735217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5" name="ph7955"/>
              <p:cNvSpPr/>
              <p:nvPr/>
            </p:nvSpPr>
            <p:spPr>
              <a:xfrm>
                <a:off x="3744479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6" name="ph7956"/>
              <p:cNvSpPr/>
              <p:nvPr/>
            </p:nvSpPr>
            <p:spPr>
              <a:xfrm>
                <a:off x="3753741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7" name="ph7957"/>
              <p:cNvSpPr/>
              <p:nvPr/>
            </p:nvSpPr>
            <p:spPr>
              <a:xfrm>
                <a:off x="3763003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8" name="ph7958"/>
              <p:cNvSpPr/>
              <p:nvPr/>
            </p:nvSpPr>
            <p:spPr>
              <a:xfrm>
                <a:off x="3772265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9" name="ph7959"/>
              <p:cNvSpPr/>
              <p:nvPr/>
            </p:nvSpPr>
            <p:spPr>
              <a:xfrm>
                <a:off x="3781528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0" name="ph7960"/>
              <p:cNvSpPr/>
              <p:nvPr/>
            </p:nvSpPr>
            <p:spPr>
              <a:xfrm>
                <a:off x="3790790" y="10678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1" name="ph7961"/>
              <p:cNvSpPr/>
              <p:nvPr/>
            </p:nvSpPr>
            <p:spPr>
              <a:xfrm>
                <a:off x="3800052" y="1085048"/>
                <a:ext cx="9196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67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7352" y="897161"/>
                    </a:lnTo>
                    <a:lnTo>
                      <a:pt x="918378" y="903865"/>
                    </a:lnTo>
                    <a:lnTo>
                      <a:pt x="919674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2" name="ph7962"/>
              <p:cNvSpPr/>
              <p:nvPr/>
            </p:nvSpPr>
            <p:spPr>
              <a:xfrm>
                <a:off x="2040230" y="10505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845" y="931638"/>
                    </a:lnTo>
                    <a:lnTo>
                      <a:pt x="910515" y="923443"/>
                    </a:lnTo>
                    <a:lnTo>
                      <a:pt x="913824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3" name="ph7963"/>
              <p:cNvSpPr/>
              <p:nvPr/>
            </p:nvSpPr>
            <p:spPr>
              <a:xfrm>
                <a:off x="20402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4" name="ph7964"/>
              <p:cNvSpPr/>
              <p:nvPr/>
            </p:nvSpPr>
            <p:spPr>
              <a:xfrm>
                <a:off x="20494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5" name="ph7965"/>
              <p:cNvSpPr/>
              <p:nvPr/>
            </p:nvSpPr>
            <p:spPr>
              <a:xfrm>
                <a:off x="205875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6" name="ph7966"/>
              <p:cNvSpPr/>
              <p:nvPr/>
            </p:nvSpPr>
            <p:spPr>
              <a:xfrm>
                <a:off x="20680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7" name="ph7967"/>
              <p:cNvSpPr/>
              <p:nvPr/>
            </p:nvSpPr>
            <p:spPr>
              <a:xfrm>
                <a:off x="20772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8" name="ph7968"/>
              <p:cNvSpPr/>
              <p:nvPr/>
            </p:nvSpPr>
            <p:spPr>
              <a:xfrm>
                <a:off x="20865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9" name="ph7969"/>
              <p:cNvSpPr/>
              <p:nvPr/>
            </p:nvSpPr>
            <p:spPr>
              <a:xfrm>
                <a:off x="20958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0" name="ph7970"/>
              <p:cNvSpPr/>
              <p:nvPr/>
            </p:nvSpPr>
            <p:spPr>
              <a:xfrm>
                <a:off x="210506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1" name="ph7971"/>
              <p:cNvSpPr/>
              <p:nvPr/>
            </p:nvSpPr>
            <p:spPr>
              <a:xfrm>
                <a:off x="21143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2" name="ph7972"/>
              <p:cNvSpPr/>
              <p:nvPr/>
            </p:nvSpPr>
            <p:spPr>
              <a:xfrm>
                <a:off x="212359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3" name="ph7973"/>
              <p:cNvSpPr/>
              <p:nvPr/>
            </p:nvSpPr>
            <p:spPr>
              <a:xfrm>
                <a:off x="213285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4" name="ph7974"/>
              <p:cNvSpPr/>
              <p:nvPr/>
            </p:nvSpPr>
            <p:spPr>
              <a:xfrm>
                <a:off x="214211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5" name="ph7975"/>
              <p:cNvSpPr/>
              <p:nvPr/>
            </p:nvSpPr>
            <p:spPr>
              <a:xfrm>
                <a:off x="21513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6" name="ph7976"/>
              <p:cNvSpPr/>
              <p:nvPr/>
            </p:nvSpPr>
            <p:spPr>
              <a:xfrm>
                <a:off x="21606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7" name="ph7977"/>
              <p:cNvSpPr/>
              <p:nvPr/>
            </p:nvSpPr>
            <p:spPr>
              <a:xfrm>
                <a:off x="21699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8" name="ph7978"/>
              <p:cNvSpPr/>
              <p:nvPr/>
            </p:nvSpPr>
            <p:spPr>
              <a:xfrm>
                <a:off x="21791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9" name="ph7979"/>
              <p:cNvSpPr/>
              <p:nvPr/>
            </p:nvSpPr>
            <p:spPr>
              <a:xfrm>
                <a:off x="2188426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0" name="ph7980"/>
              <p:cNvSpPr/>
              <p:nvPr/>
            </p:nvSpPr>
            <p:spPr>
              <a:xfrm>
                <a:off x="21976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1" name="ph7981"/>
              <p:cNvSpPr/>
              <p:nvPr/>
            </p:nvSpPr>
            <p:spPr>
              <a:xfrm>
                <a:off x="22069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2" name="ph7982"/>
              <p:cNvSpPr/>
              <p:nvPr/>
            </p:nvSpPr>
            <p:spPr>
              <a:xfrm>
                <a:off x="22162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3" name="ph7983"/>
              <p:cNvSpPr/>
              <p:nvPr/>
            </p:nvSpPr>
            <p:spPr>
              <a:xfrm>
                <a:off x="222547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4" name="ph7984"/>
              <p:cNvSpPr/>
              <p:nvPr/>
            </p:nvSpPr>
            <p:spPr>
              <a:xfrm>
                <a:off x="2234737" y="1067810"/>
                <a:ext cx="9233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60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8979" y="897161"/>
                    </a:lnTo>
                    <a:lnTo>
                      <a:pt x="919586" y="899211"/>
                    </a:lnTo>
                    <a:lnTo>
                      <a:pt x="922121" y="908935"/>
                    </a:lnTo>
                    <a:lnTo>
                      <a:pt x="923360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5" name="ph7985"/>
              <p:cNvSpPr/>
              <p:nvPr/>
            </p:nvSpPr>
            <p:spPr>
              <a:xfrm>
                <a:off x="3383252" y="1050571"/>
                <a:ext cx="914400" cy="9152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67">
                    <a:moveTo>
                      <a:pt x="914400" y="914400"/>
                    </a:moveTo>
                    <a:lnTo>
                      <a:pt x="914400" y="915267"/>
                    </a:lnTo>
                    <a:lnTo>
                      <a:pt x="910477" y="91440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6" name="ph7986"/>
              <p:cNvSpPr/>
              <p:nvPr/>
            </p:nvSpPr>
            <p:spPr>
              <a:xfrm>
                <a:off x="3383252" y="1050571"/>
                <a:ext cx="923662" cy="92272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272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2720"/>
                    </a:lnTo>
                    <a:lnTo>
                      <a:pt x="921816" y="920667"/>
                    </a:lnTo>
                    <a:lnTo>
                      <a:pt x="917896" y="915780"/>
                    </a:lnTo>
                    <a:lnTo>
                      <a:pt x="915195" y="915443"/>
                    </a:lnTo>
                    <a:lnTo>
                      <a:pt x="914400" y="915267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7" name="ph7987"/>
              <p:cNvSpPr/>
              <p:nvPr/>
            </p:nvSpPr>
            <p:spPr>
              <a:xfrm>
                <a:off x="339251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23124" y="931638"/>
                    </a:lnTo>
                    <a:lnTo>
                      <a:pt x="922489" y="931087"/>
                    </a:lnTo>
                    <a:lnTo>
                      <a:pt x="917449" y="926114"/>
                    </a:lnTo>
                    <a:lnTo>
                      <a:pt x="914400" y="92272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8" name="ph7988"/>
              <p:cNvSpPr/>
              <p:nvPr/>
            </p:nvSpPr>
            <p:spPr>
              <a:xfrm>
                <a:off x="340177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9" name="ph7989"/>
              <p:cNvSpPr/>
              <p:nvPr/>
            </p:nvSpPr>
            <p:spPr>
              <a:xfrm>
                <a:off x="341103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0" name="ph7990"/>
              <p:cNvSpPr/>
              <p:nvPr/>
            </p:nvSpPr>
            <p:spPr>
              <a:xfrm>
                <a:off x="342030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1" name="ph7991"/>
              <p:cNvSpPr/>
              <p:nvPr/>
            </p:nvSpPr>
            <p:spPr>
              <a:xfrm>
                <a:off x="342956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2" name="ph7992"/>
              <p:cNvSpPr/>
              <p:nvPr/>
            </p:nvSpPr>
            <p:spPr>
              <a:xfrm>
                <a:off x="343882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3" name="ph7993"/>
              <p:cNvSpPr/>
              <p:nvPr/>
            </p:nvSpPr>
            <p:spPr>
              <a:xfrm>
                <a:off x="344808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4" name="ph7994"/>
              <p:cNvSpPr/>
              <p:nvPr/>
            </p:nvSpPr>
            <p:spPr>
              <a:xfrm>
                <a:off x="345735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5" name="ph7995"/>
              <p:cNvSpPr/>
              <p:nvPr/>
            </p:nvSpPr>
            <p:spPr>
              <a:xfrm>
                <a:off x="346661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6" name="ph7996"/>
              <p:cNvSpPr/>
              <p:nvPr/>
            </p:nvSpPr>
            <p:spPr>
              <a:xfrm>
                <a:off x="347587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7" name="ph7997"/>
              <p:cNvSpPr/>
              <p:nvPr/>
            </p:nvSpPr>
            <p:spPr>
              <a:xfrm>
                <a:off x="348513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8" name="ph7998"/>
              <p:cNvSpPr/>
              <p:nvPr/>
            </p:nvSpPr>
            <p:spPr>
              <a:xfrm>
                <a:off x="349439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9" name="ph7999"/>
              <p:cNvSpPr/>
              <p:nvPr/>
            </p:nvSpPr>
            <p:spPr>
              <a:xfrm>
                <a:off x="350366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0" name="ph8000"/>
              <p:cNvSpPr/>
              <p:nvPr/>
            </p:nvSpPr>
            <p:spPr>
              <a:xfrm>
                <a:off x="351292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1" name="ph8001"/>
              <p:cNvSpPr/>
              <p:nvPr/>
            </p:nvSpPr>
            <p:spPr>
              <a:xfrm>
                <a:off x="352218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2" name="ph8002"/>
              <p:cNvSpPr/>
              <p:nvPr/>
            </p:nvSpPr>
            <p:spPr>
              <a:xfrm>
                <a:off x="353144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3" name="ph8003"/>
              <p:cNvSpPr/>
              <p:nvPr/>
            </p:nvSpPr>
            <p:spPr>
              <a:xfrm>
                <a:off x="354071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4" name="ph8004"/>
              <p:cNvSpPr/>
              <p:nvPr/>
            </p:nvSpPr>
            <p:spPr>
              <a:xfrm>
                <a:off x="354997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5" name="ph8005"/>
              <p:cNvSpPr/>
              <p:nvPr/>
            </p:nvSpPr>
            <p:spPr>
              <a:xfrm>
                <a:off x="355923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6" name="ph8006"/>
              <p:cNvSpPr/>
              <p:nvPr/>
            </p:nvSpPr>
            <p:spPr>
              <a:xfrm>
                <a:off x="356849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7" name="ph8007"/>
              <p:cNvSpPr/>
              <p:nvPr/>
            </p:nvSpPr>
            <p:spPr>
              <a:xfrm>
                <a:off x="357775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8" name="ph8008"/>
              <p:cNvSpPr/>
              <p:nvPr/>
            </p:nvSpPr>
            <p:spPr>
              <a:xfrm>
                <a:off x="358702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9" name="ph8009"/>
              <p:cNvSpPr/>
              <p:nvPr/>
            </p:nvSpPr>
            <p:spPr>
              <a:xfrm>
                <a:off x="359628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0" name="ph8010"/>
              <p:cNvSpPr/>
              <p:nvPr/>
            </p:nvSpPr>
            <p:spPr>
              <a:xfrm>
                <a:off x="360554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1" name="ph8011"/>
              <p:cNvSpPr/>
              <p:nvPr/>
            </p:nvSpPr>
            <p:spPr>
              <a:xfrm>
                <a:off x="361480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2" name="ph8012"/>
              <p:cNvSpPr/>
              <p:nvPr/>
            </p:nvSpPr>
            <p:spPr>
              <a:xfrm>
                <a:off x="362407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3" name="ph8013"/>
              <p:cNvSpPr/>
              <p:nvPr/>
            </p:nvSpPr>
            <p:spPr>
              <a:xfrm>
                <a:off x="363333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4" name="ph8014"/>
              <p:cNvSpPr/>
              <p:nvPr/>
            </p:nvSpPr>
            <p:spPr>
              <a:xfrm>
                <a:off x="364259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5" name="ph8015"/>
              <p:cNvSpPr/>
              <p:nvPr/>
            </p:nvSpPr>
            <p:spPr>
              <a:xfrm>
                <a:off x="365185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6" name="ph8016"/>
              <p:cNvSpPr/>
              <p:nvPr/>
            </p:nvSpPr>
            <p:spPr>
              <a:xfrm>
                <a:off x="366111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7" name="ph8017"/>
              <p:cNvSpPr/>
              <p:nvPr/>
            </p:nvSpPr>
            <p:spPr>
              <a:xfrm>
                <a:off x="367038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8" name="ph8018"/>
              <p:cNvSpPr/>
              <p:nvPr/>
            </p:nvSpPr>
            <p:spPr>
              <a:xfrm>
                <a:off x="367964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9" name="ph8019"/>
              <p:cNvSpPr/>
              <p:nvPr/>
            </p:nvSpPr>
            <p:spPr>
              <a:xfrm>
                <a:off x="368890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0" name="ph8020"/>
              <p:cNvSpPr/>
              <p:nvPr/>
            </p:nvSpPr>
            <p:spPr>
              <a:xfrm>
                <a:off x="369816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1" name="ph8021"/>
              <p:cNvSpPr/>
              <p:nvPr/>
            </p:nvSpPr>
            <p:spPr>
              <a:xfrm>
                <a:off x="3707430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2" name="ph8022"/>
              <p:cNvSpPr/>
              <p:nvPr/>
            </p:nvSpPr>
            <p:spPr>
              <a:xfrm>
                <a:off x="3716692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3" name="ph8023"/>
              <p:cNvSpPr/>
              <p:nvPr/>
            </p:nvSpPr>
            <p:spPr>
              <a:xfrm>
                <a:off x="3725954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4" name="ph8024"/>
              <p:cNvSpPr/>
              <p:nvPr/>
            </p:nvSpPr>
            <p:spPr>
              <a:xfrm>
                <a:off x="3735217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5" name="ph8025"/>
              <p:cNvSpPr/>
              <p:nvPr/>
            </p:nvSpPr>
            <p:spPr>
              <a:xfrm>
                <a:off x="3744479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6" name="ph8026"/>
              <p:cNvSpPr/>
              <p:nvPr/>
            </p:nvSpPr>
            <p:spPr>
              <a:xfrm>
                <a:off x="3753741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7" name="ph8027"/>
              <p:cNvSpPr/>
              <p:nvPr/>
            </p:nvSpPr>
            <p:spPr>
              <a:xfrm>
                <a:off x="3763003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8" name="ph8028"/>
              <p:cNvSpPr/>
              <p:nvPr/>
            </p:nvSpPr>
            <p:spPr>
              <a:xfrm>
                <a:off x="3772265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9" name="ph8029"/>
              <p:cNvSpPr/>
              <p:nvPr/>
            </p:nvSpPr>
            <p:spPr>
              <a:xfrm>
                <a:off x="3781528" y="10505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0" name="ph8030"/>
              <p:cNvSpPr/>
              <p:nvPr/>
            </p:nvSpPr>
            <p:spPr>
              <a:xfrm>
                <a:off x="3800052" y="10678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192" y="897161"/>
                    </a:lnTo>
                    <a:lnTo>
                      <a:pt x="914400" y="89812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1" name="ph8031"/>
              <p:cNvSpPr/>
              <p:nvPr/>
            </p:nvSpPr>
            <p:spPr>
              <a:xfrm>
                <a:off x="3800052" y="1067810"/>
                <a:ext cx="9173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52" h="914400">
                    <a:moveTo>
                      <a:pt x="914400" y="914400"/>
                    </a:moveTo>
                    <a:lnTo>
                      <a:pt x="914400" y="898120"/>
                    </a:lnTo>
                    <a:lnTo>
                      <a:pt x="914874" y="900311"/>
                    </a:lnTo>
                    <a:lnTo>
                      <a:pt x="916773" y="910621"/>
                    </a:lnTo>
                    <a:lnTo>
                      <a:pt x="917352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2" name="ph8032"/>
              <p:cNvSpPr/>
              <p:nvPr/>
            </p:nvSpPr>
            <p:spPr>
              <a:xfrm>
                <a:off x="2040230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24" y="914400"/>
                    </a:lnTo>
                    <a:lnTo>
                      <a:pt x="914400" y="91299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3" name="ph8033"/>
              <p:cNvSpPr/>
              <p:nvPr/>
            </p:nvSpPr>
            <p:spPr>
              <a:xfrm>
                <a:off x="2049492" y="103333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30229"/>
                    </a:lnTo>
                    <a:lnTo>
                      <a:pt x="908037" y="923125"/>
                    </a:lnTo>
                    <a:lnTo>
                      <a:pt x="911789" y="914865"/>
                    </a:lnTo>
                    <a:lnTo>
                      <a:pt x="912013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4" name="ph8034"/>
              <p:cNvSpPr/>
              <p:nvPr/>
            </p:nvSpPr>
            <p:spPr>
              <a:xfrm>
                <a:off x="20494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5" name="ph8035"/>
              <p:cNvSpPr/>
              <p:nvPr/>
            </p:nvSpPr>
            <p:spPr>
              <a:xfrm>
                <a:off x="205875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6" name="ph8036"/>
              <p:cNvSpPr/>
              <p:nvPr/>
            </p:nvSpPr>
            <p:spPr>
              <a:xfrm>
                <a:off x="20680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7" name="ph8037"/>
              <p:cNvSpPr/>
              <p:nvPr/>
            </p:nvSpPr>
            <p:spPr>
              <a:xfrm>
                <a:off x="20772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8" name="ph8038"/>
              <p:cNvSpPr/>
              <p:nvPr/>
            </p:nvSpPr>
            <p:spPr>
              <a:xfrm>
                <a:off x="20865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9" name="ph8039"/>
              <p:cNvSpPr/>
              <p:nvPr/>
            </p:nvSpPr>
            <p:spPr>
              <a:xfrm>
                <a:off x="20958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0" name="ph8040"/>
              <p:cNvSpPr/>
              <p:nvPr/>
            </p:nvSpPr>
            <p:spPr>
              <a:xfrm>
                <a:off x="210506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1" name="ph8041"/>
              <p:cNvSpPr/>
              <p:nvPr/>
            </p:nvSpPr>
            <p:spPr>
              <a:xfrm>
                <a:off x="21143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2" name="ph8042"/>
              <p:cNvSpPr/>
              <p:nvPr/>
            </p:nvSpPr>
            <p:spPr>
              <a:xfrm>
                <a:off x="21235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3" name="ph8043"/>
              <p:cNvSpPr/>
              <p:nvPr/>
            </p:nvSpPr>
            <p:spPr>
              <a:xfrm>
                <a:off x="21328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4" name="ph8044"/>
              <p:cNvSpPr/>
              <p:nvPr/>
            </p:nvSpPr>
            <p:spPr>
              <a:xfrm>
                <a:off x="214211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5" name="ph8045"/>
              <p:cNvSpPr/>
              <p:nvPr/>
            </p:nvSpPr>
            <p:spPr>
              <a:xfrm>
                <a:off x="21513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6" name="ph8046"/>
              <p:cNvSpPr/>
              <p:nvPr/>
            </p:nvSpPr>
            <p:spPr>
              <a:xfrm>
                <a:off x="21606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7" name="ph8047"/>
              <p:cNvSpPr/>
              <p:nvPr/>
            </p:nvSpPr>
            <p:spPr>
              <a:xfrm>
                <a:off x="21699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8" name="ph8048"/>
              <p:cNvSpPr/>
              <p:nvPr/>
            </p:nvSpPr>
            <p:spPr>
              <a:xfrm>
                <a:off x="21791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9" name="ph8049"/>
              <p:cNvSpPr/>
              <p:nvPr/>
            </p:nvSpPr>
            <p:spPr>
              <a:xfrm>
                <a:off x="2188426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0" name="ph8050"/>
              <p:cNvSpPr/>
              <p:nvPr/>
            </p:nvSpPr>
            <p:spPr>
              <a:xfrm>
                <a:off x="21976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1" name="ph8051"/>
              <p:cNvSpPr/>
              <p:nvPr/>
            </p:nvSpPr>
            <p:spPr>
              <a:xfrm>
                <a:off x="22069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2" name="ph8052"/>
              <p:cNvSpPr/>
              <p:nvPr/>
            </p:nvSpPr>
            <p:spPr>
              <a:xfrm>
                <a:off x="22162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3" name="ph8053"/>
              <p:cNvSpPr/>
              <p:nvPr/>
            </p:nvSpPr>
            <p:spPr>
              <a:xfrm>
                <a:off x="2234737" y="10505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474" y="897161"/>
                    </a:lnTo>
                    <a:lnTo>
                      <a:pt x="913715" y="897806"/>
                    </a:lnTo>
                    <a:lnTo>
                      <a:pt x="914400" y="899854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4" name="ph8054"/>
              <p:cNvSpPr/>
              <p:nvPr/>
            </p:nvSpPr>
            <p:spPr>
              <a:xfrm>
                <a:off x="2234737" y="1050571"/>
                <a:ext cx="9189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79" h="914400">
                    <a:moveTo>
                      <a:pt x="914400" y="914400"/>
                    </a:moveTo>
                    <a:lnTo>
                      <a:pt x="914400" y="899854"/>
                    </a:lnTo>
                    <a:lnTo>
                      <a:pt x="916782" y="906985"/>
                    </a:lnTo>
                    <a:lnTo>
                      <a:pt x="918979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5" name="ph8055"/>
              <p:cNvSpPr/>
              <p:nvPr/>
            </p:nvSpPr>
            <p:spPr>
              <a:xfrm>
                <a:off x="3355465" y="1033333"/>
                <a:ext cx="914400" cy="92047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479">
                    <a:moveTo>
                      <a:pt x="914400" y="914400"/>
                    </a:moveTo>
                    <a:lnTo>
                      <a:pt x="914400" y="920479"/>
                    </a:lnTo>
                    <a:lnTo>
                      <a:pt x="909826" y="917122"/>
                    </a:lnTo>
                    <a:lnTo>
                      <a:pt x="906613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6" name="ph8056"/>
              <p:cNvSpPr/>
              <p:nvPr/>
            </p:nvSpPr>
            <p:spPr>
              <a:xfrm>
                <a:off x="3355465" y="1033333"/>
                <a:ext cx="923662" cy="926030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6030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26030"/>
                    </a:lnTo>
                    <a:lnTo>
                      <a:pt x="920571" y="924421"/>
                    </a:lnTo>
                    <a:lnTo>
                      <a:pt x="915148" y="921029"/>
                    </a:lnTo>
                    <a:lnTo>
                      <a:pt x="914400" y="92047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7" name="ph8057"/>
              <p:cNvSpPr/>
              <p:nvPr/>
            </p:nvSpPr>
            <p:spPr>
              <a:xfrm>
                <a:off x="3364728" y="1033333"/>
                <a:ext cx="923662" cy="930029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029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029"/>
                    </a:lnTo>
                    <a:lnTo>
                      <a:pt x="922400" y="929626"/>
                    </a:lnTo>
                    <a:lnTo>
                      <a:pt x="916819" y="927289"/>
                    </a:lnTo>
                    <a:lnTo>
                      <a:pt x="914400" y="92603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8" name="ph8058"/>
              <p:cNvSpPr/>
              <p:nvPr/>
            </p:nvSpPr>
            <p:spPr>
              <a:xfrm>
                <a:off x="337399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9739" y="931638"/>
                    </a:lnTo>
                    <a:lnTo>
                      <a:pt x="918777" y="931425"/>
                    </a:lnTo>
                    <a:lnTo>
                      <a:pt x="914400" y="93002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9" name="ph8059"/>
              <p:cNvSpPr/>
              <p:nvPr/>
            </p:nvSpPr>
            <p:spPr>
              <a:xfrm>
                <a:off x="338325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0" name="ph8060"/>
              <p:cNvSpPr/>
              <p:nvPr/>
            </p:nvSpPr>
            <p:spPr>
              <a:xfrm>
                <a:off x="339251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1" name="ph8061"/>
              <p:cNvSpPr/>
              <p:nvPr/>
            </p:nvSpPr>
            <p:spPr>
              <a:xfrm>
                <a:off x="340177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2" name="ph8062"/>
              <p:cNvSpPr/>
              <p:nvPr/>
            </p:nvSpPr>
            <p:spPr>
              <a:xfrm>
                <a:off x="341103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3" name="ph8063"/>
              <p:cNvSpPr/>
              <p:nvPr/>
            </p:nvSpPr>
            <p:spPr>
              <a:xfrm>
                <a:off x="342030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4" name="ph8064"/>
              <p:cNvSpPr/>
              <p:nvPr/>
            </p:nvSpPr>
            <p:spPr>
              <a:xfrm>
                <a:off x="342956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5" name="ph8065"/>
              <p:cNvSpPr/>
              <p:nvPr/>
            </p:nvSpPr>
            <p:spPr>
              <a:xfrm>
                <a:off x="343882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6" name="ph8066"/>
              <p:cNvSpPr/>
              <p:nvPr/>
            </p:nvSpPr>
            <p:spPr>
              <a:xfrm>
                <a:off x="344808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7" name="ph8067"/>
              <p:cNvSpPr/>
              <p:nvPr/>
            </p:nvSpPr>
            <p:spPr>
              <a:xfrm>
                <a:off x="345735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8" name="ph8068"/>
              <p:cNvSpPr/>
              <p:nvPr/>
            </p:nvSpPr>
            <p:spPr>
              <a:xfrm>
                <a:off x="346661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9" name="ph8069"/>
              <p:cNvSpPr/>
              <p:nvPr/>
            </p:nvSpPr>
            <p:spPr>
              <a:xfrm>
                <a:off x="347587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0" name="ph8070"/>
              <p:cNvSpPr/>
              <p:nvPr/>
            </p:nvSpPr>
            <p:spPr>
              <a:xfrm>
                <a:off x="348513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1" name="ph8071"/>
              <p:cNvSpPr/>
              <p:nvPr/>
            </p:nvSpPr>
            <p:spPr>
              <a:xfrm>
                <a:off x="349439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2" name="ph8072"/>
              <p:cNvSpPr/>
              <p:nvPr/>
            </p:nvSpPr>
            <p:spPr>
              <a:xfrm>
                <a:off x="350366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3" name="ph8073"/>
              <p:cNvSpPr/>
              <p:nvPr/>
            </p:nvSpPr>
            <p:spPr>
              <a:xfrm>
                <a:off x="351292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4" name="ph8074"/>
              <p:cNvSpPr/>
              <p:nvPr/>
            </p:nvSpPr>
            <p:spPr>
              <a:xfrm>
                <a:off x="352218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5" name="ph8075"/>
              <p:cNvSpPr/>
              <p:nvPr/>
            </p:nvSpPr>
            <p:spPr>
              <a:xfrm>
                <a:off x="353144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6" name="ph8076"/>
              <p:cNvSpPr/>
              <p:nvPr/>
            </p:nvSpPr>
            <p:spPr>
              <a:xfrm>
                <a:off x="354071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7" name="ph8077"/>
              <p:cNvSpPr/>
              <p:nvPr/>
            </p:nvSpPr>
            <p:spPr>
              <a:xfrm>
                <a:off x="354997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8" name="ph8078"/>
              <p:cNvSpPr/>
              <p:nvPr/>
            </p:nvSpPr>
            <p:spPr>
              <a:xfrm>
                <a:off x="355923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9" name="ph8079"/>
              <p:cNvSpPr/>
              <p:nvPr/>
            </p:nvSpPr>
            <p:spPr>
              <a:xfrm>
                <a:off x="356849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0" name="ph8080"/>
              <p:cNvSpPr/>
              <p:nvPr/>
            </p:nvSpPr>
            <p:spPr>
              <a:xfrm>
                <a:off x="357775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1" name="ph8081"/>
              <p:cNvSpPr/>
              <p:nvPr/>
            </p:nvSpPr>
            <p:spPr>
              <a:xfrm>
                <a:off x="358702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2" name="ph8082"/>
              <p:cNvSpPr/>
              <p:nvPr/>
            </p:nvSpPr>
            <p:spPr>
              <a:xfrm>
                <a:off x="359628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3" name="ph8083"/>
              <p:cNvSpPr/>
              <p:nvPr/>
            </p:nvSpPr>
            <p:spPr>
              <a:xfrm>
                <a:off x="360554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4" name="ph8084"/>
              <p:cNvSpPr/>
              <p:nvPr/>
            </p:nvSpPr>
            <p:spPr>
              <a:xfrm>
                <a:off x="361480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5" name="ph8085"/>
              <p:cNvSpPr/>
              <p:nvPr/>
            </p:nvSpPr>
            <p:spPr>
              <a:xfrm>
                <a:off x="362407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6" name="ph8086"/>
              <p:cNvSpPr/>
              <p:nvPr/>
            </p:nvSpPr>
            <p:spPr>
              <a:xfrm>
                <a:off x="363333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7" name="ph8087"/>
              <p:cNvSpPr/>
              <p:nvPr/>
            </p:nvSpPr>
            <p:spPr>
              <a:xfrm>
                <a:off x="364259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8" name="ph8088"/>
              <p:cNvSpPr/>
              <p:nvPr/>
            </p:nvSpPr>
            <p:spPr>
              <a:xfrm>
                <a:off x="365185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9" name="ph8089"/>
              <p:cNvSpPr/>
              <p:nvPr/>
            </p:nvSpPr>
            <p:spPr>
              <a:xfrm>
                <a:off x="366111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0" name="ph8090"/>
              <p:cNvSpPr/>
              <p:nvPr/>
            </p:nvSpPr>
            <p:spPr>
              <a:xfrm>
                <a:off x="367038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1" name="ph8091"/>
              <p:cNvSpPr/>
              <p:nvPr/>
            </p:nvSpPr>
            <p:spPr>
              <a:xfrm>
                <a:off x="367964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2" name="ph8092"/>
              <p:cNvSpPr/>
              <p:nvPr/>
            </p:nvSpPr>
            <p:spPr>
              <a:xfrm>
                <a:off x="368890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3" name="ph8093"/>
              <p:cNvSpPr/>
              <p:nvPr/>
            </p:nvSpPr>
            <p:spPr>
              <a:xfrm>
                <a:off x="369816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4" name="ph8094"/>
              <p:cNvSpPr/>
              <p:nvPr/>
            </p:nvSpPr>
            <p:spPr>
              <a:xfrm>
                <a:off x="3707430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5" name="ph8095"/>
              <p:cNvSpPr/>
              <p:nvPr/>
            </p:nvSpPr>
            <p:spPr>
              <a:xfrm>
                <a:off x="3716692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6" name="ph8096"/>
              <p:cNvSpPr/>
              <p:nvPr/>
            </p:nvSpPr>
            <p:spPr>
              <a:xfrm>
                <a:off x="3725954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7" name="ph8097"/>
              <p:cNvSpPr/>
              <p:nvPr/>
            </p:nvSpPr>
            <p:spPr>
              <a:xfrm>
                <a:off x="3735217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8" name="ph8098"/>
              <p:cNvSpPr/>
              <p:nvPr/>
            </p:nvSpPr>
            <p:spPr>
              <a:xfrm>
                <a:off x="3744479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9" name="ph8099"/>
              <p:cNvSpPr/>
              <p:nvPr/>
            </p:nvSpPr>
            <p:spPr>
              <a:xfrm>
                <a:off x="3753741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0" name="ph8100"/>
              <p:cNvSpPr/>
              <p:nvPr/>
            </p:nvSpPr>
            <p:spPr>
              <a:xfrm>
                <a:off x="3763003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1" name="ph8101"/>
              <p:cNvSpPr/>
              <p:nvPr/>
            </p:nvSpPr>
            <p:spPr>
              <a:xfrm>
                <a:off x="3772265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2" name="ph8102"/>
              <p:cNvSpPr/>
              <p:nvPr/>
            </p:nvSpPr>
            <p:spPr>
              <a:xfrm>
                <a:off x="3781528" y="10333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3" name="ph8103"/>
              <p:cNvSpPr/>
              <p:nvPr/>
            </p:nvSpPr>
            <p:spPr>
              <a:xfrm>
                <a:off x="3790790" y="1050571"/>
                <a:ext cx="9234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54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9392" y="897246"/>
                    </a:lnTo>
                    <a:lnTo>
                      <a:pt x="919476" y="897559"/>
                    </a:lnTo>
                    <a:lnTo>
                      <a:pt x="921947" y="907440"/>
                    </a:lnTo>
                    <a:lnTo>
                      <a:pt x="923454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4" name="ph8104"/>
              <p:cNvSpPr/>
              <p:nvPr/>
            </p:nvSpPr>
            <p:spPr>
              <a:xfrm>
                <a:off x="2049492" y="10333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13" y="914400"/>
                    </a:lnTo>
                    <a:lnTo>
                      <a:pt x="912147" y="914119"/>
                    </a:lnTo>
                    <a:lnTo>
                      <a:pt x="912327" y="913743"/>
                    </a:lnTo>
                    <a:lnTo>
                      <a:pt x="912507" y="913367"/>
                    </a:lnTo>
                    <a:lnTo>
                      <a:pt x="912687" y="912991"/>
                    </a:lnTo>
                    <a:lnTo>
                      <a:pt x="912867" y="912615"/>
                    </a:lnTo>
                    <a:lnTo>
                      <a:pt x="913047" y="912240"/>
                    </a:lnTo>
                    <a:lnTo>
                      <a:pt x="913227" y="911864"/>
                    </a:lnTo>
                    <a:lnTo>
                      <a:pt x="913408" y="911488"/>
                    </a:lnTo>
                    <a:lnTo>
                      <a:pt x="913588" y="911112"/>
                    </a:lnTo>
                    <a:lnTo>
                      <a:pt x="913768" y="910736"/>
                    </a:lnTo>
                    <a:lnTo>
                      <a:pt x="913948" y="910360"/>
                    </a:lnTo>
                    <a:lnTo>
                      <a:pt x="914128" y="909985"/>
                    </a:lnTo>
                    <a:lnTo>
                      <a:pt x="914308" y="909609"/>
                    </a:lnTo>
                    <a:lnTo>
                      <a:pt x="914400" y="90941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5" name="ph8105"/>
              <p:cNvSpPr/>
              <p:nvPr/>
            </p:nvSpPr>
            <p:spPr>
              <a:xfrm>
                <a:off x="2058755" y="10160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6657"/>
                    </a:lnTo>
                    <a:lnTo>
                      <a:pt x="905226" y="926471"/>
                    </a:lnTo>
                    <a:lnTo>
                      <a:pt x="905407" y="926096"/>
                    </a:lnTo>
                    <a:lnTo>
                      <a:pt x="905587" y="925720"/>
                    </a:lnTo>
                    <a:lnTo>
                      <a:pt x="905767" y="925344"/>
                    </a:lnTo>
                    <a:lnTo>
                      <a:pt x="905947" y="924968"/>
                    </a:lnTo>
                    <a:lnTo>
                      <a:pt x="906127" y="924592"/>
                    </a:lnTo>
                    <a:lnTo>
                      <a:pt x="906308" y="924217"/>
                    </a:lnTo>
                    <a:lnTo>
                      <a:pt x="906488" y="923841"/>
                    </a:lnTo>
                    <a:lnTo>
                      <a:pt x="906668" y="923465"/>
                    </a:lnTo>
                    <a:lnTo>
                      <a:pt x="906849" y="923089"/>
                    </a:lnTo>
                    <a:lnTo>
                      <a:pt x="907029" y="922713"/>
                    </a:lnTo>
                    <a:lnTo>
                      <a:pt x="907209" y="922338"/>
                    </a:lnTo>
                    <a:lnTo>
                      <a:pt x="907390" y="921962"/>
                    </a:lnTo>
                    <a:lnTo>
                      <a:pt x="907570" y="921586"/>
                    </a:lnTo>
                    <a:lnTo>
                      <a:pt x="907750" y="921210"/>
                    </a:lnTo>
                    <a:lnTo>
                      <a:pt x="907931" y="920834"/>
                    </a:lnTo>
                    <a:lnTo>
                      <a:pt x="908111" y="920459"/>
                    </a:lnTo>
                    <a:lnTo>
                      <a:pt x="908291" y="920083"/>
                    </a:lnTo>
                    <a:lnTo>
                      <a:pt x="908472" y="919707"/>
                    </a:lnTo>
                    <a:lnTo>
                      <a:pt x="908652" y="919331"/>
                    </a:lnTo>
                    <a:lnTo>
                      <a:pt x="908833" y="918956"/>
                    </a:lnTo>
                    <a:lnTo>
                      <a:pt x="909013" y="918580"/>
                    </a:lnTo>
                    <a:lnTo>
                      <a:pt x="909194" y="918204"/>
                    </a:lnTo>
                    <a:lnTo>
                      <a:pt x="909374" y="917828"/>
                    </a:lnTo>
                    <a:lnTo>
                      <a:pt x="909554" y="917452"/>
                    </a:lnTo>
                    <a:lnTo>
                      <a:pt x="909735" y="917077"/>
                    </a:lnTo>
                    <a:lnTo>
                      <a:pt x="909915" y="916701"/>
                    </a:lnTo>
                    <a:lnTo>
                      <a:pt x="910096" y="916325"/>
                    </a:lnTo>
                    <a:lnTo>
                      <a:pt x="910276" y="915949"/>
                    </a:lnTo>
                    <a:lnTo>
                      <a:pt x="910457" y="915574"/>
                    </a:lnTo>
                    <a:lnTo>
                      <a:pt x="910638" y="915198"/>
                    </a:lnTo>
                    <a:lnTo>
                      <a:pt x="910818" y="914822"/>
                    </a:lnTo>
                    <a:lnTo>
                      <a:pt x="911021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6" name="ph8106"/>
              <p:cNvSpPr/>
              <p:nvPr/>
            </p:nvSpPr>
            <p:spPr>
              <a:xfrm>
                <a:off x="205875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7" name="ph8107"/>
              <p:cNvSpPr/>
              <p:nvPr/>
            </p:nvSpPr>
            <p:spPr>
              <a:xfrm>
                <a:off x="20680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8" name="ph8108"/>
              <p:cNvSpPr/>
              <p:nvPr/>
            </p:nvSpPr>
            <p:spPr>
              <a:xfrm>
                <a:off x="20772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9" name="ph8109"/>
              <p:cNvSpPr/>
              <p:nvPr/>
            </p:nvSpPr>
            <p:spPr>
              <a:xfrm>
                <a:off x="20865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0" name="ph8110"/>
              <p:cNvSpPr/>
              <p:nvPr/>
            </p:nvSpPr>
            <p:spPr>
              <a:xfrm>
                <a:off x="20958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1" name="ph8111"/>
              <p:cNvSpPr/>
              <p:nvPr/>
            </p:nvSpPr>
            <p:spPr>
              <a:xfrm>
                <a:off x="210506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2" name="ph8112"/>
              <p:cNvSpPr/>
              <p:nvPr/>
            </p:nvSpPr>
            <p:spPr>
              <a:xfrm>
                <a:off x="21143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3" name="ph8113"/>
              <p:cNvSpPr/>
              <p:nvPr/>
            </p:nvSpPr>
            <p:spPr>
              <a:xfrm>
                <a:off x="21235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4" name="ph8114"/>
              <p:cNvSpPr/>
              <p:nvPr/>
            </p:nvSpPr>
            <p:spPr>
              <a:xfrm>
                <a:off x="21328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5" name="ph8115"/>
              <p:cNvSpPr/>
              <p:nvPr/>
            </p:nvSpPr>
            <p:spPr>
              <a:xfrm>
                <a:off x="214211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6" name="ph8116"/>
              <p:cNvSpPr/>
              <p:nvPr/>
            </p:nvSpPr>
            <p:spPr>
              <a:xfrm>
                <a:off x="21513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7" name="ph8117"/>
              <p:cNvSpPr/>
              <p:nvPr/>
            </p:nvSpPr>
            <p:spPr>
              <a:xfrm>
                <a:off x="21606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8" name="ph8118"/>
              <p:cNvSpPr/>
              <p:nvPr/>
            </p:nvSpPr>
            <p:spPr>
              <a:xfrm>
                <a:off x="21699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9" name="ph8119"/>
              <p:cNvSpPr/>
              <p:nvPr/>
            </p:nvSpPr>
            <p:spPr>
              <a:xfrm>
                <a:off x="21791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0" name="ph8120"/>
              <p:cNvSpPr/>
              <p:nvPr/>
            </p:nvSpPr>
            <p:spPr>
              <a:xfrm>
                <a:off x="2188426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1" name="ph8121"/>
              <p:cNvSpPr/>
              <p:nvPr/>
            </p:nvSpPr>
            <p:spPr>
              <a:xfrm>
                <a:off x="21976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2" name="ph8122"/>
              <p:cNvSpPr/>
              <p:nvPr/>
            </p:nvSpPr>
            <p:spPr>
              <a:xfrm>
                <a:off x="22069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3" name="ph8123"/>
              <p:cNvSpPr/>
              <p:nvPr/>
            </p:nvSpPr>
            <p:spPr>
              <a:xfrm>
                <a:off x="22162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4" name="ph8124"/>
              <p:cNvSpPr/>
              <p:nvPr/>
            </p:nvSpPr>
            <p:spPr>
              <a:xfrm>
                <a:off x="2225475" y="1033333"/>
                <a:ext cx="9227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36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5871" y="897161"/>
                    </a:lnTo>
                    <a:lnTo>
                      <a:pt x="916094" y="897642"/>
                    </a:lnTo>
                    <a:lnTo>
                      <a:pt x="919658" y="906176"/>
                    </a:lnTo>
                    <a:lnTo>
                      <a:pt x="922736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5" name="ph8125"/>
              <p:cNvSpPr/>
              <p:nvPr/>
            </p:nvSpPr>
            <p:spPr>
              <a:xfrm>
                <a:off x="3336941" y="1016094"/>
                <a:ext cx="914400" cy="92120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01">
                    <a:moveTo>
                      <a:pt x="914400" y="914400"/>
                    </a:moveTo>
                    <a:lnTo>
                      <a:pt x="914323" y="921201"/>
                    </a:lnTo>
                    <a:lnTo>
                      <a:pt x="913077" y="919922"/>
                    </a:lnTo>
                    <a:lnTo>
                      <a:pt x="911831" y="918644"/>
                    </a:lnTo>
                    <a:lnTo>
                      <a:pt x="910584" y="917365"/>
                    </a:lnTo>
                    <a:lnTo>
                      <a:pt x="909337" y="916086"/>
                    </a:lnTo>
                    <a:lnTo>
                      <a:pt x="908090" y="914808"/>
                    </a:lnTo>
                    <a:lnTo>
                      <a:pt x="907692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6" name="ph8126"/>
              <p:cNvSpPr/>
              <p:nvPr/>
            </p:nvSpPr>
            <p:spPr>
              <a:xfrm>
                <a:off x="3336941" y="1016094"/>
                <a:ext cx="923662" cy="93038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038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0388"/>
                    </a:lnTo>
                    <a:lnTo>
                      <a:pt x="923144" y="929949"/>
                    </a:lnTo>
                    <a:lnTo>
                      <a:pt x="918066" y="925045"/>
                    </a:lnTo>
                    <a:lnTo>
                      <a:pt x="916814" y="923759"/>
                    </a:lnTo>
                    <a:lnTo>
                      <a:pt x="915569" y="922480"/>
                    </a:lnTo>
                    <a:lnTo>
                      <a:pt x="914400" y="92128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7" name="ph8127"/>
              <p:cNvSpPr/>
              <p:nvPr/>
            </p:nvSpPr>
            <p:spPr>
              <a:xfrm>
                <a:off x="33462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75" y="931638"/>
                    </a:lnTo>
                    <a:lnTo>
                      <a:pt x="914400" y="93038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8" name="ph8128"/>
              <p:cNvSpPr/>
              <p:nvPr/>
            </p:nvSpPr>
            <p:spPr>
              <a:xfrm>
                <a:off x="33554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9" name="ph8129"/>
              <p:cNvSpPr/>
              <p:nvPr/>
            </p:nvSpPr>
            <p:spPr>
              <a:xfrm>
                <a:off x="33647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0" name="ph8130"/>
              <p:cNvSpPr/>
              <p:nvPr/>
            </p:nvSpPr>
            <p:spPr>
              <a:xfrm>
                <a:off x="337399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1" name="ph8131"/>
              <p:cNvSpPr/>
              <p:nvPr/>
            </p:nvSpPr>
            <p:spPr>
              <a:xfrm>
                <a:off x="338325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2" name="ph8132"/>
              <p:cNvSpPr/>
              <p:nvPr/>
            </p:nvSpPr>
            <p:spPr>
              <a:xfrm>
                <a:off x="339251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3" name="ph8133"/>
              <p:cNvSpPr/>
              <p:nvPr/>
            </p:nvSpPr>
            <p:spPr>
              <a:xfrm>
                <a:off x="340177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4" name="ph8134"/>
              <p:cNvSpPr/>
              <p:nvPr/>
            </p:nvSpPr>
            <p:spPr>
              <a:xfrm>
                <a:off x="341103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5" name="ph8135"/>
              <p:cNvSpPr/>
              <p:nvPr/>
            </p:nvSpPr>
            <p:spPr>
              <a:xfrm>
                <a:off x="342030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6" name="ph8136"/>
              <p:cNvSpPr/>
              <p:nvPr/>
            </p:nvSpPr>
            <p:spPr>
              <a:xfrm>
                <a:off x="342956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7" name="ph8137"/>
              <p:cNvSpPr/>
              <p:nvPr/>
            </p:nvSpPr>
            <p:spPr>
              <a:xfrm>
                <a:off x="343882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8" name="ph8138"/>
              <p:cNvSpPr/>
              <p:nvPr/>
            </p:nvSpPr>
            <p:spPr>
              <a:xfrm>
                <a:off x="344808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9" name="ph8139"/>
              <p:cNvSpPr/>
              <p:nvPr/>
            </p:nvSpPr>
            <p:spPr>
              <a:xfrm>
                <a:off x="345735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0" name="ph8140"/>
              <p:cNvSpPr/>
              <p:nvPr/>
            </p:nvSpPr>
            <p:spPr>
              <a:xfrm>
                <a:off x="346661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1" name="ph8141"/>
              <p:cNvSpPr/>
              <p:nvPr/>
            </p:nvSpPr>
            <p:spPr>
              <a:xfrm>
                <a:off x="347587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2" name="ph8142"/>
              <p:cNvSpPr/>
              <p:nvPr/>
            </p:nvSpPr>
            <p:spPr>
              <a:xfrm>
                <a:off x="348513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3" name="ph8143"/>
              <p:cNvSpPr/>
              <p:nvPr/>
            </p:nvSpPr>
            <p:spPr>
              <a:xfrm>
                <a:off x="349439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4" name="ph8144"/>
              <p:cNvSpPr/>
              <p:nvPr/>
            </p:nvSpPr>
            <p:spPr>
              <a:xfrm>
                <a:off x="350366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5" name="ph8145"/>
              <p:cNvSpPr/>
              <p:nvPr/>
            </p:nvSpPr>
            <p:spPr>
              <a:xfrm>
                <a:off x="351292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6" name="ph8146"/>
              <p:cNvSpPr/>
              <p:nvPr/>
            </p:nvSpPr>
            <p:spPr>
              <a:xfrm>
                <a:off x="352218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7" name="ph8147"/>
              <p:cNvSpPr/>
              <p:nvPr/>
            </p:nvSpPr>
            <p:spPr>
              <a:xfrm>
                <a:off x="353144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8" name="ph8148"/>
              <p:cNvSpPr/>
              <p:nvPr/>
            </p:nvSpPr>
            <p:spPr>
              <a:xfrm>
                <a:off x="354071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9" name="ph8149"/>
              <p:cNvSpPr/>
              <p:nvPr/>
            </p:nvSpPr>
            <p:spPr>
              <a:xfrm>
                <a:off x="354997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0" name="ph8150"/>
              <p:cNvSpPr/>
              <p:nvPr/>
            </p:nvSpPr>
            <p:spPr>
              <a:xfrm>
                <a:off x="355923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1" name="ph8151"/>
              <p:cNvSpPr/>
              <p:nvPr/>
            </p:nvSpPr>
            <p:spPr>
              <a:xfrm>
                <a:off x="356849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2" name="ph8152"/>
              <p:cNvSpPr/>
              <p:nvPr/>
            </p:nvSpPr>
            <p:spPr>
              <a:xfrm>
                <a:off x="357775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3" name="ph8153"/>
              <p:cNvSpPr/>
              <p:nvPr/>
            </p:nvSpPr>
            <p:spPr>
              <a:xfrm>
                <a:off x="358702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4" name="ph8154"/>
              <p:cNvSpPr/>
              <p:nvPr/>
            </p:nvSpPr>
            <p:spPr>
              <a:xfrm>
                <a:off x="359628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5" name="ph8155"/>
              <p:cNvSpPr/>
              <p:nvPr/>
            </p:nvSpPr>
            <p:spPr>
              <a:xfrm>
                <a:off x="360554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6" name="ph8156"/>
              <p:cNvSpPr/>
              <p:nvPr/>
            </p:nvSpPr>
            <p:spPr>
              <a:xfrm>
                <a:off x="361480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7" name="ph8157"/>
              <p:cNvSpPr/>
              <p:nvPr/>
            </p:nvSpPr>
            <p:spPr>
              <a:xfrm>
                <a:off x="362407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8" name="ph8158"/>
              <p:cNvSpPr/>
              <p:nvPr/>
            </p:nvSpPr>
            <p:spPr>
              <a:xfrm>
                <a:off x="363333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9" name="ph8159"/>
              <p:cNvSpPr/>
              <p:nvPr/>
            </p:nvSpPr>
            <p:spPr>
              <a:xfrm>
                <a:off x="364259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0" name="ph8160"/>
              <p:cNvSpPr/>
              <p:nvPr/>
            </p:nvSpPr>
            <p:spPr>
              <a:xfrm>
                <a:off x="365185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1" name="ph8161"/>
              <p:cNvSpPr/>
              <p:nvPr/>
            </p:nvSpPr>
            <p:spPr>
              <a:xfrm>
                <a:off x="366111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2" name="ph8162"/>
              <p:cNvSpPr/>
              <p:nvPr/>
            </p:nvSpPr>
            <p:spPr>
              <a:xfrm>
                <a:off x="367038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3" name="ph8163"/>
              <p:cNvSpPr/>
              <p:nvPr/>
            </p:nvSpPr>
            <p:spPr>
              <a:xfrm>
                <a:off x="367964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4" name="ph8164"/>
              <p:cNvSpPr/>
              <p:nvPr/>
            </p:nvSpPr>
            <p:spPr>
              <a:xfrm>
                <a:off x="368890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5" name="ph8165"/>
              <p:cNvSpPr/>
              <p:nvPr/>
            </p:nvSpPr>
            <p:spPr>
              <a:xfrm>
                <a:off x="369816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6" name="ph8166"/>
              <p:cNvSpPr/>
              <p:nvPr/>
            </p:nvSpPr>
            <p:spPr>
              <a:xfrm>
                <a:off x="3707430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7" name="ph8167"/>
              <p:cNvSpPr/>
              <p:nvPr/>
            </p:nvSpPr>
            <p:spPr>
              <a:xfrm>
                <a:off x="3716692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8" name="ph8168"/>
              <p:cNvSpPr/>
              <p:nvPr/>
            </p:nvSpPr>
            <p:spPr>
              <a:xfrm>
                <a:off x="3725954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9" name="ph8169"/>
              <p:cNvSpPr/>
              <p:nvPr/>
            </p:nvSpPr>
            <p:spPr>
              <a:xfrm>
                <a:off x="3735217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0" name="ph8170"/>
              <p:cNvSpPr/>
              <p:nvPr/>
            </p:nvSpPr>
            <p:spPr>
              <a:xfrm>
                <a:off x="3744479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1" name="ph8171"/>
              <p:cNvSpPr/>
              <p:nvPr/>
            </p:nvSpPr>
            <p:spPr>
              <a:xfrm>
                <a:off x="3753741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2" name="ph8172"/>
              <p:cNvSpPr/>
              <p:nvPr/>
            </p:nvSpPr>
            <p:spPr>
              <a:xfrm>
                <a:off x="3763003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3" name="ph8173"/>
              <p:cNvSpPr/>
              <p:nvPr/>
            </p:nvSpPr>
            <p:spPr>
              <a:xfrm>
                <a:off x="3772265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4" name="ph8174"/>
              <p:cNvSpPr/>
              <p:nvPr/>
            </p:nvSpPr>
            <p:spPr>
              <a:xfrm>
                <a:off x="3781528" y="10160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5" name="ph8175"/>
              <p:cNvSpPr/>
              <p:nvPr/>
            </p:nvSpPr>
            <p:spPr>
              <a:xfrm>
                <a:off x="3790790" y="1033333"/>
                <a:ext cx="9193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369" h="914400">
                    <a:moveTo>
                      <a:pt x="914400" y="914400"/>
                    </a:moveTo>
                    <a:lnTo>
                      <a:pt x="914400" y="897161"/>
                    </a:lnTo>
                    <a:lnTo>
                      <a:pt x="914749" y="897161"/>
                    </a:lnTo>
                    <a:lnTo>
                      <a:pt x="914785" y="897295"/>
                    </a:lnTo>
                    <a:lnTo>
                      <a:pt x="914869" y="897608"/>
                    </a:lnTo>
                    <a:lnTo>
                      <a:pt x="914953" y="897920"/>
                    </a:lnTo>
                    <a:lnTo>
                      <a:pt x="915037" y="898233"/>
                    </a:lnTo>
                    <a:lnTo>
                      <a:pt x="915121" y="898545"/>
                    </a:lnTo>
                    <a:lnTo>
                      <a:pt x="915205" y="898858"/>
                    </a:lnTo>
                    <a:lnTo>
                      <a:pt x="915288" y="899170"/>
                    </a:lnTo>
                    <a:lnTo>
                      <a:pt x="915372" y="899483"/>
                    </a:lnTo>
                    <a:lnTo>
                      <a:pt x="915456" y="899795"/>
                    </a:lnTo>
                    <a:lnTo>
                      <a:pt x="915540" y="900108"/>
                    </a:lnTo>
                    <a:lnTo>
                      <a:pt x="915624" y="900421"/>
                    </a:lnTo>
                    <a:lnTo>
                      <a:pt x="915708" y="900733"/>
                    </a:lnTo>
                    <a:lnTo>
                      <a:pt x="915791" y="901046"/>
                    </a:lnTo>
                    <a:lnTo>
                      <a:pt x="915875" y="901358"/>
                    </a:lnTo>
                    <a:lnTo>
                      <a:pt x="915959" y="901671"/>
                    </a:lnTo>
                    <a:lnTo>
                      <a:pt x="916043" y="901983"/>
                    </a:lnTo>
                    <a:lnTo>
                      <a:pt x="916127" y="902296"/>
                    </a:lnTo>
                    <a:lnTo>
                      <a:pt x="916211" y="902608"/>
                    </a:lnTo>
                    <a:lnTo>
                      <a:pt x="916294" y="902921"/>
                    </a:lnTo>
                    <a:lnTo>
                      <a:pt x="916378" y="903233"/>
                    </a:lnTo>
                    <a:lnTo>
                      <a:pt x="916462" y="903546"/>
                    </a:lnTo>
                    <a:lnTo>
                      <a:pt x="916546" y="903858"/>
                    </a:lnTo>
                    <a:lnTo>
                      <a:pt x="916630" y="904171"/>
                    </a:lnTo>
                    <a:lnTo>
                      <a:pt x="916713" y="904483"/>
                    </a:lnTo>
                    <a:lnTo>
                      <a:pt x="916797" y="904796"/>
                    </a:lnTo>
                    <a:lnTo>
                      <a:pt x="916881" y="905108"/>
                    </a:lnTo>
                    <a:lnTo>
                      <a:pt x="916965" y="905421"/>
                    </a:lnTo>
                    <a:lnTo>
                      <a:pt x="917048" y="905733"/>
                    </a:lnTo>
                    <a:lnTo>
                      <a:pt x="917132" y="906046"/>
                    </a:lnTo>
                    <a:lnTo>
                      <a:pt x="917216" y="906359"/>
                    </a:lnTo>
                    <a:lnTo>
                      <a:pt x="917300" y="906671"/>
                    </a:lnTo>
                    <a:lnTo>
                      <a:pt x="917383" y="906984"/>
                    </a:lnTo>
                    <a:lnTo>
                      <a:pt x="917467" y="907296"/>
                    </a:lnTo>
                    <a:lnTo>
                      <a:pt x="917551" y="907609"/>
                    </a:lnTo>
                    <a:lnTo>
                      <a:pt x="917635" y="907921"/>
                    </a:lnTo>
                    <a:lnTo>
                      <a:pt x="917718" y="908234"/>
                    </a:lnTo>
                    <a:lnTo>
                      <a:pt x="917802" y="908546"/>
                    </a:lnTo>
                    <a:lnTo>
                      <a:pt x="917886" y="908859"/>
                    </a:lnTo>
                    <a:lnTo>
                      <a:pt x="917970" y="909171"/>
                    </a:lnTo>
                    <a:lnTo>
                      <a:pt x="918053" y="909484"/>
                    </a:lnTo>
                    <a:lnTo>
                      <a:pt x="918137" y="909796"/>
                    </a:lnTo>
                    <a:lnTo>
                      <a:pt x="918221" y="910109"/>
                    </a:lnTo>
                    <a:lnTo>
                      <a:pt x="918304" y="910421"/>
                    </a:lnTo>
                    <a:lnTo>
                      <a:pt x="918388" y="910734"/>
                    </a:lnTo>
                    <a:lnTo>
                      <a:pt x="918472" y="911047"/>
                    </a:lnTo>
                    <a:lnTo>
                      <a:pt x="918555" y="911359"/>
                    </a:lnTo>
                    <a:lnTo>
                      <a:pt x="918639" y="911672"/>
                    </a:lnTo>
                    <a:lnTo>
                      <a:pt x="918723" y="911984"/>
                    </a:lnTo>
                    <a:lnTo>
                      <a:pt x="918806" y="912297"/>
                    </a:lnTo>
                    <a:lnTo>
                      <a:pt x="918890" y="912609"/>
                    </a:lnTo>
                    <a:lnTo>
                      <a:pt x="918974" y="912922"/>
                    </a:lnTo>
                    <a:lnTo>
                      <a:pt x="919057" y="913234"/>
                    </a:lnTo>
                    <a:lnTo>
                      <a:pt x="919141" y="913547"/>
                    </a:lnTo>
                    <a:lnTo>
                      <a:pt x="919225" y="913859"/>
                    </a:lnTo>
                    <a:lnTo>
                      <a:pt x="919308" y="914172"/>
                    </a:lnTo>
                    <a:lnTo>
                      <a:pt x="919369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6" name="ph8176"/>
              <p:cNvSpPr/>
              <p:nvPr/>
            </p:nvSpPr>
            <p:spPr>
              <a:xfrm>
                <a:off x="205875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21" y="914400"/>
                    </a:lnTo>
                    <a:lnTo>
                      <a:pt x="911179" y="914071"/>
                    </a:lnTo>
                    <a:lnTo>
                      <a:pt x="911360" y="913695"/>
                    </a:lnTo>
                    <a:lnTo>
                      <a:pt x="911540" y="913319"/>
                    </a:lnTo>
                    <a:lnTo>
                      <a:pt x="911721" y="912943"/>
                    </a:lnTo>
                    <a:lnTo>
                      <a:pt x="911902" y="912568"/>
                    </a:lnTo>
                    <a:lnTo>
                      <a:pt x="912082" y="912192"/>
                    </a:lnTo>
                    <a:lnTo>
                      <a:pt x="912263" y="911816"/>
                    </a:lnTo>
                    <a:lnTo>
                      <a:pt x="912444" y="911440"/>
                    </a:lnTo>
                    <a:lnTo>
                      <a:pt x="912624" y="911065"/>
                    </a:lnTo>
                    <a:lnTo>
                      <a:pt x="912805" y="910689"/>
                    </a:lnTo>
                    <a:lnTo>
                      <a:pt x="912986" y="910313"/>
                    </a:lnTo>
                    <a:lnTo>
                      <a:pt x="913166" y="909938"/>
                    </a:lnTo>
                    <a:lnTo>
                      <a:pt x="913347" y="909562"/>
                    </a:lnTo>
                    <a:lnTo>
                      <a:pt x="913528" y="909186"/>
                    </a:lnTo>
                    <a:lnTo>
                      <a:pt x="913709" y="908810"/>
                    </a:lnTo>
                    <a:lnTo>
                      <a:pt x="913889" y="908435"/>
                    </a:lnTo>
                    <a:lnTo>
                      <a:pt x="914070" y="908059"/>
                    </a:lnTo>
                    <a:lnTo>
                      <a:pt x="914400" y="90740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7" name="ph8177"/>
              <p:cNvSpPr/>
              <p:nvPr/>
            </p:nvSpPr>
            <p:spPr>
              <a:xfrm>
                <a:off x="2068017" y="9988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648"/>
                    </a:lnTo>
                    <a:lnTo>
                      <a:pt x="908794" y="917437"/>
                    </a:lnTo>
                    <a:lnTo>
                      <a:pt x="910503" y="91439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8" name="ph8178"/>
              <p:cNvSpPr/>
              <p:nvPr/>
            </p:nvSpPr>
            <p:spPr>
              <a:xfrm>
                <a:off x="20680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9" name="ph8179"/>
              <p:cNvSpPr/>
              <p:nvPr/>
            </p:nvSpPr>
            <p:spPr>
              <a:xfrm>
                <a:off x="20772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0" name="ph8180"/>
              <p:cNvSpPr/>
              <p:nvPr/>
            </p:nvSpPr>
            <p:spPr>
              <a:xfrm>
                <a:off x="20865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1" name="ph8181"/>
              <p:cNvSpPr/>
              <p:nvPr/>
            </p:nvSpPr>
            <p:spPr>
              <a:xfrm>
                <a:off x="20958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2" name="ph8182"/>
              <p:cNvSpPr/>
              <p:nvPr/>
            </p:nvSpPr>
            <p:spPr>
              <a:xfrm>
                <a:off x="210506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3" name="ph8183"/>
              <p:cNvSpPr/>
              <p:nvPr/>
            </p:nvSpPr>
            <p:spPr>
              <a:xfrm>
                <a:off x="21143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4" name="ph8184"/>
              <p:cNvSpPr/>
              <p:nvPr/>
            </p:nvSpPr>
            <p:spPr>
              <a:xfrm>
                <a:off x="21235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5" name="ph8185"/>
              <p:cNvSpPr/>
              <p:nvPr/>
            </p:nvSpPr>
            <p:spPr>
              <a:xfrm>
                <a:off x="21328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6" name="ph8186"/>
              <p:cNvSpPr/>
              <p:nvPr/>
            </p:nvSpPr>
            <p:spPr>
              <a:xfrm>
                <a:off x="214211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7" name="ph8187"/>
              <p:cNvSpPr/>
              <p:nvPr/>
            </p:nvSpPr>
            <p:spPr>
              <a:xfrm>
                <a:off x="21513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8" name="ph8188"/>
              <p:cNvSpPr/>
              <p:nvPr/>
            </p:nvSpPr>
            <p:spPr>
              <a:xfrm>
                <a:off x="21606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9" name="ph8189"/>
              <p:cNvSpPr/>
              <p:nvPr/>
            </p:nvSpPr>
            <p:spPr>
              <a:xfrm>
                <a:off x="21699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0" name="ph8190"/>
              <p:cNvSpPr/>
              <p:nvPr/>
            </p:nvSpPr>
            <p:spPr>
              <a:xfrm>
                <a:off x="21791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1" name="ph8191"/>
              <p:cNvSpPr/>
              <p:nvPr/>
            </p:nvSpPr>
            <p:spPr>
              <a:xfrm>
                <a:off x="2188426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2" name="ph8192"/>
              <p:cNvSpPr/>
              <p:nvPr/>
            </p:nvSpPr>
            <p:spPr>
              <a:xfrm>
                <a:off x="21976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3" name="ph8193"/>
              <p:cNvSpPr/>
              <p:nvPr/>
            </p:nvSpPr>
            <p:spPr>
              <a:xfrm>
                <a:off x="22069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4" name="ph8194"/>
              <p:cNvSpPr/>
              <p:nvPr/>
            </p:nvSpPr>
            <p:spPr>
              <a:xfrm>
                <a:off x="2225475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271" y="897161"/>
                    </a:lnTo>
                    <a:lnTo>
                      <a:pt x="908273" y="898910"/>
                    </a:lnTo>
                    <a:lnTo>
                      <a:pt x="912295" y="906705"/>
                    </a:lnTo>
                    <a:lnTo>
                      <a:pt x="914400" y="911233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5" name="ph8195"/>
              <p:cNvSpPr/>
              <p:nvPr/>
            </p:nvSpPr>
            <p:spPr>
              <a:xfrm>
                <a:off x="2225475" y="1016094"/>
                <a:ext cx="91587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71" h="914400">
                    <a:moveTo>
                      <a:pt x="914400" y="914400"/>
                    </a:moveTo>
                    <a:lnTo>
                      <a:pt x="914400" y="911233"/>
                    </a:lnTo>
                    <a:lnTo>
                      <a:pt x="915871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6" name="ph8196"/>
              <p:cNvSpPr/>
              <p:nvPr/>
            </p:nvSpPr>
            <p:spPr>
              <a:xfrm>
                <a:off x="3318417" y="998856"/>
                <a:ext cx="914400" cy="9194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406">
                    <a:moveTo>
                      <a:pt x="914400" y="914399"/>
                    </a:moveTo>
                    <a:lnTo>
                      <a:pt x="914400" y="919406"/>
                    </a:lnTo>
                    <a:lnTo>
                      <a:pt x="911696" y="916472"/>
                    </a:lnTo>
                    <a:lnTo>
                      <a:pt x="909994" y="91439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7" name="ph8197"/>
              <p:cNvSpPr/>
              <p:nvPr/>
            </p:nvSpPr>
            <p:spPr>
              <a:xfrm>
                <a:off x="3318417" y="998856"/>
                <a:ext cx="923662" cy="929021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29021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29021"/>
                    </a:lnTo>
                    <a:lnTo>
                      <a:pt x="922871" y="928212"/>
                    </a:lnTo>
                    <a:lnTo>
                      <a:pt x="921623" y="926934"/>
                    </a:lnTo>
                    <a:lnTo>
                      <a:pt x="920375" y="925656"/>
                    </a:lnTo>
                    <a:lnTo>
                      <a:pt x="919126" y="924379"/>
                    </a:lnTo>
                    <a:lnTo>
                      <a:pt x="917876" y="923101"/>
                    </a:lnTo>
                    <a:lnTo>
                      <a:pt x="916620" y="921817"/>
                    </a:lnTo>
                    <a:lnTo>
                      <a:pt x="914400" y="919406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8" name="ph8198"/>
              <p:cNvSpPr/>
              <p:nvPr/>
            </p:nvSpPr>
            <p:spPr>
              <a:xfrm>
                <a:off x="33276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954" y="931638"/>
                    </a:lnTo>
                    <a:lnTo>
                      <a:pt x="916105" y="930768"/>
                    </a:lnTo>
                    <a:lnTo>
                      <a:pt x="914857" y="929490"/>
                    </a:lnTo>
                    <a:lnTo>
                      <a:pt x="914400" y="929021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9" name="ph8199"/>
              <p:cNvSpPr/>
              <p:nvPr/>
            </p:nvSpPr>
            <p:spPr>
              <a:xfrm>
                <a:off x="33369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0" name="ph8200"/>
              <p:cNvSpPr/>
              <p:nvPr/>
            </p:nvSpPr>
            <p:spPr>
              <a:xfrm>
                <a:off x="33462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1" name="ph8201"/>
              <p:cNvSpPr/>
              <p:nvPr/>
            </p:nvSpPr>
            <p:spPr>
              <a:xfrm>
                <a:off x="33554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2" name="ph8202"/>
              <p:cNvSpPr/>
              <p:nvPr/>
            </p:nvSpPr>
            <p:spPr>
              <a:xfrm>
                <a:off x="336472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3" name="ph8203"/>
              <p:cNvSpPr/>
              <p:nvPr/>
            </p:nvSpPr>
            <p:spPr>
              <a:xfrm>
                <a:off x="337399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4" name="ph8204"/>
              <p:cNvSpPr/>
              <p:nvPr/>
            </p:nvSpPr>
            <p:spPr>
              <a:xfrm>
                <a:off x="338325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5" name="ph8205"/>
              <p:cNvSpPr/>
              <p:nvPr/>
            </p:nvSpPr>
            <p:spPr>
              <a:xfrm>
                <a:off x="339251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6" name="ph8206"/>
              <p:cNvSpPr/>
              <p:nvPr/>
            </p:nvSpPr>
            <p:spPr>
              <a:xfrm>
                <a:off x="340177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7" name="ph8207"/>
              <p:cNvSpPr/>
              <p:nvPr/>
            </p:nvSpPr>
            <p:spPr>
              <a:xfrm>
                <a:off x="341103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8" name="ph8208"/>
              <p:cNvSpPr/>
              <p:nvPr/>
            </p:nvSpPr>
            <p:spPr>
              <a:xfrm>
                <a:off x="342030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9" name="ph8209"/>
              <p:cNvSpPr/>
              <p:nvPr/>
            </p:nvSpPr>
            <p:spPr>
              <a:xfrm>
                <a:off x="342956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0" name="ph8210"/>
              <p:cNvSpPr/>
              <p:nvPr/>
            </p:nvSpPr>
            <p:spPr>
              <a:xfrm>
                <a:off x="343882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1" name="ph8211"/>
              <p:cNvSpPr/>
              <p:nvPr/>
            </p:nvSpPr>
            <p:spPr>
              <a:xfrm>
                <a:off x="344808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2" name="ph8212"/>
              <p:cNvSpPr/>
              <p:nvPr/>
            </p:nvSpPr>
            <p:spPr>
              <a:xfrm>
                <a:off x="345735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3" name="ph8213"/>
              <p:cNvSpPr/>
              <p:nvPr/>
            </p:nvSpPr>
            <p:spPr>
              <a:xfrm>
                <a:off x="346661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4" name="ph8214"/>
              <p:cNvSpPr/>
              <p:nvPr/>
            </p:nvSpPr>
            <p:spPr>
              <a:xfrm>
                <a:off x="347587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5" name="ph8215"/>
              <p:cNvSpPr/>
              <p:nvPr/>
            </p:nvSpPr>
            <p:spPr>
              <a:xfrm>
                <a:off x="348513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6" name="ph8216"/>
              <p:cNvSpPr/>
              <p:nvPr/>
            </p:nvSpPr>
            <p:spPr>
              <a:xfrm>
                <a:off x="349439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7" name="ph8217"/>
              <p:cNvSpPr/>
              <p:nvPr/>
            </p:nvSpPr>
            <p:spPr>
              <a:xfrm>
                <a:off x="350366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8" name="ph8218"/>
              <p:cNvSpPr/>
              <p:nvPr/>
            </p:nvSpPr>
            <p:spPr>
              <a:xfrm>
                <a:off x="351292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9" name="ph8219"/>
              <p:cNvSpPr/>
              <p:nvPr/>
            </p:nvSpPr>
            <p:spPr>
              <a:xfrm>
                <a:off x="352218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0" name="ph8220"/>
              <p:cNvSpPr/>
              <p:nvPr/>
            </p:nvSpPr>
            <p:spPr>
              <a:xfrm>
                <a:off x="353144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1" name="ph8221"/>
              <p:cNvSpPr/>
              <p:nvPr/>
            </p:nvSpPr>
            <p:spPr>
              <a:xfrm>
                <a:off x="354071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2" name="ph8222"/>
              <p:cNvSpPr/>
              <p:nvPr/>
            </p:nvSpPr>
            <p:spPr>
              <a:xfrm>
                <a:off x="354997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3" name="ph8223"/>
              <p:cNvSpPr/>
              <p:nvPr/>
            </p:nvSpPr>
            <p:spPr>
              <a:xfrm>
                <a:off x="355923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4" name="ph8224"/>
              <p:cNvSpPr/>
              <p:nvPr/>
            </p:nvSpPr>
            <p:spPr>
              <a:xfrm>
                <a:off x="356849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5" name="ph8225"/>
              <p:cNvSpPr/>
              <p:nvPr/>
            </p:nvSpPr>
            <p:spPr>
              <a:xfrm>
                <a:off x="357775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6" name="ph8226"/>
              <p:cNvSpPr/>
              <p:nvPr/>
            </p:nvSpPr>
            <p:spPr>
              <a:xfrm>
                <a:off x="358702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7" name="ph8227"/>
              <p:cNvSpPr/>
              <p:nvPr/>
            </p:nvSpPr>
            <p:spPr>
              <a:xfrm>
                <a:off x="359628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8" name="ph8228"/>
              <p:cNvSpPr/>
              <p:nvPr/>
            </p:nvSpPr>
            <p:spPr>
              <a:xfrm>
                <a:off x="360554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9" name="ph8229"/>
              <p:cNvSpPr/>
              <p:nvPr/>
            </p:nvSpPr>
            <p:spPr>
              <a:xfrm>
                <a:off x="361480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0" name="ph8230"/>
              <p:cNvSpPr/>
              <p:nvPr/>
            </p:nvSpPr>
            <p:spPr>
              <a:xfrm>
                <a:off x="362407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1" name="ph8231"/>
              <p:cNvSpPr/>
              <p:nvPr/>
            </p:nvSpPr>
            <p:spPr>
              <a:xfrm>
                <a:off x="363333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2" name="ph8232"/>
              <p:cNvSpPr/>
              <p:nvPr/>
            </p:nvSpPr>
            <p:spPr>
              <a:xfrm>
                <a:off x="364259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3" name="ph8233"/>
              <p:cNvSpPr/>
              <p:nvPr/>
            </p:nvSpPr>
            <p:spPr>
              <a:xfrm>
                <a:off x="365185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4" name="ph8234"/>
              <p:cNvSpPr/>
              <p:nvPr/>
            </p:nvSpPr>
            <p:spPr>
              <a:xfrm>
                <a:off x="366111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5" name="ph8235"/>
              <p:cNvSpPr/>
              <p:nvPr/>
            </p:nvSpPr>
            <p:spPr>
              <a:xfrm>
                <a:off x="367038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6" name="ph8236"/>
              <p:cNvSpPr/>
              <p:nvPr/>
            </p:nvSpPr>
            <p:spPr>
              <a:xfrm>
                <a:off x="367964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7" name="ph8237"/>
              <p:cNvSpPr/>
              <p:nvPr/>
            </p:nvSpPr>
            <p:spPr>
              <a:xfrm>
                <a:off x="368890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8" name="ph8238"/>
              <p:cNvSpPr/>
              <p:nvPr/>
            </p:nvSpPr>
            <p:spPr>
              <a:xfrm>
                <a:off x="3698168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9" name="ph8239"/>
              <p:cNvSpPr/>
              <p:nvPr/>
            </p:nvSpPr>
            <p:spPr>
              <a:xfrm>
                <a:off x="3707430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0" name="ph8240"/>
              <p:cNvSpPr/>
              <p:nvPr/>
            </p:nvSpPr>
            <p:spPr>
              <a:xfrm>
                <a:off x="3716692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1" name="ph8241"/>
              <p:cNvSpPr/>
              <p:nvPr/>
            </p:nvSpPr>
            <p:spPr>
              <a:xfrm>
                <a:off x="3725954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2" name="ph8242"/>
              <p:cNvSpPr/>
              <p:nvPr/>
            </p:nvSpPr>
            <p:spPr>
              <a:xfrm>
                <a:off x="3735217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3" name="ph8243"/>
              <p:cNvSpPr/>
              <p:nvPr/>
            </p:nvSpPr>
            <p:spPr>
              <a:xfrm>
                <a:off x="3744479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4" name="ph8244"/>
              <p:cNvSpPr/>
              <p:nvPr/>
            </p:nvSpPr>
            <p:spPr>
              <a:xfrm>
                <a:off x="3753741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5" name="ph8245"/>
              <p:cNvSpPr/>
              <p:nvPr/>
            </p:nvSpPr>
            <p:spPr>
              <a:xfrm>
                <a:off x="3763003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6" name="ph8246"/>
              <p:cNvSpPr/>
              <p:nvPr/>
            </p:nvSpPr>
            <p:spPr>
              <a:xfrm>
                <a:off x="3772265" y="9988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7" name="ph8247"/>
              <p:cNvSpPr/>
              <p:nvPr/>
            </p:nvSpPr>
            <p:spPr>
              <a:xfrm>
                <a:off x="3790790" y="1016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115" y="897161"/>
                    </a:lnTo>
                    <a:lnTo>
                      <a:pt x="910164" y="897345"/>
                    </a:lnTo>
                    <a:lnTo>
                      <a:pt x="910249" y="897658"/>
                    </a:lnTo>
                    <a:lnTo>
                      <a:pt x="910333" y="897970"/>
                    </a:lnTo>
                    <a:lnTo>
                      <a:pt x="910417" y="898283"/>
                    </a:lnTo>
                    <a:lnTo>
                      <a:pt x="910501" y="898595"/>
                    </a:lnTo>
                    <a:lnTo>
                      <a:pt x="910585" y="898908"/>
                    </a:lnTo>
                    <a:lnTo>
                      <a:pt x="910669" y="899220"/>
                    </a:lnTo>
                    <a:lnTo>
                      <a:pt x="910753" y="899533"/>
                    </a:lnTo>
                    <a:lnTo>
                      <a:pt x="910837" y="899845"/>
                    </a:lnTo>
                    <a:lnTo>
                      <a:pt x="910922" y="900158"/>
                    </a:lnTo>
                    <a:lnTo>
                      <a:pt x="911006" y="900470"/>
                    </a:lnTo>
                    <a:lnTo>
                      <a:pt x="911090" y="900783"/>
                    </a:lnTo>
                    <a:lnTo>
                      <a:pt x="911174" y="901095"/>
                    </a:lnTo>
                    <a:lnTo>
                      <a:pt x="911258" y="901408"/>
                    </a:lnTo>
                    <a:lnTo>
                      <a:pt x="911342" y="901721"/>
                    </a:lnTo>
                    <a:lnTo>
                      <a:pt x="911426" y="902033"/>
                    </a:lnTo>
                    <a:lnTo>
                      <a:pt x="911510" y="902346"/>
                    </a:lnTo>
                    <a:lnTo>
                      <a:pt x="911594" y="902658"/>
                    </a:lnTo>
                    <a:lnTo>
                      <a:pt x="911678" y="902971"/>
                    </a:lnTo>
                    <a:lnTo>
                      <a:pt x="911762" y="903283"/>
                    </a:lnTo>
                    <a:lnTo>
                      <a:pt x="911846" y="903596"/>
                    </a:lnTo>
                    <a:lnTo>
                      <a:pt x="911930" y="903908"/>
                    </a:lnTo>
                    <a:lnTo>
                      <a:pt x="912014" y="904221"/>
                    </a:lnTo>
                    <a:lnTo>
                      <a:pt x="912098" y="904533"/>
                    </a:lnTo>
                    <a:lnTo>
                      <a:pt x="912182" y="904846"/>
                    </a:lnTo>
                    <a:lnTo>
                      <a:pt x="912267" y="905158"/>
                    </a:lnTo>
                    <a:lnTo>
                      <a:pt x="912351" y="905471"/>
                    </a:lnTo>
                    <a:lnTo>
                      <a:pt x="912435" y="905783"/>
                    </a:lnTo>
                    <a:lnTo>
                      <a:pt x="912519" y="906096"/>
                    </a:lnTo>
                    <a:lnTo>
                      <a:pt x="912603" y="906408"/>
                    </a:lnTo>
                    <a:lnTo>
                      <a:pt x="912687" y="906721"/>
                    </a:lnTo>
                    <a:lnTo>
                      <a:pt x="912771" y="907033"/>
                    </a:lnTo>
                    <a:lnTo>
                      <a:pt x="912855" y="907346"/>
                    </a:lnTo>
                    <a:lnTo>
                      <a:pt x="912939" y="907658"/>
                    </a:lnTo>
                    <a:lnTo>
                      <a:pt x="913023" y="907971"/>
                    </a:lnTo>
                    <a:lnTo>
                      <a:pt x="913107" y="908283"/>
                    </a:lnTo>
                    <a:lnTo>
                      <a:pt x="913190" y="908596"/>
                    </a:lnTo>
                    <a:lnTo>
                      <a:pt x="913274" y="908908"/>
                    </a:lnTo>
                    <a:lnTo>
                      <a:pt x="913358" y="909221"/>
                    </a:lnTo>
                    <a:lnTo>
                      <a:pt x="913442" y="909533"/>
                    </a:lnTo>
                    <a:lnTo>
                      <a:pt x="913526" y="909846"/>
                    </a:lnTo>
                    <a:lnTo>
                      <a:pt x="913610" y="910158"/>
                    </a:lnTo>
                    <a:lnTo>
                      <a:pt x="913694" y="910471"/>
                    </a:lnTo>
                    <a:lnTo>
                      <a:pt x="913778" y="910783"/>
                    </a:lnTo>
                    <a:lnTo>
                      <a:pt x="913862" y="911096"/>
                    </a:lnTo>
                    <a:lnTo>
                      <a:pt x="913946" y="911409"/>
                    </a:lnTo>
                    <a:lnTo>
                      <a:pt x="914030" y="911721"/>
                    </a:lnTo>
                    <a:lnTo>
                      <a:pt x="914114" y="912034"/>
                    </a:lnTo>
                    <a:lnTo>
                      <a:pt x="914198" y="912346"/>
                    </a:lnTo>
                    <a:lnTo>
                      <a:pt x="914282" y="912659"/>
                    </a:lnTo>
                    <a:lnTo>
                      <a:pt x="914400" y="913097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8" name="ph8248"/>
              <p:cNvSpPr/>
              <p:nvPr/>
            </p:nvSpPr>
            <p:spPr>
              <a:xfrm>
                <a:off x="3790790" y="1016094"/>
                <a:ext cx="9147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9" h="914400">
                    <a:moveTo>
                      <a:pt x="914400" y="914400"/>
                    </a:moveTo>
                    <a:lnTo>
                      <a:pt x="914400" y="913097"/>
                    </a:lnTo>
                    <a:lnTo>
                      <a:pt x="914450" y="913284"/>
                    </a:lnTo>
                    <a:lnTo>
                      <a:pt x="914533" y="913596"/>
                    </a:lnTo>
                    <a:lnTo>
                      <a:pt x="914617" y="913909"/>
                    </a:lnTo>
                    <a:lnTo>
                      <a:pt x="914701" y="914221"/>
                    </a:lnTo>
                    <a:lnTo>
                      <a:pt x="914749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9" name="ph8249"/>
              <p:cNvSpPr/>
              <p:nvPr/>
            </p:nvSpPr>
            <p:spPr>
              <a:xfrm>
                <a:off x="2068017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503" y="914399"/>
                    </a:lnTo>
                    <a:lnTo>
                      <a:pt x="912994" y="909974"/>
                    </a:lnTo>
                    <a:lnTo>
                      <a:pt x="914400" y="907727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0" name="ph8250"/>
              <p:cNvSpPr/>
              <p:nvPr/>
            </p:nvSpPr>
            <p:spPr>
              <a:xfrm>
                <a:off x="2077279" y="9816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24965"/>
                    </a:lnTo>
                    <a:lnTo>
                      <a:pt x="908137" y="920168"/>
                    </a:lnTo>
                    <a:lnTo>
                      <a:pt x="912151" y="91439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1" name="ph8251"/>
              <p:cNvSpPr/>
              <p:nvPr/>
            </p:nvSpPr>
            <p:spPr>
              <a:xfrm>
                <a:off x="20772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2" name="ph8252"/>
              <p:cNvSpPr/>
              <p:nvPr/>
            </p:nvSpPr>
            <p:spPr>
              <a:xfrm>
                <a:off x="20865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3" name="ph8253"/>
              <p:cNvSpPr/>
              <p:nvPr/>
            </p:nvSpPr>
            <p:spPr>
              <a:xfrm>
                <a:off x="20958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4" name="ph8254"/>
              <p:cNvSpPr/>
              <p:nvPr/>
            </p:nvSpPr>
            <p:spPr>
              <a:xfrm>
                <a:off x="210506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5" name="ph8255"/>
              <p:cNvSpPr/>
              <p:nvPr/>
            </p:nvSpPr>
            <p:spPr>
              <a:xfrm>
                <a:off x="21143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6" name="ph8256"/>
              <p:cNvSpPr/>
              <p:nvPr/>
            </p:nvSpPr>
            <p:spPr>
              <a:xfrm>
                <a:off x="21235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7" name="ph8257"/>
              <p:cNvSpPr/>
              <p:nvPr/>
            </p:nvSpPr>
            <p:spPr>
              <a:xfrm>
                <a:off x="21328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8" name="ph8258"/>
              <p:cNvSpPr/>
              <p:nvPr/>
            </p:nvSpPr>
            <p:spPr>
              <a:xfrm>
                <a:off x="214211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9" name="ph8259"/>
              <p:cNvSpPr/>
              <p:nvPr/>
            </p:nvSpPr>
            <p:spPr>
              <a:xfrm>
                <a:off x="21513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0" name="ph8260"/>
              <p:cNvSpPr/>
              <p:nvPr/>
            </p:nvSpPr>
            <p:spPr>
              <a:xfrm>
                <a:off x="21606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1" name="ph8261"/>
              <p:cNvSpPr/>
              <p:nvPr/>
            </p:nvSpPr>
            <p:spPr>
              <a:xfrm>
                <a:off x="21699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2" name="ph8262"/>
              <p:cNvSpPr/>
              <p:nvPr/>
            </p:nvSpPr>
            <p:spPr>
              <a:xfrm>
                <a:off x="21791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3" name="ph8263"/>
              <p:cNvSpPr/>
              <p:nvPr/>
            </p:nvSpPr>
            <p:spPr>
              <a:xfrm>
                <a:off x="2188426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4" name="ph8264"/>
              <p:cNvSpPr/>
              <p:nvPr/>
            </p:nvSpPr>
            <p:spPr>
              <a:xfrm>
                <a:off x="21976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5" name="ph8265"/>
              <p:cNvSpPr/>
              <p:nvPr/>
            </p:nvSpPr>
            <p:spPr>
              <a:xfrm>
                <a:off x="2216212" y="9988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5586" y="897161"/>
                    </a:lnTo>
                    <a:lnTo>
                      <a:pt x="908861" y="901783"/>
                    </a:lnTo>
                    <a:lnTo>
                      <a:pt x="913299" y="908755"/>
                    </a:lnTo>
                    <a:lnTo>
                      <a:pt x="914400" y="910676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6" name="ph8266"/>
              <p:cNvSpPr/>
              <p:nvPr/>
            </p:nvSpPr>
            <p:spPr>
              <a:xfrm>
                <a:off x="2216212" y="998856"/>
                <a:ext cx="916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33" h="914399">
                    <a:moveTo>
                      <a:pt x="914400" y="914399"/>
                    </a:moveTo>
                    <a:lnTo>
                      <a:pt x="914400" y="910676"/>
                    </a:lnTo>
                    <a:lnTo>
                      <a:pt x="916533" y="91439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7" name="ph8267"/>
              <p:cNvSpPr/>
              <p:nvPr/>
            </p:nvSpPr>
            <p:spPr>
              <a:xfrm>
                <a:off x="3309154" y="981617"/>
                <a:ext cx="914400" cy="9254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473">
                    <a:moveTo>
                      <a:pt x="914400" y="914399"/>
                    </a:moveTo>
                    <a:lnTo>
                      <a:pt x="914400" y="925473"/>
                    </a:lnTo>
                    <a:lnTo>
                      <a:pt x="911584" y="921647"/>
                    </a:lnTo>
                    <a:lnTo>
                      <a:pt x="907158" y="914961"/>
                    </a:lnTo>
                    <a:lnTo>
                      <a:pt x="906823" y="91439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8" name="ph8268"/>
              <p:cNvSpPr/>
              <p:nvPr/>
            </p:nvSpPr>
            <p:spPr>
              <a:xfrm>
                <a:off x="33091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9256" y="931638"/>
                    </a:lnTo>
                    <a:lnTo>
                      <a:pt x="916188" y="927903"/>
                    </a:lnTo>
                    <a:lnTo>
                      <a:pt x="914400" y="925473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9" name="ph8269"/>
              <p:cNvSpPr/>
              <p:nvPr/>
            </p:nvSpPr>
            <p:spPr>
              <a:xfrm>
                <a:off x="33184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0" name="ph8270"/>
              <p:cNvSpPr/>
              <p:nvPr/>
            </p:nvSpPr>
            <p:spPr>
              <a:xfrm>
                <a:off x="33276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1" name="ph8271"/>
              <p:cNvSpPr/>
              <p:nvPr/>
            </p:nvSpPr>
            <p:spPr>
              <a:xfrm>
                <a:off x="33369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2" name="ph8272"/>
              <p:cNvSpPr/>
              <p:nvPr/>
            </p:nvSpPr>
            <p:spPr>
              <a:xfrm>
                <a:off x="33462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3" name="ph8273"/>
              <p:cNvSpPr/>
              <p:nvPr/>
            </p:nvSpPr>
            <p:spPr>
              <a:xfrm>
                <a:off x="33554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4" name="ph8274"/>
              <p:cNvSpPr/>
              <p:nvPr/>
            </p:nvSpPr>
            <p:spPr>
              <a:xfrm>
                <a:off x="336472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5" name="ph8275"/>
              <p:cNvSpPr/>
              <p:nvPr/>
            </p:nvSpPr>
            <p:spPr>
              <a:xfrm>
                <a:off x="337399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6" name="ph8276"/>
              <p:cNvSpPr/>
              <p:nvPr/>
            </p:nvSpPr>
            <p:spPr>
              <a:xfrm>
                <a:off x="338325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7" name="ph8277"/>
              <p:cNvSpPr/>
              <p:nvPr/>
            </p:nvSpPr>
            <p:spPr>
              <a:xfrm>
                <a:off x="339251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8" name="ph8278"/>
              <p:cNvSpPr/>
              <p:nvPr/>
            </p:nvSpPr>
            <p:spPr>
              <a:xfrm>
                <a:off x="340177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9" name="ph8279"/>
              <p:cNvSpPr/>
              <p:nvPr/>
            </p:nvSpPr>
            <p:spPr>
              <a:xfrm>
                <a:off x="341103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0" name="ph8280"/>
              <p:cNvSpPr/>
              <p:nvPr/>
            </p:nvSpPr>
            <p:spPr>
              <a:xfrm>
                <a:off x="342030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1" name="ph8281"/>
              <p:cNvSpPr/>
              <p:nvPr/>
            </p:nvSpPr>
            <p:spPr>
              <a:xfrm>
                <a:off x="342956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2" name="ph8282"/>
              <p:cNvSpPr/>
              <p:nvPr/>
            </p:nvSpPr>
            <p:spPr>
              <a:xfrm>
                <a:off x="343882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3" name="ph8283"/>
              <p:cNvSpPr/>
              <p:nvPr/>
            </p:nvSpPr>
            <p:spPr>
              <a:xfrm>
                <a:off x="344808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4" name="ph8284"/>
              <p:cNvSpPr/>
              <p:nvPr/>
            </p:nvSpPr>
            <p:spPr>
              <a:xfrm>
                <a:off x="345735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5" name="ph8285"/>
              <p:cNvSpPr/>
              <p:nvPr/>
            </p:nvSpPr>
            <p:spPr>
              <a:xfrm>
                <a:off x="346661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6" name="ph8286"/>
              <p:cNvSpPr/>
              <p:nvPr/>
            </p:nvSpPr>
            <p:spPr>
              <a:xfrm>
                <a:off x="347587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7" name="ph8287"/>
              <p:cNvSpPr/>
              <p:nvPr/>
            </p:nvSpPr>
            <p:spPr>
              <a:xfrm>
                <a:off x="348513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8" name="ph8288"/>
              <p:cNvSpPr/>
              <p:nvPr/>
            </p:nvSpPr>
            <p:spPr>
              <a:xfrm>
                <a:off x="349439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9" name="ph8289"/>
              <p:cNvSpPr/>
              <p:nvPr/>
            </p:nvSpPr>
            <p:spPr>
              <a:xfrm>
                <a:off x="350366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0" name="ph8290"/>
              <p:cNvSpPr/>
              <p:nvPr/>
            </p:nvSpPr>
            <p:spPr>
              <a:xfrm>
                <a:off x="351292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1" name="ph8291"/>
              <p:cNvSpPr/>
              <p:nvPr/>
            </p:nvSpPr>
            <p:spPr>
              <a:xfrm>
                <a:off x="352218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2" name="ph8292"/>
              <p:cNvSpPr/>
              <p:nvPr/>
            </p:nvSpPr>
            <p:spPr>
              <a:xfrm>
                <a:off x="353144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3" name="ph8293"/>
              <p:cNvSpPr/>
              <p:nvPr/>
            </p:nvSpPr>
            <p:spPr>
              <a:xfrm>
                <a:off x="354071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4" name="ph8294"/>
              <p:cNvSpPr/>
              <p:nvPr/>
            </p:nvSpPr>
            <p:spPr>
              <a:xfrm>
                <a:off x="354997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5" name="ph8295"/>
              <p:cNvSpPr/>
              <p:nvPr/>
            </p:nvSpPr>
            <p:spPr>
              <a:xfrm>
                <a:off x="355923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6" name="ph8296"/>
              <p:cNvSpPr/>
              <p:nvPr/>
            </p:nvSpPr>
            <p:spPr>
              <a:xfrm>
                <a:off x="356849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7" name="ph8297"/>
              <p:cNvSpPr/>
              <p:nvPr/>
            </p:nvSpPr>
            <p:spPr>
              <a:xfrm>
                <a:off x="357775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8" name="ph8298"/>
              <p:cNvSpPr/>
              <p:nvPr/>
            </p:nvSpPr>
            <p:spPr>
              <a:xfrm>
                <a:off x="358702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9" name="ph8299"/>
              <p:cNvSpPr/>
              <p:nvPr/>
            </p:nvSpPr>
            <p:spPr>
              <a:xfrm>
                <a:off x="359628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0" name="ph8300"/>
              <p:cNvSpPr/>
              <p:nvPr/>
            </p:nvSpPr>
            <p:spPr>
              <a:xfrm>
                <a:off x="360554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1" name="ph8301"/>
              <p:cNvSpPr/>
              <p:nvPr/>
            </p:nvSpPr>
            <p:spPr>
              <a:xfrm>
                <a:off x="361480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2" name="ph8302"/>
              <p:cNvSpPr/>
              <p:nvPr/>
            </p:nvSpPr>
            <p:spPr>
              <a:xfrm>
                <a:off x="362407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3" name="ph8303"/>
              <p:cNvSpPr/>
              <p:nvPr/>
            </p:nvSpPr>
            <p:spPr>
              <a:xfrm>
                <a:off x="363333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4" name="ph8304"/>
              <p:cNvSpPr/>
              <p:nvPr/>
            </p:nvSpPr>
            <p:spPr>
              <a:xfrm>
                <a:off x="364259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5" name="ph8305"/>
              <p:cNvSpPr/>
              <p:nvPr/>
            </p:nvSpPr>
            <p:spPr>
              <a:xfrm>
                <a:off x="365185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6" name="ph8306"/>
              <p:cNvSpPr/>
              <p:nvPr/>
            </p:nvSpPr>
            <p:spPr>
              <a:xfrm>
                <a:off x="366111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7" name="ph8307"/>
              <p:cNvSpPr/>
              <p:nvPr/>
            </p:nvSpPr>
            <p:spPr>
              <a:xfrm>
                <a:off x="367038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8" name="ph8308"/>
              <p:cNvSpPr/>
              <p:nvPr/>
            </p:nvSpPr>
            <p:spPr>
              <a:xfrm>
                <a:off x="367964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9" name="ph8309"/>
              <p:cNvSpPr/>
              <p:nvPr/>
            </p:nvSpPr>
            <p:spPr>
              <a:xfrm>
                <a:off x="368890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0" name="ph8310"/>
              <p:cNvSpPr/>
              <p:nvPr/>
            </p:nvSpPr>
            <p:spPr>
              <a:xfrm>
                <a:off x="3698168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1" name="ph8311"/>
              <p:cNvSpPr/>
              <p:nvPr/>
            </p:nvSpPr>
            <p:spPr>
              <a:xfrm>
                <a:off x="3707430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2" name="ph8312"/>
              <p:cNvSpPr/>
              <p:nvPr/>
            </p:nvSpPr>
            <p:spPr>
              <a:xfrm>
                <a:off x="3716692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3" name="ph8313"/>
              <p:cNvSpPr/>
              <p:nvPr/>
            </p:nvSpPr>
            <p:spPr>
              <a:xfrm>
                <a:off x="3725954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4" name="ph8314"/>
              <p:cNvSpPr/>
              <p:nvPr/>
            </p:nvSpPr>
            <p:spPr>
              <a:xfrm>
                <a:off x="3735217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5" name="ph8315"/>
              <p:cNvSpPr/>
              <p:nvPr/>
            </p:nvSpPr>
            <p:spPr>
              <a:xfrm>
                <a:off x="3744479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6" name="ph8316"/>
              <p:cNvSpPr/>
              <p:nvPr/>
            </p:nvSpPr>
            <p:spPr>
              <a:xfrm>
                <a:off x="3753741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7" name="ph8317"/>
              <p:cNvSpPr/>
              <p:nvPr/>
            </p:nvSpPr>
            <p:spPr>
              <a:xfrm>
                <a:off x="3763003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8" name="ph8318"/>
              <p:cNvSpPr/>
              <p:nvPr/>
            </p:nvSpPr>
            <p:spPr>
              <a:xfrm>
                <a:off x="3772265" y="9816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9" name="ph8319"/>
              <p:cNvSpPr/>
              <p:nvPr/>
            </p:nvSpPr>
            <p:spPr>
              <a:xfrm>
                <a:off x="3781528" y="998856"/>
                <a:ext cx="919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77" h="914399">
                    <a:moveTo>
                      <a:pt x="914400" y="914399"/>
                    </a:moveTo>
                    <a:lnTo>
                      <a:pt x="914423" y="897161"/>
                    </a:lnTo>
                    <a:lnTo>
                      <a:pt x="915117" y="899281"/>
                    </a:lnTo>
                    <a:lnTo>
                      <a:pt x="917997" y="909275"/>
                    </a:lnTo>
                    <a:lnTo>
                      <a:pt x="918080" y="909584"/>
                    </a:lnTo>
                    <a:lnTo>
                      <a:pt x="918164" y="909896"/>
                    </a:lnTo>
                    <a:lnTo>
                      <a:pt x="918248" y="910209"/>
                    </a:lnTo>
                    <a:lnTo>
                      <a:pt x="918333" y="910521"/>
                    </a:lnTo>
                    <a:lnTo>
                      <a:pt x="918417" y="910834"/>
                    </a:lnTo>
                    <a:lnTo>
                      <a:pt x="918501" y="911146"/>
                    </a:lnTo>
                    <a:lnTo>
                      <a:pt x="918585" y="911459"/>
                    </a:lnTo>
                    <a:lnTo>
                      <a:pt x="918669" y="911771"/>
                    </a:lnTo>
                    <a:lnTo>
                      <a:pt x="918753" y="912084"/>
                    </a:lnTo>
                    <a:lnTo>
                      <a:pt x="918838" y="912396"/>
                    </a:lnTo>
                    <a:lnTo>
                      <a:pt x="918922" y="912709"/>
                    </a:lnTo>
                    <a:lnTo>
                      <a:pt x="919006" y="913021"/>
                    </a:lnTo>
                    <a:lnTo>
                      <a:pt x="919090" y="913334"/>
                    </a:lnTo>
                    <a:lnTo>
                      <a:pt x="919174" y="913646"/>
                    </a:lnTo>
                    <a:lnTo>
                      <a:pt x="919258" y="913959"/>
                    </a:lnTo>
                    <a:lnTo>
                      <a:pt x="919343" y="914271"/>
                    </a:lnTo>
                    <a:lnTo>
                      <a:pt x="919377" y="91439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0" name="ph8320"/>
              <p:cNvSpPr/>
              <p:nvPr/>
            </p:nvSpPr>
            <p:spPr>
              <a:xfrm>
                <a:off x="2077279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51" y="914399"/>
                    </a:lnTo>
                    <a:lnTo>
                      <a:pt x="912733" y="913562"/>
                    </a:lnTo>
                    <a:lnTo>
                      <a:pt x="914400" y="911416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1" name="ph8321"/>
              <p:cNvSpPr/>
              <p:nvPr/>
            </p:nvSpPr>
            <p:spPr>
              <a:xfrm>
                <a:off x="2086541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1416"/>
                    </a:lnTo>
                    <a:lnTo>
                      <a:pt x="908246" y="907412"/>
                    </a:lnTo>
                    <a:lnTo>
                      <a:pt x="913188" y="901734"/>
                    </a:lnTo>
                    <a:lnTo>
                      <a:pt x="914400" y="90049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2" name="ph8322"/>
              <p:cNvSpPr/>
              <p:nvPr/>
            </p:nvSpPr>
            <p:spPr>
              <a:xfrm>
                <a:off x="2095803" y="9643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7738"/>
                    </a:lnTo>
                    <a:lnTo>
                      <a:pt x="908414" y="91439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3" name="ph8323"/>
              <p:cNvSpPr/>
              <p:nvPr/>
            </p:nvSpPr>
            <p:spPr>
              <a:xfrm>
                <a:off x="20958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4" name="ph8324"/>
              <p:cNvSpPr/>
              <p:nvPr/>
            </p:nvSpPr>
            <p:spPr>
              <a:xfrm>
                <a:off x="2105066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5" name="ph8325"/>
              <p:cNvSpPr/>
              <p:nvPr/>
            </p:nvSpPr>
            <p:spPr>
              <a:xfrm>
                <a:off x="21143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6" name="ph8326"/>
              <p:cNvSpPr/>
              <p:nvPr/>
            </p:nvSpPr>
            <p:spPr>
              <a:xfrm>
                <a:off x="21235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7" name="ph8327"/>
              <p:cNvSpPr/>
              <p:nvPr/>
            </p:nvSpPr>
            <p:spPr>
              <a:xfrm>
                <a:off x="21328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8" name="ph8328"/>
              <p:cNvSpPr/>
              <p:nvPr/>
            </p:nvSpPr>
            <p:spPr>
              <a:xfrm>
                <a:off x="214211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9" name="ph8329"/>
              <p:cNvSpPr/>
              <p:nvPr/>
            </p:nvSpPr>
            <p:spPr>
              <a:xfrm>
                <a:off x="21513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0" name="ph8330"/>
              <p:cNvSpPr/>
              <p:nvPr/>
            </p:nvSpPr>
            <p:spPr>
              <a:xfrm>
                <a:off x="21606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1" name="ph8331"/>
              <p:cNvSpPr/>
              <p:nvPr/>
            </p:nvSpPr>
            <p:spPr>
              <a:xfrm>
                <a:off x="21699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2" name="ph8332"/>
              <p:cNvSpPr/>
              <p:nvPr/>
            </p:nvSpPr>
            <p:spPr>
              <a:xfrm>
                <a:off x="21791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3" name="ph8333"/>
              <p:cNvSpPr/>
              <p:nvPr/>
            </p:nvSpPr>
            <p:spPr>
              <a:xfrm>
                <a:off x="219768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314" y="897161"/>
                    </a:lnTo>
                    <a:lnTo>
                      <a:pt x="912985" y="900823"/>
                    </a:lnTo>
                    <a:lnTo>
                      <a:pt x="914400" y="902416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4" name="ph8334"/>
              <p:cNvSpPr/>
              <p:nvPr/>
            </p:nvSpPr>
            <p:spPr>
              <a:xfrm>
                <a:off x="2206950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2416"/>
                    </a:lnTo>
                    <a:lnTo>
                      <a:pt x="908691" y="906419"/>
                    </a:lnTo>
                    <a:lnTo>
                      <a:pt x="913496" y="912491"/>
                    </a:lnTo>
                    <a:lnTo>
                      <a:pt x="914400" y="913767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5" name="ph8335"/>
              <p:cNvSpPr/>
              <p:nvPr/>
            </p:nvSpPr>
            <p:spPr>
              <a:xfrm>
                <a:off x="2206950" y="981617"/>
                <a:ext cx="91484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48" h="914399">
                    <a:moveTo>
                      <a:pt x="914400" y="914399"/>
                    </a:moveTo>
                    <a:lnTo>
                      <a:pt x="914400" y="913767"/>
                    </a:lnTo>
                    <a:lnTo>
                      <a:pt x="914848" y="91439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6" name="ph8336"/>
              <p:cNvSpPr/>
              <p:nvPr/>
            </p:nvSpPr>
            <p:spPr>
              <a:xfrm>
                <a:off x="3299892" y="964379"/>
                <a:ext cx="914400" cy="92881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813">
                    <a:moveTo>
                      <a:pt x="914400" y="914399"/>
                    </a:moveTo>
                    <a:lnTo>
                      <a:pt x="914400" y="928813"/>
                    </a:lnTo>
                    <a:lnTo>
                      <a:pt x="912184" y="925100"/>
                    </a:lnTo>
                    <a:lnTo>
                      <a:pt x="908150" y="917605"/>
                    </a:lnTo>
                    <a:lnTo>
                      <a:pt x="906593" y="91439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7" name="ph8337"/>
              <p:cNvSpPr/>
              <p:nvPr/>
            </p:nvSpPr>
            <p:spPr>
              <a:xfrm>
                <a:off x="32998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6085" y="931638"/>
                    </a:lnTo>
                    <a:lnTo>
                      <a:pt x="914400" y="928813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8" name="ph8338"/>
              <p:cNvSpPr/>
              <p:nvPr/>
            </p:nvSpPr>
            <p:spPr>
              <a:xfrm>
                <a:off x="33091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9" name="ph8339"/>
              <p:cNvSpPr/>
              <p:nvPr/>
            </p:nvSpPr>
            <p:spPr>
              <a:xfrm>
                <a:off x="33184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0" name="ph8340"/>
              <p:cNvSpPr/>
              <p:nvPr/>
            </p:nvSpPr>
            <p:spPr>
              <a:xfrm>
                <a:off x="33276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1" name="ph8341"/>
              <p:cNvSpPr/>
              <p:nvPr/>
            </p:nvSpPr>
            <p:spPr>
              <a:xfrm>
                <a:off x="33369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2" name="ph8342"/>
              <p:cNvSpPr/>
              <p:nvPr/>
            </p:nvSpPr>
            <p:spPr>
              <a:xfrm>
                <a:off x="33462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3" name="ph8343"/>
              <p:cNvSpPr/>
              <p:nvPr/>
            </p:nvSpPr>
            <p:spPr>
              <a:xfrm>
                <a:off x="335546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4" name="ph8344"/>
              <p:cNvSpPr/>
              <p:nvPr/>
            </p:nvSpPr>
            <p:spPr>
              <a:xfrm>
                <a:off x="336472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5" name="ph8345"/>
              <p:cNvSpPr/>
              <p:nvPr/>
            </p:nvSpPr>
            <p:spPr>
              <a:xfrm>
                <a:off x="337399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6" name="ph8346"/>
              <p:cNvSpPr/>
              <p:nvPr/>
            </p:nvSpPr>
            <p:spPr>
              <a:xfrm>
                <a:off x="338325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7" name="ph8347"/>
              <p:cNvSpPr/>
              <p:nvPr/>
            </p:nvSpPr>
            <p:spPr>
              <a:xfrm>
                <a:off x="339251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8" name="ph8348"/>
              <p:cNvSpPr/>
              <p:nvPr/>
            </p:nvSpPr>
            <p:spPr>
              <a:xfrm>
                <a:off x="340177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9" name="ph8349"/>
              <p:cNvSpPr/>
              <p:nvPr/>
            </p:nvSpPr>
            <p:spPr>
              <a:xfrm>
                <a:off x="341103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0" name="ph8350"/>
              <p:cNvSpPr/>
              <p:nvPr/>
            </p:nvSpPr>
            <p:spPr>
              <a:xfrm>
                <a:off x="342030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1" name="ph8351"/>
              <p:cNvSpPr/>
              <p:nvPr/>
            </p:nvSpPr>
            <p:spPr>
              <a:xfrm>
                <a:off x="342956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2" name="ph8352"/>
              <p:cNvSpPr/>
              <p:nvPr/>
            </p:nvSpPr>
            <p:spPr>
              <a:xfrm>
                <a:off x="343882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3" name="ph8353"/>
              <p:cNvSpPr/>
              <p:nvPr/>
            </p:nvSpPr>
            <p:spPr>
              <a:xfrm>
                <a:off x="344808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4" name="ph8354"/>
              <p:cNvSpPr/>
              <p:nvPr/>
            </p:nvSpPr>
            <p:spPr>
              <a:xfrm>
                <a:off x="345735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5" name="ph8355"/>
              <p:cNvSpPr/>
              <p:nvPr/>
            </p:nvSpPr>
            <p:spPr>
              <a:xfrm>
                <a:off x="346661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6" name="ph8356"/>
              <p:cNvSpPr/>
              <p:nvPr/>
            </p:nvSpPr>
            <p:spPr>
              <a:xfrm>
                <a:off x="347587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7" name="ph8357"/>
              <p:cNvSpPr/>
              <p:nvPr/>
            </p:nvSpPr>
            <p:spPr>
              <a:xfrm>
                <a:off x="348513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8" name="ph8358"/>
              <p:cNvSpPr/>
              <p:nvPr/>
            </p:nvSpPr>
            <p:spPr>
              <a:xfrm>
                <a:off x="349439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9" name="ph8359"/>
              <p:cNvSpPr/>
              <p:nvPr/>
            </p:nvSpPr>
            <p:spPr>
              <a:xfrm>
                <a:off x="350366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0" name="ph8360"/>
              <p:cNvSpPr/>
              <p:nvPr/>
            </p:nvSpPr>
            <p:spPr>
              <a:xfrm>
                <a:off x="351292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1" name="ph8361"/>
              <p:cNvSpPr/>
              <p:nvPr/>
            </p:nvSpPr>
            <p:spPr>
              <a:xfrm>
                <a:off x="352218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2" name="ph8362"/>
              <p:cNvSpPr/>
              <p:nvPr/>
            </p:nvSpPr>
            <p:spPr>
              <a:xfrm>
                <a:off x="353144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3" name="ph8363"/>
              <p:cNvSpPr/>
              <p:nvPr/>
            </p:nvSpPr>
            <p:spPr>
              <a:xfrm>
                <a:off x="354071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4" name="ph8364"/>
              <p:cNvSpPr/>
              <p:nvPr/>
            </p:nvSpPr>
            <p:spPr>
              <a:xfrm>
                <a:off x="354997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5" name="ph8365"/>
              <p:cNvSpPr/>
              <p:nvPr/>
            </p:nvSpPr>
            <p:spPr>
              <a:xfrm>
                <a:off x="355923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6" name="ph8366"/>
              <p:cNvSpPr/>
              <p:nvPr/>
            </p:nvSpPr>
            <p:spPr>
              <a:xfrm>
                <a:off x="356849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7" name="ph8367"/>
              <p:cNvSpPr/>
              <p:nvPr/>
            </p:nvSpPr>
            <p:spPr>
              <a:xfrm>
                <a:off x="357775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8" name="ph8368"/>
              <p:cNvSpPr/>
              <p:nvPr/>
            </p:nvSpPr>
            <p:spPr>
              <a:xfrm>
                <a:off x="358702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9" name="ph8369"/>
              <p:cNvSpPr/>
              <p:nvPr/>
            </p:nvSpPr>
            <p:spPr>
              <a:xfrm>
                <a:off x="359628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0" name="ph8370"/>
              <p:cNvSpPr/>
              <p:nvPr/>
            </p:nvSpPr>
            <p:spPr>
              <a:xfrm>
                <a:off x="360554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1" name="ph8371"/>
              <p:cNvSpPr/>
              <p:nvPr/>
            </p:nvSpPr>
            <p:spPr>
              <a:xfrm>
                <a:off x="361480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2" name="ph8372"/>
              <p:cNvSpPr/>
              <p:nvPr/>
            </p:nvSpPr>
            <p:spPr>
              <a:xfrm>
                <a:off x="362407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3" name="ph8373"/>
              <p:cNvSpPr/>
              <p:nvPr/>
            </p:nvSpPr>
            <p:spPr>
              <a:xfrm>
                <a:off x="363333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4" name="ph8374"/>
              <p:cNvSpPr/>
              <p:nvPr/>
            </p:nvSpPr>
            <p:spPr>
              <a:xfrm>
                <a:off x="364259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5" name="ph8375"/>
              <p:cNvSpPr/>
              <p:nvPr/>
            </p:nvSpPr>
            <p:spPr>
              <a:xfrm>
                <a:off x="365185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6" name="ph8376"/>
              <p:cNvSpPr/>
              <p:nvPr/>
            </p:nvSpPr>
            <p:spPr>
              <a:xfrm>
                <a:off x="366111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7" name="ph8377"/>
              <p:cNvSpPr/>
              <p:nvPr/>
            </p:nvSpPr>
            <p:spPr>
              <a:xfrm>
                <a:off x="367038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8" name="ph8378"/>
              <p:cNvSpPr/>
              <p:nvPr/>
            </p:nvSpPr>
            <p:spPr>
              <a:xfrm>
                <a:off x="367964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9" name="ph8379"/>
              <p:cNvSpPr/>
              <p:nvPr/>
            </p:nvSpPr>
            <p:spPr>
              <a:xfrm>
                <a:off x="3688905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0" name="ph8380"/>
              <p:cNvSpPr/>
              <p:nvPr/>
            </p:nvSpPr>
            <p:spPr>
              <a:xfrm>
                <a:off x="3698168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1" name="ph8381"/>
              <p:cNvSpPr/>
              <p:nvPr/>
            </p:nvSpPr>
            <p:spPr>
              <a:xfrm>
                <a:off x="3707430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2" name="ph8382"/>
              <p:cNvSpPr/>
              <p:nvPr/>
            </p:nvSpPr>
            <p:spPr>
              <a:xfrm>
                <a:off x="3716692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3" name="ph8383"/>
              <p:cNvSpPr/>
              <p:nvPr/>
            </p:nvSpPr>
            <p:spPr>
              <a:xfrm>
                <a:off x="3725954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4" name="ph8384"/>
              <p:cNvSpPr/>
              <p:nvPr/>
            </p:nvSpPr>
            <p:spPr>
              <a:xfrm>
                <a:off x="3735217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5" name="ph8385"/>
              <p:cNvSpPr/>
              <p:nvPr/>
            </p:nvSpPr>
            <p:spPr>
              <a:xfrm>
                <a:off x="3744479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6" name="ph8386"/>
              <p:cNvSpPr/>
              <p:nvPr/>
            </p:nvSpPr>
            <p:spPr>
              <a:xfrm>
                <a:off x="3753741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7" name="ph8387"/>
              <p:cNvSpPr/>
              <p:nvPr/>
            </p:nvSpPr>
            <p:spPr>
              <a:xfrm>
                <a:off x="3763003" y="9643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8" name="ph8388"/>
              <p:cNvSpPr/>
              <p:nvPr/>
            </p:nvSpPr>
            <p:spPr>
              <a:xfrm>
                <a:off x="3781528" y="98161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8361" y="897161"/>
                    </a:lnTo>
                    <a:lnTo>
                      <a:pt x="908496" y="897486"/>
                    </a:lnTo>
                    <a:lnTo>
                      <a:pt x="911946" y="906834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9" name="ph8389"/>
              <p:cNvSpPr/>
              <p:nvPr/>
            </p:nvSpPr>
            <p:spPr>
              <a:xfrm>
                <a:off x="209580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8414" y="914399"/>
                    </a:lnTo>
                    <a:lnTo>
                      <a:pt x="909020" y="913782"/>
                    </a:lnTo>
                    <a:lnTo>
                      <a:pt x="914252" y="909095"/>
                    </a:lnTo>
                    <a:lnTo>
                      <a:pt x="914400" y="908980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0" name="ph8390"/>
              <p:cNvSpPr/>
              <p:nvPr/>
            </p:nvSpPr>
            <p:spPr>
              <a:xfrm>
                <a:off x="210506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980"/>
                    </a:lnTo>
                    <a:lnTo>
                      <a:pt x="910347" y="904923"/>
                    </a:lnTo>
                    <a:lnTo>
                      <a:pt x="914400" y="902220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1" name="ph8391"/>
              <p:cNvSpPr/>
              <p:nvPr/>
            </p:nvSpPr>
            <p:spPr>
              <a:xfrm>
                <a:off x="2114328" y="9471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05137" y="931638"/>
                    </a:lnTo>
                    <a:lnTo>
                      <a:pt x="905137" y="919459"/>
                    </a:lnTo>
                    <a:lnTo>
                      <a:pt x="906552" y="918515"/>
                    </a:lnTo>
                    <a:lnTo>
                      <a:pt x="912114" y="915406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2" name="ph8392"/>
              <p:cNvSpPr/>
              <p:nvPr/>
            </p:nvSpPr>
            <p:spPr>
              <a:xfrm>
                <a:off x="21143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3" name="ph8393"/>
              <p:cNvSpPr/>
              <p:nvPr/>
            </p:nvSpPr>
            <p:spPr>
              <a:xfrm>
                <a:off x="21235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4" name="ph8394"/>
              <p:cNvSpPr/>
              <p:nvPr/>
            </p:nvSpPr>
            <p:spPr>
              <a:xfrm>
                <a:off x="21328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5" name="ph8395"/>
              <p:cNvSpPr/>
              <p:nvPr/>
            </p:nvSpPr>
            <p:spPr>
              <a:xfrm>
                <a:off x="214211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6" name="ph8396"/>
              <p:cNvSpPr/>
              <p:nvPr/>
            </p:nvSpPr>
            <p:spPr>
              <a:xfrm>
                <a:off x="21513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7" name="ph8397"/>
              <p:cNvSpPr/>
              <p:nvPr/>
            </p:nvSpPr>
            <p:spPr>
              <a:xfrm>
                <a:off x="2169901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2738" y="897161"/>
                    </a:lnTo>
                    <a:lnTo>
                      <a:pt x="913962" y="897696"/>
                    </a:lnTo>
                    <a:lnTo>
                      <a:pt x="914400" y="897933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8" name="ph8398"/>
              <p:cNvSpPr/>
              <p:nvPr/>
            </p:nvSpPr>
            <p:spPr>
              <a:xfrm>
                <a:off x="2179163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933"/>
                    </a:lnTo>
                    <a:lnTo>
                      <a:pt x="910276" y="900714"/>
                    </a:lnTo>
                    <a:lnTo>
                      <a:pt x="914400" y="90338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9" name="ph8399"/>
              <p:cNvSpPr/>
              <p:nvPr/>
            </p:nvSpPr>
            <p:spPr>
              <a:xfrm>
                <a:off x="2188426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3388"/>
                    </a:lnTo>
                    <a:lnTo>
                      <a:pt x="906497" y="904270"/>
                    </a:lnTo>
                    <a:lnTo>
                      <a:pt x="911874" y="908354"/>
                    </a:lnTo>
                    <a:lnTo>
                      <a:pt x="914400" y="910565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0" name="ph8400"/>
              <p:cNvSpPr/>
              <p:nvPr/>
            </p:nvSpPr>
            <p:spPr>
              <a:xfrm>
                <a:off x="2188426" y="964379"/>
                <a:ext cx="9185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77" h="914399">
                    <a:moveTo>
                      <a:pt x="914400" y="914399"/>
                    </a:moveTo>
                    <a:lnTo>
                      <a:pt x="914400" y="910565"/>
                    </a:lnTo>
                    <a:lnTo>
                      <a:pt x="917129" y="912955"/>
                    </a:lnTo>
                    <a:lnTo>
                      <a:pt x="918577" y="91439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1" name="ph8401"/>
              <p:cNvSpPr/>
              <p:nvPr/>
            </p:nvSpPr>
            <p:spPr>
              <a:xfrm>
                <a:off x="3290630" y="947140"/>
                <a:ext cx="914400" cy="9286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42">
                    <a:moveTo>
                      <a:pt x="914400" y="914399"/>
                    </a:moveTo>
                    <a:lnTo>
                      <a:pt x="914400" y="928642"/>
                    </a:lnTo>
                    <a:lnTo>
                      <a:pt x="913589" y="926973"/>
                    </a:lnTo>
                    <a:lnTo>
                      <a:pt x="909988" y="918749"/>
                    </a:lnTo>
                    <a:lnTo>
                      <a:pt x="908275" y="91439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2" name="ph8402"/>
              <p:cNvSpPr/>
              <p:nvPr/>
            </p:nvSpPr>
            <p:spPr>
              <a:xfrm>
                <a:off x="32906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5855" y="931638"/>
                    </a:lnTo>
                    <a:lnTo>
                      <a:pt x="914400" y="928642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3" name="ph8403"/>
              <p:cNvSpPr/>
              <p:nvPr/>
            </p:nvSpPr>
            <p:spPr>
              <a:xfrm>
                <a:off x="32998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4" name="ph8404"/>
              <p:cNvSpPr/>
              <p:nvPr/>
            </p:nvSpPr>
            <p:spPr>
              <a:xfrm>
                <a:off x="33091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5" name="ph8405"/>
              <p:cNvSpPr/>
              <p:nvPr/>
            </p:nvSpPr>
            <p:spPr>
              <a:xfrm>
                <a:off x="33184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6" name="ph8406"/>
              <p:cNvSpPr/>
              <p:nvPr/>
            </p:nvSpPr>
            <p:spPr>
              <a:xfrm>
                <a:off x="33276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7" name="ph8407"/>
              <p:cNvSpPr/>
              <p:nvPr/>
            </p:nvSpPr>
            <p:spPr>
              <a:xfrm>
                <a:off x="33369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8" name="ph8408"/>
              <p:cNvSpPr/>
              <p:nvPr/>
            </p:nvSpPr>
            <p:spPr>
              <a:xfrm>
                <a:off x="334620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9" name="ph8409"/>
              <p:cNvSpPr/>
              <p:nvPr/>
            </p:nvSpPr>
            <p:spPr>
              <a:xfrm>
                <a:off x="335546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0" name="ph8410"/>
              <p:cNvSpPr/>
              <p:nvPr/>
            </p:nvSpPr>
            <p:spPr>
              <a:xfrm>
                <a:off x="336472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1" name="ph8411"/>
              <p:cNvSpPr/>
              <p:nvPr/>
            </p:nvSpPr>
            <p:spPr>
              <a:xfrm>
                <a:off x="337399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2" name="ph8412"/>
              <p:cNvSpPr/>
              <p:nvPr/>
            </p:nvSpPr>
            <p:spPr>
              <a:xfrm>
                <a:off x="338325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3" name="ph8413"/>
              <p:cNvSpPr/>
              <p:nvPr/>
            </p:nvSpPr>
            <p:spPr>
              <a:xfrm>
                <a:off x="339251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4" name="ph8414"/>
              <p:cNvSpPr/>
              <p:nvPr/>
            </p:nvSpPr>
            <p:spPr>
              <a:xfrm>
                <a:off x="340177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5" name="ph8415"/>
              <p:cNvSpPr/>
              <p:nvPr/>
            </p:nvSpPr>
            <p:spPr>
              <a:xfrm>
                <a:off x="341103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6" name="ph8416"/>
              <p:cNvSpPr/>
              <p:nvPr/>
            </p:nvSpPr>
            <p:spPr>
              <a:xfrm>
                <a:off x="342030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7" name="ph8417"/>
              <p:cNvSpPr/>
              <p:nvPr/>
            </p:nvSpPr>
            <p:spPr>
              <a:xfrm>
                <a:off x="342956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8" name="ph8418"/>
              <p:cNvSpPr/>
              <p:nvPr/>
            </p:nvSpPr>
            <p:spPr>
              <a:xfrm>
                <a:off x="343882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9" name="ph8419"/>
              <p:cNvSpPr/>
              <p:nvPr/>
            </p:nvSpPr>
            <p:spPr>
              <a:xfrm>
                <a:off x="344808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0" name="ph8420"/>
              <p:cNvSpPr/>
              <p:nvPr/>
            </p:nvSpPr>
            <p:spPr>
              <a:xfrm>
                <a:off x="345735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1" name="ph8421"/>
              <p:cNvSpPr/>
              <p:nvPr/>
            </p:nvSpPr>
            <p:spPr>
              <a:xfrm>
                <a:off x="346661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2" name="ph8422"/>
              <p:cNvSpPr/>
              <p:nvPr/>
            </p:nvSpPr>
            <p:spPr>
              <a:xfrm>
                <a:off x="347587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3" name="ph8423"/>
              <p:cNvSpPr/>
              <p:nvPr/>
            </p:nvSpPr>
            <p:spPr>
              <a:xfrm>
                <a:off x="348513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4" name="ph8424"/>
              <p:cNvSpPr/>
              <p:nvPr/>
            </p:nvSpPr>
            <p:spPr>
              <a:xfrm>
                <a:off x="349439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5" name="ph8425"/>
              <p:cNvSpPr/>
              <p:nvPr/>
            </p:nvSpPr>
            <p:spPr>
              <a:xfrm>
                <a:off x="350366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6" name="ph8426"/>
              <p:cNvSpPr/>
              <p:nvPr/>
            </p:nvSpPr>
            <p:spPr>
              <a:xfrm>
                <a:off x="351292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7" name="ph8427"/>
              <p:cNvSpPr/>
              <p:nvPr/>
            </p:nvSpPr>
            <p:spPr>
              <a:xfrm>
                <a:off x="352218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8" name="ph8428"/>
              <p:cNvSpPr/>
              <p:nvPr/>
            </p:nvSpPr>
            <p:spPr>
              <a:xfrm>
                <a:off x="353144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9" name="ph8429"/>
              <p:cNvSpPr/>
              <p:nvPr/>
            </p:nvSpPr>
            <p:spPr>
              <a:xfrm>
                <a:off x="354071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0" name="ph8430"/>
              <p:cNvSpPr/>
              <p:nvPr/>
            </p:nvSpPr>
            <p:spPr>
              <a:xfrm>
                <a:off x="354997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1" name="ph8431"/>
              <p:cNvSpPr/>
              <p:nvPr/>
            </p:nvSpPr>
            <p:spPr>
              <a:xfrm>
                <a:off x="355923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2" name="ph8432"/>
              <p:cNvSpPr/>
              <p:nvPr/>
            </p:nvSpPr>
            <p:spPr>
              <a:xfrm>
                <a:off x="356849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3" name="ph8433"/>
              <p:cNvSpPr/>
              <p:nvPr/>
            </p:nvSpPr>
            <p:spPr>
              <a:xfrm>
                <a:off x="357775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4" name="ph8434"/>
              <p:cNvSpPr/>
              <p:nvPr/>
            </p:nvSpPr>
            <p:spPr>
              <a:xfrm>
                <a:off x="358702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5" name="ph8435"/>
              <p:cNvSpPr/>
              <p:nvPr/>
            </p:nvSpPr>
            <p:spPr>
              <a:xfrm>
                <a:off x="359628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6" name="ph8436"/>
              <p:cNvSpPr/>
              <p:nvPr/>
            </p:nvSpPr>
            <p:spPr>
              <a:xfrm>
                <a:off x="360554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7" name="ph8437"/>
              <p:cNvSpPr/>
              <p:nvPr/>
            </p:nvSpPr>
            <p:spPr>
              <a:xfrm>
                <a:off x="361480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8" name="ph8438"/>
              <p:cNvSpPr/>
              <p:nvPr/>
            </p:nvSpPr>
            <p:spPr>
              <a:xfrm>
                <a:off x="362407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9" name="ph8439"/>
              <p:cNvSpPr/>
              <p:nvPr/>
            </p:nvSpPr>
            <p:spPr>
              <a:xfrm>
                <a:off x="363333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0" name="ph8440"/>
              <p:cNvSpPr/>
              <p:nvPr/>
            </p:nvSpPr>
            <p:spPr>
              <a:xfrm>
                <a:off x="364259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1" name="ph8441"/>
              <p:cNvSpPr/>
              <p:nvPr/>
            </p:nvSpPr>
            <p:spPr>
              <a:xfrm>
                <a:off x="365185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2" name="ph8442"/>
              <p:cNvSpPr/>
              <p:nvPr/>
            </p:nvSpPr>
            <p:spPr>
              <a:xfrm>
                <a:off x="366111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3" name="ph8443"/>
              <p:cNvSpPr/>
              <p:nvPr/>
            </p:nvSpPr>
            <p:spPr>
              <a:xfrm>
                <a:off x="367038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4" name="ph8444"/>
              <p:cNvSpPr/>
              <p:nvPr/>
            </p:nvSpPr>
            <p:spPr>
              <a:xfrm>
                <a:off x="3679643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5" name="ph8445"/>
              <p:cNvSpPr/>
              <p:nvPr/>
            </p:nvSpPr>
            <p:spPr>
              <a:xfrm>
                <a:off x="3688905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6" name="ph8446"/>
              <p:cNvSpPr/>
              <p:nvPr/>
            </p:nvSpPr>
            <p:spPr>
              <a:xfrm>
                <a:off x="3698168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7" name="ph8447"/>
              <p:cNvSpPr/>
              <p:nvPr/>
            </p:nvSpPr>
            <p:spPr>
              <a:xfrm>
                <a:off x="3707430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8" name="ph8448"/>
              <p:cNvSpPr/>
              <p:nvPr/>
            </p:nvSpPr>
            <p:spPr>
              <a:xfrm>
                <a:off x="3716692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9" name="ph8449"/>
              <p:cNvSpPr/>
              <p:nvPr/>
            </p:nvSpPr>
            <p:spPr>
              <a:xfrm>
                <a:off x="3725954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0" name="ph8450"/>
              <p:cNvSpPr/>
              <p:nvPr/>
            </p:nvSpPr>
            <p:spPr>
              <a:xfrm>
                <a:off x="3735217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1" name="ph8451"/>
              <p:cNvSpPr/>
              <p:nvPr/>
            </p:nvSpPr>
            <p:spPr>
              <a:xfrm>
                <a:off x="3744479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2" name="ph8452"/>
              <p:cNvSpPr/>
              <p:nvPr/>
            </p:nvSpPr>
            <p:spPr>
              <a:xfrm>
                <a:off x="3753741" y="9471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3" name="ph8453"/>
              <p:cNvSpPr/>
              <p:nvPr/>
            </p:nvSpPr>
            <p:spPr>
              <a:xfrm>
                <a:off x="3772265" y="96437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10061" y="897161"/>
                    </a:lnTo>
                    <a:lnTo>
                      <a:pt x="914037" y="905743"/>
                    </a:lnTo>
                    <a:lnTo>
                      <a:pt x="914400" y="906617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4" name="ph8454"/>
              <p:cNvSpPr/>
              <p:nvPr/>
            </p:nvSpPr>
            <p:spPr>
              <a:xfrm>
                <a:off x="3772265" y="964379"/>
                <a:ext cx="9176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623" h="914399">
                    <a:moveTo>
                      <a:pt x="914400" y="914399"/>
                    </a:moveTo>
                    <a:lnTo>
                      <a:pt x="914400" y="906617"/>
                    </a:lnTo>
                    <a:lnTo>
                      <a:pt x="917623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5" name="ph8455"/>
              <p:cNvSpPr/>
              <p:nvPr/>
            </p:nvSpPr>
            <p:spPr>
              <a:xfrm>
                <a:off x="2123590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67"/>
                    </a:lnTo>
                    <a:lnTo>
                      <a:pt x="908493" y="912841"/>
                    </a:lnTo>
                    <a:lnTo>
                      <a:pt x="914199" y="910829"/>
                    </a:lnTo>
                    <a:lnTo>
                      <a:pt x="914400" y="91077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6" name="ph8456"/>
              <p:cNvSpPr/>
              <p:nvPr/>
            </p:nvSpPr>
            <p:spPr>
              <a:xfrm>
                <a:off x="2132852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10778"/>
                    </a:lnTo>
                    <a:lnTo>
                      <a:pt x="910691" y="909373"/>
                    </a:lnTo>
                    <a:lnTo>
                      <a:pt x="914400" y="908801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7" name="ph8457"/>
              <p:cNvSpPr/>
              <p:nvPr/>
            </p:nvSpPr>
            <p:spPr>
              <a:xfrm>
                <a:off x="2142115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801"/>
                    </a:lnTo>
                    <a:lnTo>
                      <a:pt x="907216" y="908479"/>
                    </a:lnTo>
                    <a:lnTo>
                      <a:pt x="913021" y="908149"/>
                    </a:lnTo>
                    <a:lnTo>
                      <a:pt x="914400" y="908205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8" name="ph8458"/>
              <p:cNvSpPr/>
              <p:nvPr/>
            </p:nvSpPr>
            <p:spPr>
              <a:xfrm>
                <a:off x="2151377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8205"/>
                    </a:lnTo>
                    <a:lnTo>
                      <a:pt x="909565" y="908384"/>
                    </a:lnTo>
                    <a:lnTo>
                      <a:pt x="914400" y="909051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9" name="ph8459"/>
              <p:cNvSpPr/>
              <p:nvPr/>
            </p:nvSpPr>
            <p:spPr>
              <a:xfrm>
                <a:off x="2160639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909051"/>
                    </a:lnTo>
                    <a:lnTo>
                      <a:pt x="906094" y="909183"/>
                    </a:lnTo>
                    <a:lnTo>
                      <a:pt x="911855" y="910544"/>
                    </a:lnTo>
                    <a:lnTo>
                      <a:pt x="914400" y="91139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0" name="ph8460"/>
              <p:cNvSpPr/>
              <p:nvPr/>
            </p:nvSpPr>
            <p:spPr>
              <a:xfrm>
                <a:off x="2160639" y="947140"/>
                <a:ext cx="92200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1" h="914399">
                    <a:moveTo>
                      <a:pt x="914400" y="914399"/>
                    </a:moveTo>
                    <a:lnTo>
                      <a:pt x="914400" y="911398"/>
                    </a:lnTo>
                    <a:lnTo>
                      <a:pt x="917570" y="912462"/>
                    </a:lnTo>
                    <a:lnTo>
                      <a:pt x="922001" y="91439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1" name="ph8461"/>
              <p:cNvSpPr/>
              <p:nvPr/>
            </p:nvSpPr>
            <p:spPr>
              <a:xfrm>
                <a:off x="3281368" y="929902"/>
                <a:ext cx="914400" cy="92323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234">
                    <a:moveTo>
                      <a:pt x="914400" y="914400"/>
                    </a:moveTo>
                    <a:lnTo>
                      <a:pt x="914400" y="923234"/>
                    </a:lnTo>
                    <a:lnTo>
                      <a:pt x="912751" y="918563"/>
                    </a:lnTo>
                    <a:lnTo>
                      <a:pt x="911440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2" name="ph8462"/>
              <p:cNvSpPr/>
              <p:nvPr/>
            </p:nvSpPr>
            <p:spPr>
              <a:xfrm>
                <a:off x="32813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7537" y="931638"/>
                    </a:lnTo>
                    <a:lnTo>
                      <a:pt x="915880" y="927431"/>
                    </a:lnTo>
                    <a:lnTo>
                      <a:pt x="914400" y="923234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3" name="ph8463"/>
              <p:cNvSpPr/>
              <p:nvPr/>
            </p:nvSpPr>
            <p:spPr>
              <a:xfrm>
                <a:off x="32906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4" name="ph8464"/>
              <p:cNvSpPr/>
              <p:nvPr/>
            </p:nvSpPr>
            <p:spPr>
              <a:xfrm>
                <a:off x="32998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5" name="ph8465"/>
              <p:cNvSpPr/>
              <p:nvPr/>
            </p:nvSpPr>
            <p:spPr>
              <a:xfrm>
                <a:off x="33091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6" name="ph8466"/>
              <p:cNvSpPr/>
              <p:nvPr/>
            </p:nvSpPr>
            <p:spPr>
              <a:xfrm>
                <a:off x="33184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7" name="ph8467"/>
              <p:cNvSpPr/>
              <p:nvPr/>
            </p:nvSpPr>
            <p:spPr>
              <a:xfrm>
                <a:off x="33276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8" name="ph8468"/>
              <p:cNvSpPr/>
              <p:nvPr/>
            </p:nvSpPr>
            <p:spPr>
              <a:xfrm>
                <a:off x="333694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9" name="ph8469"/>
              <p:cNvSpPr/>
              <p:nvPr/>
            </p:nvSpPr>
            <p:spPr>
              <a:xfrm>
                <a:off x="334620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0" name="ph8470"/>
              <p:cNvSpPr/>
              <p:nvPr/>
            </p:nvSpPr>
            <p:spPr>
              <a:xfrm>
                <a:off x="335546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1" name="ph8471"/>
              <p:cNvSpPr/>
              <p:nvPr/>
            </p:nvSpPr>
            <p:spPr>
              <a:xfrm>
                <a:off x="336472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2" name="ph8472"/>
              <p:cNvSpPr/>
              <p:nvPr/>
            </p:nvSpPr>
            <p:spPr>
              <a:xfrm>
                <a:off x="337399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3" name="ph8473"/>
              <p:cNvSpPr/>
              <p:nvPr/>
            </p:nvSpPr>
            <p:spPr>
              <a:xfrm>
                <a:off x="338325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4" name="ph8474"/>
              <p:cNvSpPr/>
              <p:nvPr/>
            </p:nvSpPr>
            <p:spPr>
              <a:xfrm>
                <a:off x="339251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5" name="ph8475"/>
              <p:cNvSpPr/>
              <p:nvPr/>
            </p:nvSpPr>
            <p:spPr>
              <a:xfrm>
                <a:off x="340177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6" name="ph8476"/>
              <p:cNvSpPr/>
              <p:nvPr/>
            </p:nvSpPr>
            <p:spPr>
              <a:xfrm>
                <a:off x="341103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7" name="ph8477"/>
              <p:cNvSpPr/>
              <p:nvPr/>
            </p:nvSpPr>
            <p:spPr>
              <a:xfrm>
                <a:off x="342030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8" name="ph8478"/>
              <p:cNvSpPr/>
              <p:nvPr/>
            </p:nvSpPr>
            <p:spPr>
              <a:xfrm>
                <a:off x="342956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9" name="ph8479"/>
              <p:cNvSpPr/>
              <p:nvPr/>
            </p:nvSpPr>
            <p:spPr>
              <a:xfrm>
                <a:off x="343882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0" name="ph8480"/>
              <p:cNvSpPr/>
              <p:nvPr/>
            </p:nvSpPr>
            <p:spPr>
              <a:xfrm>
                <a:off x="344808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1" name="ph8481"/>
              <p:cNvSpPr/>
              <p:nvPr/>
            </p:nvSpPr>
            <p:spPr>
              <a:xfrm>
                <a:off x="345735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2" name="ph8482"/>
              <p:cNvSpPr/>
              <p:nvPr/>
            </p:nvSpPr>
            <p:spPr>
              <a:xfrm>
                <a:off x="346661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3" name="ph8483"/>
              <p:cNvSpPr/>
              <p:nvPr/>
            </p:nvSpPr>
            <p:spPr>
              <a:xfrm>
                <a:off x="347587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4" name="ph8484"/>
              <p:cNvSpPr/>
              <p:nvPr/>
            </p:nvSpPr>
            <p:spPr>
              <a:xfrm>
                <a:off x="348513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5" name="ph8485"/>
              <p:cNvSpPr/>
              <p:nvPr/>
            </p:nvSpPr>
            <p:spPr>
              <a:xfrm>
                <a:off x="349439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6" name="ph8486"/>
              <p:cNvSpPr/>
              <p:nvPr/>
            </p:nvSpPr>
            <p:spPr>
              <a:xfrm>
                <a:off x="350366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7" name="ph8487"/>
              <p:cNvSpPr/>
              <p:nvPr/>
            </p:nvSpPr>
            <p:spPr>
              <a:xfrm>
                <a:off x="351292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8" name="ph8488"/>
              <p:cNvSpPr/>
              <p:nvPr/>
            </p:nvSpPr>
            <p:spPr>
              <a:xfrm>
                <a:off x="352218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9" name="ph8489"/>
              <p:cNvSpPr/>
              <p:nvPr/>
            </p:nvSpPr>
            <p:spPr>
              <a:xfrm>
                <a:off x="353144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0" name="ph8490"/>
              <p:cNvSpPr/>
              <p:nvPr/>
            </p:nvSpPr>
            <p:spPr>
              <a:xfrm>
                <a:off x="354071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1" name="ph8491"/>
              <p:cNvSpPr/>
              <p:nvPr/>
            </p:nvSpPr>
            <p:spPr>
              <a:xfrm>
                <a:off x="354997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2" name="ph8492"/>
              <p:cNvSpPr/>
              <p:nvPr/>
            </p:nvSpPr>
            <p:spPr>
              <a:xfrm>
                <a:off x="355923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3" name="ph8493"/>
              <p:cNvSpPr/>
              <p:nvPr/>
            </p:nvSpPr>
            <p:spPr>
              <a:xfrm>
                <a:off x="356849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4" name="ph8494"/>
              <p:cNvSpPr/>
              <p:nvPr/>
            </p:nvSpPr>
            <p:spPr>
              <a:xfrm>
                <a:off x="357775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5" name="ph8495"/>
              <p:cNvSpPr/>
              <p:nvPr/>
            </p:nvSpPr>
            <p:spPr>
              <a:xfrm>
                <a:off x="358702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6" name="ph8496"/>
              <p:cNvSpPr/>
              <p:nvPr/>
            </p:nvSpPr>
            <p:spPr>
              <a:xfrm>
                <a:off x="359628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7" name="ph8497"/>
              <p:cNvSpPr/>
              <p:nvPr/>
            </p:nvSpPr>
            <p:spPr>
              <a:xfrm>
                <a:off x="360554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8" name="ph8498"/>
              <p:cNvSpPr/>
              <p:nvPr/>
            </p:nvSpPr>
            <p:spPr>
              <a:xfrm>
                <a:off x="361480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9" name="ph8499"/>
              <p:cNvSpPr/>
              <p:nvPr/>
            </p:nvSpPr>
            <p:spPr>
              <a:xfrm>
                <a:off x="362407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0" name="ph8500"/>
              <p:cNvSpPr/>
              <p:nvPr/>
            </p:nvSpPr>
            <p:spPr>
              <a:xfrm>
                <a:off x="363333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1" name="ph8501"/>
              <p:cNvSpPr/>
              <p:nvPr/>
            </p:nvSpPr>
            <p:spPr>
              <a:xfrm>
                <a:off x="364259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2" name="ph8502"/>
              <p:cNvSpPr/>
              <p:nvPr/>
            </p:nvSpPr>
            <p:spPr>
              <a:xfrm>
                <a:off x="365185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3" name="ph8503"/>
              <p:cNvSpPr/>
              <p:nvPr/>
            </p:nvSpPr>
            <p:spPr>
              <a:xfrm>
                <a:off x="366111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4" name="ph8504"/>
              <p:cNvSpPr/>
              <p:nvPr/>
            </p:nvSpPr>
            <p:spPr>
              <a:xfrm>
                <a:off x="3670381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5" name="ph8505"/>
              <p:cNvSpPr/>
              <p:nvPr/>
            </p:nvSpPr>
            <p:spPr>
              <a:xfrm>
                <a:off x="3679643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6" name="ph8506"/>
              <p:cNvSpPr/>
              <p:nvPr/>
            </p:nvSpPr>
            <p:spPr>
              <a:xfrm>
                <a:off x="3688905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7" name="ph8507"/>
              <p:cNvSpPr/>
              <p:nvPr/>
            </p:nvSpPr>
            <p:spPr>
              <a:xfrm>
                <a:off x="3698168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8" name="ph8508"/>
              <p:cNvSpPr/>
              <p:nvPr/>
            </p:nvSpPr>
            <p:spPr>
              <a:xfrm>
                <a:off x="3707430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9" name="ph8509"/>
              <p:cNvSpPr/>
              <p:nvPr/>
            </p:nvSpPr>
            <p:spPr>
              <a:xfrm>
                <a:off x="3716692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0" name="ph8510"/>
              <p:cNvSpPr/>
              <p:nvPr/>
            </p:nvSpPr>
            <p:spPr>
              <a:xfrm>
                <a:off x="3725954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1" name="ph8511"/>
              <p:cNvSpPr/>
              <p:nvPr/>
            </p:nvSpPr>
            <p:spPr>
              <a:xfrm>
                <a:off x="3735217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2" name="ph8512"/>
              <p:cNvSpPr/>
              <p:nvPr/>
            </p:nvSpPr>
            <p:spPr>
              <a:xfrm>
                <a:off x="3744479" y="929902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3" name="ph8513"/>
              <p:cNvSpPr/>
              <p:nvPr/>
            </p:nvSpPr>
            <p:spPr>
              <a:xfrm>
                <a:off x="3763003" y="94714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2" y="897161"/>
                    </a:lnTo>
                    <a:lnTo>
                      <a:pt x="910633" y="898497"/>
                    </a:lnTo>
                    <a:lnTo>
                      <a:pt x="914400" y="905021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4" name="ph8514"/>
              <p:cNvSpPr/>
              <p:nvPr/>
            </p:nvSpPr>
            <p:spPr>
              <a:xfrm>
                <a:off x="3763003" y="947140"/>
                <a:ext cx="91932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323" h="914399">
                    <a:moveTo>
                      <a:pt x="914400" y="914399"/>
                    </a:moveTo>
                    <a:lnTo>
                      <a:pt x="914400" y="905021"/>
                    </a:lnTo>
                    <a:lnTo>
                      <a:pt x="915094" y="906223"/>
                    </a:lnTo>
                    <a:lnTo>
                      <a:pt x="919323" y="91439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5" name="ph8515"/>
              <p:cNvSpPr/>
              <p:nvPr/>
            </p:nvSpPr>
            <p:spPr>
              <a:xfrm>
                <a:off x="3281368" y="912663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399"/>
                    </a:moveTo>
                    <a:lnTo>
                      <a:pt x="914400" y="931638"/>
                    </a:lnTo>
                    <a:lnTo>
                      <a:pt x="911440" y="931638"/>
                    </a:lnTo>
                    <a:lnTo>
                      <a:pt x="909870" y="926647"/>
                    </a:lnTo>
                    <a:lnTo>
                      <a:pt x="907244" y="917230"/>
                    </a:lnTo>
                    <a:lnTo>
                      <a:pt x="906552" y="91439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6" name="ph8516"/>
              <p:cNvSpPr/>
              <p:nvPr/>
            </p:nvSpPr>
            <p:spPr>
              <a:xfrm>
                <a:off x="32813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7" name="ph8517"/>
              <p:cNvSpPr/>
              <p:nvPr/>
            </p:nvSpPr>
            <p:spPr>
              <a:xfrm>
                <a:off x="32906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8" name="ph8518"/>
              <p:cNvSpPr/>
              <p:nvPr/>
            </p:nvSpPr>
            <p:spPr>
              <a:xfrm>
                <a:off x="32998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9" name="ph8519"/>
              <p:cNvSpPr/>
              <p:nvPr/>
            </p:nvSpPr>
            <p:spPr>
              <a:xfrm>
                <a:off x="33091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0" name="ph8520"/>
              <p:cNvSpPr/>
              <p:nvPr/>
            </p:nvSpPr>
            <p:spPr>
              <a:xfrm>
                <a:off x="33184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1" name="ph8521"/>
              <p:cNvSpPr/>
              <p:nvPr/>
            </p:nvSpPr>
            <p:spPr>
              <a:xfrm>
                <a:off x="332767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2" name="ph8522"/>
              <p:cNvSpPr/>
              <p:nvPr/>
            </p:nvSpPr>
            <p:spPr>
              <a:xfrm>
                <a:off x="333694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3" name="ph8523"/>
              <p:cNvSpPr/>
              <p:nvPr/>
            </p:nvSpPr>
            <p:spPr>
              <a:xfrm>
                <a:off x="334620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4" name="ph8524"/>
              <p:cNvSpPr/>
              <p:nvPr/>
            </p:nvSpPr>
            <p:spPr>
              <a:xfrm>
                <a:off x="335546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5" name="ph8525"/>
              <p:cNvSpPr/>
              <p:nvPr/>
            </p:nvSpPr>
            <p:spPr>
              <a:xfrm>
                <a:off x="336472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6" name="ph8526"/>
              <p:cNvSpPr/>
              <p:nvPr/>
            </p:nvSpPr>
            <p:spPr>
              <a:xfrm>
                <a:off x="337399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7" name="ph8527"/>
              <p:cNvSpPr/>
              <p:nvPr/>
            </p:nvSpPr>
            <p:spPr>
              <a:xfrm>
                <a:off x="338325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8" name="ph8528"/>
              <p:cNvSpPr/>
              <p:nvPr/>
            </p:nvSpPr>
            <p:spPr>
              <a:xfrm>
                <a:off x="339251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9" name="ph8529"/>
              <p:cNvSpPr/>
              <p:nvPr/>
            </p:nvSpPr>
            <p:spPr>
              <a:xfrm>
                <a:off x="340177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0" name="ph8530"/>
              <p:cNvSpPr/>
              <p:nvPr/>
            </p:nvSpPr>
            <p:spPr>
              <a:xfrm>
                <a:off x="341103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1" name="ph8531"/>
              <p:cNvSpPr/>
              <p:nvPr/>
            </p:nvSpPr>
            <p:spPr>
              <a:xfrm>
                <a:off x="342030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2" name="ph8532"/>
              <p:cNvSpPr/>
              <p:nvPr/>
            </p:nvSpPr>
            <p:spPr>
              <a:xfrm>
                <a:off x="342956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3" name="ph8533"/>
              <p:cNvSpPr/>
              <p:nvPr/>
            </p:nvSpPr>
            <p:spPr>
              <a:xfrm>
                <a:off x="343882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4" name="ph8534"/>
              <p:cNvSpPr/>
              <p:nvPr/>
            </p:nvSpPr>
            <p:spPr>
              <a:xfrm>
                <a:off x="344808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5" name="ph8535"/>
              <p:cNvSpPr/>
              <p:nvPr/>
            </p:nvSpPr>
            <p:spPr>
              <a:xfrm>
                <a:off x="345735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6" name="ph8536"/>
              <p:cNvSpPr/>
              <p:nvPr/>
            </p:nvSpPr>
            <p:spPr>
              <a:xfrm>
                <a:off x="346661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7" name="ph8537"/>
              <p:cNvSpPr/>
              <p:nvPr/>
            </p:nvSpPr>
            <p:spPr>
              <a:xfrm>
                <a:off x="347587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8" name="ph8538"/>
              <p:cNvSpPr/>
              <p:nvPr/>
            </p:nvSpPr>
            <p:spPr>
              <a:xfrm>
                <a:off x="348513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9" name="ph8539"/>
              <p:cNvSpPr/>
              <p:nvPr/>
            </p:nvSpPr>
            <p:spPr>
              <a:xfrm>
                <a:off x="349439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0" name="ph8540"/>
              <p:cNvSpPr/>
              <p:nvPr/>
            </p:nvSpPr>
            <p:spPr>
              <a:xfrm>
                <a:off x="350366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1" name="ph8541"/>
              <p:cNvSpPr/>
              <p:nvPr/>
            </p:nvSpPr>
            <p:spPr>
              <a:xfrm>
                <a:off x="351292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2" name="ph8542"/>
              <p:cNvSpPr/>
              <p:nvPr/>
            </p:nvSpPr>
            <p:spPr>
              <a:xfrm>
                <a:off x="352218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3" name="ph8543"/>
              <p:cNvSpPr/>
              <p:nvPr/>
            </p:nvSpPr>
            <p:spPr>
              <a:xfrm>
                <a:off x="353144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4" name="ph8544"/>
              <p:cNvSpPr/>
              <p:nvPr/>
            </p:nvSpPr>
            <p:spPr>
              <a:xfrm>
                <a:off x="354071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5" name="ph8545"/>
              <p:cNvSpPr/>
              <p:nvPr/>
            </p:nvSpPr>
            <p:spPr>
              <a:xfrm>
                <a:off x="354997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6" name="ph8546"/>
              <p:cNvSpPr/>
              <p:nvPr/>
            </p:nvSpPr>
            <p:spPr>
              <a:xfrm>
                <a:off x="355923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7" name="ph8547"/>
              <p:cNvSpPr/>
              <p:nvPr/>
            </p:nvSpPr>
            <p:spPr>
              <a:xfrm>
                <a:off x="356849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8" name="ph8548"/>
              <p:cNvSpPr/>
              <p:nvPr/>
            </p:nvSpPr>
            <p:spPr>
              <a:xfrm>
                <a:off x="357775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9" name="ph8549"/>
              <p:cNvSpPr/>
              <p:nvPr/>
            </p:nvSpPr>
            <p:spPr>
              <a:xfrm>
                <a:off x="358702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0" name="ph8550"/>
              <p:cNvSpPr/>
              <p:nvPr/>
            </p:nvSpPr>
            <p:spPr>
              <a:xfrm>
                <a:off x="359628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1" name="ph8551"/>
              <p:cNvSpPr/>
              <p:nvPr/>
            </p:nvSpPr>
            <p:spPr>
              <a:xfrm>
                <a:off x="360554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2" name="ph8552"/>
              <p:cNvSpPr/>
              <p:nvPr/>
            </p:nvSpPr>
            <p:spPr>
              <a:xfrm>
                <a:off x="361480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3" name="ph8553"/>
              <p:cNvSpPr/>
              <p:nvPr/>
            </p:nvSpPr>
            <p:spPr>
              <a:xfrm>
                <a:off x="362407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4" name="ph8554"/>
              <p:cNvSpPr/>
              <p:nvPr/>
            </p:nvSpPr>
            <p:spPr>
              <a:xfrm>
                <a:off x="363333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5" name="ph8555"/>
              <p:cNvSpPr/>
              <p:nvPr/>
            </p:nvSpPr>
            <p:spPr>
              <a:xfrm>
                <a:off x="364259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6" name="ph8556"/>
              <p:cNvSpPr/>
              <p:nvPr/>
            </p:nvSpPr>
            <p:spPr>
              <a:xfrm>
                <a:off x="365185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7" name="ph8557"/>
              <p:cNvSpPr/>
              <p:nvPr/>
            </p:nvSpPr>
            <p:spPr>
              <a:xfrm>
                <a:off x="3661119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8" name="ph8558"/>
              <p:cNvSpPr/>
              <p:nvPr/>
            </p:nvSpPr>
            <p:spPr>
              <a:xfrm>
                <a:off x="3670381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9" name="ph8559"/>
              <p:cNvSpPr/>
              <p:nvPr/>
            </p:nvSpPr>
            <p:spPr>
              <a:xfrm>
                <a:off x="3679643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0" name="ph8560"/>
              <p:cNvSpPr/>
              <p:nvPr/>
            </p:nvSpPr>
            <p:spPr>
              <a:xfrm>
                <a:off x="3688905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1" name="ph8561"/>
              <p:cNvSpPr/>
              <p:nvPr/>
            </p:nvSpPr>
            <p:spPr>
              <a:xfrm>
                <a:off x="3698168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2" name="ph8562"/>
              <p:cNvSpPr/>
              <p:nvPr/>
            </p:nvSpPr>
            <p:spPr>
              <a:xfrm>
                <a:off x="3707430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3" name="ph8563"/>
              <p:cNvSpPr/>
              <p:nvPr/>
            </p:nvSpPr>
            <p:spPr>
              <a:xfrm>
                <a:off x="3716692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4" name="ph8564"/>
              <p:cNvSpPr/>
              <p:nvPr/>
            </p:nvSpPr>
            <p:spPr>
              <a:xfrm>
                <a:off x="3725954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5" name="ph8565"/>
              <p:cNvSpPr/>
              <p:nvPr/>
            </p:nvSpPr>
            <p:spPr>
              <a:xfrm>
                <a:off x="3735217" y="91266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399"/>
                    </a:moveTo>
                    <a:lnTo>
                      <a:pt x="923662" y="914399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6" name="ph8566"/>
              <p:cNvSpPr/>
              <p:nvPr/>
            </p:nvSpPr>
            <p:spPr>
              <a:xfrm>
                <a:off x="3753741" y="9299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0789" y="897161"/>
                    </a:lnTo>
                    <a:lnTo>
                      <a:pt x="911067" y="897662"/>
                    </a:lnTo>
                    <a:lnTo>
                      <a:pt x="914400" y="904385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7" name="ph8567"/>
              <p:cNvSpPr/>
              <p:nvPr/>
            </p:nvSpPr>
            <p:spPr>
              <a:xfrm>
                <a:off x="3753741" y="929902"/>
                <a:ext cx="9190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4" h="914400">
                    <a:moveTo>
                      <a:pt x="914400" y="914400"/>
                    </a:moveTo>
                    <a:lnTo>
                      <a:pt x="914400" y="904385"/>
                    </a:lnTo>
                    <a:lnTo>
                      <a:pt x="915299" y="906201"/>
                    </a:lnTo>
                    <a:lnTo>
                      <a:pt x="918697" y="913876"/>
                    </a:lnTo>
                    <a:lnTo>
                      <a:pt x="919034" y="914400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8" name="ph8568"/>
              <p:cNvSpPr/>
              <p:nvPr/>
            </p:nvSpPr>
            <p:spPr>
              <a:xfrm>
                <a:off x="3272105" y="895425"/>
                <a:ext cx="914400" cy="92585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856">
                    <a:moveTo>
                      <a:pt x="914400" y="914400"/>
                    </a:moveTo>
                    <a:lnTo>
                      <a:pt x="914400" y="925856"/>
                    </a:lnTo>
                    <a:lnTo>
                      <a:pt x="914144" y="924813"/>
                    </a:lnTo>
                    <a:lnTo>
                      <a:pt x="912051" y="914945"/>
                    </a:lnTo>
                    <a:lnTo>
                      <a:pt x="911952" y="914400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9" name="ph8569"/>
              <p:cNvSpPr/>
              <p:nvPr/>
            </p:nvSpPr>
            <p:spPr>
              <a:xfrm>
                <a:off x="32721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5814" y="931638"/>
                    </a:lnTo>
                    <a:lnTo>
                      <a:pt x="914400" y="925856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0" name="ph8570"/>
              <p:cNvSpPr/>
              <p:nvPr/>
            </p:nvSpPr>
            <p:spPr>
              <a:xfrm>
                <a:off x="32813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1" name="ph8571"/>
              <p:cNvSpPr/>
              <p:nvPr/>
            </p:nvSpPr>
            <p:spPr>
              <a:xfrm>
                <a:off x="32906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2" name="ph8572"/>
              <p:cNvSpPr/>
              <p:nvPr/>
            </p:nvSpPr>
            <p:spPr>
              <a:xfrm>
                <a:off x="32998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3" name="ph8573"/>
              <p:cNvSpPr/>
              <p:nvPr/>
            </p:nvSpPr>
            <p:spPr>
              <a:xfrm>
                <a:off x="33091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4" name="ph8574"/>
              <p:cNvSpPr/>
              <p:nvPr/>
            </p:nvSpPr>
            <p:spPr>
              <a:xfrm>
                <a:off x="331841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5" name="ph8575"/>
              <p:cNvSpPr/>
              <p:nvPr/>
            </p:nvSpPr>
            <p:spPr>
              <a:xfrm>
                <a:off x="332767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6" name="ph8576"/>
              <p:cNvSpPr/>
              <p:nvPr/>
            </p:nvSpPr>
            <p:spPr>
              <a:xfrm>
                <a:off x="333694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7" name="ph8577"/>
              <p:cNvSpPr/>
              <p:nvPr/>
            </p:nvSpPr>
            <p:spPr>
              <a:xfrm>
                <a:off x="334620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8" name="ph8578"/>
              <p:cNvSpPr/>
              <p:nvPr/>
            </p:nvSpPr>
            <p:spPr>
              <a:xfrm>
                <a:off x="335546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9" name="ph8579"/>
              <p:cNvSpPr/>
              <p:nvPr/>
            </p:nvSpPr>
            <p:spPr>
              <a:xfrm>
                <a:off x="336472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0" name="ph8580"/>
              <p:cNvSpPr/>
              <p:nvPr/>
            </p:nvSpPr>
            <p:spPr>
              <a:xfrm>
                <a:off x="337399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1" name="ph8581"/>
              <p:cNvSpPr/>
              <p:nvPr/>
            </p:nvSpPr>
            <p:spPr>
              <a:xfrm>
                <a:off x="338325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2" name="ph8582"/>
              <p:cNvSpPr/>
              <p:nvPr/>
            </p:nvSpPr>
            <p:spPr>
              <a:xfrm>
                <a:off x="339251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3" name="ph8583"/>
              <p:cNvSpPr/>
              <p:nvPr/>
            </p:nvSpPr>
            <p:spPr>
              <a:xfrm>
                <a:off x="340177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4" name="ph8584"/>
              <p:cNvSpPr/>
              <p:nvPr/>
            </p:nvSpPr>
            <p:spPr>
              <a:xfrm>
                <a:off x="341103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5" name="ph8585"/>
              <p:cNvSpPr/>
              <p:nvPr/>
            </p:nvSpPr>
            <p:spPr>
              <a:xfrm>
                <a:off x="342030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6" name="ph8586"/>
              <p:cNvSpPr/>
              <p:nvPr/>
            </p:nvSpPr>
            <p:spPr>
              <a:xfrm>
                <a:off x="342956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7" name="ph8587"/>
              <p:cNvSpPr/>
              <p:nvPr/>
            </p:nvSpPr>
            <p:spPr>
              <a:xfrm>
                <a:off x="343882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8" name="ph8588"/>
              <p:cNvSpPr/>
              <p:nvPr/>
            </p:nvSpPr>
            <p:spPr>
              <a:xfrm>
                <a:off x="344808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9" name="ph8589"/>
              <p:cNvSpPr/>
              <p:nvPr/>
            </p:nvSpPr>
            <p:spPr>
              <a:xfrm>
                <a:off x="345735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0" name="ph8590"/>
              <p:cNvSpPr/>
              <p:nvPr/>
            </p:nvSpPr>
            <p:spPr>
              <a:xfrm>
                <a:off x="346661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1" name="ph8591"/>
              <p:cNvSpPr/>
              <p:nvPr/>
            </p:nvSpPr>
            <p:spPr>
              <a:xfrm>
                <a:off x="347587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2" name="ph8592"/>
              <p:cNvSpPr/>
              <p:nvPr/>
            </p:nvSpPr>
            <p:spPr>
              <a:xfrm>
                <a:off x="348513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3" name="ph8593"/>
              <p:cNvSpPr/>
              <p:nvPr/>
            </p:nvSpPr>
            <p:spPr>
              <a:xfrm>
                <a:off x="349439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4" name="ph8594"/>
              <p:cNvSpPr/>
              <p:nvPr/>
            </p:nvSpPr>
            <p:spPr>
              <a:xfrm>
                <a:off x="350366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5" name="ph8595"/>
              <p:cNvSpPr/>
              <p:nvPr/>
            </p:nvSpPr>
            <p:spPr>
              <a:xfrm>
                <a:off x="351292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6" name="ph8596"/>
              <p:cNvSpPr/>
              <p:nvPr/>
            </p:nvSpPr>
            <p:spPr>
              <a:xfrm>
                <a:off x="352218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7" name="ph8597"/>
              <p:cNvSpPr/>
              <p:nvPr/>
            </p:nvSpPr>
            <p:spPr>
              <a:xfrm>
                <a:off x="353144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8" name="ph8598"/>
              <p:cNvSpPr/>
              <p:nvPr/>
            </p:nvSpPr>
            <p:spPr>
              <a:xfrm>
                <a:off x="354071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9" name="ph8599"/>
              <p:cNvSpPr/>
              <p:nvPr/>
            </p:nvSpPr>
            <p:spPr>
              <a:xfrm>
                <a:off x="354997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0" name="ph8600"/>
              <p:cNvSpPr/>
              <p:nvPr/>
            </p:nvSpPr>
            <p:spPr>
              <a:xfrm>
                <a:off x="355923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1" name="ph8601"/>
              <p:cNvSpPr/>
              <p:nvPr/>
            </p:nvSpPr>
            <p:spPr>
              <a:xfrm>
                <a:off x="356849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2" name="ph8602"/>
              <p:cNvSpPr/>
              <p:nvPr/>
            </p:nvSpPr>
            <p:spPr>
              <a:xfrm>
                <a:off x="357775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3" name="ph8603"/>
              <p:cNvSpPr/>
              <p:nvPr/>
            </p:nvSpPr>
            <p:spPr>
              <a:xfrm>
                <a:off x="358702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4" name="ph8604"/>
              <p:cNvSpPr/>
              <p:nvPr/>
            </p:nvSpPr>
            <p:spPr>
              <a:xfrm>
                <a:off x="359628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5" name="ph8605"/>
              <p:cNvSpPr/>
              <p:nvPr/>
            </p:nvSpPr>
            <p:spPr>
              <a:xfrm>
                <a:off x="360554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6" name="ph8606"/>
              <p:cNvSpPr/>
              <p:nvPr/>
            </p:nvSpPr>
            <p:spPr>
              <a:xfrm>
                <a:off x="361480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7" name="ph8607"/>
              <p:cNvSpPr/>
              <p:nvPr/>
            </p:nvSpPr>
            <p:spPr>
              <a:xfrm>
                <a:off x="362407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8" name="ph8608"/>
              <p:cNvSpPr/>
              <p:nvPr/>
            </p:nvSpPr>
            <p:spPr>
              <a:xfrm>
                <a:off x="363333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9" name="ph8609"/>
              <p:cNvSpPr/>
              <p:nvPr/>
            </p:nvSpPr>
            <p:spPr>
              <a:xfrm>
                <a:off x="364259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0" name="ph8610"/>
              <p:cNvSpPr/>
              <p:nvPr/>
            </p:nvSpPr>
            <p:spPr>
              <a:xfrm>
                <a:off x="3651857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1" name="ph8611"/>
              <p:cNvSpPr/>
              <p:nvPr/>
            </p:nvSpPr>
            <p:spPr>
              <a:xfrm>
                <a:off x="3661119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2" name="ph8612"/>
              <p:cNvSpPr/>
              <p:nvPr/>
            </p:nvSpPr>
            <p:spPr>
              <a:xfrm>
                <a:off x="3670381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3" name="ph8613"/>
              <p:cNvSpPr/>
              <p:nvPr/>
            </p:nvSpPr>
            <p:spPr>
              <a:xfrm>
                <a:off x="3679643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4" name="ph8614"/>
              <p:cNvSpPr/>
              <p:nvPr/>
            </p:nvSpPr>
            <p:spPr>
              <a:xfrm>
                <a:off x="3688905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5" name="ph8615"/>
              <p:cNvSpPr/>
              <p:nvPr/>
            </p:nvSpPr>
            <p:spPr>
              <a:xfrm>
                <a:off x="3698168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6" name="ph8616"/>
              <p:cNvSpPr/>
              <p:nvPr/>
            </p:nvSpPr>
            <p:spPr>
              <a:xfrm>
                <a:off x="3707430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7" name="ph8617"/>
              <p:cNvSpPr/>
              <p:nvPr/>
            </p:nvSpPr>
            <p:spPr>
              <a:xfrm>
                <a:off x="3716692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8" name="ph8618"/>
              <p:cNvSpPr/>
              <p:nvPr/>
            </p:nvSpPr>
            <p:spPr>
              <a:xfrm>
                <a:off x="3725954" y="895425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9" name="ph8619"/>
              <p:cNvSpPr/>
              <p:nvPr/>
            </p:nvSpPr>
            <p:spPr>
              <a:xfrm>
                <a:off x="3744479" y="912663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137" y="914399"/>
                    </a:lnTo>
                    <a:lnTo>
                      <a:pt x="905137" y="897161"/>
                    </a:lnTo>
                    <a:lnTo>
                      <a:pt x="909778" y="897168"/>
                    </a:lnTo>
                    <a:lnTo>
                      <a:pt x="909970" y="897460"/>
                    </a:lnTo>
                    <a:lnTo>
                      <a:pt x="910163" y="897753"/>
                    </a:lnTo>
                    <a:lnTo>
                      <a:pt x="910355" y="898046"/>
                    </a:lnTo>
                    <a:lnTo>
                      <a:pt x="910548" y="898339"/>
                    </a:lnTo>
                    <a:lnTo>
                      <a:pt x="910740" y="898631"/>
                    </a:lnTo>
                    <a:lnTo>
                      <a:pt x="910933" y="898924"/>
                    </a:lnTo>
                    <a:lnTo>
                      <a:pt x="911125" y="899217"/>
                    </a:lnTo>
                    <a:lnTo>
                      <a:pt x="914400" y="90449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0" name="ph8620"/>
              <p:cNvSpPr/>
              <p:nvPr/>
            </p:nvSpPr>
            <p:spPr>
              <a:xfrm>
                <a:off x="3744479" y="912663"/>
                <a:ext cx="92005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051" h="914399">
                    <a:moveTo>
                      <a:pt x="914400" y="914399"/>
                    </a:moveTo>
                    <a:lnTo>
                      <a:pt x="914400" y="904490"/>
                    </a:lnTo>
                    <a:lnTo>
                      <a:pt x="915846" y="906818"/>
                    </a:lnTo>
                    <a:lnTo>
                      <a:pt x="920051" y="91439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1" name="ph8621"/>
              <p:cNvSpPr/>
              <p:nvPr/>
            </p:nvSpPr>
            <p:spPr>
              <a:xfrm>
                <a:off x="3272105" y="87818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1952" y="931638"/>
                    </a:lnTo>
                    <a:lnTo>
                      <a:pt x="910232" y="922129"/>
                    </a:lnTo>
                    <a:lnTo>
                      <a:pt x="909068" y="914400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2" name="ph8622"/>
              <p:cNvSpPr/>
              <p:nvPr/>
            </p:nvSpPr>
            <p:spPr>
              <a:xfrm>
                <a:off x="32721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3" name="ph8623"/>
              <p:cNvSpPr/>
              <p:nvPr/>
            </p:nvSpPr>
            <p:spPr>
              <a:xfrm>
                <a:off x="32813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4" name="ph8624"/>
              <p:cNvSpPr/>
              <p:nvPr/>
            </p:nvSpPr>
            <p:spPr>
              <a:xfrm>
                <a:off x="32906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5" name="ph8625"/>
              <p:cNvSpPr/>
              <p:nvPr/>
            </p:nvSpPr>
            <p:spPr>
              <a:xfrm>
                <a:off x="32998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6" name="ph8626"/>
              <p:cNvSpPr/>
              <p:nvPr/>
            </p:nvSpPr>
            <p:spPr>
              <a:xfrm>
                <a:off x="330915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7" name="ph8627"/>
              <p:cNvSpPr/>
              <p:nvPr/>
            </p:nvSpPr>
            <p:spPr>
              <a:xfrm>
                <a:off x="331841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8" name="ph8628"/>
              <p:cNvSpPr/>
              <p:nvPr/>
            </p:nvSpPr>
            <p:spPr>
              <a:xfrm>
                <a:off x="332767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9" name="ph8629"/>
              <p:cNvSpPr/>
              <p:nvPr/>
            </p:nvSpPr>
            <p:spPr>
              <a:xfrm>
                <a:off x="333694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0" name="ph8630"/>
              <p:cNvSpPr/>
              <p:nvPr/>
            </p:nvSpPr>
            <p:spPr>
              <a:xfrm>
                <a:off x="334620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1" name="ph8631"/>
              <p:cNvSpPr/>
              <p:nvPr/>
            </p:nvSpPr>
            <p:spPr>
              <a:xfrm>
                <a:off x="335546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2" name="ph8632"/>
              <p:cNvSpPr/>
              <p:nvPr/>
            </p:nvSpPr>
            <p:spPr>
              <a:xfrm>
                <a:off x="336472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3" name="ph8633"/>
              <p:cNvSpPr/>
              <p:nvPr/>
            </p:nvSpPr>
            <p:spPr>
              <a:xfrm>
                <a:off x="337399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4" name="ph8634"/>
              <p:cNvSpPr/>
              <p:nvPr/>
            </p:nvSpPr>
            <p:spPr>
              <a:xfrm>
                <a:off x="338325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5" name="ph8635"/>
              <p:cNvSpPr/>
              <p:nvPr/>
            </p:nvSpPr>
            <p:spPr>
              <a:xfrm>
                <a:off x="339251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6" name="ph8636"/>
              <p:cNvSpPr/>
              <p:nvPr/>
            </p:nvSpPr>
            <p:spPr>
              <a:xfrm>
                <a:off x="340177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7" name="ph8637"/>
              <p:cNvSpPr/>
              <p:nvPr/>
            </p:nvSpPr>
            <p:spPr>
              <a:xfrm>
                <a:off x="341103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8" name="ph8638"/>
              <p:cNvSpPr/>
              <p:nvPr/>
            </p:nvSpPr>
            <p:spPr>
              <a:xfrm>
                <a:off x="342030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9" name="ph8639"/>
              <p:cNvSpPr/>
              <p:nvPr/>
            </p:nvSpPr>
            <p:spPr>
              <a:xfrm>
                <a:off x="342956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0" name="ph8640"/>
              <p:cNvSpPr/>
              <p:nvPr/>
            </p:nvSpPr>
            <p:spPr>
              <a:xfrm>
                <a:off x="343882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1" name="ph8641"/>
              <p:cNvSpPr/>
              <p:nvPr/>
            </p:nvSpPr>
            <p:spPr>
              <a:xfrm>
                <a:off x="344808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2" name="ph8642"/>
              <p:cNvSpPr/>
              <p:nvPr/>
            </p:nvSpPr>
            <p:spPr>
              <a:xfrm>
                <a:off x="345735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3" name="ph8643"/>
              <p:cNvSpPr/>
              <p:nvPr/>
            </p:nvSpPr>
            <p:spPr>
              <a:xfrm>
                <a:off x="346661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4" name="ph8644"/>
              <p:cNvSpPr/>
              <p:nvPr/>
            </p:nvSpPr>
            <p:spPr>
              <a:xfrm>
                <a:off x="347587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5" name="ph8645"/>
              <p:cNvSpPr/>
              <p:nvPr/>
            </p:nvSpPr>
            <p:spPr>
              <a:xfrm>
                <a:off x="348513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6" name="ph8646"/>
              <p:cNvSpPr/>
              <p:nvPr/>
            </p:nvSpPr>
            <p:spPr>
              <a:xfrm>
                <a:off x="349439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7" name="ph8647"/>
              <p:cNvSpPr/>
              <p:nvPr/>
            </p:nvSpPr>
            <p:spPr>
              <a:xfrm>
                <a:off x="350366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8" name="ph8648"/>
              <p:cNvSpPr/>
              <p:nvPr/>
            </p:nvSpPr>
            <p:spPr>
              <a:xfrm>
                <a:off x="351292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9" name="ph8649"/>
              <p:cNvSpPr/>
              <p:nvPr/>
            </p:nvSpPr>
            <p:spPr>
              <a:xfrm>
                <a:off x="352218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0" name="ph8650"/>
              <p:cNvSpPr/>
              <p:nvPr/>
            </p:nvSpPr>
            <p:spPr>
              <a:xfrm>
                <a:off x="353144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1" name="ph8651"/>
              <p:cNvSpPr/>
              <p:nvPr/>
            </p:nvSpPr>
            <p:spPr>
              <a:xfrm>
                <a:off x="354071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2" name="ph8652"/>
              <p:cNvSpPr/>
              <p:nvPr/>
            </p:nvSpPr>
            <p:spPr>
              <a:xfrm>
                <a:off x="354997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3" name="ph8653"/>
              <p:cNvSpPr/>
              <p:nvPr/>
            </p:nvSpPr>
            <p:spPr>
              <a:xfrm>
                <a:off x="355923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4" name="ph8654"/>
              <p:cNvSpPr/>
              <p:nvPr/>
            </p:nvSpPr>
            <p:spPr>
              <a:xfrm>
                <a:off x="356849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5" name="ph8655"/>
              <p:cNvSpPr/>
              <p:nvPr/>
            </p:nvSpPr>
            <p:spPr>
              <a:xfrm>
                <a:off x="357775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6" name="ph8656"/>
              <p:cNvSpPr/>
              <p:nvPr/>
            </p:nvSpPr>
            <p:spPr>
              <a:xfrm>
                <a:off x="358702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7" name="ph8657"/>
              <p:cNvSpPr/>
              <p:nvPr/>
            </p:nvSpPr>
            <p:spPr>
              <a:xfrm>
                <a:off x="359628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8" name="ph8658"/>
              <p:cNvSpPr/>
              <p:nvPr/>
            </p:nvSpPr>
            <p:spPr>
              <a:xfrm>
                <a:off x="360554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9" name="ph8659"/>
              <p:cNvSpPr/>
              <p:nvPr/>
            </p:nvSpPr>
            <p:spPr>
              <a:xfrm>
                <a:off x="361480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0" name="ph8660"/>
              <p:cNvSpPr/>
              <p:nvPr/>
            </p:nvSpPr>
            <p:spPr>
              <a:xfrm>
                <a:off x="362407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1" name="ph8661"/>
              <p:cNvSpPr/>
              <p:nvPr/>
            </p:nvSpPr>
            <p:spPr>
              <a:xfrm>
                <a:off x="363333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2" name="ph8662"/>
              <p:cNvSpPr/>
              <p:nvPr/>
            </p:nvSpPr>
            <p:spPr>
              <a:xfrm>
                <a:off x="3642594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3" name="ph8663"/>
              <p:cNvSpPr/>
              <p:nvPr/>
            </p:nvSpPr>
            <p:spPr>
              <a:xfrm>
                <a:off x="3651857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4" name="ph8664"/>
              <p:cNvSpPr/>
              <p:nvPr/>
            </p:nvSpPr>
            <p:spPr>
              <a:xfrm>
                <a:off x="3661119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5" name="ph8665"/>
              <p:cNvSpPr/>
              <p:nvPr/>
            </p:nvSpPr>
            <p:spPr>
              <a:xfrm>
                <a:off x="3670381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6" name="ph8666"/>
              <p:cNvSpPr/>
              <p:nvPr/>
            </p:nvSpPr>
            <p:spPr>
              <a:xfrm>
                <a:off x="3679643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7" name="ph8667"/>
              <p:cNvSpPr/>
              <p:nvPr/>
            </p:nvSpPr>
            <p:spPr>
              <a:xfrm>
                <a:off x="3688905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8" name="ph8668"/>
              <p:cNvSpPr/>
              <p:nvPr/>
            </p:nvSpPr>
            <p:spPr>
              <a:xfrm>
                <a:off x="3698168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9" name="ph8669"/>
              <p:cNvSpPr/>
              <p:nvPr/>
            </p:nvSpPr>
            <p:spPr>
              <a:xfrm>
                <a:off x="3707430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0" name="ph8670"/>
              <p:cNvSpPr/>
              <p:nvPr/>
            </p:nvSpPr>
            <p:spPr>
              <a:xfrm>
                <a:off x="3716692" y="87818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1" name="ph8671"/>
              <p:cNvSpPr/>
              <p:nvPr/>
            </p:nvSpPr>
            <p:spPr>
              <a:xfrm>
                <a:off x="3735217" y="89542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658" y="897161"/>
                    </a:lnTo>
                    <a:lnTo>
                      <a:pt x="908053" y="897728"/>
                    </a:lnTo>
                    <a:lnTo>
                      <a:pt x="908243" y="898017"/>
                    </a:lnTo>
                    <a:lnTo>
                      <a:pt x="908436" y="898309"/>
                    </a:lnTo>
                    <a:lnTo>
                      <a:pt x="908629" y="898602"/>
                    </a:lnTo>
                    <a:lnTo>
                      <a:pt x="908822" y="898894"/>
                    </a:lnTo>
                    <a:lnTo>
                      <a:pt x="909015" y="899187"/>
                    </a:lnTo>
                    <a:lnTo>
                      <a:pt x="909208" y="899480"/>
                    </a:lnTo>
                    <a:lnTo>
                      <a:pt x="909401" y="899772"/>
                    </a:lnTo>
                    <a:lnTo>
                      <a:pt x="909594" y="900065"/>
                    </a:lnTo>
                    <a:lnTo>
                      <a:pt x="909787" y="900357"/>
                    </a:lnTo>
                    <a:lnTo>
                      <a:pt x="909980" y="900650"/>
                    </a:lnTo>
                    <a:lnTo>
                      <a:pt x="910173" y="900943"/>
                    </a:lnTo>
                    <a:lnTo>
                      <a:pt x="910366" y="901235"/>
                    </a:lnTo>
                    <a:lnTo>
                      <a:pt x="910559" y="901528"/>
                    </a:lnTo>
                    <a:lnTo>
                      <a:pt x="910752" y="901821"/>
                    </a:lnTo>
                    <a:lnTo>
                      <a:pt x="910945" y="902113"/>
                    </a:lnTo>
                    <a:lnTo>
                      <a:pt x="911138" y="902406"/>
                    </a:lnTo>
                    <a:lnTo>
                      <a:pt x="911331" y="902698"/>
                    </a:lnTo>
                    <a:lnTo>
                      <a:pt x="911524" y="902991"/>
                    </a:lnTo>
                    <a:lnTo>
                      <a:pt x="911717" y="903284"/>
                    </a:lnTo>
                    <a:lnTo>
                      <a:pt x="911910" y="903576"/>
                    </a:lnTo>
                    <a:lnTo>
                      <a:pt x="912103" y="903869"/>
                    </a:lnTo>
                    <a:lnTo>
                      <a:pt x="912296" y="904162"/>
                    </a:lnTo>
                    <a:lnTo>
                      <a:pt x="912488" y="904454"/>
                    </a:lnTo>
                    <a:lnTo>
                      <a:pt x="912681" y="904747"/>
                    </a:lnTo>
                    <a:lnTo>
                      <a:pt x="912874" y="905040"/>
                    </a:lnTo>
                    <a:lnTo>
                      <a:pt x="913067" y="905332"/>
                    </a:lnTo>
                    <a:lnTo>
                      <a:pt x="913260" y="905625"/>
                    </a:lnTo>
                    <a:lnTo>
                      <a:pt x="913453" y="905918"/>
                    </a:lnTo>
                    <a:lnTo>
                      <a:pt x="913645" y="906210"/>
                    </a:lnTo>
                    <a:lnTo>
                      <a:pt x="913838" y="906503"/>
                    </a:lnTo>
                    <a:lnTo>
                      <a:pt x="914031" y="906796"/>
                    </a:lnTo>
                    <a:lnTo>
                      <a:pt x="914224" y="907088"/>
                    </a:lnTo>
                    <a:lnTo>
                      <a:pt x="914400" y="907355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2" name="ph8672"/>
              <p:cNvSpPr/>
              <p:nvPr/>
            </p:nvSpPr>
            <p:spPr>
              <a:xfrm>
                <a:off x="3735217" y="895425"/>
                <a:ext cx="919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036" h="914400">
                    <a:moveTo>
                      <a:pt x="914400" y="914400"/>
                    </a:moveTo>
                    <a:lnTo>
                      <a:pt x="914417" y="907381"/>
                    </a:lnTo>
                    <a:lnTo>
                      <a:pt x="914609" y="907674"/>
                    </a:lnTo>
                    <a:lnTo>
                      <a:pt x="914802" y="907966"/>
                    </a:lnTo>
                    <a:lnTo>
                      <a:pt x="914995" y="908259"/>
                    </a:lnTo>
                    <a:lnTo>
                      <a:pt x="915188" y="908552"/>
                    </a:lnTo>
                    <a:lnTo>
                      <a:pt x="915380" y="908844"/>
                    </a:lnTo>
                    <a:lnTo>
                      <a:pt x="915573" y="909137"/>
                    </a:lnTo>
                    <a:lnTo>
                      <a:pt x="915766" y="909430"/>
                    </a:lnTo>
                    <a:lnTo>
                      <a:pt x="915958" y="909722"/>
                    </a:lnTo>
                    <a:lnTo>
                      <a:pt x="916151" y="910015"/>
                    </a:lnTo>
                    <a:lnTo>
                      <a:pt x="916344" y="910308"/>
                    </a:lnTo>
                    <a:lnTo>
                      <a:pt x="916536" y="910601"/>
                    </a:lnTo>
                    <a:lnTo>
                      <a:pt x="916729" y="910893"/>
                    </a:lnTo>
                    <a:lnTo>
                      <a:pt x="916922" y="911186"/>
                    </a:lnTo>
                    <a:lnTo>
                      <a:pt x="917114" y="911479"/>
                    </a:lnTo>
                    <a:lnTo>
                      <a:pt x="917307" y="911771"/>
                    </a:lnTo>
                    <a:lnTo>
                      <a:pt x="917499" y="912064"/>
                    </a:lnTo>
                    <a:lnTo>
                      <a:pt x="917692" y="912357"/>
                    </a:lnTo>
                    <a:lnTo>
                      <a:pt x="917885" y="912650"/>
                    </a:lnTo>
                    <a:lnTo>
                      <a:pt x="918077" y="912942"/>
                    </a:lnTo>
                    <a:lnTo>
                      <a:pt x="918270" y="913235"/>
                    </a:lnTo>
                    <a:lnTo>
                      <a:pt x="918462" y="913528"/>
                    </a:lnTo>
                    <a:lnTo>
                      <a:pt x="918655" y="913820"/>
                    </a:lnTo>
                    <a:lnTo>
                      <a:pt x="918848" y="914113"/>
                    </a:lnTo>
                    <a:lnTo>
                      <a:pt x="919036" y="914400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3" name="ph8673"/>
              <p:cNvSpPr/>
              <p:nvPr/>
            </p:nvSpPr>
            <p:spPr>
              <a:xfrm>
                <a:off x="3272105" y="860948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068" y="931638"/>
                    </a:lnTo>
                    <a:lnTo>
                      <a:pt x="908693" y="929152"/>
                    </a:lnTo>
                    <a:lnTo>
                      <a:pt x="907437" y="918803"/>
                    </a:lnTo>
                    <a:lnTo>
                      <a:pt x="907029" y="914400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4" name="ph8674"/>
              <p:cNvSpPr/>
              <p:nvPr/>
            </p:nvSpPr>
            <p:spPr>
              <a:xfrm>
                <a:off x="32721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5" name="ph8675"/>
              <p:cNvSpPr/>
              <p:nvPr/>
            </p:nvSpPr>
            <p:spPr>
              <a:xfrm>
                <a:off x="32813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6" name="ph8676"/>
              <p:cNvSpPr/>
              <p:nvPr/>
            </p:nvSpPr>
            <p:spPr>
              <a:xfrm>
                <a:off x="329063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7" name="ph8677"/>
              <p:cNvSpPr/>
              <p:nvPr/>
            </p:nvSpPr>
            <p:spPr>
              <a:xfrm>
                <a:off x="329989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8" name="ph8678"/>
              <p:cNvSpPr/>
              <p:nvPr/>
            </p:nvSpPr>
            <p:spPr>
              <a:xfrm>
                <a:off x="330915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9" name="ph8679"/>
              <p:cNvSpPr/>
              <p:nvPr/>
            </p:nvSpPr>
            <p:spPr>
              <a:xfrm>
                <a:off x="331841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0" name="ph8680"/>
              <p:cNvSpPr/>
              <p:nvPr/>
            </p:nvSpPr>
            <p:spPr>
              <a:xfrm>
                <a:off x="332767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1" name="ph8681"/>
              <p:cNvSpPr/>
              <p:nvPr/>
            </p:nvSpPr>
            <p:spPr>
              <a:xfrm>
                <a:off x="333694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2" name="ph8682"/>
              <p:cNvSpPr/>
              <p:nvPr/>
            </p:nvSpPr>
            <p:spPr>
              <a:xfrm>
                <a:off x="334620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3" name="ph8683"/>
              <p:cNvSpPr/>
              <p:nvPr/>
            </p:nvSpPr>
            <p:spPr>
              <a:xfrm>
                <a:off x="335546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4" name="ph8684"/>
              <p:cNvSpPr/>
              <p:nvPr/>
            </p:nvSpPr>
            <p:spPr>
              <a:xfrm>
                <a:off x="336472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5" name="ph8685"/>
              <p:cNvSpPr/>
              <p:nvPr/>
            </p:nvSpPr>
            <p:spPr>
              <a:xfrm>
                <a:off x="337399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6" name="ph8686"/>
              <p:cNvSpPr/>
              <p:nvPr/>
            </p:nvSpPr>
            <p:spPr>
              <a:xfrm>
                <a:off x="338325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7" name="ph8687"/>
              <p:cNvSpPr/>
              <p:nvPr/>
            </p:nvSpPr>
            <p:spPr>
              <a:xfrm>
                <a:off x="339251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8" name="ph8688"/>
              <p:cNvSpPr/>
              <p:nvPr/>
            </p:nvSpPr>
            <p:spPr>
              <a:xfrm>
                <a:off x="340177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9" name="ph8689"/>
              <p:cNvSpPr/>
              <p:nvPr/>
            </p:nvSpPr>
            <p:spPr>
              <a:xfrm>
                <a:off x="341103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0" name="ph8690"/>
              <p:cNvSpPr/>
              <p:nvPr/>
            </p:nvSpPr>
            <p:spPr>
              <a:xfrm>
                <a:off x="342030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1" name="ph8691"/>
              <p:cNvSpPr/>
              <p:nvPr/>
            </p:nvSpPr>
            <p:spPr>
              <a:xfrm>
                <a:off x="342956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2" name="ph8692"/>
              <p:cNvSpPr/>
              <p:nvPr/>
            </p:nvSpPr>
            <p:spPr>
              <a:xfrm>
                <a:off x="343882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3" name="ph8693"/>
              <p:cNvSpPr/>
              <p:nvPr/>
            </p:nvSpPr>
            <p:spPr>
              <a:xfrm>
                <a:off x="344808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4" name="ph8694"/>
              <p:cNvSpPr/>
              <p:nvPr/>
            </p:nvSpPr>
            <p:spPr>
              <a:xfrm>
                <a:off x="345735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5" name="ph8695"/>
              <p:cNvSpPr/>
              <p:nvPr/>
            </p:nvSpPr>
            <p:spPr>
              <a:xfrm>
                <a:off x="346661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6" name="ph8696"/>
              <p:cNvSpPr/>
              <p:nvPr/>
            </p:nvSpPr>
            <p:spPr>
              <a:xfrm>
                <a:off x="347587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7" name="ph8697"/>
              <p:cNvSpPr/>
              <p:nvPr/>
            </p:nvSpPr>
            <p:spPr>
              <a:xfrm>
                <a:off x="348513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8" name="ph8698"/>
              <p:cNvSpPr/>
              <p:nvPr/>
            </p:nvSpPr>
            <p:spPr>
              <a:xfrm>
                <a:off x="349439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9" name="ph8699"/>
              <p:cNvSpPr/>
              <p:nvPr/>
            </p:nvSpPr>
            <p:spPr>
              <a:xfrm>
                <a:off x="350366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0" name="ph8700"/>
              <p:cNvSpPr/>
              <p:nvPr/>
            </p:nvSpPr>
            <p:spPr>
              <a:xfrm>
                <a:off x="351292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1" name="ph8701"/>
              <p:cNvSpPr/>
              <p:nvPr/>
            </p:nvSpPr>
            <p:spPr>
              <a:xfrm>
                <a:off x="352218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2" name="ph8702"/>
              <p:cNvSpPr/>
              <p:nvPr/>
            </p:nvSpPr>
            <p:spPr>
              <a:xfrm>
                <a:off x="353144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3" name="ph8703"/>
              <p:cNvSpPr/>
              <p:nvPr/>
            </p:nvSpPr>
            <p:spPr>
              <a:xfrm>
                <a:off x="354071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4" name="ph8704"/>
              <p:cNvSpPr/>
              <p:nvPr/>
            </p:nvSpPr>
            <p:spPr>
              <a:xfrm>
                <a:off x="354997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5" name="ph8705"/>
              <p:cNvSpPr/>
              <p:nvPr/>
            </p:nvSpPr>
            <p:spPr>
              <a:xfrm>
                <a:off x="355923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6" name="ph8706"/>
              <p:cNvSpPr/>
              <p:nvPr/>
            </p:nvSpPr>
            <p:spPr>
              <a:xfrm>
                <a:off x="356849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7" name="ph8707"/>
              <p:cNvSpPr/>
              <p:nvPr/>
            </p:nvSpPr>
            <p:spPr>
              <a:xfrm>
                <a:off x="357775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8" name="ph8708"/>
              <p:cNvSpPr/>
              <p:nvPr/>
            </p:nvSpPr>
            <p:spPr>
              <a:xfrm>
                <a:off x="358702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9" name="ph8709"/>
              <p:cNvSpPr/>
              <p:nvPr/>
            </p:nvSpPr>
            <p:spPr>
              <a:xfrm>
                <a:off x="359628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0" name="ph8710"/>
              <p:cNvSpPr/>
              <p:nvPr/>
            </p:nvSpPr>
            <p:spPr>
              <a:xfrm>
                <a:off x="360554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1" name="ph8711"/>
              <p:cNvSpPr/>
              <p:nvPr/>
            </p:nvSpPr>
            <p:spPr>
              <a:xfrm>
                <a:off x="361480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2" name="ph8712"/>
              <p:cNvSpPr/>
              <p:nvPr/>
            </p:nvSpPr>
            <p:spPr>
              <a:xfrm>
                <a:off x="3624070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3" name="ph8713"/>
              <p:cNvSpPr/>
              <p:nvPr/>
            </p:nvSpPr>
            <p:spPr>
              <a:xfrm>
                <a:off x="3633332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4" name="ph8714"/>
              <p:cNvSpPr/>
              <p:nvPr/>
            </p:nvSpPr>
            <p:spPr>
              <a:xfrm>
                <a:off x="3642594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5" name="ph8715"/>
              <p:cNvSpPr/>
              <p:nvPr/>
            </p:nvSpPr>
            <p:spPr>
              <a:xfrm>
                <a:off x="3651857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6" name="ph8716"/>
              <p:cNvSpPr/>
              <p:nvPr/>
            </p:nvSpPr>
            <p:spPr>
              <a:xfrm>
                <a:off x="3661119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7" name="ph8717"/>
              <p:cNvSpPr/>
              <p:nvPr/>
            </p:nvSpPr>
            <p:spPr>
              <a:xfrm>
                <a:off x="3670381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8" name="ph8718"/>
              <p:cNvSpPr/>
              <p:nvPr/>
            </p:nvSpPr>
            <p:spPr>
              <a:xfrm>
                <a:off x="3679643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9" name="ph8719"/>
              <p:cNvSpPr/>
              <p:nvPr/>
            </p:nvSpPr>
            <p:spPr>
              <a:xfrm>
                <a:off x="3688905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0" name="ph8720"/>
              <p:cNvSpPr/>
              <p:nvPr/>
            </p:nvSpPr>
            <p:spPr>
              <a:xfrm>
                <a:off x="3698168" y="860948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1" name="ph8721"/>
              <p:cNvSpPr/>
              <p:nvPr/>
            </p:nvSpPr>
            <p:spPr>
              <a:xfrm>
                <a:off x="3716692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800" y="897161"/>
                    </a:lnTo>
                    <a:lnTo>
                      <a:pt x="914400" y="898998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2" name="ph8722"/>
              <p:cNvSpPr/>
              <p:nvPr/>
            </p:nvSpPr>
            <p:spPr>
              <a:xfrm>
                <a:off x="3725954" y="8781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8998"/>
                    </a:lnTo>
                    <a:lnTo>
                      <a:pt x="907956" y="902236"/>
                    </a:lnTo>
                    <a:lnTo>
                      <a:pt x="912725" y="908374"/>
                    </a:lnTo>
                    <a:lnTo>
                      <a:pt x="914400" y="91077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3" name="ph8723"/>
              <p:cNvSpPr/>
              <p:nvPr/>
            </p:nvSpPr>
            <p:spPr>
              <a:xfrm>
                <a:off x="3725954" y="878187"/>
                <a:ext cx="91692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14400">
                    <a:moveTo>
                      <a:pt x="914400" y="914400"/>
                    </a:moveTo>
                    <a:lnTo>
                      <a:pt x="914400" y="910779"/>
                    </a:lnTo>
                    <a:lnTo>
                      <a:pt x="916920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4" name="ph8724"/>
              <p:cNvSpPr/>
              <p:nvPr/>
            </p:nvSpPr>
            <p:spPr>
              <a:xfrm>
                <a:off x="3272105" y="84371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029" y="931638"/>
                    </a:lnTo>
                    <a:lnTo>
                      <a:pt x="906468" y="925587"/>
                    </a:lnTo>
                    <a:lnTo>
                      <a:pt x="905788" y="915053"/>
                    </a:lnTo>
                    <a:lnTo>
                      <a:pt x="905764" y="914400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5" name="ph8725"/>
              <p:cNvSpPr/>
              <p:nvPr/>
            </p:nvSpPr>
            <p:spPr>
              <a:xfrm>
                <a:off x="32721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6" name="ph8726"/>
              <p:cNvSpPr/>
              <p:nvPr/>
            </p:nvSpPr>
            <p:spPr>
              <a:xfrm>
                <a:off x="328136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7" name="ph8727"/>
              <p:cNvSpPr/>
              <p:nvPr/>
            </p:nvSpPr>
            <p:spPr>
              <a:xfrm>
                <a:off x="329063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8" name="ph8728"/>
              <p:cNvSpPr/>
              <p:nvPr/>
            </p:nvSpPr>
            <p:spPr>
              <a:xfrm>
                <a:off x="329989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9" name="ph8729"/>
              <p:cNvSpPr/>
              <p:nvPr/>
            </p:nvSpPr>
            <p:spPr>
              <a:xfrm>
                <a:off x="330915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0" name="ph8730"/>
              <p:cNvSpPr/>
              <p:nvPr/>
            </p:nvSpPr>
            <p:spPr>
              <a:xfrm>
                <a:off x="331841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1" name="ph8731"/>
              <p:cNvSpPr/>
              <p:nvPr/>
            </p:nvSpPr>
            <p:spPr>
              <a:xfrm>
                <a:off x="332767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2" name="ph8732"/>
              <p:cNvSpPr/>
              <p:nvPr/>
            </p:nvSpPr>
            <p:spPr>
              <a:xfrm>
                <a:off x="333694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3" name="ph8733"/>
              <p:cNvSpPr/>
              <p:nvPr/>
            </p:nvSpPr>
            <p:spPr>
              <a:xfrm>
                <a:off x="334620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4" name="ph8734"/>
              <p:cNvSpPr/>
              <p:nvPr/>
            </p:nvSpPr>
            <p:spPr>
              <a:xfrm>
                <a:off x="335546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5" name="ph8735"/>
              <p:cNvSpPr/>
              <p:nvPr/>
            </p:nvSpPr>
            <p:spPr>
              <a:xfrm>
                <a:off x="336472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6" name="ph8736"/>
              <p:cNvSpPr/>
              <p:nvPr/>
            </p:nvSpPr>
            <p:spPr>
              <a:xfrm>
                <a:off x="337399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7" name="ph8737"/>
              <p:cNvSpPr/>
              <p:nvPr/>
            </p:nvSpPr>
            <p:spPr>
              <a:xfrm>
                <a:off x="338325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8" name="ph8738"/>
              <p:cNvSpPr/>
              <p:nvPr/>
            </p:nvSpPr>
            <p:spPr>
              <a:xfrm>
                <a:off x="339251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9" name="ph8739"/>
              <p:cNvSpPr/>
              <p:nvPr/>
            </p:nvSpPr>
            <p:spPr>
              <a:xfrm>
                <a:off x="340177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0" name="ph8740"/>
              <p:cNvSpPr/>
              <p:nvPr/>
            </p:nvSpPr>
            <p:spPr>
              <a:xfrm>
                <a:off x="341103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1" name="ph8741"/>
              <p:cNvSpPr/>
              <p:nvPr/>
            </p:nvSpPr>
            <p:spPr>
              <a:xfrm>
                <a:off x="342030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2" name="ph8742"/>
              <p:cNvSpPr/>
              <p:nvPr/>
            </p:nvSpPr>
            <p:spPr>
              <a:xfrm>
                <a:off x="342956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3" name="ph8743"/>
              <p:cNvSpPr/>
              <p:nvPr/>
            </p:nvSpPr>
            <p:spPr>
              <a:xfrm>
                <a:off x="343882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4" name="ph8744"/>
              <p:cNvSpPr/>
              <p:nvPr/>
            </p:nvSpPr>
            <p:spPr>
              <a:xfrm>
                <a:off x="344808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5" name="ph8745"/>
              <p:cNvSpPr/>
              <p:nvPr/>
            </p:nvSpPr>
            <p:spPr>
              <a:xfrm>
                <a:off x="345735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6" name="ph8746"/>
              <p:cNvSpPr/>
              <p:nvPr/>
            </p:nvSpPr>
            <p:spPr>
              <a:xfrm>
                <a:off x="346661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7" name="ph8747"/>
              <p:cNvSpPr/>
              <p:nvPr/>
            </p:nvSpPr>
            <p:spPr>
              <a:xfrm>
                <a:off x="347587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8" name="ph8748"/>
              <p:cNvSpPr/>
              <p:nvPr/>
            </p:nvSpPr>
            <p:spPr>
              <a:xfrm>
                <a:off x="348513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9" name="ph8749"/>
              <p:cNvSpPr/>
              <p:nvPr/>
            </p:nvSpPr>
            <p:spPr>
              <a:xfrm>
                <a:off x="349439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0" name="ph8750"/>
              <p:cNvSpPr/>
              <p:nvPr/>
            </p:nvSpPr>
            <p:spPr>
              <a:xfrm>
                <a:off x="350366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1" name="ph8751"/>
              <p:cNvSpPr/>
              <p:nvPr/>
            </p:nvSpPr>
            <p:spPr>
              <a:xfrm>
                <a:off x="351292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2" name="ph8752"/>
              <p:cNvSpPr/>
              <p:nvPr/>
            </p:nvSpPr>
            <p:spPr>
              <a:xfrm>
                <a:off x="352218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3" name="ph8753"/>
              <p:cNvSpPr/>
              <p:nvPr/>
            </p:nvSpPr>
            <p:spPr>
              <a:xfrm>
                <a:off x="353144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4" name="ph8754"/>
              <p:cNvSpPr/>
              <p:nvPr/>
            </p:nvSpPr>
            <p:spPr>
              <a:xfrm>
                <a:off x="354071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5" name="ph8755"/>
              <p:cNvSpPr/>
              <p:nvPr/>
            </p:nvSpPr>
            <p:spPr>
              <a:xfrm>
                <a:off x="354997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6" name="ph8756"/>
              <p:cNvSpPr/>
              <p:nvPr/>
            </p:nvSpPr>
            <p:spPr>
              <a:xfrm>
                <a:off x="355923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7" name="ph8757"/>
              <p:cNvSpPr/>
              <p:nvPr/>
            </p:nvSpPr>
            <p:spPr>
              <a:xfrm>
                <a:off x="356849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8" name="ph8758"/>
              <p:cNvSpPr/>
              <p:nvPr/>
            </p:nvSpPr>
            <p:spPr>
              <a:xfrm>
                <a:off x="357775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9" name="ph8759"/>
              <p:cNvSpPr/>
              <p:nvPr/>
            </p:nvSpPr>
            <p:spPr>
              <a:xfrm>
                <a:off x="358702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0" name="ph8760"/>
              <p:cNvSpPr/>
              <p:nvPr/>
            </p:nvSpPr>
            <p:spPr>
              <a:xfrm>
                <a:off x="359628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1" name="ph8761"/>
              <p:cNvSpPr/>
              <p:nvPr/>
            </p:nvSpPr>
            <p:spPr>
              <a:xfrm>
                <a:off x="360554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2" name="ph8762"/>
              <p:cNvSpPr/>
              <p:nvPr/>
            </p:nvSpPr>
            <p:spPr>
              <a:xfrm>
                <a:off x="3614808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3" name="ph8763"/>
              <p:cNvSpPr/>
              <p:nvPr/>
            </p:nvSpPr>
            <p:spPr>
              <a:xfrm>
                <a:off x="3624070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4" name="ph8764"/>
              <p:cNvSpPr/>
              <p:nvPr/>
            </p:nvSpPr>
            <p:spPr>
              <a:xfrm>
                <a:off x="3633332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5" name="ph8765"/>
              <p:cNvSpPr/>
              <p:nvPr/>
            </p:nvSpPr>
            <p:spPr>
              <a:xfrm>
                <a:off x="3642594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6" name="ph8766"/>
              <p:cNvSpPr/>
              <p:nvPr/>
            </p:nvSpPr>
            <p:spPr>
              <a:xfrm>
                <a:off x="3651857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7" name="ph8767"/>
              <p:cNvSpPr/>
              <p:nvPr/>
            </p:nvSpPr>
            <p:spPr>
              <a:xfrm>
                <a:off x="3661119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8" name="ph8768"/>
              <p:cNvSpPr/>
              <p:nvPr/>
            </p:nvSpPr>
            <p:spPr>
              <a:xfrm>
                <a:off x="3670381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9" name="ph8769"/>
              <p:cNvSpPr/>
              <p:nvPr/>
            </p:nvSpPr>
            <p:spPr>
              <a:xfrm>
                <a:off x="3679643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0" name="ph8770"/>
              <p:cNvSpPr/>
              <p:nvPr/>
            </p:nvSpPr>
            <p:spPr>
              <a:xfrm>
                <a:off x="3688905" y="84371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1" name="ph8771"/>
              <p:cNvSpPr/>
              <p:nvPr/>
            </p:nvSpPr>
            <p:spPr>
              <a:xfrm>
                <a:off x="3707430" y="86094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145" y="897161"/>
                    </a:lnTo>
                    <a:lnTo>
                      <a:pt x="909600" y="902672"/>
                    </a:lnTo>
                    <a:lnTo>
                      <a:pt x="911237" y="903947"/>
                    </a:lnTo>
                    <a:lnTo>
                      <a:pt x="914400" y="90678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2" name="ph8772"/>
              <p:cNvSpPr/>
              <p:nvPr/>
            </p:nvSpPr>
            <p:spPr>
              <a:xfrm>
                <a:off x="3707430" y="860948"/>
                <a:ext cx="92206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63" h="914400">
                    <a:moveTo>
                      <a:pt x="914400" y="914400"/>
                    </a:moveTo>
                    <a:lnTo>
                      <a:pt x="914400" y="906780"/>
                    </a:lnTo>
                    <a:lnTo>
                      <a:pt x="916461" y="908627"/>
                    </a:lnTo>
                    <a:lnTo>
                      <a:pt x="921547" y="913807"/>
                    </a:lnTo>
                    <a:lnTo>
                      <a:pt x="922063" y="914400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3" name="ph8773"/>
              <p:cNvSpPr/>
              <p:nvPr/>
            </p:nvSpPr>
            <p:spPr>
              <a:xfrm>
                <a:off x="3272105" y="826471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764" y="931638"/>
                    </a:lnTo>
                    <a:lnTo>
                      <a:pt x="905399" y="921707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4" name="ph8774"/>
              <p:cNvSpPr/>
              <p:nvPr/>
            </p:nvSpPr>
            <p:spPr>
              <a:xfrm>
                <a:off x="327210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5" name="ph8775"/>
              <p:cNvSpPr/>
              <p:nvPr/>
            </p:nvSpPr>
            <p:spPr>
              <a:xfrm>
                <a:off x="328136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6" name="ph8776"/>
              <p:cNvSpPr/>
              <p:nvPr/>
            </p:nvSpPr>
            <p:spPr>
              <a:xfrm>
                <a:off x="329063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7" name="ph8777"/>
              <p:cNvSpPr/>
              <p:nvPr/>
            </p:nvSpPr>
            <p:spPr>
              <a:xfrm>
                <a:off x="329989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8" name="ph8778"/>
              <p:cNvSpPr/>
              <p:nvPr/>
            </p:nvSpPr>
            <p:spPr>
              <a:xfrm>
                <a:off x="330915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9" name="ph8779"/>
              <p:cNvSpPr/>
              <p:nvPr/>
            </p:nvSpPr>
            <p:spPr>
              <a:xfrm>
                <a:off x="331841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0" name="ph8780"/>
              <p:cNvSpPr/>
              <p:nvPr/>
            </p:nvSpPr>
            <p:spPr>
              <a:xfrm>
                <a:off x="332767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1" name="ph8781"/>
              <p:cNvSpPr/>
              <p:nvPr/>
            </p:nvSpPr>
            <p:spPr>
              <a:xfrm>
                <a:off x="333694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2" name="ph8782"/>
              <p:cNvSpPr/>
              <p:nvPr/>
            </p:nvSpPr>
            <p:spPr>
              <a:xfrm>
                <a:off x="334620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3" name="ph8783"/>
              <p:cNvSpPr/>
              <p:nvPr/>
            </p:nvSpPr>
            <p:spPr>
              <a:xfrm>
                <a:off x="335546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4" name="ph8784"/>
              <p:cNvSpPr/>
              <p:nvPr/>
            </p:nvSpPr>
            <p:spPr>
              <a:xfrm>
                <a:off x="336472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5" name="ph8785"/>
              <p:cNvSpPr/>
              <p:nvPr/>
            </p:nvSpPr>
            <p:spPr>
              <a:xfrm>
                <a:off x="337399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6" name="ph8786"/>
              <p:cNvSpPr/>
              <p:nvPr/>
            </p:nvSpPr>
            <p:spPr>
              <a:xfrm>
                <a:off x="338325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7" name="ph8787"/>
              <p:cNvSpPr/>
              <p:nvPr/>
            </p:nvSpPr>
            <p:spPr>
              <a:xfrm>
                <a:off x="339251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8" name="ph8788"/>
              <p:cNvSpPr/>
              <p:nvPr/>
            </p:nvSpPr>
            <p:spPr>
              <a:xfrm>
                <a:off x="340177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9" name="ph8789"/>
              <p:cNvSpPr/>
              <p:nvPr/>
            </p:nvSpPr>
            <p:spPr>
              <a:xfrm>
                <a:off x="341103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0" name="ph8790"/>
              <p:cNvSpPr/>
              <p:nvPr/>
            </p:nvSpPr>
            <p:spPr>
              <a:xfrm>
                <a:off x="342030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1" name="ph8791"/>
              <p:cNvSpPr/>
              <p:nvPr/>
            </p:nvSpPr>
            <p:spPr>
              <a:xfrm>
                <a:off x="342956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2" name="ph8792"/>
              <p:cNvSpPr/>
              <p:nvPr/>
            </p:nvSpPr>
            <p:spPr>
              <a:xfrm>
                <a:off x="343882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3" name="ph8793"/>
              <p:cNvSpPr/>
              <p:nvPr/>
            </p:nvSpPr>
            <p:spPr>
              <a:xfrm>
                <a:off x="344808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4" name="ph8794"/>
              <p:cNvSpPr/>
              <p:nvPr/>
            </p:nvSpPr>
            <p:spPr>
              <a:xfrm>
                <a:off x="345735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5" name="ph8795"/>
              <p:cNvSpPr/>
              <p:nvPr/>
            </p:nvSpPr>
            <p:spPr>
              <a:xfrm>
                <a:off x="346661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6" name="ph8796"/>
              <p:cNvSpPr/>
              <p:nvPr/>
            </p:nvSpPr>
            <p:spPr>
              <a:xfrm>
                <a:off x="347587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7" name="ph8797"/>
              <p:cNvSpPr/>
              <p:nvPr/>
            </p:nvSpPr>
            <p:spPr>
              <a:xfrm>
                <a:off x="348513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8" name="ph8798"/>
              <p:cNvSpPr/>
              <p:nvPr/>
            </p:nvSpPr>
            <p:spPr>
              <a:xfrm>
                <a:off x="349439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9" name="ph8799"/>
              <p:cNvSpPr/>
              <p:nvPr/>
            </p:nvSpPr>
            <p:spPr>
              <a:xfrm>
                <a:off x="350366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0" name="ph8800"/>
              <p:cNvSpPr/>
              <p:nvPr/>
            </p:nvSpPr>
            <p:spPr>
              <a:xfrm>
                <a:off x="351292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1" name="ph8801"/>
              <p:cNvSpPr/>
              <p:nvPr/>
            </p:nvSpPr>
            <p:spPr>
              <a:xfrm>
                <a:off x="352218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2" name="ph8802"/>
              <p:cNvSpPr/>
              <p:nvPr/>
            </p:nvSpPr>
            <p:spPr>
              <a:xfrm>
                <a:off x="353144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3" name="ph8803"/>
              <p:cNvSpPr/>
              <p:nvPr/>
            </p:nvSpPr>
            <p:spPr>
              <a:xfrm>
                <a:off x="354071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4" name="ph8804"/>
              <p:cNvSpPr/>
              <p:nvPr/>
            </p:nvSpPr>
            <p:spPr>
              <a:xfrm>
                <a:off x="354997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5" name="ph8805"/>
              <p:cNvSpPr/>
              <p:nvPr/>
            </p:nvSpPr>
            <p:spPr>
              <a:xfrm>
                <a:off x="355923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6" name="ph8806"/>
              <p:cNvSpPr/>
              <p:nvPr/>
            </p:nvSpPr>
            <p:spPr>
              <a:xfrm>
                <a:off x="356849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7" name="ph8807"/>
              <p:cNvSpPr/>
              <p:nvPr/>
            </p:nvSpPr>
            <p:spPr>
              <a:xfrm>
                <a:off x="357775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8" name="ph8808"/>
              <p:cNvSpPr/>
              <p:nvPr/>
            </p:nvSpPr>
            <p:spPr>
              <a:xfrm>
                <a:off x="358702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9" name="ph8809"/>
              <p:cNvSpPr/>
              <p:nvPr/>
            </p:nvSpPr>
            <p:spPr>
              <a:xfrm>
                <a:off x="359628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0" name="ph8810"/>
              <p:cNvSpPr/>
              <p:nvPr/>
            </p:nvSpPr>
            <p:spPr>
              <a:xfrm>
                <a:off x="3605545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1" name="ph8811"/>
              <p:cNvSpPr/>
              <p:nvPr/>
            </p:nvSpPr>
            <p:spPr>
              <a:xfrm>
                <a:off x="3614808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2" name="ph8812"/>
              <p:cNvSpPr/>
              <p:nvPr/>
            </p:nvSpPr>
            <p:spPr>
              <a:xfrm>
                <a:off x="3624070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3" name="ph8813"/>
              <p:cNvSpPr/>
              <p:nvPr/>
            </p:nvSpPr>
            <p:spPr>
              <a:xfrm>
                <a:off x="3633332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4" name="ph8814"/>
              <p:cNvSpPr/>
              <p:nvPr/>
            </p:nvSpPr>
            <p:spPr>
              <a:xfrm>
                <a:off x="3642594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5" name="ph8815"/>
              <p:cNvSpPr/>
              <p:nvPr/>
            </p:nvSpPr>
            <p:spPr>
              <a:xfrm>
                <a:off x="3651857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6" name="ph8816"/>
              <p:cNvSpPr/>
              <p:nvPr/>
            </p:nvSpPr>
            <p:spPr>
              <a:xfrm>
                <a:off x="3661119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7" name="ph8817"/>
              <p:cNvSpPr/>
              <p:nvPr/>
            </p:nvSpPr>
            <p:spPr>
              <a:xfrm>
                <a:off x="3670381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8" name="ph8818"/>
              <p:cNvSpPr/>
              <p:nvPr/>
            </p:nvSpPr>
            <p:spPr>
              <a:xfrm>
                <a:off x="3679643" y="826471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9" name="ph8819"/>
              <p:cNvSpPr/>
              <p:nvPr/>
            </p:nvSpPr>
            <p:spPr>
              <a:xfrm>
                <a:off x="3698168" y="843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374" y="897161"/>
                    </a:lnTo>
                    <a:lnTo>
                      <a:pt x="908074" y="898310"/>
                    </a:lnTo>
                    <a:lnTo>
                      <a:pt x="912197" y="905823"/>
                    </a:lnTo>
                    <a:lnTo>
                      <a:pt x="914400" y="910274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0" name="ph8820"/>
              <p:cNvSpPr/>
              <p:nvPr/>
            </p:nvSpPr>
            <p:spPr>
              <a:xfrm>
                <a:off x="3698168" y="843710"/>
                <a:ext cx="91640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407" h="914400">
                    <a:moveTo>
                      <a:pt x="914400" y="914400"/>
                    </a:moveTo>
                    <a:lnTo>
                      <a:pt x="914400" y="910274"/>
                    </a:lnTo>
                    <a:lnTo>
                      <a:pt x="916106" y="913723"/>
                    </a:lnTo>
                    <a:lnTo>
                      <a:pt x="916407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1" name="ph8821"/>
              <p:cNvSpPr/>
              <p:nvPr/>
            </p:nvSpPr>
            <p:spPr>
              <a:xfrm>
                <a:off x="3262843" y="809233"/>
                <a:ext cx="914400" cy="92396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960">
                    <a:moveTo>
                      <a:pt x="914400" y="914400"/>
                    </a:moveTo>
                    <a:lnTo>
                      <a:pt x="914400" y="923960"/>
                    </a:lnTo>
                    <a:lnTo>
                      <a:pt x="914351" y="923759"/>
                    </a:lnTo>
                    <a:lnTo>
                      <a:pt x="912385" y="914400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2" name="ph8822"/>
              <p:cNvSpPr/>
              <p:nvPr/>
            </p:nvSpPr>
            <p:spPr>
              <a:xfrm>
                <a:off x="326284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595" y="931638"/>
                    </a:lnTo>
                    <a:lnTo>
                      <a:pt x="914565" y="928338"/>
                    </a:lnTo>
                    <a:lnTo>
                      <a:pt x="914628" y="924904"/>
                    </a:lnTo>
                    <a:lnTo>
                      <a:pt x="914400" y="92396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3" name="ph8823"/>
              <p:cNvSpPr/>
              <p:nvPr/>
            </p:nvSpPr>
            <p:spPr>
              <a:xfrm>
                <a:off x="327210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4" name="ph8824"/>
              <p:cNvSpPr/>
              <p:nvPr/>
            </p:nvSpPr>
            <p:spPr>
              <a:xfrm>
                <a:off x="328136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5" name="ph8825"/>
              <p:cNvSpPr/>
              <p:nvPr/>
            </p:nvSpPr>
            <p:spPr>
              <a:xfrm>
                <a:off x="329063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6" name="ph8826"/>
              <p:cNvSpPr/>
              <p:nvPr/>
            </p:nvSpPr>
            <p:spPr>
              <a:xfrm>
                <a:off x="329989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7" name="ph8827"/>
              <p:cNvSpPr/>
              <p:nvPr/>
            </p:nvSpPr>
            <p:spPr>
              <a:xfrm>
                <a:off x="330915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8" name="ph8828"/>
              <p:cNvSpPr/>
              <p:nvPr/>
            </p:nvSpPr>
            <p:spPr>
              <a:xfrm>
                <a:off x="331841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9" name="ph8829"/>
              <p:cNvSpPr/>
              <p:nvPr/>
            </p:nvSpPr>
            <p:spPr>
              <a:xfrm>
                <a:off x="332767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0" name="ph8830"/>
              <p:cNvSpPr/>
              <p:nvPr/>
            </p:nvSpPr>
            <p:spPr>
              <a:xfrm>
                <a:off x="333694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1" name="ph8831"/>
              <p:cNvSpPr/>
              <p:nvPr/>
            </p:nvSpPr>
            <p:spPr>
              <a:xfrm>
                <a:off x="334620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2" name="ph8832"/>
              <p:cNvSpPr/>
              <p:nvPr/>
            </p:nvSpPr>
            <p:spPr>
              <a:xfrm>
                <a:off x="335546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3" name="ph8833"/>
              <p:cNvSpPr/>
              <p:nvPr/>
            </p:nvSpPr>
            <p:spPr>
              <a:xfrm>
                <a:off x="336472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4" name="ph8834"/>
              <p:cNvSpPr/>
              <p:nvPr/>
            </p:nvSpPr>
            <p:spPr>
              <a:xfrm>
                <a:off x="337399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5" name="ph8835"/>
              <p:cNvSpPr/>
              <p:nvPr/>
            </p:nvSpPr>
            <p:spPr>
              <a:xfrm>
                <a:off x="338325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6" name="ph8836"/>
              <p:cNvSpPr/>
              <p:nvPr/>
            </p:nvSpPr>
            <p:spPr>
              <a:xfrm>
                <a:off x="339251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7" name="ph8837"/>
              <p:cNvSpPr/>
              <p:nvPr/>
            </p:nvSpPr>
            <p:spPr>
              <a:xfrm>
                <a:off x="340177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8" name="ph8838"/>
              <p:cNvSpPr/>
              <p:nvPr/>
            </p:nvSpPr>
            <p:spPr>
              <a:xfrm>
                <a:off x="341103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9" name="ph8839"/>
              <p:cNvSpPr/>
              <p:nvPr/>
            </p:nvSpPr>
            <p:spPr>
              <a:xfrm>
                <a:off x="342030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0" name="ph8840"/>
              <p:cNvSpPr/>
              <p:nvPr/>
            </p:nvSpPr>
            <p:spPr>
              <a:xfrm>
                <a:off x="342956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1" name="ph8841"/>
              <p:cNvSpPr/>
              <p:nvPr/>
            </p:nvSpPr>
            <p:spPr>
              <a:xfrm>
                <a:off x="343882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2" name="ph8842"/>
              <p:cNvSpPr/>
              <p:nvPr/>
            </p:nvSpPr>
            <p:spPr>
              <a:xfrm>
                <a:off x="344808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3" name="ph8843"/>
              <p:cNvSpPr/>
              <p:nvPr/>
            </p:nvSpPr>
            <p:spPr>
              <a:xfrm>
                <a:off x="345735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4" name="ph8844"/>
              <p:cNvSpPr/>
              <p:nvPr/>
            </p:nvSpPr>
            <p:spPr>
              <a:xfrm>
                <a:off x="346661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5" name="ph8845"/>
              <p:cNvSpPr/>
              <p:nvPr/>
            </p:nvSpPr>
            <p:spPr>
              <a:xfrm>
                <a:off x="347587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6" name="ph8846"/>
              <p:cNvSpPr/>
              <p:nvPr/>
            </p:nvSpPr>
            <p:spPr>
              <a:xfrm>
                <a:off x="348513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7" name="ph8847"/>
              <p:cNvSpPr/>
              <p:nvPr/>
            </p:nvSpPr>
            <p:spPr>
              <a:xfrm>
                <a:off x="349439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8" name="ph8848"/>
              <p:cNvSpPr/>
              <p:nvPr/>
            </p:nvSpPr>
            <p:spPr>
              <a:xfrm>
                <a:off x="350366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9" name="ph8849"/>
              <p:cNvSpPr/>
              <p:nvPr/>
            </p:nvSpPr>
            <p:spPr>
              <a:xfrm>
                <a:off x="351292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0" name="ph8850"/>
              <p:cNvSpPr/>
              <p:nvPr/>
            </p:nvSpPr>
            <p:spPr>
              <a:xfrm>
                <a:off x="352218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1" name="ph8851"/>
              <p:cNvSpPr/>
              <p:nvPr/>
            </p:nvSpPr>
            <p:spPr>
              <a:xfrm>
                <a:off x="353144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2" name="ph8852"/>
              <p:cNvSpPr/>
              <p:nvPr/>
            </p:nvSpPr>
            <p:spPr>
              <a:xfrm>
                <a:off x="354071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3" name="ph8853"/>
              <p:cNvSpPr/>
              <p:nvPr/>
            </p:nvSpPr>
            <p:spPr>
              <a:xfrm>
                <a:off x="354997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4" name="ph8854"/>
              <p:cNvSpPr/>
              <p:nvPr/>
            </p:nvSpPr>
            <p:spPr>
              <a:xfrm>
                <a:off x="355923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5" name="ph8855"/>
              <p:cNvSpPr/>
              <p:nvPr/>
            </p:nvSpPr>
            <p:spPr>
              <a:xfrm>
                <a:off x="356849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6" name="ph8856"/>
              <p:cNvSpPr/>
              <p:nvPr/>
            </p:nvSpPr>
            <p:spPr>
              <a:xfrm>
                <a:off x="357775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7" name="ph8857"/>
              <p:cNvSpPr/>
              <p:nvPr/>
            </p:nvSpPr>
            <p:spPr>
              <a:xfrm>
                <a:off x="3587021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8" name="ph8858"/>
              <p:cNvSpPr/>
              <p:nvPr/>
            </p:nvSpPr>
            <p:spPr>
              <a:xfrm>
                <a:off x="3596283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9" name="ph8859"/>
              <p:cNvSpPr/>
              <p:nvPr/>
            </p:nvSpPr>
            <p:spPr>
              <a:xfrm>
                <a:off x="3605545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0" name="ph8860"/>
              <p:cNvSpPr/>
              <p:nvPr/>
            </p:nvSpPr>
            <p:spPr>
              <a:xfrm>
                <a:off x="3614808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1" name="ph8861"/>
              <p:cNvSpPr/>
              <p:nvPr/>
            </p:nvSpPr>
            <p:spPr>
              <a:xfrm>
                <a:off x="3624070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2" name="ph8862"/>
              <p:cNvSpPr/>
              <p:nvPr/>
            </p:nvSpPr>
            <p:spPr>
              <a:xfrm>
                <a:off x="3633332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3" name="ph8863"/>
              <p:cNvSpPr/>
              <p:nvPr/>
            </p:nvSpPr>
            <p:spPr>
              <a:xfrm>
                <a:off x="3642594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4" name="ph8864"/>
              <p:cNvSpPr/>
              <p:nvPr/>
            </p:nvSpPr>
            <p:spPr>
              <a:xfrm>
                <a:off x="3651857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5" name="ph8865"/>
              <p:cNvSpPr/>
              <p:nvPr/>
            </p:nvSpPr>
            <p:spPr>
              <a:xfrm>
                <a:off x="3661119" y="809233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6" name="ph8866"/>
              <p:cNvSpPr/>
              <p:nvPr/>
            </p:nvSpPr>
            <p:spPr>
              <a:xfrm>
                <a:off x="3679643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4276" y="897161"/>
                    </a:lnTo>
                    <a:lnTo>
                      <a:pt x="914400" y="897325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7" name="ph8867"/>
              <p:cNvSpPr/>
              <p:nvPr/>
            </p:nvSpPr>
            <p:spPr>
              <a:xfrm>
                <a:off x="3688905" y="8264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325"/>
                    </a:lnTo>
                    <a:lnTo>
                      <a:pt x="908489" y="901768"/>
                    </a:lnTo>
                    <a:lnTo>
                      <a:pt x="913008" y="908444"/>
                    </a:lnTo>
                    <a:lnTo>
                      <a:pt x="914400" y="91072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8" name="ph8868"/>
              <p:cNvSpPr/>
              <p:nvPr/>
            </p:nvSpPr>
            <p:spPr>
              <a:xfrm>
                <a:off x="3688905" y="826471"/>
                <a:ext cx="9166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36" h="914400">
                    <a:moveTo>
                      <a:pt x="914400" y="914400"/>
                    </a:moveTo>
                    <a:lnTo>
                      <a:pt x="914400" y="910728"/>
                    </a:lnTo>
                    <a:lnTo>
                      <a:pt x="916636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9" name="ph8869"/>
              <p:cNvSpPr/>
              <p:nvPr/>
            </p:nvSpPr>
            <p:spPr>
              <a:xfrm>
                <a:off x="3262843" y="791994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12385" y="931638"/>
                    </a:lnTo>
                    <a:lnTo>
                      <a:pt x="912291" y="931188"/>
                    </a:lnTo>
                    <a:lnTo>
                      <a:pt x="910501" y="921195"/>
                    </a:lnTo>
                    <a:lnTo>
                      <a:pt x="909488" y="914400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0" name="ph8870"/>
              <p:cNvSpPr/>
              <p:nvPr/>
            </p:nvSpPr>
            <p:spPr>
              <a:xfrm>
                <a:off x="326284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1" name="ph8871"/>
              <p:cNvSpPr/>
              <p:nvPr/>
            </p:nvSpPr>
            <p:spPr>
              <a:xfrm>
                <a:off x="327210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2" name="ph8872"/>
              <p:cNvSpPr/>
              <p:nvPr/>
            </p:nvSpPr>
            <p:spPr>
              <a:xfrm>
                <a:off x="328136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3" name="ph8873"/>
              <p:cNvSpPr/>
              <p:nvPr/>
            </p:nvSpPr>
            <p:spPr>
              <a:xfrm>
                <a:off x="329063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4" name="ph8874"/>
              <p:cNvSpPr/>
              <p:nvPr/>
            </p:nvSpPr>
            <p:spPr>
              <a:xfrm>
                <a:off x="329989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5" name="ph8875"/>
              <p:cNvSpPr/>
              <p:nvPr/>
            </p:nvSpPr>
            <p:spPr>
              <a:xfrm>
                <a:off x="330915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6" name="ph8876"/>
              <p:cNvSpPr/>
              <p:nvPr/>
            </p:nvSpPr>
            <p:spPr>
              <a:xfrm>
                <a:off x="331841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7" name="ph8877"/>
              <p:cNvSpPr/>
              <p:nvPr/>
            </p:nvSpPr>
            <p:spPr>
              <a:xfrm>
                <a:off x="332767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8" name="ph8878"/>
              <p:cNvSpPr/>
              <p:nvPr/>
            </p:nvSpPr>
            <p:spPr>
              <a:xfrm>
                <a:off x="333694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9" name="ph8879"/>
              <p:cNvSpPr/>
              <p:nvPr/>
            </p:nvSpPr>
            <p:spPr>
              <a:xfrm>
                <a:off x="334620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0" name="ph8880"/>
              <p:cNvSpPr/>
              <p:nvPr/>
            </p:nvSpPr>
            <p:spPr>
              <a:xfrm>
                <a:off x="335546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1" name="ph8881"/>
              <p:cNvSpPr/>
              <p:nvPr/>
            </p:nvSpPr>
            <p:spPr>
              <a:xfrm>
                <a:off x="336472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2" name="ph8882"/>
              <p:cNvSpPr/>
              <p:nvPr/>
            </p:nvSpPr>
            <p:spPr>
              <a:xfrm>
                <a:off x="337399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3" name="ph8883"/>
              <p:cNvSpPr/>
              <p:nvPr/>
            </p:nvSpPr>
            <p:spPr>
              <a:xfrm>
                <a:off x="338325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4" name="ph8884"/>
              <p:cNvSpPr/>
              <p:nvPr/>
            </p:nvSpPr>
            <p:spPr>
              <a:xfrm>
                <a:off x="339251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5" name="ph8885"/>
              <p:cNvSpPr/>
              <p:nvPr/>
            </p:nvSpPr>
            <p:spPr>
              <a:xfrm>
                <a:off x="340177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6" name="ph8886"/>
              <p:cNvSpPr/>
              <p:nvPr/>
            </p:nvSpPr>
            <p:spPr>
              <a:xfrm>
                <a:off x="341103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7" name="ph8887"/>
              <p:cNvSpPr/>
              <p:nvPr/>
            </p:nvSpPr>
            <p:spPr>
              <a:xfrm>
                <a:off x="342030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8" name="ph8888"/>
              <p:cNvSpPr/>
              <p:nvPr/>
            </p:nvSpPr>
            <p:spPr>
              <a:xfrm>
                <a:off x="342956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9" name="ph8889"/>
              <p:cNvSpPr/>
              <p:nvPr/>
            </p:nvSpPr>
            <p:spPr>
              <a:xfrm>
                <a:off x="343882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0" name="ph8890"/>
              <p:cNvSpPr/>
              <p:nvPr/>
            </p:nvSpPr>
            <p:spPr>
              <a:xfrm>
                <a:off x="344808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1" name="ph8891"/>
              <p:cNvSpPr/>
              <p:nvPr/>
            </p:nvSpPr>
            <p:spPr>
              <a:xfrm>
                <a:off x="345735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2" name="ph8892"/>
              <p:cNvSpPr/>
              <p:nvPr/>
            </p:nvSpPr>
            <p:spPr>
              <a:xfrm>
                <a:off x="346661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3" name="ph8893"/>
              <p:cNvSpPr/>
              <p:nvPr/>
            </p:nvSpPr>
            <p:spPr>
              <a:xfrm>
                <a:off x="347587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4" name="ph8894"/>
              <p:cNvSpPr/>
              <p:nvPr/>
            </p:nvSpPr>
            <p:spPr>
              <a:xfrm>
                <a:off x="348513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5" name="ph8895"/>
              <p:cNvSpPr/>
              <p:nvPr/>
            </p:nvSpPr>
            <p:spPr>
              <a:xfrm>
                <a:off x="349439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6" name="ph8896"/>
              <p:cNvSpPr/>
              <p:nvPr/>
            </p:nvSpPr>
            <p:spPr>
              <a:xfrm>
                <a:off x="350366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7" name="ph8897"/>
              <p:cNvSpPr/>
              <p:nvPr/>
            </p:nvSpPr>
            <p:spPr>
              <a:xfrm>
                <a:off x="351292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8" name="ph8898"/>
              <p:cNvSpPr/>
              <p:nvPr/>
            </p:nvSpPr>
            <p:spPr>
              <a:xfrm>
                <a:off x="352218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9" name="ph8899"/>
              <p:cNvSpPr/>
              <p:nvPr/>
            </p:nvSpPr>
            <p:spPr>
              <a:xfrm>
                <a:off x="353144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0" name="ph8900"/>
              <p:cNvSpPr/>
              <p:nvPr/>
            </p:nvSpPr>
            <p:spPr>
              <a:xfrm>
                <a:off x="354071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1" name="ph8901"/>
              <p:cNvSpPr/>
              <p:nvPr/>
            </p:nvSpPr>
            <p:spPr>
              <a:xfrm>
                <a:off x="354997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2" name="ph8902"/>
              <p:cNvSpPr/>
              <p:nvPr/>
            </p:nvSpPr>
            <p:spPr>
              <a:xfrm>
                <a:off x="355923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3" name="ph8903"/>
              <p:cNvSpPr/>
              <p:nvPr/>
            </p:nvSpPr>
            <p:spPr>
              <a:xfrm>
                <a:off x="356849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4" name="ph8904"/>
              <p:cNvSpPr/>
              <p:nvPr/>
            </p:nvSpPr>
            <p:spPr>
              <a:xfrm>
                <a:off x="3577759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5" name="ph8905"/>
              <p:cNvSpPr/>
              <p:nvPr/>
            </p:nvSpPr>
            <p:spPr>
              <a:xfrm>
                <a:off x="3587021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6" name="ph8906"/>
              <p:cNvSpPr/>
              <p:nvPr/>
            </p:nvSpPr>
            <p:spPr>
              <a:xfrm>
                <a:off x="3596283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7" name="ph8907"/>
              <p:cNvSpPr/>
              <p:nvPr/>
            </p:nvSpPr>
            <p:spPr>
              <a:xfrm>
                <a:off x="3605545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8" name="ph8908"/>
              <p:cNvSpPr/>
              <p:nvPr/>
            </p:nvSpPr>
            <p:spPr>
              <a:xfrm>
                <a:off x="3614808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9" name="ph8909"/>
              <p:cNvSpPr/>
              <p:nvPr/>
            </p:nvSpPr>
            <p:spPr>
              <a:xfrm>
                <a:off x="3624070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0" name="ph8910"/>
              <p:cNvSpPr/>
              <p:nvPr/>
            </p:nvSpPr>
            <p:spPr>
              <a:xfrm>
                <a:off x="3633332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1" name="ph8911"/>
              <p:cNvSpPr/>
              <p:nvPr/>
            </p:nvSpPr>
            <p:spPr>
              <a:xfrm>
                <a:off x="3642594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2" name="ph8912"/>
              <p:cNvSpPr/>
              <p:nvPr/>
            </p:nvSpPr>
            <p:spPr>
              <a:xfrm>
                <a:off x="3651857" y="791994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3" name="ph8913"/>
              <p:cNvSpPr/>
              <p:nvPr/>
            </p:nvSpPr>
            <p:spPr>
              <a:xfrm>
                <a:off x="3670381" y="809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7828" y="897165"/>
                    </a:lnTo>
                    <a:lnTo>
                      <a:pt x="908288" y="897621"/>
                    </a:lnTo>
                    <a:lnTo>
                      <a:pt x="908748" y="898076"/>
                    </a:lnTo>
                    <a:lnTo>
                      <a:pt x="909208" y="898531"/>
                    </a:lnTo>
                    <a:lnTo>
                      <a:pt x="909667" y="898986"/>
                    </a:lnTo>
                    <a:lnTo>
                      <a:pt x="910127" y="899441"/>
                    </a:lnTo>
                    <a:lnTo>
                      <a:pt x="910587" y="899896"/>
                    </a:lnTo>
                    <a:lnTo>
                      <a:pt x="911046" y="900351"/>
                    </a:lnTo>
                    <a:lnTo>
                      <a:pt x="911506" y="900806"/>
                    </a:lnTo>
                    <a:lnTo>
                      <a:pt x="911965" y="901261"/>
                    </a:lnTo>
                    <a:lnTo>
                      <a:pt x="912425" y="901716"/>
                    </a:lnTo>
                    <a:lnTo>
                      <a:pt x="914400" y="903797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4" name="ph8914"/>
              <p:cNvSpPr/>
              <p:nvPr/>
            </p:nvSpPr>
            <p:spPr>
              <a:xfrm>
                <a:off x="3670381" y="809233"/>
                <a:ext cx="923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38" h="914400">
                    <a:moveTo>
                      <a:pt x="914400" y="914400"/>
                    </a:moveTo>
                    <a:lnTo>
                      <a:pt x="914400" y="903797"/>
                    </a:lnTo>
                    <a:lnTo>
                      <a:pt x="917446" y="907007"/>
                    </a:lnTo>
                    <a:lnTo>
                      <a:pt x="922313" y="912776"/>
                    </a:lnTo>
                    <a:lnTo>
                      <a:pt x="923538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5" name="ph8915"/>
              <p:cNvSpPr/>
              <p:nvPr/>
            </p:nvSpPr>
            <p:spPr>
              <a:xfrm>
                <a:off x="3262843" y="774756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9488" y="931638"/>
                    </a:lnTo>
                    <a:lnTo>
                      <a:pt x="908988" y="928284"/>
                    </a:lnTo>
                    <a:lnTo>
                      <a:pt x="907753" y="918005"/>
                    </a:lnTo>
                    <a:lnTo>
                      <a:pt x="907423" y="914400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6" name="ph8916"/>
              <p:cNvSpPr/>
              <p:nvPr/>
            </p:nvSpPr>
            <p:spPr>
              <a:xfrm>
                <a:off x="326284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7" name="ph8917"/>
              <p:cNvSpPr/>
              <p:nvPr/>
            </p:nvSpPr>
            <p:spPr>
              <a:xfrm>
                <a:off x="327210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8" name="ph8918"/>
              <p:cNvSpPr/>
              <p:nvPr/>
            </p:nvSpPr>
            <p:spPr>
              <a:xfrm>
                <a:off x="328136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9" name="ph8919"/>
              <p:cNvSpPr/>
              <p:nvPr/>
            </p:nvSpPr>
            <p:spPr>
              <a:xfrm>
                <a:off x="329063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0" name="ph8920"/>
              <p:cNvSpPr/>
              <p:nvPr/>
            </p:nvSpPr>
            <p:spPr>
              <a:xfrm>
                <a:off x="329989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1" name="ph8921"/>
              <p:cNvSpPr/>
              <p:nvPr/>
            </p:nvSpPr>
            <p:spPr>
              <a:xfrm>
                <a:off x="330915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2" name="ph8922"/>
              <p:cNvSpPr/>
              <p:nvPr/>
            </p:nvSpPr>
            <p:spPr>
              <a:xfrm>
                <a:off x="331841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3" name="ph8923"/>
              <p:cNvSpPr/>
              <p:nvPr/>
            </p:nvSpPr>
            <p:spPr>
              <a:xfrm>
                <a:off x="332767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4" name="ph8924"/>
              <p:cNvSpPr/>
              <p:nvPr/>
            </p:nvSpPr>
            <p:spPr>
              <a:xfrm>
                <a:off x="333694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5" name="ph8925"/>
              <p:cNvSpPr/>
              <p:nvPr/>
            </p:nvSpPr>
            <p:spPr>
              <a:xfrm>
                <a:off x="334620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6" name="ph8926"/>
              <p:cNvSpPr/>
              <p:nvPr/>
            </p:nvSpPr>
            <p:spPr>
              <a:xfrm>
                <a:off x="335546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7" name="ph8927"/>
              <p:cNvSpPr/>
              <p:nvPr/>
            </p:nvSpPr>
            <p:spPr>
              <a:xfrm>
                <a:off x="336472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8" name="ph8928"/>
              <p:cNvSpPr/>
              <p:nvPr/>
            </p:nvSpPr>
            <p:spPr>
              <a:xfrm>
                <a:off x="337399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9" name="ph8929"/>
              <p:cNvSpPr/>
              <p:nvPr/>
            </p:nvSpPr>
            <p:spPr>
              <a:xfrm>
                <a:off x="338325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0" name="ph8930"/>
              <p:cNvSpPr/>
              <p:nvPr/>
            </p:nvSpPr>
            <p:spPr>
              <a:xfrm>
                <a:off x="339251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1" name="ph8931"/>
              <p:cNvSpPr/>
              <p:nvPr/>
            </p:nvSpPr>
            <p:spPr>
              <a:xfrm>
                <a:off x="340177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2" name="ph8932"/>
              <p:cNvSpPr/>
              <p:nvPr/>
            </p:nvSpPr>
            <p:spPr>
              <a:xfrm>
                <a:off x="341103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3" name="ph8933"/>
              <p:cNvSpPr/>
              <p:nvPr/>
            </p:nvSpPr>
            <p:spPr>
              <a:xfrm>
                <a:off x="342030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4" name="ph8934"/>
              <p:cNvSpPr/>
              <p:nvPr/>
            </p:nvSpPr>
            <p:spPr>
              <a:xfrm>
                <a:off x="342956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5" name="ph8935"/>
              <p:cNvSpPr/>
              <p:nvPr/>
            </p:nvSpPr>
            <p:spPr>
              <a:xfrm>
                <a:off x="343882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6" name="ph8936"/>
              <p:cNvSpPr/>
              <p:nvPr/>
            </p:nvSpPr>
            <p:spPr>
              <a:xfrm>
                <a:off x="344808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7" name="ph8937"/>
              <p:cNvSpPr/>
              <p:nvPr/>
            </p:nvSpPr>
            <p:spPr>
              <a:xfrm>
                <a:off x="345735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8" name="ph8938"/>
              <p:cNvSpPr/>
              <p:nvPr/>
            </p:nvSpPr>
            <p:spPr>
              <a:xfrm>
                <a:off x="346661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9" name="ph8939"/>
              <p:cNvSpPr/>
              <p:nvPr/>
            </p:nvSpPr>
            <p:spPr>
              <a:xfrm>
                <a:off x="347587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0" name="ph8940"/>
              <p:cNvSpPr/>
              <p:nvPr/>
            </p:nvSpPr>
            <p:spPr>
              <a:xfrm>
                <a:off x="348513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1" name="ph8941"/>
              <p:cNvSpPr/>
              <p:nvPr/>
            </p:nvSpPr>
            <p:spPr>
              <a:xfrm>
                <a:off x="349439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2" name="ph8942"/>
              <p:cNvSpPr/>
              <p:nvPr/>
            </p:nvSpPr>
            <p:spPr>
              <a:xfrm>
                <a:off x="350366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3" name="ph8943"/>
              <p:cNvSpPr/>
              <p:nvPr/>
            </p:nvSpPr>
            <p:spPr>
              <a:xfrm>
                <a:off x="351292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4" name="ph8944"/>
              <p:cNvSpPr/>
              <p:nvPr/>
            </p:nvSpPr>
            <p:spPr>
              <a:xfrm>
                <a:off x="352218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5" name="ph8945"/>
              <p:cNvSpPr/>
              <p:nvPr/>
            </p:nvSpPr>
            <p:spPr>
              <a:xfrm>
                <a:off x="353144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6" name="ph8946"/>
              <p:cNvSpPr/>
              <p:nvPr/>
            </p:nvSpPr>
            <p:spPr>
              <a:xfrm>
                <a:off x="354071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7" name="ph8947"/>
              <p:cNvSpPr/>
              <p:nvPr/>
            </p:nvSpPr>
            <p:spPr>
              <a:xfrm>
                <a:off x="354997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8" name="ph8948"/>
              <p:cNvSpPr/>
              <p:nvPr/>
            </p:nvSpPr>
            <p:spPr>
              <a:xfrm>
                <a:off x="3559234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9" name="ph8949"/>
              <p:cNvSpPr/>
              <p:nvPr/>
            </p:nvSpPr>
            <p:spPr>
              <a:xfrm>
                <a:off x="3568497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0" name="ph8950"/>
              <p:cNvSpPr/>
              <p:nvPr/>
            </p:nvSpPr>
            <p:spPr>
              <a:xfrm>
                <a:off x="3577759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1" name="ph8951"/>
              <p:cNvSpPr/>
              <p:nvPr/>
            </p:nvSpPr>
            <p:spPr>
              <a:xfrm>
                <a:off x="3587021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2" name="ph8952"/>
              <p:cNvSpPr/>
              <p:nvPr/>
            </p:nvSpPr>
            <p:spPr>
              <a:xfrm>
                <a:off x="3596283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3" name="ph8953"/>
              <p:cNvSpPr/>
              <p:nvPr/>
            </p:nvSpPr>
            <p:spPr>
              <a:xfrm>
                <a:off x="3605545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4" name="ph8954"/>
              <p:cNvSpPr/>
              <p:nvPr/>
            </p:nvSpPr>
            <p:spPr>
              <a:xfrm>
                <a:off x="3614808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5" name="ph8955"/>
              <p:cNvSpPr/>
              <p:nvPr/>
            </p:nvSpPr>
            <p:spPr>
              <a:xfrm>
                <a:off x="3624070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6" name="ph8956"/>
              <p:cNvSpPr/>
              <p:nvPr/>
            </p:nvSpPr>
            <p:spPr>
              <a:xfrm>
                <a:off x="3633332" y="774756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7" name="ph8957"/>
              <p:cNvSpPr/>
              <p:nvPr/>
            </p:nvSpPr>
            <p:spPr>
              <a:xfrm>
                <a:off x="3651857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891" y="897161"/>
                    </a:lnTo>
                    <a:lnTo>
                      <a:pt x="909316" y="897579"/>
                    </a:lnTo>
                    <a:lnTo>
                      <a:pt x="909777" y="898034"/>
                    </a:lnTo>
                    <a:lnTo>
                      <a:pt x="910238" y="898488"/>
                    </a:lnTo>
                    <a:lnTo>
                      <a:pt x="910699" y="898943"/>
                    </a:lnTo>
                    <a:lnTo>
                      <a:pt x="911160" y="899397"/>
                    </a:lnTo>
                    <a:lnTo>
                      <a:pt x="911621" y="899852"/>
                    </a:lnTo>
                    <a:lnTo>
                      <a:pt x="912082" y="900306"/>
                    </a:lnTo>
                    <a:lnTo>
                      <a:pt x="912543" y="900761"/>
                    </a:lnTo>
                    <a:lnTo>
                      <a:pt x="913004" y="901215"/>
                    </a:lnTo>
                    <a:lnTo>
                      <a:pt x="913464" y="901670"/>
                    </a:lnTo>
                    <a:lnTo>
                      <a:pt x="913925" y="902124"/>
                    </a:lnTo>
                    <a:lnTo>
                      <a:pt x="914400" y="902592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8" name="ph8958"/>
              <p:cNvSpPr/>
              <p:nvPr/>
            </p:nvSpPr>
            <p:spPr>
              <a:xfrm>
                <a:off x="3661119" y="7919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2592"/>
                    </a:lnTo>
                    <a:lnTo>
                      <a:pt x="905584" y="903034"/>
                    </a:lnTo>
                    <a:lnTo>
                      <a:pt x="906045" y="903488"/>
                    </a:lnTo>
                    <a:lnTo>
                      <a:pt x="906506" y="903943"/>
                    </a:lnTo>
                    <a:lnTo>
                      <a:pt x="906966" y="904397"/>
                    </a:lnTo>
                    <a:lnTo>
                      <a:pt x="907427" y="904852"/>
                    </a:lnTo>
                    <a:lnTo>
                      <a:pt x="907888" y="905307"/>
                    </a:lnTo>
                    <a:lnTo>
                      <a:pt x="908348" y="905762"/>
                    </a:lnTo>
                    <a:lnTo>
                      <a:pt x="908809" y="906216"/>
                    </a:lnTo>
                    <a:lnTo>
                      <a:pt x="909269" y="906671"/>
                    </a:lnTo>
                    <a:lnTo>
                      <a:pt x="909729" y="907126"/>
                    </a:lnTo>
                    <a:lnTo>
                      <a:pt x="910190" y="907581"/>
                    </a:lnTo>
                    <a:lnTo>
                      <a:pt x="910650" y="908035"/>
                    </a:lnTo>
                    <a:lnTo>
                      <a:pt x="911110" y="908490"/>
                    </a:lnTo>
                    <a:lnTo>
                      <a:pt x="911571" y="908945"/>
                    </a:lnTo>
                    <a:lnTo>
                      <a:pt x="912031" y="909400"/>
                    </a:lnTo>
                    <a:lnTo>
                      <a:pt x="912491" y="909855"/>
                    </a:lnTo>
                    <a:lnTo>
                      <a:pt x="912951" y="910309"/>
                    </a:lnTo>
                    <a:lnTo>
                      <a:pt x="913411" y="910764"/>
                    </a:lnTo>
                    <a:lnTo>
                      <a:pt x="913871" y="911219"/>
                    </a:lnTo>
                    <a:lnTo>
                      <a:pt x="914400" y="911742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9" name="ph8959"/>
              <p:cNvSpPr/>
              <p:nvPr/>
            </p:nvSpPr>
            <p:spPr>
              <a:xfrm>
                <a:off x="3661119" y="791994"/>
                <a:ext cx="91708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6" h="914400">
                    <a:moveTo>
                      <a:pt x="914400" y="914400"/>
                    </a:moveTo>
                    <a:lnTo>
                      <a:pt x="914400" y="911742"/>
                    </a:lnTo>
                    <a:lnTo>
                      <a:pt x="914791" y="912129"/>
                    </a:lnTo>
                    <a:lnTo>
                      <a:pt x="915251" y="912584"/>
                    </a:lnTo>
                    <a:lnTo>
                      <a:pt x="915711" y="913039"/>
                    </a:lnTo>
                    <a:lnTo>
                      <a:pt x="916171" y="913494"/>
                    </a:lnTo>
                    <a:lnTo>
                      <a:pt x="916631" y="913949"/>
                    </a:lnTo>
                    <a:lnTo>
                      <a:pt x="917086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0" name="ph8960"/>
              <p:cNvSpPr/>
              <p:nvPr/>
            </p:nvSpPr>
            <p:spPr>
              <a:xfrm>
                <a:off x="3262843" y="757517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7423" y="931638"/>
                    </a:lnTo>
                    <a:lnTo>
                      <a:pt x="906802" y="924860"/>
                    </a:lnTo>
                    <a:lnTo>
                      <a:pt x="906136" y="914400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1" name="ph8961"/>
              <p:cNvSpPr/>
              <p:nvPr/>
            </p:nvSpPr>
            <p:spPr>
              <a:xfrm>
                <a:off x="326284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2" name="ph8962"/>
              <p:cNvSpPr/>
              <p:nvPr/>
            </p:nvSpPr>
            <p:spPr>
              <a:xfrm>
                <a:off x="327210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3" name="ph8963"/>
              <p:cNvSpPr/>
              <p:nvPr/>
            </p:nvSpPr>
            <p:spPr>
              <a:xfrm>
                <a:off x="328136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4" name="ph8964"/>
              <p:cNvSpPr/>
              <p:nvPr/>
            </p:nvSpPr>
            <p:spPr>
              <a:xfrm>
                <a:off x="329063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5" name="ph8965"/>
              <p:cNvSpPr/>
              <p:nvPr/>
            </p:nvSpPr>
            <p:spPr>
              <a:xfrm>
                <a:off x="329989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6" name="ph8966"/>
              <p:cNvSpPr/>
              <p:nvPr/>
            </p:nvSpPr>
            <p:spPr>
              <a:xfrm>
                <a:off x="330915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7" name="ph8967"/>
              <p:cNvSpPr/>
              <p:nvPr/>
            </p:nvSpPr>
            <p:spPr>
              <a:xfrm>
                <a:off x="331841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8" name="ph8968"/>
              <p:cNvSpPr/>
              <p:nvPr/>
            </p:nvSpPr>
            <p:spPr>
              <a:xfrm>
                <a:off x="332767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9" name="ph8969"/>
              <p:cNvSpPr/>
              <p:nvPr/>
            </p:nvSpPr>
            <p:spPr>
              <a:xfrm>
                <a:off x="333694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0" name="ph8970"/>
              <p:cNvSpPr/>
              <p:nvPr/>
            </p:nvSpPr>
            <p:spPr>
              <a:xfrm>
                <a:off x="334620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1" name="ph8971"/>
              <p:cNvSpPr/>
              <p:nvPr/>
            </p:nvSpPr>
            <p:spPr>
              <a:xfrm>
                <a:off x="335546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2" name="ph8972"/>
              <p:cNvSpPr/>
              <p:nvPr/>
            </p:nvSpPr>
            <p:spPr>
              <a:xfrm>
                <a:off x="336472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3" name="ph8973"/>
              <p:cNvSpPr/>
              <p:nvPr/>
            </p:nvSpPr>
            <p:spPr>
              <a:xfrm>
                <a:off x="337399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4" name="ph8974"/>
              <p:cNvSpPr/>
              <p:nvPr/>
            </p:nvSpPr>
            <p:spPr>
              <a:xfrm>
                <a:off x="338325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5" name="ph8975"/>
              <p:cNvSpPr/>
              <p:nvPr/>
            </p:nvSpPr>
            <p:spPr>
              <a:xfrm>
                <a:off x="339251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6" name="ph8976"/>
              <p:cNvSpPr/>
              <p:nvPr/>
            </p:nvSpPr>
            <p:spPr>
              <a:xfrm>
                <a:off x="340177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7" name="ph8977"/>
              <p:cNvSpPr/>
              <p:nvPr/>
            </p:nvSpPr>
            <p:spPr>
              <a:xfrm>
                <a:off x="341103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8" name="ph8978"/>
              <p:cNvSpPr/>
              <p:nvPr/>
            </p:nvSpPr>
            <p:spPr>
              <a:xfrm>
                <a:off x="342030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9" name="ph8979"/>
              <p:cNvSpPr/>
              <p:nvPr/>
            </p:nvSpPr>
            <p:spPr>
              <a:xfrm>
                <a:off x="342956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0" name="ph8980"/>
              <p:cNvSpPr/>
              <p:nvPr/>
            </p:nvSpPr>
            <p:spPr>
              <a:xfrm>
                <a:off x="343882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1" name="ph8981"/>
              <p:cNvSpPr/>
              <p:nvPr/>
            </p:nvSpPr>
            <p:spPr>
              <a:xfrm>
                <a:off x="344808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2" name="ph8982"/>
              <p:cNvSpPr/>
              <p:nvPr/>
            </p:nvSpPr>
            <p:spPr>
              <a:xfrm>
                <a:off x="345735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3" name="ph8983"/>
              <p:cNvSpPr/>
              <p:nvPr/>
            </p:nvSpPr>
            <p:spPr>
              <a:xfrm>
                <a:off x="346661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4" name="ph8984"/>
              <p:cNvSpPr/>
              <p:nvPr/>
            </p:nvSpPr>
            <p:spPr>
              <a:xfrm>
                <a:off x="347587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5" name="ph8985"/>
              <p:cNvSpPr/>
              <p:nvPr/>
            </p:nvSpPr>
            <p:spPr>
              <a:xfrm>
                <a:off x="348513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6" name="ph8986"/>
              <p:cNvSpPr/>
              <p:nvPr/>
            </p:nvSpPr>
            <p:spPr>
              <a:xfrm>
                <a:off x="349439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7" name="ph8987"/>
              <p:cNvSpPr/>
              <p:nvPr/>
            </p:nvSpPr>
            <p:spPr>
              <a:xfrm>
                <a:off x="350366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8" name="ph8988"/>
              <p:cNvSpPr/>
              <p:nvPr/>
            </p:nvSpPr>
            <p:spPr>
              <a:xfrm>
                <a:off x="351292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9" name="ph8989"/>
              <p:cNvSpPr/>
              <p:nvPr/>
            </p:nvSpPr>
            <p:spPr>
              <a:xfrm>
                <a:off x="352218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0" name="ph8990"/>
              <p:cNvSpPr/>
              <p:nvPr/>
            </p:nvSpPr>
            <p:spPr>
              <a:xfrm>
                <a:off x="353144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1" name="ph8991"/>
              <p:cNvSpPr/>
              <p:nvPr/>
            </p:nvSpPr>
            <p:spPr>
              <a:xfrm>
                <a:off x="3540710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2" name="ph8992"/>
              <p:cNvSpPr/>
              <p:nvPr/>
            </p:nvSpPr>
            <p:spPr>
              <a:xfrm>
                <a:off x="3549972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3" name="ph8993"/>
              <p:cNvSpPr/>
              <p:nvPr/>
            </p:nvSpPr>
            <p:spPr>
              <a:xfrm>
                <a:off x="3559234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4" name="ph8994"/>
              <p:cNvSpPr/>
              <p:nvPr/>
            </p:nvSpPr>
            <p:spPr>
              <a:xfrm>
                <a:off x="3568497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5" name="ph8995"/>
              <p:cNvSpPr/>
              <p:nvPr/>
            </p:nvSpPr>
            <p:spPr>
              <a:xfrm>
                <a:off x="3577759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6" name="ph8996"/>
              <p:cNvSpPr/>
              <p:nvPr/>
            </p:nvSpPr>
            <p:spPr>
              <a:xfrm>
                <a:off x="3587021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7" name="ph8997"/>
              <p:cNvSpPr/>
              <p:nvPr/>
            </p:nvSpPr>
            <p:spPr>
              <a:xfrm>
                <a:off x="3596283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8" name="ph8998"/>
              <p:cNvSpPr/>
              <p:nvPr/>
            </p:nvSpPr>
            <p:spPr>
              <a:xfrm>
                <a:off x="3605545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9" name="ph8999"/>
              <p:cNvSpPr/>
              <p:nvPr/>
            </p:nvSpPr>
            <p:spPr>
              <a:xfrm>
                <a:off x="3614808" y="757517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0" name="ph9000"/>
              <p:cNvSpPr/>
              <p:nvPr/>
            </p:nvSpPr>
            <p:spPr>
              <a:xfrm>
                <a:off x="3633332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08241" y="897161"/>
                    </a:lnTo>
                    <a:lnTo>
                      <a:pt x="909206" y="897822"/>
                    </a:lnTo>
                    <a:lnTo>
                      <a:pt x="914400" y="901976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1" name="ph9001"/>
              <p:cNvSpPr/>
              <p:nvPr/>
            </p:nvSpPr>
            <p:spPr>
              <a:xfrm>
                <a:off x="3642594" y="7747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1976"/>
                    </a:lnTo>
                    <a:lnTo>
                      <a:pt x="905408" y="902192"/>
                    </a:lnTo>
                    <a:lnTo>
                      <a:pt x="910738" y="907100"/>
                    </a:lnTo>
                    <a:lnTo>
                      <a:pt x="911195" y="907549"/>
                    </a:lnTo>
                    <a:lnTo>
                      <a:pt x="911657" y="908003"/>
                    </a:lnTo>
                    <a:lnTo>
                      <a:pt x="912118" y="908458"/>
                    </a:lnTo>
                    <a:lnTo>
                      <a:pt x="912580" y="908912"/>
                    </a:lnTo>
                    <a:lnTo>
                      <a:pt x="913041" y="909366"/>
                    </a:lnTo>
                    <a:lnTo>
                      <a:pt x="913503" y="909820"/>
                    </a:lnTo>
                    <a:lnTo>
                      <a:pt x="913965" y="910274"/>
                    </a:lnTo>
                    <a:lnTo>
                      <a:pt x="914400" y="910703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2" name="ph9002"/>
              <p:cNvSpPr/>
              <p:nvPr/>
            </p:nvSpPr>
            <p:spPr>
              <a:xfrm>
                <a:off x="3642594" y="774756"/>
                <a:ext cx="9181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3" h="914400">
                    <a:moveTo>
                      <a:pt x="914400" y="914400"/>
                    </a:moveTo>
                    <a:lnTo>
                      <a:pt x="914426" y="910729"/>
                    </a:lnTo>
                    <a:lnTo>
                      <a:pt x="914888" y="911183"/>
                    </a:lnTo>
                    <a:lnTo>
                      <a:pt x="915349" y="911637"/>
                    </a:lnTo>
                    <a:lnTo>
                      <a:pt x="915810" y="912092"/>
                    </a:lnTo>
                    <a:lnTo>
                      <a:pt x="916272" y="912546"/>
                    </a:lnTo>
                    <a:lnTo>
                      <a:pt x="916733" y="913000"/>
                    </a:lnTo>
                    <a:lnTo>
                      <a:pt x="917194" y="913455"/>
                    </a:lnTo>
                    <a:lnTo>
                      <a:pt x="917655" y="913909"/>
                    </a:lnTo>
                    <a:lnTo>
                      <a:pt x="918153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3" name="ph9003"/>
              <p:cNvSpPr/>
              <p:nvPr/>
            </p:nvSpPr>
            <p:spPr>
              <a:xfrm>
                <a:off x="3262843" y="740279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6136" y="931638"/>
                    </a:lnTo>
                    <a:lnTo>
                      <a:pt x="905756" y="921130"/>
                    </a:lnTo>
                    <a:lnTo>
                      <a:pt x="905698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4" name="ph9004"/>
              <p:cNvSpPr/>
              <p:nvPr/>
            </p:nvSpPr>
            <p:spPr>
              <a:xfrm>
                <a:off x="326284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5" name="ph9005"/>
              <p:cNvSpPr/>
              <p:nvPr/>
            </p:nvSpPr>
            <p:spPr>
              <a:xfrm>
                <a:off x="327210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6" name="ph9006"/>
              <p:cNvSpPr/>
              <p:nvPr/>
            </p:nvSpPr>
            <p:spPr>
              <a:xfrm>
                <a:off x="328136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7" name="ph9007"/>
              <p:cNvSpPr/>
              <p:nvPr/>
            </p:nvSpPr>
            <p:spPr>
              <a:xfrm>
                <a:off x="329063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8" name="ph9008"/>
              <p:cNvSpPr/>
              <p:nvPr/>
            </p:nvSpPr>
            <p:spPr>
              <a:xfrm>
                <a:off x="329989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9" name="ph9009"/>
              <p:cNvSpPr/>
              <p:nvPr/>
            </p:nvSpPr>
            <p:spPr>
              <a:xfrm>
                <a:off x="330915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0" name="ph9010"/>
              <p:cNvSpPr/>
              <p:nvPr/>
            </p:nvSpPr>
            <p:spPr>
              <a:xfrm>
                <a:off x="331841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1" name="ph9011"/>
              <p:cNvSpPr/>
              <p:nvPr/>
            </p:nvSpPr>
            <p:spPr>
              <a:xfrm>
                <a:off x="332767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2" name="ph9012"/>
              <p:cNvSpPr/>
              <p:nvPr/>
            </p:nvSpPr>
            <p:spPr>
              <a:xfrm>
                <a:off x="333694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3" name="ph9013"/>
              <p:cNvSpPr/>
              <p:nvPr/>
            </p:nvSpPr>
            <p:spPr>
              <a:xfrm>
                <a:off x="334620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4" name="ph9014"/>
              <p:cNvSpPr/>
              <p:nvPr/>
            </p:nvSpPr>
            <p:spPr>
              <a:xfrm>
                <a:off x="335546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5" name="ph9015"/>
              <p:cNvSpPr/>
              <p:nvPr/>
            </p:nvSpPr>
            <p:spPr>
              <a:xfrm>
                <a:off x="336472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6" name="ph9016"/>
              <p:cNvSpPr/>
              <p:nvPr/>
            </p:nvSpPr>
            <p:spPr>
              <a:xfrm>
                <a:off x="337399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7" name="ph9017"/>
              <p:cNvSpPr/>
              <p:nvPr/>
            </p:nvSpPr>
            <p:spPr>
              <a:xfrm>
                <a:off x="338325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8" name="ph9018"/>
              <p:cNvSpPr/>
              <p:nvPr/>
            </p:nvSpPr>
            <p:spPr>
              <a:xfrm>
                <a:off x="339251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9" name="ph9019"/>
              <p:cNvSpPr/>
              <p:nvPr/>
            </p:nvSpPr>
            <p:spPr>
              <a:xfrm>
                <a:off x="340177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0" name="ph9020"/>
              <p:cNvSpPr/>
              <p:nvPr/>
            </p:nvSpPr>
            <p:spPr>
              <a:xfrm>
                <a:off x="341103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1" name="ph9021"/>
              <p:cNvSpPr/>
              <p:nvPr/>
            </p:nvSpPr>
            <p:spPr>
              <a:xfrm>
                <a:off x="342030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2" name="ph9022"/>
              <p:cNvSpPr/>
              <p:nvPr/>
            </p:nvSpPr>
            <p:spPr>
              <a:xfrm>
                <a:off x="342956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3" name="ph9023"/>
              <p:cNvSpPr/>
              <p:nvPr/>
            </p:nvSpPr>
            <p:spPr>
              <a:xfrm>
                <a:off x="343882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4" name="ph9024"/>
              <p:cNvSpPr/>
              <p:nvPr/>
            </p:nvSpPr>
            <p:spPr>
              <a:xfrm>
                <a:off x="344808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5" name="ph9025"/>
              <p:cNvSpPr/>
              <p:nvPr/>
            </p:nvSpPr>
            <p:spPr>
              <a:xfrm>
                <a:off x="345735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6" name="ph9026"/>
              <p:cNvSpPr/>
              <p:nvPr/>
            </p:nvSpPr>
            <p:spPr>
              <a:xfrm>
                <a:off x="346661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7" name="ph9027"/>
              <p:cNvSpPr/>
              <p:nvPr/>
            </p:nvSpPr>
            <p:spPr>
              <a:xfrm>
                <a:off x="347587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8" name="ph9028"/>
              <p:cNvSpPr/>
              <p:nvPr/>
            </p:nvSpPr>
            <p:spPr>
              <a:xfrm>
                <a:off x="348513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9" name="ph9029"/>
              <p:cNvSpPr/>
              <p:nvPr/>
            </p:nvSpPr>
            <p:spPr>
              <a:xfrm>
                <a:off x="349439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0" name="ph9030"/>
              <p:cNvSpPr/>
              <p:nvPr/>
            </p:nvSpPr>
            <p:spPr>
              <a:xfrm>
                <a:off x="3503661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1" name="ph9031"/>
              <p:cNvSpPr/>
              <p:nvPr/>
            </p:nvSpPr>
            <p:spPr>
              <a:xfrm>
                <a:off x="3512923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2" name="ph9032"/>
              <p:cNvSpPr/>
              <p:nvPr/>
            </p:nvSpPr>
            <p:spPr>
              <a:xfrm>
                <a:off x="3522185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3" name="ph9033"/>
              <p:cNvSpPr/>
              <p:nvPr/>
            </p:nvSpPr>
            <p:spPr>
              <a:xfrm>
                <a:off x="3531448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4" name="ph9034"/>
              <p:cNvSpPr/>
              <p:nvPr/>
            </p:nvSpPr>
            <p:spPr>
              <a:xfrm>
                <a:off x="3540710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5" name="ph9035"/>
              <p:cNvSpPr/>
              <p:nvPr/>
            </p:nvSpPr>
            <p:spPr>
              <a:xfrm>
                <a:off x="3549972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6" name="ph9036"/>
              <p:cNvSpPr/>
              <p:nvPr/>
            </p:nvSpPr>
            <p:spPr>
              <a:xfrm>
                <a:off x="3559234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7" name="ph9037"/>
              <p:cNvSpPr/>
              <p:nvPr/>
            </p:nvSpPr>
            <p:spPr>
              <a:xfrm>
                <a:off x="3568497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8" name="ph9038"/>
              <p:cNvSpPr/>
              <p:nvPr/>
            </p:nvSpPr>
            <p:spPr>
              <a:xfrm>
                <a:off x="3577759" y="740279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9" name="ph9039"/>
              <p:cNvSpPr/>
              <p:nvPr/>
            </p:nvSpPr>
            <p:spPr>
              <a:xfrm>
                <a:off x="3596283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2236" y="897161"/>
                    </a:lnTo>
                    <a:lnTo>
                      <a:pt x="914400" y="899935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0" name="ph9040"/>
              <p:cNvSpPr/>
              <p:nvPr/>
            </p:nvSpPr>
            <p:spPr>
              <a:xfrm>
                <a:off x="3605545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9935"/>
                    </a:lnTo>
                    <a:lnTo>
                      <a:pt x="905612" y="900544"/>
                    </a:lnTo>
                    <a:lnTo>
                      <a:pt x="914122" y="903183"/>
                    </a:lnTo>
                    <a:lnTo>
                      <a:pt x="914400" y="903283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1" name="ph9041"/>
              <p:cNvSpPr/>
              <p:nvPr/>
            </p:nvSpPr>
            <p:spPr>
              <a:xfrm>
                <a:off x="3614808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3283"/>
                    </a:lnTo>
                    <a:lnTo>
                      <a:pt x="910697" y="905293"/>
                    </a:lnTo>
                    <a:lnTo>
                      <a:pt x="914400" y="907018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2" name="ph9042"/>
              <p:cNvSpPr/>
              <p:nvPr/>
            </p:nvSpPr>
            <p:spPr>
              <a:xfrm>
                <a:off x="3624070" y="7575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907018"/>
                    </a:lnTo>
                    <a:lnTo>
                      <a:pt x="907204" y="907982"/>
                    </a:lnTo>
                    <a:lnTo>
                      <a:pt x="912887" y="911240"/>
                    </a:lnTo>
                    <a:lnTo>
                      <a:pt x="914400" y="912276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3" name="ph9043"/>
              <p:cNvSpPr/>
              <p:nvPr/>
            </p:nvSpPr>
            <p:spPr>
              <a:xfrm>
                <a:off x="3624070" y="757517"/>
                <a:ext cx="9175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03" h="914400">
                    <a:moveTo>
                      <a:pt x="914400" y="914400"/>
                    </a:moveTo>
                    <a:lnTo>
                      <a:pt x="914400" y="912276"/>
                    </a:lnTo>
                    <a:lnTo>
                      <a:pt x="917503" y="914400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4" name="ph9044"/>
              <p:cNvSpPr/>
              <p:nvPr/>
            </p:nvSpPr>
            <p:spPr>
              <a:xfrm>
                <a:off x="3262843" y="723040"/>
                <a:ext cx="914400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638">
                    <a:moveTo>
                      <a:pt x="914400" y="914400"/>
                    </a:moveTo>
                    <a:lnTo>
                      <a:pt x="914400" y="931638"/>
                    </a:lnTo>
                    <a:lnTo>
                      <a:pt x="905698" y="931638"/>
                    </a:lnTo>
                    <a:lnTo>
                      <a:pt x="905665" y="927837"/>
                    </a:lnTo>
                    <a:lnTo>
                      <a:pt x="905862" y="917310"/>
                    </a:lnTo>
                    <a:lnTo>
                      <a:pt x="905996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5" name="ph9045"/>
              <p:cNvSpPr/>
              <p:nvPr/>
            </p:nvSpPr>
            <p:spPr>
              <a:xfrm>
                <a:off x="326284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6" name="ph9046"/>
              <p:cNvSpPr/>
              <p:nvPr/>
            </p:nvSpPr>
            <p:spPr>
              <a:xfrm>
                <a:off x="327210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7" name="ph9047"/>
              <p:cNvSpPr/>
              <p:nvPr/>
            </p:nvSpPr>
            <p:spPr>
              <a:xfrm>
                <a:off x="328136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8" name="ph9048"/>
              <p:cNvSpPr/>
              <p:nvPr/>
            </p:nvSpPr>
            <p:spPr>
              <a:xfrm>
                <a:off x="329063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9" name="ph9049"/>
              <p:cNvSpPr/>
              <p:nvPr/>
            </p:nvSpPr>
            <p:spPr>
              <a:xfrm>
                <a:off x="329989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0" name="ph9050"/>
              <p:cNvSpPr/>
              <p:nvPr/>
            </p:nvSpPr>
            <p:spPr>
              <a:xfrm>
                <a:off x="330915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1" name="ph9051"/>
              <p:cNvSpPr/>
              <p:nvPr/>
            </p:nvSpPr>
            <p:spPr>
              <a:xfrm>
                <a:off x="331841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2" name="ph9052"/>
              <p:cNvSpPr/>
              <p:nvPr/>
            </p:nvSpPr>
            <p:spPr>
              <a:xfrm>
                <a:off x="332767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3" name="ph9053"/>
              <p:cNvSpPr/>
              <p:nvPr/>
            </p:nvSpPr>
            <p:spPr>
              <a:xfrm>
                <a:off x="333694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4" name="ph9054"/>
              <p:cNvSpPr/>
              <p:nvPr/>
            </p:nvSpPr>
            <p:spPr>
              <a:xfrm>
                <a:off x="334620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5" name="ph9055"/>
              <p:cNvSpPr/>
              <p:nvPr/>
            </p:nvSpPr>
            <p:spPr>
              <a:xfrm>
                <a:off x="335546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6" name="ph9056"/>
              <p:cNvSpPr/>
              <p:nvPr/>
            </p:nvSpPr>
            <p:spPr>
              <a:xfrm>
                <a:off x="336472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7" name="ph9057"/>
              <p:cNvSpPr/>
              <p:nvPr/>
            </p:nvSpPr>
            <p:spPr>
              <a:xfrm>
                <a:off x="337399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8" name="ph9058"/>
              <p:cNvSpPr/>
              <p:nvPr/>
            </p:nvSpPr>
            <p:spPr>
              <a:xfrm>
                <a:off x="338325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9" name="ph9059"/>
              <p:cNvSpPr/>
              <p:nvPr/>
            </p:nvSpPr>
            <p:spPr>
              <a:xfrm>
                <a:off x="339251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0" name="ph9060"/>
              <p:cNvSpPr/>
              <p:nvPr/>
            </p:nvSpPr>
            <p:spPr>
              <a:xfrm>
                <a:off x="340177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1" name="ph9061"/>
              <p:cNvSpPr/>
              <p:nvPr/>
            </p:nvSpPr>
            <p:spPr>
              <a:xfrm>
                <a:off x="341103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2" name="ph9062"/>
              <p:cNvSpPr/>
              <p:nvPr/>
            </p:nvSpPr>
            <p:spPr>
              <a:xfrm>
                <a:off x="342030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3" name="ph9063"/>
              <p:cNvSpPr/>
              <p:nvPr/>
            </p:nvSpPr>
            <p:spPr>
              <a:xfrm>
                <a:off x="342956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4" name="ph9064"/>
              <p:cNvSpPr/>
              <p:nvPr/>
            </p:nvSpPr>
            <p:spPr>
              <a:xfrm>
                <a:off x="343882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5" name="ph9065"/>
              <p:cNvSpPr/>
              <p:nvPr/>
            </p:nvSpPr>
            <p:spPr>
              <a:xfrm>
                <a:off x="344808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6" name="ph9066"/>
              <p:cNvSpPr/>
              <p:nvPr/>
            </p:nvSpPr>
            <p:spPr>
              <a:xfrm>
                <a:off x="345735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7" name="ph9067"/>
              <p:cNvSpPr/>
              <p:nvPr/>
            </p:nvSpPr>
            <p:spPr>
              <a:xfrm>
                <a:off x="346661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8" name="ph9068"/>
              <p:cNvSpPr/>
              <p:nvPr/>
            </p:nvSpPr>
            <p:spPr>
              <a:xfrm>
                <a:off x="347587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9" name="ph9069"/>
              <p:cNvSpPr/>
              <p:nvPr/>
            </p:nvSpPr>
            <p:spPr>
              <a:xfrm>
                <a:off x="348513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0" name="ph9070"/>
              <p:cNvSpPr/>
              <p:nvPr/>
            </p:nvSpPr>
            <p:spPr>
              <a:xfrm>
                <a:off x="3494399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1" name="ph9071"/>
              <p:cNvSpPr/>
              <p:nvPr/>
            </p:nvSpPr>
            <p:spPr>
              <a:xfrm>
                <a:off x="3503661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2" name="ph9072"/>
              <p:cNvSpPr/>
              <p:nvPr/>
            </p:nvSpPr>
            <p:spPr>
              <a:xfrm>
                <a:off x="3512923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3" name="ph9073"/>
              <p:cNvSpPr/>
              <p:nvPr/>
            </p:nvSpPr>
            <p:spPr>
              <a:xfrm>
                <a:off x="3522185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4" name="ph9074"/>
              <p:cNvSpPr/>
              <p:nvPr/>
            </p:nvSpPr>
            <p:spPr>
              <a:xfrm>
                <a:off x="3531448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5" name="ph9075"/>
              <p:cNvSpPr/>
              <p:nvPr/>
            </p:nvSpPr>
            <p:spPr>
              <a:xfrm>
                <a:off x="3540710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6" name="ph9076"/>
              <p:cNvSpPr/>
              <p:nvPr/>
            </p:nvSpPr>
            <p:spPr>
              <a:xfrm>
                <a:off x="3549972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7" name="ph9077"/>
              <p:cNvSpPr/>
              <p:nvPr/>
            </p:nvSpPr>
            <p:spPr>
              <a:xfrm>
                <a:off x="3559234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8" name="ph9078"/>
              <p:cNvSpPr/>
              <p:nvPr/>
            </p:nvSpPr>
            <p:spPr>
              <a:xfrm>
                <a:off x="3568497" y="723040"/>
                <a:ext cx="923662" cy="931638"/>
              </a:xfrm>
              <a:custGeom>
                <a:avLst/>
                <a:gdLst/>
                <a:ahLst/>
                <a:cxnLst/>
                <a:rect l="0" t="0" r="0" b="0"/>
                <a:pathLst>
                  <a:path w="923662" h="931638">
                    <a:moveTo>
                      <a:pt x="914400" y="914400"/>
                    </a:moveTo>
                    <a:lnTo>
                      <a:pt x="923662" y="914400"/>
                    </a:lnTo>
                    <a:lnTo>
                      <a:pt x="923662" y="931638"/>
                    </a:lnTo>
                    <a:lnTo>
                      <a:pt x="914400" y="931638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9" name="ph9079"/>
              <p:cNvSpPr/>
              <p:nvPr/>
            </p:nvSpPr>
            <p:spPr>
              <a:xfrm>
                <a:off x="3587021" y="7402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137" y="914400"/>
                    </a:lnTo>
                    <a:lnTo>
                      <a:pt x="905137" y="897161"/>
                    </a:lnTo>
                    <a:lnTo>
                      <a:pt x="913766" y="897161"/>
                    </a:lnTo>
                    <a:lnTo>
                      <a:pt x="914400" y="898422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0" name="ph9080"/>
              <p:cNvSpPr/>
              <p:nvPr/>
            </p:nvSpPr>
            <p:spPr>
              <a:xfrm>
                <a:off x="3587021" y="740279"/>
                <a:ext cx="9214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498" h="914400">
                    <a:moveTo>
                      <a:pt x="914400" y="914400"/>
                    </a:moveTo>
                    <a:lnTo>
                      <a:pt x="914400" y="898422"/>
                    </a:lnTo>
                    <a:lnTo>
                      <a:pt x="915302" y="900221"/>
                    </a:lnTo>
                    <a:lnTo>
                      <a:pt x="919114" y="908678"/>
                    </a:lnTo>
                    <a:lnTo>
                      <a:pt x="921347" y="914205"/>
                    </a:lnTo>
                    <a:lnTo>
                      <a:pt x="921498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1" name="ph9081"/>
              <p:cNvSpPr/>
              <p:nvPr/>
            </p:nvSpPr>
            <p:spPr>
              <a:xfrm>
                <a:off x="3696990" y="1820892"/>
                <a:ext cx="929722" cy="1221796"/>
              </a:xfrm>
              <a:custGeom>
                <a:avLst/>
                <a:gdLst/>
                <a:ahLst/>
                <a:cxnLst/>
                <a:rect l="0" t="0" r="0" b="0"/>
                <a:pathLst>
                  <a:path w="929722" h="1221796">
                    <a:moveTo>
                      <a:pt x="914400" y="914400"/>
                    </a:moveTo>
                    <a:lnTo>
                      <a:pt x="905391" y="938708"/>
                    </a:lnTo>
                    <a:lnTo>
                      <a:pt x="892981" y="942816"/>
                    </a:lnTo>
                    <a:lnTo>
                      <a:pt x="881077" y="950913"/>
                    </a:lnTo>
                    <a:lnTo>
                      <a:pt x="876826" y="1027830"/>
                    </a:lnTo>
                    <a:lnTo>
                      <a:pt x="898498" y="1057055"/>
                    </a:lnTo>
                    <a:lnTo>
                      <a:pt x="886595" y="1061145"/>
                    </a:lnTo>
                    <a:lnTo>
                      <a:pt x="875704" y="1069899"/>
                    </a:lnTo>
                    <a:lnTo>
                      <a:pt x="867926" y="1082845"/>
                    </a:lnTo>
                    <a:lnTo>
                      <a:pt x="859966" y="1110706"/>
                    </a:lnTo>
                    <a:lnTo>
                      <a:pt x="830063" y="1126497"/>
                    </a:lnTo>
                    <a:lnTo>
                      <a:pt x="818738" y="1138180"/>
                    </a:lnTo>
                    <a:lnTo>
                      <a:pt x="802041" y="1164172"/>
                    </a:lnTo>
                    <a:lnTo>
                      <a:pt x="793339" y="1201898"/>
                    </a:lnTo>
                    <a:lnTo>
                      <a:pt x="776425" y="1217992"/>
                    </a:lnTo>
                    <a:lnTo>
                      <a:pt x="757430" y="1221796"/>
                    </a:lnTo>
                    <a:lnTo>
                      <a:pt x="768574" y="1190888"/>
                    </a:lnTo>
                    <a:lnTo>
                      <a:pt x="783173" y="1165704"/>
                    </a:lnTo>
                    <a:lnTo>
                      <a:pt x="769135" y="1148432"/>
                    </a:lnTo>
                    <a:lnTo>
                      <a:pt x="760686" y="1121396"/>
                    </a:lnTo>
                    <a:lnTo>
                      <a:pt x="749778" y="1100656"/>
                    </a:lnTo>
                    <a:lnTo>
                      <a:pt x="758461" y="1077492"/>
                    </a:lnTo>
                    <a:lnTo>
                      <a:pt x="754192" y="1039530"/>
                    </a:lnTo>
                    <a:lnTo>
                      <a:pt x="755603" y="1002477"/>
                    </a:lnTo>
                    <a:lnTo>
                      <a:pt x="768266" y="983774"/>
                    </a:lnTo>
                    <a:lnTo>
                      <a:pt x="782775" y="968522"/>
                    </a:lnTo>
                    <a:lnTo>
                      <a:pt x="805369" y="933456"/>
                    </a:lnTo>
                    <a:lnTo>
                      <a:pt x="829864" y="908036"/>
                    </a:lnTo>
                    <a:lnTo>
                      <a:pt x="864036" y="896605"/>
                    </a:lnTo>
                    <a:lnTo>
                      <a:pt x="879467" y="907144"/>
                    </a:lnTo>
                    <a:lnTo>
                      <a:pt x="886124" y="884030"/>
                    </a:lnTo>
                    <a:lnTo>
                      <a:pt x="897141" y="878761"/>
                    </a:lnTo>
                    <a:lnTo>
                      <a:pt x="907489" y="884098"/>
                    </a:lnTo>
                    <a:lnTo>
                      <a:pt x="929722" y="90618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2" name="ph9082"/>
              <p:cNvSpPr/>
              <p:nvPr/>
            </p:nvSpPr>
            <p:spPr>
              <a:xfrm>
                <a:off x="3230804" y="2362843"/>
                <a:ext cx="1033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3054" h="914400">
                    <a:moveTo>
                      <a:pt x="914400" y="914400"/>
                    </a:moveTo>
                    <a:lnTo>
                      <a:pt x="905969" y="913171"/>
                    </a:lnTo>
                    <a:lnTo>
                      <a:pt x="900343" y="890023"/>
                    </a:lnTo>
                    <a:lnTo>
                      <a:pt x="899023" y="830463"/>
                    </a:lnTo>
                    <a:lnTo>
                      <a:pt x="902388" y="801036"/>
                    </a:lnTo>
                    <a:lnTo>
                      <a:pt x="942783" y="694895"/>
                    </a:lnTo>
                    <a:lnTo>
                      <a:pt x="960819" y="686226"/>
                    </a:lnTo>
                    <a:lnTo>
                      <a:pt x="986182" y="621177"/>
                    </a:lnTo>
                    <a:lnTo>
                      <a:pt x="993020" y="592239"/>
                    </a:lnTo>
                    <a:lnTo>
                      <a:pt x="1004019" y="566179"/>
                    </a:lnTo>
                    <a:lnTo>
                      <a:pt x="1010513" y="542880"/>
                    </a:lnTo>
                    <a:lnTo>
                      <a:pt x="1015958" y="533470"/>
                    </a:lnTo>
                    <a:lnTo>
                      <a:pt x="1027789" y="537880"/>
                    </a:lnTo>
                    <a:lnTo>
                      <a:pt x="1033054" y="542173"/>
                    </a:lnTo>
                    <a:lnTo>
                      <a:pt x="1020589" y="555742"/>
                    </a:lnTo>
                    <a:lnTo>
                      <a:pt x="1022037" y="573401"/>
                    </a:lnTo>
                    <a:lnTo>
                      <a:pt x="1021168" y="580724"/>
                    </a:lnTo>
                    <a:lnTo>
                      <a:pt x="989709" y="657540"/>
                    </a:lnTo>
                    <a:lnTo>
                      <a:pt x="981297" y="707420"/>
                    </a:lnTo>
                    <a:lnTo>
                      <a:pt x="970136" y="719591"/>
                    </a:lnTo>
                    <a:lnTo>
                      <a:pt x="923915" y="89704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3" name="ph9083"/>
              <p:cNvSpPr/>
              <p:nvPr/>
            </p:nvSpPr>
            <p:spPr>
              <a:xfrm>
                <a:off x="2303388" y="1442538"/>
                <a:ext cx="2307387" cy="2142859"/>
              </a:xfrm>
              <a:custGeom>
                <a:avLst/>
                <a:gdLst/>
                <a:ahLst/>
                <a:cxnLst/>
                <a:rect l="0" t="0" r="0" b="0"/>
                <a:pathLst>
                  <a:path w="2307387" h="2142859">
                    <a:moveTo>
                      <a:pt x="914400" y="914400"/>
                    </a:moveTo>
                    <a:lnTo>
                      <a:pt x="927895" y="920090"/>
                    </a:lnTo>
                    <a:lnTo>
                      <a:pt x="946275" y="908693"/>
                    </a:lnTo>
                    <a:lnTo>
                      <a:pt x="959137" y="876775"/>
                    </a:lnTo>
                    <a:lnTo>
                      <a:pt x="966481" y="828881"/>
                    </a:lnTo>
                    <a:lnTo>
                      <a:pt x="975056" y="783259"/>
                    </a:lnTo>
                    <a:lnTo>
                      <a:pt x="964908" y="734456"/>
                    </a:lnTo>
                    <a:lnTo>
                      <a:pt x="954071" y="691596"/>
                    </a:lnTo>
                    <a:lnTo>
                      <a:pt x="953312" y="679004"/>
                    </a:lnTo>
                    <a:lnTo>
                      <a:pt x="981750" y="642843"/>
                    </a:lnTo>
                    <a:lnTo>
                      <a:pt x="990451" y="613433"/>
                    </a:lnTo>
                    <a:lnTo>
                      <a:pt x="999876" y="585438"/>
                    </a:lnTo>
                    <a:lnTo>
                      <a:pt x="1010278" y="575909"/>
                    </a:lnTo>
                    <a:lnTo>
                      <a:pt x="1025763" y="573738"/>
                    </a:lnTo>
                    <a:lnTo>
                      <a:pt x="1043799" y="568469"/>
                    </a:lnTo>
                    <a:lnTo>
                      <a:pt x="1066539" y="549732"/>
                    </a:lnTo>
                    <a:lnTo>
                      <a:pt x="1086926" y="524632"/>
                    </a:lnTo>
                    <a:lnTo>
                      <a:pt x="1102502" y="501619"/>
                    </a:lnTo>
                    <a:lnTo>
                      <a:pt x="1107785" y="456082"/>
                    </a:lnTo>
                    <a:lnTo>
                      <a:pt x="1108002" y="433204"/>
                    </a:lnTo>
                    <a:lnTo>
                      <a:pt x="1114858" y="416218"/>
                    </a:lnTo>
                    <a:lnTo>
                      <a:pt x="1121497" y="383037"/>
                    </a:lnTo>
                    <a:lnTo>
                      <a:pt x="1115039" y="350311"/>
                    </a:lnTo>
                    <a:lnTo>
                      <a:pt x="1094940" y="300666"/>
                    </a:lnTo>
                    <a:lnTo>
                      <a:pt x="1070736" y="230854"/>
                    </a:lnTo>
                    <a:lnTo>
                      <a:pt x="1067029" y="193667"/>
                    </a:lnTo>
                    <a:lnTo>
                      <a:pt x="1977664" y="193667"/>
                    </a:lnTo>
                    <a:lnTo>
                      <a:pt x="1978108" y="198549"/>
                    </a:lnTo>
                    <a:lnTo>
                      <a:pt x="1976262" y="210265"/>
                    </a:lnTo>
                    <a:lnTo>
                      <a:pt x="1990337" y="258429"/>
                    </a:lnTo>
                    <a:lnTo>
                      <a:pt x="1987062" y="275314"/>
                    </a:lnTo>
                    <a:lnTo>
                      <a:pt x="1985163" y="296828"/>
                    </a:lnTo>
                    <a:lnTo>
                      <a:pt x="2005334" y="317501"/>
                    </a:lnTo>
                    <a:lnTo>
                      <a:pt x="2023333" y="317164"/>
                    </a:lnTo>
                    <a:lnTo>
                      <a:pt x="2041568" y="316844"/>
                    </a:lnTo>
                    <a:lnTo>
                      <a:pt x="2048533" y="322029"/>
                    </a:lnTo>
                    <a:lnTo>
                      <a:pt x="2055516" y="336658"/>
                    </a:lnTo>
                    <a:lnTo>
                      <a:pt x="2061142" y="353931"/>
                    </a:lnTo>
                    <a:lnTo>
                      <a:pt x="2076157" y="352500"/>
                    </a:lnTo>
                    <a:lnTo>
                      <a:pt x="2100127" y="338443"/>
                    </a:lnTo>
                    <a:lnTo>
                      <a:pt x="2115720" y="335093"/>
                    </a:lnTo>
                    <a:lnTo>
                      <a:pt x="2126014" y="362112"/>
                    </a:lnTo>
                    <a:lnTo>
                      <a:pt x="2154017" y="397801"/>
                    </a:lnTo>
                    <a:lnTo>
                      <a:pt x="2170317" y="413794"/>
                    </a:lnTo>
                    <a:lnTo>
                      <a:pt x="2198013" y="422211"/>
                    </a:lnTo>
                    <a:lnTo>
                      <a:pt x="2227193" y="451015"/>
                    </a:lnTo>
                    <a:lnTo>
                      <a:pt x="2223104" y="485727"/>
                    </a:lnTo>
                    <a:lnTo>
                      <a:pt x="2235279" y="497326"/>
                    </a:lnTo>
                    <a:lnTo>
                      <a:pt x="2269705" y="511030"/>
                    </a:lnTo>
                    <a:lnTo>
                      <a:pt x="2281880" y="529514"/>
                    </a:lnTo>
                    <a:lnTo>
                      <a:pt x="2287723" y="545271"/>
                    </a:lnTo>
                    <a:lnTo>
                      <a:pt x="2296786" y="558334"/>
                    </a:lnTo>
                    <a:lnTo>
                      <a:pt x="2307387" y="597811"/>
                    </a:lnTo>
                    <a:lnTo>
                      <a:pt x="2303696" y="622137"/>
                    </a:lnTo>
                    <a:lnTo>
                      <a:pt x="2289821" y="630504"/>
                    </a:lnTo>
                    <a:lnTo>
                      <a:pt x="2257060" y="656563"/>
                    </a:lnTo>
                    <a:lnTo>
                      <a:pt x="2242461" y="676024"/>
                    </a:lnTo>
                    <a:lnTo>
                      <a:pt x="2231010" y="688145"/>
                    </a:lnTo>
                    <a:lnTo>
                      <a:pt x="2198465" y="714137"/>
                    </a:lnTo>
                    <a:lnTo>
                      <a:pt x="2186544" y="718800"/>
                    </a:lnTo>
                    <a:lnTo>
                      <a:pt x="2175129" y="732318"/>
                    </a:lnTo>
                    <a:lnTo>
                      <a:pt x="2164094" y="738227"/>
                    </a:lnTo>
                    <a:lnTo>
                      <a:pt x="2154216" y="734827"/>
                    </a:lnTo>
                    <a:lnTo>
                      <a:pt x="2117294" y="759304"/>
                    </a:lnTo>
                    <a:lnTo>
                      <a:pt x="2120171" y="769758"/>
                    </a:lnTo>
                    <a:lnTo>
                      <a:pt x="2148482" y="774185"/>
                    </a:lnTo>
                    <a:lnTo>
                      <a:pt x="2162918" y="768933"/>
                    </a:lnTo>
                    <a:lnTo>
                      <a:pt x="2174025" y="756627"/>
                    </a:lnTo>
                    <a:lnTo>
                      <a:pt x="2186164" y="753799"/>
                    </a:lnTo>
                    <a:lnTo>
                      <a:pt x="2197235" y="756122"/>
                    </a:lnTo>
                    <a:lnTo>
                      <a:pt x="2208976" y="746425"/>
                    </a:lnTo>
                    <a:lnTo>
                      <a:pt x="2218184" y="742554"/>
                    </a:lnTo>
                    <a:lnTo>
                      <a:pt x="2227699" y="747200"/>
                    </a:lnTo>
                    <a:lnTo>
                      <a:pt x="2238318" y="770448"/>
                    </a:lnTo>
                    <a:lnTo>
                      <a:pt x="2216284" y="782552"/>
                    </a:lnTo>
                    <a:lnTo>
                      <a:pt x="2200654" y="783108"/>
                    </a:lnTo>
                    <a:lnTo>
                      <a:pt x="2193020" y="821238"/>
                    </a:lnTo>
                    <a:lnTo>
                      <a:pt x="2183559" y="837618"/>
                    </a:lnTo>
                    <a:lnTo>
                      <a:pt x="2176775" y="845496"/>
                    </a:lnTo>
                    <a:lnTo>
                      <a:pt x="2142096" y="861725"/>
                    </a:lnTo>
                    <a:lnTo>
                      <a:pt x="2119212" y="882296"/>
                    </a:lnTo>
                    <a:lnTo>
                      <a:pt x="2092239" y="898861"/>
                    </a:lnTo>
                    <a:lnTo>
                      <a:pt x="2080462" y="895259"/>
                    </a:lnTo>
                    <a:lnTo>
                      <a:pt x="2062716" y="912093"/>
                    </a:lnTo>
                    <a:lnTo>
                      <a:pt x="2023279" y="932025"/>
                    </a:lnTo>
                    <a:lnTo>
                      <a:pt x="2003072" y="958876"/>
                    </a:lnTo>
                    <a:lnTo>
                      <a:pt x="1957720" y="982899"/>
                    </a:lnTo>
                    <a:lnTo>
                      <a:pt x="1934619" y="1002444"/>
                    </a:lnTo>
                    <a:lnTo>
                      <a:pt x="1871863" y="1003471"/>
                    </a:lnTo>
                    <a:lnTo>
                      <a:pt x="1811930" y="999178"/>
                    </a:lnTo>
                    <a:lnTo>
                      <a:pt x="1793117" y="1008470"/>
                    </a:lnTo>
                    <a:lnTo>
                      <a:pt x="1812346" y="1011349"/>
                    </a:lnTo>
                    <a:lnTo>
                      <a:pt x="1825824" y="1020473"/>
                    </a:lnTo>
                    <a:lnTo>
                      <a:pt x="1841978" y="1016669"/>
                    </a:lnTo>
                    <a:lnTo>
                      <a:pt x="1879950" y="1021231"/>
                    </a:lnTo>
                    <a:lnTo>
                      <a:pt x="1899487" y="1026197"/>
                    </a:lnTo>
                    <a:lnTo>
                      <a:pt x="1924560" y="1058149"/>
                    </a:lnTo>
                    <a:lnTo>
                      <a:pt x="1906126" y="1069512"/>
                    </a:lnTo>
                    <a:lnTo>
                      <a:pt x="1874197" y="1078232"/>
                    </a:lnTo>
                    <a:lnTo>
                      <a:pt x="1886173" y="1123551"/>
                    </a:lnTo>
                    <a:lnTo>
                      <a:pt x="1896050" y="1154105"/>
                    </a:lnTo>
                    <a:lnTo>
                      <a:pt x="1883116" y="1172539"/>
                    </a:lnTo>
                    <a:lnTo>
                      <a:pt x="1882157" y="1256408"/>
                    </a:lnTo>
                    <a:lnTo>
                      <a:pt x="1864012" y="1258007"/>
                    </a:lnTo>
                    <a:lnTo>
                      <a:pt x="1856306" y="1292703"/>
                    </a:lnTo>
                    <a:lnTo>
                      <a:pt x="1862022" y="1310396"/>
                    </a:lnTo>
                    <a:lnTo>
                      <a:pt x="1861570" y="1351489"/>
                    </a:lnTo>
                    <a:lnTo>
                      <a:pt x="1865351" y="1376808"/>
                    </a:lnTo>
                    <a:lnTo>
                      <a:pt x="1874251" y="1400124"/>
                    </a:lnTo>
                    <a:lnTo>
                      <a:pt x="1870290" y="1424432"/>
                    </a:lnTo>
                    <a:lnTo>
                      <a:pt x="1841598" y="1481333"/>
                    </a:lnTo>
                    <a:lnTo>
                      <a:pt x="1842250" y="1508032"/>
                    </a:lnTo>
                    <a:lnTo>
                      <a:pt x="1847405" y="1523890"/>
                    </a:lnTo>
                    <a:lnTo>
                      <a:pt x="1851222" y="1549243"/>
                    </a:lnTo>
                    <a:lnTo>
                      <a:pt x="1838179" y="1597979"/>
                    </a:lnTo>
                    <a:lnTo>
                      <a:pt x="1828971" y="1638701"/>
                    </a:lnTo>
                    <a:lnTo>
                      <a:pt x="1818027" y="1672976"/>
                    </a:lnTo>
                    <a:lnTo>
                      <a:pt x="1793533" y="1714103"/>
                    </a:lnTo>
                    <a:lnTo>
                      <a:pt x="1781340" y="1744842"/>
                    </a:lnTo>
                    <a:lnTo>
                      <a:pt x="1752811" y="1840765"/>
                    </a:lnTo>
                    <a:lnTo>
                      <a:pt x="1738665" y="1859805"/>
                    </a:lnTo>
                    <a:lnTo>
                      <a:pt x="1721316" y="1874434"/>
                    </a:lnTo>
                    <a:lnTo>
                      <a:pt x="1701978" y="1860899"/>
                    </a:lnTo>
                    <a:lnTo>
                      <a:pt x="1684249" y="1853526"/>
                    </a:lnTo>
                    <a:lnTo>
                      <a:pt x="1662595" y="1854418"/>
                    </a:lnTo>
                    <a:lnTo>
                      <a:pt x="1628676" y="1865512"/>
                    </a:lnTo>
                    <a:lnTo>
                      <a:pt x="1577661" y="1858138"/>
                    </a:lnTo>
                    <a:lnTo>
                      <a:pt x="1527805" y="1861690"/>
                    </a:lnTo>
                    <a:lnTo>
                      <a:pt x="1515196" y="1871269"/>
                    </a:lnTo>
                    <a:lnTo>
                      <a:pt x="1522757" y="1906083"/>
                    </a:lnTo>
                    <a:lnTo>
                      <a:pt x="1504378" y="1910645"/>
                    </a:lnTo>
                    <a:lnTo>
                      <a:pt x="1486414" y="1900746"/>
                    </a:lnTo>
                    <a:lnTo>
                      <a:pt x="1470603" y="1912564"/>
                    </a:lnTo>
                    <a:lnTo>
                      <a:pt x="1457397" y="1925526"/>
                    </a:lnTo>
                    <a:lnTo>
                      <a:pt x="1431456" y="1956283"/>
                    </a:lnTo>
                    <a:lnTo>
                      <a:pt x="1422772" y="1975222"/>
                    </a:lnTo>
                    <a:lnTo>
                      <a:pt x="1420529" y="2010894"/>
                    </a:lnTo>
                    <a:lnTo>
                      <a:pt x="1434151" y="2042879"/>
                    </a:lnTo>
                    <a:lnTo>
                      <a:pt x="1446235" y="2080336"/>
                    </a:lnTo>
                    <a:lnTo>
                      <a:pt x="1415120" y="2125536"/>
                    </a:lnTo>
                    <a:lnTo>
                      <a:pt x="1397754" y="2127068"/>
                    </a:lnTo>
                    <a:lnTo>
                      <a:pt x="1347065" y="2114527"/>
                    </a:lnTo>
                    <a:lnTo>
                      <a:pt x="1257228" y="2142859"/>
                    </a:lnTo>
                    <a:lnTo>
                      <a:pt x="1176546" y="2120452"/>
                    </a:lnTo>
                    <a:lnTo>
                      <a:pt x="1186694" y="2096244"/>
                    </a:lnTo>
                    <a:lnTo>
                      <a:pt x="1186351" y="2078450"/>
                    </a:lnTo>
                    <a:lnTo>
                      <a:pt x="1190909" y="2051078"/>
                    </a:lnTo>
                    <a:lnTo>
                      <a:pt x="1193623" y="2023082"/>
                    </a:lnTo>
                    <a:lnTo>
                      <a:pt x="1192863" y="2004345"/>
                    </a:lnTo>
                    <a:lnTo>
                      <a:pt x="1186948" y="1984380"/>
                    </a:lnTo>
                    <a:lnTo>
                      <a:pt x="1167048" y="1958253"/>
                    </a:lnTo>
                    <a:lnTo>
                      <a:pt x="1122221" y="1870074"/>
                    </a:lnTo>
                    <a:lnTo>
                      <a:pt x="1108960" y="1832853"/>
                    </a:lnTo>
                    <a:lnTo>
                      <a:pt x="1099734" y="1817348"/>
                    </a:lnTo>
                    <a:lnTo>
                      <a:pt x="1106373" y="1816507"/>
                    </a:lnTo>
                    <a:lnTo>
                      <a:pt x="1143296" y="1836489"/>
                    </a:lnTo>
                    <a:lnTo>
                      <a:pt x="1151907" y="1834031"/>
                    </a:lnTo>
                    <a:lnTo>
                      <a:pt x="1160952" y="1826523"/>
                    </a:lnTo>
                    <a:lnTo>
                      <a:pt x="1149935" y="1797921"/>
                    </a:lnTo>
                    <a:lnTo>
                      <a:pt x="1140474" y="1784976"/>
                    </a:lnTo>
                    <a:lnTo>
                      <a:pt x="1134052" y="1765616"/>
                    </a:lnTo>
                    <a:lnTo>
                      <a:pt x="1155669" y="1760381"/>
                    </a:lnTo>
                    <a:lnTo>
                      <a:pt x="1171281" y="1761542"/>
                    </a:lnTo>
                    <a:lnTo>
                      <a:pt x="1182787" y="1739758"/>
                    </a:lnTo>
                    <a:lnTo>
                      <a:pt x="1176148" y="1704541"/>
                    </a:lnTo>
                    <a:lnTo>
                      <a:pt x="1159378" y="1693699"/>
                    </a:lnTo>
                    <a:lnTo>
                      <a:pt x="1145376" y="1688986"/>
                    </a:lnTo>
                    <a:lnTo>
                      <a:pt x="1118530" y="1633668"/>
                    </a:lnTo>
                    <a:lnTo>
                      <a:pt x="1090526" y="1605016"/>
                    </a:lnTo>
                    <a:lnTo>
                      <a:pt x="1040579" y="1494497"/>
                    </a:lnTo>
                    <a:lnTo>
                      <a:pt x="1022308" y="1418641"/>
                    </a:lnTo>
                    <a:lnTo>
                      <a:pt x="1005321" y="1425847"/>
                    </a:lnTo>
                    <a:lnTo>
                      <a:pt x="997072" y="1392801"/>
                    </a:lnTo>
                    <a:lnTo>
                      <a:pt x="991157" y="1361505"/>
                    </a:lnTo>
                    <a:lnTo>
                      <a:pt x="989981" y="1338493"/>
                    </a:lnTo>
                    <a:lnTo>
                      <a:pt x="963352" y="1325311"/>
                    </a:lnTo>
                    <a:lnTo>
                      <a:pt x="962266" y="1309184"/>
                    </a:lnTo>
                    <a:lnTo>
                      <a:pt x="957472" y="1237217"/>
                    </a:lnTo>
                    <a:lnTo>
                      <a:pt x="928908" y="1227554"/>
                    </a:lnTo>
                    <a:lnTo>
                      <a:pt x="910438" y="1187168"/>
                    </a:lnTo>
                    <a:lnTo>
                      <a:pt x="907145" y="1110756"/>
                    </a:lnTo>
                    <a:lnTo>
                      <a:pt x="888331" y="1096851"/>
                    </a:lnTo>
                    <a:lnTo>
                      <a:pt x="873190" y="1100706"/>
                    </a:lnTo>
                    <a:lnTo>
                      <a:pt x="873895" y="1081767"/>
                    </a:lnTo>
                    <a:lnTo>
                      <a:pt x="877513" y="1063990"/>
                    </a:lnTo>
                    <a:lnTo>
                      <a:pt x="868667" y="993555"/>
                    </a:lnTo>
                    <a:lnTo>
                      <a:pt x="865719" y="929264"/>
                    </a:lnTo>
                    <a:lnTo>
                      <a:pt x="858537" y="909854"/>
                    </a:lnTo>
                    <a:lnTo>
                      <a:pt x="854466" y="887128"/>
                    </a:lnTo>
                    <a:lnTo>
                      <a:pt x="858121" y="867499"/>
                    </a:lnTo>
                    <a:lnTo>
                      <a:pt x="863475" y="856220"/>
                    </a:lnTo>
                    <a:lnTo>
                      <a:pt x="881909" y="853257"/>
                    </a:lnTo>
                    <a:lnTo>
                      <a:pt x="899131" y="8706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4" name="ph9084"/>
              <p:cNvSpPr/>
              <p:nvPr/>
            </p:nvSpPr>
            <p:spPr>
              <a:xfrm>
                <a:off x="3723782" y="1804293"/>
                <a:ext cx="9501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164" h="914400">
                    <a:moveTo>
                      <a:pt x="914400" y="914400"/>
                    </a:moveTo>
                    <a:lnTo>
                      <a:pt x="904794" y="912767"/>
                    </a:lnTo>
                    <a:lnTo>
                      <a:pt x="896038" y="896892"/>
                    </a:lnTo>
                    <a:lnTo>
                      <a:pt x="913748" y="872650"/>
                    </a:lnTo>
                    <a:lnTo>
                      <a:pt x="940847" y="873963"/>
                    </a:lnTo>
                    <a:lnTo>
                      <a:pt x="950164" y="879014"/>
                    </a:lnTo>
                    <a:lnTo>
                      <a:pt x="917728" y="8929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5" name="ph9085"/>
              <p:cNvSpPr/>
              <p:nvPr/>
            </p:nvSpPr>
            <p:spPr>
              <a:xfrm>
                <a:off x="3581791" y="1404593"/>
                <a:ext cx="93545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5457" h="914399">
                    <a:moveTo>
                      <a:pt x="914400" y="914399"/>
                    </a:moveTo>
                    <a:lnTo>
                      <a:pt x="910329" y="913356"/>
                    </a:lnTo>
                    <a:lnTo>
                      <a:pt x="915394" y="897346"/>
                    </a:lnTo>
                    <a:lnTo>
                      <a:pt x="919157" y="890427"/>
                    </a:lnTo>
                    <a:lnTo>
                      <a:pt x="931640" y="883963"/>
                    </a:lnTo>
                    <a:lnTo>
                      <a:pt x="935457" y="885091"/>
                    </a:lnTo>
                    <a:lnTo>
                      <a:pt x="922612" y="91111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6" name="ph9086"/>
              <p:cNvSpPr/>
              <p:nvPr/>
            </p:nvSpPr>
            <p:spPr>
              <a:xfrm>
                <a:off x="3618551" y="1260591"/>
                <a:ext cx="93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8134" h="914400">
                    <a:moveTo>
                      <a:pt x="914400" y="914400"/>
                    </a:moveTo>
                    <a:lnTo>
                      <a:pt x="909732" y="900410"/>
                    </a:lnTo>
                    <a:lnTo>
                      <a:pt x="911596" y="897666"/>
                    </a:lnTo>
                    <a:lnTo>
                      <a:pt x="914779" y="883862"/>
                    </a:lnTo>
                    <a:lnTo>
                      <a:pt x="923770" y="876286"/>
                    </a:lnTo>
                    <a:lnTo>
                      <a:pt x="938134" y="880832"/>
                    </a:lnTo>
                    <a:lnTo>
                      <a:pt x="938043" y="884283"/>
                    </a:lnTo>
                    <a:lnTo>
                      <a:pt x="924313" y="895461"/>
                    </a:lnTo>
                    <a:lnTo>
                      <a:pt x="919049" y="9029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7" name="ph9087"/>
              <p:cNvSpPr/>
              <p:nvPr/>
            </p:nvSpPr>
            <p:spPr>
              <a:xfrm>
                <a:off x="3869372" y="2985566"/>
                <a:ext cx="928419" cy="915616"/>
              </a:xfrm>
              <a:custGeom>
                <a:avLst/>
                <a:gdLst/>
                <a:ahLst/>
                <a:cxnLst/>
                <a:rect l="0" t="0" r="0" b="0"/>
                <a:pathLst>
                  <a:path w="928419" h="915616">
                    <a:moveTo>
                      <a:pt x="914400" y="914400"/>
                    </a:moveTo>
                    <a:lnTo>
                      <a:pt x="862517" y="909888"/>
                    </a:lnTo>
                    <a:lnTo>
                      <a:pt x="855136" y="905713"/>
                    </a:lnTo>
                    <a:lnTo>
                      <a:pt x="883682" y="876185"/>
                    </a:lnTo>
                    <a:lnTo>
                      <a:pt x="902279" y="845496"/>
                    </a:lnTo>
                    <a:lnTo>
                      <a:pt x="918072" y="805447"/>
                    </a:lnTo>
                    <a:lnTo>
                      <a:pt x="919754" y="777704"/>
                    </a:lnTo>
                    <a:lnTo>
                      <a:pt x="923698" y="746425"/>
                    </a:lnTo>
                    <a:lnTo>
                      <a:pt x="928419" y="744095"/>
                    </a:lnTo>
                    <a:lnTo>
                      <a:pt x="928419" y="9156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8" name="ph9088"/>
              <p:cNvSpPr/>
              <p:nvPr/>
            </p:nvSpPr>
            <p:spPr>
              <a:xfrm>
                <a:off x="2904509" y="3128877"/>
                <a:ext cx="1893282" cy="920712"/>
              </a:xfrm>
              <a:custGeom>
                <a:avLst/>
                <a:gdLst/>
                <a:ahLst/>
                <a:cxnLst/>
                <a:rect l="0" t="0" r="0" b="0"/>
                <a:pathLst>
                  <a:path w="1893282" h="920712">
                    <a:moveTo>
                      <a:pt x="914400" y="914400"/>
                    </a:moveTo>
                    <a:lnTo>
                      <a:pt x="1020481" y="872482"/>
                    </a:lnTo>
                    <a:lnTo>
                      <a:pt x="1133780" y="833156"/>
                    </a:lnTo>
                    <a:lnTo>
                      <a:pt x="1160228" y="828881"/>
                    </a:lnTo>
                    <a:lnTo>
                      <a:pt x="1186821" y="820598"/>
                    </a:lnTo>
                    <a:lnTo>
                      <a:pt x="1196644" y="805885"/>
                    </a:lnTo>
                    <a:lnTo>
                      <a:pt x="1206449" y="796037"/>
                    </a:lnTo>
                    <a:lnTo>
                      <a:pt x="1221880" y="770095"/>
                    </a:lnTo>
                    <a:lnTo>
                      <a:pt x="1255998" y="729776"/>
                    </a:lnTo>
                    <a:lnTo>
                      <a:pt x="1316329" y="715097"/>
                    </a:lnTo>
                    <a:lnTo>
                      <a:pt x="1338852" y="695973"/>
                    </a:lnTo>
                    <a:lnTo>
                      <a:pt x="1386067" y="669189"/>
                    </a:lnTo>
                    <a:lnTo>
                      <a:pt x="1493704" y="639140"/>
                    </a:lnTo>
                    <a:lnTo>
                      <a:pt x="1538659" y="632540"/>
                    </a:lnTo>
                    <a:lnTo>
                      <a:pt x="1582709" y="631732"/>
                    </a:lnTo>
                    <a:lnTo>
                      <a:pt x="1621928" y="655435"/>
                    </a:lnTo>
                    <a:lnTo>
                      <a:pt x="1663445" y="684694"/>
                    </a:lnTo>
                    <a:lnTo>
                      <a:pt x="1670917" y="702353"/>
                    </a:lnTo>
                    <a:lnTo>
                      <a:pt x="1648449" y="691343"/>
                    </a:lnTo>
                    <a:lnTo>
                      <a:pt x="1615705" y="665065"/>
                    </a:lnTo>
                    <a:lnTo>
                      <a:pt x="1603603" y="663954"/>
                    </a:lnTo>
                    <a:lnTo>
                      <a:pt x="1631552" y="743883"/>
                    </a:lnTo>
                    <a:lnTo>
                      <a:pt x="1646839" y="772148"/>
                    </a:lnTo>
                    <a:lnTo>
                      <a:pt x="1677737" y="793293"/>
                    </a:lnTo>
                    <a:lnTo>
                      <a:pt x="1703642" y="800414"/>
                    </a:lnTo>
                    <a:lnTo>
                      <a:pt x="1783456" y="787603"/>
                    </a:lnTo>
                    <a:lnTo>
                      <a:pt x="1811804" y="770869"/>
                    </a:lnTo>
                    <a:lnTo>
                      <a:pt x="1819999" y="762401"/>
                    </a:lnTo>
                    <a:lnTo>
                      <a:pt x="1827379" y="766576"/>
                    </a:lnTo>
                    <a:lnTo>
                      <a:pt x="1879262" y="771088"/>
                    </a:lnTo>
                    <a:lnTo>
                      <a:pt x="1893282" y="772304"/>
                    </a:lnTo>
                    <a:lnTo>
                      <a:pt x="1893282" y="920712"/>
                    </a:lnTo>
                    <a:lnTo>
                      <a:pt x="902385" y="9207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9" name="ph9089"/>
              <p:cNvSpPr/>
              <p:nvPr/>
            </p:nvSpPr>
            <p:spPr>
              <a:xfrm>
                <a:off x="2459724" y="758992"/>
                <a:ext cx="965161" cy="1866109"/>
              </a:xfrm>
              <a:custGeom>
                <a:avLst/>
                <a:gdLst/>
                <a:ahLst/>
                <a:cxnLst/>
                <a:rect l="0" t="0" r="0" b="0"/>
                <a:pathLst>
                  <a:path w="965161" h="1866109">
                    <a:moveTo>
                      <a:pt x="914400" y="914400"/>
                    </a:moveTo>
                    <a:lnTo>
                      <a:pt x="938604" y="984212"/>
                    </a:lnTo>
                    <a:lnTo>
                      <a:pt x="958703" y="1033857"/>
                    </a:lnTo>
                    <a:lnTo>
                      <a:pt x="965161" y="1066583"/>
                    </a:lnTo>
                    <a:lnTo>
                      <a:pt x="958522" y="1099764"/>
                    </a:lnTo>
                    <a:lnTo>
                      <a:pt x="951665" y="1116749"/>
                    </a:lnTo>
                    <a:lnTo>
                      <a:pt x="951448" y="1139627"/>
                    </a:lnTo>
                    <a:lnTo>
                      <a:pt x="946166" y="1185165"/>
                    </a:lnTo>
                    <a:lnTo>
                      <a:pt x="930590" y="1208177"/>
                    </a:lnTo>
                    <a:lnTo>
                      <a:pt x="910203" y="1233277"/>
                    </a:lnTo>
                    <a:lnTo>
                      <a:pt x="887463" y="1252014"/>
                    </a:lnTo>
                    <a:lnTo>
                      <a:pt x="869427" y="1257283"/>
                    </a:lnTo>
                    <a:lnTo>
                      <a:pt x="853942" y="1259455"/>
                    </a:lnTo>
                    <a:lnTo>
                      <a:pt x="843540" y="1268983"/>
                    </a:lnTo>
                    <a:lnTo>
                      <a:pt x="834115" y="1296979"/>
                    </a:lnTo>
                    <a:lnTo>
                      <a:pt x="825413" y="1326389"/>
                    </a:lnTo>
                    <a:lnTo>
                      <a:pt x="796976" y="1362549"/>
                    </a:lnTo>
                    <a:lnTo>
                      <a:pt x="797735" y="1375141"/>
                    </a:lnTo>
                    <a:lnTo>
                      <a:pt x="808571" y="1418002"/>
                    </a:lnTo>
                    <a:lnTo>
                      <a:pt x="818720" y="1466805"/>
                    </a:lnTo>
                    <a:lnTo>
                      <a:pt x="810145" y="1512426"/>
                    </a:lnTo>
                    <a:lnTo>
                      <a:pt x="802801" y="1560320"/>
                    </a:lnTo>
                    <a:lnTo>
                      <a:pt x="789938" y="1592238"/>
                    </a:lnTo>
                    <a:lnTo>
                      <a:pt x="771559" y="1603635"/>
                    </a:lnTo>
                    <a:lnTo>
                      <a:pt x="758063" y="1597945"/>
                    </a:lnTo>
                    <a:lnTo>
                      <a:pt x="742795" y="1554159"/>
                    </a:lnTo>
                    <a:lnTo>
                      <a:pt x="742451" y="1544092"/>
                    </a:lnTo>
                    <a:lnTo>
                      <a:pt x="738652" y="1530708"/>
                    </a:lnTo>
                    <a:lnTo>
                      <a:pt x="695344" y="1517375"/>
                    </a:lnTo>
                    <a:lnTo>
                      <a:pt x="687692" y="1517864"/>
                    </a:lnTo>
                    <a:lnTo>
                      <a:pt x="670669" y="1510052"/>
                    </a:lnTo>
                    <a:lnTo>
                      <a:pt x="660683" y="1507847"/>
                    </a:lnTo>
                    <a:lnTo>
                      <a:pt x="640205" y="1503336"/>
                    </a:lnTo>
                    <a:lnTo>
                      <a:pt x="623182" y="1464700"/>
                    </a:lnTo>
                    <a:lnTo>
                      <a:pt x="605092" y="1432564"/>
                    </a:lnTo>
                    <a:lnTo>
                      <a:pt x="602523" y="1419130"/>
                    </a:lnTo>
                    <a:lnTo>
                      <a:pt x="603138" y="1359031"/>
                    </a:lnTo>
                    <a:lnTo>
                      <a:pt x="597603" y="1332298"/>
                    </a:lnTo>
                    <a:lnTo>
                      <a:pt x="595902" y="1303157"/>
                    </a:lnTo>
                    <a:lnTo>
                      <a:pt x="584523" y="1326860"/>
                    </a:lnTo>
                    <a:lnTo>
                      <a:pt x="591126" y="1364334"/>
                    </a:lnTo>
                    <a:lnTo>
                      <a:pt x="577088" y="1380057"/>
                    </a:lnTo>
                    <a:lnTo>
                      <a:pt x="559378" y="1387700"/>
                    </a:lnTo>
                    <a:lnTo>
                      <a:pt x="561042" y="1409652"/>
                    </a:lnTo>
                    <a:lnTo>
                      <a:pt x="568314" y="1413810"/>
                    </a:lnTo>
                    <a:lnTo>
                      <a:pt x="569834" y="1436604"/>
                    </a:lnTo>
                    <a:lnTo>
                      <a:pt x="565529" y="1470340"/>
                    </a:lnTo>
                    <a:lnTo>
                      <a:pt x="530669" y="1545354"/>
                    </a:lnTo>
                    <a:lnTo>
                      <a:pt x="523631" y="1553418"/>
                    </a:lnTo>
                    <a:lnTo>
                      <a:pt x="518856" y="1563552"/>
                    </a:lnTo>
                    <a:lnTo>
                      <a:pt x="501019" y="1556819"/>
                    </a:lnTo>
                    <a:lnTo>
                      <a:pt x="478134" y="1577710"/>
                    </a:lnTo>
                    <a:lnTo>
                      <a:pt x="456462" y="1581060"/>
                    </a:lnTo>
                    <a:lnTo>
                      <a:pt x="448611" y="1557425"/>
                    </a:lnTo>
                    <a:lnTo>
                      <a:pt x="418039" y="1526146"/>
                    </a:lnTo>
                    <a:lnTo>
                      <a:pt x="403603" y="1527897"/>
                    </a:lnTo>
                    <a:lnTo>
                      <a:pt x="416555" y="1543334"/>
                    </a:lnTo>
                    <a:lnTo>
                      <a:pt x="429327" y="1563401"/>
                    </a:lnTo>
                    <a:lnTo>
                      <a:pt x="422073" y="1576683"/>
                    </a:lnTo>
                    <a:lnTo>
                      <a:pt x="414945" y="1585353"/>
                    </a:lnTo>
                    <a:lnTo>
                      <a:pt x="402463" y="1589848"/>
                    </a:lnTo>
                    <a:lnTo>
                      <a:pt x="357798" y="1616109"/>
                    </a:lnTo>
                    <a:lnTo>
                      <a:pt x="373699" y="1633752"/>
                    </a:lnTo>
                    <a:lnTo>
                      <a:pt x="360204" y="1653785"/>
                    </a:lnTo>
                    <a:lnTo>
                      <a:pt x="344592" y="1656731"/>
                    </a:lnTo>
                    <a:lnTo>
                      <a:pt x="336271" y="1666091"/>
                    </a:lnTo>
                    <a:lnTo>
                      <a:pt x="333376" y="1678801"/>
                    </a:lnTo>
                    <a:lnTo>
                      <a:pt x="287119" y="1715012"/>
                    </a:lnTo>
                    <a:lnTo>
                      <a:pt x="211719" y="1807887"/>
                    </a:lnTo>
                    <a:lnTo>
                      <a:pt x="172970" y="1834132"/>
                    </a:lnTo>
                    <a:lnTo>
                      <a:pt x="145907" y="1861421"/>
                    </a:lnTo>
                    <a:lnTo>
                      <a:pt x="122064" y="1860747"/>
                    </a:lnTo>
                    <a:lnTo>
                      <a:pt x="115135" y="1866109"/>
                    </a:lnTo>
                    <a:lnTo>
                      <a:pt x="115135" y="877212"/>
                    </a:lnTo>
                    <a:lnTo>
                      <a:pt x="910693" y="87721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0" name="ph9090"/>
              <p:cNvSpPr/>
              <p:nvPr/>
            </p:nvSpPr>
            <p:spPr>
              <a:xfrm>
                <a:off x="1827831" y="3135089"/>
                <a:ext cx="1314683" cy="914501"/>
              </a:xfrm>
              <a:custGeom>
                <a:avLst/>
                <a:gdLst/>
                <a:ahLst/>
                <a:cxnLst/>
                <a:rect l="0" t="0" r="0" b="0"/>
                <a:pathLst>
                  <a:path w="1314683" h="914501">
                    <a:moveTo>
                      <a:pt x="914400" y="914400"/>
                    </a:moveTo>
                    <a:lnTo>
                      <a:pt x="914978" y="824588"/>
                    </a:lnTo>
                    <a:lnTo>
                      <a:pt x="904775" y="811221"/>
                    </a:lnTo>
                    <a:lnTo>
                      <a:pt x="891588" y="806575"/>
                    </a:lnTo>
                    <a:lnTo>
                      <a:pt x="883375" y="812719"/>
                    </a:lnTo>
                    <a:lnTo>
                      <a:pt x="866496" y="812804"/>
                    </a:lnTo>
                    <a:lnTo>
                      <a:pt x="862951" y="792468"/>
                    </a:lnTo>
                    <a:lnTo>
                      <a:pt x="867075" y="777401"/>
                    </a:lnTo>
                    <a:lnTo>
                      <a:pt x="900995" y="767098"/>
                    </a:lnTo>
                    <a:lnTo>
                      <a:pt x="923354" y="753294"/>
                    </a:lnTo>
                    <a:lnTo>
                      <a:pt x="924349" y="728901"/>
                    </a:lnTo>
                    <a:lnTo>
                      <a:pt x="910221" y="709726"/>
                    </a:lnTo>
                    <a:lnTo>
                      <a:pt x="893306" y="674559"/>
                    </a:lnTo>
                    <a:lnTo>
                      <a:pt x="873425" y="641496"/>
                    </a:lnTo>
                    <a:lnTo>
                      <a:pt x="871272" y="603063"/>
                    </a:lnTo>
                    <a:lnTo>
                      <a:pt x="905825" y="603821"/>
                    </a:lnTo>
                    <a:lnTo>
                      <a:pt x="914291" y="605269"/>
                    </a:lnTo>
                    <a:lnTo>
                      <a:pt x="966698" y="623282"/>
                    </a:lnTo>
                    <a:lnTo>
                      <a:pt x="979506" y="635924"/>
                    </a:lnTo>
                    <a:lnTo>
                      <a:pt x="995625" y="636513"/>
                    </a:lnTo>
                    <a:lnTo>
                      <a:pt x="1024660" y="624746"/>
                    </a:lnTo>
                    <a:lnTo>
                      <a:pt x="1046350" y="619578"/>
                    </a:lnTo>
                    <a:lnTo>
                      <a:pt x="1054762" y="626834"/>
                    </a:lnTo>
                    <a:lnTo>
                      <a:pt x="1066575" y="629881"/>
                    </a:lnTo>
                    <a:lnTo>
                      <a:pt x="1069307" y="629881"/>
                    </a:lnTo>
                    <a:lnTo>
                      <a:pt x="1070446" y="636210"/>
                    </a:lnTo>
                    <a:lnTo>
                      <a:pt x="1097564" y="645368"/>
                    </a:lnTo>
                    <a:lnTo>
                      <a:pt x="1108960" y="659964"/>
                    </a:lnTo>
                    <a:lnTo>
                      <a:pt x="1121624" y="682152"/>
                    </a:lnTo>
                    <a:lnTo>
                      <a:pt x="1122854" y="714087"/>
                    </a:lnTo>
                    <a:lnTo>
                      <a:pt x="1106645" y="737066"/>
                    </a:lnTo>
                    <a:lnTo>
                      <a:pt x="1093186" y="751610"/>
                    </a:lnTo>
                    <a:lnTo>
                      <a:pt x="1144092" y="746106"/>
                    </a:lnTo>
                    <a:lnTo>
                      <a:pt x="1149157" y="759287"/>
                    </a:lnTo>
                    <a:lnTo>
                      <a:pt x="1156863" y="773512"/>
                    </a:lnTo>
                    <a:lnTo>
                      <a:pt x="1184288" y="763378"/>
                    </a:lnTo>
                    <a:lnTo>
                      <a:pt x="1253031" y="805464"/>
                    </a:lnTo>
                    <a:lnTo>
                      <a:pt x="1294603" y="784976"/>
                    </a:lnTo>
                    <a:lnTo>
                      <a:pt x="1305240" y="783781"/>
                    </a:lnTo>
                    <a:lnTo>
                      <a:pt x="1314683" y="817787"/>
                    </a:lnTo>
                    <a:lnTo>
                      <a:pt x="1304353" y="852045"/>
                    </a:lnTo>
                    <a:lnTo>
                      <a:pt x="1267703" y="888592"/>
                    </a:lnTo>
                    <a:lnTo>
                      <a:pt x="1275825" y="911117"/>
                    </a:lnTo>
                    <a:lnTo>
                      <a:pt x="1283746" y="914501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1" name="ph9091"/>
              <p:cNvSpPr/>
              <p:nvPr/>
            </p:nvSpPr>
            <p:spPr>
              <a:xfrm>
                <a:off x="2235513" y="3132025"/>
                <a:ext cx="922179" cy="917564"/>
              </a:xfrm>
              <a:custGeom>
                <a:avLst/>
                <a:gdLst/>
                <a:ahLst/>
                <a:cxnLst/>
                <a:rect l="0" t="0" r="0" b="0"/>
                <a:pathLst>
                  <a:path w="922179" h="917564">
                    <a:moveTo>
                      <a:pt x="914400" y="914400"/>
                    </a:moveTo>
                    <a:lnTo>
                      <a:pt x="922179" y="917564"/>
                    </a:lnTo>
                    <a:lnTo>
                      <a:pt x="891527" y="9175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2" name="ph9092"/>
              <p:cNvSpPr/>
              <p:nvPr/>
            </p:nvSpPr>
            <p:spPr>
              <a:xfrm>
                <a:off x="2345972" y="3096050"/>
                <a:ext cx="1308350" cy="953540"/>
              </a:xfrm>
              <a:custGeom>
                <a:avLst/>
                <a:gdLst/>
                <a:ahLst/>
                <a:cxnLst/>
                <a:rect l="0" t="0" r="0" b="0"/>
                <a:pathLst>
                  <a:path w="1308350" h="953540">
                    <a:moveTo>
                      <a:pt x="914400" y="914400"/>
                    </a:moveTo>
                    <a:lnTo>
                      <a:pt x="932128" y="903390"/>
                    </a:lnTo>
                    <a:lnTo>
                      <a:pt x="990487" y="895511"/>
                    </a:lnTo>
                    <a:lnTo>
                      <a:pt x="1001106" y="875663"/>
                    </a:lnTo>
                    <a:lnTo>
                      <a:pt x="1024750" y="855698"/>
                    </a:lnTo>
                    <a:lnTo>
                      <a:pt x="1039982" y="833897"/>
                    </a:lnTo>
                    <a:lnTo>
                      <a:pt x="1076452" y="792400"/>
                    </a:lnTo>
                    <a:lnTo>
                      <a:pt x="1114188" y="799875"/>
                    </a:lnTo>
                    <a:lnTo>
                      <a:pt x="1136222" y="807821"/>
                    </a:lnTo>
                    <a:lnTo>
                      <a:pt x="1160409" y="811827"/>
                    </a:lnTo>
                    <a:lnTo>
                      <a:pt x="1182425" y="856068"/>
                    </a:lnTo>
                    <a:lnTo>
                      <a:pt x="1238107" y="904972"/>
                    </a:lnTo>
                    <a:lnTo>
                      <a:pt x="1289266" y="900713"/>
                    </a:lnTo>
                    <a:lnTo>
                      <a:pt x="1307429" y="946974"/>
                    </a:lnTo>
                    <a:lnTo>
                      <a:pt x="1308350" y="953540"/>
                    </a:lnTo>
                    <a:lnTo>
                      <a:pt x="880553" y="95354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3" name="ph9093"/>
              <p:cNvSpPr/>
              <p:nvPr/>
            </p:nvSpPr>
            <p:spPr>
              <a:xfrm>
                <a:off x="2722684" y="3026440"/>
                <a:ext cx="914400" cy="9383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389">
                    <a:moveTo>
                      <a:pt x="914400" y="914400"/>
                    </a:moveTo>
                    <a:lnTo>
                      <a:pt x="909425" y="926217"/>
                    </a:lnTo>
                    <a:lnTo>
                      <a:pt x="888603" y="906555"/>
                    </a:lnTo>
                    <a:lnTo>
                      <a:pt x="867690" y="906824"/>
                    </a:lnTo>
                    <a:lnTo>
                      <a:pt x="855190" y="937109"/>
                    </a:lnTo>
                    <a:lnTo>
                      <a:pt x="845892" y="938389"/>
                    </a:lnTo>
                    <a:lnTo>
                      <a:pt x="813600" y="910881"/>
                    </a:lnTo>
                    <a:lnTo>
                      <a:pt x="808427" y="897464"/>
                    </a:lnTo>
                    <a:lnTo>
                      <a:pt x="807359" y="886303"/>
                    </a:lnTo>
                    <a:lnTo>
                      <a:pt x="811972" y="847668"/>
                    </a:lnTo>
                    <a:lnTo>
                      <a:pt x="811122" y="835513"/>
                    </a:lnTo>
                    <a:lnTo>
                      <a:pt x="821271" y="822231"/>
                    </a:lnTo>
                    <a:lnTo>
                      <a:pt x="822845" y="803040"/>
                    </a:lnTo>
                    <a:lnTo>
                      <a:pt x="840790" y="782805"/>
                    </a:lnTo>
                    <a:lnTo>
                      <a:pt x="856710" y="782047"/>
                    </a:lnTo>
                    <a:lnTo>
                      <a:pt x="861775" y="799185"/>
                    </a:lnTo>
                    <a:lnTo>
                      <a:pt x="869391" y="810986"/>
                    </a:lnTo>
                    <a:lnTo>
                      <a:pt x="896219" y="824217"/>
                    </a:lnTo>
                    <a:lnTo>
                      <a:pt x="900217" y="830227"/>
                    </a:lnTo>
                    <a:lnTo>
                      <a:pt x="902641" y="838544"/>
                    </a:lnTo>
                    <a:lnTo>
                      <a:pt x="890159" y="854839"/>
                    </a:lnTo>
                    <a:lnTo>
                      <a:pt x="885925" y="863189"/>
                    </a:lnTo>
                    <a:lnTo>
                      <a:pt x="889887" y="876573"/>
                    </a:lnTo>
                    <a:lnTo>
                      <a:pt x="909768" y="8912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4" name="ph9094"/>
              <p:cNvSpPr/>
              <p:nvPr/>
            </p:nvSpPr>
            <p:spPr>
              <a:xfrm>
                <a:off x="2748300" y="3122682"/>
                <a:ext cx="958345" cy="926907"/>
              </a:xfrm>
              <a:custGeom>
                <a:avLst/>
                <a:gdLst/>
                <a:ahLst/>
                <a:cxnLst/>
                <a:rect l="0" t="0" r="0" b="0"/>
                <a:pathLst>
                  <a:path w="958345" h="926907">
                    <a:moveTo>
                      <a:pt x="914399" y="914400"/>
                    </a:moveTo>
                    <a:lnTo>
                      <a:pt x="906006" y="906369"/>
                    </a:lnTo>
                    <a:lnTo>
                      <a:pt x="904757" y="894905"/>
                    </a:lnTo>
                    <a:lnTo>
                      <a:pt x="906114" y="883037"/>
                    </a:lnTo>
                    <a:lnTo>
                      <a:pt x="945225" y="914989"/>
                    </a:lnTo>
                    <a:lnTo>
                      <a:pt x="958345" y="926907"/>
                    </a:lnTo>
                    <a:lnTo>
                      <a:pt x="922742" y="92690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5" name="ph9095"/>
              <p:cNvSpPr/>
              <p:nvPr/>
            </p:nvSpPr>
            <p:spPr>
              <a:xfrm>
                <a:off x="2240144" y="2991761"/>
                <a:ext cx="94283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2837" h="914400">
                    <a:moveTo>
                      <a:pt x="914400" y="914400"/>
                    </a:moveTo>
                    <a:lnTo>
                      <a:pt x="903545" y="900612"/>
                    </a:lnTo>
                    <a:lnTo>
                      <a:pt x="892619" y="897111"/>
                    </a:lnTo>
                    <a:lnTo>
                      <a:pt x="898498" y="880108"/>
                    </a:lnTo>
                    <a:lnTo>
                      <a:pt x="906187" y="873930"/>
                    </a:lnTo>
                    <a:lnTo>
                      <a:pt x="933720" y="885007"/>
                    </a:lnTo>
                    <a:lnTo>
                      <a:pt x="942367" y="906689"/>
                    </a:lnTo>
                    <a:lnTo>
                      <a:pt x="942837" y="9137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6" name="ph9096"/>
              <p:cNvSpPr/>
              <p:nvPr/>
            </p:nvSpPr>
            <p:spPr>
              <a:xfrm>
                <a:off x="1713192" y="2870721"/>
                <a:ext cx="97829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8294" h="914400">
                    <a:moveTo>
                      <a:pt x="914400" y="914400"/>
                    </a:moveTo>
                    <a:lnTo>
                      <a:pt x="916444" y="865714"/>
                    </a:lnTo>
                    <a:lnTo>
                      <a:pt x="936723" y="813847"/>
                    </a:lnTo>
                    <a:lnTo>
                      <a:pt x="945298" y="815009"/>
                    </a:lnTo>
                    <a:lnTo>
                      <a:pt x="936524" y="829015"/>
                    </a:lnTo>
                    <a:lnTo>
                      <a:pt x="933991" y="838830"/>
                    </a:lnTo>
                    <a:lnTo>
                      <a:pt x="930427" y="858442"/>
                    </a:lnTo>
                    <a:lnTo>
                      <a:pt x="932038" y="868627"/>
                    </a:lnTo>
                    <a:lnTo>
                      <a:pt x="978294" y="871421"/>
                    </a:lnTo>
                    <a:lnTo>
                      <a:pt x="972922" y="880512"/>
                    </a:lnTo>
                    <a:lnTo>
                      <a:pt x="926013" y="886640"/>
                    </a:lnTo>
                    <a:lnTo>
                      <a:pt x="918669" y="9075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7" name="ph9097"/>
              <p:cNvSpPr/>
              <p:nvPr/>
            </p:nvSpPr>
            <p:spPr>
              <a:xfrm>
                <a:off x="1762145" y="2897925"/>
                <a:ext cx="9216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18" h="914400">
                    <a:moveTo>
                      <a:pt x="914400" y="914400"/>
                    </a:moveTo>
                    <a:lnTo>
                      <a:pt x="896780" y="913406"/>
                    </a:lnTo>
                    <a:lnTo>
                      <a:pt x="886884" y="905460"/>
                    </a:lnTo>
                    <a:lnTo>
                      <a:pt x="890086" y="896993"/>
                    </a:lnTo>
                    <a:lnTo>
                      <a:pt x="899439" y="890528"/>
                    </a:lnTo>
                    <a:lnTo>
                      <a:pt x="907181" y="889535"/>
                    </a:lnTo>
                    <a:lnTo>
                      <a:pt x="918940" y="893525"/>
                    </a:lnTo>
                    <a:lnTo>
                      <a:pt x="921618" y="90594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8" name="ph9098"/>
              <p:cNvSpPr/>
              <p:nvPr/>
            </p:nvSpPr>
            <p:spPr>
              <a:xfrm>
                <a:off x="3883392" y="945535"/>
                <a:ext cx="914400" cy="100725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7258">
                    <a:moveTo>
                      <a:pt x="914400" y="914400"/>
                    </a:moveTo>
                    <a:lnTo>
                      <a:pt x="914400" y="1003775"/>
                    </a:lnTo>
                    <a:lnTo>
                      <a:pt x="877314" y="1007258"/>
                    </a:lnTo>
                    <a:lnTo>
                      <a:pt x="867347" y="1001315"/>
                    </a:lnTo>
                    <a:lnTo>
                      <a:pt x="853689" y="955104"/>
                    </a:lnTo>
                    <a:lnTo>
                      <a:pt x="856402" y="943169"/>
                    </a:lnTo>
                    <a:lnTo>
                      <a:pt x="865592" y="938085"/>
                    </a:lnTo>
                    <a:lnTo>
                      <a:pt x="873461" y="936991"/>
                    </a:lnTo>
                    <a:lnTo>
                      <a:pt x="874619" y="961872"/>
                    </a:lnTo>
                    <a:lnTo>
                      <a:pt x="886179" y="959397"/>
                    </a:lnTo>
                    <a:lnTo>
                      <a:pt x="889797" y="943000"/>
                    </a:lnTo>
                    <a:lnTo>
                      <a:pt x="890611" y="931452"/>
                    </a:lnTo>
                    <a:lnTo>
                      <a:pt x="887481" y="925627"/>
                    </a:lnTo>
                    <a:lnTo>
                      <a:pt x="879630" y="921116"/>
                    </a:lnTo>
                    <a:lnTo>
                      <a:pt x="875089" y="913372"/>
                    </a:lnTo>
                    <a:lnTo>
                      <a:pt x="881620" y="900914"/>
                    </a:lnTo>
                    <a:lnTo>
                      <a:pt x="893704" y="895527"/>
                    </a:lnTo>
                    <a:lnTo>
                      <a:pt x="904124" y="912177"/>
                    </a:lnTo>
                    <a:lnTo>
                      <a:pt x="912464" y="9143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9" name="ph9099"/>
              <p:cNvSpPr/>
              <p:nvPr/>
            </p:nvSpPr>
            <p:spPr>
              <a:xfrm>
                <a:off x="3821795" y="1009775"/>
                <a:ext cx="914400" cy="9246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635">
                    <a:moveTo>
                      <a:pt x="914400" y="914400"/>
                    </a:moveTo>
                    <a:lnTo>
                      <a:pt x="907308" y="912464"/>
                    </a:lnTo>
                    <a:lnTo>
                      <a:pt x="901863" y="915107"/>
                    </a:lnTo>
                    <a:lnTo>
                      <a:pt x="898173" y="924635"/>
                    </a:lnTo>
                    <a:lnTo>
                      <a:pt x="890140" y="921217"/>
                    </a:lnTo>
                    <a:lnTo>
                      <a:pt x="886902" y="907565"/>
                    </a:lnTo>
                    <a:lnTo>
                      <a:pt x="892890" y="887128"/>
                    </a:lnTo>
                    <a:lnTo>
                      <a:pt x="907236" y="886353"/>
                    </a:lnTo>
                    <a:lnTo>
                      <a:pt x="913441" y="9066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0" name="ph9100"/>
              <p:cNvSpPr/>
              <p:nvPr/>
            </p:nvSpPr>
            <p:spPr>
              <a:xfrm>
                <a:off x="2507247" y="2554267"/>
                <a:ext cx="921292" cy="1228951"/>
              </a:xfrm>
              <a:custGeom>
                <a:avLst/>
                <a:gdLst/>
                <a:ahLst/>
                <a:cxnLst/>
                <a:rect l="0" t="0" r="0" b="0"/>
                <a:pathLst>
                  <a:path w="921292" h="1228951">
                    <a:moveTo>
                      <a:pt x="914400" y="914399"/>
                    </a:moveTo>
                    <a:lnTo>
                      <a:pt x="909587" y="924450"/>
                    </a:lnTo>
                    <a:lnTo>
                      <a:pt x="902514" y="931066"/>
                    </a:lnTo>
                    <a:lnTo>
                      <a:pt x="884008" y="938086"/>
                    </a:lnTo>
                    <a:lnTo>
                      <a:pt x="867980" y="947883"/>
                    </a:lnTo>
                    <a:lnTo>
                      <a:pt x="853689" y="965105"/>
                    </a:lnTo>
                    <a:lnTo>
                      <a:pt x="848424" y="989717"/>
                    </a:lnTo>
                    <a:lnTo>
                      <a:pt x="859604" y="1007730"/>
                    </a:lnTo>
                    <a:lnTo>
                      <a:pt x="879938" y="1017595"/>
                    </a:lnTo>
                    <a:lnTo>
                      <a:pt x="885111" y="1051886"/>
                    </a:lnTo>
                    <a:lnTo>
                      <a:pt x="868324" y="1068805"/>
                    </a:lnTo>
                    <a:lnTo>
                      <a:pt x="825251" y="1085690"/>
                    </a:lnTo>
                    <a:lnTo>
                      <a:pt x="820728" y="1126446"/>
                    </a:lnTo>
                    <a:lnTo>
                      <a:pt x="822121" y="1158566"/>
                    </a:lnTo>
                    <a:lnTo>
                      <a:pt x="821343" y="1181916"/>
                    </a:lnTo>
                    <a:lnTo>
                      <a:pt x="817924" y="1214221"/>
                    </a:lnTo>
                    <a:lnTo>
                      <a:pt x="783082" y="1228951"/>
                    </a:lnTo>
                    <a:lnTo>
                      <a:pt x="760596" y="1179744"/>
                    </a:lnTo>
                    <a:lnTo>
                      <a:pt x="760397" y="1160048"/>
                    </a:lnTo>
                    <a:lnTo>
                      <a:pt x="753685" y="1137052"/>
                    </a:lnTo>
                    <a:lnTo>
                      <a:pt x="752419" y="1117457"/>
                    </a:lnTo>
                    <a:lnTo>
                      <a:pt x="744459" y="1086111"/>
                    </a:lnTo>
                    <a:lnTo>
                      <a:pt x="711499" y="1077626"/>
                    </a:lnTo>
                    <a:lnTo>
                      <a:pt x="698709" y="1076515"/>
                    </a:lnTo>
                    <a:lnTo>
                      <a:pt x="680818" y="1082340"/>
                    </a:lnTo>
                    <a:lnTo>
                      <a:pt x="676386" y="1080067"/>
                    </a:lnTo>
                    <a:lnTo>
                      <a:pt x="654967" y="1037257"/>
                    </a:lnTo>
                    <a:lnTo>
                      <a:pt x="658494" y="990020"/>
                    </a:lnTo>
                    <a:lnTo>
                      <a:pt x="647061" y="966182"/>
                    </a:lnTo>
                    <a:lnTo>
                      <a:pt x="645488" y="955391"/>
                    </a:lnTo>
                    <a:lnTo>
                      <a:pt x="645759" y="943439"/>
                    </a:lnTo>
                    <a:lnTo>
                      <a:pt x="636370" y="933591"/>
                    </a:lnTo>
                    <a:lnTo>
                      <a:pt x="624973" y="928372"/>
                    </a:lnTo>
                    <a:lnTo>
                      <a:pt x="619438" y="901791"/>
                    </a:lnTo>
                    <a:lnTo>
                      <a:pt x="632535" y="895343"/>
                    </a:lnTo>
                    <a:lnTo>
                      <a:pt x="664917" y="898457"/>
                    </a:lnTo>
                    <a:lnTo>
                      <a:pt x="674378" y="896639"/>
                    </a:lnTo>
                    <a:lnTo>
                      <a:pt x="683043" y="891101"/>
                    </a:lnTo>
                    <a:lnTo>
                      <a:pt x="709238" y="847398"/>
                    </a:lnTo>
                    <a:lnTo>
                      <a:pt x="708478" y="837769"/>
                    </a:lnTo>
                    <a:lnTo>
                      <a:pt x="711282" y="825278"/>
                    </a:lnTo>
                    <a:lnTo>
                      <a:pt x="739629" y="820649"/>
                    </a:lnTo>
                    <a:lnTo>
                      <a:pt x="752256" y="837533"/>
                    </a:lnTo>
                    <a:lnTo>
                      <a:pt x="749724" y="864570"/>
                    </a:lnTo>
                    <a:lnTo>
                      <a:pt x="751334" y="899215"/>
                    </a:lnTo>
                    <a:lnTo>
                      <a:pt x="768501" y="908642"/>
                    </a:lnTo>
                    <a:lnTo>
                      <a:pt x="775195" y="910023"/>
                    </a:lnTo>
                    <a:lnTo>
                      <a:pt x="782340" y="884434"/>
                    </a:lnTo>
                    <a:lnTo>
                      <a:pt x="787352" y="871994"/>
                    </a:lnTo>
                    <a:lnTo>
                      <a:pt x="794153" y="865058"/>
                    </a:lnTo>
                    <a:lnTo>
                      <a:pt x="796469" y="841675"/>
                    </a:lnTo>
                    <a:lnTo>
                      <a:pt x="792435" y="827399"/>
                    </a:lnTo>
                    <a:lnTo>
                      <a:pt x="783842" y="816760"/>
                    </a:lnTo>
                    <a:lnTo>
                      <a:pt x="815934" y="787805"/>
                    </a:lnTo>
                    <a:lnTo>
                      <a:pt x="849148" y="764876"/>
                    </a:lnTo>
                    <a:lnTo>
                      <a:pt x="868468" y="763681"/>
                    </a:lnTo>
                    <a:lnTo>
                      <a:pt x="887915" y="769287"/>
                    </a:lnTo>
                    <a:lnTo>
                      <a:pt x="905988" y="777030"/>
                    </a:lnTo>
                    <a:lnTo>
                      <a:pt x="915792" y="783697"/>
                    </a:lnTo>
                    <a:lnTo>
                      <a:pt x="921292" y="794404"/>
                    </a:lnTo>
                    <a:lnTo>
                      <a:pt x="909171" y="819925"/>
                    </a:lnTo>
                    <a:lnTo>
                      <a:pt x="905807" y="833897"/>
                    </a:lnTo>
                    <a:lnTo>
                      <a:pt x="913947" y="8798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1" name="ph9101"/>
              <p:cNvSpPr/>
              <p:nvPr/>
            </p:nvSpPr>
            <p:spPr>
              <a:xfrm>
                <a:off x="1980006" y="2761217"/>
                <a:ext cx="1136910" cy="1010386"/>
              </a:xfrm>
              <a:custGeom>
                <a:avLst/>
                <a:gdLst/>
                <a:ahLst/>
                <a:cxnLst/>
                <a:rect l="0" t="0" r="0" b="0"/>
                <a:pathLst>
                  <a:path w="1136910" h="1010386">
                    <a:moveTo>
                      <a:pt x="914400" y="1003753"/>
                    </a:moveTo>
                    <a:lnTo>
                      <a:pt x="902587" y="1000706"/>
                    </a:lnTo>
                    <a:lnTo>
                      <a:pt x="894175" y="993450"/>
                    </a:lnTo>
                    <a:lnTo>
                      <a:pt x="872484" y="998618"/>
                    </a:lnTo>
                    <a:lnTo>
                      <a:pt x="843449" y="1010386"/>
                    </a:lnTo>
                    <a:lnTo>
                      <a:pt x="827331" y="1009796"/>
                    </a:lnTo>
                    <a:lnTo>
                      <a:pt x="814523" y="997154"/>
                    </a:lnTo>
                    <a:lnTo>
                      <a:pt x="762116" y="979141"/>
                    </a:lnTo>
                    <a:lnTo>
                      <a:pt x="753649" y="977693"/>
                    </a:lnTo>
                    <a:lnTo>
                      <a:pt x="719025" y="976902"/>
                    </a:lnTo>
                    <a:lnTo>
                      <a:pt x="717378" y="948452"/>
                    </a:lnTo>
                    <a:lnTo>
                      <a:pt x="713091" y="927897"/>
                    </a:lnTo>
                    <a:lnTo>
                      <a:pt x="700989" y="897309"/>
                    </a:lnTo>
                    <a:lnTo>
                      <a:pt x="718934" y="889935"/>
                    </a:lnTo>
                    <a:lnTo>
                      <a:pt x="715461" y="830325"/>
                    </a:lnTo>
                    <a:lnTo>
                      <a:pt x="708948" y="799416"/>
                    </a:lnTo>
                    <a:lnTo>
                      <a:pt x="658820" y="767667"/>
                    </a:lnTo>
                    <a:lnTo>
                      <a:pt x="619329" y="736809"/>
                    </a:lnTo>
                    <a:lnTo>
                      <a:pt x="628447" y="632907"/>
                    </a:lnTo>
                    <a:lnTo>
                      <a:pt x="632336" y="604911"/>
                    </a:lnTo>
                    <a:lnTo>
                      <a:pt x="617357" y="550603"/>
                    </a:lnTo>
                    <a:lnTo>
                      <a:pt x="618913" y="488097"/>
                    </a:lnTo>
                    <a:lnTo>
                      <a:pt x="625226" y="389599"/>
                    </a:lnTo>
                    <a:lnTo>
                      <a:pt x="637781" y="385744"/>
                    </a:lnTo>
                    <a:lnTo>
                      <a:pt x="646989" y="386215"/>
                    </a:lnTo>
                    <a:lnTo>
                      <a:pt x="682500" y="403891"/>
                    </a:lnTo>
                    <a:lnTo>
                      <a:pt x="697280" y="405659"/>
                    </a:lnTo>
                    <a:lnTo>
                      <a:pt x="707411" y="421450"/>
                    </a:lnTo>
                    <a:lnTo>
                      <a:pt x="719278" y="427948"/>
                    </a:lnTo>
                    <a:lnTo>
                      <a:pt x="727871" y="411181"/>
                    </a:lnTo>
                    <a:lnTo>
                      <a:pt x="731217" y="382512"/>
                    </a:lnTo>
                    <a:lnTo>
                      <a:pt x="759366" y="345409"/>
                    </a:lnTo>
                    <a:lnTo>
                      <a:pt x="779084" y="331705"/>
                    </a:lnTo>
                    <a:lnTo>
                      <a:pt x="792525" y="325140"/>
                    </a:lnTo>
                    <a:lnTo>
                      <a:pt x="806093" y="340106"/>
                    </a:lnTo>
                    <a:lnTo>
                      <a:pt x="816477" y="356923"/>
                    </a:lnTo>
                    <a:lnTo>
                      <a:pt x="818937" y="320123"/>
                    </a:lnTo>
                    <a:lnTo>
                      <a:pt x="827313" y="250025"/>
                    </a:lnTo>
                    <a:lnTo>
                      <a:pt x="800557" y="239015"/>
                    </a:lnTo>
                    <a:lnTo>
                      <a:pt x="778759" y="248509"/>
                    </a:lnTo>
                    <a:lnTo>
                      <a:pt x="757141" y="292936"/>
                    </a:lnTo>
                    <a:lnTo>
                      <a:pt x="737857" y="348775"/>
                    </a:lnTo>
                    <a:lnTo>
                      <a:pt x="706578" y="353910"/>
                    </a:lnTo>
                    <a:lnTo>
                      <a:pt x="681614" y="369717"/>
                    </a:lnTo>
                    <a:lnTo>
                      <a:pt x="659073" y="353321"/>
                    </a:lnTo>
                    <a:lnTo>
                      <a:pt x="644547" y="338877"/>
                    </a:lnTo>
                    <a:lnTo>
                      <a:pt x="644185" y="317733"/>
                    </a:lnTo>
                    <a:lnTo>
                      <a:pt x="647477" y="304972"/>
                    </a:lnTo>
                    <a:lnTo>
                      <a:pt x="673962" y="259435"/>
                    </a:lnTo>
                    <a:lnTo>
                      <a:pt x="709437" y="215699"/>
                    </a:lnTo>
                    <a:lnTo>
                      <a:pt x="745183" y="216120"/>
                    </a:lnTo>
                    <a:lnTo>
                      <a:pt x="771251" y="202147"/>
                    </a:lnTo>
                    <a:lnTo>
                      <a:pt x="786827" y="200481"/>
                    </a:lnTo>
                    <a:lnTo>
                      <a:pt x="835454" y="203545"/>
                    </a:lnTo>
                    <a:lnTo>
                      <a:pt x="860418" y="193966"/>
                    </a:lnTo>
                    <a:lnTo>
                      <a:pt x="882778" y="173916"/>
                    </a:lnTo>
                    <a:lnTo>
                      <a:pt x="931097" y="89121"/>
                    </a:lnTo>
                    <a:lnTo>
                      <a:pt x="958359" y="53769"/>
                    </a:lnTo>
                    <a:lnTo>
                      <a:pt x="1013335" y="41328"/>
                    </a:lnTo>
                    <a:lnTo>
                      <a:pt x="1064133" y="521"/>
                    </a:lnTo>
                    <a:lnTo>
                      <a:pt x="1078334" y="0"/>
                    </a:lnTo>
                    <a:lnTo>
                      <a:pt x="1054436" y="30419"/>
                    </a:lnTo>
                    <a:lnTo>
                      <a:pt x="1050601" y="42187"/>
                    </a:lnTo>
                    <a:lnTo>
                      <a:pt x="1047707" y="60233"/>
                    </a:lnTo>
                    <a:lnTo>
                      <a:pt x="1064838" y="99424"/>
                    </a:lnTo>
                    <a:lnTo>
                      <a:pt x="1061220" y="123278"/>
                    </a:lnTo>
                    <a:lnTo>
                      <a:pt x="1062432" y="170213"/>
                    </a:lnTo>
                    <a:lnTo>
                      <a:pt x="1046278" y="194673"/>
                    </a:lnTo>
                    <a:lnTo>
                      <a:pt x="1028043" y="246708"/>
                    </a:lnTo>
                    <a:lnTo>
                      <a:pt x="1020191" y="254368"/>
                    </a:lnTo>
                    <a:lnTo>
                      <a:pt x="1018509" y="315107"/>
                    </a:lnTo>
                    <a:lnTo>
                      <a:pt x="1020300" y="329601"/>
                    </a:lnTo>
                    <a:lnTo>
                      <a:pt x="1017713" y="384902"/>
                    </a:lnTo>
                    <a:lnTo>
                      <a:pt x="1036400" y="407544"/>
                    </a:lnTo>
                    <a:lnTo>
                      <a:pt x="1056155" y="419379"/>
                    </a:lnTo>
                    <a:lnTo>
                      <a:pt x="1122040" y="418958"/>
                    </a:lnTo>
                    <a:lnTo>
                      <a:pt x="1128878" y="428907"/>
                    </a:lnTo>
                    <a:lnTo>
                      <a:pt x="1136910" y="446011"/>
                    </a:lnTo>
                    <a:lnTo>
                      <a:pt x="1131031" y="475051"/>
                    </a:lnTo>
                    <a:lnTo>
                      <a:pt x="1123993" y="496952"/>
                    </a:lnTo>
                    <a:lnTo>
                      <a:pt x="1104908" y="515403"/>
                    </a:lnTo>
                    <a:lnTo>
                      <a:pt x="1080414" y="529156"/>
                    </a:lnTo>
                    <a:lnTo>
                      <a:pt x="1065182" y="529762"/>
                    </a:lnTo>
                    <a:lnTo>
                      <a:pt x="1044432" y="503619"/>
                    </a:lnTo>
                    <a:lnTo>
                      <a:pt x="1034573" y="512103"/>
                    </a:lnTo>
                    <a:lnTo>
                      <a:pt x="1024388" y="525436"/>
                    </a:lnTo>
                    <a:lnTo>
                      <a:pt x="1007329" y="596982"/>
                    </a:lnTo>
                    <a:lnTo>
                      <a:pt x="999243" y="645314"/>
                    </a:lnTo>
                    <a:lnTo>
                      <a:pt x="994865" y="649236"/>
                    </a:lnTo>
                    <a:lnTo>
                      <a:pt x="985223" y="642115"/>
                    </a:lnTo>
                    <a:lnTo>
                      <a:pt x="968562" y="641560"/>
                    </a:lnTo>
                    <a:lnTo>
                      <a:pt x="947505" y="653024"/>
                    </a:lnTo>
                    <a:lnTo>
                      <a:pt x="958305" y="663276"/>
                    </a:lnTo>
                    <a:lnTo>
                      <a:pt x="969720" y="681087"/>
                    </a:lnTo>
                    <a:lnTo>
                      <a:pt x="965161" y="690009"/>
                    </a:lnTo>
                    <a:lnTo>
                      <a:pt x="946636" y="699656"/>
                    </a:lnTo>
                    <a:lnTo>
                      <a:pt x="930210" y="719167"/>
                    </a:lnTo>
                    <a:lnTo>
                      <a:pt x="923336" y="733931"/>
                    </a:lnTo>
                    <a:lnTo>
                      <a:pt x="902623" y="751405"/>
                    </a:lnTo>
                    <a:lnTo>
                      <a:pt x="889598" y="773559"/>
                    </a:lnTo>
                    <a:lnTo>
                      <a:pt x="895984" y="801016"/>
                    </a:lnTo>
                    <a:lnTo>
                      <a:pt x="898697" y="825123"/>
                    </a:lnTo>
                    <a:lnTo>
                      <a:pt x="904396" y="851755"/>
                    </a:lnTo>
                    <a:lnTo>
                      <a:pt x="899258" y="873017"/>
                    </a:lnTo>
                    <a:lnTo>
                      <a:pt x="873606" y="903521"/>
                    </a:lnTo>
                    <a:lnTo>
                      <a:pt x="864145" y="929968"/>
                    </a:lnTo>
                    <a:lnTo>
                      <a:pt x="886124" y="929631"/>
                    </a:lnTo>
                    <a:lnTo>
                      <a:pt x="899656" y="935742"/>
                    </a:lnTo>
                    <a:lnTo>
                      <a:pt x="907579" y="943553"/>
                    </a:lnTo>
                    <a:lnTo>
                      <a:pt x="915756" y="954630"/>
                    </a:lnTo>
                    <a:lnTo>
                      <a:pt x="910745" y="968316"/>
                    </a:lnTo>
                    <a:lnTo>
                      <a:pt x="917131" y="100375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2" name="ph9102"/>
              <p:cNvSpPr/>
              <p:nvPr/>
            </p:nvSpPr>
            <p:spPr>
              <a:xfrm>
                <a:off x="2158177" y="2598171"/>
                <a:ext cx="938930" cy="1089831"/>
              </a:xfrm>
              <a:custGeom>
                <a:avLst/>
                <a:gdLst/>
                <a:ahLst/>
                <a:cxnLst/>
                <a:rect l="0" t="0" r="0" b="0"/>
                <a:pathLst>
                  <a:path w="938930" h="1089831">
                    <a:moveTo>
                      <a:pt x="914400" y="914400"/>
                    </a:moveTo>
                    <a:lnTo>
                      <a:pt x="923897" y="952765"/>
                    </a:lnTo>
                    <a:lnTo>
                      <a:pt x="938930" y="995676"/>
                    </a:lnTo>
                    <a:lnTo>
                      <a:pt x="932653" y="1013639"/>
                    </a:lnTo>
                    <a:lnTo>
                      <a:pt x="936922" y="1036651"/>
                    </a:lnTo>
                    <a:lnTo>
                      <a:pt x="932634" y="1060657"/>
                    </a:lnTo>
                    <a:lnTo>
                      <a:pt x="902731" y="1088569"/>
                    </a:lnTo>
                    <a:lnTo>
                      <a:pt x="869192" y="1089831"/>
                    </a:lnTo>
                    <a:lnTo>
                      <a:pt x="834332" y="1076347"/>
                    </a:lnTo>
                    <a:lnTo>
                      <a:pt x="785090" y="1050388"/>
                    </a:lnTo>
                    <a:lnTo>
                      <a:pt x="781128" y="1035809"/>
                    </a:lnTo>
                    <a:lnTo>
                      <a:pt x="774218" y="1027729"/>
                    </a:lnTo>
                    <a:lnTo>
                      <a:pt x="761048" y="983488"/>
                    </a:lnTo>
                    <a:lnTo>
                      <a:pt x="761356" y="928928"/>
                    </a:lnTo>
                    <a:lnTo>
                      <a:pt x="786103" y="922093"/>
                    </a:lnTo>
                    <a:lnTo>
                      <a:pt x="840175" y="896050"/>
                    </a:lnTo>
                    <a:lnTo>
                      <a:pt x="852675" y="900141"/>
                    </a:lnTo>
                    <a:lnTo>
                      <a:pt x="865719" y="913457"/>
                    </a:lnTo>
                    <a:lnTo>
                      <a:pt x="880733" y="914248"/>
                    </a:lnTo>
                    <a:lnTo>
                      <a:pt x="902532" y="895360"/>
                    </a:lnTo>
                    <a:lnTo>
                      <a:pt x="906675" y="8964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3" name="ph9103"/>
              <p:cNvSpPr/>
              <p:nvPr/>
            </p:nvSpPr>
            <p:spPr>
              <a:xfrm>
                <a:off x="2315924" y="2849173"/>
                <a:ext cx="956550" cy="983606"/>
              </a:xfrm>
              <a:custGeom>
                <a:avLst/>
                <a:gdLst/>
                <a:ahLst/>
                <a:cxnLst/>
                <a:rect l="0" t="0" r="0" b="0"/>
                <a:pathLst>
                  <a:path w="956550" h="983606">
                    <a:moveTo>
                      <a:pt x="914400" y="914400"/>
                    </a:moveTo>
                    <a:lnTo>
                      <a:pt x="936578" y="913171"/>
                    </a:lnTo>
                    <a:lnTo>
                      <a:pt x="951665" y="922042"/>
                    </a:lnTo>
                    <a:lnTo>
                      <a:pt x="955265" y="935746"/>
                    </a:lnTo>
                    <a:lnTo>
                      <a:pt x="956550" y="966165"/>
                    </a:lnTo>
                    <a:lnTo>
                      <a:pt x="940703" y="975037"/>
                    </a:lnTo>
                    <a:lnTo>
                      <a:pt x="923209" y="972024"/>
                    </a:lnTo>
                    <a:lnTo>
                      <a:pt x="899403" y="983606"/>
                    </a:lnTo>
                    <a:lnTo>
                      <a:pt x="821253" y="933877"/>
                    </a:lnTo>
                    <a:lnTo>
                      <a:pt x="822392" y="892414"/>
                    </a:lnTo>
                    <a:lnTo>
                      <a:pt x="825522" y="876135"/>
                    </a:lnTo>
                    <a:lnTo>
                      <a:pt x="862553" y="872263"/>
                    </a:lnTo>
                    <a:lnTo>
                      <a:pt x="881620" y="89300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4" name="ph9104"/>
              <p:cNvSpPr/>
              <p:nvPr/>
            </p:nvSpPr>
            <p:spPr>
              <a:xfrm>
                <a:off x="2158720" y="2878313"/>
                <a:ext cx="9628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62809" h="914399">
                    <a:moveTo>
                      <a:pt x="914400" y="914399"/>
                    </a:moveTo>
                    <a:lnTo>
                      <a:pt x="903238" y="886471"/>
                    </a:lnTo>
                    <a:lnTo>
                      <a:pt x="901791" y="877734"/>
                    </a:lnTo>
                    <a:lnTo>
                      <a:pt x="914906" y="859856"/>
                    </a:lnTo>
                    <a:lnTo>
                      <a:pt x="923390" y="839604"/>
                    </a:lnTo>
                    <a:lnTo>
                      <a:pt x="945334" y="808511"/>
                    </a:lnTo>
                    <a:lnTo>
                      <a:pt x="957979" y="772081"/>
                    </a:lnTo>
                    <a:lnTo>
                      <a:pt x="962809" y="772654"/>
                    </a:lnTo>
                    <a:lnTo>
                      <a:pt x="957201" y="805093"/>
                    </a:lnTo>
                    <a:lnTo>
                      <a:pt x="928383" y="895579"/>
                    </a:lnTo>
                    <a:lnTo>
                      <a:pt x="922612" y="91244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5" name="ph9105"/>
              <p:cNvSpPr/>
              <p:nvPr/>
            </p:nvSpPr>
            <p:spPr>
              <a:xfrm>
                <a:off x="2496103" y="2807356"/>
                <a:ext cx="921473" cy="934533"/>
              </a:xfrm>
              <a:custGeom>
                <a:avLst/>
                <a:gdLst/>
                <a:ahLst/>
                <a:cxnLst/>
                <a:rect l="0" t="0" r="0" b="0"/>
                <a:pathLst>
                  <a:path w="921473" h="934533">
                    <a:moveTo>
                      <a:pt x="914400" y="914400"/>
                    </a:moveTo>
                    <a:lnTo>
                      <a:pt x="885962" y="910629"/>
                    </a:lnTo>
                    <a:lnTo>
                      <a:pt x="853906" y="934533"/>
                    </a:lnTo>
                    <a:lnTo>
                      <a:pt x="841749" y="926975"/>
                    </a:lnTo>
                    <a:lnTo>
                      <a:pt x="846344" y="911706"/>
                    </a:lnTo>
                    <a:lnTo>
                      <a:pt x="849691" y="906151"/>
                    </a:lnTo>
                    <a:lnTo>
                      <a:pt x="860472" y="899669"/>
                    </a:lnTo>
                    <a:lnTo>
                      <a:pt x="867672" y="890192"/>
                    </a:lnTo>
                    <a:lnTo>
                      <a:pt x="870494" y="875360"/>
                    </a:lnTo>
                    <a:lnTo>
                      <a:pt x="877170" y="883357"/>
                    </a:lnTo>
                    <a:lnTo>
                      <a:pt x="897015" y="886707"/>
                    </a:lnTo>
                    <a:lnTo>
                      <a:pt x="906711" y="891437"/>
                    </a:lnTo>
                    <a:lnTo>
                      <a:pt x="914816" y="898390"/>
                    </a:lnTo>
                    <a:lnTo>
                      <a:pt x="921473" y="90926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6" name="ph9106"/>
              <p:cNvSpPr/>
              <p:nvPr/>
            </p:nvSpPr>
            <p:spPr>
              <a:xfrm>
                <a:off x="2507319" y="2599417"/>
                <a:ext cx="9318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1839" h="914399">
                    <a:moveTo>
                      <a:pt x="914400" y="914399"/>
                    </a:moveTo>
                    <a:lnTo>
                      <a:pt x="910564" y="913625"/>
                    </a:lnTo>
                    <a:lnTo>
                      <a:pt x="904902" y="893508"/>
                    </a:lnTo>
                    <a:lnTo>
                      <a:pt x="914092" y="881269"/>
                    </a:lnTo>
                    <a:lnTo>
                      <a:pt x="919519" y="870882"/>
                    </a:lnTo>
                    <a:lnTo>
                      <a:pt x="923372" y="871185"/>
                    </a:lnTo>
                    <a:lnTo>
                      <a:pt x="928637" y="882414"/>
                    </a:lnTo>
                    <a:lnTo>
                      <a:pt x="931839" y="89973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7" name="ph9107"/>
              <p:cNvSpPr/>
              <p:nvPr/>
            </p:nvSpPr>
            <p:spPr>
              <a:xfrm>
                <a:off x="2108248" y="2846564"/>
                <a:ext cx="9306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26" h="914400">
                    <a:moveTo>
                      <a:pt x="914400" y="914400"/>
                    </a:moveTo>
                    <a:lnTo>
                      <a:pt x="900181" y="906891"/>
                    </a:lnTo>
                    <a:lnTo>
                      <a:pt x="877043" y="878609"/>
                    </a:lnTo>
                    <a:lnTo>
                      <a:pt x="874131" y="871101"/>
                    </a:lnTo>
                    <a:lnTo>
                      <a:pt x="886287" y="875899"/>
                    </a:lnTo>
                    <a:lnTo>
                      <a:pt x="901375" y="890680"/>
                    </a:lnTo>
                    <a:lnTo>
                      <a:pt x="913730" y="893828"/>
                    </a:lnTo>
                    <a:lnTo>
                      <a:pt x="930626" y="906336"/>
                    </a:lnTo>
                    <a:lnTo>
                      <a:pt x="926828" y="91081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8" name="ph9108"/>
              <p:cNvSpPr/>
              <p:nvPr/>
            </p:nvSpPr>
            <p:spPr>
              <a:xfrm>
                <a:off x="2023007" y="2834392"/>
                <a:ext cx="93368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3684" h="914399">
                    <a:moveTo>
                      <a:pt x="914400" y="914399"/>
                    </a:moveTo>
                    <a:lnTo>
                      <a:pt x="904540" y="906066"/>
                    </a:lnTo>
                    <a:lnTo>
                      <a:pt x="886450" y="902834"/>
                    </a:lnTo>
                    <a:lnTo>
                      <a:pt x="879956" y="849772"/>
                    </a:lnTo>
                    <a:lnTo>
                      <a:pt x="881819" y="846624"/>
                    </a:lnTo>
                    <a:lnTo>
                      <a:pt x="890918" y="850344"/>
                    </a:lnTo>
                    <a:lnTo>
                      <a:pt x="922124" y="875091"/>
                    </a:lnTo>
                    <a:lnTo>
                      <a:pt x="933032" y="902178"/>
                    </a:lnTo>
                    <a:lnTo>
                      <a:pt x="933684" y="9096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9" name="ph9109"/>
              <p:cNvSpPr/>
              <p:nvPr/>
            </p:nvSpPr>
            <p:spPr>
              <a:xfrm>
                <a:off x="2140304" y="2526642"/>
                <a:ext cx="9276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623" h="914400">
                    <a:moveTo>
                      <a:pt x="914400" y="914400"/>
                    </a:moveTo>
                    <a:lnTo>
                      <a:pt x="902659" y="907952"/>
                    </a:lnTo>
                    <a:lnTo>
                      <a:pt x="901429" y="885646"/>
                    </a:lnTo>
                    <a:lnTo>
                      <a:pt x="905879" y="865613"/>
                    </a:lnTo>
                    <a:lnTo>
                      <a:pt x="900651" y="847701"/>
                    </a:lnTo>
                    <a:lnTo>
                      <a:pt x="906404" y="836187"/>
                    </a:lnTo>
                    <a:lnTo>
                      <a:pt x="922920" y="863004"/>
                    </a:lnTo>
                    <a:lnTo>
                      <a:pt x="927623" y="875613"/>
                    </a:lnTo>
                    <a:lnTo>
                      <a:pt x="921256" y="890680"/>
                    </a:lnTo>
                    <a:lnTo>
                      <a:pt x="917547" y="90820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0" name="ph9110"/>
              <p:cNvSpPr/>
              <p:nvPr/>
            </p:nvSpPr>
            <p:spPr>
              <a:xfrm>
                <a:off x="2218309" y="2021895"/>
                <a:ext cx="9446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4610" h="914400">
                    <a:moveTo>
                      <a:pt x="914400" y="914400"/>
                    </a:moveTo>
                    <a:lnTo>
                      <a:pt x="888910" y="902969"/>
                    </a:lnTo>
                    <a:lnTo>
                      <a:pt x="900162" y="886993"/>
                    </a:lnTo>
                    <a:lnTo>
                      <a:pt x="928166" y="879636"/>
                    </a:lnTo>
                    <a:lnTo>
                      <a:pt x="944610" y="882061"/>
                    </a:lnTo>
                    <a:lnTo>
                      <a:pt x="926520" y="897919"/>
                    </a:lnTo>
                    <a:lnTo>
                      <a:pt x="921943" y="90631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1" name="ph9111"/>
              <p:cNvSpPr/>
              <p:nvPr/>
            </p:nvSpPr>
            <p:spPr>
              <a:xfrm>
                <a:off x="2966577" y="2788720"/>
                <a:ext cx="930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391" h="914400">
                    <a:moveTo>
                      <a:pt x="914400" y="914400"/>
                    </a:moveTo>
                    <a:lnTo>
                      <a:pt x="883791" y="904737"/>
                    </a:lnTo>
                    <a:lnTo>
                      <a:pt x="846489" y="880848"/>
                    </a:lnTo>
                    <a:lnTo>
                      <a:pt x="851952" y="834032"/>
                    </a:lnTo>
                    <a:lnTo>
                      <a:pt x="861522" y="813797"/>
                    </a:lnTo>
                    <a:lnTo>
                      <a:pt x="929559" y="866270"/>
                    </a:lnTo>
                    <a:lnTo>
                      <a:pt x="930391" y="886050"/>
                    </a:lnTo>
                    <a:lnTo>
                      <a:pt x="921238" y="9085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2" name="pt9112"/>
              <p:cNvSpPr/>
              <p:nvPr/>
            </p:nvSpPr>
            <p:spPr>
              <a:xfrm>
                <a:off x="3424205" y="3385721"/>
                <a:ext cx="117405" cy="117405"/>
              </a:xfrm>
              <a:prstGeom prst="ellipse">
                <a:avLst/>
              </a:prstGeom>
              <a:solidFill>
                <a:srgbClr val="E0493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3" name="pt9113"/>
              <p:cNvSpPr/>
              <p:nvPr/>
            </p:nvSpPr>
            <p:spPr>
              <a:xfrm>
                <a:off x="3359280" y="3233464"/>
                <a:ext cx="117405" cy="117405"/>
              </a:xfrm>
              <a:prstGeom prst="ellipse">
                <a:avLst/>
              </a:prstGeom>
              <a:solidFill>
                <a:srgbClr val="E24E3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4" name="pt9114"/>
              <p:cNvSpPr/>
              <p:nvPr/>
            </p:nvSpPr>
            <p:spPr>
              <a:xfrm>
                <a:off x="3093313" y="2309346"/>
                <a:ext cx="117405" cy="117405"/>
              </a:xfrm>
              <a:prstGeom prst="ellipse">
                <a:avLst/>
              </a:prstGeom>
              <a:solidFill>
                <a:srgbClr val="DB3B2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5" name="pt9115"/>
              <p:cNvSpPr/>
              <p:nvPr/>
            </p:nvSpPr>
            <p:spPr>
              <a:xfrm>
                <a:off x="3177166" y="2593700"/>
                <a:ext cx="117405" cy="117405"/>
              </a:xfrm>
              <a:prstGeom prst="ellipse">
                <a:avLst/>
              </a:prstGeom>
              <a:solidFill>
                <a:srgbClr val="EF6D4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6" name="pt9116"/>
              <p:cNvSpPr/>
              <p:nvPr/>
            </p:nvSpPr>
            <p:spPr>
              <a:xfrm>
                <a:off x="3439204" y="3509599"/>
                <a:ext cx="117405" cy="117405"/>
              </a:xfrm>
              <a:prstGeom prst="ellipse">
                <a:avLst/>
              </a:prstGeom>
              <a:solidFill>
                <a:srgbClr val="F4794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7" name="pt9117"/>
              <p:cNvSpPr/>
              <p:nvPr/>
            </p:nvSpPr>
            <p:spPr>
              <a:xfrm>
                <a:off x="4063301" y="3075721"/>
                <a:ext cx="117405" cy="117405"/>
              </a:xfrm>
              <a:prstGeom prst="ellipse">
                <a:avLst/>
              </a:prstGeom>
              <a:solidFill>
                <a:srgbClr val="FEA86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8" name="pt9118"/>
              <p:cNvSpPr/>
              <p:nvPr/>
            </p:nvSpPr>
            <p:spPr>
              <a:xfrm>
                <a:off x="4568420" y="1979213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9" name="pt9119"/>
              <p:cNvSpPr/>
              <p:nvPr/>
            </p:nvSpPr>
            <p:spPr>
              <a:xfrm>
                <a:off x="4133456" y="2716913"/>
                <a:ext cx="117405" cy="117405"/>
              </a:xfrm>
              <a:prstGeom prst="ellipse">
                <a:avLst/>
              </a:prstGeom>
              <a:solidFill>
                <a:srgbClr val="F67E4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6" name="tx91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7" name="tx91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38" name="tx91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9" name="tx91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0" name="tx91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1" name="tx91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2" name="tx91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3" name="tx91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4" name="tx91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5" name="tx91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6" name="tx91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7" name="tx91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8" name="tx91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9" name="tx91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0" name="tx91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1" name="tx91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2" name="tx91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3" name="tx91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4" name="tx91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5" name="tx91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6" name="tx91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7" name="tx91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8" name="tx91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9" name="tx91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0" name="tx91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1" name="tx91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2" name="tx91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3" name="tx91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4" name="tx91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5" name="tx91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6" name="tx91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7" name="tx91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8" name="tx91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9" name="tx91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0" name="tx91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1" name="tx91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2" name="tx91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3" name="tx91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4" name="tx91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5" name="tx91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6" name="tx91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7" name="tx91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8" name="tx91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9" name="tx91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0" name="tx91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1" name="tx91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2" name="tx91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3" name="tx91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4" name="tx91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5" name="tx91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6" name="tx91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7" name="tx91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8" name="tx91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9" name="tx91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0" name="tx91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1" name="tx91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2" name="tx91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3" name="tx91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4" name="tx91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5" name="tx91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6" name="tx91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7" name="tx91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8" name="tx91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9" name="tx91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0" name="tx92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1" name="tx92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2" name="tx92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3" name="tx92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4" name="tx92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5" name="tx92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6" name="tx92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7" name="tx92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8" name="tx92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9" name="tx92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0" name="tx92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1" name="tx92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2" name="tx92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3" name="tx92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4" name="tx92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5" name="tx92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6" name="tx92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7" name="tx92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8" name="tx92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9" name="tx92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0" name="tx92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1" name="tx92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2" name="tx92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3" name="tx92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4" name="tx92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5" name="tx92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6" name="tx92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7" name="tx92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8" name="tx92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9" name="tx92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0" name="tx92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1" name="tx92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2" name="tx92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3" name="tx92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4" name="tx92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5" name="tx92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6" name="tx92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7" name="tx92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8" name="tx92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9" name="tx92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0" name="tx92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1" name="tx92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2" name="tx92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3" name="tx92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4" name="tx92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5" name="tx92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6" name="tx92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7" name="tx92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8" name="tx92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9" name="tx92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0" name="tx92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1" name="tx92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2" name="tx92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3" name="tx92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4" name="tx92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5" name="tx92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6" name="tx92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7" name="tx92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8" name="tx92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9" name="tx92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0" name="tx92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1" name="tx92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2" name="tx92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3" name="tx92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4" name="tx92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5" name="tx92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6" name="tx92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7" name="tx92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8" name="tx92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9" name="tx92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0" name="tx92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1" name="tx92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2" name="tx92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3" name="tx92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4" name="tx92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5" name="tx92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6" name="tx92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7" name="tx92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8" name="tx92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9" name="tx92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0" name="tx92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1" name="tx92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2" name="tx92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3" name="tx92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4" name="tx92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5" name="tx92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6" name="tx92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7" name="tx92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8" name="tx92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9" name="tx92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0" name="tx92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1" name="tx92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2" name="tx92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3" name="tx92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4" name="tx92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5" name="tx92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6" name="tx92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7" name="tx92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8" name="tx92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9" name="tx92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0" name="tx93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1" name="tx93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2" name="tx93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3" name="tx93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4" name="tx93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5" name="tx93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6" name="tx93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7" name="tx93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8" name="tx93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9" name="tx93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0" name="tx93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1" name="tx93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2" name="tx93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3" name="tx93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4" name="tx93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5" name="tx93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6" name="tx93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7" name="tx93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8" name="tx93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9" name="tx93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0" name="tx93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1" name="tx93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2" name="tx93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3" name="tx93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4" name="tx93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5" name="tx93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6" name="tx93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7" name="tx93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8" name="tx93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9" name="tx93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0" name="tx93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1" name="tx93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2" name="tx93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3" name="tx93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4" name="tx93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5" name="tx93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6" name="tx93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7" name="tx93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8" name="tx93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9" name="tx93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0" name="tx93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1" name="tx93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2" name="tx93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3" name="tx93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4" name="tx93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5" name="tx93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6" name="tx93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7" name="tx93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8" name="tx93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9" name="tx93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0" name="tx93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1" name="tx93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2" name="tx93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3" name="tx93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4" name="tx93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5" name="tx93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6" name="tx93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7" name="tx93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8" name="tx93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9" name="tx93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0" name="tx93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1" name="tx93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2" name="tx93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3" name="tx93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4" name="tx93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5" name="tx93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6" name="tx93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7" name="tx93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8" name="tx93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9" name="tx93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0" name="tx93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1" name="tx93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2" name="tx93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3" name="tx93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4" name="tx93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5" name="tx93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6" name="tx93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7" name="tx93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8" name="tx93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9" name="tx93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0" name="tx93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1" name="tx93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2" name="tx93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3" name="tx93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4" name="tx93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5" name="tx93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6" name="tx93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7" name="tx93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8" name="tx93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9" name="tx93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0" name="tx93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1" name="tx93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2" name="tx93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3" name="tx93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4" name="tx93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5" name="tx93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6" name="tx93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7" name="tx93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8" name="tx93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9" name="tx93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0" name="tx94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1" name="tx94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2" name="tx94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3" name="tx94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4" name="tx94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5" name="tx94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6" name="tx94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7" name="tx94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8" name="tx94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9" name="tx94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0" name="tx94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1" name="tx94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2" name="tx94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3" name="tx94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4" name="tx94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5" name="tx94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6" name="tx94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7" name="tx94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8" name="tx94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9" name="tx94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0" name="tx94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1" name="tx94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2" name="tx94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3" name="tx94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4" name="tx94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5" name="tx94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6" name="tx94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7" name="tx94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8" name="tx94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9" name="tx94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0" name="tx94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1" name="tx94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2" name="tx94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3" name="tx94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4" name="tx94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5" name="tx94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6" name="tx94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7" name="tx94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8" name="tx94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9" name="tx94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0" name="tx94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1" name="tx94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2" name="tx94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3" name="tx94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4" name="tx94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5" name="tx94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6" name="tx94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7" name="tx94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8" name="tx94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9" name="tx94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0" name="tx94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1" name="tx94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2" name="tx94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3" name="tx94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4" name="tx94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5" name="tx94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6" name="tx94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7" name="tx94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8" name="tx94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9" name="tx94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0" name="tx94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1" name="tx94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2" name="tx94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3" name="tx94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4" name="tx94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5" name="tx94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6" name="tx94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7" name="tx94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8" name="tx94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9" name="tx94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0" name="tx94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1" name="tx94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2" name="tx94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3" name="tx94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4" name="tx94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5" name="tx94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6" name="tx94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7" name="tx94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8" name="tx94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9" name="tx94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0" name="tx94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1" name="tx94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2" name="tx94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3" name="tx94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4" name="tx94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5" name="tx94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6" name="tx94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7" name="tx94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8" name="tx94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9" name="tx94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0" name="tx94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1" name="tx94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2" name="tx94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3" name="tx94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4" name="tx94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5" name="tx94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6" name="tx94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7" name="tx94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8" name="tx94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9" name="tx94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0" name="tx95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1" name="tx95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2" name="tx95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3" name="tx95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4" name="tx95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5" name="tx95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6" name="tx95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7" name="tx95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8" name="tx95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9" name="tx95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0" name="tx95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1" name="tx95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2" name="tx95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3" name="tx95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4" name="tx95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5" name="tx95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6" name="tx95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7" name="tx95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8" name="tx95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9" name="tx95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0" name="tx952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1" name="tx952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2" name="tx952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3" name="tx952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4" name="tx952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5" name="tx952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6" name="tx952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7" name="tx952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8" name="tx952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9" name="tx952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0" name="tx953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1" name="tx953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2" name="tx953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3" name="tx953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4" name="tx953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5" name="tx953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6" name="tx953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7" name="tx953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8" name="tx953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9" name="tx953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0" name="tx954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1" name="tx954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2" name="tx954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3" name="tx954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4" name="tx954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5" name="tx954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6" name="tx954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7" name="tx954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8" name="tx954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9" name="tx954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0" name="tx955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1" name="tx955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2" name="tx955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3" name="tx955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4" name="tx955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5" name="tx955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6" name="tx955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7" name="tx955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8" name="tx955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9" name="tx955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0" name="tx956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1" name="tx956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2" name="tx956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3" name="tx956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4" name="tx956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5" name="tx956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6" name="tx956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7" name="tx956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8" name="tx956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9" name="tx956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0" name="tx957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1" name="tx957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2" name="tx957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3" name="tx957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4" name="tx957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5" name="tx957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6" name="tx957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7" name="tx957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8" name="tx957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9" name="tx957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0" name="tx958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1" name="tx958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2" name="tx958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3" name="tx958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4" name="tx958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5" name="tx958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6" name="tx958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7" name="tx958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8" name="tx958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9" name="tx958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0" name="tx959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1" name="tx959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2" name="tx959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3" name="tx959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4" name="tx959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5" name="tx959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6" name="tx959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7" name="tx959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8" name="tx959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9" name="tx959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0" name="tx960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1" name="tx960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2" name="tx960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3" name="tx960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4" name="tx960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5" name="tx960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6" name="tx960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7" name="tx960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8" name="tx960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9" name="tx960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0" name="tx9610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1" name="tx9611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2" name="tx9612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3" name="tx9613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4" name="tx9614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5" name="tx9615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6" name="tx9616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7" name="tx9617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8" name="tx9618"/>
              <p:cNvSpPr/>
              <p:nvPr/>
            </p:nvSpPr>
            <p:spPr>
              <a:xfrm>
                <a:off x="2668139" y="2588122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9" name="tx9619"/>
              <p:cNvSpPr/>
              <p:nvPr/>
            </p:nvSpPr>
            <p:spPr>
              <a:xfrm>
                <a:off x="2719299" y="2744225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0" name="tx96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1" name="tx96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2" name="tx96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3" name="tx96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4" name="tx96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5" name="tx96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6" name="tx96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7" name="tx96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8" name="tx96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9" name="tx96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0" name="tx96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1" name="tx96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2" name="tx96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3" name="tx96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4" name="tx96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5" name="tx96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6" name="tx96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7" name="tx96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8" name="tx96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9" name="tx96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0" name="tx96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1" name="tx96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2" name="tx96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3" name="tx96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4" name="tx96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5" name="tx96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6" name="tx96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7" name="tx96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8" name="tx96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9" name="tx96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0" name="tx96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1" name="tx96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2" name="tx96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3" name="tx96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4" name="tx96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5" name="tx96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6" name="tx96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7" name="tx96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8" name="tx96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9" name="tx96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0" name="tx96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1" name="tx96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2" name="tx96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3" name="tx96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4" name="tx96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5" name="tx96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6" name="tx96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7" name="tx96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8" name="tx96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9" name="tx96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0" name="tx96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1" name="tx96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2" name="tx96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3" name="tx96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4" name="tx96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5" name="tx96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6" name="tx96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7" name="tx96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8" name="tx96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9" name="tx96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0" name="tx96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1" name="tx96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2" name="tx96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3" name="tx96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4" name="tx96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5" name="tx96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6" name="tx96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7" name="tx96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8" name="tx96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9" name="tx96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0" name="tx96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1" name="tx96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2" name="tx96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3" name="tx96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4" name="tx96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5" name="tx96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6" name="tx96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7" name="tx96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8" name="tx96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9" name="tx96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0" name="tx97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1" name="tx97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2" name="tx97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3" name="tx97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4" name="tx97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5" name="tx97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6" name="tx97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7" name="tx97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8" name="tx97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9" name="tx97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0" name="tx97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1" name="tx97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2" name="tx97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3" name="tx97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4" name="tx97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5" name="tx97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6" name="tx97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7" name="tx97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8" name="tx97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9" name="tx97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0" name="tx97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1" name="tx97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2" name="tx97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3" name="tx97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4" name="tx97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5" name="tx97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6" name="tx97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7" name="tx97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8" name="tx97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9" name="tx97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0" name="tx97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1" name="tx97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2" name="tx97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3" name="tx97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4" name="tx97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5" name="tx97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6" name="tx97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7" name="tx97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8" name="tx97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9" name="tx97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0" name="tx97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1" name="tx97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2" name="tx97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3" name="tx97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4" name="tx97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5" name="tx97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6" name="tx97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7" name="tx97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8" name="tx97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9" name="tx97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0" name="tx97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1" name="tx97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2" name="tx97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3" name="tx97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4" name="tx97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5" name="tx97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6" name="tx97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7" name="tx97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8" name="tx97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9" name="tx97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0" name="tx97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1" name="tx97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2" name="tx97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3" name="tx97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4" name="tx97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5" name="tx97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6" name="tx97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7" name="tx97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8" name="tx97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9" name="tx97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0" name="tx97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1" name="tx97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2" name="tx97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3" name="tx97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4" name="tx97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5" name="tx97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6" name="tx97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7" name="tx97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8" name="tx97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9" name="tx97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0" name="tx97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1" name="tx97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2" name="tx97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3" name="tx97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4" name="tx97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5" name="tx97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6" name="tx97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7" name="tx97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8" name="tx97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9" name="tx97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0" name="tx97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1" name="tx97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2" name="tx97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3" name="tx97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4" name="tx97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5" name="tx97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6" name="tx97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7" name="tx97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8" name="tx97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9" name="tx97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0" name="tx98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1" name="tx98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2" name="tx98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3" name="tx98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4" name="tx98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5" name="tx98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6" name="tx98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7" name="tx98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8" name="tx98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9" name="tx98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0" name="tx98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1" name="tx98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2" name="tx98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3" name="tx98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4" name="tx98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5" name="tx98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6" name="tx98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7" name="tx98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8" name="tx98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9" name="tx98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0" name="tx98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1" name="tx98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2" name="tx98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3" name="tx98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4" name="tx98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5" name="tx98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6" name="tx98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7" name="tx98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8" name="tx98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9" name="tx98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0" name="tx98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1" name="tx98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2" name="tx98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3" name="tx98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4" name="tx98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5" name="tx98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6" name="tx98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7" name="tx98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8" name="tx98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9" name="tx98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0" name="tx98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1" name="tx98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2" name="tx98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3" name="tx98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4" name="tx98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5" name="tx98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6" name="tx98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7" name="tx98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8" name="tx98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9" name="tx98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0" name="tx98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1" name="tx98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2" name="tx98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3" name="tx98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4" name="tx98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5" name="tx98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6" name="tx98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7" name="tx98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8" name="tx98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9" name="tx98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0" name="tx98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1" name="tx98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2" name="tx98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3" name="tx98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4" name="tx98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5" name="tx98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6" name="tx98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7" name="tx98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8" name="tx98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9" name="tx98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0" name="tx98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1" name="tx98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2" name="tx98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3" name="tx98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4" name="tx98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5" name="tx98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6" name="tx98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7" name="tx98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8" name="tx98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9" name="tx98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0" name="tx98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1" name="tx98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2" name="tx98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3" name="tx98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4" name="tx98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5" name="tx98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6" name="tx98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7" name="tx98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8" name="tx98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9" name="tx98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0" name="tx98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1" name="tx98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2" name="tx98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3" name="tx98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4" name="tx98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5" name="tx98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6" name="tx98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7" name="tx98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8" name="tx98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9" name="tx98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0" name="tx99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1" name="tx99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2" name="tx99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3" name="tx99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4" name="tx99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5" name="tx99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6" name="tx99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7" name="tx99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8" name="tx99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9" name="tx99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0" name="tx99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1" name="tx99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2" name="tx99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3" name="tx99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4" name="tx99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5" name="tx99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6" name="tx99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7" name="tx99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8" name="tx99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9" name="tx99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0" name="tx99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1" name="tx99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2" name="tx99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3" name="tx99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4" name="tx99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5" name="tx99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6" name="tx99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7" name="tx99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8" name="tx99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9" name="tx99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0" name="tx99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1" name="tx99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2" name="tx99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3" name="tx99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4" name="tx99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5" name="tx99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6" name="tx99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7" name="tx99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8" name="tx99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9" name="tx99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0" name="tx99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1" name="tx99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2" name="tx99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3" name="tx99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4" name="tx99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5" name="tx99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6" name="tx99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7" name="tx99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8" name="tx99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9" name="tx99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0" name="tx99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1" name="tx99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2" name="tx99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3" name="tx99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4" name="tx99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5" name="tx99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6" name="tx99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7" name="tx99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8" name="tx99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9" name="tx99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0" name="tx99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1" name="tx99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2" name="tx99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3" name="tx99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4" name="tx99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5" name="tx99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6" name="tx99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7" name="tx99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8" name="tx99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9" name="tx99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0" name="tx99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1" name="tx99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2" name="tx99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3" name="tx99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4" name="tx99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5" name="tx99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6" name="tx99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7" name="tx99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8" name="tx99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9" name="tx99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0" name="tx99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1" name="tx99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2" name="tx99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3" name="tx99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4" name="tx99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5" name="tx99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6" name="tx99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7" name="tx99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8" name="tx99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9" name="tx99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0" name="tx99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1" name="tx99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2" name="tx99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3" name="tx99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4" name="tx99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5" name="tx99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6" name="tx99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7" name="tx99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8" name="tx99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9" name="tx99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0" name="tx100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1" name="tx100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2" name="tx100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3" name="tx100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4" name="tx1000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5" name="tx1000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6" name="tx1000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7" name="tx1000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8" name="tx1000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9" name="tx1000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0" name="tx1001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1" name="tx1001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2" name="tx1001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3" name="tx1001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4" name="tx1001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5" name="tx1001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6" name="tx1001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7" name="tx1001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8" name="tx1001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9" name="tx1001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0" name="tx1002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1" name="tx1002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2" name="tx1002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3" name="tx1002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4" name="tx1002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5" name="tx1002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6" name="tx1002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7" name="tx1002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8" name="tx1002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9" name="tx1002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0" name="tx1003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1" name="tx1003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2" name="tx1003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3" name="tx1003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4" name="tx1003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5" name="tx1003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6" name="tx1003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7" name="tx1003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8" name="tx1003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9" name="tx1003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0" name="tx1004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1" name="tx1004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2" name="tx1004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3" name="tx1004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4" name="tx1004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5" name="tx1004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6" name="tx1004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7" name="tx1004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8" name="tx1004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9" name="tx1004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0" name="tx1005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1" name="tx1005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2" name="tx1005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3" name="tx1005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4" name="tx1005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5" name="tx1005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6" name="tx1005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7" name="tx1005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8" name="tx1005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9" name="tx1005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0" name="tx1006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1" name="tx1006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2" name="tx1006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3" name="tx1006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4" name="tx1006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5" name="tx1006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6" name="tx1006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7" name="tx1006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8" name="tx1006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9" name="tx1006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0" name="tx1007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1" name="tx1007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2" name="tx1007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3" name="tx1007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4" name="tx1007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5" name="tx1007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6" name="tx1007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7" name="tx1007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8" name="tx1007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9" name="tx1007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0" name="tx1008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1" name="tx1008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2" name="tx1008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3" name="tx1008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4" name="tx1008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5" name="tx1008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6" name="tx1008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7" name="tx1008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8" name="tx1008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9" name="tx1008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0" name="tx1009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1" name="tx1009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2" name="tx1009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3" name="tx1009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4" name="tx10094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5" name="tx10095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6" name="tx10096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7" name="tx10097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8" name="tx10098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9" name="tx10099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0" name="tx10100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1" name="tx10101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2" name="tx10102"/>
              <p:cNvSpPr/>
              <p:nvPr/>
            </p:nvSpPr>
            <p:spPr>
              <a:xfrm>
                <a:off x="4409482" y="3174230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3" name="tx10103"/>
              <p:cNvSpPr/>
              <p:nvPr/>
            </p:nvSpPr>
            <p:spPr>
              <a:xfrm>
                <a:off x="4460597" y="333033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4" name="rc10104"/>
              <p:cNvSpPr/>
              <p:nvPr/>
            </p:nvSpPr>
            <p:spPr>
              <a:xfrm>
                <a:off x="2463713" y="1515536"/>
                <a:ext cx="2445226" cy="2654723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5" name="tx10105"/>
              <p:cNvSpPr/>
              <p:nvPr/>
            </p:nvSpPr>
            <p:spPr>
              <a:xfrm>
                <a:off x="2151360" y="4008899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10106" name="tx10106"/>
              <p:cNvSpPr/>
              <p:nvPr/>
            </p:nvSpPr>
            <p:spPr>
              <a:xfrm>
                <a:off x="2275718" y="399042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07" name="tx10107"/>
              <p:cNvSpPr/>
              <p:nvPr/>
            </p:nvSpPr>
            <p:spPr>
              <a:xfrm>
                <a:off x="2320432" y="4008899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08" name="tx10108"/>
              <p:cNvSpPr/>
              <p:nvPr/>
            </p:nvSpPr>
            <p:spPr>
              <a:xfrm>
                <a:off x="2151360" y="366413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10109" name="tx10109"/>
              <p:cNvSpPr/>
              <p:nvPr/>
            </p:nvSpPr>
            <p:spPr>
              <a:xfrm>
                <a:off x="2275718" y="364565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0" name="tx10110"/>
              <p:cNvSpPr/>
              <p:nvPr/>
            </p:nvSpPr>
            <p:spPr>
              <a:xfrm>
                <a:off x="2320432" y="366413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1" name="tx10111"/>
              <p:cNvSpPr/>
              <p:nvPr/>
            </p:nvSpPr>
            <p:spPr>
              <a:xfrm>
                <a:off x="2151360" y="331954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10112" name="tx10112"/>
              <p:cNvSpPr/>
              <p:nvPr/>
            </p:nvSpPr>
            <p:spPr>
              <a:xfrm>
                <a:off x="2275718" y="330107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3" name="tx10113"/>
              <p:cNvSpPr/>
              <p:nvPr/>
            </p:nvSpPr>
            <p:spPr>
              <a:xfrm>
                <a:off x="2320432" y="331954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4" name="tx10114"/>
              <p:cNvSpPr/>
              <p:nvPr/>
            </p:nvSpPr>
            <p:spPr>
              <a:xfrm>
                <a:off x="2151360" y="297459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10115" name="tx10115"/>
              <p:cNvSpPr/>
              <p:nvPr/>
            </p:nvSpPr>
            <p:spPr>
              <a:xfrm>
                <a:off x="2275718" y="295612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6" name="tx10116"/>
              <p:cNvSpPr/>
              <p:nvPr/>
            </p:nvSpPr>
            <p:spPr>
              <a:xfrm>
                <a:off x="2320432" y="297459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7" name="tx10117"/>
              <p:cNvSpPr/>
              <p:nvPr/>
            </p:nvSpPr>
            <p:spPr>
              <a:xfrm>
                <a:off x="2151360" y="263000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10118" name="tx10118"/>
              <p:cNvSpPr/>
              <p:nvPr/>
            </p:nvSpPr>
            <p:spPr>
              <a:xfrm>
                <a:off x="2275718" y="261153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9" name="tx10119"/>
              <p:cNvSpPr/>
              <p:nvPr/>
            </p:nvSpPr>
            <p:spPr>
              <a:xfrm>
                <a:off x="2320432" y="2630005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0" name="tx10120"/>
              <p:cNvSpPr/>
              <p:nvPr/>
            </p:nvSpPr>
            <p:spPr>
              <a:xfrm>
                <a:off x="2151360" y="228523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10121" name="tx10121"/>
              <p:cNvSpPr/>
              <p:nvPr/>
            </p:nvSpPr>
            <p:spPr>
              <a:xfrm>
                <a:off x="2275718" y="226676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2" name="tx10122"/>
              <p:cNvSpPr/>
              <p:nvPr/>
            </p:nvSpPr>
            <p:spPr>
              <a:xfrm>
                <a:off x="2320432" y="228523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3" name="tx10123"/>
              <p:cNvSpPr/>
              <p:nvPr/>
            </p:nvSpPr>
            <p:spPr>
              <a:xfrm>
                <a:off x="2151360" y="1940466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10124" name="tx10124"/>
              <p:cNvSpPr/>
              <p:nvPr/>
            </p:nvSpPr>
            <p:spPr>
              <a:xfrm>
                <a:off x="2275718" y="1921995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5" name="tx10125"/>
              <p:cNvSpPr/>
              <p:nvPr/>
            </p:nvSpPr>
            <p:spPr>
              <a:xfrm>
                <a:off x="2320432" y="1940466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6" name="tx10126"/>
              <p:cNvSpPr/>
              <p:nvPr/>
            </p:nvSpPr>
            <p:spPr>
              <a:xfrm>
                <a:off x="2151360" y="1595697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10127" name="tx10127"/>
              <p:cNvSpPr/>
              <p:nvPr/>
            </p:nvSpPr>
            <p:spPr>
              <a:xfrm>
                <a:off x="2275718" y="1577226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8" name="tx10128"/>
              <p:cNvSpPr/>
              <p:nvPr/>
            </p:nvSpPr>
            <p:spPr>
              <a:xfrm>
                <a:off x="2320432" y="1595697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9" name="pl10129"/>
              <p:cNvSpPr/>
              <p:nvPr/>
            </p:nvSpPr>
            <p:spPr>
              <a:xfrm>
                <a:off x="2428918" y="404959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0" name="pl10130"/>
              <p:cNvSpPr/>
              <p:nvPr/>
            </p:nvSpPr>
            <p:spPr>
              <a:xfrm>
                <a:off x="2428918" y="370482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1" name="pl10131"/>
              <p:cNvSpPr/>
              <p:nvPr/>
            </p:nvSpPr>
            <p:spPr>
              <a:xfrm>
                <a:off x="2428918" y="336005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2" name="pl10132"/>
              <p:cNvSpPr/>
              <p:nvPr/>
            </p:nvSpPr>
            <p:spPr>
              <a:xfrm>
                <a:off x="2428918" y="301528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3" name="pl10133"/>
              <p:cNvSpPr/>
              <p:nvPr/>
            </p:nvSpPr>
            <p:spPr>
              <a:xfrm>
                <a:off x="2428918" y="2670513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4" name="pl10134"/>
              <p:cNvSpPr/>
              <p:nvPr/>
            </p:nvSpPr>
            <p:spPr>
              <a:xfrm>
                <a:off x="2428918" y="232574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5" name="pl10135"/>
              <p:cNvSpPr/>
              <p:nvPr/>
            </p:nvSpPr>
            <p:spPr>
              <a:xfrm>
                <a:off x="2428918" y="198097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6" name="pl10136"/>
              <p:cNvSpPr/>
              <p:nvPr/>
            </p:nvSpPr>
            <p:spPr>
              <a:xfrm>
                <a:off x="2428918" y="163620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7" name="pl10137"/>
              <p:cNvSpPr/>
              <p:nvPr/>
            </p:nvSpPr>
            <p:spPr>
              <a:xfrm>
                <a:off x="257485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8" name="pl10138"/>
              <p:cNvSpPr/>
              <p:nvPr/>
            </p:nvSpPr>
            <p:spPr>
              <a:xfrm>
                <a:off x="294534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9" name="pl10139"/>
              <p:cNvSpPr/>
              <p:nvPr/>
            </p:nvSpPr>
            <p:spPr>
              <a:xfrm>
                <a:off x="331583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0" name="pl10140"/>
              <p:cNvSpPr/>
              <p:nvPr/>
            </p:nvSpPr>
            <p:spPr>
              <a:xfrm>
                <a:off x="3686326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1" name="pl10141"/>
              <p:cNvSpPr/>
              <p:nvPr/>
            </p:nvSpPr>
            <p:spPr>
              <a:xfrm>
                <a:off x="4056815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2" name="pl10142"/>
              <p:cNvSpPr/>
              <p:nvPr/>
            </p:nvSpPr>
            <p:spPr>
              <a:xfrm>
                <a:off x="4427303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3" name="pl10143"/>
              <p:cNvSpPr/>
              <p:nvPr/>
            </p:nvSpPr>
            <p:spPr>
              <a:xfrm>
                <a:off x="4797792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4" name="tx10144"/>
              <p:cNvSpPr/>
              <p:nvPr/>
            </p:nvSpPr>
            <p:spPr>
              <a:xfrm>
                <a:off x="2468606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10145" name="tx10145"/>
              <p:cNvSpPr/>
              <p:nvPr/>
            </p:nvSpPr>
            <p:spPr>
              <a:xfrm>
                <a:off x="25618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6" name="tx10146"/>
              <p:cNvSpPr/>
              <p:nvPr/>
            </p:nvSpPr>
            <p:spPr>
              <a:xfrm>
                <a:off x="26065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47" name="tx10147"/>
              <p:cNvSpPr/>
              <p:nvPr/>
            </p:nvSpPr>
            <p:spPr>
              <a:xfrm>
                <a:off x="282355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10148" name="tx10148"/>
              <p:cNvSpPr/>
              <p:nvPr/>
            </p:nvSpPr>
            <p:spPr>
              <a:xfrm>
                <a:off x="294790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9" name="tx10149"/>
              <p:cNvSpPr/>
              <p:nvPr/>
            </p:nvSpPr>
            <p:spPr>
              <a:xfrm>
                <a:off x="299262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0" name="tx10150"/>
              <p:cNvSpPr/>
              <p:nvPr/>
            </p:nvSpPr>
            <p:spPr>
              <a:xfrm>
                <a:off x="3194039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10151" name="tx10151"/>
              <p:cNvSpPr/>
              <p:nvPr/>
            </p:nvSpPr>
            <p:spPr>
              <a:xfrm>
                <a:off x="331839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2" name="tx10152"/>
              <p:cNvSpPr/>
              <p:nvPr/>
            </p:nvSpPr>
            <p:spPr>
              <a:xfrm>
                <a:off x="336311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3" name="tx10153"/>
              <p:cNvSpPr/>
              <p:nvPr/>
            </p:nvSpPr>
            <p:spPr>
              <a:xfrm>
                <a:off x="3564528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10154" name="tx10154"/>
              <p:cNvSpPr/>
              <p:nvPr/>
            </p:nvSpPr>
            <p:spPr>
              <a:xfrm>
                <a:off x="3688886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5" name="tx10155"/>
              <p:cNvSpPr/>
              <p:nvPr/>
            </p:nvSpPr>
            <p:spPr>
              <a:xfrm>
                <a:off x="3733600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6" name="tx10156"/>
              <p:cNvSpPr/>
              <p:nvPr/>
            </p:nvSpPr>
            <p:spPr>
              <a:xfrm>
                <a:off x="3935017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10157" name="tx10157"/>
              <p:cNvSpPr/>
              <p:nvPr/>
            </p:nvSpPr>
            <p:spPr>
              <a:xfrm>
                <a:off x="405937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8" name="tx10158"/>
              <p:cNvSpPr/>
              <p:nvPr/>
            </p:nvSpPr>
            <p:spPr>
              <a:xfrm>
                <a:off x="410408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9" name="tx10159"/>
              <p:cNvSpPr/>
              <p:nvPr/>
            </p:nvSpPr>
            <p:spPr>
              <a:xfrm>
                <a:off x="4305505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10160" name="tx10160"/>
              <p:cNvSpPr/>
              <p:nvPr/>
            </p:nvSpPr>
            <p:spPr>
              <a:xfrm>
                <a:off x="4429864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1" name="tx10161"/>
              <p:cNvSpPr/>
              <p:nvPr/>
            </p:nvSpPr>
            <p:spPr>
              <a:xfrm>
                <a:off x="4474578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2" name="tx10162"/>
              <p:cNvSpPr/>
              <p:nvPr/>
            </p:nvSpPr>
            <p:spPr>
              <a:xfrm>
                <a:off x="4675994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10163" name="tx10163"/>
              <p:cNvSpPr/>
              <p:nvPr/>
            </p:nvSpPr>
            <p:spPr>
              <a:xfrm>
                <a:off x="4800353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4" name="tx10164"/>
              <p:cNvSpPr/>
              <p:nvPr/>
            </p:nvSpPr>
            <p:spPr>
              <a:xfrm>
                <a:off x="4845067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5" name="tx10165"/>
              <p:cNvSpPr/>
              <p:nvPr/>
            </p:nvSpPr>
            <p:spPr>
              <a:xfrm>
                <a:off x="3379362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10166" name="tx10166"/>
              <p:cNvSpPr/>
              <p:nvPr/>
            </p:nvSpPr>
            <p:spPr>
              <a:xfrm rot="-5400000">
                <a:off x="1788433" y="2792880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10167" name="rc10167"/>
              <p:cNvSpPr/>
              <p:nvPr/>
            </p:nvSpPr>
            <p:spPr>
              <a:xfrm>
                <a:off x="5048117" y="2049696"/>
                <a:ext cx="737195" cy="158640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8" name="tx10168"/>
              <p:cNvSpPr/>
              <p:nvPr/>
            </p:nvSpPr>
            <p:spPr>
              <a:xfrm>
                <a:off x="5117706" y="2134007"/>
                <a:ext cx="59801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Genomic </a:t>
                </a:r>
              </a:p>
            </p:txBody>
          </p:sp>
          <p:sp>
            <p:nvSpPr>
              <p:cNvPr id="10169" name="tx10169"/>
              <p:cNvSpPr/>
              <p:nvPr/>
            </p:nvSpPr>
            <p:spPr>
              <a:xfrm>
                <a:off x="5117706" y="2284883"/>
                <a:ext cx="37033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Offset</a:t>
                </a:r>
              </a:p>
            </p:txBody>
          </p:sp>
          <p:pic>
            <p:nvPicPr>
              <p:cNvPr id="10170" name="pic10170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17706" y="2469230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10171" name="pl10171"/>
              <p:cNvSpPr/>
              <p:nvPr/>
            </p:nvSpPr>
            <p:spPr>
              <a:xfrm>
                <a:off x="5293271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2" name="pl10172"/>
              <p:cNvSpPr/>
              <p:nvPr/>
            </p:nvSpPr>
            <p:spPr>
              <a:xfrm>
                <a:off x="5293271" y="327763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3" name="pl10173"/>
              <p:cNvSpPr/>
              <p:nvPr/>
            </p:nvSpPr>
            <p:spPr>
              <a:xfrm>
                <a:off x="5293271" y="2990590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4" name="pl10174"/>
              <p:cNvSpPr/>
              <p:nvPr/>
            </p:nvSpPr>
            <p:spPr>
              <a:xfrm>
                <a:off x="5293271" y="270354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5" name="pl10175"/>
              <p:cNvSpPr/>
              <p:nvPr/>
            </p:nvSpPr>
            <p:spPr>
              <a:xfrm>
                <a:off x="5117706" y="356468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6" name="pl10176"/>
              <p:cNvSpPr/>
              <p:nvPr/>
            </p:nvSpPr>
            <p:spPr>
              <a:xfrm>
                <a:off x="5117706" y="327763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7" name="pl10177"/>
              <p:cNvSpPr/>
              <p:nvPr/>
            </p:nvSpPr>
            <p:spPr>
              <a:xfrm>
                <a:off x="5117706" y="2990590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8" name="pl10178"/>
              <p:cNvSpPr/>
              <p:nvPr/>
            </p:nvSpPr>
            <p:spPr>
              <a:xfrm>
                <a:off x="5117706" y="270354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9" name="tx10179"/>
              <p:cNvSpPr/>
              <p:nvPr/>
            </p:nvSpPr>
            <p:spPr>
              <a:xfrm>
                <a:off x="5406751" y="3524676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0.00</a:t>
                </a:r>
              </a:p>
            </p:txBody>
          </p:sp>
          <p:sp>
            <p:nvSpPr>
              <p:cNvPr id="10180" name="tx10180"/>
              <p:cNvSpPr/>
              <p:nvPr/>
            </p:nvSpPr>
            <p:spPr>
              <a:xfrm>
                <a:off x="5406751" y="3237630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0.02</a:t>
                </a:r>
              </a:p>
            </p:txBody>
          </p:sp>
          <p:sp>
            <p:nvSpPr>
              <p:cNvPr id="10181" name="tx10181"/>
              <p:cNvSpPr/>
              <p:nvPr/>
            </p:nvSpPr>
            <p:spPr>
              <a:xfrm>
                <a:off x="5406751" y="2950585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0.04</a:t>
                </a:r>
              </a:p>
            </p:txBody>
          </p:sp>
          <p:sp>
            <p:nvSpPr>
              <p:cNvPr id="10182" name="tx10182"/>
              <p:cNvSpPr/>
              <p:nvPr/>
            </p:nvSpPr>
            <p:spPr>
              <a:xfrm>
                <a:off x="5406751" y="2663539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0.06</a:t>
                </a:r>
              </a:p>
            </p:txBody>
          </p:sp>
          <p:sp>
            <p:nvSpPr>
              <p:cNvPr id="10183" name="tx10183"/>
              <p:cNvSpPr/>
              <p:nvPr/>
            </p:nvSpPr>
            <p:spPr>
              <a:xfrm>
                <a:off x="2463713" y="1316468"/>
                <a:ext cx="1071859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Future Treatment</a:t>
                </a:r>
              </a:p>
            </p:txBody>
          </p:sp>
          <p:sp>
            <p:nvSpPr>
              <p:cNvPr id="10184" name="tx10184"/>
              <p:cNvSpPr/>
              <p:nvPr/>
            </p:nvSpPr>
            <p:spPr>
              <a:xfrm>
                <a:off x="2463713" y="986823"/>
                <a:ext cx="1384675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(F) Predicted </a:t>
                </a:r>
              </a:p>
            </p:txBody>
          </p:sp>
          <p:sp>
            <p:nvSpPr>
              <p:cNvPr id="10185" name="tx10185"/>
              <p:cNvSpPr/>
              <p:nvPr/>
            </p:nvSpPr>
            <p:spPr>
              <a:xfrm>
                <a:off x="3848389" y="986823"/>
                <a:ext cx="17785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G</a:t>
                </a:r>
              </a:p>
            </p:txBody>
          </p:sp>
          <p:sp>
            <p:nvSpPr>
              <p:cNvPr id="10186" name="tx10186"/>
              <p:cNvSpPr/>
              <p:nvPr/>
            </p:nvSpPr>
            <p:spPr>
              <a:xfrm>
                <a:off x="4026239" y="986823"/>
                <a:ext cx="139628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87" name="tx10187"/>
              <p:cNvSpPr/>
              <p:nvPr/>
            </p:nvSpPr>
            <p:spPr>
              <a:xfrm>
                <a:off x="4165868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</a:t>
                </a:r>
              </a:p>
            </p:txBody>
          </p:sp>
          <p:sp>
            <p:nvSpPr>
              <p:cNvPr id="10188" name="tx10188"/>
              <p:cNvSpPr/>
              <p:nvPr/>
            </p:nvSpPr>
            <p:spPr>
              <a:xfrm>
                <a:off x="4254839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89" name="tx10189"/>
              <p:cNvSpPr/>
              <p:nvPr/>
            </p:nvSpPr>
            <p:spPr>
              <a:xfrm>
                <a:off x="4299279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</a:t>
                </a:r>
              </a:p>
            </p:txBody>
          </p:sp>
          <p:sp>
            <p:nvSpPr>
              <p:cNvPr id="10190" name="tx10190"/>
              <p:cNvSpPr/>
              <p:nvPr/>
            </p:nvSpPr>
            <p:spPr>
              <a:xfrm>
                <a:off x="4343719" y="1077527"/>
                <a:ext cx="80010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</a:t>
                </a:r>
              </a:p>
            </p:txBody>
          </p:sp>
          <p:sp>
            <p:nvSpPr>
              <p:cNvPr id="10191" name="tx10191"/>
              <p:cNvSpPr/>
              <p:nvPr/>
            </p:nvSpPr>
            <p:spPr>
              <a:xfrm>
                <a:off x="4423729" y="1077527"/>
                <a:ext cx="88971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92" name="tx10192"/>
              <p:cNvSpPr/>
              <p:nvPr/>
            </p:nvSpPr>
            <p:spPr>
              <a:xfrm>
                <a:off x="4512700" y="1077527"/>
                <a:ext cx="44439" cy="11448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26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t</a:t>
                </a:r>
              </a:p>
            </p:txBody>
          </p:sp>
        </p:grpSp>
        <p:grpSp>
          <p:nvGrpSpPr>
            <p:cNvPr id="10193" name="Group 10192">
              <a:extLst>
                <a:ext uri="{FF2B5EF4-FFF2-40B4-BE49-F238E27FC236}">
                  <a16:creationId xmlns:a16="http://schemas.microsoft.com/office/drawing/2014/main" id="{9BE05F0C-08B1-D92A-457A-BB8EFD1C5EA4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194" name="pg9120">
                <a:extLst>
                  <a:ext uri="{FF2B5EF4-FFF2-40B4-BE49-F238E27FC236}">
                    <a16:creationId xmlns:a16="http://schemas.microsoft.com/office/drawing/2014/main" id="{CA65760E-5DB5-E20C-72D2-F5D0687D87A5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5" name="tx9121">
                <a:extLst>
                  <a:ext uri="{FF2B5EF4-FFF2-40B4-BE49-F238E27FC236}">
                    <a16:creationId xmlns:a16="http://schemas.microsoft.com/office/drawing/2014/main" id="{0601919C-DA92-0FDC-86CF-9CABF51EE317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196" name="pg9122">
                <a:extLst>
                  <a:ext uri="{FF2B5EF4-FFF2-40B4-BE49-F238E27FC236}">
                    <a16:creationId xmlns:a16="http://schemas.microsoft.com/office/drawing/2014/main" id="{84502CBA-6DD0-BB42-4A50-D1A83DE570CF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7" name="tx9123">
                <a:extLst>
                  <a:ext uri="{FF2B5EF4-FFF2-40B4-BE49-F238E27FC236}">
                    <a16:creationId xmlns:a16="http://schemas.microsoft.com/office/drawing/2014/main" id="{11259C3D-B611-B166-025A-C18602D94793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198" name="pg9124">
                <a:extLst>
                  <a:ext uri="{FF2B5EF4-FFF2-40B4-BE49-F238E27FC236}">
                    <a16:creationId xmlns:a16="http://schemas.microsoft.com/office/drawing/2014/main" id="{5CCFDD90-B5A4-75C4-0A8A-90D4183EC81E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9" name="tx9125">
                <a:extLst>
                  <a:ext uri="{FF2B5EF4-FFF2-40B4-BE49-F238E27FC236}">
                    <a16:creationId xmlns:a16="http://schemas.microsoft.com/office/drawing/2014/main" id="{90DCC29E-B4B8-58F3-6C88-34B92B350E68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200" name="pg9126">
                <a:extLst>
                  <a:ext uri="{FF2B5EF4-FFF2-40B4-BE49-F238E27FC236}">
                    <a16:creationId xmlns:a16="http://schemas.microsoft.com/office/drawing/2014/main" id="{DDED58AD-C950-3652-8958-40BBC74BF572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1" name="tx9127">
                <a:extLst>
                  <a:ext uri="{FF2B5EF4-FFF2-40B4-BE49-F238E27FC236}">
                    <a16:creationId xmlns:a16="http://schemas.microsoft.com/office/drawing/2014/main" id="{C6E4AF13-D18F-BD32-88EB-8442892673F0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202" name="pg9128">
                <a:extLst>
                  <a:ext uri="{FF2B5EF4-FFF2-40B4-BE49-F238E27FC236}">
                    <a16:creationId xmlns:a16="http://schemas.microsoft.com/office/drawing/2014/main" id="{3B55E534-04EC-B83F-B961-2F92868CECE2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3" name="tx9129">
                <a:extLst>
                  <a:ext uri="{FF2B5EF4-FFF2-40B4-BE49-F238E27FC236}">
                    <a16:creationId xmlns:a16="http://schemas.microsoft.com/office/drawing/2014/main" id="{B739780E-44D5-C272-B04F-484D0CC2D9EC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204" name="pg9130">
                <a:extLst>
                  <a:ext uri="{FF2B5EF4-FFF2-40B4-BE49-F238E27FC236}">
                    <a16:creationId xmlns:a16="http://schemas.microsoft.com/office/drawing/2014/main" id="{5F443A01-20E4-08FE-F935-C687B1263B99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5" name="tx9131">
                <a:extLst>
                  <a:ext uri="{FF2B5EF4-FFF2-40B4-BE49-F238E27FC236}">
                    <a16:creationId xmlns:a16="http://schemas.microsoft.com/office/drawing/2014/main" id="{0CDDC3AC-094C-7CC5-4B9D-CAD9CC532FB6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206" name="pg9132">
                <a:extLst>
                  <a:ext uri="{FF2B5EF4-FFF2-40B4-BE49-F238E27FC236}">
                    <a16:creationId xmlns:a16="http://schemas.microsoft.com/office/drawing/2014/main" id="{2292D688-86B5-D3E1-22EB-D8A70AA1E7BF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7" name="tx9133">
                <a:extLst>
                  <a:ext uri="{FF2B5EF4-FFF2-40B4-BE49-F238E27FC236}">
                    <a16:creationId xmlns:a16="http://schemas.microsoft.com/office/drawing/2014/main" id="{A64C771A-BC2A-4107-A23F-3E770B825F3A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08" name="pg9134">
                <a:extLst>
                  <a:ext uri="{FF2B5EF4-FFF2-40B4-BE49-F238E27FC236}">
                    <a16:creationId xmlns:a16="http://schemas.microsoft.com/office/drawing/2014/main" id="{2FEE64A0-E04C-8EA5-51DB-DC30126E2205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9" name="tx9135">
                <a:extLst>
                  <a:ext uri="{FF2B5EF4-FFF2-40B4-BE49-F238E27FC236}">
                    <a16:creationId xmlns:a16="http://schemas.microsoft.com/office/drawing/2014/main" id="{39D06BF4-5FA9-53A7-9565-0AABF70DE6B2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10" name="Straight Connector 10209">
              <a:extLst>
                <a:ext uri="{FF2B5EF4-FFF2-40B4-BE49-F238E27FC236}">
                  <a16:creationId xmlns:a16="http://schemas.microsoft.com/office/drawing/2014/main" id="{4F379D6D-A0B9-0BF8-4529-45B04B46260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254373" y="3090813"/>
              <a:ext cx="158453" cy="12577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06" name="Group 10205">
            <a:extLst>
              <a:ext uri="{FF2B5EF4-FFF2-40B4-BE49-F238E27FC236}">
                <a16:creationId xmlns:a16="http://schemas.microsoft.com/office/drawing/2014/main" id="{8647A198-E3DA-0697-3103-E09099310E63}"/>
              </a:ext>
            </a:extLst>
          </p:cNvPr>
          <p:cNvGrpSpPr/>
          <p:nvPr/>
        </p:nvGrpSpPr>
        <p:grpSpPr>
          <a:xfrm>
            <a:off x="1692844" y="674360"/>
            <a:ext cx="4185556" cy="3897640"/>
            <a:chOff x="1692844" y="674360"/>
            <a:chExt cx="4185556" cy="3897640"/>
          </a:xfrm>
        </p:grpSpPr>
        <p:sp>
          <p:nvSpPr>
            <p:cNvPr id="4" name="rc4"/>
            <p:cNvSpPr/>
            <p:nvPr/>
          </p:nvSpPr>
          <p:spPr>
            <a:xfrm>
              <a:off x="1893999" y="914400"/>
              <a:ext cx="3984401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5349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3110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08716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6393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4154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81915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40214" y="404727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40214" y="3695875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40214" y="3344479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40214" y="2993084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40214" y="2641688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40214" y="2290292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40214" y="1938896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40214" y="158750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3701" y="2853013"/>
              <a:ext cx="914400" cy="914776"/>
            </a:xfrm>
            <a:custGeom>
              <a:avLst/>
              <a:gdLst/>
              <a:ahLst/>
              <a:cxnLst/>
              <a:rect l="0" t="0" r="0" b="0"/>
              <a:pathLst>
                <a:path w="914400" h="914776">
                  <a:moveTo>
                    <a:pt x="914400" y="914400"/>
                  </a:moveTo>
                  <a:lnTo>
                    <a:pt x="914400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3701" y="2853013"/>
              <a:ext cx="923840" cy="917386"/>
            </a:xfrm>
            <a:custGeom>
              <a:avLst/>
              <a:gdLst/>
              <a:ahLst/>
              <a:cxnLst/>
              <a:rect l="0" t="0" r="0" b="0"/>
              <a:pathLst>
                <a:path w="923840" h="917386">
                  <a:moveTo>
                    <a:pt x="914400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400" y="91477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3141" y="2853013"/>
              <a:ext cx="923840" cy="920015"/>
            </a:xfrm>
            <a:custGeom>
              <a:avLst/>
              <a:gdLst/>
              <a:ahLst/>
              <a:cxnLst/>
              <a:rect l="0" t="0" r="0" b="0"/>
              <a:pathLst>
                <a:path w="923840" h="920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399" y="917391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2581" y="2853013"/>
              <a:ext cx="923840" cy="922646"/>
            </a:xfrm>
            <a:custGeom>
              <a:avLst/>
              <a:gdLst/>
              <a:ahLst/>
              <a:cxnLst/>
              <a:rect l="0" t="0" r="0" b="0"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2022" y="2853013"/>
              <a:ext cx="923840" cy="925286"/>
            </a:xfrm>
            <a:custGeom>
              <a:avLst/>
              <a:gdLst/>
              <a:ahLst/>
              <a:cxnLst/>
              <a:rect l="0" t="0" r="0" b="0"/>
              <a:pathLst>
                <a:path w="923840" h="9252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399" y="92264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1462" y="2853013"/>
              <a:ext cx="923840" cy="927934"/>
            </a:xfrm>
            <a:custGeom>
              <a:avLst/>
              <a:gdLst/>
              <a:ahLst/>
              <a:cxnLst/>
              <a:rect l="0" t="0" r="0" b="0"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0902" y="2853013"/>
              <a:ext cx="923840" cy="930413"/>
            </a:xfrm>
            <a:custGeom>
              <a:avLst/>
              <a:gdLst/>
              <a:ahLst/>
              <a:cxnLst/>
              <a:rect l="0" t="0" r="0" b="0"/>
              <a:pathLst>
                <a:path w="923840" h="9304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399" y="927934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0342" y="2853013"/>
              <a:ext cx="923840" cy="931809"/>
            </a:xfrm>
            <a:custGeom>
              <a:avLst/>
              <a:gdLst/>
              <a:ahLst/>
              <a:cxnLst/>
              <a:rect l="0" t="0" r="0" b="0"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39783" y="28530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399" y="93180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49223" y="2853013"/>
              <a:ext cx="923840" cy="931676"/>
            </a:xfrm>
            <a:custGeom>
              <a:avLst/>
              <a:gdLst/>
              <a:ahLst/>
              <a:cxnLst/>
              <a:rect l="0" t="0" r="0" b="0"/>
              <a:pathLst>
                <a:path w="923840" h="93167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400" y="93167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58663" y="2853013"/>
              <a:ext cx="923840" cy="930096"/>
            </a:xfrm>
            <a:custGeom>
              <a:avLst/>
              <a:gdLst/>
              <a:ahLst/>
              <a:cxnLst/>
              <a:rect l="0" t="0" r="0" b="0"/>
              <a:pathLst>
                <a:path w="923840" h="93009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399" y="93009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68103" y="2853013"/>
              <a:ext cx="923840" cy="927299"/>
            </a:xfrm>
            <a:custGeom>
              <a:avLst/>
              <a:gdLst/>
              <a:ahLst/>
              <a:cxnLst/>
              <a:rect l="0" t="0" r="0" b="0"/>
              <a:pathLst>
                <a:path w="923840" h="92729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400" y="92729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7544" y="2853013"/>
              <a:ext cx="923840" cy="924290"/>
            </a:xfrm>
            <a:custGeom>
              <a:avLst/>
              <a:gdLst/>
              <a:ahLst/>
              <a:cxnLst/>
              <a:rect l="0" t="0" r="0" b="0"/>
              <a:pathLst>
                <a:path w="923840" h="92429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399" y="92429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6984" y="2853013"/>
              <a:ext cx="923840" cy="921289"/>
            </a:xfrm>
            <a:custGeom>
              <a:avLst/>
              <a:gdLst/>
              <a:ahLst/>
              <a:cxnLst/>
              <a:rect l="0" t="0" r="0" b="0"/>
              <a:pathLst>
                <a:path w="923840" h="9212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400" y="92128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6424" y="2853013"/>
              <a:ext cx="923840" cy="918297"/>
            </a:xfrm>
            <a:custGeom>
              <a:avLst/>
              <a:gdLst/>
              <a:ahLst/>
              <a:cxnLst/>
              <a:rect l="0" t="0" r="0" b="0"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5864" y="2853013"/>
              <a:ext cx="917295" cy="915313"/>
            </a:xfrm>
            <a:custGeom>
              <a:avLst/>
              <a:gdLst/>
              <a:ahLst/>
              <a:cxnLst/>
              <a:rect l="0" t="0" r="0" b="0"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386" y="2853013"/>
              <a:ext cx="914400" cy="915533"/>
            </a:xfrm>
            <a:custGeom>
              <a:avLst/>
              <a:gdLst/>
              <a:ahLst/>
              <a:cxnLst/>
              <a:rect l="0" t="0" r="0" b="0"/>
              <a:pathLst>
                <a:path w="914400" h="915533">
                  <a:moveTo>
                    <a:pt x="914400" y="914400"/>
                  </a:moveTo>
                  <a:lnTo>
                    <a:pt x="914400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386" y="2853013"/>
              <a:ext cx="923840" cy="915869"/>
            </a:xfrm>
            <a:custGeom>
              <a:avLst/>
              <a:gdLst/>
              <a:ahLst/>
              <a:cxnLst/>
              <a:rect l="0" t="0" r="0" b="0"/>
              <a:pathLst>
                <a:path w="923840" h="9158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400" y="915533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826" y="2853013"/>
              <a:ext cx="923840" cy="915698"/>
            </a:xfrm>
            <a:custGeom>
              <a:avLst/>
              <a:gdLst/>
              <a:ahLst/>
              <a:cxnLst/>
              <a:rect l="0" t="0" r="0" b="0"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800267" y="2853013"/>
              <a:ext cx="920667" cy="914951"/>
            </a:xfrm>
            <a:custGeom>
              <a:avLst/>
              <a:gdLst/>
              <a:ahLst/>
              <a:cxnLst/>
              <a:rect l="0" t="0" r="0" b="0"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26500" y="2835444"/>
              <a:ext cx="914399" cy="916302"/>
            </a:xfrm>
            <a:custGeom>
              <a:avLst/>
              <a:gdLst/>
              <a:ahLst/>
              <a:cxnLst/>
              <a:rect l="0" t="0" r="0" b="0"/>
              <a:pathLst>
                <a:path w="914399" h="916302">
                  <a:moveTo>
                    <a:pt x="914399" y="914400"/>
                  </a:moveTo>
                  <a:lnTo>
                    <a:pt x="914399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26500" y="2835444"/>
              <a:ext cx="923840" cy="921175"/>
            </a:xfrm>
            <a:custGeom>
              <a:avLst/>
              <a:gdLst/>
              <a:ahLst/>
              <a:cxnLst/>
              <a:rect l="0" t="0" r="0" b="0"/>
              <a:pathLst>
                <a:path w="923840" h="92117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399" y="916302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35940" y="2835444"/>
              <a:ext cx="923840" cy="924550"/>
            </a:xfrm>
            <a:custGeom>
              <a:avLst/>
              <a:gdLst/>
              <a:ahLst/>
              <a:cxnLst/>
              <a:rect l="0" t="0" r="0" b="0"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5380" y="2835444"/>
              <a:ext cx="923840" cy="927140"/>
            </a:xfrm>
            <a:custGeom>
              <a:avLst/>
              <a:gdLst/>
              <a:ahLst/>
              <a:cxnLst/>
              <a:rect l="0" t="0" r="0" b="0"/>
              <a:pathLst>
                <a:path w="923840" h="92714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399" y="92455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4820" y="2835444"/>
              <a:ext cx="923840" cy="929739"/>
            </a:xfrm>
            <a:custGeom>
              <a:avLst/>
              <a:gdLst/>
              <a:ahLst/>
              <a:cxnLst/>
              <a:rect l="0" t="0" r="0" b="0"/>
              <a:pathLst>
                <a:path w="923840" h="92973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400" y="92714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426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399" y="92973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370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314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258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202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146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090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034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3978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4922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5866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6810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754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698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642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5864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5305" y="2835444"/>
              <a:ext cx="923840" cy="929907"/>
            </a:xfrm>
            <a:custGeom>
              <a:avLst/>
              <a:gdLst/>
              <a:ahLst/>
              <a:cxnLst/>
              <a:rect l="0" t="0" r="0" b="0"/>
              <a:pathLst>
                <a:path w="923840" h="92990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399" y="929907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4745" y="2835444"/>
              <a:ext cx="923840" cy="926940"/>
            </a:xfrm>
            <a:custGeom>
              <a:avLst/>
              <a:gdLst/>
              <a:ahLst/>
              <a:cxnLst/>
              <a:rect l="0" t="0" r="0" b="0"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185" y="2835444"/>
              <a:ext cx="923840" cy="924542"/>
            </a:xfrm>
            <a:custGeom>
              <a:avLst/>
              <a:gdLst/>
              <a:ahLst/>
              <a:cxnLst/>
              <a:rect l="0" t="0" r="0" b="0"/>
              <a:pathLst>
                <a:path w="923840" h="92454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399" y="923982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3625" y="2835444"/>
              <a:ext cx="923840" cy="926880"/>
            </a:xfrm>
            <a:custGeom>
              <a:avLst/>
              <a:gdLst/>
              <a:ahLst/>
              <a:cxnLst/>
              <a:rect l="0" t="0" r="0" b="0"/>
              <a:pathLst>
                <a:path w="923840" h="92688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400" y="924542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065" y="2835444"/>
              <a:ext cx="923840" cy="929225"/>
            </a:xfrm>
            <a:custGeom>
              <a:avLst/>
              <a:gdLst/>
              <a:ahLst/>
              <a:cxnLst/>
              <a:rect l="0" t="0" r="0" b="0"/>
              <a:pathLst>
                <a:path w="923840" h="92922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399" y="92688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506" y="2835444"/>
              <a:ext cx="923840" cy="931579"/>
            </a:xfrm>
            <a:custGeom>
              <a:avLst/>
              <a:gdLst/>
              <a:ahLst/>
              <a:cxnLst/>
              <a:rect l="0" t="0" r="0" b="0"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399" y="93157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38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82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800267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9707" y="2835444"/>
              <a:ext cx="923840" cy="931691"/>
            </a:xfrm>
            <a:custGeom>
              <a:avLst/>
              <a:gdLst/>
              <a:ahLst/>
              <a:cxnLst/>
              <a:rect l="0" t="0" r="0" b="0"/>
              <a:pathLst>
                <a:path w="923840" h="931691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399" y="931691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9147" y="2835444"/>
              <a:ext cx="923840" cy="930110"/>
            </a:xfrm>
            <a:custGeom>
              <a:avLst/>
              <a:gdLst/>
              <a:ahLst/>
              <a:cxnLst/>
              <a:rect l="0" t="0" r="0" b="0"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8587" y="2835444"/>
              <a:ext cx="923840" cy="927117"/>
            </a:xfrm>
            <a:custGeom>
              <a:avLst/>
              <a:gdLst/>
              <a:ahLst/>
              <a:cxnLst/>
              <a:rect l="0" t="0" r="0" b="0"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8028" y="2835444"/>
              <a:ext cx="923840" cy="922549"/>
            </a:xfrm>
            <a:custGeom>
              <a:avLst/>
              <a:gdLst/>
              <a:ahLst/>
              <a:cxnLst/>
              <a:rect l="0" t="0" r="0" b="0"/>
              <a:pathLst>
                <a:path w="923840" h="92254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400" y="92254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7468" y="2835444"/>
              <a:ext cx="916821" cy="916240"/>
            </a:xfrm>
            <a:custGeom>
              <a:avLst/>
              <a:gdLst/>
              <a:ahLst/>
              <a:cxnLst/>
              <a:rect l="0" t="0" r="0" b="0"/>
              <a:pathLst>
                <a:path w="916821" h="916240">
                  <a:moveTo>
                    <a:pt x="914399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399" y="91624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07619" y="2817874"/>
              <a:ext cx="914399" cy="918773"/>
            </a:xfrm>
            <a:custGeom>
              <a:avLst/>
              <a:gdLst/>
              <a:ahLst/>
              <a:cxnLst/>
              <a:rect l="0" t="0" r="0" b="0"/>
              <a:pathLst>
                <a:path w="914399" h="918773">
                  <a:moveTo>
                    <a:pt x="914399" y="914400"/>
                  </a:moveTo>
                  <a:lnTo>
                    <a:pt x="914399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07619" y="2817874"/>
              <a:ext cx="923840" cy="927310"/>
            </a:xfrm>
            <a:custGeom>
              <a:avLst/>
              <a:gdLst/>
              <a:ahLst/>
              <a:cxnLst/>
              <a:rect l="0" t="0" r="0" b="0"/>
              <a:pathLst>
                <a:path w="923840" h="92731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399" y="918773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1705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2650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3594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538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482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426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370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314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258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202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146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090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034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3978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4922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5866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6810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754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698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642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586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530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474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18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362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06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50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38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82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80026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970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914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858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802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7468" y="283544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6908" y="2817874"/>
              <a:ext cx="923840" cy="925690"/>
            </a:xfrm>
            <a:custGeom>
              <a:avLst/>
              <a:gdLst/>
              <a:ahLst/>
              <a:cxnLst/>
              <a:rect l="0" t="0" r="0" b="0"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6348" y="2817874"/>
              <a:ext cx="915269" cy="915478"/>
            </a:xfrm>
            <a:custGeom>
              <a:avLst/>
              <a:gdLst/>
              <a:ahLst/>
              <a:cxnLst/>
              <a:rect l="0" t="0" r="0" b="0"/>
              <a:pathLst>
                <a:path w="915269" h="915478">
                  <a:moveTo>
                    <a:pt x="914399" y="914400"/>
                  </a:moveTo>
                  <a:lnTo>
                    <a:pt x="915269" y="914400"/>
                  </a:lnTo>
                  <a:lnTo>
                    <a:pt x="914399" y="91547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498179" y="2800304"/>
              <a:ext cx="914400" cy="925671"/>
            </a:xfrm>
            <a:custGeom>
              <a:avLst/>
              <a:gdLst/>
              <a:ahLst/>
              <a:cxnLst/>
              <a:rect l="0" t="0" r="0" b="0"/>
              <a:pathLst>
                <a:path w="914400" h="925671">
                  <a:moveTo>
                    <a:pt x="914400" y="914400"/>
                  </a:moveTo>
                  <a:lnTo>
                    <a:pt x="914400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49817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400" y="925671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0761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1705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2650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3594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538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482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426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370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314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258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202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146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090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034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3978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4922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5866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6810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754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698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642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586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530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474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18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362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06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50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38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82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80026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970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914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858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802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746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690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6348" y="281787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5789" y="2800304"/>
              <a:ext cx="918528" cy="920417"/>
            </a:xfrm>
            <a:custGeom>
              <a:avLst/>
              <a:gdLst/>
              <a:ahLst/>
              <a:cxnLst/>
              <a:rect l="0" t="0" r="0" b="0"/>
              <a:pathLst>
                <a:path w="918528" h="920417">
                  <a:moveTo>
                    <a:pt x="914400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400" y="920417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88739" y="2782734"/>
              <a:ext cx="914399" cy="929987"/>
            </a:xfrm>
            <a:custGeom>
              <a:avLst/>
              <a:gdLst/>
              <a:ahLst/>
              <a:cxnLst/>
              <a:rect l="0" t="0" r="0" b="0"/>
              <a:pathLst>
                <a:path w="914399" h="929987">
                  <a:moveTo>
                    <a:pt x="914399" y="914399"/>
                  </a:moveTo>
                  <a:lnTo>
                    <a:pt x="914399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8873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399" y="929987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49817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0761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1705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2650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3594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538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482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426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370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314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258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202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146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090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034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3978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4922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5866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6810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754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698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642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586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530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474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18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362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06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50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38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82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80026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970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914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858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802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746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690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634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5789" y="280030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5229" y="2782734"/>
              <a:ext cx="921168" cy="924237"/>
            </a:xfrm>
            <a:custGeom>
              <a:avLst/>
              <a:gdLst/>
              <a:ahLst/>
              <a:cxnLst/>
              <a:rect l="0" t="0" r="0" b="0"/>
              <a:pathLst>
                <a:path w="921168" h="924237">
                  <a:moveTo>
                    <a:pt x="914399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399" y="924237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79299" y="2765164"/>
              <a:ext cx="914400" cy="931026"/>
            </a:xfrm>
            <a:custGeom>
              <a:avLst/>
              <a:gdLst/>
              <a:ahLst/>
              <a:cxnLst/>
              <a:rect l="0" t="0" r="0" b="0"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7929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8873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49817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0761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1705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2650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3594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538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482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426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370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314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258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202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146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090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034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3978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4922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5866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6810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754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698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642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586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530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474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18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362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06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50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38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82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80026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970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914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858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802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746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690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634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578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5229" y="2782734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4669" y="2765164"/>
              <a:ext cx="923840" cy="928092"/>
            </a:xfrm>
            <a:custGeom>
              <a:avLst/>
              <a:gdLst/>
              <a:ahLst/>
              <a:cxnLst/>
              <a:rect l="0" t="0" r="0" b="0"/>
              <a:pathLst>
                <a:path w="923840" h="928092">
                  <a:moveTo>
                    <a:pt x="914400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400" y="928092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69858" y="2747595"/>
              <a:ext cx="914399" cy="927394"/>
            </a:xfrm>
            <a:custGeom>
              <a:avLst/>
              <a:gdLst/>
              <a:ahLst/>
              <a:cxnLst/>
              <a:rect l="0" t="0" r="0" b="0"/>
              <a:pathLst>
                <a:path w="914399" h="927394">
                  <a:moveTo>
                    <a:pt x="914399" y="914400"/>
                  </a:moveTo>
                  <a:lnTo>
                    <a:pt x="914399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6985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399" y="927394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7929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8873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49817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0761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1705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2650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3594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538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482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426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370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314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258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202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146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090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034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3978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4922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5866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6810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754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698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642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586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530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474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18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362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06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50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38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82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80026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970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914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858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802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746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690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634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578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522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466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4109" y="27651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3550" y="2747595"/>
              <a:ext cx="916023" cy="917211"/>
            </a:xfrm>
            <a:custGeom>
              <a:avLst/>
              <a:gdLst/>
              <a:ahLst/>
              <a:cxnLst/>
              <a:rect l="0" t="0" r="0" b="0"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0418" y="2730025"/>
              <a:ext cx="914400" cy="916080"/>
            </a:xfrm>
            <a:custGeom>
              <a:avLst/>
              <a:gdLst/>
              <a:ahLst/>
              <a:cxnLst/>
              <a:rect l="0" t="0" r="0" b="0"/>
              <a:pathLst>
                <a:path w="914400" h="916080">
                  <a:moveTo>
                    <a:pt x="914400" y="914400"/>
                  </a:moveTo>
                  <a:lnTo>
                    <a:pt x="914400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041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400" y="91608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6985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7929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8873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49817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0761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1705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2650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3594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538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482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426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370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314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258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202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146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090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034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3978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4922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5866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6810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754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698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642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586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530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474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18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362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06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50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38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82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80026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970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914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858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802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746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690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634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578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522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466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410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3550" y="274759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2990" y="2730025"/>
              <a:ext cx="915274" cy="916425"/>
            </a:xfrm>
            <a:custGeom>
              <a:avLst/>
              <a:gdLst/>
              <a:ahLst/>
              <a:cxnLst/>
              <a:rect l="0" t="0" r="0" b="0"/>
              <a:pathLst>
                <a:path w="915274" h="916425">
                  <a:moveTo>
                    <a:pt x="914399" y="914400"/>
                  </a:moveTo>
                  <a:lnTo>
                    <a:pt x="915274" y="914400"/>
                  </a:lnTo>
                  <a:lnTo>
                    <a:pt x="914399" y="916425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0418" y="271245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041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6985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7929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8873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49817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0761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1705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2650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3594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538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482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426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370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314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258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202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146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090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034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3978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4922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5866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6810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754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698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642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586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530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474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18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362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06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50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38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82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80026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970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914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858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802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746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690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634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578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522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466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410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355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2990" y="2730025"/>
              <a:ext cx="922259" cy="914400"/>
            </a:xfrm>
            <a:custGeom>
              <a:avLst/>
              <a:gdLst/>
              <a:ahLst/>
              <a:cxnLst/>
              <a:rect l="0" t="0" r="0" b="0"/>
              <a:pathLst>
                <a:path w="92225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0418" y="269488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041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6985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7929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8873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49817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0761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1705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2650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3594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538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482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426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370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314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258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202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146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090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034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3978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4922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5866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6810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754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698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642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586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530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474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18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362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06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50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38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82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80026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970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914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858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802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746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690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634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578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522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466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410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355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2990" y="271245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32430" y="2694885"/>
              <a:ext cx="918447" cy="927415"/>
            </a:xfrm>
            <a:custGeom>
              <a:avLst/>
              <a:gdLst/>
              <a:ahLst/>
              <a:cxnLst/>
              <a:rect l="0" t="0" r="0" b="0"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0978" y="2677316"/>
              <a:ext cx="914399" cy="919549"/>
            </a:xfrm>
            <a:custGeom>
              <a:avLst/>
              <a:gdLst/>
              <a:ahLst/>
              <a:cxnLst/>
              <a:rect l="0" t="0" r="0" b="0"/>
              <a:pathLst>
                <a:path w="914399" h="919549">
                  <a:moveTo>
                    <a:pt x="914399" y="914400"/>
                  </a:moveTo>
                  <a:lnTo>
                    <a:pt x="914399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097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399" y="91954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041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6985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7929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8873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49817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0761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1705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2650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3594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538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482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426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370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314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258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202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146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090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034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3978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4922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5866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6810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754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698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642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586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530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474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18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362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06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50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38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82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80026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970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914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858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802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746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690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634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578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522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466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410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355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299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32430" y="2694885"/>
              <a:ext cx="922925" cy="914400"/>
            </a:xfrm>
            <a:custGeom>
              <a:avLst/>
              <a:gdLst/>
              <a:ahLst/>
              <a:cxnLst/>
              <a:rect l="0" t="0" r="0" b="0"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0978" y="265974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097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041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6985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7929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8873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49817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0761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1705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2650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3594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538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482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426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370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314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258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202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146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090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034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3978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4922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5866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6810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754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698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642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586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530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474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18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362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06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50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38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82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80026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970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914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858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802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746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690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634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578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522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466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410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355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299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32430" y="267731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41870" y="2659746"/>
              <a:ext cx="916920" cy="927639"/>
            </a:xfrm>
            <a:custGeom>
              <a:avLst/>
              <a:gdLst/>
              <a:ahLst/>
              <a:cxnLst/>
              <a:rect l="0" t="0" r="0" b="0"/>
              <a:pathLst>
                <a:path w="916920" h="927639">
                  <a:moveTo>
                    <a:pt x="914399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399" y="92763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0978" y="264217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097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041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6985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7929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8873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49817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0761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1705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2650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3594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538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482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426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370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314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258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202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146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090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034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3978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4922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5866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6810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754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698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642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586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530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474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18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362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06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50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38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82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80026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970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914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858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802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746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690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634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578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522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466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410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355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299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3243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41870" y="2659746"/>
              <a:ext cx="919472" cy="914399"/>
            </a:xfrm>
            <a:custGeom>
              <a:avLst/>
              <a:gdLst/>
              <a:ahLst/>
              <a:cxnLst/>
              <a:rect l="0" t="0" r="0" b="0"/>
              <a:pathLst>
                <a:path w="919472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0978" y="262460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097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041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6985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7929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8873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49817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0761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1705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2650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3594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538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482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426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370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314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258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202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146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090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034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3978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4922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5866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6810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754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698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642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586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530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474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18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362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06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50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38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82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80026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970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914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858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802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746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690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634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578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522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466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410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355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299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3243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41870" y="2642176"/>
              <a:ext cx="921200" cy="914400"/>
            </a:xfrm>
            <a:custGeom>
              <a:avLst/>
              <a:gdLst/>
              <a:ahLst/>
              <a:cxnLst/>
              <a:rect l="0" t="0" r="0" b="0"/>
              <a:pathLst>
                <a:path w="92120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0978" y="260703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097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041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6985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7929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8873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49817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0761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1705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2650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3594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538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482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426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370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314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258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202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146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090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034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3978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4922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5866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6810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754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698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642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586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530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474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18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362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06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50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38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82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80026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970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914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858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802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746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690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634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578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522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466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410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355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299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3243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41870" y="262460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51311" y="2607036"/>
              <a:ext cx="923840" cy="925089"/>
            </a:xfrm>
            <a:custGeom>
              <a:avLst/>
              <a:gdLst/>
              <a:ahLst/>
              <a:cxnLst/>
              <a:rect l="0" t="0" r="0" b="0"/>
              <a:pathLst>
                <a:path w="923840" h="9250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400" y="92508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60751" y="2607036"/>
              <a:ext cx="918648" cy="918120"/>
            </a:xfrm>
            <a:custGeom>
              <a:avLst/>
              <a:gdLst/>
              <a:ahLst/>
              <a:cxnLst/>
              <a:rect l="0" t="0" r="0" b="0"/>
              <a:pathLst>
                <a:path w="918648" h="918120">
                  <a:moveTo>
                    <a:pt x="914399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399" y="91812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0978" y="260703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399" y="89890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0418" y="25894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041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6985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7929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8873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49817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0761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1705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2650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3594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538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482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426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370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314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258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202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146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090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034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3978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4922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5866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6810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754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698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642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586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530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474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18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362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06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50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38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82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80026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970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914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858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802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746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690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634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578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522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466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410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355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299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3243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4187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5131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60751" y="26070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70191" y="2589467"/>
              <a:ext cx="923840" cy="926834"/>
            </a:xfrm>
            <a:custGeom>
              <a:avLst/>
              <a:gdLst/>
              <a:ahLst/>
              <a:cxnLst/>
              <a:rect l="0" t="0" r="0" b="0"/>
              <a:pathLst>
                <a:path w="923840" h="92683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400" y="926834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9631" y="2589467"/>
              <a:ext cx="915385" cy="915753"/>
            </a:xfrm>
            <a:custGeom>
              <a:avLst/>
              <a:gdLst/>
              <a:ahLst/>
              <a:cxnLst/>
              <a:rect l="0" t="0" r="0" b="0"/>
              <a:pathLst>
                <a:path w="915385" h="915753">
                  <a:moveTo>
                    <a:pt x="914399" y="914399"/>
                  </a:moveTo>
                  <a:lnTo>
                    <a:pt x="915385" y="914399"/>
                  </a:lnTo>
                  <a:lnTo>
                    <a:pt x="914399" y="915753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92914" y="2589467"/>
              <a:ext cx="914400" cy="917155"/>
            </a:xfrm>
            <a:custGeom>
              <a:avLst/>
              <a:gdLst/>
              <a:ahLst/>
              <a:cxnLst/>
              <a:rect l="0" t="0" r="0" b="0"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92914" y="2589467"/>
              <a:ext cx="923840" cy="920148"/>
            </a:xfrm>
            <a:custGeom>
              <a:avLst/>
              <a:gdLst/>
              <a:ahLst/>
              <a:cxnLst/>
              <a:rect l="0" t="0" r="0" b="0"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102354" y="2589467"/>
              <a:ext cx="923840" cy="921728"/>
            </a:xfrm>
            <a:custGeom>
              <a:avLst/>
              <a:gdLst/>
              <a:ahLst/>
              <a:cxnLst/>
              <a:rect l="0" t="0" r="0" b="0"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11795" y="2589467"/>
              <a:ext cx="923840" cy="921938"/>
            </a:xfrm>
            <a:custGeom>
              <a:avLst/>
              <a:gdLst/>
              <a:ahLst/>
              <a:cxnLst/>
              <a:rect l="0" t="0" r="0" b="0"/>
              <a:pathLst>
                <a:path w="923840" h="921938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399" y="92172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21235" y="2589467"/>
              <a:ext cx="923840" cy="921713"/>
            </a:xfrm>
            <a:custGeom>
              <a:avLst/>
              <a:gdLst/>
              <a:ahLst/>
              <a:cxnLst/>
              <a:rect l="0" t="0" r="0" b="0"/>
              <a:pathLst>
                <a:path w="923840" h="921713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399" y="921713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30675" y="2589467"/>
              <a:ext cx="923840" cy="920308"/>
            </a:xfrm>
            <a:custGeom>
              <a:avLst/>
              <a:gdLst/>
              <a:ahLst/>
              <a:cxnLst/>
              <a:rect l="0" t="0" r="0" b="0"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40115" y="2589467"/>
              <a:ext cx="921116" cy="917389"/>
            </a:xfrm>
            <a:custGeom>
              <a:avLst/>
              <a:gdLst/>
              <a:ahLst/>
              <a:cxnLst/>
              <a:rect l="0" t="0" r="0" b="0"/>
              <a:pathLst>
                <a:path w="921116" h="917389">
                  <a:moveTo>
                    <a:pt x="914400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400" y="91738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0978" y="2571897"/>
              <a:ext cx="914399" cy="922216"/>
            </a:xfrm>
            <a:custGeom>
              <a:avLst/>
              <a:gdLst/>
              <a:ahLst/>
              <a:cxnLst/>
              <a:rect l="0" t="0" r="0" b="0"/>
              <a:pathLst>
                <a:path w="914399" h="922216">
                  <a:moveTo>
                    <a:pt x="914399" y="914400"/>
                  </a:moveTo>
                  <a:lnTo>
                    <a:pt x="914399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097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399" y="922216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041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6985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7929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8873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49817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0761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1705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2650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3594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538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482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426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370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314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258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202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146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090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034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3978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4922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5866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6810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754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698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642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586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530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474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18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362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06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50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38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82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80026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970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914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858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802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746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690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634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578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522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466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410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355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299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3243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4187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5131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6075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7019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9631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9071" y="2571897"/>
              <a:ext cx="923840" cy="927579"/>
            </a:xfrm>
            <a:custGeom>
              <a:avLst/>
              <a:gdLst/>
              <a:ahLst/>
              <a:cxnLst/>
              <a:rect l="0" t="0" r="0" b="0"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8512" y="2571897"/>
              <a:ext cx="923840" cy="928956"/>
            </a:xfrm>
            <a:custGeom>
              <a:avLst/>
              <a:gdLst/>
              <a:ahLst/>
              <a:cxnLst/>
              <a:rect l="0" t="0" r="0" b="0"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7952" y="2571897"/>
              <a:ext cx="923840" cy="930155"/>
            </a:xfrm>
            <a:custGeom>
              <a:avLst/>
              <a:gdLst/>
              <a:ahLst/>
              <a:cxnLst/>
              <a:rect l="0" t="0" r="0" b="0"/>
              <a:pathLst>
                <a:path w="923840" h="93015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400" y="928956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7392" y="2571897"/>
              <a:ext cx="923840" cy="930364"/>
            </a:xfrm>
            <a:custGeom>
              <a:avLst/>
              <a:gdLst/>
              <a:ahLst/>
              <a:cxnLst/>
              <a:rect l="0" t="0" r="0" b="0"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6832" y="2571897"/>
              <a:ext cx="923840" cy="930197"/>
            </a:xfrm>
            <a:custGeom>
              <a:avLst/>
              <a:gdLst/>
              <a:ahLst/>
              <a:cxnLst/>
              <a:rect l="0" t="0" r="0" b="0"/>
              <a:pathLst>
                <a:path w="923840" h="9301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400" y="930197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6273" y="2571897"/>
              <a:ext cx="923840" cy="928822"/>
            </a:xfrm>
            <a:custGeom>
              <a:avLst/>
              <a:gdLst/>
              <a:ahLst/>
              <a:cxnLst/>
              <a:rect l="0" t="0" r="0" b="0"/>
              <a:pathLst>
                <a:path w="923840" h="92882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399" y="928822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5713" y="2571897"/>
              <a:ext cx="923840" cy="926015"/>
            </a:xfrm>
            <a:custGeom>
              <a:avLst/>
              <a:gdLst/>
              <a:ahLst/>
              <a:cxnLst/>
              <a:rect l="0" t="0" r="0" b="0"/>
              <a:pathLst>
                <a:path w="923840" h="926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399" y="926015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55153" y="2571897"/>
              <a:ext cx="923840" cy="922919"/>
            </a:xfrm>
            <a:custGeom>
              <a:avLst/>
              <a:gdLst/>
              <a:ahLst/>
              <a:cxnLst/>
              <a:rect l="0" t="0" r="0" b="0"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64593" y="2571897"/>
              <a:ext cx="923840" cy="923986"/>
            </a:xfrm>
            <a:custGeom>
              <a:avLst/>
              <a:gdLst/>
              <a:ahLst/>
              <a:cxnLst/>
              <a:rect l="0" t="0" r="0" b="0"/>
              <a:pathLst>
                <a:path w="923840" h="9239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400" y="919832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74034" y="2571897"/>
              <a:ext cx="923840" cy="930134"/>
            </a:xfrm>
            <a:custGeom>
              <a:avLst/>
              <a:gdLst/>
              <a:ahLst/>
              <a:cxnLst/>
              <a:rect l="0" t="0" r="0" b="0"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8347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9291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10235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1179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2123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3067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40115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9556" y="2571897"/>
              <a:ext cx="923840" cy="930435"/>
            </a:xfrm>
            <a:custGeom>
              <a:avLst/>
              <a:gdLst/>
              <a:ahLst/>
              <a:cxnLst/>
              <a:rect l="0" t="0" r="0" b="0"/>
              <a:pathLst>
                <a:path w="923840" h="93043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399" y="93043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8996" y="2571897"/>
              <a:ext cx="923840" cy="924306"/>
            </a:xfrm>
            <a:custGeom>
              <a:avLst/>
              <a:gdLst/>
              <a:ahLst/>
              <a:cxnLst/>
              <a:rect l="0" t="0" r="0" b="0"/>
              <a:pathLst>
                <a:path w="923840" h="92430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399" y="924306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8436" y="2571897"/>
              <a:ext cx="917010" cy="916602"/>
            </a:xfrm>
            <a:custGeom>
              <a:avLst/>
              <a:gdLst/>
              <a:ahLst/>
              <a:cxnLst/>
              <a:rect l="0" t="0" r="0" b="0"/>
              <a:pathLst>
                <a:path w="917010" h="916602">
                  <a:moveTo>
                    <a:pt x="914399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399" y="916602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1538" y="2554327"/>
              <a:ext cx="914400" cy="921219"/>
            </a:xfrm>
            <a:custGeom>
              <a:avLst/>
              <a:gdLst/>
              <a:ahLst/>
              <a:cxnLst/>
              <a:rect l="0" t="0" r="0" b="0"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153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097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041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6985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7929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8873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49817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0761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1705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2650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3594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538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482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426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370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314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258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202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146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090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034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3978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4922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5866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6810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754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698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642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586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530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474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18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362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06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50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38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82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80026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970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914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858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802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746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690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634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578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522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466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410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355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299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3243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4187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5131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6075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7019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963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907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851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795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739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683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627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571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5515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6459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7403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8347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9291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10235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1179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2123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3067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4011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955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899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8436" y="257189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7876" y="2554327"/>
              <a:ext cx="923840" cy="926213"/>
            </a:xfrm>
            <a:custGeom>
              <a:avLst/>
              <a:gdLst/>
              <a:ahLst/>
              <a:cxnLst/>
              <a:rect l="0" t="0" r="0" b="0"/>
              <a:pathLst>
                <a:path w="923840" h="9262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399" y="926213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87316" y="2554327"/>
              <a:ext cx="917736" cy="917796"/>
            </a:xfrm>
            <a:custGeom>
              <a:avLst/>
              <a:gdLst/>
              <a:ahLst/>
              <a:cxnLst/>
              <a:rect l="0" t="0" r="0" b="0"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2097" y="2536757"/>
              <a:ext cx="914399" cy="920281"/>
            </a:xfrm>
            <a:custGeom>
              <a:avLst/>
              <a:gdLst/>
              <a:ahLst/>
              <a:cxnLst/>
              <a:rect l="0" t="0" r="0" b="0"/>
              <a:pathLst>
                <a:path w="914399" h="920281">
                  <a:moveTo>
                    <a:pt x="914399" y="914399"/>
                  </a:moveTo>
                  <a:lnTo>
                    <a:pt x="914399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209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399" y="920281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153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097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041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6985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7929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8873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49817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0761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1705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2650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3594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538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482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426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370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314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258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202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146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090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034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3978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4922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5866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6810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754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698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642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586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530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474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18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362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06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50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38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82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80026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970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914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858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802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746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690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634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578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522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466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410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355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299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3243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4187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5131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6075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7019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963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907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851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795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739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683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627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571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5515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6459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7403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8347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9291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10235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1179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2123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3067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4011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955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899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843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787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87316" y="255432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96757" y="2536757"/>
              <a:ext cx="922485" cy="925003"/>
            </a:xfrm>
            <a:custGeom>
              <a:avLst/>
              <a:gdLst/>
              <a:ahLst/>
              <a:cxnLst/>
              <a:rect l="0" t="0" r="0" b="0"/>
              <a:pathLst>
                <a:path w="922485" h="925003">
                  <a:moveTo>
                    <a:pt x="914400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400" y="925003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2657" y="2519187"/>
              <a:ext cx="914400" cy="919217"/>
            </a:xfrm>
            <a:custGeom>
              <a:avLst/>
              <a:gdLst/>
              <a:ahLst/>
              <a:cxnLst/>
              <a:rect l="0" t="0" r="0" b="0"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265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209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153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097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041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6985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7929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8873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49817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0761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1705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2650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3594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538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482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426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370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314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258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202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146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090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034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3978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4922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5866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6810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754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698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642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586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530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474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18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362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06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50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38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82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80026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970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914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858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802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746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690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634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578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522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466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410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355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299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3243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4187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5131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6075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7019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963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907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851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795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739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683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627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571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5515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6459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7403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8347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9291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10235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1179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2123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3067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4011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955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899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843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787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8731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96757" y="253675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206197" y="2519187"/>
              <a:ext cx="923840" cy="930145"/>
            </a:xfrm>
            <a:custGeom>
              <a:avLst/>
              <a:gdLst/>
              <a:ahLst/>
              <a:cxnLst/>
              <a:rect l="0" t="0" r="0" b="0"/>
              <a:pathLst>
                <a:path w="923840" h="93014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399" y="930145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15637" y="2519187"/>
              <a:ext cx="916518" cy="917415"/>
            </a:xfrm>
            <a:custGeom>
              <a:avLst/>
              <a:gdLst/>
              <a:ahLst/>
              <a:cxnLst/>
              <a:rect l="0" t="0" r="0" b="0"/>
              <a:pathLst>
                <a:path w="916518" h="917415">
                  <a:moveTo>
                    <a:pt x="914399" y="914400"/>
                  </a:moveTo>
                  <a:lnTo>
                    <a:pt x="916518" y="914400"/>
                  </a:lnTo>
                  <a:lnTo>
                    <a:pt x="914399" y="917415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3217" y="2501618"/>
              <a:ext cx="914399" cy="914794"/>
            </a:xfrm>
            <a:custGeom>
              <a:avLst/>
              <a:gdLst/>
              <a:ahLst/>
              <a:cxnLst/>
              <a:rect l="0" t="0" r="0" b="0"/>
              <a:pathLst>
                <a:path w="914399" h="914794">
                  <a:moveTo>
                    <a:pt x="914399" y="914400"/>
                  </a:moveTo>
                  <a:lnTo>
                    <a:pt x="914399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321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399" y="914794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265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20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153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097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041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6985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7929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8873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49817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0761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1705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2650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3594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538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482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426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370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314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258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202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146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090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034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3978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4922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5866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6810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754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698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642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586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530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474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18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362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06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50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38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82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80026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970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914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858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802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746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690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634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578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522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466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410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355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299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3243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4187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5131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6075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7019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963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907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851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795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739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683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627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571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5515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6459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7403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8347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9291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10235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1179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2123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3067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4011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955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899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843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787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8731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9675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2061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15637" y="25191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25077" y="2501618"/>
              <a:ext cx="917929" cy="920691"/>
            </a:xfrm>
            <a:custGeom>
              <a:avLst/>
              <a:gdLst/>
              <a:ahLst/>
              <a:cxnLst/>
              <a:rect l="0" t="0" r="0" b="0"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3217" y="2484048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321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265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20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153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097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041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6985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7929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8873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49817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0761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1705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2650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3594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538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482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426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370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314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258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202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146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090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034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3978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4922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5866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6810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754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698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642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586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530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474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18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362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06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50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38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82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80026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970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914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858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802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746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690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634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578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522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466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410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355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299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3243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4187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5131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6075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7019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963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907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851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795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739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683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627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571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5515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6459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7403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8347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9291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10235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1179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2123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3067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4011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955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899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843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787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8731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9675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2061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1563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25077" y="250161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34518" y="2484048"/>
              <a:ext cx="917010" cy="920212"/>
            </a:xfrm>
            <a:custGeom>
              <a:avLst/>
              <a:gdLst/>
              <a:ahLst/>
              <a:cxnLst/>
              <a:rect l="0" t="0" r="0" b="0"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03777" y="2466478"/>
              <a:ext cx="914400" cy="926054"/>
            </a:xfrm>
            <a:custGeom>
              <a:avLst/>
              <a:gdLst/>
              <a:ahLst/>
              <a:cxnLst/>
              <a:rect l="0" t="0" r="0" b="0"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037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321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265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20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153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097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041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6985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7929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8873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49817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0761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1705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2650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3594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538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482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426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370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314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258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202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146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090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034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3978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4922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5866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6810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754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698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642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586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530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474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18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362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06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50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38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82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80026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970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914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858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802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746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690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634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578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522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466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410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355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299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3243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4187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5131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6075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7019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963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907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851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795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739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683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627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571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5515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6459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7403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8347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9291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10235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1179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2123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3067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4011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955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899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843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787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8731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9675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2061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1563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250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34518" y="2484048"/>
              <a:ext cx="923826" cy="914400"/>
            </a:xfrm>
            <a:custGeom>
              <a:avLst/>
              <a:gdLst/>
              <a:ahLst/>
              <a:cxnLst/>
              <a:rect l="0" t="0" r="0" b="0"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394336" y="2448908"/>
              <a:ext cx="914399" cy="923967"/>
            </a:xfrm>
            <a:custGeom>
              <a:avLst/>
              <a:gdLst/>
              <a:ahLst/>
              <a:cxnLst/>
              <a:rect l="0" t="0" r="0" b="0"/>
              <a:pathLst>
                <a:path w="914399" h="923967">
                  <a:moveTo>
                    <a:pt x="914399" y="914400"/>
                  </a:moveTo>
                  <a:lnTo>
                    <a:pt x="914399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3943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399" y="923967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037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321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265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20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153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097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041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6985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7929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8873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49817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0761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1705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2650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3594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538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482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426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370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314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258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202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146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090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034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3978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4922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5866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6810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754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698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642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586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530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474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18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362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06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50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38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82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80026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970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914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858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802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746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690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634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578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522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466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410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355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299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3243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4187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5131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6075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7019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963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907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851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795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739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683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627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571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5515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6459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7403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8347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9291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10235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1179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2123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3067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4011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955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899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84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787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8731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9675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2061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1563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250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34518" y="2466478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43958" y="2448908"/>
              <a:ext cx="919955" cy="931930"/>
            </a:xfrm>
            <a:custGeom>
              <a:avLst/>
              <a:gdLst/>
              <a:ahLst/>
              <a:cxnLst/>
              <a:rect l="0" t="0" r="0" b="0"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84896" y="2431338"/>
              <a:ext cx="914400" cy="915506"/>
            </a:xfrm>
            <a:custGeom>
              <a:avLst/>
              <a:gdLst/>
              <a:ahLst/>
              <a:cxnLst/>
              <a:rect l="0" t="0" r="0" b="0"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848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3943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037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321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265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20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153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097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041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6985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7929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8873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49817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0761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1705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2650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3594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538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482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426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370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314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258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202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146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090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034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3978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4922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5866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6810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6984" y="244890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400" y="89769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6424" y="243133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642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586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530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474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18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362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06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50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38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82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80026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970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914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858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802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746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690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634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578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522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466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410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355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299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3243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4187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5131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6075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7019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963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907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851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795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739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683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627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571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5515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6459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7403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8347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9291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10235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1179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2123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3067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4011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955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89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84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787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8731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9675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2061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1563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250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3451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43958" y="244890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53398" y="2431338"/>
              <a:ext cx="915711" cy="918830"/>
            </a:xfrm>
            <a:custGeom>
              <a:avLst/>
              <a:gdLst/>
              <a:ahLst/>
              <a:cxnLst/>
              <a:rect l="0" t="0" r="0" b="0"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84896" y="24137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848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3943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037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321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265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209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153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097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041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698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7929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8873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49817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0761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1705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2650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3594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538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482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426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370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314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258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202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146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090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034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3978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4922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5866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7544" y="243133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399" y="90034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7544" y="2431338"/>
              <a:ext cx="918140" cy="914400"/>
            </a:xfrm>
            <a:custGeom>
              <a:avLst/>
              <a:gdLst/>
              <a:ahLst/>
              <a:cxnLst/>
              <a:rect l="0" t="0" r="0" b="0"/>
              <a:pathLst>
                <a:path w="918140" h="914400">
                  <a:moveTo>
                    <a:pt x="914399" y="914400"/>
                  </a:moveTo>
                  <a:lnTo>
                    <a:pt x="914399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6424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5864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5305" y="241376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530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474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18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362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06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50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38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82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80026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970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914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858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802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746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690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634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578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522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466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410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355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299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3243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4187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5131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6075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7019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963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907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851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795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739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683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627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571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5515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6459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7403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8347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9291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10235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1179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2123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3067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4011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955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89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84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787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8731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9675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20619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1563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250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3451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439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53398" y="2431338"/>
              <a:ext cx="920922" cy="914400"/>
            </a:xfrm>
            <a:custGeom>
              <a:avLst/>
              <a:gdLst/>
              <a:ahLst/>
              <a:cxnLst/>
              <a:rect l="0" t="0" r="0" b="0"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84896" y="23961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848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3943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037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321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265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209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153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097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041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698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7929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8873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49817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0761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1705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2650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3594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538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482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426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370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314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258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202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146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090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034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3978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4922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5866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68103" y="2413769"/>
              <a:ext cx="922806" cy="914400"/>
            </a:xfrm>
            <a:custGeom>
              <a:avLst/>
              <a:gdLst/>
              <a:ahLst/>
              <a:cxnLst/>
              <a:rect l="0" t="0" r="0" b="0"/>
              <a:pathLst>
                <a:path w="92280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5305" y="239619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530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474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18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362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06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50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38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82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80026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970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914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858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802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746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690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634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578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522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466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410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355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299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3243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4187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5131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6075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7019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963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907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851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795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739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683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627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571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5515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6459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7403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8347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9291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10235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1179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2123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3067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4011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955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89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84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787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8731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9675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20619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1563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250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3451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439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53398" y="241376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62838" y="2396199"/>
              <a:ext cx="916707" cy="922154"/>
            </a:xfrm>
            <a:custGeom>
              <a:avLst/>
              <a:gdLst/>
              <a:ahLst/>
              <a:cxnLst/>
              <a:rect l="0" t="0" r="0" b="0"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75456" y="2378629"/>
              <a:ext cx="914399" cy="928331"/>
            </a:xfrm>
            <a:custGeom>
              <a:avLst/>
              <a:gdLst/>
              <a:ahLst/>
              <a:cxnLst/>
              <a:rect l="0" t="0" r="0" b="0"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7545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848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39433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0377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321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265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209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153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097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041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698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7929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8873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49817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0761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1705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2650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3594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538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482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426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370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314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258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202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146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090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034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3978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4922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68103" y="23961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400" y="904355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68103" y="2396199"/>
              <a:ext cx="917597" cy="914400"/>
            </a:xfrm>
            <a:custGeom>
              <a:avLst/>
              <a:gdLst/>
              <a:ahLst/>
              <a:cxnLst/>
              <a:rect l="0" t="0" r="0" b="0"/>
              <a:pathLst>
                <a:path w="917597" h="914400">
                  <a:moveTo>
                    <a:pt x="914400" y="914400"/>
                  </a:moveTo>
                  <a:lnTo>
                    <a:pt x="914400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5305" y="239619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399" y="898940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4745" y="237862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474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18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362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06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50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38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82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80026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970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914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858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802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746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690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634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578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522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466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410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355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299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3243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4187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5131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6075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7019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963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907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851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795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739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683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627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571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5515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6459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7403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8347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9291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10235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1179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2123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3067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4011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955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89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843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787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8731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9675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20619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1563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2507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3451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439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5339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62838" y="2396199"/>
              <a:ext cx="921947" cy="914400"/>
            </a:xfrm>
            <a:custGeom>
              <a:avLst/>
              <a:gdLst/>
              <a:ahLst/>
              <a:cxnLst/>
              <a:rect l="0" t="0" r="0" b="0"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75456" y="236105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7545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848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39433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0377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321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265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209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153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097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041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698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7929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8873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49817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0761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1705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2650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3594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538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482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426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370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314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258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202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146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090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034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3978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4922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58663" y="2378629"/>
              <a:ext cx="921192" cy="914400"/>
            </a:xfrm>
            <a:custGeom>
              <a:avLst/>
              <a:gdLst/>
              <a:ahLst/>
              <a:cxnLst/>
              <a:rect l="0" t="0" r="0" b="0"/>
              <a:pathLst>
                <a:path w="92119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4745" y="236105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474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18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362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06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50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38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82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80026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970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914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858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802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746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690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634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578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522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466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410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355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299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3243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4187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5131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6075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7019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963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907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851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795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739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683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627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571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5515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6459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7403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8347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9291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10235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1179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2123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3067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4011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955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89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843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787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8731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9675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20619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1563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2507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3451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439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5339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62838" y="237862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72279" y="2361059"/>
              <a:ext cx="919260" cy="925636"/>
            </a:xfrm>
            <a:custGeom>
              <a:avLst/>
              <a:gdLst/>
              <a:ahLst/>
              <a:cxnLst/>
              <a:rect l="0" t="0" r="0" b="0"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75456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7545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848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39433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0377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321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265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209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15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097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041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698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7929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8873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49817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0761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1705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2650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3594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538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482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426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370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314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258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202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146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090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034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3978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4922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58663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68103" y="2343490"/>
              <a:ext cx="915451" cy="918106"/>
            </a:xfrm>
            <a:custGeom>
              <a:avLst/>
              <a:gdLst/>
              <a:ahLst/>
              <a:cxnLst/>
              <a:rect l="0" t="0" r="0" b="0"/>
              <a:pathLst>
                <a:path w="915451" h="918106">
                  <a:moveTo>
                    <a:pt x="914400" y="914399"/>
                  </a:moveTo>
                  <a:lnTo>
                    <a:pt x="915451" y="914399"/>
                  </a:lnTo>
                  <a:lnTo>
                    <a:pt x="914400" y="918106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4745" y="236105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185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18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362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06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50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38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82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80026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970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914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858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802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746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690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634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578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522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466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410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355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299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3243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4187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5131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6075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7019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963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907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851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795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739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683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627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571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5515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6459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7403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8347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9291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10235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1179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2123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3067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4011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955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89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843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787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8731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9675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20619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1563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2507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3451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439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5339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628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72279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81719" y="2343490"/>
              <a:ext cx="920295" cy="924281"/>
            </a:xfrm>
            <a:custGeom>
              <a:avLst/>
              <a:gdLst/>
              <a:ahLst/>
              <a:cxnLst/>
              <a:rect l="0" t="0" r="0" b="0"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75456" y="232592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7545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848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3943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0377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321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265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209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15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097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041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6985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7929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8873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49817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0761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1705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2650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3594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538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482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426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370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314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258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202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146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090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034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3978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4922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5866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68103" y="2343490"/>
              <a:ext cx="919639" cy="914399"/>
            </a:xfrm>
            <a:custGeom>
              <a:avLst/>
              <a:gdLst/>
              <a:ahLst/>
              <a:cxnLst/>
              <a:rect l="0" t="0" r="0" b="0"/>
              <a:pathLst>
                <a:path w="91963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185" y="2343490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399" y="905864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3625" y="232592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362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06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50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38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82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80026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970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914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858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802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746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690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634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578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522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466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410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355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299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3243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4187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5131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6075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7019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963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907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851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795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739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683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627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571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5515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6459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7403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8347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9291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10235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1179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2123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3067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4011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955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89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84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787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8731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9675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20619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1563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2507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3451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4395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5339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628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7227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81719" y="2343490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91159" y="2325920"/>
              <a:ext cx="920769" cy="926033"/>
            </a:xfrm>
            <a:custGeom>
              <a:avLst/>
              <a:gdLst/>
              <a:ahLst/>
              <a:cxnLst/>
              <a:rect l="0" t="0" r="0" b="0"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75456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7545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848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3943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0377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321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265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209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15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097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041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6985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7929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8873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49817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076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1705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2650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3594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538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482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426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370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314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258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202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146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090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034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3978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4922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5866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68103" y="2325920"/>
              <a:ext cx="922879" cy="914400"/>
            </a:xfrm>
            <a:custGeom>
              <a:avLst/>
              <a:gdLst/>
              <a:ahLst/>
              <a:cxnLst/>
              <a:rect l="0" t="0" r="0" b="0"/>
              <a:pathLst>
                <a:path w="92287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3625" y="23259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400" y="90478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065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06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50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38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82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80026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970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914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858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802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746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690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634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578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522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466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410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355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299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3243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4187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5131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6075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7019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963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907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851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795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739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683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627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571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5515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6459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7403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8347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9291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10235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1179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2123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3067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4011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955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89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84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787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8731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9675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20619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1563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2507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3451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4395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5339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628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7227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817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91159" y="232592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300599" y="2308350"/>
              <a:ext cx="919361" cy="925702"/>
            </a:xfrm>
            <a:custGeom>
              <a:avLst/>
              <a:gdLst/>
              <a:ahLst/>
              <a:cxnLst/>
              <a:rect l="0" t="0" r="0" b="0"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75456" y="229078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7545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848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3943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0377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321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265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209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153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097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041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6985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7929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8873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49817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076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170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2650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3594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538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482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426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370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314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258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202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146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090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034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3978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4922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5866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68103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7544" y="2290780"/>
              <a:ext cx="915794" cy="925599"/>
            </a:xfrm>
            <a:custGeom>
              <a:avLst/>
              <a:gdLst/>
              <a:ahLst/>
              <a:cxnLst/>
              <a:rect l="0" t="0" r="0" b="0"/>
              <a:pathLst>
                <a:path w="915794" h="925599">
                  <a:moveTo>
                    <a:pt x="914399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399" y="92559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065" y="230835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399" y="90752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506" y="229078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50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38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82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80026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970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914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858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802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746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690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634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578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522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466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410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355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299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3243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4187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5131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6075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7019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963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907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851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795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739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683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627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571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5515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6459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7403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8347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9291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10235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1179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2123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3067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4011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955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89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84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787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8731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9675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20619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1563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2507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3451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4395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5339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6283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7227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817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911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300599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310040" y="2290780"/>
              <a:ext cx="916367" cy="920236"/>
            </a:xfrm>
            <a:custGeom>
              <a:avLst/>
              <a:gdLst/>
              <a:ahLst/>
              <a:cxnLst/>
              <a:rect l="0" t="0" r="0" b="0"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75456" y="227321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7545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848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3943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0377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321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265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209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153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097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041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6985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792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8873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49817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0761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170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2650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3594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538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482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426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370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314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258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202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146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090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034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3978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4922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5866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6810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7544" y="2290780"/>
              <a:ext cx="917272" cy="914400"/>
            </a:xfrm>
            <a:custGeom>
              <a:avLst/>
              <a:gdLst/>
              <a:ahLst/>
              <a:cxnLst/>
              <a:rect l="0" t="0" r="0" b="0"/>
              <a:pathLst>
                <a:path w="91727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506" y="229078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29078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399" y="901811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386" y="22732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38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82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80026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970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914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858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802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746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690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634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578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522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466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410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355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299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3243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4187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5131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6075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7019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963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907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851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795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739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683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627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571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5515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6459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7403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8347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9291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10235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1179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2123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3067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4011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955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89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84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787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8731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9675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20619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1563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2507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3451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4395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5339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6283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7227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8171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911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3005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310040" y="2290780"/>
              <a:ext cx="922002" cy="914400"/>
            </a:xfrm>
            <a:custGeom>
              <a:avLst/>
              <a:gdLst/>
              <a:ahLst/>
              <a:cxnLst/>
              <a:rect l="0" t="0" r="0" b="0"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75456" y="22732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84896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848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3943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0377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321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265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209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153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097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041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6985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7929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8873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49817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0761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1705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2650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3594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538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482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426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370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314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258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202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146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090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034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3978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4922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5866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6810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7544" y="2273210"/>
              <a:ext cx="918001" cy="914400"/>
            </a:xfrm>
            <a:custGeom>
              <a:avLst/>
              <a:gdLst/>
              <a:ahLst/>
              <a:cxnLst/>
              <a:rect l="0" t="0" r="0" b="0"/>
              <a:pathLst>
                <a:path w="91800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386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400" y="908197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826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800267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80026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970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914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858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802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746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690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634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578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522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466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410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355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299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3243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4187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5131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6075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7019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963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907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851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795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739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683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627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571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5515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6459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7403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8347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9291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10235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1179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2123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3067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4011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955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89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84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787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8731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9675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20619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1563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2507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3451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4395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5339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6283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7227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8171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9115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30059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310040" y="22732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19480" y="2255641"/>
              <a:ext cx="918189" cy="926250"/>
            </a:xfrm>
            <a:custGeom>
              <a:avLst/>
              <a:gdLst/>
              <a:ahLst/>
              <a:cxnLst/>
              <a:rect l="0" t="0" r="0" b="0"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84896" y="223807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848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3943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0377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321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265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209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153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097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041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6985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7929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8873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49817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0761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1705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2650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3594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538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482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426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370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314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258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202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146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090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034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3978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4922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5866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6810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7544" y="2255641"/>
              <a:ext cx="918048" cy="914400"/>
            </a:xfrm>
            <a:custGeom>
              <a:avLst/>
              <a:gdLst/>
              <a:ahLst/>
              <a:cxnLst/>
              <a:rect l="0" t="0" r="0" b="0"/>
              <a:pathLst>
                <a:path w="91804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800267" y="2255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9707" y="223807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970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914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858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802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746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690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634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578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522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466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410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355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299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3243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4187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5131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6075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7019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963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907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851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795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739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683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627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571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5515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6459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7403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8347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9291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10235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1179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2123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3067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4011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955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89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84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787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8731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9675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20619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1563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2507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3451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4395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5339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6283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7227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8171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9115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30059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31004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19480" y="2255641"/>
              <a:ext cx="923318" cy="914400"/>
            </a:xfrm>
            <a:custGeom>
              <a:avLst/>
              <a:gdLst/>
              <a:ahLst/>
              <a:cxnLst/>
              <a:rect l="0" t="0" r="0" b="0"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75456" y="2220501"/>
              <a:ext cx="914399" cy="915010"/>
            </a:xfrm>
            <a:custGeom>
              <a:avLst/>
              <a:gdLst/>
              <a:ahLst/>
              <a:cxnLst/>
              <a:rect l="0" t="0" r="0" b="0"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7545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848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3943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0377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321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265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209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153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097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041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6985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7929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8873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49817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0761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1705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2650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3594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538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482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426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370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314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258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202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146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090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034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3978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4922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5866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6810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7544" y="2238071"/>
              <a:ext cx="917880" cy="914400"/>
            </a:xfrm>
            <a:custGeom>
              <a:avLst/>
              <a:gdLst/>
              <a:ahLst/>
              <a:cxnLst/>
              <a:rect l="0" t="0" r="0" b="0"/>
              <a:pathLst>
                <a:path w="91788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9707" y="223807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3633" y="914400"/>
                  </a:lnTo>
                  <a:lnTo>
                    <a:pt x="914399" y="913694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9147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8587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8028" y="222050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802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746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690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634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578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522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466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410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355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299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3243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4187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5131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6075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7019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963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907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851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795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739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683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627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571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5515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6459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7403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8347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9291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10235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1179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2123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3067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4011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955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89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84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787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8731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9675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20619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1563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2507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3451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4395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5339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6283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7227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8171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9115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30059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31004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19480" y="223807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28920" y="2220501"/>
              <a:ext cx="918047" cy="930005"/>
            </a:xfrm>
            <a:custGeom>
              <a:avLst/>
              <a:gdLst/>
              <a:ahLst/>
              <a:cxnLst/>
              <a:rect l="0" t="0" r="0" b="0"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75456" y="220293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7545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848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3943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0377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321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265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209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153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097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041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6985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7929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8873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49817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0761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1705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2650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3594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538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482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426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370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314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258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202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146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090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034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3978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4922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5866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6810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7544" y="2220501"/>
              <a:ext cx="917008" cy="914400"/>
            </a:xfrm>
            <a:custGeom>
              <a:avLst/>
              <a:gdLst/>
              <a:ahLst/>
              <a:cxnLst/>
              <a:rect l="0" t="0" r="0" b="0"/>
              <a:pathLst>
                <a:path w="91700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8028" y="222050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400" y="909215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7468" y="222050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399" y="897187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6908" y="220293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690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634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578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522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466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410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355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299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3243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4187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5131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6075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7019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963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907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851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795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739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683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627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571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5515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6459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7403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8347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9291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10235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1179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2123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3067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4011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955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89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84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787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8731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9675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20619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1563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2507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3451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4395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5339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6283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7227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8171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9115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30059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31004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1948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28920" y="2220501"/>
              <a:ext cx="922016" cy="914400"/>
            </a:xfrm>
            <a:custGeom>
              <a:avLst/>
              <a:gdLst/>
              <a:ahLst/>
              <a:cxnLst/>
              <a:rect l="0" t="0" r="0" b="0"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66016" y="2185361"/>
              <a:ext cx="914400" cy="929190"/>
            </a:xfrm>
            <a:custGeom>
              <a:avLst/>
              <a:gdLst/>
              <a:ahLst/>
              <a:cxnLst/>
              <a:rect l="0" t="0" r="0" b="0"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6601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7545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848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3943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0377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321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265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209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153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097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041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6985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7929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8873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49817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0761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1705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2650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3594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538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482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426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370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314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258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202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146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090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034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3978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4922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5866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7544" y="220293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399" y="907454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7544" y="2202931"/>
              <a:ext cx="915315" cy="914400"/>
            </a:xfrm>
            <a:custGeom>
              <a:avLst/>
              <a:gdLst/>
              <a:ahLst/>
              <a:cxnLst/>
              <a:rect l="0" t="0" r="0" b="0"/>
              <a:pathLst>
                <a:path w="915315" h="914400">
                  <a:moveTo>
                    <a:pt x="914399" y="914400"/>
                  </a:moveTo>
                  <a:lnTo>
                    <a:pt x="914399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6908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6348" y="220293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399" y="897362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5789" y="21853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578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522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466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410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355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299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3243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4187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5131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6075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7019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963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907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851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795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739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683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627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571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5515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6459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7403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8347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9291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10235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1179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2123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3067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4011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955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89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84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787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8731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9675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20619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1563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2507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3451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4395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5339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6283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7227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8171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9115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30059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31004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1948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28920" y="220293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38360" y="2185361"/>
              <a:ext cx="916838" cy="923915"/>
            </a:xfrm>
            <a:custGeom>
              <a:avLst/>
              <a:gdLst/>
              <a:ahLst/>
              <a:cxnLst/>
              <a:rect l="0" t="0" r="0" b="0"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56575" y="2167792"/>
              <a:ext cx="914399" cy="925876"/>
            </a:xfrm>
            <a:custGeom>
              <a:avLst/>
              <a:gdLst/>
              <a:ahLst/>
              <a:cxnLst/>
              <a:rect l="0" t="0" r="0" b="0"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565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6601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7545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848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3943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0377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321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265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209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153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097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041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6985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7929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8873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49817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0761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1705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2650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3594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538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482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426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370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314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258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202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146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090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034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3978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4922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5866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68103" y="2185361"/>
              <a:ext cx="922198" cy="914400"/>
            </a:xfrm>
            <a:custGeom>
              <a:avLst/>
              <a:gdLst/>
              <a:ahLst/>
              <a:cxnLst/>
              <a:rect l="0" t="0" r="0" b="0"/>
              <a:pathLst>
                <a:path w="92219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5789" y="218536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400" y="907761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5229" y="218536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399" y="901375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4669" y="216779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466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410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355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299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3243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4187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5131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6075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7019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963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907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851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795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739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683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627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571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5515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6459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7403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8347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9291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10235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1179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2123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306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4011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955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89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84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787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8731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9675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20619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1563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2507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3451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4395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5339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6283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7227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8171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9115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30059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31004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1948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2892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38360" y="2185361"/>
              <a:ext cx="921538" cy="914400"/>
            </a:xfrm>
            <a:custGeom>
              <a:avLst/>
              <a:gdLst/>
              <a:ahLst/>
              <a:cxnLst/>
              <a:rect l="0" t="0" r="0" b="0"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47135" y="2150222"/>
              <a:ext cx="914400" cy="922636"/>
            </a:xfrm>
            <a:custGeom>
              <a:avLst/>
              <a:gdLst/>
              <a:ahLst/>
              <a:cxnLst/>
              <a:rect l="0" t="0" r="0" b="0"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471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565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6601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7545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848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3943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0377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321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265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209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153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097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041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6985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7929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8873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49817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0761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1705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2650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3594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538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482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426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370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314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258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202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146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090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034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3978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4922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5866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68103" y="2167792"/>
              <a:ext cx="918990" cy="914400"/>
            </a:xfrm>
            <a:custGeom>
              <a:avLst/>
              <a:gdLst/>
              <a:ahLst/>
              <a:cxnLst/>
              <a:rect l="0" t="0" r="0" b="0"/>
              <a:pathLst>
                <a:path w="9189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4669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5" y="914400"/>
                  </a:lnTo>
                  <a:lnTo>
                    <a:pt x="914400" y="914172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4109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399" y="910937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3550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2990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399" y="908543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32430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41870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399" y="90718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5131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400" y="906517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60751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399" y="905856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7019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400" y="905411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9631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399" y="906031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907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851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795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400" y="909987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739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683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400" y="908152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627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399" y="905075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571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399" y="90264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5515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6459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400" y="90117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7403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83474" y="215022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8347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9291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10235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1179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212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306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4011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955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89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84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787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8731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9675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20619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1563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2507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3451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4395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5339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6283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7227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8171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9115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30059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31004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1948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2892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38360" y="216779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47801" y="2150222"/>
              <a:ext cx="916811" cy="923381"/>
            </a:xfrm>
            <a:custGeom>
              <a:avLst/>
              <a:gdLst/>
              <a:ahLst/>
              <a:cxnLst/>
              <a:rect l="0" t="0" r="0" b="0"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37695" y="2132652"/>
              <a:ext cx="914399" cy="919470"/>
            </a:xfrm>
            <a:custGeom>
              <a:avLst/>
              <a:gdLst/>
              <a:ahLst/>
              <a:cxnLst/>
              <a:rect l="0" t="0" r="0" b="0"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3769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471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565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6601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7545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848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39433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0377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321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265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209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153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097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041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6985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7929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8873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49817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0761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1705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2650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3594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538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482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426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370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314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258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202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146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090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034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3978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4922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68103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400" y="90764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68103" y="2150222"/>
              <a:ext cx="915676" cy="914400"/>
            </a:xfrm>
            <a:custGeom>
              <a:avLst/>
              <a:gdLst/>
              <a:ahLst/>
              <a:cxnLst/>
              <a:rect l="0" t="0" r="0" b="0"/>
              <a:pathLst>
                <a:path w="915676" h="914400">
                  <a:moveTo>
                    <a:pt x="914400" y="914400"/>
                  </a:moveTo>
                  <a:lnTo>
                    <a:pt x="914400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83474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92914" y="213265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9291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10235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1179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212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306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4011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955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89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843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787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8731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9675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20619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1563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2507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3451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4395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5339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6283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7227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8171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9115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30059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31004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1948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2892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3836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47801" y="2150222"/>
              <a:ext cx="921032" cy="914400"/>
            </a:xfrm>
            <a:custGeom>
              <a:avLst/>
              <a:gdLst/>
              <a:ahLst/>
              <a:cxnLst/>
              <a:rect l="0" t="0" r="0" b="0"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37695" y="211508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3769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471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565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6601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7545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848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39433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0377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321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265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209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153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097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041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6985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7929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8873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49817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0761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1705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2650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3594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538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482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426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370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314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258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202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146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090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034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3978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4922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58663" y="2132652"/>
              <a:ext cx="921629" cy="914400"/>
            </a:xfrm>
            <a:custGeom>
              <a:avLst/>
              <a:gdLst/>
              <a:ahLst/>
              <a:cxnLst/>
              <a:rect l="0" t="0" r="0" b="0"/>
              <a:pathLst>
                <a:path w="92162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92914" y="211508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9291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10235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1179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212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306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4011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955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89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843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787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8731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9675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20619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1563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2507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3451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4395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5339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6283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7227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8171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9115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30059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31004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1948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2892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3836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47801" y="213265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57241" y="2115082"/>
              <a:ext cx="914879" cy="917505"/>
            </a:xfrm>
            <a:custGeom>
              <a:avLst/>
              <a:gdLst/>
              <a:ahLst/>
              <a:cxnLst/>
              <a:rect l="0" t="0" r="0" b="0"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28255" y="2097513"/>
              <a:ext cx="914400" cy="931343"/>
            </a:xfrm>
            <a:custGeom>
              <a:avLst/>
              <a:gdLst/>
              <a:ahLst/>
              <a:cxnLst/>
              <a:rect l="0" t="0" r="0" b="0"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2825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3769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471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565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6601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7545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8489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39433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0377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321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265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209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153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097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041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6985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7929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8873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49817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0761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1705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2650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3594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538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482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426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370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314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258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202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146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090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034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3978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58663" y="211508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399" y="90510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58663" y="2115082"/>
              <a:ext cx="917185" cy="914400"/>
            </a:xfrm>
            <a:custGeom>
              <a:avLst/>
              <a:gdLst/>
              <a:ahLst/>
              <a:cxnLst/>
              <a:rect l="0" t="0" r="0" b="0"/>
              <a:pathLst>
                <a:path w="917185" h="914400">
                  <a:moveTo>
                    <a:pt x="914399" y="914400"/>
                  </a:moveTo>
                  <a:lnTo>
                    <a:pt x="914399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92914" y="211508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102354" y="209751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10235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1179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212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306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4011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955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899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843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787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8731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9675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20619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1563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2507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3451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4395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5339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6283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7227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8171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9115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30059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31004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1948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2892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3836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4780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57241" y="2115082"/>
              <a:ext cx="917285" cy="914400"/>
            </a:xfrm>
            <a:custGeom>
              <a:avLst/>
              <a:gdLst/>
              <a:ahLst/>
              <a:cxnLst/>
              <a:rect l="0" t="0" r="0" b="0"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09374" y="2079943"/>
              <a:ext cx="914400" cy="916806"/>
            </a:xfrm>
            <a:custGeom>
              <a:avLst/>
              <a:gdLst/>
              <a:ahLst/>
              <a:cxnLst/>
              <a:rect l="0" t="0" r="0" b="0"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09374" y="2079943"/>
              <a:ext cx="923840" cy="931632"/>
            </a:xfrm>
            <a:custGeom>
              <a:avLst/>
              <a:gdLst/>
              <a:ahLst/>
              <a:cxnLst/>
              <a:rect l="0" t="0" r="0" b="0"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1881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2825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3769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471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565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6601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7545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8489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39433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0377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321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265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209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153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097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041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6985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7929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8873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49817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0761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1705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2650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3594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538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482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426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370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314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258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202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146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090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034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49223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400" y="89738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49223" y="2097513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102354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11795" y="2079943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1179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212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306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4011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955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899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843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787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8731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9675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20619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1563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2507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3451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4395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5339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6283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7227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8171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9115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30059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31004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1948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2892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3836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4780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57241" y="2097513"/>
              <a:ext cx="918801" cy="914400"/>
            </a:xfrm>
            <a:custGeom>
              <a:avLst/>
              <a:gdLst/>
              <a:ahLst/>
              <a:cxnLst/>
              <a:rect l="0" t="0" r="0" b="0"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299934" y="2062373"/>
              <a:ext cx="914400" cy="915741"/>
            </a:xfrm>
            <a:custGeom>
              <a:avLst/>
              <a:gdLst/>
              <a:ahLst/>
              <a:cxnLst/>
              <a:rect l="0" t="0" r="0" b="0"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29993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0937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1881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2825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3769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471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565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6601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7545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8489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39433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0377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321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265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209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153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097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041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6985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7929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8873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49817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0761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1705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2650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3594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538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482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426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370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314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258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202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146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090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034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39783" y="2079943"/>
              <a:ext cx="923596" cy="914400"/>
            </a:xfrm>
            <a:custGeom>
              <a:avLst/>
              <a:gdLst/>
              <a:ahLst/>
              <a:cxnLst/>
              <a:rect l="0" t="0" r="0" b="0"/>
              <a:pathLst>
                <a:path w="92359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11795" y="207994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399" y="905501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21235" y="2062373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212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306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4011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955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899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843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787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8731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9675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20619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1563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2507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3451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4395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5339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6283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7227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8171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9115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30059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31004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1948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2892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3836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4780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57241" y="2079943"/>
              <a:ext cx="919561" cy="914400"/>
            </a:xfrm>
            <a:custGeom>
              <a:avLst/>
              <a:gdLst/>
              <a:ahLst/>
              <a:cxnLst/>
              <a:rect l="0" t="0" r="0" b="0"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299934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29993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0937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1881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2825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3769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4713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5657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6601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7545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8489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39433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0377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321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265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209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153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097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041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6985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7929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8873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49817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0761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1705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2650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3594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538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482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426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370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314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258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202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146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0342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39783" y="206237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399" y="91331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39783" y="2062373"/>
              <a:ext cx="914987" cy="914400"/>
            </a:xfrm>
            <a:custGeom>
              <a:avLst/>
              <a:gdLst/>
              <a:ahLst/>
              <a:cxnLst/>
              <a:rect l="0" t="0" r="0" b="0"/>
              <a:pathLst>
                <a:path w="914987" h="914400">
                  <a:moveTo>
                    <a:pt x="914399" y="914400"/>
                  </a:moveTo>
                  <a:lnTo>
                    <a:pt x="914399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21235" y="206237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967" y="914400"/>
                  </a:lnTo>
                  <a:lnTo>
                    <a:pt x="914399" y="906913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30675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3067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4011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955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899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843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787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8731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9675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20619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1563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2507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3451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4395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5339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6283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7227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8171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9115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30059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31004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1948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2892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3836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4780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57241" y="2062373"/>
              <a:ext cx="919910" cy="914400"/>
            </a:xfrm>
            <a:custGeom>
              <a:avLst/>
              <a:gdLst/>
              <a:ahLst/>
              <a:cxnLst/>
              <a:rect l="0" t="0" r="0" b="0"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0494" y="2027233"/>
              <a:ext cx="914400" cy="926294"/>
            </a:xfrm>
            <a:custGeom>
              <a:avLst/>
              <a:gdLst/>
              <a:ahLst/>
              <a:cxnLst/>
              <a:rect l="0" t="0" r="0" b="0"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049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29993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0937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1881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2825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3769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4713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5657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6601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7545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8489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39433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0377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321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265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209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153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097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041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6985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7929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8873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49817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0761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1705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2650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3594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538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482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426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370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314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258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202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0902" y="204480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399" y="903525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0902" y="2044803"/>
              <a:ext cx="922935" cy="914400"/>
            </a:xfrm>
            <a:custGeom>
              <a:avLst/>
              <a:gdLst/>
              <a:ahLst/>
              <a:cxnLst/>
              <a:rect l="0" t="0" r="0" b="0"/>
              <a:pathLst>
                <a:path w="922935" h="914400">
                  <a:moveTo>
                    <a:pt x="914399" y="914400"/>
                  </a:moveTo>
                  <a:lnTo>
                    <a:pt x="914399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30675" y="20272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3067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4011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955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899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843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787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8731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9675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20619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1563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2507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3451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4395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5339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6283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7227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8171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9115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30059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31004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1948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2892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3836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4780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57241" y="204480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66681" y="2027233"/>
              <a:ext cx="916157" cy="920191"/>
            </a:xfrm>
            <a:custGeom>
              <a:avLst/>
              <a:gdLst/>
              <a:ahLst/>
              <a:cxnLst/>
              <a:rect l="0" t="0" r="0" b="0"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0494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049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29993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0937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1881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2825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3769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4713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5657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6601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7545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8489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39433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0377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321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265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209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153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097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041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6985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7929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8873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49817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0761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1705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2650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3594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538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482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426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370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2581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2022" y="202723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399" y="903607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1462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1462" y="2027233"/>
              <a:ext cx="917657" cy="914400"/>
            </a:xfrm>
            <a:custGeom>
              <a:avLst/>
              <a:gdLst/>
              <a:ahLst/>
              <a:cxnLst/>
              <a:rect l="0" t="0" r="0" b="0"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30675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3067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4011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955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899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843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787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8731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9675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20619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1563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2507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3451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4395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5339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6283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7227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8171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9115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30059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31004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1948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2892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3836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4780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5724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66681" y="2027233"/>
              <a:ext cx="920685" cy="914400"/>
            </a:xfrm>
            <a:custGeom>
              <a:avLst/>
              <a:gdLst/>
              <a:ahLst/>
              <a:cxnLst/>
              <a:rect l="0" t="0" r="0" b="0"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81053" y="1992094"/>
              <a:ext cx="914400" cy="927015"/>
            </a:xfrm>
            <a:custGeom>
              <a:avLst/>
              <a:gdLst/>
              <a:ahLst/>
              <a:cxnLst/>
              <a:rect l="0" t="0" r="0" b="0"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8105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049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29993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0937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1881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2825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3769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4713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5657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6601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7545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8489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39433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0377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321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265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209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153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097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041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6985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7929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8873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49817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0761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1705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2650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3594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538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482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426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3141" y="20096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399" y="897656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3141" y="2009664"/>
              <a:ext cx="923124" cy="914400"/>
            </a:xfrm>
            <a:custGeom>
              <a:avLst/>
              <a:gdLst/>
              <a:ahLst/>
              <a:cxnLst/>
              <a:rect l="0" t="0" r="0" b="0"/>
              <a:pathLst>
                <a:path w="923124" h="914400">
                  <a:moveTo>
                    <a:pt x="914399" y="914400"/>
                  </a:moveTo>
                  <a:lnTo>
                    <a:pt x="914399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30675" y="199209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3067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4011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955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899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843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787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8731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9675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20619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1563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2507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3451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4395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5339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6283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7227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8171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9115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30059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31004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1948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2892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3836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4780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5724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66681" y="20096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76121" y="1992094"/>
              <a:ext cx="914727" cy="916241"/>
            </a:xfrm>
            <a:custGeom>
              <a:avLst/>
              <a:gdLst/>
              <a:ahLst/>
              <a:cxnLst/>
              <a:rect l="0" t="0" r="0" b="0"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71613" y="1974524"/>
              <a:ext cx="914400" cy="928031"/>
            </a:xfrm>
            <a:custGeom>
              <a:avLst/>
              <a:gdLst/>
              <a:ahLst/>
              <a:cxnLst/>
              <a:rect l="0" t="0" r="0" b="0"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7161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8105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049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29993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0937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1881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2825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3769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4713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5657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6601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7545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8489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39433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0377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321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265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209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153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097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041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6985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7929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8873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49817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0761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1705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2650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3594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538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482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3701" y="1992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400" y="89926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3701" y="1992094"/>
              <a:ext cx="923411" cy="914400"/>
            </a:xfrm>
            <a:custGeom>
              <a:avLst/>
              <a:gdLst/>
              <a:ahLst/>
              <a:cxnLst/>
              <a:rect l="0" t="0" r="0" b="0"/>
              <a:pathLst>
                <a:path w="923411" h="914400">
                  <a:moveTo>
                    <a:pt x="914400" y="914400"/>
                  </a:moveTo>
                  <a:lnTo>
                    <a:pt x="914400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30675" y="197452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3067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4011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955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899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843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787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8731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9675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20619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1563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2507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3451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4395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5339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6283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7227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8171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9115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30059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31004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1948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2892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3836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4780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5724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6668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76121" y="19920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62173" y="1956954"/>
              <a:ext cx="914400" cy="929122"/>
            </a:xfrm>
            <a:custGeom>
              <a:avLst/>
              <a:gdLst/>
              <a:ahLst/>
              <a:cxnLst/>
              <a:rect l="0" t="0" r="0" b="0"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6217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7161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8105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049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29993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0937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1881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2825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3769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4713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5657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6601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7545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8489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39433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0377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321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265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209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153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097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041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6985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7929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8873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49817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0761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1705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2650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3594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538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4261" y="197452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399" y="90406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4261" y="1974524"/>
              <a:ext cx="922221" cy="914400"/>
            </a:xfrm>
            <a:custGeom>
              <a:avLst/>
              <a:gdLst/>
              <a:ahLst/>
              <a:cxnLst/>
              <a:rect l="0" t="0" r="0" b="0"/>
              <a:pathLst>
                <a:path w="922221" h="914400">
                  <a:moveTo>
                    <a:pt x="914399" y="914400"/>
                  </a:moveTo>
                  <a:lnTo>
                    <a:pt x="914399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30675" y="195695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3067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4011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955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899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843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787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8731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9675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20619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1563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2507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3451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4395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5339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6283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7227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8171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9115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30059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31004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1948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2892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3836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4780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5724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6668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76121" y="1974524"/>
              <a:ext cx="920397" cy="914400"/>
            </a:xfrm>
            <a:custGeom>
              <a:avLst/>
              <a:gdLst/>
              <a:ahLst/>
              <a:cxnLst/>
              <a:rect l="0" t="0" r="0" b="0"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52733" y="1939384"/>
              <a:ext cx="914400" cy="925626"/>
            </a:xfrm>
            <a:custGeom>
              <a:avLst/>
              <a:gdLst/>
              <a:ahLst/>
              <a:cxnLst/>
              <a:rect l="0" t="0" r="0" b="0"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5273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6217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7161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8105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049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29993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0937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1881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2825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3769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4713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5657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6601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7545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8489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39433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0377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321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265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209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153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097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041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6985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7929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8873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49817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0761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1705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2650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5380" y="195695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399" y="89938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4820" y="195695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400" y="911217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4820" y="1956954"/>
              <a:ext cx="917453" cy="914400"/>
            </a:xfrm>
            <a:custGeom>
              <a:avLst/>
              <a:gdLst/>
              <a:ahLst/>
              <a:cxnLst/>
              <a:rect l="0" t="0" r="0" b="0"/>
              <a:pathLst>
                <a:path w="917453" h="914400">
                  <a:moveTo>
                    <a:pt x="914400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30675" y="19393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3067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4011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955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899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843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787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8731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9675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20619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1563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2507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3451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4395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5339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6283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7227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8171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9115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30059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31004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1948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2892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3836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4780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5724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6668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76121" y="1956954"/>
              <a:ext cx="922489" cy="914400"/>
            </a:xfrm>
            <a:custGeom>
              <a:avLst/>
              <a:gdLst/>
              <a:ahLst/>
              <a:cxnLst/>
              <a:rect l="0" t="0" r="0" b="0"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4329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5273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6217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7161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8105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049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29993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0937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1881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2825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3769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4713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5657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6601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7545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8489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39433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0377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321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265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209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153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097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041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6985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7929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8873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49817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0761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1705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2650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35940" y="1939384"/>
              <a:ext cx="922684" cy="914400"/>
            </a:xfrm>
            <a:custGeom>
              <a:avLst/>
              <a:gdLst/>
              <a:ahLst/>
              <a:cxnLst/>
              <a:rect l="0" t="0" r="0" b="0"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30675" y="19393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40115" y="192181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4011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955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899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843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787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8731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9675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20619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1563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2507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3451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4395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5339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6283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7227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8171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9115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30059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31004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1948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2892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3836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4780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5724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6668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76121" y="1939384"/>
              <a:ext cx="923756" cy="914400"/>
            </a:xfrm>
            <a:custGeom>
              <a:avLst/>
              <a:gdLst/>
              <a:ahLst/>
              <a:cxnLst/>
              <a:rect l="0" t="0" r="0" b="0"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43293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4329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5273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6217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7161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8105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049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29993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0937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1881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2825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3769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4713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5657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6601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7545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8489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39433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0377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321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265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209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153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097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041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6985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7929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8873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49817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0761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1705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35940" y="192181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35940" y="1921815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40115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4011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955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899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843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787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8731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9675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20619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1563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2507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3451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4395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5339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6283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7227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8171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9115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30059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31004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1948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2892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3836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4780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5724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6668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76121" y="192181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85562" y="1904245"/>
              <a:ext cx="914762" cy="930536"/>
            </a:xfrm>
            <a:custGeom>
              <a:avLst/>
              <a:gdLst/>
              <a:ahLst/>
              <a:cxnLst/>
              <a:rect l="0" t="0" r="0" b="0"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43293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4329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5273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6217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7161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8105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049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29993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0937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1881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2825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3769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4713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5657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6601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7545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8489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39433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0377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321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265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209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153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097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041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6985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7929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8873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49817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0761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26500" y="1904245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399" y="910351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26500" y="1904245"/>
              <a:ext cx="916235" cy="914400"/>
            </a:xfrm>
            <a:custGeom>
              <a:avLst/>
              <a:gdLst/>
              <a:ahLst/>
              <a:cxnLst/>
              <a:rect l="0" t="0" r="0" b="0"/>
              <a:pathLst>
                <a:path w="916235" h="914400">
                  <a:moveTo>
                    <a:pt x="914399" y="914400"/>
                  </a:moveTo>
                  <a:lnTo>
                    <a:pt x="914399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40115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4011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955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899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843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787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8731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9675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20619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1563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2507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3451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4395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5339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6283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7227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8171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9115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30059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31004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1948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2892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3836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4780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5724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6668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7612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85562" y="1904245"/>
              <a:ext cx="914767" cy="914400"/>
            </a:xfrm>
            <a:custGeom>
              <a:avLst/>
              <a:gdLst/>
              <a:ahLst/>
              <a:cxnLst/>
              <a:rect l="0" t="0" r="0" b="0"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33852" y="1869105"/>
              <a:ext cx="914400" cy="929550"/>
            </a:xfrm>
            <a:custGeom>
              <a:avLst/>
              <a:gdLst/>
              <a:ahLst/>
              <a:cxnLst/>
              <a:rect l="0" t="0" r="0" b="0"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3385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4329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5273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6217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7161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8105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049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29993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0937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1881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2825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3769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4713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5657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6601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7545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8489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39433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0377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321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265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209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153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097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041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6985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7929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8873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49817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17059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17059" y="1886675"/>
              <a:ext cx="917703" cy="914400"/>
            </a:xfrm>
            <a:custGeom>
              <a:avLst/>
              <a:gdLst/>
              <a:ahLst/>
              <a:cxnLst/>
              <a:rect l="0" t="0" r="0" b="0"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40115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31" y="914400"/>
                  </a:lnTo>
                  <a:lnTo>
                    <a:pt x="914400" y="91185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9556" y="186910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955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899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843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787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8731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9675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20619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1563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2507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3451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4395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5339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6283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7227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8171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9115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30059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31004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1948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2892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3836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4780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5724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6668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85562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85562" y="1886675"/>
              <a:ext cx="914451" cy="914400"/>
            </a:xfrm>
            <a:custGeom>
              <a:avLst/>
              <a:gdLst/>
              <a:ahLst/>
              <a:cxnLst/>
              <a:rect l="0" t="0" r="0" b="0"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24412" y="1851536"/>
              <a:ext cx="914400" cy="929502"/>
            </a:xfrm>
            <a:custGeom>
              <a:avLst/>
              <a:gdLst/>
              <a:ahLst/>
              <a:cxnLst/>
              <a:rect l="0" t="0" r="0" b="0"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2441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3385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4329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5273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6217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7161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8105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049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29993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0937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1881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2825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3769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4713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5657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6601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7545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8489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39433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0377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321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265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209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153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097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041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6985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7929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8873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49817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07619" y="1869105"/>
              <a:ext cx="922683" cy="914400"/>
            </a:xfrm>
            <a:custGeom>
              <a:avLst/>
              <a:gdLst/>
              <a:ahLst/>
              <a:cxnLst/>
              <a:rect l="0" t="0" r="0" b="0"/>
              <a:pathLst>
                <a:path w="9226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9556" y="185153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955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899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843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787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8731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9675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20619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1563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2507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3451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4395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5339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6283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7227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8171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9115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30059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31004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1948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2892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3836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4780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5724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6668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76121" y="1869105"/>
              <a:ext cx="922752" cy="914400"/>
            </a:xfrm>
            <a:custGeom>
              <a:avLst/>
              <a:gdLst/>
              <a:ahLst/>
              <a:cxnLst/>
              <a:rect l="0" t="0" r="0" b="0"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14972" y="1833966"/>
              <a:ext cx="914400" cy="926568"/>
            </a:xfrm>
            <a:custGeom>
              <a:avLst/>
              <a:gdLst/>
              <a:ahLst/>
              <a:cxnLst/>
              <a:rect l="0" t="0" r="0" b="0"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1497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2441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3385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4329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5273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6217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7161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8105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049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29993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0937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1881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2825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3769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4713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5657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6601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7545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8489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39433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0377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321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265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209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153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097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041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6985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7929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8873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07619" y="185153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399" y="897756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07619" y="1851536"/>
              <a:ext cx="918430" cy="914400"/>
            </a:xfrm>
            <a:custGeom>
              <a:avLst/>
              <a:gdLst/>
              <a:ahLst/>
              <a:cxnLst/>
              <a:rect l="0" t="0" r="0" b="0"/>
              <a:pathLst>
                <a:path w="918430" h="914400">
                  <a:moveTo>
                    <a:pt x="914399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9556" y="183396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955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899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843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787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8731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9675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20619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1563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2507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3451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4395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5339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6283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7227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8171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9115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30059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31004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1948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2892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3836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4780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5724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6668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76121" y="18515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85562" y="1833966"/>
              <a:ext cx="914870" cy="916591"/>
            </a:xfrm>
            <a:custGeom>
              <a:avLst/>
              <a:gdLst/>
              <a:ahLst/>
              <a:cxnLst/>
              <a:rect l="0" t="0" r="0" b="0"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05532" y="1816396"/>
              <a:ext cx="914400" cy="923523"/>
            </a:xfrm>
            <a:custGeom>
              <a:avLst/>
              <a:gdLst/>
              <a:ahLst/>
              <a:cxnLst/>
              <a:rect l="0" t="0" r="0" b="0"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0553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1497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2441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3385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4329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5273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6217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7161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8105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049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29993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0937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1881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2825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3769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4713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5657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6601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7545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8489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39433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0377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321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265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209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153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097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041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6985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7929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8873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498179" y="1833966"/>
              <a:ext cx="923599" cy="914400"/>
            </a:xfrm>
            <a:custGeom>
              <a:avLst/>
              <a:gdLst/>
              <a:ahLst/>
              <a:cxnLst/>
              <a:rect l="0" t="0" r="0" b="0"/>
              <a:pathLst>
                <a:path w="9235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9556" y="181639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955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899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843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787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8731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9675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20619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1563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2507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3451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4395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5339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6283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7227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8171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9115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30059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31004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1948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2892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3836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4780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5724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6668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7612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85562" y="1833966"/>
              <a:ext cx="918134" cy="914400"/>
            </a:xfrm>
            <a:custGeom>
              <a:avLst/>
              <a:gdLst/>
              <a:ahLst/>
              <a:cxnLst/>
              <a:rect l="0" t="0" r="0" b="0"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196091" y="1798826"/>
              <a:ext cx="914400" cy="918128"/>
            </a:xfrm>
            <a:custGeom>
              <a:avLst/>
              <a:gdLst/>
              <a:ahLst/>
              <a:cxnLst/>
              <a:rect l="0" t="0" r="0" b="0"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19609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0553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1497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2441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3385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4329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5273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6217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7161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8105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049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29993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0937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1881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2825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3769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4713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5657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6601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7545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8489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39433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0377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321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265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209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153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097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041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6985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7929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498179" y="18163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400" y="90154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498179" y="1816396"/>
              <a:ext cx="918732" cy="914400"/>
            </a:xfrm>
            <a:custGeom>
              <a:avLst/>
              <a:gdLst/>
              <a:ahLst/>
              <a:cxnLst/>
              <a:rect l="0" t="0" r="0" b="0"/>
              <a:pathLst>
                <a:path w="918732" h="914400">
                  <a:moveTo>
                    <a:pt x="914400" y="914400"/>
                  </a:moveTo>
                  <a:lnTo>
                    <a:pt x="914400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9556" y="179882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955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899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843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787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8731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9675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20619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1563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2507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3451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4395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5339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6283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7227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8171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9115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30059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31004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1948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2892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3836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4780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5724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6668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7612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85562" y="1816396"/>
              <a:ext cx="920490" cy="914400"/>
            </a:xfrm>
            <a:custGeom>
              <a:avLst/>
              <a:gdLst/>
              <a:ahLst/>
              <a:cxnLst/>
              <a:rect l="0" t="0" r="0" b="0"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196091" y="17812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19609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0553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1497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2441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3385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4329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5273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6217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7161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8105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049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29993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0937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1881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2825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3769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4713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5657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6601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7545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8489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39433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0377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321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265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209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153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097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041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6985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7929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88739" y="1798826"/>
              <a:ext cx="922078" cy="914400"/>
            </a:xfrm>
            <a:custGeom>
              <a:avLst/>
              <a:gdLst/>
              <a:ahLst/>
              <a:cxnLst/>
              <a:rect l="0" t="0" r="0" b="0"/>
              <a:pathLst>
                <a:path w="922078" h="914400">
                  <a:moveTo>
                    <a:pt x="914399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9556" y="178125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955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899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843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787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8731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9675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20619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1563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2507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3451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4395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5339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6283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7227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8171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9115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30059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31004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1948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2892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3836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4780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5724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6668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7612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85562" y="1798826"/>
              <a:ext cx="922047" cy="914400"/>
            </a:xfrm>
            <a:custGeom>
              <a:avLst/>
              <a:gdLst/>
              <a:ahLst/>
              <a:cxnLst/>
              <a:rect l="0" t="0" r="0" b="0"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86651" y="1763687"/>
              <a:ext cx="914400" cy="921135"/>
            </a:xfrm>
            <a:custGeom>
              <a:avLst/>
              <a:gdLst/>
              <a:ahLst/>
              <a:cxnLst/>
              <a:rect l="0" t="0" r="0" b="0"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8665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19609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0553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1497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2441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3385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4329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5273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6217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7161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8105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049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29993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0937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1881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2825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3769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4713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5657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6601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7545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8489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39433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0377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321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265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209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153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097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041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6985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399" y="914141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4399" y="914141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9556" y="176368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955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899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843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787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8731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9675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20619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1563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2507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3451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4395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5339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6283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7227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8171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9115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30059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31004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1948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2892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3836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4780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5724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6668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7612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85562" y="1781256"/>
              <a:ext cx="922761" cy="914400"/>
            </a:xfrm>
            <a:custGeom>
              <a:avLst/>
              <a:gdLst/>
              <a:ahLst/>
              <a:cxnLst/>
              <a:rect l="0" t="0" r="0" b="0"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77211" y="1746117"/>
              <a:ext cx="914400" cy="923493"/>
            </a:xfrm>
            <a:custGeom>
              <a:avLst/>
              <a:gdLst/>
              <a:ahLst/>
              <a:cxnLst/>
              <a:rect l="0" t="0" r="0" b="0"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7721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8665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19609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0553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1497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2441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3385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4329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5273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6217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7161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8105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049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29993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0937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1881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2825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3769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4713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5657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6601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7545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8489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39433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0377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321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265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209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153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097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041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9556" y="174611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955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899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843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787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8731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9675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20619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1563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2507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3451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4395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5339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6283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7227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8171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9115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30059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31004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1948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2892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3836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4780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5724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6668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7612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85562" y="17636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95002" y="1746117"/>
              <a:ext cx="915634" cy="918864"/>
            </a:xfrm>
            <a:custGeom>
              <a:avLst/>
              <a:gdLst/>
              <a:ahLst/>
              <a:cxnLst/>
              <a:rect l="0" t="0" r="0" b="0"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67771" y="1728547"/>
              <a:ext cx="914400" cy="923542"/>
            </a:xfrm>
            <a:custGeom>
              <a:avLst/>
              <a:gdLst/>
              <a:ahLst/>
              <a:cxnLst/>
              <a:rect l="0" t="0" r="0" b="0"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6777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7721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8665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19609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0553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1497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2441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3385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4329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5273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6217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7161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8105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049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29993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0937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1881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2825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3769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4713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5657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6601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7545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8489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39433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0377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321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265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209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153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097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69858" y="174611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399" y="90392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69858" y="1746117"/>
              <a:ext cx="917388" cy="914400"/>
            </a:xfrm>
            <a:custGeom>
              <a:avLst/>
              <a:gdLst/>
              <a:ahLst/>
              <a:cxnLst/>
              <a:rect l="0" t="0" r="0" b="0"/>
              <a:pathLst>
                <a:path w="917388" h="914400">
                  <a:moveTo>
                    <a:pt x="914399" y="914400"/>
                  </a:moveTo>
                  <a:lnTo>
                    <a:pt x="914399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9556" y="172854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955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899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843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787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8731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9675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20619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1563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2507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3451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4395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5339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6283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7227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8171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9115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30059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31004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1948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2892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3836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4780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5724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6668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7612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8556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95002" y="1746117"/>
              <a:ext cx="919810" cy="914400"/>
            </a:xfrm>
            <a:custGeom>
              <a:avLst/>
              <a:gdLst/>
              <a:ahLst/>
              <a:cxnLst/>
              <a:rect l="0" t="0" r="0" b="0"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58330" y="1710977"/>
              <a:ext cx="914400" cy="918402"/>
            </a:xfrm>
            <a:custGeom>
              <a:avLst/>
              <a:gdLst/>
              <a:ahLst/>
              <a:cxnLst/>
              <a:rect l="0" t="0" r="0" b="0"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5833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6777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7721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8665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19609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0553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1497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2441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3385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4329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5273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6217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7161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8105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049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29993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0937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1881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2825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3769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4713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5657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6601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7545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8489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39433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0377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321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265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209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153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097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0418" y="1728547"/>
              <a:ext cx="921542" cy="914400"/>
            </a:xfrm>
            <a:custGeom>
              <a:avLst/>
              <a:gdLst/>
              <a:ahLst/>
              <a:cxnLst/>
              <a:rect l="0" t="0" r="0" b="0"/>
              <a:pathLst>
                <a:path w="92154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9556" y="172854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399" y="899263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8996" y="171097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899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843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787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8731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9675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20619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1563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2507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3451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4395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5339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6283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7227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8171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9115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30059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31004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1948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2892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3836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4780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5724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6668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7612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8556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95002" y="1728547"/>
              <a:ext cx="923035" cy="914400"/>
            </a:xfrm>
            <a:custGeom>
              <a:avLst/>
              <a:gdLst/>
              <a:ahLst/>
              <a:cxnLst/>
              <a:rect l="0" t="0" r="0" b="0"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58330" y="16934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5833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6777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7721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8665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19609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0553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1497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2441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3385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4329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5273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6217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7161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8105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049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29993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0937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1881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2825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3769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4713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5657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6601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7545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8489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39433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0377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321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265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209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153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0418" y="171097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400" y="91299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0418" y="1710977"/>
              <a:ext cx="914974" cy="914400"/>
            </a:xfrm>
            <a:custGeom>
              <a:avLst/>
              <a:gdLst/>
              <a:ahLst/>
              <a:cxnLst/>
              <a:rect l="0" t="0" r="0" b="0"/>
              <a:pathLst>
                <a:path w="914974" h="914400">
                  <a:moveTo>
                    <a:pt x="914400" y="914400"/>
                  </a:moveTo>
                  <a:lnTo>
                    <a:pt x="914400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9556" y="1693407"/>
              <a:ext cx="914399" cy="921432"/>
            </a:xfrm>
            <a:custGeom>
              <a:avLst/>
              <a:gdLst/>
              <a:ahLst/>
              <a:cxnLst/>
              <a:rect l="0" t="0" r="0" b="0"/>
              <a:pathLst>
                <a:path w="914399" h="921432">
                  <a:moveTo>
                    <a:pt x="914399" y="914400"/>
                  </a:moveTo>
                  <a:lnTo>
                    <a:pt x="914399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955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399" y="921432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899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843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787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8731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9675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20619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1563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2507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3451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4395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5339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6283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7227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8171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9115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30059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31004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1948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2892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3836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4780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5724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6668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7612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8556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95002" y="171097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404442" y="1693407"/>
              <a:ext cx="918988" cy="926490"/>
            </a:xfrm>
            <a:custGeom>
              <a:avLst/>
              <a:gdLst/>
              <a:ahLst/>
              <a:cxnLst/>
              <a:rect l="0" t="0" r="0" b="0"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48890" y="1675838"/>
              <a:ext cx="914400" cy="921728"/>
            </a:xfrm>
            <a:custGeom>
              <a:avLst/>
              <a:gdLst/>
              <a:ahLst/>
              <a:cxnLst/>
              <a:rect l="0" t="0" r="0" b="0"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4889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5833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6777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7721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8665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19609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0553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1497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2441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3385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4329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5273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6217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7161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8105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049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29993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0937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1881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2825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3769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4713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5657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6601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7545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8489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39433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0377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321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265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209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0978" y="169340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399" y="91088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0978" y="1693407"/>
              <a:ext cx="916249" cy="914400"/>
            </a:xfrm>
            <a:custGeom>
              <a:avLst/>
              <a:gdLst/>
              <a:ahLst/>
              <a:cxnLst/>
              <a:rect l="0" t="0" r="0" b="0"/>
              <a:pathLst>
                <a:path w="916249" h="914400">
                  <a:moveTo>
                    <a:pt x="914399" y="914400"/>
                  </a:moveTo>
                  <a:lnTo>
                    <a:pt x="914399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30675" y="1675838"/>
              <a:ext cx="914400" cy="921729"/>
            </a:xfrm>
            <a:custGeom>
              <a:avLst/>
              <a:gdLst/>
              <a:ahLst/>
              <a:cxnLst/>
              <a:rect l="0" t="0" r="0" b="0"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30675" y="1675838"/>
              <a:ext cx="923840" cy="931373"/>
            </a:xfrm>
            <a:custGeom>
              <a:avLst/>
              <a:gdLst/>
              <a:ahLst/>
              <a:cxnLst/>
              <a:rect l="0" t="0" r="0" b="0"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4011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400" y="931373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955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899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843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787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8731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9675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20619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1563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2507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3451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4395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5339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6283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7227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8171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9115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30059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31004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1948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2892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3836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4780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5724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6668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7612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8556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9500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404442" y="169340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13882" y="1675838"/>
              <a:ext cx="916997" cy="920883"/>
            </a:xfrm>
            <a:custGeom>
              <a:avLst/>
              <a:gdLst/>
              <a:ahLst/>
              <a:cxnLst/>
              <a:rect l="0" t="0" r="0" b="0"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48890" y="165826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4889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5833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6777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7721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8665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19609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0553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1497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2441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3385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4329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5273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6217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7161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8105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049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29993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0937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1881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2825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3769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4713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5657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6601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7545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8489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39433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0377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321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265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209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1538" y="1675838"/>
              <a:ext cx="919578" cy="914400"/>
            </a:xfrm>
            <a:custGeom>
              <a:avLst/>
              <a:gdLst/>
              <a:ahLst/>
              <a:cxnLst/>
              <a:rect l="0" t="0" r="0" b="0"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21235" y="1658268"/>
              <a:ext cx="914399" cy="927252"/>
            </a:xfrm>
            <a:custGeom>
              <a:avLst/>
              <a:gdLst/>
              <a:ahLst/>
              <a:cxnLst/>
              <a:rect l="0" t="0" r="0" b="0"/>
              <a:pathLst>
                <a:path w="914399" h="927252">
                  <a:moveTo>
                    <a:pt x="914399" y="914400"/>
                  </a:moveTo>
                  <a:lnTo>
                    <a:pt x="914399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2123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399" y="92725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3067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4011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955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899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843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787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8731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9675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20619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1563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2507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3451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4395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5339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6283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7227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8171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9115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30059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31004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1948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2892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3836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4780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5724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6668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7612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8556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9500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40444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13882" y="167583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23322" y="1658268"/>
              <a:ext cx="921388" cy="918088"/>
            </a:xfrm>
            <a:custGeom>
              <a:avLst/>
              <a:gdLst/>
              <a:ahLst/>
              <a:cxnLst/>
              <a:rect l="0" t="0" r="0" b="0"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48890" y="164069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4889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5833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6777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7721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8665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19609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0553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1497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2441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3385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4329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5273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6217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7161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8105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049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29993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0937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1881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2825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3769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4713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5657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6601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7545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8489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39433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0377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321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265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1538" y="165826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1538" y="1658268"/>
              <a:ext cx="916278" cy="914400"/>
            </a:xfrm>
            <a:custGeom>
              <a:avLst/>
              <a:gdLst/>
              <a:ahLst/>
              <a:cxnLst/>
              <a:rect l="0" t="0" r="0" b="0"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11795" y="1640698"/>
              <a:ext cx="914399" cy="929772"/>
            </a:xfrm>
            <a:custGeom>
              <a:avLst/>
              <a:gdLst/>
              <a:ahLst/>
              <a:cxnLst/>
              <a:rect l="0" t="0" r="0" b="0"/>
              <a:pathLst>
                <a:path w="914399" h="929772">
                  <a:moveTo>
                    <a:pt x="914399" y="914400"/>
                  </a:moveTo>
                  <a:lnTo>
                    <a:pt x="914399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1179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399" y="92977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2123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3067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4011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955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899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843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787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8731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9675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20619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1563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2507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3451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4395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5339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6283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7227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8171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9115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30059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31004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1948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2892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3836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4780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5724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6668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7612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8556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9500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40444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1388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23322" y="165826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32763" y="1640698"/>
              <a:ext cx="923840" cy="930677"/>
            </a:xfrm>
            <a:custGeom>
              <a:avLst/>
              <a:gdLst/>
              <a:ahLst/>
              <a:cxnLst/>
              <a:rect l="0" t="0" r="0" b="0"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42203" y="1640698"/>
              <a:ext cx="923840" cy="925127"/>
            </a:xfrm>
            <a:custGeom>
              <a:avLst/>
              <a:gdLst/>
              <a:ahLst/>
              <a:cxnLst/>
              <a:rect l="0" t="0" r="0" b="0"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51643" y="1640698"/>
              <a:ext cx="918350" cy="917938"/>
            </a:xfrm>
            <a:custGeom>
              <a:avLst/>
              <a:gdLst/>
              <a:ahLst/>
              <a:cxnLst/>
              <a:rect l="0" t="0" r="0" b="0"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48890" y="162312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4889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5833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6777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7721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8665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19609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0553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1497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2441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3385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4329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5273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6217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7161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8105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049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29993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0937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1881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2825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376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471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5657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6601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7545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8489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39433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0377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321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265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2097" y="1640698"/>
              <a:ext cx="921399" cy="914400"/>
            </a:xfrm>
            <a:custGeom>
              <a:avLst/>
              <a:gdLst/>
              <a:ahLst/>
              <a:cxnLst/>
              <a:rect l="0" t="0" r="0" b="0"/>
              <a:pathLst>
                <a:path w="9213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102354" y="1623128"/>
              <a:ext cx="914400" cy="928330"/>
            </a:xfrm>
            <a:custGeom>
              <a:avLst/>
              <a:gdLst/>
              <a:ahLst/>
              <a:cxnLst/>
              <a:rect l="0" t="0" r="0" b="0"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10235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117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212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3067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4011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955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899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843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787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8731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9675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20619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1563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2507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3451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4395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5339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6283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7227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8171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9115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30059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31004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1948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2892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3836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4780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5724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6668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7612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8556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9500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40444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1388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2332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3276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4220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51643" y="164069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61083" y="1623128"/>
              <a:ext cx="923840" cy="926348"/>
            </a:xfrm>
            <a:custGeom>
              <a:avLst/>
              <a:gdLst/>
              <a:ahLst/>
              <a:cxnLst/>
              <a:rect l="0" t="0" r="0" b="0"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70524" y="1623128"/>
              <a:ext cx="914791" cy="914921"/>
            </a:xfrm>
            <a:custGeom>
              <a:avLst/>
              <a:gdLst/>
              <a:ahLst/>
              <a:cxnLst/>
              <a:rect l="0" t="0" r="0" b="0"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39450" y="1605559"/>
              <a:ext cx="914400" cy="922371"/>
            </a:xfrm>
            <a:custGeom>
              <a:avLst/>
              <a:gdLst/>
              <a:ahLst/>
              <a:cxnLst/>
              <a:rect l="0" t="0" r="0" b="0"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3945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4889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5833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6777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7721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8665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19609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0553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1497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2441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3385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4329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5273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6217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7161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8105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049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29993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0937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1881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2825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376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471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5657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660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754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8489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39433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0377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321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2097" y="162312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399" y="909837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2097" y="1623128"/>
              <a:ext cx="915980" cy="914400"/>
            </a:xfrm>
            <a:custGeom>
              <a:avLst/>
              <a:gdLst/>
              <a:ahLst/>
              <a:cxnLst/>
              <a:rect l="0" t="0" r="0" b="0"/>
              <a:pathLst>
                <a:path w="915980" h="914400">
                  <a:moveTo>
                    <a:pt x="914399" y="914400"/>
                  </a:moveTo>
                  <a:lnTo>
                    <a:pt x="914399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92914" y="1605559"/>
              <a:ext cx="914400" cy="920965"/>
            </a:xfrm>
            <a:custGeom>
              <a:avLst/>
              <a:gdLst/>
              <a:ahLst/>
              <a:cxnLst/>
              <a:rect l="0" t="0" r="0" b="0"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9291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10235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117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212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3067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4011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95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899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843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787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873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9675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20619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1563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2507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3451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4395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5339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6283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7227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8171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9115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30059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31004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1948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2892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3836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4780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5724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6668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7612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8556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9500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40444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1388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2332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3276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4220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5164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6108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70524" y="162312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79964" y="1605559"/>
              <a:ext cx="923840" cy="924948"/>
            </a:xfrm>
            <a:custGeom>
              <a:avLst/>
              <a:gdLst/>
              <a:ahLst/>
              <a:cxnLst/>
              <a:rect l="0" t="0" r="0" b="0"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89404" y="1605559"/>
              <a:ext cx="923840" cy="920188"/>
            </a:xfrm>
            <a:custGeom>
              <a:avLst/>
              <a:gdLst/>
              <a:ahLst/>
              <a:cxnLst/>
              <a:rect l="0" t="0" r="0" b="0"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98844" y="1605559"/>
              <a:ext cx="915793" cy="915201"/>
            </a:xfrm>
            <a:custGeom>
              <a:avLst/>
              <a:gdLst/>
              <a:ahLst/>
              <a:cxnLst/>
              <a:rect l="0" t="0" r="0" b="0"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39450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3945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4889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5833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6777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7721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8665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19609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0553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1497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2441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3385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4329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5273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6217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7161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8105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049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29993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0937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1881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2825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376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471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5657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660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754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848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39433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037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2657" y="160555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2657" y="1605559"/>
              <a:ext cx="918677" cy="914400"/>
            </a:xfrm>
            <a:custGeom>
              <a:avLst/>
              <a:gdLst/>
              <a:ahLst/>
              <a:cxnLst/>
              <a:rect l="0" t="0" r="0" b="0"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92914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9291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10235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117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212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3067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4011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95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89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843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787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873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9675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20619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1563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250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3451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4395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5339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6283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7227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8171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9115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30059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31004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1948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2892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3836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4780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5724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6668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7612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8556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9500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40444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1388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2332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3276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4220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5164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6108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7052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7996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8940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98844" y="160555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508285" y="1587989"/>
              <a:ext cx="923840" cy="927553"/>
            </a:xfrm>
            <a:custGeom>
              <a:avLst/>
              <a:gdLst/>
              <a:ahLst/>
              <a:cxnLst/>
              <a:rect l="0" t="0" r="0" b="0"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17725" y="1587989"/>
              <a:ext cx="923840" cy="924715"/>
            </a:xfrm>
            <a:custGeom>
              <a:avLst/>
              <a:gdLst/>
              <a:ahLst/>
              <a:cxnLst/>
              <a:rect l="0" t="0" r="0" b="0"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27165" y="1587989"/>
              <a:ext cx="923840" cy="920265"/>
            </a:xfrm>
            <a:custGeom>
              <a:avLst/>
              <a:gdLst/>
              <a:ahLst/>
              <a:cxnLst/>
              <a:rect l="0" t="0" r="0" b="0"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36605" y="1587989"/>
              <a:ext cx="914779" cy="914633"/>
            </a:xfrm>
            <a:custGeom>
              <a:avLst/>
              <a:gdLst/>
              <a:ahLst/>
              <a:cxnLst/>
              <a:rect l="0" t="0" r="0" b="0"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39450" y="1587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48890" y="157041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4889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5833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6777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7721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8665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19609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0553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1497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2441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3385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4329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5273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6217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7161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8105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049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29993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093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1881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2825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376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471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5657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660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754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848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39433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3217" y="158798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399" y="905076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3217" y="1587989"/>
              <a:ext cx="919709" cy="914400"/>
            </a:xfrm>
            <a:custGeom>
              <a:avLst/>
              <a:gdLst/>
              <a:ahLst/>
              <a:cxnLst/>
              <a:rect l="0" t="0" r="0" b="0"/>
              <a:pathLst>
                <a:path w="919709" h="914400">
                  <a:moveTo>
                    <a:pt x="914399" y="914400"/>
                  </a:moveTo>
                  <a:lnTo>
                    <a:pt x="914399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83474" y="1570419"/>
              <a:ext cx="914400" cy="919298"/>
            </a:xfrm>
            <a:custGeom>
              <a:avLst/>
              <a:gdLst/>
              <a:ahLst/>
              <a:cxnLst/>
              <a:rect l="0" t="0" r="0" b="0"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834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9291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10235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117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212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3067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4011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95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89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843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787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873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9675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20619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1563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2507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3451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4395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5339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6283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7227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8171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9115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30059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31004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1948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2892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3836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4780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5724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6668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7612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8556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9500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40444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1388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2332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3276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4220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5164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6108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7052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7996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8940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9884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50828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1772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2716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36605" y="158798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46046" y="1570419"/>
              <a:ext cx="923840" cy="926401"/>
            </a:xfrm>
            <a:custGeom>
              <a:avLst/>
              <a:gdLst/>
              <a:ahLst/>
              <a:cxnLst/>
              <a:rect l="0" t="0" r="0" b="0"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55486" y="1570419"/>
              <a:ext cx="923669" cy="920612"/>
            </a:xfrm>
            <a:custGeom>
              <a:avLst/>
              <a:gdLst/>
              <a:ahLst/>
              <a:cxnLst/>
              <a:rect l="0" t="0" r="0" b="0"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48890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4889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5833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6777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7721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8665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19609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0553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1497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2441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3385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4329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5273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6217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7161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8105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049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29993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093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1881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2825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376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471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5657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660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754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848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03777" y="157041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03777" y="1570419"/>
              <a:ext cx="918521" cy="914399"/>
            </a:xfrm>
            <a:custGeom>
              <a:avLst/>
              <a:gdLst/>
              <a:ahLst/>
              <a:cxnLst/>
              <a:rect l="0" t="0" r="0" b="0"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83474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834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9291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10235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117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212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3067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4011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95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89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843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787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873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9675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20619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1563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2507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3451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4395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5339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6283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7227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8171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9115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30059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31004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1948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2892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3836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4780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5724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6668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7612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8556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9500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40444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1388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2332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3276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4220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5164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6108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7052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7996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8940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9884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50828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1772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2716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3660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4604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55486" y="157041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64926" y="1552849"/>
              <a:ext cx="923840" cy="931841"/>
            </a:xfrm>
            <a:custGeom>
              <a:avLst/>
              <a:gdLst/>
              <a:ahLst/>
              <a:cxnLst/>
              <a:rect l="0" t="0" r="0" b="0"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74366" y="1552849"/>
              <a:ext cx="923840" cy="923894"/>
            </a:xfrm>
            <a:custGeom>
              <a:avLst/>
              <a:gdLst/>
              <a:ahLst/>
              <a:cxnLst/>
              <a:rect l="0" t="0" r="0" b="0"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83807" y="1552849"/>
              <a:ext cx="915873" cy="915399"/>
            </a:xfrm>
            <a:custGeom>
              <a:avLst/>
              <a:gdLst/>
              <a:ahLst/>
              <a:cxnLst/>
              <a:rect l="0" t="0" r="0" b="0"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39450" y="1535279"/>
              <a:ext cx="914400" cy="931229"/>
            </a:xfrm>
            <a:custGeom>
              <a:avLst/>
              <a:gdLst/>
              <a:ahLst/>
              <a:cxnLst/>
              <a:rect l="0" t="0" r="0" b="0"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3945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4889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5833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6777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7721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8665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19609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0553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1497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2441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3385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4329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5273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6217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7161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8105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049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29993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093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1881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2825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376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471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5657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660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754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394336" y="1552849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399" y="902244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394336" y="1552849"/>
              <a:ext cx="916377" cy="914399"/>
            </a:xfrm>
            <a:custGeom>
              <a:avLst/>
              <a:gdLst/>
              <a:ahLst/>
              <a:cxnLst/>
              <a:rect l="0" t="0" r="0" b="0"/>
              <a:pathLst>
                <a:path w="916377" h="914399">
                  <a:moveTo>
                    <a:pt x="914399" y="914399"/>
                  </a:moveTo>
                  <a:lnTo>
                    <a:pt x="914399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83474" y="15352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834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9291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10235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117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212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3067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4011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95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899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843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787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873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9675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20619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1563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2507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3451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4395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5339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6283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7227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8171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9115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30059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31004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1948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2892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3836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4780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5724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6668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7612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8556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9500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40444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1388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2332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3276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4220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5164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6108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7052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7996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8940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9884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50828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1772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2716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3660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4604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5548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6492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7436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83807" y="155284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93247" y="1535279"/>
              <a:ext cx="923840" cy="928240"/>
            </a:xfrm>
            <a:custGeom>
              <a:avLst/>
              <a:gdLst/>
              <a:ahLst/>
              <a:cxnLst/>
              <a:rect l="0" t="0" r="0" b="0"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602687" y="1535279"/>
              <a:ext cx="923840" cy="923829"/>
            </a:xfrm>
            <a:custGeom>
              <a:avLst/>
              <a:gdLst/>
              <a:ahLst/>
              <a:cxnLst/>
              <a:rect l="0" t="0" r="0" b="0"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612127" y="1535279"/>
              <a:ext cx="922453" cy="919242"/>
            </a:xfrm>
            <a:custGeom>
              <a:avLst/>
              <a:gdLst/>
              <a:ahLst/>
              <a:cxnLst/>
              <a:rect l="0" t="0" r="0" b="0"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39450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3945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4889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5833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6777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7721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8665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19609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0553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1497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2441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3385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4329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5273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6217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7161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8105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049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29993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093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1881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2825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376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471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5657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660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754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84896" y="1535279"/>
              <a:ext cx="922848" cy="914400"/>
            </a:xfrm>
            <a:custGeom>
              <a:avLst/>
              <a:gdLst/>
              <a:ahLst/>
              <a:cxnLst/>
              <a:rect l="0" t="0" r="0" b="0"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83474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834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9291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10235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117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212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3067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4011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95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899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843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787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873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9675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20619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1563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2507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3451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4395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5339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6283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7227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8171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9115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30059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31004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1948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2892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3836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4780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5724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6668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7612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8556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9500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40444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1388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2332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3276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4220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5164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6108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7052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7996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8940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9884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50828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1772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2716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3660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4604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5548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6492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7436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8380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9324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60268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612127" y="153527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21568" y="1517710"/>
              <a:ext cx="923840" cy="930951"/>
            </a:xfrm>
            <a:custGeom>
              <a:avLst/>
              <a:gdLst/>
              <a:ahLst/>
              <a:cxnLst/>
              <a:rect l="0" t="0" r="0" b="0"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31008" y="1517710"/>
              <a:ext cx="923121" cy="923331"/>
            </a:xfrm>
            <a:custGeom>
              <a:avLst/>
              <a:gdLst/>
              <a:ahLst/>
              <a:cxnLst/>
              <a:rect l="0" t="0" r="0" b="0"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30010" y="1500140"/>
              <a:ext cx="914400" cy="919531"/>
            </a:xfrm>
            <a:custGeom>
              <a:avLst/>
              <a:gdLst/>
              <a:ahLst/>
              <a:cxnLst/>
              <a:rect l="0" t="0" r="0" b="0"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3001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3945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4889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5833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6777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7721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8665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19609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0553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1497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2441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3385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4329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5273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6217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7161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8105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049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29993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093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1881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2825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376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471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5657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660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84896" y="1517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84896" y="1517710"/>
              <a:ext cx="918879" cy="914400"/>
            </a:xfrm>
            <a:custGeom>
              <a:avLst/>
              <a:gdLst/>
              <a:ahLst/>
              <a:cxnLst/>
              <a:rect l="0" t="0" r="0" b="0"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83474" y="150014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834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9291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10235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117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212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3067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4011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955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899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843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787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873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9675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20619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1563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2507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3451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4395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5339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6283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7227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8171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9115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30059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31004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1948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2892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3836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4780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5724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6668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7612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8556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9500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40444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1388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2332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3276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4220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5164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6108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7052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7996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8940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9884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50828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1772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2716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3660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4604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5548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6492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7436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8380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9324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60268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61212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2156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31008" y="15177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40448" y="1500140"/>
              <a:ext cx="923840" cy="931182"/>
            </a:xfrm>
            <a:custGeom>
              <a:avLst/>
              <a:gdLst/>
              <a:ahLst/>
              <a:cxnLst/>
              <a:rect l="0" t="0" r="0" b="0"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49888" y="1500140"/>
              <a:ext cx="918873" cy="920130"/>
            </a:xfrm>
            <a:custGeom>
              <a:avLst/>
              <a:gdLst/>
              <a:ahLst/>
              <a:cxnLst/>
              <a:rect l="0" t="0" r="0" b="0"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11129" y="1482570"/>
              <a:ext cx="914400" cy="918089"/>
            </a:xfrm>
            <a:custGeom>
              <a:avLst/>
              <a:gdLst/>
              <a:ahLst/>
              <a:cxnLst/>
              <a:rect l="0" t="0" r="0" b="0"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11129" y="1482570"/>
              <a:ext cx="923840" cy="928670"/>
            </a:xfrm>
            <a:custGeom>
              <a:avLst/>
              <a:gdLst/>
              <a:ahLst/>
              <a:cxnLst/>
              <a:rect l="0" t="0" r="0" b="0"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2056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3001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3945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4889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5833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6777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7721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8665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19609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0553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1497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2441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3385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4329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5273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6217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7161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8105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049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29993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093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1881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2825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376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471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5657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660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75456" y="1500140"/>
              <a:ext cx="923283" cy="914400"/>
            </a:xfrm>
            <a:custGeom>
              <a:avLst/>
              <a:gdLst/>
              <a:ahLst/>
              <a:cxnLst/>
              <a:rect l="0" t="0" r="0" b="0"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83474" y="148257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834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9291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10235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117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212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3067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4011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955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899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843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787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873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9675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20619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1563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2507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3451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4395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5339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6283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7227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8171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9115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30059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31004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1948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2892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3836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4780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5724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6668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7612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8556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9500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40444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1388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2332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3276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4220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5164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6108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7052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7996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8940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9884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50828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1772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2716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3660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4604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5548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6492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7436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8380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9324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60268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61212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2156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3100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4044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49888" y="150014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59328" y="1482570"/>
              <a:ext cx="920873" cy="924879"/>
            </a:xfrm>
            <a:custGeom>
              <a:avLst/>
              <a:gdLst/>
              <a:ahLst/>
              <a:cxnLst/>
              <a:rect l="0" t="0" r="0" b="0"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01689" y="1465000"/>
              <a:ext cx="914400" cy="922478"/>
            </a:xfrm>
            <a:custGeom>
              <a:avLst/>
              <a:gdLst/>
              <a:ahLst/>
              <a:cxnLst/>
              <a:rect l="0" t="0" r="0" b="0"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0168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1112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2056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3001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3945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4889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5833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6777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7721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8665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19609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0553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1497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2441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3385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4329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5273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6217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7161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8105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049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29993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093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1881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2825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376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471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5657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75456" y="148257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75456" y="1482570"/>
              <a:ext cx="917012" cy="914400"/>
            </a:xfrm>
            <a:custGeom>
              <a:avLst/>
              <a:gdLst/>
              <a:ahLst/>
              <a:cxnLst/>
              <a:rect l="0" t="0" r="0" b="0"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75456" y="1465000"/>
              <a:ext cx="916914" cy="922385"/>
            </a:xfrm>
            <a:custGeom>
              <a:avLst/>
              <a:gdLst/>
              <a:ahLst/>
              <a:cxnLst/>
              <a:rect l="0" t="0" r="0" b="0"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83474" y="146500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834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9291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10235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117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212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3067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4011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955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899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843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787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8731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9675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20619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1563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2507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3451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4395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5339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6283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7227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8171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9115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30059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31004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1948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2892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3836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4780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5724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6668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7612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8556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9500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40444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1388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2332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3276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4220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5164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6108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7052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7996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8940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9884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50828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1772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2716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3660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4604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5548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6492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7436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8380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9324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60268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61212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2156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3100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4044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4988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59328" y="148257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68769" y="1465000"/>
              <a:ext cx="921520" cy="926829"/>
            </a:xfrm>
            <a:custGeom>
              <a:avLst/>
              <a:gdLst/>
              <a:ahLst/>
              <a:cxnLst/>
              <a:rect l="0" t="0" r="0" b="0"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092249" y="1447430"/>
              <a:ext cx="914400" cy="923575"/>
            </a:xfrm>
            <a:custGeom>
              <a:avLst/>
              <a:gdLst/>
              <a:ahLst/>
              <a:cxnLst/>
              <a:rect l="0" t="0" r="0" b="0"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09224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0168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1112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2056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3001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3945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4889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5833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6777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7721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8665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19609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0553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1497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2441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3385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4329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5273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6217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7161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8105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049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29993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093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1881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2825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376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471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5657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660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75456" y="1465000"/>
              <a:ext cx="921561" cy="914400"/>
            </a:xfrm>
            <a:custGeom>
              <a:avLst/>
              <a:gdLst/>
              <a:ahLst/>
              <a:cxnLst/>
              <a:rect l="0" t="0" r="0" b="0"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83474" y="14474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834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9291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10235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117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212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3067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4011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955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899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843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787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873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9675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20619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1563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2507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3451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4395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5339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6283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7227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8171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9115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30059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31004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1948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2892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3836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4780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5724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6668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7612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8556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9500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40444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1388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2332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3276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4220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5164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6108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7052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7996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8940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9884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50828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1772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2716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3660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4604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5548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6492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7436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8380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9324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60268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61212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2156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3100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4044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4988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5932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68769" y="146500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78209" y="1447430"/>
              <a:ext cx="923840" cy="928707"/>
            </a:xfrm>
            <a:custGeom>
              <a:avLst/>
              <a:gdLst/>
              <a:ahLst/>
              <a:cxnLst/>
              <a:rect l="0" t="0" r="0" b="0"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87649" y="1447430"/>
              <a:ext cx="923319" cy="922261"/>
            </a:xfrm>
            <a:custGeom>
              <a:avLst/>
              <a:gdLst/>
              <a:ahLst/>
              <a:cxnLst/>
              <a:rect l="0" t="0" r="0" b="0"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82808" y="1429861"/>
              <a:ext cx="914400" cy="920717"/>
            </a:xfrm>
            <a:custGeom>
              <a:avLst/>
              <a:gdLst/>
              <a:ahLst/>
              <a:cxnLst/>
              <a:rect l="0" t="0" r="0" b="0"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828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09224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0168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1112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2056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3001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3945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4889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5833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6777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7721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8665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19609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0553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1497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2441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3385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4329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5273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6217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7161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8105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049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29993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0937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1881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2825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376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471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5657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660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75456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84896" y="1429861"/>
              <a:ext cx="915731" cy="921520"/>
            </a:xfrm>
            <a:custGeom>
              <a:avLst/>
              <a:gdLst/>
              <a:ahLst/>
              <a:cxnLst/>
              <a:rect l="0" t="0" r="0" b="0"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83474" y="14474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92914" y="14298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9291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10235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117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212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3067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4011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955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899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843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787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873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9675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20619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1563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2507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3451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4395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5339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6283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7227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8171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9115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30059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31004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1948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2892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3836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4780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5724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6668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7612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8556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9500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40444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1388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2332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3276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4220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5164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6108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7052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7996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8940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9884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50828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1772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2716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3660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4604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5548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6492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7436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8380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9324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60268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61212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2156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310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4044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4988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5932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6876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7820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87649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97089" y="1429861"/>
              <a:ext cx="923840" cy="931477"/>
            </a:xfrm>
            <a:custGeom>
              <a:avLst/>
              <a:gdLst/>
              <a:ahLst/>
              <a:cxnLst/>
              <a:rect l="0" t="0" r="0" b="0"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706530" y="1429861"/>
              <a:ext cx="919383" cy="920939"/>
            </a:xfrm>
            <a:custGeom>
              <a:avLst/>
              <a:gdLst/>
              <a:ahLst/>
              <a:cxnLst/>
              <a:rect l="0" t="0" r="0" b="0"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73368" y="1412291"/>
              <a:ext cx="914400" cy="917025"/>
            </a:xfrm>
            <a:custGeom>
              <a:avLst/>
              <a:gdLst/>
              <a:ahLst/>
              <a:cxnLst/>
              <a:rect l="0" t="0" r="0" b="0"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733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828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0922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016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1112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2056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3001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3945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4889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5833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6777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7721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8665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19609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0553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1497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2441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3385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4329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5273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6217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7161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8105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049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29993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0937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1881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2825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376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471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5657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660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754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84896" y="1429861"/>
              <a:ext cx="918446" cy="914400"/>
            </a:xfrm>
            <a:custGeom>
              <a:avLst/>
              <a:gdLst/>
              <a:ahLst/>
              <a:cxnLst/>
              <a:rect l="0" t="0" r="0" b="0"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92914" y="141229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9291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10235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117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212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3067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4011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95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899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843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787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873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9675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20619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1563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2507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3451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4395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5339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6283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7227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8171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9115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30059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31004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1948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2892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3836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4780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5724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6668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7612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8556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9500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40444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1388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2332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3276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4220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5164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6108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7052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7996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8940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9884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50828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1772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2716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3660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4604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5548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6492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7436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8380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9324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60268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61212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215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310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4044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4988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5932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6876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7820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876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970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706530" y="142986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715970" y="1412291"/>
              <a:ext cx="921017" cy="925437"/>
            </a:xfrm>
            <a:custGeom>
              <a:avLst/>
              <a:gdLst/>
              <a:ahLst/>
              <a:cxnLst/>
              <a:rect l="0" t="0" r="0" b="0"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63928" y="1394721"/>
              <a:ext cx="914400" cy="917829"/>
            </a:xfrm>
            <a:custGeom>
              <a:avLst/>
              <a:gdLst/>
              <a:ahLst/>
              <a:cxnLst/>
              <a:rect l="0" t="0" r="0" b="0"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639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733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828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0922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016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1112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2056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3001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3945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4889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5833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6777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7721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8665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19609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0553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1497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2441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3385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4329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5273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6217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7161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8105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049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29993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0937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1881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2825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376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471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5657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660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754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84896" y="1412291"/>
              <a:ext cx="920306" cy="914399"/>
            </a:xfrm>
            <a:custGeom>
              <a:avLst/>
              <a:gdLst/>
              <a:ahLst/>
              <a:cxnLst/>
              <a:rect l="0" t="0" r="0" b="0"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92914" y="141229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102354" y="139472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10235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117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212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3067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4011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95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899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843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787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873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9675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20619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1563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2507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3451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4395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5339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6283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7227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8171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9115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30059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31004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1948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2892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3836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4780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5724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6668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7612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8556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9500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40444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1388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2332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3276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4220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5164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6108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7052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7996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8940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9884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50828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1772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2716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3660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4604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5548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6492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7436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8380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9324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60268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61212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215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310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4044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4988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593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6876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7820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876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970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70653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715970" y="1412291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25410" y="1394721"/>
              <a:ext cx="920257" cy="926738"/>
            </a:xfrm>
            <a:custGeom>
              <a:avLst/>
              <a:gdLst/>
              <a:ahLst/>
              <a:cxnLst/>
              <a:rect l="0" t="0" r="0" b="0"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54488" y="1377151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544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639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733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828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0922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016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1112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2056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3001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3945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4889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5833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6777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7721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8665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19609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0553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1497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2441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3385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4329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5273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6217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7161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8105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049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29993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0937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1881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2825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376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471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5657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660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754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84896" y="1394721"/>
              <a:ext cx="921315" cy="914400"/>
            </a:xfrm>
            <a:custGeom>
              <a:avLst/>
              <a:gdLst/>
              <a:ahLst/>
              <a:cxnLst/>
              <a:rect l="0" t="0" r="0" b="0"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102354" y="137715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10235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117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212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3067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4011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95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899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843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787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873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9675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20619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1563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2507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3451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4395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5339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6283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7227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8171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9115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30059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31004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1948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2892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3836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4780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5724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6668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7612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8556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9500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40444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1388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2332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3276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4220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5164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6108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7052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7996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8940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9884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50828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1772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2716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3660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4604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5548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6492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7436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8380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9324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60268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61212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215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310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4044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498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593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6876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7820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876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970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70653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71597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25410" y="139472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34850" y="1377151"/>
              <a:ext cx="917782" cy="923409"/>
            </a:xfrm>
            <a:custGeom>
              <a:avLst/>
              <a:gdLst/>
              <a:ahLst/>
              <a:cxnLst/>
              <a:rect l="0" t="0" r="0" b="0"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54488" y="135958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544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639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733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828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0922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016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1112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2056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300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3945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4889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5833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6777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7721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8665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19609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0553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1497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2441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3385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4329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5273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6217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7161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8105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049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29993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0937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1881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2825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376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471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5657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660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754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84896" y="1377151"/>
              <a:ext cx="921600" cy="914400"/>
            </a:xfrm>
            <a:custGeom>
              <a:avLst/>
              <a:gdLst/>
              <a:ahLst/>
              <a:cxnLst/>
              <a:rect l="0" t="0" r="0" b="0"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102354" y="137715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11795" y="135958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117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212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3067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4011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95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899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843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787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873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9675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20619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1563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2507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3451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4395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5339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6283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7227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8171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9115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30059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31004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1948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2892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3836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4780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5724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6668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7612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8556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9500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40444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1388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2332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3276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4220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5164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6108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7052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7996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8940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9884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50828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1772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2716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3660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4604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5548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6492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7436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8380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9324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60268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61212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215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310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4044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498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593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6876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7820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876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970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70653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71597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254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34850" y="1377151"/>
              <a:ext cx="923391" cy="914400"/>
            </a:xfrm>
            <a:custGeom>
              <a:avLst/>
              <a:gdLst/>
              <a:ahLst/>
              <a:cxnLst/>
              <a:rect l="0" t="0" r="0" b="0"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45047" y="1342012"/>
              <a:ext cx="914400" cy="930752"/>
            </a:xfrm>
            <a:custGeom>
              <a:avLst/>
              <a:gdLst/>
              <a:ahLst/>
              <a:cxnLst/>
              <a:rect l="0" t="0" r="0" b="0"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450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544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639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733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828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0922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016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1112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2056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300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3945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4889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5833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6777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7721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8665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19609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0553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1497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2441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3385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4329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5273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6217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7161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8105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049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29993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0937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1881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2825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3769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471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5657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660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754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84896" y="1359581"/>
              <a:ext cx="921578" cy="914400"/>
            </a:xfrm>
            <a:custGeom>
              <a:avLst/>
              <a:gdLst/>
              <a:ahLst/>
              <a:cxnLst/>
              <a:rect l="0" t="0" r="0" b="0"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11795" y="135958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399" y="905913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21235" y="134201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212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3067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4011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95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899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843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787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873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9675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20619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1563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2507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3451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4395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5339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6283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7227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8171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9115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30059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31004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1948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2892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3836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4780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5724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6668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7612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8556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9500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40444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1388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2332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3276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4220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5164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6108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7052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7996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8940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9884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50828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1772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2716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3660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4604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5548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6492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7436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8380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932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60268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61212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215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310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4044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498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593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6876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7820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876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970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70653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71597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254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34850" y="135958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44291" y="1342012"/>
              <a:ext cx="918411" cy="930340"/>
            </a:xfrm>
            <a:custGeom>
              <a:avLst/>
              <a:gdLst/>
              <a:ahLst/>
              <a:cxnLst/>
              <a:rect l="0" t="0" r="0" b="0"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35607" y="1324442"/>
              <a:ext cx="914400" cy="931347"/>
            </a:xfrm>
            <a:custGeom>
              <a:avLst/>
              <a:gdLst/>
              <a:ahLst/>
              <a:cxnLst/>
              <a:rect l="0" t="0" r="0" b="0"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356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450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544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639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733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828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0922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016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1112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2056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300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394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4889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5833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6777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7721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8665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19609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0553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1497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2441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3385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4329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5273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6217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7161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8105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049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29993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0937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1881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2825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3769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4713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5657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660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754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84896" y="1342012"/>
              <a:ext cx="921117" cy="914399"/>
            </a:xfrm>
            <a:custGeom>
              <a:avLst/>
              <a:gdLst/>
              <a:ahLst/>
              <a:cxnLst/>
              <a:rect l="0" t="0" r="0" b="0"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21235" y="1342012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399" y="908474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30675" y="132444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3067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4011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95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899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843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787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873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9675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20619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1563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2507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3451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4395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5339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6283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7227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8171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9115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30059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31004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1948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2892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3836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4780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5724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6668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7612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8556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9500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40444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1388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2332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3276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4220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5164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6108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7052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7996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8940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9884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50828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1772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2716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3660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4604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5548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6492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7436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838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932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60268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61212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215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310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4044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498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593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6876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7820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876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970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70653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71597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254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348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44291" y="1342012"/>
              <a:ext cx="921849" cy="914399"/>
            </a:xfrm>
            <a:custGeom>
              <a:avLst/>
              <a:gdLst/>
              <a:ahLst/>
              <a:cxnLst/>
              <a:rect l="0" t="0" r="0" b="0"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26167" y="1306872"/>
              <a:ext cx="914400" cy="931206"/>
            </a:xfrm>
            <a:custGeom>
              <a:avLst/>
              <a:gdLst/>
              <a:ahLst/>
              <a:cxnLst/>
              <a:rect l="0" t="0" r="0" b="0"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2616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356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450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544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639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733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828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0922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016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1112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2056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300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394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4889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5833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6777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7721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8665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19609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0553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1497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2441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3385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4329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5273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6217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7161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8105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049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29993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0937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1881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2825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3769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4713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5657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660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754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84896" y="1324442"/>
              <a:ext cx="920191" cy="914399"/>
            </a:xfrm>
            <a:custGeom>
              <a:avLst/>
              <a:gdLst/>
              <a:ahLst/>
              <a:cxnLst/>
              <a:rect l="0" t="0" r="0" b="0"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30675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40115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400" y="904271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9556" y="130687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95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899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843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787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873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9675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20619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1563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2507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3451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4395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5339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6283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7227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8171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9115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30059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31004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1948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2892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3836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4780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5724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6668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7612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8556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9500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40444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1388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2332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3276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4220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5164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6108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7052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7996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8940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9884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50828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1772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2716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3660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4604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5548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6492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7436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838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932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60268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61212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215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310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4044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498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593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6876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7820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876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970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70653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71597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254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348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44291" y="1324442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53731" y="1306872"/>
              <a:ext cx="914944" cy="918930"/>
            </a:xfrm>
            <a:custGeom>
              <a:avLst/>
              <a:gdLst/>
              <a:ahLst/>
              <a:cxnLst/>
              <a:rect l="0" t="0" r="0" b="0"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16727" y="1289302"/>
              <a:ext cx="914400" cy="925912"/>
            </a:xfrm>
            <a:custGeom>
              <a:avLst/>
              <a:gdLst/>
              <a:ahLst/>
              <a:cxnLst/>
              <a:rect l="0" t="0" r="0" b="0"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167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2616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356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450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544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6392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733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828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09224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016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1112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2056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300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394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4889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5833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6777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7721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8665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19609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0553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1497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2441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3385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4329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5273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6217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7161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8105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049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29993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0937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1881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2825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3769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4713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5657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660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7545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84896" y="1306872"/>
              <a:ext cx="918530" cy="914400"/>
            </a:xfrm>
            <a:custGeom>
              <a:avLst/>
              <a:gdLst/>
              <a:ahLst/>
              <a:cxnLst/>
              <a:rect l="0" t="0" r="0" b="0"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955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4071" y="914400"/>
                  </a:lnTo>
                  <a:lnTo>
                    <a:pt x="914399" y="91414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899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399" y="90836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843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399" y="903597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787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399" y="898937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87316" y="128930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873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9675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20619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1563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2507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3451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4395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5339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6283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7227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8171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9115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30059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31004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1948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2892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3836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4780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5724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6668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7612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8556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9500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40444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1388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2332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3276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4220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5164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6108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7052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7996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8940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9884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50828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1772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2716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3660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4604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5548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6492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7436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838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932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60268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6121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215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310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4044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498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5932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6876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7820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8764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970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70653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71597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254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348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4429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53731" y="130687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63171" y="1289302"/>
              <a:ext cx="920969" cy="921379"/>
            </a:xfrm>
            <a:custGeom>
              <a:avLst/>
              <a:gdLst/>
              <a:ahLst/>
              <a:cxnLst/>
              <a:rect l="0" t="0" r="0" b="0"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16727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167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2616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356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450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544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6392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733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828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09224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0168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1112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2056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3001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3945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4889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5833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6777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7721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8665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19609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0553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1497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2441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3385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4329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5273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6217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7161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8105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049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29993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0937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1881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2825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3769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4713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5657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6601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84896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84896" y="1289302"/>
              <a:ext cx="915958" cy="914400"/>
            </a:xfrm>
            <a:custGeom>
              <a:avLst/>
              <a:gdLst/>
              <a:ahLst/>
              <a:cxnLst/>
              <a:rect l="0" t="0" r="0" b="0"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87316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96757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400" y="909627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206197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399" y="90847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15637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399" y="908656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25077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3451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4395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5339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6283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7227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8171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9115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30059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31004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1948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2892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38360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3836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4780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5724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6668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7612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8556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9500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40444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1388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2332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3276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4220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5164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6108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7052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7996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8940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9884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50828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1772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2716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3660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4604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5548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6492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7436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838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932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60268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6121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215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310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4044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498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5932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6876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7820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8764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9708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70653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71597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2541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3485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4429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5373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63171" y="128930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72611" y="1271733"/>
              <a:ext cx="923840" cy="928597"/>
            </a:xfrm>
            <a:custGeom>
              <a:avLst/>
              <a:gdLst/>
              <a:ahLst/>
              <a:cxnLst/>
              <a:rect l="0" t="0" r="0" b="0"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82052" y="1271733"/>
              <a:ext cx="915223" cy="915694"/>
            </a:xfrm>
            <a:custGeom>
              <a:avLst/>
              <a:gdLst/>
              <a:ahLst/>
              <a:cxnLst/>
              <a:rect l="0" t="0" r="0" b="0"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07287" y="1254163"/>
              <a:ext cx="914400" cy="928692"/>
            </a:xfrm>
            <a:custGeom>
              <a:avLst/>
              <a:gdLst/>
              <a:ahLst/>
              <a:cxnLst/>
              <a:rect l="0" t="0" r="0" b="0"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072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167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2616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356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450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544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6392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733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828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09224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0168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1112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2056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3001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3945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4889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5833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6777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7721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8665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19609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0553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1497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2441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3385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4329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5273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6217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7161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8105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049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29993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0937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1881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2825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3769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4713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5657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6601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75456" y="1271733"/>
              <a:ext cx="921954" cy="914400"/>
            </a:xfrm>
            <a:custGeom>
              <a:avLst/>
              <a:gdLst/>
              <a:ahLst/>
              <a:cxnLst/>
              <a:rect l="0" t="0" r="0" b="0"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38360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47801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57241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66681" y="125416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6668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7612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8556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9500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40444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1388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2332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3276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4220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5164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6108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7052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7996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8940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9884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50828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1772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2716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3660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4604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5548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6492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7436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838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932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6026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6121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215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310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4044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498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5932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6876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7820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8764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9708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70653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71597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2541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3485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4429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5373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6317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7261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82052" y="127173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91492" y="1254163"/>
              <a:ext cx="915813" cy="917133"/>
            </a:xfrm>
            <a:custGeom>
              <a:avLst/>
              <a:gdLst/>
              <a:ahLst/>
              <a:cxnLst/>
              <a:rect l="0" t="0" r="0" b="0"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07287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072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167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2616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356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450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5448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6392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733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828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09224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0168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1112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2056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3001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3945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4889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5833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6777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7721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8665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19609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0553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1497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2441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3385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4329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5273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6217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7161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8105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049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29993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0937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1881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2825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3769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4713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5657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75456" y="125416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75456" y="1254163"/>
              <a:ext cx="917536" cy="914400"/>
            </a:xfrm>
            <a:custGeom>
              <a:avLst/>
              <a:gdLst/>
              <a:ahLst/>
              <a:cxnLst/>
              <a:rect l="0" t="0" r="0" b="0"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66681" y="12541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76121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7612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8556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9500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40444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1388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2332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3276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4220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5164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6108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7052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7996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8940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9884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50828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1772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2716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3660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4604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5548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6492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7436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838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932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6026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6121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215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310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4044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4988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5932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6876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7820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8764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9708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70653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71597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2541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3485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4429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5373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6317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7261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8205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91492" y="1254163"/>
              <a:ext cx="923775" cy="914400"/>
            </a:xfrm>
            <a:custGeom>
              <a:avLst/>
              <a:gdLst/>
              <a:ahLst/>
              <a:cxnLst/>
              <a:rect l="0" t="0" r="0" b="0"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07287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072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167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2616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356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450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5448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6392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733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828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09224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0168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1112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2056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3001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3945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4889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5833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6777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7721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8665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19609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0553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1497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2441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3385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4329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5273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6217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7161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8105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049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29993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0937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1881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2825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3769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4713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5657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66016" y="1236593"/>
              <a:ext cx="921917" cy="914400"/>
            </a:xfrm>
            <a:custGeom>
              <a:avLst/>
              <a:gdLst/>
              <a:ahLst/>
              <a:cxnLst/>
              <a:rect l="0" t="0" r="0" b="0"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76121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85562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95002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404442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40444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1388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2332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3276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4220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5164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6108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7052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7996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8940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9884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50828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1772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2716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3660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4604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5548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6492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7436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838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932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6026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6121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215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310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4044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4988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5932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6876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7820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8764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9708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70653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71597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2541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3485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4429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5373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6317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7261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8205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91492" y="123659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800932" y="1219023"/>
              <a:ext cx="920718" cy="931814"/>
            </a:xfrm>
            <a:custGeom>
              <a:avLst/>
              <a:gdLst/>
              <a:ahLst/>
              <a:cxnLst/>
              <a:rect l="0" t="0" r="0" b="0"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07287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072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167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2616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356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450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5448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6392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733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828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09224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0168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1112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2056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3001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3945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4889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5833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6777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7721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8665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19609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0553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1497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2441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3385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4329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5273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6217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7161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8105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049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29993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0937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1881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2825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3769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4713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66016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66016" y="1219023"/>
              <a:ext cx="916036" cy="914400"/>
            </a:xfrm>
            <a:custGeom>
              <a:avLst/>
              <a:gdLst/>
              <a:ahLst/>
              <a:cxnLst/>
              <a:rect l="0" t="0" r="0" b="0"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404442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13882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1388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2332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3276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4220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5164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6108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7052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7996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8940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9884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50828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1772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2716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3660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4604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5548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6492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7436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838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932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6026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6121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215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310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4044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4988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5932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6876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7820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8764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9708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70653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71597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2541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3485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4429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5373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6317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7261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8205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9149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800932" y="121902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810372" y="1201453"/>
              <a:ext cx="916390" cy="921773"/>
            </a:xfrm>
            <a:custGeom>
              <a:avLst/>
              <a:gdLst/>
              <a:ahLst/>
              <a:cxnLst/>
              <a:rect l="0" t="0" r="0" b="0"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07287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072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167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2616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356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450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5448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6392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733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8280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09224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0168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1112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2056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3001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3945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4889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5833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6777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7721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8665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19609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0553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1497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2441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3385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4329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5273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6217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7161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8105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049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29993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0937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1881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2825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3769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56575" y="120145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56575" y="1201453"/>
              <a:ext cx="918159" cy="914400"/>
            </a:xfrm>
            <a:custGeom>
              <a:avLst/>
              <a:gdLst/>
              <a:ahLst/>
              <a:cxnLst/>
              <a:rect l="0" t="0" r="0" b="0"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13882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1388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2332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3276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4220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5164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6108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7052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7996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8940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9884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50828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1772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2716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3660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4604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5548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6492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7436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838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932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6026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6121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215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3100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4044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4988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5932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6876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7820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8764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9708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70653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71597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2541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3485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4429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5373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6317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7261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8205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9149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80093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810372" y="1201453"/>
              <a:ext cx="920431" cy="914400"/>
            </a:xfrm>
            <a:custGeom>
              <a:avLst/>
              <a:gdLst/>
              <a:ahLst/>
              <a:cxnLst/>
              <a:rect l="0" t="0" r="0" b="0"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07287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072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167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2616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356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450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5448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6392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7336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8280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09224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0168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1112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2056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3001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3945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4889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5833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6777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7721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8665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19609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0553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1497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2441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3385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4329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5273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6217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7161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8105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049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29993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0937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1881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2825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47135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47135" y="1183884"/>
              <a:ext cx="918450" cy="914400"/>
            </a:xfrm>
            <a:custGeom>
              <a:avLst/>
              <a:gdLst/>
              <a:ahLst/>
              <a:cxnLst/>
              <a:rect l="0" t="0" r="0" b="0"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13882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23322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2332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3276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4220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5164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6108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7052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7996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8940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9884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50828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1772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2716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3660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4604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5548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6492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7436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838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932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6026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6121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2156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3100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4044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4988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5932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6876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7820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8764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9708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70653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71597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2541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3485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4429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5373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6317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7261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8205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9149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80093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810372" y="1183884"/>
              <a:ext cx="923548" cy="914400"/>
            </a:xfrm>
            <a:custGeom>
              <a:avLst/>
              <a:gdLst/>
              <a:ahLst/>
              <a:cxnLst/>
              <a:rect l="0" t="0" r="0" b="0"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07287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0728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1672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2616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356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450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5448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6392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7336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8280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09224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0168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1112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2056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3001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3945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4889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5833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6777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7721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8665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19609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0553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1497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2441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3385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4329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5273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6217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7161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8105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049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29993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0937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28255" y="116631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37695" y="116631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37695" y="1166314"/>
              <a:ext cx="916122" cy="914400"/>
            </a:xfrm>
            <a:custGeom>
              <a:avLst/>
              <a:gdLst/>
              <a:ahLst/>
              <a:cxnLst/>
              <a:rect l="0" t="0" r="0" b="0"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23322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2332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3276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4220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5164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6108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7052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7996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8940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9884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50828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1772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2716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3660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4604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5548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6492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7436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838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932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60268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61212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2156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3100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4044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4988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5932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6876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7820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8764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9708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70653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71597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2541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3485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4429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5373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6317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7261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8205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9149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80093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810372" y="116631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19813" y="1148744"/>
              <a:ext cx="916772" cy="930041"/>
            </a:xfrm>
            <a:custGeom>
              <a:avLst/>
              <a:gdLst/>
              <a:ahLst/>
              <a:cxnLst/>
              <a:rect l="0" t="0" r="0" b="0"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07287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0728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1672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2616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3560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4504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5448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6392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7336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8280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09224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0168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1112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2056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3001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3945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4889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5833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6777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7721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8665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19609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0553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1497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2441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3385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4329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5273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6217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7161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8105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29993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0937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1881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18814" y="1148744"/>
              <a:ext cx="918739" cy="914400"/>
            </a:xfrm>
            <a:custGeom>
              <a:avLst/>
              <a:gdLst/>
              <a:ahLst/>
              <a:cxnLst/>
              <a:rect l="0" t="0" r="0" b="0"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23322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32763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3276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4220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5164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6108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7052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7996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8940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9884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50828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1772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2716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3660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4604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5548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6492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7436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8380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9324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60268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61212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2156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3100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4044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4988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5932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6876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7820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8764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9708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70653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71597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2541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3485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4429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5373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6317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7261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8205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9149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80093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81037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19813" y="1148744"/>
              <a:ext cx="919258" cy="914400"/>
            </a:xfrm>
            <a:custGeom>
              <a:avLst/>
              <a:gdLst/>
              <a:ahLst/>
              <a:cxnLst/>
              <a:rect l="0" t="0" r="0" b="0"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07287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0728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1672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2616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3560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4504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5448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6392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7336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8280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09224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0168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1112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2056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3001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3945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4889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5833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6777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7721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8665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19609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0553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1497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2441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3385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5273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6217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7161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8105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0494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0494" y="1131174"/>
              <a:ext cx="917083" cy="914400"/>
            </a:xfrm>
            <a:custGeom>
              <a:avLst/>
              <a:gdLst/>
              <a:ahLst/>
              <a:cxnLst/>
              <a:rect l="0" t="0" r="0" b="0"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3276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42203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4220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5164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6108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7052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7996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8940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9884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50828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1772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2716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3660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4604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5548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6492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7436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8380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9324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60268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61212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2156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3100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4044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4988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5932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6876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7820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8764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9708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70653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71597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2541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3485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4429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5373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6317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7261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8205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9149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80093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81037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19813" y="1131174"/>
              <a:ext cx="920930" cy="914400"/>
            </a:xfrm>
            <a:custGeom>
              <a:avLst/>
              <a:gdLst/>
              <a:ahLst/>
              <a:cxnLst/>
              <a:rect l="0" t="0" r="0" b="0"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07287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0728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1672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2616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3560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4504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5448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6392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7336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8280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09224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0168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1112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2056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3001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3945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4889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5833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6777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7721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8665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19609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0553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1497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2441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3385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43293" y="1113604"/>
              <a:ext cx="917528" cy="914399"/>
            </a:xfrm>
            <a:custGeom>
              <a:avLst/>
              <a:gdLst/>
              <a:ahLst/>
              <a:cxnLst/>
              <a:rect l="0" t="0" r="0" b="0"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42203" y="111360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51643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5164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6108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7052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7996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8940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9884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50828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1772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2716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3660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4604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5548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6492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7436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8380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9324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60268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61212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2156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3100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4044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4988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5932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6876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7820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8764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9708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70653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71597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2541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3485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4429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5373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6317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7261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8205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9149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80093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81037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19813" y="1113604"/>
              <a:ext cx="921829" cy="914399"/>
            </a:xfrm>
            <a:custGeom>
              <a:avLst/>
              <a:gdLst/>
              <a:ahLst/>
              <a:cxnLst/>
              <a:rect l="0" t="0" r="0" b="0"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07287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16727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1672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2616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3560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4504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5448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6392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7336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8280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09224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0168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1112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2056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3001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3945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4889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5833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6777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7721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8665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19609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0553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1497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2441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43293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43293" y="1096035"/>
              <a:ext cx="914750" cy="914399"/>
            </a:xfrm>
            <a:custGeom>
              <a:avLst/>
              <a:gdLst/>
              <a:ahLst/>
              <a:cxnLst/>
              <a:rect l="0" t="0" r="0" b="0"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51643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61083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6108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7052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7996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8940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9884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50828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1772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2716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3660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4604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5548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6492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7436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8380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9324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60268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61212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2156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3100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4044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4988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5932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6876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7820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8764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9708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70653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71597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2541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3485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4429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5373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6317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7261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8205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9149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80093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81037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19813" y="1096035"/>
              <a:ext cx="922004" cy="914399"/>
            </a:xfrm>
            <a:custGeom>
              <a:avLst/>
              <a:gdLst/>
              <a:ahLst/>
              <a:cxnLst/>
              <a:rect l="0" t="0" r="0" b="0"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16727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1672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2616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3560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4504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5448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6392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7336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8280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09224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0168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1112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2056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3001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3945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4889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5833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6777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7721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8665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19609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0553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1497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2441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33852" y="1078465"/>
              <a:ext cx="921836" cy="914400"/>
            </a:xfrm>
            <a:custGeom>
              <a:avLst/>
              <a:gdLst/>
              <a:ahLst/>
              <a:cxnLst/>
              <a:rect l="0" t="0" r="0" b="0"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61083" y="107846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70524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7052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7996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8940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9884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50828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1772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2716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3660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4604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5548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6492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7436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8380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9324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60268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61212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2156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3100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4044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4988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5932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6876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7820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8764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9708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70653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71597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2541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3485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4429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5373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6317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7261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8205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9149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80093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81037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19813" y="1078465"/>
              <a:ext cx="921935" cy="914400"/>
            </a:xfrm>
            <a:custGeom>
              <a:avLst/>
              <a:gdLst/>
              <a:ahLst/>
              <a:cxnLst/>
              <a:rect l="0" t="0" r="0" b="0"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16727" y="104332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1672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2616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3560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4504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5448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6392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7336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8280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09224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0168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1112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2056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3001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3945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4889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5833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6777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7721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8665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19609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0553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1497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2441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33852" y="1060895"/>
              <a:ext cx="920151" cy="914400"/>
            </a:xfrm>
            <a:custGeom>
              <a:avLst/>
              <a:gdLst/>
              <a:ahLst/>
              <a:cxnLst/>
              <a:rect l="0" t="0" r="0" b="0"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42203" y="1043325"/>
              <a:ext cx="914400" cy="914649"/>
            </a:xfrm>
            <a:custGeom>
              <a:avLst/>
              <a:gdLst/>
              <a:ahLst/>
              <a:cxnLst/>
              <a:rect l="0" t="0" r="0" b="0"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42203" y="1043325"/>
              <a:ext cx="923840" cy="917249"/>
            </a:xfrm>
            <a:custGeom>
              <a:avLst/>
              <a:gdLst/>
              <a:ahLst/>
              <a:cxnLst/>
              <a:rect l="0" t="0" r="0" b="0"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51643" y="1043325"/>
              <a:ext cx="923840" cy="918257"/>
            </a:xfrm>
            <a:custGeom>
              <a:avLst/>
              <a:gdLst/>
              <a:ahLst/>
              <a:cxnLst/>
              <a:rect l="0" t="0" r="0" b="0"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70524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61083" y="1043325"/>
              <a:ext cx="923840" cy="918356"/>
            </a:xfrm>
            <a:custGeom>
              <a:avLst/>
              <a:gdLst/>
              <a:ahLst/>
              <a:cxnLst/>
              <a:rect l="0" t="0" r="0" b="0"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79964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70524" y="1043325"/>
              <a:ext cx="923840" cy="917931"/>
            </a:xfrm>
            <a:custGeom>
              <a:avLst/>
              <a:gdLst/>
              <a:ahLst/>
              <a:cxnLst/>
              <a:rect l="0" t="0" r="0" b="0"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7996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8940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9884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50828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1772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2716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3660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4604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5548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6492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7436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8380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9324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60268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61212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2156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3100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4044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4988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5932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6876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7820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8764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9708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70653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71597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2541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3485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4429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5373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6317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7261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8205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9149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80093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81037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19813" y="1060895"/>
              <a:ext cx="921231" cy="914400"/>
            </a:xfrm>
            <a:custGeom>
              <a:avLst/>
              <a:gdLst/>
              <a:ahLst/>
              <a:cxnLst/>
              <a:rect l="0" t="0" r="0" b="0"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16727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26167" y="10257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2616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3560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4504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5448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6392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7336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8280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09224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0168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1112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2056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3001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3945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4889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5833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6777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7721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8665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19609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0553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1497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33852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33852" y="1043325"/>
              <a:ext cx="917575" cy="914399"/>
            </a:xfrm>
            <a:custGeom>
              <a:avLst/>
              <a:gdLst/>
              <a:ahLst/>
              <a:cxnLst/>
              <a:rect l="0" t="0" r="0" b="0"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13882" y="1025756"/>
              <a:ext cx="914400" cy="914875"/>
            </a:xfrm>
            <a:custGeom>
              <a:avLst/>
              <a:gdLst/>
              <a:ahLst/>
              <a:cxnLst/>
              <a:rect l="0" t="0" r="0" b="0"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13882" y="1025756"/>
              <a:ext cx="923840" cy="922454"/>
            </a:xfrm>
            <a:custGeom>
              <a:avLst/>
              <a:gdLst/>
              <a:ahLst/>
              <a:cxnLst/>
              <a:rect l="0" t="0" r="0" b="0"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23322" y="1025756"/>
              <a:ext cx="923840" cy="928131"/>
            </a:xfrm>
            <a:custGeom>
              <a:avLst/>
              <a:gdLst/>
              <a:ahLst/>
              <a:cxnLst/>
              <a:rect l="0" t="0" r="0" b="0"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3276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4220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5164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6108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7052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7996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8940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9884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50828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1772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2716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3660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4604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5548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6492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7436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8380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9324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60268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61212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2156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3100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4044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4988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5932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6876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7820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8764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9708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70653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71597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2541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3485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4429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5373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6317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7261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8205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9149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80093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81037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19813" y="1043325"/>
              <a:ext cx="919775" cy="914399"/>
            </a:xfrm>
            <a:custGeom>
              <a:avLst/>
              <a:gdLst/>
              <a:ahLst/>
              <a:cxnLst/>
              <a:rect l="0" t="0" r="0" b="0"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26167" y="100818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2616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3560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4504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5448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6392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7336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8280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09224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0168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1112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2056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3001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3945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4889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5833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6777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7721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8665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19609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0553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1497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24412" y="1025756"/>
              <a:ext cx="923533" cy="914399"/>
            </a:xfrm>
            <a:custGeom>
              <a:avLst/>
              <a:gdLst/>
              <a:ahLst/>
              <a:cxnLst/>
              <a:rect l="0" t="0" r="0" b="0"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95002" y="1008186"/>
              <a:ext cx="914400" cy="915284"/>
            </a:xfrm>
            <a:custGeom>
              <a:avLst/>
              <a:gdLst/>
              <a:ahLst/>
              <a:cxnLst/>
              <a:rect l="0" t="0" r="0" b="0"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95002" y="1008186"/>
              <a:ext cx="923840" cy="922880"/>
            </a:xfrm>
            <a:custGeom>
              <a:avLst/>
              <a:gdLst/>
              <a:ahLst/>
              <a:cxnLst/>
              <a:rect l="0" t="0" r="0" b="0"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40444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1388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2332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3276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4220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5164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6108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7052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7996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8940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9884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50828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1772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2716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3660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4604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5548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6492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7436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8380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9324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60268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61212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2156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3100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4044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4988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5932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6876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7820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8764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9708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70653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71597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2541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3485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4429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5373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6317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7261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8205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9149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80093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19813" y="10257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19813" y="1025756"/>
              <a:ext cx="917409" cy="914399"/>
            </a:xfrm>
            <a:custGeom>
              <a:avLst/>
              <a:gdLst/>
              <a:ahLst/>
              <a:cxnLst/>
              <a:rect l="0" t="0" r="0" b="0"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26167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35607" y="99061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3560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4504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5448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6392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7336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8280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09224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0168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1112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2056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3001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3945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4889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5833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6777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7721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8665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19609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0553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24412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24412" y="1008186"/>
              <a:ext cx="919067" cy="914399"/>
            </a:xfrm>
            <a:custGeom>
              <a:avLst/>
              <a:gdLst/>
              <a:ahLst/>
              <a:cxnLst/>
              <a:rect l="0" t="0" r="0" b="0"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66681" y="990616"/>
              <a:ext cx="914400" cy="920596"/>
            </a:xfrm>
            <a:custGeom>
              <a:avLst/>
              <a:gdLst/>
              <a:ahLst/>
              <a:cxnLst/>
              <a:rect l="0" t="0" r="0" b="0"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66681" y="990616"/>
              <a:ext cx="923840" cy="926253"/>
            </a:xfrm>
            <a:custGeom>
              <a:avLst/>
              <a:gdLst/>
              <a:ahLst/>
              <a:cxnLst/>
              <a:rect l="0" t="0" r="0" b="0"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76121" y="990616"/>
              <a:ext cx="923840" cy="930329"/>
            </a:xfrm>
            <a:custGeom>
              <a:avLst/>
              <a:gdLst/>
              <a:ahLst/>
              <a:cxnLst/>
              <a:rect l="0" t="0" r="0" b="0"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8556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9500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40444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1388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2332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3276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4220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5164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6108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7052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7996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8940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9884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50828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1772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2716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3660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4604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5548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6492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7436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8380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9324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60268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61212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2156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3100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4044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4988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5932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6876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7820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8764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9708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70653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71597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2541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3485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4429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5373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6317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7261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8205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9149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80093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810372" y="1008186"/>
              <a:ext cx="923628" cy="914399"/>
            </a:xfrm>
            <a:custGeom>
              <a:avLst/>
              <a:gdLst/>
              <a:ahLst/>
              <a:cxnLst/>
              <a:rect l="0" t="0" r="0" b="0"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35607" y="99061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45047" y="97304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4504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5448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6392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7336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8280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09224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0168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1112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2056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3001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3945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4889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5833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6777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7721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8665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19609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0553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14972" y="990616"/>
              <a:ext cx="922897" cy="914400"/>
            </a:xfrm>
            <a:custGeom>
              <a:avLst/>
              <a:gdLst/>
              <a:ahLst/>
              <a:cxnLst/>
              <a:rect l="0" t="0" r="0" b="0"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47801" y="973046"/>
              <a:ext cx="914400" cy="921332"/>
            </a:xfrm>
            <a:custGeom>
              <a:avLst/>
              <a:gdLst/>
              <a:ahLst/>
              <a:cxnLst/>
              <a:rect l="0" t="0" r="0" b="0"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47801" y="973046"/>
              <a:ext cx="923840" cy="930695"/>
            </a:xfrm>
            <a:custGeom>
              <a:avLst/>
              <a:gdLst/>
              <a:ahLst/>
              <a:cxnLst/>
              <a:rect l="0" t="0" r="0" b="0"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5724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6668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7612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8556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9500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40444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1388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2332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3276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4220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5164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6108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7052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7996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8940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9884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50828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1772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2716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3660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4604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5548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6492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7436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8380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9324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60268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61212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2156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3100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4044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4988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5932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6876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7820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8764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9708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70653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71597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2541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3485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4429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5373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6317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7261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8205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9149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80093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810372" y="990616"/>
              <a:ext cx="919465" cy="914400"/>
            </a:xfrm>
            <a:custGeom>
              <a:avLst/>
              <a:gdLst/>
              <a:ahLst/>
              <a:cxnLst/>
              <a:rect l="0" t="0" r="0" b="0"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45047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54488" y="95547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5448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6392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7336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8280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09224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0168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1112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2056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3001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3945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4889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5833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6777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7721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8665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19609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14972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14972" y="973046"/>
              <a:ext cx="915899" cy="914400"/>
            </a:xfrm>
            <a:custGeom>
              <a:avLst/>
              <a:gdLst/>
              <a:ahLst/>
              <a:cxnLst/>
              <a:rect l="0" t="0" r="0" b="0"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28920" y="955476"/>
              <a:ext cx="914400" cy="919502"/>
            </a:xfrm>
            <a:custGeom>
              <a:avLst/>
              <a:gdLst/>
              <a:ahLst/>
              <a:cxnLst/>
              <a:rect l="0" t="0" r="0" b="0"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28920" y="955476"/>
              <a:ext cx="923840" cy="929302"/>
            </a:xfrm>
            <a:custGeom>
              <a:avLst/>
              <a:gdLst/>
              <a:ahLst/>
              <a:cxnLst/>
              <a:rect l="0" t="0" r="0" b="0"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3836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4780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5724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6668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7612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8556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9500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40444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1388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2332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3276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4220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5164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6108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7052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7996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8940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9884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50828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1772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2716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3660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4604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5548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6492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7436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8380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9324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60268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61212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2156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3100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4044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4988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5932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6876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7820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8764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9708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70653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71597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2541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3485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4429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5373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6317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7261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8205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9149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810372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810372" y="973046"/>
              <a:ext cx="914756" cy="914400"/>
            </a:xfrm>
            <a:custGeom>
              <a:avLst/>
              <a:gdLst/>
              <a:ahLst/>
              <a:cxnLst/>
              <a:rect l="0" t="0" r="0" b="0"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54488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63928" y="9379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6392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7336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8280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09224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0168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1112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2056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3001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3945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4889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5833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6777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7721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8665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05532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05532" y="955476"/>
              <a:ext cx="916574" cy="914399"/>
            </a:xfrm>
            <a:custGeom>
              <a:avLst/>
              <a:gdLst/>
              <a:ahLst/>
              <a:cxnLst/>
              <a:rect l="0" t="0" r="0" b="0"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19480" y="937907"/>
              <a:ext cx="914400" cy="925686"/>
            </a:xfrm>
            <a:custGeom>
              <a:avLst/>
              <a:gdLst/>
              <a:ahLst/>
              <a:cxnLst/>
              <a:rect l="0" t="0" r="0" b="0"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1948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2892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3836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4780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5724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6668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7612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8556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9500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40444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1388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2332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3276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4220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5164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6108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7052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7996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8940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9884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50828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1772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2716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3660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4604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5548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6492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7436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8380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9324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60268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61212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2156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3100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4044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4988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5932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6876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7820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8764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9708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70653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71597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2541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3485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4429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5373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6317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7261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8205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9149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800932" y="955476"/>
              <a:ext cx="919473" cy="914399"/>
            </a:xfrm>
            <a:custGeom>
              <a:avLst/>
              <a:gdLst/>
              <a:ahLst/>
              <a:cxnLst/>
              <a:rect l="0" t="0" r="0" b="0"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63928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73368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82808" y="92033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8280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09224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0168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1112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2056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3001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3945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4889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5833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6777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8665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19609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196091" y="937907"/>
              <a:ext cx="914856" cy="914399"/>
            </a:xfrm>
            <a:custGeom>
              <a:avLst/>
              <a:gdLst/>
              <a:ahLst/>
              <a:cxnLst/>
              <a:rect l="0" t="0" r="0" b="0"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310040" y="920337"/>
              <a:ext cx="914400" cy="929090"/>
            </a:xfrm>
            <a:custGeom>
              <a:avLst/>
              <a:gdLst/>
              <a:ahLst/>
              <a:cxnLst/>
              <a:rect l="0" t="0" r="0" b="0"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31004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1948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2892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3836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4780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5724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6668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7612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8556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9500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40444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1388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2332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3276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4220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5164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6108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7052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7996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8940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9884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50828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1772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2716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3660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4604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5548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6492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7436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8380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9324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60268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61212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2156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3100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4044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4988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5932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6876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7820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8764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9708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70653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71597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2541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3485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4429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5373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6317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7261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8205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800932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82808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092249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01689" y="9027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0168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1112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2056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3001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3945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58330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6777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7721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77211" y="920337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300599" y="902767"/>
              <a:ext cx="914400" cy="928916"/>
            </a:xfrm>
            <a:custGeom>
              <a:avLst/>
              <a:gdLst/>
              <a:ahLst/>
              <a:cxnLst/>
              <a:rect l="0" t="0" r="0" b="0"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30059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31004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1948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2892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3836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4780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5724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6668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7612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8556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9500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40444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1388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2332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3276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4220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5164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6108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7052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7996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8940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9884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50828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1772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2716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3660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4604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5548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6492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7436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8380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9324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60268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61212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2156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3100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4044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4988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5932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6876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7820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8764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9708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70653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71597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2541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3485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4429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5373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6317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7261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91492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91492" y="920337"/>
              <a:ext cx="917685" cy="914400"/>
            </a:xfrm>
            <a:custGeom>
              <a:avLst/>
              <a:gdLst/>
              <a:ahLst/>
              <a:cxnLst/>
              <a:rect l="0" t="0" r="0" b="0"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11129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20569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3001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3945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4889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48890" y="902767"/>
              <a:ext cx="922147" cy="914400"/>
            </a:xfrm>
            <a:custGeom>
              <a:avLst/>
              <a:gdLst/>
              <a:ahLst/>
              <a:cxnLst/>
              <a:rect l="0" t="0" r="0" b="0"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91159" y="885197"/>
              <a:ext cx="914400" cy="923404"/>
            </a:xfrm>
            <a:custGeom>
              <a:avLst/>
              <a:gdLst/>
              <a:ahLst/>
              <a:cxnLst/>
              <a:rect l="0" t="0" r="0" b="0"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9115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30059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31004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1948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2892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3836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4780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5724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6668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7612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8556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9500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40444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1388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2332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3276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4220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5164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6108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7052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7996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8940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9884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50828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1772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2716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3660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4604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5548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6492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7436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8380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9324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60268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61212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2156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3100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4044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4988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5932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6876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7820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8764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9708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70653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71597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2541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3485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4429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5373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6317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8205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82052" y="902767"/>
              <a:ext cx="919418" cy="914400"/>
            </a:xfrm>
            <a:custGeom>
              <a:avLst/>
              <a:gdLst/>
              <a:ahLst/>
              <a:cxnLst/>
              <a:rect l="0" t="0" r="0" b="0"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91159" y="86762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9115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30059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31004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1948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2892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3836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4780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5724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6668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7612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8556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9500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40444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1388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2332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3276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4220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5164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6108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7052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7996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8940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9884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50828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1772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2716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3660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4604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5548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6492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7436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8380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9324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60268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61212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2156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3100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4044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4988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5932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6876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7820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8764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9708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70653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71597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2541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3485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4429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5373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72611" y="8851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72611" y="885197"/>
              <a:ext cx="919123" cy="914400"/>
            </a:xfrm>
            <a:custGeom>
              <a:avLst/>
              <a:gdLst/>
              <a:ahLst/>
              <a:cxnLst/>
              <a:rect l="0" t="0" r="0" b="0"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81719" y="850058"/>
              <a:ext cx="914400" cy="926076"/>
            </a:xfrm>
            <a:custGeom>
              <a:avLst/>
              <a:gdLst/>
              <a:ahLst/>
              <a:cxnLst/>
              <a:rect l="0" t="0" r="0" b="0"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8171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9115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30059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31004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1948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2892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3836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4780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5724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6668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7612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8556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9500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40444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1388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2332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3276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4220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5164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6108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7052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7996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8940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9884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50828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1772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2716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3660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4604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5548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6492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7436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8380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9324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60268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61212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2156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3100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4044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4988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5932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6876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7820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8764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9708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70653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71597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2541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3485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4429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63171" y="8676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63171" y="867627"/>
              <a:ext cx="920160" cy="914400"/>
            </a:xfrm>
            <a:custGeom>
              <a:avLst/>
              <a:gdLst/>
              <a:ahLst/>
              <a:cxnLst/>
              <a:rect l="0" t="0" r="0" b="0"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81719" y="83248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8171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9115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30059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31004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1948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2892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3836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4780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5724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6668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7612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8556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9500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40444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1388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2332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3276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4220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5164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6108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7052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7996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8940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9884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50828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1772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2716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3660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4604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5548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6492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7436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8380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9324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60268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61212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2156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3100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4044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4988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5932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6876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7820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8764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9708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70653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71597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2541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3485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53731" y="85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53731" y="850058"/>
              <a:ext cx="919125" cy="914400"/>
            </a:xfrm>
            <a:custGeom>
              <a:avLst/>
              <a:gdLst/>
              <a:ahLst/>
              <a:cxnLst/>
              <a:rect l="0" t="0" r="0" b="0"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81719" y="81491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8171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9115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30059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31004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1948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2892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3836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4780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5724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6668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7612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8556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9500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40444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1388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2332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3276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4220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5164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6108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7052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7996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8940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9884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50828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1772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2716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3660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4604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5548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6492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7436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8380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9324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60268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61212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2156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3100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4044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4988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5932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6876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7820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8764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9708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70653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71597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34850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44291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44291" y="832488"/>
              <a:ext cx="916969" cy="914400"/>
            </a:xfrm>
            <a:custGeom>
              <a:avLst/>
              <a:gdLst/>
              <a:ahLst/>
              <a:cxnLst/>
              <a:rect l="0" t="0" r="0" b="0"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81719" y="79734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8171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9115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30059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31004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1948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2892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3836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4780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5724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6668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7612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8556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9500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40444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1388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2332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3276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4220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5164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6108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7052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7996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8940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9884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50828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1772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2716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3660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4604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5548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6492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7436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8380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9324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60268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61212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2156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3100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4044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4988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5932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6876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7820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8764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9708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70653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25410" y="8149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25410" y="814918"/>
              <a:ext cx="922210" cy="914400"/>
            </a:xfrm>
            <a:custGeom>
              <a:avLst/>
              <a:gdLst/>
              <a:ahLst/>
              <a:cxnLst/>
              <a:rect l="0" t="0" r="0" b="0"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81719" y="7797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8171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9115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30059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31004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1948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2892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3836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4780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5724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6668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7612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8556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9500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40444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1388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2332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3276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4220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5164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6108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7052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7996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8940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9884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50828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1772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2716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3660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4604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5548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6492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7436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8380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9324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60268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61212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2156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3100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4044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4988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5932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6876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7820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8764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9708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715970" y="797348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715970" y="797348"/>
              <a:ext cx="916446" cy="914399"/>
            </a:xfrm>
            <a:custGeom>
              <a:avLst/>
              <a:gdLst/>
              <a:ahLst/>
              <a:cxnLst/>
              <a:rect l="0" t="0" r="0" b="0"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72279" y="762209"/>
              <a:ext cx="914400" cy="924144"/>
            </a:xfrm>
            <a:custGeom>
              <a:avLst/>
              <a:gdLst/>
              <a:ahLst/>
              <a:cxnLst/>
              <a:rect l="0" t="0" r="0" b="0"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7227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8171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9115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30059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31004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1948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2892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3836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4780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5724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6668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7612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8556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9500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40444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1388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2332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3276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4220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5164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6108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7052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7996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8940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9884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50828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1772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2716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3660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4604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5548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6492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7436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8380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9324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60268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61212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2156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3100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4044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4988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5932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6876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7820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97089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706530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706530" y="779779"/>
              <a:ext cx="916679" cy="914400"/>
            </a:xfrm>
            <a:custGeom>
              <a:avLst/>
              <a:gdLst/>
              <a:ahLst/>
              <a:cxnLst/>
              <a:rect l="0" t="0" r="0" b="0"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72279" y="74463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7227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8171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9115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30059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31004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1948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2892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3836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4780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5724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6668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7612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8556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9500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40444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1388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2332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3276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4220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5164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6108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7052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7996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8940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9884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50828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1772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2716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3660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4604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5548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6492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7436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8380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9324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60268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61212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2156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3100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4044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4988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5932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6876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87649" y="76220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87649" y="762209"/>
              <a:ext cx="923714" cy="914400"/>
            </a:xfrm>
            <a:custGeom>
              <a:avLst/>
              <a:gdLst/>
              <a:ahLst/>
              <a:cxnLst/>
              <a:rect l="0" t="0" r="0" b="0"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72279" y="7270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7227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8171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9115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30059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31004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1948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2892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3836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4780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5724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6668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7612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8556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9500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40444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1388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2332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3276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4220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5164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6108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7052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7996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8940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9884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50828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1772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2716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3660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4604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5548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6492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7436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8380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9324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60268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61212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2156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3100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4044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4988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68769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78209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78209" y="744639"/>
              <a:ext cx="917138" cy="914400"/>
            </a:xfrm>
            <a:custGeom>
              <a:avLst/>
              <a:gdLst/>
              <a:ahLst/>
              <a:cxnLst/>
              <a:rect l="0" t="0" r="0" b="0"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72279" y="7094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7227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8171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9115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30059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31004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1948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2892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3836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4780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5724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6668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7612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8556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9500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40444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1388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2332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3276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4220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5164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6108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7052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7996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8940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9884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50828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1772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2716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3660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4604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5548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6492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7436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8380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9324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60268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61212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2156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3100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49888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59328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59328" y="727069"/>
              <a:ext cx="918225" cy="914399"/>
            </a:xfrm>
            <a:custGeom>
              <a:avLst/>
              <a:gdLst/>
              <a:ahLst/>
              <a:cxnLst/>
              <a:rect l="0" t="0" r="0" b="0"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72279" y="6919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7227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8171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9115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30059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31004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1948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2892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3836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4780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5724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6668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7612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8556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9500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40444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1388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2332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3276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4220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5164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6108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7052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7996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8940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9884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50828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1772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2716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3660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4604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5548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6492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7436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8380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9324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612127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2156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3100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4044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40448" y="709499"/>
              <a:ext cx="917562" cy="914400"/>
            </a:xfrm>
            <a:custGeom>
              <a:avLst/>
              <a:gdLst/>
              <a:ahLst/>
              <a:cxnLst/>
              <a:rect l="0" t="0" r="0" b="0"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72279" y="67436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7227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8171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9115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30059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31004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1948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2892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3836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4780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5724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6668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7612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8556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9500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40444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1388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2332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3276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4220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5164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6108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7052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7996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8940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9884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50828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1772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2716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3660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4604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5548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6492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7436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8380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602687" y="6919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602687" y="691930"/>
              <a:ext cx="921635" cy="914400"/>
            </a:xfrm>
            <a:custGeom>
              <a:avLst/>
              <a:gdLst/>
              <a:ahLst/>
              <a:cxnLst/>
              <a:rect l="0" t="0" r="0" b="0"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714770" y="1793312"/>
              <a:ext cx="930016" cy="1227704"/>
            </a:xfrm>
            <a:custGeom>
              <a:avLst/>
              <a:gdLst/>
              <a:ahLst/>
              <a:cxnLst/>
              <a:rect l="0" t="0" r="0" b="0"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9623" y="2345679"/>
              <a:ext cx="1035334" cy="914400"/>
            </a:xfrm>
            <a:custGeom>
              <a:avLst/>
              <a:gdLst/>
              <a:ahLst/>
              <a:cxnLst/>
              <a:rect l="0" t="0" r="0" b="0"/>
              <a:pathLst>
                <a:path w="1035334" h="914400">
                  <a:moveTo>
                    <a:pt x="914399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294382" y="1407686"/>
              <a:ext cx="2334160" cy="2166470"/>
            </a:xfrm>
            <a:custGeom>
              <a:avLst/>
              <a:gdLst/>
              <a:ahLst/>
              <a:cxnLst/>
              <a:rect l="0" t="0" r="0" b="0"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42076" y="1776394"/>
              <a:ext cx="950851" cy="914400"/>
            </a:xfrm>
            <a:custGeom>
              <a:avLst/>
              <a:gdLst/>
              <a:ahLst/>
              <a:cxnLst/>
              <a:rect l="0" t="0" r="0" b="0"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97357" y="1369012"/>
              <a:ext cx="935861" cy="914400"/>
            </a:xfrm>
            <a:custGeom>
              <a:avLst/>
              <a:gdLst/>
              <a:ahLst/>
              <a:cxnLst/>
              <a:rect l="0" t="0" r="0" b="0"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34823" y="1222242"/>
              <a:ext cx="938590" cy="914399"/>
            </a:xfrm>
            <a:custGeom>
              <a:avLst/>
              <a:gdLst/>
              <a:ahLst/>
              <a:cxnLst/>
              <a:rect l="0" t="0" r="0" b="0"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90465" y="2980371"/>
              <a:ext cx="928689" cy="915639"/>
            </a:xfrm>
            <a:custGeom>
              <a:avLst/>
              <a:gdLst/>
              <a:ahLst/>
              <a:cxnLst/>
              <a:rect l="0" t="0" r="0" b="0"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7058" y="3126437"/>
              <a:ext cx="1912096" cy="920834"/>
            </a:xfrm>
            <a:custGeom>
              <a:avLst/>
              <a:gdLst/>
              <a:ahLst/>
              <a:cxnLst/>
              <a:rect l="0" t="0" r="0" b="0"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3723" y="711003"/>
              <a:ext cx="966136" cy="1884401"/>
            </a:xfrm>
            <a:custGeom>
              <a:avLst/>
              <a:gdLst/>
              <a:ahLst/>
              <a:cxnLst/>
              <a:rect l="0" t="0" r="0" b="0"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09685" y="3132768"/>
              <a:ext cx="1322376" cy="914502"/>
            </a:xfrm>
            <a:custGeom>
              <a:avLst/>
              <a:gdLst/>
              <a:ahLst/>
              <a:cxnLst/>
              <a:rect l="0" t="0" r="0" b="0"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25203" y="3129645"/>
              <a:ext cx="922329" cy="917625"/>
            </a:xfrm>
            <a:custGeom>
              <a:avLst/>
              <a:gdLst/>
              <a:ahLst/>
              <a:cxnLst/>
              <a:rect l="0" t="0" r="0" b="0"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37785" y="3092978"/>
              <a:ext cx="1315922" cy="954292"/>
            </a:xfrm>
            <a:custGeom>
              <a:avLst/>
              <a:gdLst/>
              <a:ahLst/>
              <a:cxnLst/>
              <a:rect l="0" t="0" r="0" b="0"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1738" y="3022030"/>
              <a:ext cx="914400" cy="938850"/>
            </a:xfrm>
            <a:custGeom>
              <a:avLst/>
              <a:gdLst/>
              <a:ahLst/>
              <a:cxnLst/>
              <a:rect l="0" t="0" r="0" b="0"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7846" y="3120122"/>
              <a:ext cx="959190" cy="927148"/>
            </a:xfrm>
            <a:custGeom>
              <a:avLst/>
              <a:gdLst/>
              <a:ahLst/>
              <a:cxnLst/>
              <a:rect l="0" t="0" r="0" b="0"/>
              <a:pathLst>
                <a:path w="959190" h="927148">
                  <a:moveTo>
                    <a:pt x="914399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29923" y="2986685"/>
              <a:ext cx="943384" cy="914400"/>
            </a:xfrm>
            <a:custGeom>
              <a:avLst/>
              <a:gdLst/>
              <a:ahLst/>
              <a:cxnLst/>
              <a:rect l="0" t="0" r="0" b="0"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692844" y="2863319"/>
              <a:ext cx="979522" cy="914400"/>
            </a:xfrm>
            <a:custGeom>
              <a:avLst/>
              <a:gdLst/>
              <a:ahLst/>
              <a:cxnLst/>
              <a:rect l="0" t="0" r="0" b="0"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42737" y="2891046"/>
              <a:ext cx="921756" cy="914399"/>
            </a:xfrm>
            <a:custGeom>
              <a:avLst/>
              <a:gdLst/>
              <a:ahLst/>
              <a:cxnLst/>
              <a:rect l="0" t="0" r="0" b="0"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904755" y="901131"/>
              <a:ext cx="914400" cy="1009042"/>
            </a:xfrm>
            <a:custGeom>
              <a:avLst/>
              <a:gdLst/>
              <a:ahLst/>
              <a:cxnLst/>
              <a:rect l="0" t="0" r="0" b="0"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41973" y="966605"/>
              <a:ext cx="914400" cy="924832"/>
            </a:xfrm>
            <a:custGeom>
              <a:avLst/>
              <a:gdLst/>
              <a:ahLst/>
              <a:cxnLst/>
              <a:rect l="0" t="0" r="0" b="0"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2160" y="2540783"/>
              <a:ext cx="921424" cy="1234997"/>
            </a:xfrm>
            <a:custGeom>
              <a:avLst/>
              <a:gdLst/>
              <a:ahLst/>
              <a:cxnLst/>
              <a:rect l="0" t="0" r="0" b="0"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64785" y="2734135"/>
              <a:ext cx="1141187" cy="1029805"/>
            </a:xfrm>
            <a:custGeom>
              <a:avLst/>
              <a:gdLst/>
              <a:ahLst/>
              <a:cxnLst/>
              <a:rect l="0" t="0" r="0" b="0"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46381" y="2585531"/>
              <a:ext cx="939401" cy="1093203"/>
            </a:xfrm>
            <a:custGeom>
              <a:avLst/>
              <a:gdLst/>
              <a:ahLst/>
              <a:cxnLst/>
              <a:rect l="0" t="0" r="0" b="0"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07160" y="2841356"/>
              <a:ext cx="957360" cy="984936"/>
            </a:xfrm>
            <a:custGeom>
              <a:avLst/>
              <a:gdLst/>
              <a:ahLst/>
              <a:cxnLst/>
              <a:rect l="0" t="0" r="0" b="0"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46934" y="2871057"/>
              <a:ext cx="963740" cy="914400"/>
            </a:xfrm>
            <a:custGeom>
              <a:avLst/>
              <a:gdLst/>
              <a:ahLst/>
              <a:cxnLst/>
              <a:rect l="0" t="0" r="0" b="0"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0802" y="2798736"/>
              <a:ext cx="921609" cy="934920"/>
            </a:xfrm>
            <a:custGeom>
              <a:avLst/>
              <a:gdLst/>
              <a:ahLst/>
              <a:cxnLst/>
              <a:rect l="0" t="0" r="0" b="0"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2234" y="2586800"/>
              <a:ext cx="932174" cy="914399"/>
            </a:xfrm>
            <a:custGeom>
              <a:avLst/>
              <a:gdLst/>
              <a:ahLst/>
              <a:cxnLst/>
              <a:rect l="0" t="0" r="0" b="0"/>
              <a:pathLst>
                <a:path w="932174" h="914399">
                  <a:moveTo>
                    <a:pt x="914400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095492" y="2838697"/>
              <a:ext cx="930938" cy="914400"/>
            </a:xfrm>
            <a:custGeom>
              <a:avLst/>
              <a:gdLst/>
              <a:ahLst/>
              <a:cxnLst/>
              <a:rect l="0" t="0" r="0" b="0"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08612" y="2826292"/>
              <a:ext cx="934054" cy="914400"/>
            </a:xfrm>
            <a:custGeom>
              <a:avLst/>
              <a:gdLst/>
              <a:ahLst/>
              <a:cxnLst/>
              <a:rect l="0" t="0" r="0" b="0"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28164" y="2512626"/>
              <a:ext cx="927878" cy="914400"/>
            </a:xfrm>
            <a:custGeom>
              <a:avLst/>
              <a:gdLst/>
              <a:ahLst/>
              <a:cxnLst/>
              <a:rect l="0" t="0" r="0" b="0"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07669" y="1998178"/>
              <a:ext cx="945191" cy="914400"/>
            </a:xfrm>
            <a:custGeom>
              <a:avLst/>
              <a:gdLst/>
              <a:ahLst/>
              <a:cxnLst/>
              <a:rect l="0" t="0" r="0" b="0"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70318" y="2779742"/>
              <a:ext cx="930699" cy="914400"/>
            </a:xfrm>
            <a:custGeom>
              <a:avLst/>
              <a:gdLst/>
              <a:ahLst/>
              <a:cxnLst/>
              <a:rect l="0" t="0" r="0" b="0"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0295" y="3371770"/>
              <a:ext cx="117405" cy="117405"/>
            </a:xfrm>
            <a:prstGeom prst="ellipse">
              <a:avLst/>
            </a:prstGeom>
            <a:solidFill>
              <a:srgbClr val="FFE69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354123" y="3216587"/>
              <a:ext cx="117405" cy="117405"/>
            </a:xfrm>
            <a:prstGeom prst="ellipse">
              <a:avLst/>
            </a:prstGeom>
            <a:solidFill>
              <a:srgbClr val="FFEA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168508" y="2564527"/>
              <a:ext cx="117405" cy="117405"/>
            </a:xfrm>
            <a:prstGeom prst="ellipse">
              <a:avLst/>
            </a:prstGeom>
            <a:solidFill>
              <a:srgbClr val="EDF7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083044" y="2274708"/>
              <a:ext cx="117405" cy="117405"/>
            </a:xfrm>
            <a:prstGeom prst="ellipse">
              <a:avLst/>
            </a:prstGeom>
            <a:solidFill>
              <a:srgbClr val="FFED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586502" y="1938229"/>
              <a:ext cx="117405" cy="117405"/>
            </a:xfrm>
            <a:prstGeom prst="ellipse">
              <a:avLst/>
            </a:prstGeom>
            <a:solidFill>
              <a:srgbClr val="EBF6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071675" y="3055813"/>
              <a:ext cx="117405" cy="117405"/>
            </a:xfrm>
            <a:prstGeom prst="ellipse">
              <a:avLst/>
            </a:prstGeom>
            <a:solidFill>
              <a:srgbClr val="99D36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3435583" y="3498030"/>
              <a:ext cx="117405" cy="117405"/>
            </a:xfrm>
            <a:prstGeom prst="ellipse">
              <a:avLst/>
            </a:prstGeom>
            <a:solidFill>
              <a:srgbClr val="BEE37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143178" y="2690108"/>
              <a:ext cx="117405" cy="117405"/>
            </a:xfrm>
            <a:prstGeom prst="ellipse">
              <a:avLst/>
            </a:prstGeom>
            <a:solidFill>
              <a:srgbClr val="DAEF8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27861" y="40065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52220" y="39881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6934" y="40065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27861" y="36551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52220" y="36367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6934" y="36551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27861" y="330397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52220" y="3285501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6934" y="330397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27861" y="29523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52220" y="29339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6934" y="29523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27861" y="26011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52220" y="25827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6934" y="26011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27861" y="22497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52220" y="22313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6934" y="22497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27861" y="1898388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52220" y="187991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6934" y="1898388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27861" y="15469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52220" y="15285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6934" y="15469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05420" y="404727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05420" y="36958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05420" y="3344479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05420" y="299308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05420" y="2641688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05420" y="229029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05420" y="1938896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05420" y="158750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5349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3110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0871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6393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4154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81915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47244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4051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522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0930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3366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838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8691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127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599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4213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6649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121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1974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4410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881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97356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2171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642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16200000">
              <a:off x="1764934" y="2767368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40214" y="1265444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40214" y="983989"/>
              <a:ext cx="2807573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(G) Environmental Distance</a:t>
              </a:r>
            </a:p>
          </p:txBody>
        </p:sp>
        <p:grpSp>
          <p:nvGrpSpPr>
            <p:cNvPr id="10187" name="Group 10186">
              <a:extLst>
                <a:ext uri="{FF2B5EF4-FFF2-40B4-BE49-F238E27FC236}">
                  <a16:creationId xmlns:a16="http://schemas.microsoft.com/office/drawing/2014/main" id="{8D0CD2A8-D5C7-1025-58BC-5F450A73E45E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188" name="pg9120">
                <a:extLst>
                  <a:ext uri="{FF2B5EF4-FFF2-40B4-BE49-F238E27FC236}">
                    <a16:creationId xmlns:a16="http://schemas.microsoft.com/office/drawing/2014/main" id="{D55EC818-879C-EC75-FB59-F73DE21AEFFE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9" name="tx9121">
                <a:extLst>
                  <a:ext uri="{FF2B5EF4-FFF2-40B4-BE49-F238E27FC236}">
                    <a16:creationId xmlns:a16="http://schemas.microsoft.com/office/drawing/2014/main" id="{AF4A9C2E-6CC8-E72F-2270-3C85C1B941B5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190" name="pg9122">
                <a:extLst>
                  <a:ext uri="{FF2B5EF4-FFF2-40B4-BE49-F238E27FC236}">
                    <a16:creationId xmlns:a16="http://schemas.microsoft.com/office/drawing/2014/main" id="{5F00833D-AF1A-A9A6-F687-A2FF256979EE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1" name="tx9123">
                <a:extLst>
                  <a:ext uri="{FF2B5EF4-FFF2-40B4-BE49-F238E27FC236}">
                    <a16:creationId xmlns:a16="http://schemas.microsoft.com/office/drawing/2014/main" id="{412C27C1-5243-2225-92C4-714146613D81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192" name="pg9124">
                <a:extLst>
                  <a:ext uri="{FF2B5EF4-FFF2-40B4-BE49-F238E27FC236}">
                    <a16:creationId xmlns:a16="http://schemas.microsoft.com/office/drawing/2014/main" id="{FD1DE204-8F91-F8EE-BFF5-2EDBBE25B2C7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3" name="tx9125">
                <a:extLst>
                  <a:ext uri="{FF2B5EF4-FFF2-40B4-BE49-F238E27FC236}">
                    <a16:creationId xmlns:a16="http://schemas.microsoft.com/office/drawing/2014/main" id="{50F43ED3-A98B-4BCB-2F1E-5B55CA1CD175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194" name="pg9126">
                <a:extLst>
                  <a:ext uri="{FF2B5EF4-FFF2-40B4-BE49-F238E27FC236}">
                    <a16:creationId xmlns:a16="http://schemas.microsoft.com/office/drawing/2014/main" id="{07A87A31-CC28-9620-9CEE-6F07F4DF4306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5" name="tx9127">
                <a:extLst>
                  <a:ext uri="{FF2B5EF4-FFF2-40B4-BE49-F238E27FC236}">
                    <a16:creationId xmlns:a16="http://schemas.microsoft.com/office/drawing/2014/main" id="{4E1C3DDF-2152-0A22-8EF4-B8A2BED4DFE4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196" name="pg9128">
                <a:extLst>
                  <a:ext uri="{FF2B5EF4-FFF2-40B4-BE49-F238E27FC236}">
                    <a16:creationId xmlns:a16="http://schemas.microsoft.com/office/drawing/2014/main" id="{D0B3B36A-E91D-F161-A5FF-7B02E3D96C99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7" name="tx9129">
                <a:extLst>
                  <a:ext uri="{FF2B5EF4-FFF2-40B4-BE49-F238E27FC236}">
                    <a16:creationId xmlns:a16="http://schemas.microsoft.com/office/drawing/2014/main" id="{5F79F059-0EA6-5C9A-1BBA-B3607DC4C66D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198" name="pg9130">
                <a:extLst>
                  <a:ext uri="{FF2B5EF4-FFF2-40B4-BE49-F238E27FC236}">
                    <a16:creationId xmlns:a16="http://schemas.microsoft.com/office/drawing/2014/main" id="{E42C1499-0475-DE6D-91BE-016557FFCB6A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9" name="tx9131">
                <a:extLst>
                  <a:ext uri="{FF2B5EF4-FFF2-40B4-BE49-F238E27FC236}">
                    <a16:creationId xmlns:a16="http://schemas.microsoft.com/office/drawing/2014/main" id="{6C944D91-7D1A-8982-2E8B-AA3602E6E71F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200" name="pg9132">
                <a:extLst>
                  <a:ext uri="{FF2B5EF4-FFF2-40B4-BE49-F238E27FC236}">
                    <a16:creationId xmlns:a16="http://schemas.microsoft.com/office/drawing/2014/main" id="{D60202D9-C183-EDC6-C542-994747262586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1" name="tx9133">
                <a:extLst>
                  <a:ext uri="{FF2B5EF4-FFF2-40B4-BE49-F238E27FC236}">
                    <a16:creationId xmlns:a16="http://schemas.microsoft.com/office/drawing/2014/main" id="{C4324776-043F-2AC3-9111-EB34FFCF0786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02" name="pg9134">
                <a:extLst>
                  <a:ext uri="{FF2B5EF4-FFF2-40B4-BE49-F238E27FC236}">
                    <a16:creationId xmlns:a16="http://schemas.microsoft.com/office/drawing/2014/main" id="{E37B4312-5582-08B8-3AE5-AF59C4C78908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3" name="tx9135">
                <a:extLst>
                  <a:ext uri="{FF2B5EF4-FFF2-40B4-BE49-F238E27FC236}">
                    <a16:creationId xmlns:a16="http://schemas.microsoft.com/office/drawing/2014/main" id="{0B0387D3-9C13-802A-4EB6-B2C263F0A7B1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04" name="Straight Connector 10203">
              <a:extLst>
                <a:ext uri="{FF2B5EF4-FFF2-40B4-BE49-F238E27FC236}">
                  <a16:creationId xmlns:a16="http://schemas.microsoft.com/office/drawing/2014/main" id="{49FBC6D1-8BE6-8A05-2383-3673F8B5494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254373" y="3090813"/>
              <a:ext cx="158453" cy="12577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05" name="Straight Connector 10204">
              <a:extLst>
                <a:ext uri="{FF2B5EF4-FFF2-40B4-BE49-F238E27FC236}">
                  <a16:creationId xmlns:a16="http://schemas.microsoft.com/office/drawing/2014/main" id="{551B7589-39B5-6992-5BB7-5C36C6E6683C}"/>
                </a:ext>
              </a:extLst>
            </p:cNvPr>
            <p:cNvCxnSpPr>
              <a:cxnSpLocks/>
            </p:cNvCxnSpPr>
            <p:nvPr/>
          </p:nvCxnSpPr>
          <p:spPr>
            <a:xfrm>
              <a:off x="3494286" y="3615435"/>
              <a:ext cx="62602" cy="291741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4" name="Group 10213">
            <a:extLst>
              <a:ext uri="{FF2B5EF4-FFF2-40B4-BE49-F238E27FC236}">
                <a16:creationId xmlns:a16="http://schemas.microsoft.com/office/drawing/2014/main" id="{6134F12D-0F6F-5537-4012-3A477A3D2757}"/>
              </a:ext>
            </a:extLst>
          </p:cNvPr>
          <p:cNvGrpSpPr/>
          <p:nvPr/>
        </p:nvGrpSpPr>
        <p:grpSpPr>
          <a:xfrm>
            <a:off x="1692844" y="674360"/>
            <a:ext cx="4185556" cy="3897640"/>
            <a:chOff x="1692844" y="674360"/>
            <a:chExt cx="4185556" cy="3897640"/>
          </a:xfrm>
        </p:grpSpPr>
        <p:grpSp>
          <p:nvGrpSpPr>
            <p:cNvPr id="2" name="Group 1"/>
            <p:cNvGrpSpPr/>
            <p:nvPr/>
          </p:nvGrpSpPr>
          <p:grpSpPr>
            <a:xfrm>
              <a:off x="1692844" y="674360"/>
              <a:ext cx="4185556" cy="3897640"/>
              <a:chOff x="1692844" y="674360"/>
              <a:chExt cx="4185556" cy="3897640"/>
            </a:xfrm>
          </p:grpSpPr>
          <p:sp>
            <p:nvSpPr>
              <p:cNvPr id="4" name="rc4"/>
              <p:cNvSpPr/>
              <p:nvPr/>
            </p:nvSpPr>
            <p:spPr>
              <a:xfrm>
                <a:off x="1893999" y="914400"/>
                <a:ext cx="3984401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/>
              <p:cNvSpPr/>
              <p:nvPr/>
            </p:nvSpPr>
            <p:spPr>
              <a:xfrm>
                <a:off x="2440214" y="1464512"/>
                <a:ext cx="2492223" cy="2705747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/>
              <p:cNvSpPr/>
              <p:nvPr/>
            </p:nvSpPr>
            <p:spPr>
              <a:xfrm>
                <a:off x="2553497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/>
              <p:cNvSpPr/>
              <p:nvPr/>
            </p:nvSpPr>
            <p:spPr>
              <a:xfrm>
                <a:off x="2931107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/>
              <p:cNvSpPr/>
              <p:nvPr/>
            </p:nvSpPr>
            <p:spPr>
              <a:xfrm>
                <a:off x="3308716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/>
              <p:cNvSpPr/>
              <p:nvPr/>
            </p:nvSpPr>
            <p:spPr>
              <a:xfrm>
                <a:off x="3686326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/>
              <p:cNvSpPr/>
              <p:nvPr/>
            </p:nvSpPr>
            <p:spPr>
              <a:xfrm>
                <a:off x="4063935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/>
              <p:cNvSpPr/>
              <p:nvPr/>
            </p:nvSpPr>
            <p:spPr>
              <a:xfrm>
                <a:off x="4441545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/>
              <p:cNvSpPr/>
              <p:nvPr/>
            </p:nvSpPr>
            <p:spPr>
              <a:xfrm>
                <a:off x="4819155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/>
              <p:cNvSpPr/>
              <p:nvPr/>
            </p:nvSpPr>
            <p:spPr>
              <a:xfrm>
                <a:off x="2440214" y="404727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/>
              <p:cNvSpPr/>
              <p:nvPr/>
            </p:nvSpPr>
            <p:spPr>
              <a:xfrm>
                <a:off x="2440214" y="3695875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/>
              <p:cNvSpPr/>
              <p:nvPr/>
            </p:nvSpPr>
            <p:spPr>
              <a:xfrm>
                <a:off x="2440214" y="3344479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/>
              <p:cNvSpPr/>
              <p:nvPr/>
            </p:nvSpPr>
            <p:spPr>
              <a:xfrm>
                <a:off x="2440214" y="2993084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/>
              <p:cNvSpPr/>
              <p:nvPr/>
            </p:nvSpPr>
            <p:spPr>
              <a:xfrm>
                <a:off x="2440214" y="2641688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/>
              <p:cNvSpPr/>
              <p:nvPr/>
            </p:nvSpPr>
            <p:spPr>
              <a:xfrm>
                <a:off x="2440214" y="2290292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l19"/>
              <p:cNvSpPr/>
              <p:nvPr/>
            </p:nvSpPr>
            <p:spPr>
              <a:xfrm>
                <a:off x="2440214" y="1938896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l20"/>
              <p:cNvSpPr/>
              <p:nvPr/>
            </p:nvSpPr>
            <p:spPr>
              <a:xfrm>
                <a:off x="2440214" y="158750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h21"/>
              <p:cNvSpPr/>
              <p:nvPr/>
            </p:nvSpPr>
            <p:spPr>
              <a:xfrm>
                <a:off x="2573701" y="2853013"/>
                <a:ext cx="914400" cy="9147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76">
                    <a:moveTo>
                      <a:pt x="914400" y="914400"/>
                    </a:moveTo>
                    <a:lnTo>
                      <a:pt x="914400" y="914776"/>
                    </a:lnTo>
                    <a:lnTo>
                      <a:pt x="913595" y="914554"/>
                    </a:lnTo>
                    <a:lnTo>
                      <a:pt x="913038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h22"/>
              <p:cNvSpPr/>
              <p:nvPr/>
            </p:nvSpPr>
            <p:spPr>
              <a:xfrm>
                <a:off x="2573701" y="2853013"/>
                <a:ext cx="923840" cy="9173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3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22" y="917386"/>
                    </a:lnTo>
                    <a:lnTo>
                      <a:pt x="922544" y="917032"/>
                    </a:lnTo>
                    <a:lnTo>
                      <a:pt x="921266" y="916677"/>
                    </a:lnTo>
                    <a:lnTo>
                      <a:pt x="919987" y="916323"/>
                    </a:lnTo>
                    <a:lnTo>
                      <a:pt x="918709" y="915969"/>
                    </a:lnTo>
                    <a:lnTo>
                      <a:pt x="917431" y="915615"/>
                    </a:lnTo>
                    <a:lnTo>
                      <a:pt x="916152" y="915261"/>
                    </a:lnTo>
                    <a:lnTo>
                      <a:pt x="914873" y="914907"/>
                    </a:lnTo>
                    <a:lnTo>
                      <a:pt x="914400" y="914776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h23"/>
              <p:cNvSpPr/>
              <p:nvPr/>
            </p:nvSpPr>
            <p:spPr>
              <a:xfrm>
                <a:off x="2583141" y="2853013"/>
                <a:ext cx="923840" cy="920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01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0015"/>
                    </a:lnTo>
                    <a:lnTo>
                      <a:pt x="923327" y="919872"/>
                    </a:lnTo>
                    <a:lnTo>
                      <a:pt x="922049" y="919516"/>
                    </a:lnTo>
                    <a:lnTo>
                      <a:pt x="920771" y="919161"/>
                    </a:lnTo>
                    <a:lnTo>
                      <a:pt x="919494" y="918806"/>
                    </a:lnTo>
                    <a:lnTo>
                      <a:pt x="918216" y="918451"/>
                    </a:lnTo>
                    <a:lnTo>
                      <a:pt x="916938" y="918096"/>
                    </a:lnTo>
                    <a:lnTo>
                      <a:pt x="915660" y="917741"/>
                    </a:lnTo>
                    <a:lnTo>
                      <a:pt x="914399" y="917391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h24"/>
              <p:cNvSpPr/>
              <p:nvPr/>
            </p:nvSpPr>
            <p:spPr>
              <a:xfrm>
                <a:off x="2592581" y="2853013"/>
                <a:ext cx="923840" cy="92264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64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646"/>
                    </a:lnTo>
                    <a:lnTo>
                      <a:pt x="922829" y="922364"/>
                    </a:lnTo>
                    <a:lnTo>
                      <a:pt x="921551" y="922007"/>
                    </a:lnTo>
                    <a:lnTo>
                      <a:pt x="920274" y="921651"/>
                    </a:lnTo>
                    <a:lnTo>
                      <a:pt x="918997" y="921295"/>
                    </a:lnTo>
                    <a:lnTo>
                      <a:pt x="917719" y="920939"/>
                    </a:lnTo>
                    <a:lnTo>
                      <a:pt x="916442" y="920583"/>
                    </a:lnTo>
                    <a:lnTo>
                      <a:pt x="915164" y="920227"/>
                    </a:lnTo>
                    <a:lnTo>
                      <a:pt x="914400" y="920015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h25"/>
              <p:cNvSpPr/>
              <p:nvPr/>
            </p:nvSpPr>
            <p:spPr>
              <a:xfrm>
                <a:off x="2602022" y="2853013"/>
                <a:ext cx="923840" cy="9252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28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5286"/>
                    </a:lnTo>
                    <a:lnTo>
                      <a:pt x="923604" y="925220"/>
                    </a:lnTo>
                    <a:lnTo>
                      <a:pt x="922327" y="924862"/>
                    </a:lnTo>
                    <a:lnTo>
                      <a:pt x="921050" y="924505"/>
                    </a:lnTo>
                    <a:lnTo>
                      <a:pt x="919774" y="924148"/>
                    </a:lnTo>
                    <a:lnTo>
                      <a:pt x="918497" y="923791"/>
                    </a:lnTo>
                    <a:lnTo>
                      <a:pt x="917220" y="923434"/>
                    </a:lnTo>
                    <a:lnTo>
                      <a:pt x="915943" y="923077"/>
                    </a:lnTo>
                    <a:lnTo>
                      <a:pt x="914666" y="922720"/>
                    </a:lnTo>
                    <a:lnTo>
                      <a:pt x="914399" y="922646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h26"/>
              <p:cNvSpPr/>
              <p:nvPr/>
            </p:nvSpPr>
            <p:spPr>
              <a:xfrm>
                <a:off x="2611462" y="2853013"/>
                <a:ext cx="923840" cy="9279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9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934"/>
                    </a:lnTo>
                    <a:lnTo>
                      <a:pt x="923099" y="927726"/>
                    </a:lnTo>
                    <a:lnTo>
                      <a:pt x="921822" y="927367"/>
                    </a:lnTo>
                    <a:lnTo>
                      <a:pt x="920546" y="927009"/>
                    </a:lnTo>
                    <a:lnTo>
                      <a:pt x="919270" y="926651"/>
                    </a:lnTo>
                    <a:lnTo>
                      <a:pt x="917993" y="926293"/>
                    </a:lnTo>
                    <a:lnTo>
                      <a:pt x="916717" y="925935"/>
                    </a:lnTo>
                    <a:lnTo>
                      <a:pt x="915440" y="925577"/>
                    </a:lnTo>
                    <a:lnTo>
                      <a:pt x="914400" y="925286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h27"/>
              <p:cNvSpPr/>
              <p:nvPr/>
            </p:nvSpPr>
            <p:spPr>
              <a:xfrm>
                <a:off x="2620902" y="2853013"/>
                <a:ext cx="923840" cy="9304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13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413"/>
                    </a:lnTo>
                    <a:lnTo>
                      <a:pt x="920358" y="929609"/>
                    </a:lnTo>
                    <a:lnTo>
                      <a:pt x="920040" y="929520"/>
                    </a:lnTo>
                    <a:lnTo>
                      <a:pt x="918763" y="929160"/>
                    </a:lnTo>
                    <a:lnTo>
                      <a:pt x="917487" y="928801"/>
                    </a:lnTo>
                    <a:lnTo>
                      <a:pt x="916211" y="928443"/>
                    </a:lnTo>
                    <a:lnTo>
                      <a:pt x="914935" y="928084"/>
                    </a:lnTo>
                    <a:lnTo>
                      <a:pt x="914399" y="927934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h28"/>
              <p:cNvSpPr/>
              <p:nvPr/>
            </p:nvSpPr>
            <p:spPr>
              <a:xfrm>
                <a:off x="2630342" y="2853013"/>
                <a:ext cx="923840" cy="93180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0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809"/>
                    </a:lnTo>
                    <a:lnTo>
                      <a:pt x="922946" y="931782"/>
                    </a:lnTo>
                    <a:lnTo>
                      <a:pt x="916917" y="930994"/>
                    </a:lnTo>
                    <a:lnTo>
                      <a:pt x="914400" y="930413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h29"/>
              <p:cNvSpPr/>
              <p:nvPr/>
            </p:nvSpPr>
            <p:spPr>
              <a:xfrm>
                <a:off x="2639783" y="28530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676"/>
                    </a:lnTo>
                    <a:lnTo>
                      <a:pt x="919550" y="931969"/>
                    </a:lnTo>
                    <a:lnTo>
                      <a:pt x="914399" y="93180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h30"/>
              <p:cNvSpPr/>
              <p:nvPr/>
            </p:nvSpPr>
            <p:spPr>
              <a:xfrm>
                <a:off x="2649223" y="2853013"/>
                <a:ext cx="923840" cy="93167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7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096"/>
                    </a:lnTo>
                    <a:lnTo>
                      <a:pt x="922170" y="930545"/>
                    </a:lnTo>
                    <a:lnTo>
                      <a:pt x="916150" y="931557"/>
                    </a:lnTo>
                    <a:lnTo>
                      <a:pt x="914400" y="931676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h31"/>
              <p:cNvSpPr/>
              <p:nvPr/>
            </p:nvSpPr>
            <p:spPr>
              <a:xfrm>
                <a:off x="2658663" y="2853013"/>
                <a:ext cx="923840" cy="93009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09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299"/>
                    </a:lnTo>
                    <a:lnTo>
                      <a:pt x="922976" y="927575"/>
                    </a:lnTo>
                    <a:lnTo>
                      <a:pt x="921556" y="928029"/>
                    </a:lnTo>
                    <a:lnTo>
                      <a:pt x="920136" y="928482"/>
                    </a:lnTo>
                    <a:lnTo>
                      <a:pt x="918712" y="928937"/>
                    </a:lnTo>
                    <a:lnTo>
                      <a:pt x="914399" y="930096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h32"/>
              <p:cNvSpPr/>
              <p:nvPr/>
            </p:nvSpPr>
            <p:spPr>
              <a:xfrm>
                <a:off x="2668103" y="2853013"/>
                <a:ext cx="923840" cy="9272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29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290"/>
                    </a:lnTo>
                    <a:lnTo>
                      <a:pt x="923478" y="924405"/>
                    </a:lnTo>
                    <a:lnTo>
                      <a:pt x="922058" y="924857"/>
                    </a:lnTo>
                    <a:lnTo>
                      <a:pt x="920637" y="925310"/>
                    </a:lnTo>
                    <a:lnTo>
                      <a:pt x="919217" y="925763"/>
                    </a:lnTo>
                    <a:lnTo>
                      <a:pt x="917796" y="926215"/>
                    </a:lnTo>
                    <a:lnTo>
                      <a:pt x="916376" y="926668"/>
                    </a:lnTo>
                    <a:lnTo>
                      <a:pt x="914956" y="927122"/>
                    </a:lnTo>
                    <a:lnTo>
                      <a:pt x="914400" y="92729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h33"/>
              <p:cNvSpPr/>
              <p:nvPr/>
            </p:nvSpPr>
            <p:spPr>
              <a:xfrm>
                <a:off x="2677544" y="2853013"/>
                <a:ext cx="923840" cy="9242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29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1289"/>
                    </a:lnTo>
                    <a:lnTo>
                      <a:pt x="922564" y="921694"/>
                    </a:lnTo>
                    <a:lnTo>
                      <a:pt x="921143" y="922145"/>
                    </a:lnTo>
                    <a:lnTo>
                      <a:pt x="919722" y="922597"/>
                    </a:lnTo>
                    <a:lnTo>
                      <a:pt x="918301" y="923049"/>
                    </a:lnTo>
                    <a:lnTo>
                      <a:pt x="916880" y="923501"/>
                    </a:lnTo>
                    <a:lnTo>
                      <a:pt x="915459" y="923953"/>
                    </a:lnTo>
                    <a:lnTo>
                      <a:pt x="914399" y="92429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h34"/>
              <p:cNvSpPr/>
              <p:nvPr/>
            </p:nvSpPr>
            <p:spPr>
              <a:xfrm>
                <a:off x="2686984" y="2853013"/>
                <a:ext cx="923840" cy="9212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28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8297"/>
                    </a:lnTo>
                    <a:lnTo>
                      <a:pt x="923075" y="918539"/>
                    </a:lnTo>
                    <a:lnTo>
                      <a:pt x="921653" y="918989"/>
                    </a:lnTo>
                    <a:lnTo>
                      <a:pt x="920231" y="919439"/>
                    </a:lnTo>
                    <a:lnTo>
                      <a:pt x="918810" y="919890"/>
                    </a:lnTo>
                    <a:lnTo>
                      <a:pt x="917388" y="920341"/>
                    </a:lnTo>
                    <a:lnTo>
                      <a:pt x="915967" y="920792"/>
                    </a:lnTo>
                    <a:lnTo>
                      <a:pt x="914545" y="921243"/>
                    </a:lnTo>
                    <a:lnTo>
                      <a:pt x="914400" y="92128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h35"/>
              <p:cNvSpPr/>
              <p:nvPr/>
            </p:nvSpPr>
            <p:spPr>
              <a:xfrm>
                <a:off x="2696424" y="2853013"/>
                <a:ext cx="923840" cy="9182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313"/>
                    </a:lnTo>
                    <a:lnTo>
                      <a:pt x="923591" y="915391"/>
                    </a:lnTo>
                    <a:lnTo>
                      <a:pt x="922168" y="915841"/>
                    </a:lnTo>
                    <a:lnTo>
                      <a:pt x="920746" y="916290"/>
                    </a:lnTo>
                    <a:lnTo>
                      <a:pt x="919323" y="916739"/>
                    </a:lnTo>
                    <a:lnTo>
                      <a:pt x="917901" y="917189"/>
                    </a:lnTo>
                    <a:lnTo>
                      <a:pt x="916479" y="917639"/>
                    </a:lnTo>
                    <a:lnTo>
                      <a:pt x="915057" y="918089"/>
                    </a:lnTo>
                    <a:lnTo>
                      <a:pt x="914400" y="918297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h36"/>
              <p:cNvSpPr/>
              <p:nvPr/>
            </p:nvSpPr>
            <p:spPr>
              <a:xfrm>
                <a:off x="2705864" y="2853013"/>
                <a:ext cx="917295" cy="915313"/>
              </a:xfrm>
              <a:custGeom>
                <a:avLst/>
                <a:gdLst/>
                <a:ahLst/>
                <a:cxnLst/>
                <a:rect l="0" t="0" r="0" b="0"/>
                <a:pathLst>
                  <a:path w="917295" h="915313">
                    <a:moveTo>
                      <a:pt x="914400" y="914400"/>
                    </a:moveTo>
                    <a:lnTo>
                      <a:pt x="917295" y="914400"/>
                    </a:lnTo>
                    <a:lnTo>
                      <a:pt x="916996" y="914494"/>
                    </a:lnTo>
                    <a:lnTo>
                      <a:pt x="915573" y="914943"/>
                    </a:lnTo>
                    <a:lnTo>
                      <a:pt x="914400" y="915313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h37"/>
              <p:cNvSpPr/>
              <p:nvPr/>
            </p:nvSpPr>
            <p:spPr>
              <a:xfrm>
                <a:off x="2781386" y="2853013"/>
                <a:ext cx="914400" cy="91553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33">
                    <a:moveTo>
                      <a:pt x="914400" y="914400"/>
                    </a:moveTo>
                    <a:lnTo>
                      <a:pt x="914400" y="915533"/>
                    </a:lnTo>
                    <a:lnTo>
                      <a:pt x="911778" y="915324"/>
                    </a:lnTo>
                    <a:lnTo>
                      <a:pt x="906980" y="914400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h38"/>
              <p:cNvSpPr/>
              <p:nvPr/>
            </p:nvSpPr>
            <p:spPr>
              <a:xfrm>
                <a:off x="2781386" y="2853013"/>
                <a:ext cx="923840" cy="9158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8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8"/>
                    </a:lnTo>
                    <a:lnTo>
                      <a:pt x="918607" y="915869"/>
                    </a:lnTo>
                    <a:lnTo>
                      <a:pt x="914400" y="915533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h39"/>
              <p:cNvSpPr/>
              <p:nvPr/>
            </p:nvSpPr>
            <p:spPr>
              <a:xfrm>
                <a:off x="2790826" y="2853013"/>
                <a:ext cx="923840" cy="91569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69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51"/>
                    </a:lnTo>
                    <a:lnTo>
                      <a:pt x="922611" y="915060"/>
                    </a:lnTo>
                    <a:lnTo>
                      <a:pt x="920409" y="915255"/>
                    </a:lnTo>
                    <a:lnTo>
                      <a:pt x="918208" y="915450"/>
                    </a:lnTo>
                    <a:lnTo>
                      <a:pt x="916001" y="915646"/>
                    </a:lnTo>
                    <a:lnTo>
                      <a:pt x="914400" y="915698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h40"/>
              <p:cNvSpPr/>
              <p:nvPr/>
            </p:nvSpPr>
            <p:spPr>
              <a:xfrm>
                <a:off x="2800267" y="2853013"/>
                <a:ext cx="920667" cy="914951"/>
              </a:xfrm>
              <a:custGeom>
                <a:avLst/>
                <a:gdLst/>
                <a:ahLst/>
                <a:cxnLst/>
                <a:rect l="0" t="0" r="0" b="0"/>
                <a:pathLst>
                  <a:path w="920667" h="914951">
                    <a:moveTo>
                      <a:pt x="914400" y="914400"/>
                    </a:moveTo>
                    <a:lnTo>
                      <a:pt x="920667" y="914400"/>
                    </a:lnTo>
                    <a:lnTo>
                      <a:pt x="919776" y="914478"/>
                    </a:lnTo>
                    <a:lnTo>
                      <a:pt x="917574" y="914671"/>
                    </a:lnTo>
                    <a:lnTo>
                      <a:pt x="915372" y="914865"/>
                    </a:lnTo>
                    <a:lnTo>
                      <a:pt x="914400" y="914951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h41"/>
              <p:cNvSpPr/>
              <p:nvPr/>
            </p:nvSpPr>
            <p:spPr>
              <a:xfrm>
                <a:off x="2526500" y="2835444"/>
                <a:ext cx="914399" cy="91630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6302">
                    <a:moveTo>
                      <a:pt x="914399" y="914400"/>
                    </a:moveTo>
                    <a:lnTo>
                      <a:pt x="914399" y="916302"/>
                    </a:lnTo>
                    <a:lnTo>
                      <a:pt x="911402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h42"/>
              <p:cNvSpPr/>
              <p:nvPr/>
            </p:nvSpPr>
            <p:spPr>
              <a:xfrm>
                <a:off x="2526500" y="2835444"/>
                <a:ext cx="923840" cy="92117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17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1175"/>
                    </a:lnTo>
                    <a:lnTo>
                      <a:pt x="921386" y="920132"/>
                    </a:lnTo>
                    <a:lnTo>
                      <a:pt x="915703" y="917130"/>
                    </a:lnTo>
                    <a:lnTo>
                      <a:pt x="914399" y="916302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h43"/>
              <p:cNvSpPr/>
              <p:nvPr/>
            </p:nvSpPr>
            <p:spPr>
              <a:xfrm>
                <a:off x="2535940" y="2835444"/>
                <a:ext cx="923840" cy="92455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5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50"/>
                    </a:lnTo>
                    <a:lnTo>
                      <a:pt x="923526" y="924464"/>
                    </a:lnTo>
                    <a:lnTo>
                      <a:pt x="917706" y="922579"/>
                    </a:lnTo>
                    <a:lnTo>
                      <a:pt x="914400" y="921175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h44"/>
              <p:cNvSpPr/>
              <p:nvPr/>
            </p:nvSpPr>
            <p:spPr>
              <a:xfrm>
                <a:off x="2545380" y="2835444"/>
                <a:ext cx="923840" cy="9271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4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140"/>
                    </a:lnTo>
                    <a:lnTo>
                      <a:pt x="923048" y="926923"/>
                    </a:lnTo>
                    <a:lnTo>
                      <a:pt x="921769" y="926571"/>
                    </a:lnTo>
                    <a:lnTo>
                      <a:pt x="920489" y="926220"/>
                    </a:lnTo>
                    <a:lnTo>
                      <a:pt x="919209" y="925869"/>
                    </a:lnTo>
                    <a:lnTo>
                      <a:pt x="917929" y="925517"/>
                    </a:lnTo>
                    <a:lnTo>
                      <a:pt x="916649" y="925166"/>
                    </a:lnTo>
                    <a:lnTo>
                      <a:pt x="915369" y="924815"/>
                    </a:lnTo>
                    <a:lnTo>
                      <a:pt x="914399" y="92455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h45"/>
              <p:cNvSpPr/>
              <p:nvPr/>
            </p:nvSpPr>
            <p:spPr>
              <a:xfrm>
                <a:off x="2554820" y="2835444"/>
                <a:ext cx="923840" cy="92973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73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9739"/>
                    </a:lnTo>
                    <a:lnTo>
                      <a:pt x="923522" y="929651"/>
                    </a:lnTo>
                    <a:lnTo>
                      <a:pt x="923203" y="929563"/>
                    </a:lnTo>
                    <a:lnTo>
                      <a:pt x="923044" y="929512"/>
                    </a:lnTo>
                    <a:lnTo>
                      <a:pt x="922884" y="929476"/>
                    </a:lnTo>
                    <a:lnTo>
                      <a:pt x="922565" y="929388"/>
                    </a:lnTo>
                    <a:lnTo>
                      <a:pt x="921285" y="929035"/>
                    </a:lnTo>
                    <a:lnTo>
                      <a:pt x="920005" y="928682"/>
                    </a:lnTo>
                    <a:lnTo>
                      <a:pt x="918726" y="928330"/>
                    </a:lnTo>
                    <a:lnTo>
                      <a:pt x="917447" y="927978"/>
                    </a:lnTo>
                    <a:lnTo>
                      <a:pt x="916167" y="927626"/>
                    </a:lnTo>
                    <a:lnTo>
                      <a:pt x="914888" y="927274"/>
                    </a:lnTo>
                    <a:lnTo>
                      <a:pt x="914400" y="92714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h46"/>
              <p:cNvSpPr/>
              <p:nvPr/>
            </p:nvSpPr>
            <p:spPr>
              <a:xfrm>
                <a:off x="256426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78" y="931969"/>
                    </a:lnTo>
                    <a:lnTo>
                      <a:pt x="921756" y="931770"/>
                    </a:lnTo>
                    <a:lnTo>
                      <a:pt x="920478" y="931417"/>
                    </a:lnTo>
                    <a:lnTo>
                      <a:pt x="919199" y="931063"/>
                    </a:lnTo>
                    <a:lnTo>
                      <a:pt x="917920" y="930710"/>
                    </a:lnTo>
                    <a:lnTo>
                      <a:pt x="916641" y="930357"/>
                    </a:lnTo>
                    <a:lnTo>
                      <a:pt x="915362" y="930004"/>
                    </a:lnTo>
                    <a:lnTo>
                      <a:pt x="914399" y="92973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h47"/>
              <p:cNvSpPr/>
              <p:nvPr/>
            </p:nvSpPr>
            <p:spPr>
              <a:xfrm>
                <a:off x="257370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h48"/>
              <p:cNvSpPr/>
              <p:nvPr/>
            </p:nvSpPr>
            <p:spPr>
              <a:xfrm>
                <a:off x="258314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h49"/>
              <p:cNvSpPr/>
              <p:nvPr/>
            </p:nvSpPr>
            <p:spPr>
              <a:xfrm>
                <a:off x="259258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h50"/>
              <p:cNvSpPr/>
              <p:nvPr/>
            </p:nvSpPr>
            <p:spPr>
              <a:xfrm>
                <a:off x="2602022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h51"/>
              <p:cNvSpPr/>
              <p:nvPr/>
            </p:nvSpPr>
            <p:spPr>
              <a:xfrm>
                <a:off x="2611462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h52"/>
              <p:cNvSpPr/>
              <p:nvPr/>
            </p:nvSpPr>
            <p:spPr>
              <a:xfrm>
                <a:off x="2620902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h53"/>
              <p:cNvSpPr/>
              <p:nvPr/>
            </p:nvSpPr>
            <p:spPr>
              <a:xfrm>
                <a:off x="2630342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h54"/>
              <p:cNvSpPr/>
              <p:nvPr/>
            </p:nvSpPr>
            <p:spPr>
              <a:xfrm>
                <a:off x="2639783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h55"/>
              <p:cNvSpPr/>
              <p:nvPr/>
            </p:nvSpPr>
            <p:spPr>
              <a:xfrm>
                <a:off x="2649223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h56"/>
              <p:cNvSpPr/>
              <p:nvPr/>
            </p:nvSpPr>
            <p:spPr>
              <a:xfrm>
                <a:off x="2658663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h57"/>
              <p:cNvSpPr/>
              <p:nvPr/>
            </p:nvSpPr>
            <p:spPr>
              <a:xfrm>
                <a:off x="2668103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h58"/>
              <p:cNvSpPr/>
              <p:nvPr/>
            </p:nvSpPr>
            <p:spPr>
              <a:xfrm>
                <a:off x="267754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h59"/>
              <p:cNvSpPr/>
              <p:nvPr/>
            </p:nvSpPr>
            <p:spPr>
              <a:xfrm>
                <a:off x="268698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h60"/>
              <p:cNvSpPr/>
              <p:nvPr/>
            </p:nvSpPr>
            <p:spPr>
              <a:xfrm>
                <a:off x="269642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h61"/>
              <p:cNvSpPr/>
              <p:nvPr/>
            </p:nvSpPr>
            <p:spPr>
              <a:xfrm>
                <a:off x="2705864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338"/>
                    </a:lnTo>
                    <a:lnTo>
                      <a:pt x="922688" y="912700"/>
                    </a:lnTo>
                    <a:lnTo>
                      <a:pt x="921265" y="913148"/>
                    </a:lnTo>
                    <a:lnTo>
                      <a:pt x="919842" y="913597"/>
                    </a:lnTo>
                    <a:lnTo>
                      <a:pt x="918419" y="914045"/>
                    </a:lnTo>
                    <a:lnTo>
                      <a:pt x="917295" y="91440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h62"/>
              <p:cNvSpPr/>
              <p:nvPr/>
            </p:nvSpPr>
            <p:spPr>
              <a:xfrm>
                <a:off x="2715305" y="2835444"/>
                <a:ext cx="923840" cy="9299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907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6940"/>
                    </a:lnTo>
                    <a:lnTo>
                      <a:pt x="923212" y="927138"/>
                    </a:lnTo>
                    <a:lnTo>
                      <a:pt x="921788" y="927585"/>
                    </a:lnTo>
                    <a:lnTo>
                      <a:pt x="920364" y="928032"/>
                    </a:lnTo>
                    <a:lnTo>
                      <a:pt x="918941" y="928479"/>
                    </a:lnTo>
                    <a:lnTo>
                      <a:pt x="917517" y="928927"/>
                    </a:lnTo>
                    <a:lnTo>
                      <a:pt x="916094" y="929374"/>
                    </a:lnTo>
                    <a:lnTo>
                      <a:pt x="914671" y="929822"/>
                    </a:lnTo>
                    <a:lnTo>
                      <a:pt x="914399" y="929907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h63"/>
              <p:cNvSpPr/>
              <p:nvPr/>
            </p:nvSpPr>
            <p:spPr>
              <a:xfrm>
                <a:off x="2724745" y="2835444"/>
                <a:ext cx="923840" cy="9269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9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40" y="924013"/>
                    </a:lnTo>
                    <a:lnTo>
                      <a:pt x="922316" y="924459"/>
                    </a:lnTo>
                    <a:lnTo>
                      <a:pt x="920892" y="924905"/>
                    </a:lnTo>
                    <a:lnTo>
                      <a:pt x="919467" y="925351"/>
                    </a:lnTo>
                    <a:lnTo>
                      <a:pt x="918043" y="925798"/>
                    </a:lnTo>
                    <a:lnTo>
                      <a:pt x="916619" y="926244"/>
                    </a:lnTo>
                    <a:lnTo>
                      <a:pt x="915195" y="926691"/>
                    </a:lnTo>
                    <a:lnTo>
                      <a:pt x="914400" y="92694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h64"/>
              <p:cNvSpPr/>
              <p:nvPr/>
            </p:nvSpPr>
            <p:spPr>
              <a:xfrm>
                <a:off x="2734185" y="2835444"/>
                <a:ext cx="923840" cy="92454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42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4542"/>
                    </a:lnTo>
                    <a:lnTo>
                      <a:pt x="923281" y="924404"/>
                    </a:lnTo>
                    <a:lnTo>
                      <a:pt x="921674" y="924007"/>
                    </a:lnTo>
                    <a:lnTo>
                      <a:pt x="920068" y="923611"/>
                    </a:lnTo>
                    <a:lnTo>
                      <a:pt x="918462" y="923214"/>
                    </a:lnTo>
                    <a:lnTo>
                      <a:pt x="917563" y="922993"/>
                    </a:lnTo>
                    <a:lnTo>
                      <a:pt x="917149" y="923122"/>
                    </a:lnTo>
                    <a:lnTo>
                      <a:pt x="915724" y="923568"/>
                    </a:lnTo>
                    <a:lnTo>
                      <a:pt x="914399" y="923982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h65"/>
              <p:cNvSpPr/>
              <p:nvPr/>
            </p:nvSpPr>
            <p:spPr>
              <a:xfrm>
                <a:off x="2743625" y="2835444"/>
                <a:ext cx="923840" cy="926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8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880"/>
                    </a:lnTo>
                    <a:lnTo>
                      <a:pt x="923475" y="926790"/>
                    </a:lnTo>
                    <a:lnTo>
                      <a:pt x="921870" y="926391"/>
                    </a:lnTo>
                    <a:lnTo>
                      <a:pt x="920264" y="925994"/>
                    </a:lnTo>
                    <a:lnTo>
                      <a:pt x="918658" y="925596"/>
                    </a:lnTo>
                    <a:lnTo>
                      <a:pt x="917052" y="925198"/>
                    </a:lnTo>
                    <a:lnTo>
                      <a:pt x="915446" y="924801"/>
                    </a:lnTo>
                    <a:lnTo>
                      <a:pt x="914400" y="924542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h66"/>
              <p:cNvSpPr/>
              <p:nvPr/>
            </p:nvSpPr>
            <p:spPr>
              <a:xfrm>
                <a:off x="2753065" y="2835444"/>
                <a:ext cx="923840" cy="92922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22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9225"/>
                    </a:lnTo>
                    <a:lnTo>
                      <a:pt x="923667" y="929182"/>
                    </a:lnTo>
                    <a:lnTo>
                      <a:pt x="922062" y="928783"/>
                    </a:lnTo>
                    <a:lnTo>
                      <a:pt x="920457" y="928384"/>
                    </a:lnTo>
                    <a:lnTo>
                      <a:pt x="918851" y="927985"/>
                    </a:lnTo>
                    <a:lnTo>
                      <a:pt x="917246" y="927586"/>
                    </a:lnTo>
                    <a:lnTo>
                      <a:pt x="915641" y="927188"/>
                    </a:lnTo>
                    <a:lnTo>
                      <a:pt x="914399" y="926880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h67"/>
              <p:cNvSpPr/>
              <p:nvPr/>
            </p:nvSpPr>
            <p:spPr>
              <a:xfrm>
                <a:off x="2762506" y="2835444"/>
                <a:ext cx="923840" cy="931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579"/>
                    </a:lnTo>
                    <a:lnTo>
                      <a:pt x="922251" y="931182"/>
                    </a:lnTo>
                    <a:lnTo>
                      <a:pt x="920646" y="930782"/>
                    </a:lnTo>
                    <a:lnTo>
                      <a:pt x="919041" y="930382"/>
                    </a:lnTo>
                    <a:lnTo>
                      <a:pt x="917436" y="929982"/>
                    </a:lnTo>
                    <a:lnTo>
                      <a:pt x="915832" y="929582"/>
                    </a:lnTo>
                    <a:lnTo>
                      <a:pt x="914400" y="929225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h68"/>
              <p:cNvSpPr/>
              <p:nvPr/>
            </p:nvSpPr>
            <p:spPr>
              <a:xfrm>
                <a:off x="277194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420" y="931969"/>
                    </a:lnTo>
                    <a:lnTo>
                      <a:pt x="914399" y="93157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h69"/>
              <p:cNvSpPr/>
              <p:nvPr/>
            </p:nvSpPr>
            <p:spPr>
              <a:xfrm>
                <a:off x="278138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h70"/>
              <p:cNvSpPr/>
              <p:nvPr/>
            </p:nvSpPr>
            <p:spPr>
              <a:xfrm>
                <a:off x="279082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h71"/>
              <p:cNvSpPr/>
              <p:nvPr/>
            </p:nvSpPr>
            <p:spPr>
              <a:xfrm>
                <a:off x="2800267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121"/>
                    </a:lnTo>
                    <a:lnTo>
                      <a:pt x="921977" y="914285"/>
                    </a:lnTo>
                    <a:lnTo>
                      <a:pt x="920667" y="914400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h72"/>
              <p:cNvSpPr/>
              <p:nvPr/>
            </p:nvSpPr>
            <p:spPr>
              <a:xfrm>
                <a:off x="2809707" y="2835444"/>
                <a:ext cx="923840" cy="93169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91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110"/>
                    </a:lnTo>
                    <a:lnTo>
                      <a:pt x="920560" y="930872"/>
                    </a:lnTo>
                    <a:lnTo>
                      <a:pt x="914744" y="931661"/>
                    </a:lnTo>
                    <a:lnTo>
                      <a:pt x="914399" y="931691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h73"/>
              <p:cNvSpPr/>
              <p:nvPr/>
            </p:nvSpPr>
            <p:spPr>
              <a:xfrm>
                <a:off x="2819147" y="2835444"/>
                <a:ext cx="923840" cy="9301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117"/>
                    </a:lnTo>
                    <a:lnTo>
                      <a:pt x="922646" y="927630"/>
                    </a:lnTo>
                    <a:lnTo>
                      <a:pt x="916905" y="929527"/>
                    </a:lnTo>
                    <a:lnTo>
                      <a:pt x="914400" y="930110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h74"/>
              <p:cNvSpPr/>
              <p:nvPr/>
            </p:nvSpPr>
            <p:spPr>
              <a:xfrm>
                <a:off x="2828587" y="2835444"/>
                <a:ext cx="923840" cy="92711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1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549"/>
                    </a:lnTo>
                    <a:lnTo>
                      <a:pt x="918886" y="925186"/>
                    </a:lnTo>
                    <a:lnTo>
                      <a:pt x="914400" y="927117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h75"/>
              <p:cNvSpPr/>
              <p:nvPr/>
            </p:nvSpPr>
            <p:spPr>
              <a:xfrm>
                <a:off x="2838028" y="2835444"/>
                <a:ext cx="923840" cy="9225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54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6240"/>
                    </a:lnTo>
                    <a:lnTo>
                      <a:pt x="920568" y="918683"/>
                    </a:lnTo>
                    <a:lnTo>
                      <a:pt x="915052" y="922201"/>
                    </a:lnTo>
                    <a:lnTo>
                      <a:pt x="914400" y="92254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h76"/>
              <p:cNvSpPr/>
              <p:nvPr/>
            </p:nvSpPr>
            <p:spPr>
              <a:xfrm>
                <a:off x="2847468" y="2835444"/>
                <a:ext cx="916821" cy="916240"/>
              </a:xfrm>
              <a:custGeom>
                <a:avLst/>
                <a:gdLst/>
                <a:ahLst/>
                <a:cxnLst/>
                <a:rect l="0" t="0" r="0" b="0"/>
                <a:pathLst>
                  <a:path w="916821" h="916240">
                    <a:moveTo>
                      <a:pt x="914399" y="914400"/>
                    </a:moveTo>
                    <a:lnTo>
                      <a:pt x="916821" y="914400"/>
                    </a:lnTo>
                    <a:lnTo>
                      <a:pt x="916539" y="914642"/>
                    </a:lnTo>
                    <a:lnTo>
                      <a:pt x="914399" y="91624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h77"/>
              <p:cNvSpPr/>
              <p:nvPr/>
            </p:nvSpPr>
            <p:spPr>
              <a:xfrm>
                <a:off x="2507619" y="2817874"/>
                <a:ext cx="914399" cy="918773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8773">
                    <a:moveTo>
                      <a:pt x="914399" y="914400"/>
                    </a:moveTo>
                    <a:lnTo>
                      <a:pt x="914399" y="918773"/>
                    </a:lnTo>
                    <a:lnTo>
                      <a:pt x="912919" y="917321"/>
                    </a:lnTo>
                    <a:lnTo>
                      <a:pt x="910285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h78"/>
              <p:cNvSpPr/>
              <p:nvPr/>
            </p:nvSpPr>
            <p:spPr>
              <a:xfrm>
                <a:off x="2507619" y="2817874"/>
                <a:ext cx="923840" cy="9273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31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310"/>
                    </a:lnTo>
                    <a:lnTo>
                      <a:pt x="923508" y="927063"/>
                    </a:lnTo>
                    <a:lnTo>
                      <a:pt x="918145" y="922449"/>
                    </a:lnTo>
                    <a:lnTo>
                      <a:pt x="914399" y="918773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h79"/>
              <p:cNvSpPr/>
              <p:nvPr/>
            </p:nvSpPr>
            <p:spPr>
              <a:xfrm>
                <a:off x="251705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42" y="931969"/>
                    </a:lnTo>
                    <a:lnTo>
                      <a:pt x="919552" y="931150"/>
                    </a:lnTo>
                    <a:lnTo>
                      <a:pt x="914400" y="92731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h80"/>
              <p:cNvSpPr/>
              <p:nvPr/>
            </p:nvSpPr>
            <p:spPr>
              <a:xfrm>
                <a:off x="252650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h81"/>
              <p:cNvSpPr/>
              <p:nvPr/>
            </p:nvSpPr>
            <p:spPr>
              <a:xfrm>
                <a:off x="253594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h82"/>
              <p:cNvSpPr/>
              <p:nvPr/>
            </p:nvSpPr>
            <p:spPr>
              <a:xfrm>
                <a:off x="254538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h83"/>
              <p:cNvSpPr/>
              <p:nvPr/>
            </p:nvSpPr>
            <p:spPr>
              <a:xfrm>
                <a:off x="255482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h84"/>
              <p:cNvSpPr/>
              <p:nvPr/>
            </p:nvSpPr>
            <p:spPr>
              <a:xfrm>
                <a:off x="256426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h85"/>
              <p:cNvSpPr/>
              <p:nvPr/>
            </p:nvSpPr>
            <p:spPr>
              <a:xfrm>
                <a:off x="257370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h86"/>
              <p:cNvSpPr/>
              <p:nvPr/>
            </p:nvSpPr>
            <p:spPr>
              <a:xfrm>
                <a:off x="258314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h87"/>
              <p:cNvSpPr/>
              <p:nvPr/>
            </p:nvSpPr>
            <p:spPr>
              <a:xfrm>
                <a:off x="259258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h88"/>
              <p:cNvSpPr/>
              <p:nvPr/>
            </p:nvSpPr>
            <p:spPr>
              <a:xfrm>
                <a:off x="260202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h89"/>
              <p:cNvSpPr/>
              <p:nvPr/>
            </p:nvSpPr>
            <p:spPr>
              <a:xfrm>
                <a:off x="261146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h90"/>
              <p:cNvSpPr/>
              <p:nvPr/>
            </p:nvSpPr>
            <p:spPr>
              <a:xfrm>
                <a:off x="262090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h91"/>
              <p:cNvSpPr/>
              <p:nvPr/>
            </p:nvSpPr>
            <p:spPr>
              <a:xfrm>
                <a:off x="263034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h92"/>
              <p:cNvSpPr/>
              <p:nvPr/>
            </p:nvSpPr>
            <p:spPr>
              <a:xfrm>
                <a:off x="263978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h93"/>
              <p:cNvSpPr/>
              <p:nvPr/>
            </p:nvSpPr>
            <p:spPr>
              <a:xfrm>
                <a:off x="264922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h94"/>
              <p:cNvSpPr/>
              <p:nvPr/>
            </p:nvSpPr>
            <p:spPr>
              <a:xfrm>
                <a:off x="265866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h95"/>
              <p:cNvSpPr/>
              <p:nvPr/>
            </p:nvSpPr>
            <p:spPr>
              <a:xfrm>
                <a:off x="266810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h96"/>
              <p:cNvSpPr/>
              <p:nvPr/>
            </p:nvSpPr>
            <p:spPr>
              <a:xfrm>
                <a:off x="267754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h97"/>
              <p:cNvSpPr/>
              <p:nvPr/>
            </p:nvSpPr>
            <p:spPr>
              <a:xfrm>
                <a:off x="268698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h98"/>
              <p:cNvSpPr/>
              <p:nvPr/>
            </p:nvSpPr>
            <p:spPr>
              <a:xfrm>
                <a:off x="269642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h99"/>
              <p:cNvSpPr/>
              <p:nvPr/>
            </p:nvSpPr>
            <p:spPr>
              <a:xfrm>
                <a:off x="270586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h100"/>
              <p:cNvSpPr/>
              <p:nvPr/>
            </p:nvSpPr>
            <p:spPr>
              <a:xfrm>
                <a:off x="271530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h101"/>
              <p:cNvSpPr/>
              <p:nvPr/>
            </p:nvSpPr>
            <p:spPr>
              <a:xfrm>
                <a:off x="272474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h102"/>
              <p:cNvSpPr/>
              <p:nvPr/>
            </p:nvSpPr>
            <p:spPr>
              <a:xfrm>
                <a:off x="273418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h103"/>
              <p:cNvSpPr/>
              <p:nvPr/>
            </p:nvSpPr>
            <p:spPr>
              <a:xfrm>
                <a:off x="274362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h104"/>
              <p:cNvSpPr/>
              <p:nvPr/>
            </p:nvSpPr>
            <p:spPr>
              <a:xfrm>
                <a:off x="275306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h105"/>
              <p:cNvSpPr/>
              <p:nvPr/>
            </p:nvSpPr>
            <p:spPr>
              <a:xfrm>
                <a:off x="276250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h106"/>
              <p:cNvSpPr/>
              <p:nvPr/>
            </p:nvSpPr>
            <p:spPr>
              <a:xfrm>
                <a:off x="277194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h107"/>
              <p:cNvSpPr/>
              <p:nvPr/>
            </p:nvSpPr>
            <p:spPr>
              <a:xfrm>
                <a:off x="278138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h108"/>
              <p:cNvSpPr/>
              <p:nvPr/>
            </p:nvSpPr>
            <p:spPr>
              <a:xfrm>
                <a:off x="279082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h109"/>
              <p:cNvSpPr/>
              <p:nvPr/>
            </p:nvSpPr>
            <p:spPr>
              <a:xfrm>
                <a:off x="280026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h110"/>
              <p:cNvSpPr/>
              <p:nvPr/>
            </p:nvSpPr>
            <p:spPr>
              <a:xfrm>
                <a:off x="280970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h111"/>
              <p:cNvSpPr/>
              <p:nvPr/>
            </p:nvSpPr>
            <p:spPr>
              <a:xfrm>
                <a:off x="281914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h112"/>
              <p:cNvSpPr/>
              <p:nvPr/>
            </p:nvSpPr>
            <p:spPr>
              <a:xfrm>
                <a:off x="282858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h113"/>
              <p:cNvSpPr/>
              <p:nvPr/>
            </p:nvSpPr>
            <p:spPr>
              <a:xfrm>
                <a:off x="283802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h114"/>
              <p:cNvSpPr/>
              <p:nvPr/>
            </p:nvSpPr>
            <p:spPr>
              <a:xfrm>
                <a:off x="2847468" y="283544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8120"/>
                    </a:lnTo>
                    <a:lnTo>
                      <a:pt x="921831" y="910088"/>
                    </a:lnTo>
                    <a:lnTo>
                      <a:pt x="916821" y="9144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h115"/>
              <p:cNvSpPr/>
              <p:nvPr/>
            </p:nvSpPr>
            <p:spPr>
              <a:xfrm>
                <a:off x="2856908" y="2817874"/>
                <a:ext cx="923840" cy="9256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69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478"/>
                    </a:lnTo>
                    <a:lnTo>
                      <a:pt x="922563" y="917060"/>
                    </a:lnTo>
                    <a:lnTo>
                      <a:pt x="917550" y="922603"/>
                    </a:lnTo>
                    <a:lnTo>
                      <a:pt x="914400" y="92569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h116"/>
              <p:cNvSpPr/>
              <p:nvPr/>
            </p:nvSpPr>
            <p:spPr>
              <a:xfrm>
                <a:off x="2866348" y="2817874"/>
                <a:ext cx="915269" cy="915478"/>
              </a:xfrm>
              <a:custGeom>
                <a:avLst/>
                <a:gdLst/>
                <a:ahLst/>
                <a:cxnLst/>
                <a:rect l="0" t="0" r="0" b="0"/>
                <a:pathLst>
                  <a:path w="915269" h="915478">
                    <a:moveTo>
                      <a:pt x="914399" y="914400"/>
                    </a:moveTo>
                    <a:lnTo>
                      <a:pt x="915269" y="914400"/>
                    </a:lnTo>
                    <a:lnTo>
                      <a:pt x="914399" y="915478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h117"/>
              <p:cNvSpPr/>
              <p:nvPr/>
            </p:nvSpPr>
            <p:spPr>
              <a:xfrm>
                <a:off x="2498179" y="2800304"/>
                <a:ext cx="914400" cy="9256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71">
                    <a:moveTo>
                      <a:pt x="914400" y="914400"/>
                    </a:moveTo>
                    <a:lnTo>
                      <a:pt x="914400" y="925671"/>
                    </a:lnTo>
                    <a:lnTo>
                      <a:pt x="912374" y="923149"/>
                    </a:lnTo>
                    <a:lnTo>
                      <a:pt x="907641" y="916568"/>
                    </a:lnTo>
                    <a:lnTo>
                      <a:pt x="906240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h118"/>
              <p:cNvSpPr/>
              <p:nvPr/>
            </p:nvSpPr>
            <p:spPr>
              <a:xfrm>
                <a:off x="249817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25" y="931969"/>
                    </a:lnTo>
                    <a:lnTo>
                      <a:pt x="917284" y="929262"/>
                    </a:lnTo>
                    <a:lnTo>
                      <a:pt x="914400" y="925671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h119"/>
              <p:cNvSpPr/>
              <p:nvPr/>
            </p:nvSpPr>
            <p:spPr>
              <a:xfrm>
                <a:off x="250761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h120"/>
              <p:cNvSpPr/>
              <p:nvPr/>
            </p:nvSpPr>
            <p:spPr>
              <a:xfrm>
                <a:off x="251705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h121"/>
              <p:cNvSpPr/>
              <p:nvPr/>
            </p:nvSpPr>
            <p:spPr>
              <a:xfrm>
                <a:off x="252650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h122"/>
              <p:cNvSpPr/>
              <p:nvPr/>
            </p:nvSpPr>
            <p:spPr>
              <a:xfrm>
                <a:off x="253594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h123"/>
              <p:cNvSpPr/>
              <p:nvPr/>
            </p:nvSpPr>
            <p:spPr>
              <a:xfrm>
                <a:off x="254538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h124"/>
              <p:cNvSpPr/>
              <p:nvPr/>
            </p:nvSpPr>
            <p:spPr>
              <a:xfrm>
                <a:off x="255482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h125"/>
              <p:cNvSpPr/>
              <p:nvPr/>
            </p:nvSpPr>
            <p:spPr>
              <a:xfrm>
                <a:off x="256426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h126"/>
              <p:cNvSpPr/>
              <p:nvPr/>
            </p:nvSpPr>
            <p:spPr>
              <a:xfrm>
                <a:off x="257370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h127"/>
              <p:cNvSpPr/>
              <p:nvPr/>
            </p:nvSpPr>
            <p:spPr>
              <a:xfrm>
                <a:off x="258314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h128"/>
              <p:cNvSpPr/>
              <p:nvPr/>
            </p:nvSpPr>
            <p:spPr>
              <a:xfrm>
                <a:off x="259258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h129"/>
              <p:cNvSpPr/>
              <p:nvPr/>
            </p:nvSpPr>
            <p:spPr>
              <a:xfrm>
                <a:off x="260202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h130"/>
              <p:cNvSpPr/>
              <p:nvPr/>
            </p:nvSpPr>
            <p:spPr>
              <a:xfrm>
                <a:off x="261146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h131"/>
              <p:cNvSpPr/>
              <p:nvPr/>
            </p:nvSpPr>
            <p:spPr>
              <a:xfrm>
                <a:off x="262090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h132"/>
              <p:cNvSpPr/>
              <p:nvPr/>
            </p:nvSpPr>
            <p:spPr>
              <a:xfrm>
                <a:off x="263034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h133"/>
              <p:cNvSpPr/>
              <p:nvPr/>
            </p:nvSpPr>
            <p:spPr>
              <a:xfrm>
                <a:off x="263978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h134"/>
              <p:cNvSpPr/>
              <p:nvPr/>
            </p:nvSpPr>
            <p:spPr>
              <a:xfrm>
                <a:off x="264922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h135"/>
              <p:cNvSpPr/>
              <p:nvPr/>
            </p:nvSpPr>
            <p:spPr>
              <a:xfrm>
                <a:off x="265866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h136"/>
              <p:cNvSpPr/>
              <p:nvPr/>
            </p:nvSpPr>
            <p:spPr>
              <a:xfrm>
                <a:off x="266810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h137"/>
              <p:cNvSpPr/>
              <p:nvPr/>
            </p:nvSpPr>
            <p:spPr>
              <a:xfrm>
                <a:off x="267754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h138"/>
              <p:cNvSpPr/>
              <p:nvPr/>
            </p:nvSpPr>
            <p:spPr>
              <a:xfrm>
                <a:off x="268698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h139"/>
              <p:cNvSpPr/>
              <p:nvPr/>
            </p:nvSpPr>
            <p:spPr>
              <a:xfrm>
                <a:off x="269642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h140"/>
              <p:cNvSpPr/>
              <p:nvPr/>
            </p:nvSpPr>
            <p:spPr>
              <a:xfrm>
                <a:off x="270586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h141"/>
              <p:cNvSpPr/>
              <p:nvPr/>
            </p:nvSpPr>
            <p:spPr>
              <a:xfrm>
                <a:off x="271530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h142"/>
              <p:cNvSpPr/>
              <p:nvPr/>
            </p:nvSpPr>
            <p:spPr>
              <a:xfrm>
                <a:off x="272474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h143"/>
              <p:cNvSpPr/>
              <p:nvPr/>
            </p:nvSpPr>
            <p:spPr>
              <a:xfrm>
                <a:off x="273418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h144"/>
              <p:cNvSpPr/>
              <p:nvPr/>
            </p:nvSpPr>
            <p:spPr>
              <a:xfrm>
                <a:off x="274362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h145"/>
              <p:cNvSpPr/>
              <p:nvPr/>
            </p:nvSpPr>
            <p:spPr>
              <a:xfrm>
                <a:off x="275306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h146"/>
              <p:cNvSpPr/>
              <p:nvPr/>
            </p:nvSpPr>
            <p:spPr>
              <a:xfrm>
                <a:off x="276250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h147"/>
              <p:cNvSpPr/>
              <p:nvPr/>
            </p:nvSpPr>
            <p:spPr>
              <a:xfrm>
                <a:off x="277194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h148"/>
              <p:cNvSpPr/>
              <p:nvPr/>
            </p:nvSpPr>
            <p:spPr>
              <a:xfrm>
                <a:off x="278138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h149"/>
              <p:cNvSpPr/>
              <p:nvPr/>
            </p:nvSpPr>
            <p:spPr>
              <a:xfrm>
                <a:off x="279082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h150"/>
              <p:cNvSpPr/>
              <p:nvPr/>
            </p:nvSpPr>
            <p:spPr>
              <a:xfrm>
                <a:off x="280026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h151"/>
              <p:cNvSpPr/>
              <p:nvPr/>
            </p:nvSpPr>
            <p:spPr>
              <a:xfrm>
                <a:off x="280970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h152"/>
              <p:cNvSpPr/>
              <p:nvPr/>
            </p:nvSpPr>
            <p:spPr>
              <a:xfrm>
                <a:off x="281914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h153"/>
              <p:cNvSpPr/>
              <p:nvPr/>
            </p:nvSpPr>
            <p:spPr>
              <a:xfrm>
                <a:off x="282858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h154"/>
              <p:cNvSpPr/>
              <p:nvPr/>
            </p:nvSpPr>
            <p:spPr>
              <a:xfrm>
                <a:off x="283802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h155"/>
              <p:cNvSpPr/>
              <p:nvPr/>
            </p:nvSpPr>
            <p:spPr>
              <a:xfrm>
                <a:off x="284746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h156"/>
              <p:cNvSpPr/>
              <p:nvPr/>
            </p:nvSpPr>
            <p:spPr>
              <a:xfrm>
                <a:off x="285690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h157"/>
              <p:cNvSpPr/>
              <p:nvPr/>
            </p:nvSpPr>
            <p:spPr>
              <a:xfrm>
                <a:off x="2866348" y="281787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2847"/>
                    </a:lnTo>
                    <a:lnTo>
                      <a:pt x="923638" y="903141"/>
                    </a:lnTo>
                    <a:lnTo>
                      <a:pt x="922656" y="904574"/>
                    </a:lnTo>
                    <a:lnTo>
                      <a:pt x="917976" y="911045"/>
                    </a:lnTo>
                    <a:lnTo>
                      <a:pt x="915269" y="9144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h158"/>
              <p:cNvSpPr/>
              <p:nvPr/>
            </p:nvSpPr>
            <p:spPr>
              <a:xfrm>
                <a:off x="2875789" y="2800304"/>
                <a:ext cx="918528" cy="920417"/>
              </a:xfrm>
              <a:custGeom>
                <a:avLst/>
                <a:gdLst/>
                <a:ahLst/>
                <a:cxnLst/>
                <a:rect l="0" t="0" r="0" b="0"/>
                <a:pathLst>
                  <a:path w="918528" h="920417">
                    <a:moveTo>
                      <a:pt x="914400" y="914400"/>
                    </a:moveTo>
                    <a:lnTo>
                      <a:pt x="918528" y="914400"/>
                    </a:lnTo>
                    <a:lnTo>
                      <a:pt x="918106" y="915014"/>
                    </a:lnTo>
                    <a:lnTo>
                      <a:pt x="917129" y="916438"/>
                    </a:lnTo>
                    <a:lnTo>
                      <a:pt x="916151" y="917862"/>
                    </a:lnTo>
                    <a:lnTo>
                      <a:pt x="915175" y="919286"/>
                    </a:lnTo>
                    <a:lnTo>
                      <a:pt x="914400" y="920417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h159"/>
              <p:cNvSpPr/>
              <p:nvPr/>
            </p:nvSpPr>
            <p:spPr>
              <a:xfrm>
                <a:off x="2488739" y="2782734"/>
                <a:ext cx="914399" cy="929987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9987">
                    <a:moveTo>
                      <a:pt x="914399" y="914399"/>
                    </a:moveTo>
                    <a:lnTo>
                      <a:pt x="914399" y="929987"/>
                    </a:lnTo>
                    <a:lnTo>
                      <a:pt x="912539" y="927107"/>
                    </a:lnTo>
                    <a:lnTo>
                      <a:pt x="908200" y="919644"/>
                    </a:lnTo>
                    <a:lnTo>
                      <a:pt x="905453" y="91439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h160"/>
              <p:cNvSpPr/>
              <p:nvPr/>
            </p:nvSpPr>
            <p:spPr>
              <a:xfrm>
                <a:off x="248873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5680" y="931969"/>
                    </a:lnTo>
                    <a:lnTo>
                      <a:pt x="914399" y="929987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h161"/>
              <p:cNvSpPr/>
              <p:nvPr/>
            </p:nvSpPr>
            <p:spPr>
              <a:xfrm>
                <a:off x="249817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h162"/>
              <p:cNvSpPr/>
              <p:nvPr/>
            </p:nvSpPr>
            <p:spPr>
              <a:xfrm>
                <a:off x="250761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h163"/>
              <p:cNvSpPr/>
              <p:nvPr/>
            </p:nvSpPr>
            <p:spPr>
              <a:xfrm>
                <a:off x="251705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h164"/>
              <p:cNvSpPr/>
              <p:nvPr/>
            </p:nvSpPr>
            <p:spPr>
              <a:xfrm>
                <a:off x="252650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h165"/>
              <p:cNvSpPr/>
              <p:nvPr/>
            </p:nvSpPr>
            <p:spPr>
              <a:xfrm>
                <a:off x="253594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h166"/>
              <p:cNvSpPr/>
              <p:nvPr/>
            </p:nvSpPr>
            <p:spPr>
              <a:xfrm>
                <a:off x="254538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h167"/>
              <p:cNvSpPr/>
              <p:nvPr/>
            </p:nvSpPr>
            <p:spPr>
              <a:xfrm>
                <a:off x="255482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h168"/>
              <p:cNvSpPr/>
              <p:nvPr/>
            </p:nvSpPr>
            <p:spPr>
              <a:xfrm>
                <a:off x="256426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h169"/>
              <p:cNvSpPr/>
              <p:nvPr/>
            </p:nvSpPr>
            <p:spPr>
              <a:xfrm>
                <a:off x="257370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h170"/>
              <p:cNvSpPr/>
              <p:nvPr/>
            </p:nvSpPr>
            <p:spPr>
              <a:xfrm>
                <a:off x="258314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h171"/>
              <p:cNvSpPr/>
              <p:nvPr/>
            </p:nvSpPr>
            <p:spPr>
              <a:xfrm>
                <a:off x="259258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h172"/>
              <p:cNvSpPr/>
              <p:nvPr/>
            </p:nvSpPr>
            <p:spPr>
              <a:xfrm>
                <a:off x="260202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h173"/>
              <p:cNvSpPr/>
              <p:nvPr/>
            </p:nvSpPr>
            <p:spPr>
              <a:xfrm>
                <a:off x="261146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h174"/>
              <p:cNvSpPr/>
              <p:nvPr/>
            </p:nvSpPr>
            <p:spPr>
              <a:xfrm>
                <a:off x="262090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h175"/>
              <p:cNvSpPr/>
              <p:nvPr/>
            </p:nvSpPr>
            <p:spPr>
              <a:xfrm>
                <a:off x="263034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h176"/>
              <p:cNvSpPr/>
              <p:nvPr/>
            </p:nvSpPr>
            <p:spPr>
              <a:xfrm>
                <a:off x="263978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h177"/>
              <p:cNvSpPr/>
              <p:nvPr/>
            </p:nvSpPr>
            <p:spPr>
              <a:xfrm>
                <a:off x="264922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h178"/>
              <p:cNvSpPr/>
              <p:nvPr/>
            </p:nvSpPr>
            <p:spPr>
              <a:xfrm>
                <a:off x="265866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h179"/>
              <p:cNvSpPr/>
              <p:nvPr/>
            </p:nvSpPr>
            <p:spPr>
              <a:xfrm>
                <a:off x="266810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h180"/>
              <p:cNvSpPr/>
              <p:nvPr/>
            </p:nvSpPr>
            <p:spPr>
              <a:xfrm>
                <a:off x="267754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h181"/>
              <p:cNvSpPr/>
              <p:nvPr/>
            </p:nvSpPr>
            <p:spPr>
              <a:xfrm>
                <a:off x="268698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h182"/>
              <p:cNvSpPr/>
              <p:nvPr/>
            </p:nvSpPr>
            <p:spPr>
              <a:xfrm>
                <a:off x="269642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h183"/>
              <p:cNvSpPr/>
              <p:nvPr/>
            </p:nvSpPr>
            <p:spPr>
              <a:xfrm>
                <a:off x="270586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h184"/>
              <p:cNvSpPr/>
              <p:nvPr/>
            </p:nvSpPr>
            <p:spPr>
              <a:xfrm>
                <a:off x="271530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h185"/>
              <p:cNvSpPr/>
              <p:nvPr/>
            </p:nvSpPr>
            <p:spPr>
              <a:xfrm>
                <a:off x="272474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h186"/>
              <p:cNvSpPr/>
              <p:nvPr/>
            </p:nvSpPr>
            <p:spPr>
              <a:xfrm>
                <a:off x="273418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h187"/>
              <p:cNvSpPr/>
              <p:nvPr/>
            </p:nvSpPr>
            <p:spPr>
              <a:xfrm>
                <a:off x="274362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h188"/>
              <p:cNvSpPr/>
              <p:nvPr/>
            </p:nvSpPr>
            <p:spPr>
              <a:xfrm>
                <a:off x="275306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h189"/>
              <p:cNvSpPr/>
              <p:nvPr/>
            </p:nvSpPr>
            <p:spPr>
              <a:xfrm>
                <a:off x="276250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h190"/>
              <p:cNvSpPr/>
              <p:nvPr/>
            </p:nvSpPr>
            <p:spPr>
              <a:xfrm>
                <a:off x="277194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h191"/>
              <p:cNvSpPr/>
              <p:nvPr/>
            </p:nvSpPr>
            <p:spPr>
              <a:xfrm>
                <a:off x="278138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h192"/>
              <p:cNvSpPr/>
              <p:nvPr/>
            </p:nvSpPr>
            <p:spPr>
              <a:xfrm>
                <a:off x="279082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h193"/>
              <p:cNvSpPr/>
              <p:nvPr/>
            </p:nvSpPr>
            <p:spPr>
              <a:xfrm>
                <a:off x="280026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h194"/>
              <p:cNvSpPr/>
              <p:nvPr/>
            </p:nvSpPr>
            <p:spPr>
              <a:xfrm>
                <a:off x="280970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h195"/>
              <p:cNvSpPr/>
              <p:nvPr/>
            </p:nvSpPr>
            <p:spPr>
              <a:xfrm>
                <a:off x="281914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h196"/>
              <p:cNvSpPr/>
              <p:nvPr/>
            </p:nvSpPr>
            <p:spPr>
              <a:xfrm>
                <a:off x="282858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h197"/>
              <p:cNvSpPr/>
              <p:nvPr/>
            </p:nvSpPr>
            <p:spPr>
              <a:xfrm>
                <a:off x="283802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h198"/>
              <p:cNvSpPr/>
              <p:nvPr/>
            </p:nvSpPr>
            <p:spPr>
              <a:xfrm>
                <a:off x="284746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h199"/>
              <p:cNvSpPr/>
              <p:nvPr/>
            </p:nvSpPr>
            <p:spPr>
              <a:xfrm>
                <a:off x="285690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h200"/>
              <p:cNvSpPr/>
              <p:nvPr/>
            </p:nvSpPr>
            <p:spPr>
              <a:xfrm>
                <a:off x="286634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h201"/>
              <p:cNvSpPr/>
              <p:nvPr/>
            </p:nvSpPr>
            <p:spPr>
              <a:xfrm>
                <a:off x="2875789" y="280030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667"/>
                    </a:lnTo>
                    <a:lnTo>
                      <a:pt x="922996" y="907895"/>
                    </a:lnTo>
                    <a:lnTo>
                      <a:pt x="922017" y="909319"/>
                    </a:lnTo>
                    <a:lnTo>
                      <a:pt x="921039" y="910742"/>
                    </a:lnTo>
                    <a:lnTo>
                      <a:pt x="920061" y="912166"/>
                    </a:lnTo>
                    <a:lnTo>
                      <a:pt x="919083" y="913590"/>
                    </a:lnTo>
                    <a:lnTo>
                      <a:pt x="918528" y="914400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h202"/>
              <p:cNvSpPr/>
              <p:nvPr/>
            </p:nvSpPr>
            <p:spPr>
              <a:xfrm>
                <a:off x="2885229" y="2782734"/>
                <a:ext cx="921168" cy="924237"/>
              </a:xfrm>
              <a:custGeom>
                <a:avLst/>
                <a:gdLst/>
                <a:ahLst/>
                <a:cxnLst/>
                <a:rect l="0" t="0" r="0" b="0"/>
                <a:pathLst>
                  <a:path w="921168" h="924237">
                    <a:moveTo>
                      <a:pt x="914399" y="914399"/>
                    </a:moveTo>
                    <a:lnTo>
                      <a:pt x="921168" y="914399"/>
                    </a:lnTo>
                    <a:lnTo>
                      <a:pt x="920409" y="915502"/>
                    </a:lnTo>
                    <a:lnTo>
                      <a:pt x="919430" y="916925"/>
                    </a:lnTo>
                    <a:lnTo>
                      <a:pt x="918450" y="918348"/>
                    </a:lnTo>
                    <a:lnTo>
                      <a:pt x="917471" y="919771"/>
                    </a:lnTo>
                    <a:lnTo>
                      <a:pt x="916492" y="921194"/>
                    </a:lnTo>
                    <a:lnTo>
                      <a:pt x="915513" y="922618"/>
                    </a:lnTo>
                    <a:lnTo>
                      <a:pt x="914534" y="924041"/>
                    </a:lnTo>
                    <a:lnTo>
                      <a:pt x="914399" y="924237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h203"/>
              <p:cNvSpPr/>
              <p:nvPr/>
            </p:nvSpPr>
            <p:spPr>
              <a:xfrm>
                <a:off x="2479299" y="2765164"/>
                <a:ext cx="914400" cy="9310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6">
                    <a:moveTo>
                      <a:pt x="914400" y="914400"/>
                    </a:moveTo>
                    <a:lnTo>
                      <a:pt x="914400" y="931026"/>
                    </a:lnTo>
                    <a:lnTo>
                      <a:pt x="913517" y="929341"/>
                    </a:lnTo>
                    <a:lnTo>
                      <a:pt x="909619" y="921078"/>
                    </a:lnTo>
                    <a:lnTo>
                      <a:pt x="906786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h204"/>
              <p:cNvSpPr/>
              <p:nvPr/>
            </p:nvSpPr>
            <p:spPr>
              <a:xfrm>
                <a:off x="247929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893" y="931969"/>
                    </a:lnTo>
                    <a:lnTo>
                      <a:pt x="914400" y="931026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h205"/>
              <p:cNvSpPr/>
              <p:nvPr/>
            </p:nvSpPr>
            <p:spPr>
              <a:xfrm>
                <a:off x="248873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h206"/>
              <p:cNvSpPr/>
              <p:nvPr/>
            </p:nvSpPr>
            <p:spPr>
              <a:xfrm>
                <a:off x="249817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h207"/>
              <p:cNvSpPr/>
              <p:nvPr/>
            </p:nvSpPr>
            <p:spPr>
              <a:xfrm>
                <a:off x="250761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h208"/>
              <p:cNvSpPr/>
              <p:nvPr/>
            </p:nvSpPr>
            <p:spPr>
              <a:xfrm>
                <a:off x="251705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h209"/>
              <p:cNvSpPr/>
              <p:nvPr/>
            </p:nvSpPr>
            <p:spPr>
              <a:xfrm>
                <a:off x="252650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h210"/>
              <p:cNvSpPr/>
              <p:nvPr/>
            </p:nvSpPr>
            <p:spPr>
              <a:xfrm>
                <a:off x="253594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h211"/>
              <p:cNvSpPr/>
              <p:nvPr/>
            </p:nvSpPr>
            <p:spPr>
              <a:xfrm>
                <a:off x="254538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h212"/>
              <p:cNvSpPr/>
              <p:nvPr/>
            </p:nvSpPr>
            <p:spPr>
              <a:xfrm>
                <a:off x="255482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h213"/>
              <p:cNvSpPr/>
              <p:nvPr/>
            </p:nvSpPr>
            <p:spPr>
              <a:xfrm>
                <a:off x="256426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h214"/>
              <p:cNvSpPr/>
              <p:nvPr/>
            </p:nvSpPr>
            <p:spPr>
              <a:xfrm>
                <a:off x="257370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h215"/>
              <p:cNvSpPr/>
              <p:nvPr/>
            </p:nvSpPr>
            <p:spPr>
              <a:xfrm>
                <a:off x="258314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h216"/>
              <p:cNvSpPr/>
              <p:nvPr/>
            </p:nvSpPr>
            <p:spPr>
              <a:xfrm>
                <a:off x="259258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h217"/>
              <p:cNvSpPr/>
              <p:nvPr/>
            </p:nvSpPr>
            <p:spPr>
              <a:xfrm>
                <a:off x="260202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h218"/>
              <p:cNvSpPr/>
              <p:nvPr/>
            </p:nvSpPr>
            <p:spPr>
              <a:xfrm>
                <a:off x="261146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h219"/>
              <p:cNvSpPr/>
              <p:nvPr/>
            </p:nvSpPr>
            <p:spPr>
              <a:xfrm>
                <a:off x="262090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h220"/>
              <p:cNvSpPr/>
              <p:nvPr/>
            </p:nvSpPr>
            <p:spPr>
              <a:xfrm>
                <a:off x="263034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h221"/>
              <p:cNvSpPr/>
              <p:nvPr/>
            </p:nvSpPr>
            <p:spPr>
              <a:xfrm>
                <a:off x="263978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h222"/>
              <p:cNvSpPr/>
              <p:nvPr/>
            </p:nvSpPr>
            <p:spPr>
              <a:xfrm>
                <a:off x="264922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h223"/>
              <p:cNvSpPr/>
              <p:nvPr/>
            </p:nvSpPr>
            <p:spPr>
              <a:xfrm>
                <a:off x="265866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h224"/>
              <p:cNvSpPr/>
              <p:nvPr/>
            </p:nvSpPr>
            <p:spPr>
              <a:xfrm>
                <a:off x="266810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h225"/>
              <p:cNvSpPr/>
              <p:nvPr/>
            </p:nvSpPr>
            <p:spPr>
              <a:xfrm>
                <a:off x="267754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h226"/>
              <p:cNvSpPr/>
              <p:nvPr/>
            </p:nvSpPr>
            <p:spPr>
              <a:xfrm>
                <a:off x="268698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h227"/>
              <p:cNvSpPr/>
              <p:nvPr/>
            </p:nvSpPr>
            <p:spPr>
              <a:xfrm>
                <a:off x="269642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h228"/>
              <p:cNvSpPr/>
              <p:nvPr/>
            </p:nvSpPr>
            <p:spPr>
              <a:xfrm>
                <a:off x="270586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h229"/>
              <p:cNvSpPr/>
              <p:nvPr/>
            </p:nvSpPr>
            <p:spPr>
              <a:xfrm>
                <a:off x="271530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h230"/>
              <p:cNvSpPr/>
              <p:nvPr/>
            </p:nvSpPr>
            <p:spPr>
              <a:xfrm>
                <a:off x="272474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h231"/>
              <p:cNvSpPr/>
              <p:nvPr/>
            </p:nvSpPr>
            <p:spPr>
              <a:xfrm>
                <a:off x="273418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h232"/>
              <p:cNvSpPr/>
              <p:nvPr/>
            </p:nvSpPr>
            <p:spPr>
              <a:xfrm>
                <a:off x="274362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h233"/>
              <p:cNvSpPr/>
              <p:nvPr/>
            </p:nvSpPr>
            <p:spPr>
              <a:xfrm>
                <a:off x="275306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h234"/>
              <p:cNvSpPr/>
              <p:nvPr/>
            </p:nvSpPr>
            <p:spPr>
              <a:xfrm>
                <a:off x="276250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h235"/>
              <p:cNvSpPr/>
              <p:nvPr/>
            </p:nvSpPr>
            <p:spPr>
              <a:xfrm>
                <a:off x="277194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h236"/>
              <p:cNvSpPr/>
              <p:nvPr/>
            </p:nvSpPr>
            <p:spPr>
              <a:xfrm>
                <a:off x="278138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h237"/>
              <p:cNvSpPr/>
              <p:nvPr/>
            </p:nvSpPr>
            <p:spPr>
              <a:xfrm>
                <a:off x="279082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h238"/>
              <p:cNvSpPr/>
              <p:nvPr/>
            </p:nvSpPr>
            <p:spPr>
              <a:xfrm>
                <a:off x="280026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h239"/>
              <p:cNvSpPr/>
              <p:nvPr/>
            </p:nvSpPr>
            <p:spPr>
              <a:xfrm>
                <a:off x="280970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h240"/>
              <p:cNvSpPr/>
              <p:nvPr/>
            </p:nvSpPr>
            <p:spPr>
              <a:xfrm>
                <a:off x="281914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h241"/>
              <p:cNvSpPr/>
              <p:nvPr/>
            </p:nvSpPr>
            <p:spPr>
              <a:xfrm>
                <a:off x="282858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h242"/>
              <p:cNvSpPr/>
              <p:nvPr/>
            </p:nvSpPr>
            <p:spPr>
              <a:xfrm>
                <a:off x="283802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h243"/>
              <p:cNvSpPr/>
              <p:nvPr/>
            </p:nvSpPr>
            <p:spPr>
              <a:xfrm>
                <a:off x="284746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h244"/>
              <p:cNvSpPr/>
              <p:nvPr/>
            </p:nvSpPr>
            <p:spPr>
              <a:xfrm>
                <a:off x="285690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h245"/>
              <p:cNvSpPr/>
              <p:nvPr/>
            </p:nvSpPr>
            <p:spPr>
              <a:xfrm>
                <a:off x="286634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h246"/>
              <p:cNvSpPr/>
              <p:nvPr/>
            </p:nvSpPr>
            <p:spPr>
              <a:xfrm>
                <a:off x="287578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h247"/>
              <p:cNvSpPr/>
              <p:nvPr/>
            </p:nvSpPr>
            <p:spPr>
              <a:xfrm>
                <a:off x="2885229" y="2782734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0522"/>
                    </a:lnTo>
                    <a:lnTo>
                      <a:pt x="923350" y="911233"/>
                    </a:lnTo>
                    <a:lnTo>
                      <a:pt x="922370" y="912656"/>
                    </a:lnTo>
                    <a:lnTo>
                      <a:pt x="921389" y="914079"/>
                    </a:lnTo>
                    <a:lnTo>
                      <a:pt x="921168" y="91439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h248"/>
              <p:cNvSpPr/>
              <p:nvPr/>
            </p:nvSpPr>
            <p:spPr>
              <a:xfrm>
                <a:off x="2894669" y="2765164"/>
                <a:ext cx="923840" cy="92809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092">
                    <a:moveTo>
                      <a:pt x="914400" y="914400"/>
                    </a:moveTo>
                    <a:lnTo>
                      <a:pt x="923840" y="914412"/>
                    </a:lnTo>
                    <a:lnTo>
                      <a:pt x="923725" y="914578"/>
                    </a:lnTo>
                    <a:lnTo>
                      <a:pt x="922742" y="916000"/>
                    </a:lnTo>
                    <a:lnTo>
                      <a:pt x="921760" y="917422"/>
                    </a:lnTo>
                    <a:lnTo>
                      <a:pt x="920778" y="918845"/>
                    </a:lnTo>
                    <a:lnTo>
                      <a:pt x="919796" y="920267"/>
                    </a:lnTo>
                    <a:lnTo>
                      <a:pt x="918815" y="921689"/>
                    </a:lnTo>
                    <a:lnTo>
                      <a:pt x="917833" y="923112"/>
                    </a:lnTo>
                    <a:lnTo>
                      <a:pt x="916852" y="924534"/>
                    </a:lnTo>
                    <a:lnTo>
                      <a:pt x="915871" y="925957"/>
                    </a:lnTo>
                    <a:lnTo>
                      <a:pt x="914890" y="927380"/>
                    </a:lnTo>
                    <a:lnTo>
                      <a:pt x="914400" y="928092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h249"/>
              <p:cNvSpPr/>
              <p:nvPr/>
            </p:nvSpPr>
            <p:spPr>
              <a:xfrm>
                <a:off x="2469858" y="2747595"/>
                <a:ext cx="914399" cy="927394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394">
                    <a:moveTo>
                      <a:pt x="914399" y="914400"/>
                    </a:moveTo>
                    <a:lnTo>
                      <a:pt x="914399" y="927394"/>
                    </a:lnTo>
                    <a:lnTo>
                      <a:pt x="911984" y="921045"/>
                    </a:lnTo>
                    <a:lnTo>
                      <a:pt x="909725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h250"/>
              <p:cNvSpPr/>
              <p:nvPr/>
            </p:nvSpPr>
            <p:spPr>
              <a:xfrm>
                <a:off x="246985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226" y="931969"/>
                    </a:lnTo>
                    <a:lnTo>
                      <a:pt x="915398" y="930018"/>
                    </a:lnTo>
                    <a:lnTo>
                      <a:pt x="914399" y="927394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h251"/>
              <p:cNvSpPr/>
              <p:nvPr/>
            </p:nvSpPr>
            <p:spPr>
              <a:xfrm>
                <a:off x="247929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h252"/>
              <p:cNvSpPr/>
              <p:nvPr/>
            </p:nvSpPr>
            <p:spPr>
              <a:xfrm>
                <a:off x="248873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h253"/>
              <p:cNvSpPr/>
              <p:nvPr/>
            </p:nvSpPr>
            <p:spPr>
              <a:xfrm>
                <a:off x="249817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h254"/>
              <p:cNvSpPr/>
              <p:nvPr/>
            </p:nvSpPr>
            <p:spPr>
              <a:xfrm>
                <a:off x="250761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h255"/>
              <p:cNvSpPr/>
              <p:nvPr/>
            </p:nvSpPr>
            <p:spPr>
              <a:xfrm>
                <a:off x="251705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h256"/>
              <p:cNvSpPr/>
              <p:nvPr/>
            </p:nvSpPr>
            <p:spPr>
              <a:xfrm>
                <a:off x="252650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h257"/>
              <p:cNvSpPr/>
              <p:nvPr/>
            </p:nvSpPr>
            <p:spPr>
              <a:xfrm>
                <a:off x="253594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h258"/>
              <p:cNvSpPr/>
              <p:nvPr/>
            </p:nvSpPr>
            <p:spPr>
              <a:xfrm>
                <a:off x="254538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h259"/>
              <p:cNvSpPr/>
              <p:nvPr/>
            </p:nvSpPr>
            <p:spPr>
              <a:xfrm>
                <a:off x="255482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h260"/>
              <p:cNvSpPr/>
              <p:nvPr/>
            </p:nvSpPr>
            <p:spPr>
              <a:xfrm>
                <a:off x="256426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h261"/>
              <p:cNvSpPr/>
              <p:nvPr/>
            </p:nvSpPr>
            <p:spPr>
              <a:xfrm>
                <a:off x="257370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h262"/>
              <p:cNvSpPr/>
              <p:nvPr/>
            </p:nvSpPr>
            <p:spPr>
              <a:xfrm>
                <a:off x="258314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h263"/>
              <p:cNvSpPr/>
              <p:nvPr/>
            </p:nvSpPr>
            <p:spPr>
              <a:xfrm>
                <a:off x="259258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h264"/>
              <p:cNvSpPr/>
              <p:nvPr/>
            </p:nvSpPr>
            <p:spPr>
              <a:xfrm>
                <a:off x="260202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h265"/>
              <p:cNvSpPr/>
              <p:nvPr/>
            </p:nvSpPr>
            <p:spPr>
              <a:xfrm>
                <a:off x="261146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h266"/>
              <p:cNvSpPr/>
              <p:nvPr/>
            </p:nvSpPr>
            <p:spPr>
              <a:xfrm>
                <a:off x="262090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h267"/>
              <p:cNvSpPr/>
              <p:nvPr/>
            </p:nvSpPr>
            <p:spPr>
              <a:xfrm>
                <a:off x="263034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h268"/>
              <p:cNvSpPr/>
              <p:nvPr/>
            </p:nvSpPr>
            <p:spPr>
              <a:xfrm>
                <a:off x="263978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h269"/>
              <p:cNvSpPr/>
              <p:nvPr/>
            </p:nvSpPr>
            <p:spPr>
              <a:xfrm>
                <a:off x="264922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h270"/>
              <p:cNvSpPr/>
              <p:nvPr/>
            </p:nvSpPr>
            <p:spPr>
              <a:xfrm>
                <a:off x="265866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h271"/>
              <p:cNvSpPr/>
              <p:nvPr/>
            </p:nvSpPr>
            <p:spPr>
              <a:xfrm>
                <a:off x="266810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h272"/>
              <p:cNvSpPr/>
              <p:nvPr/>
            </p:nvSpPr>
            <p:spPr>
              <a:xfrm>
                <a:off x="267754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h273"/>
              <p:cNvSpPr/>
              <p:nvPr/>
            </p:nvSpPr>
            <p:spPr>
              <a:xfrm>
                <a:off x="268698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h274"/>
              <p:cNvSpPr/>
              <p:nvPr/>
            </p:nvSpPr>
            <p:spPr>
              <a:xfrm>
                <a:off x="269642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h275"/>
              <p:cNvSpPr/>
              <p:nvPr/>
            </p:nvSpPr>
            <p:spPr>
              <a:xfrm>
                <a:off x="270586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h276"/>
              <p:cNvSpPr/>
              <p:nvPr/>
            </p:nvSpPr>
            <p:spPr>
              <a:xfrm>
                <a:off x="271530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h277"/>
              <p:cNvSpPr/>
              <p:nvPr/>
            </p:nvSpPr>
            <p:spPr>
              <a:xfrm>
                <a:off x="272474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h278"/>
              <p:cNvSpPr/>
              <p:nvPr/>
            </p:nvSpPr>
            <p:spPr>
              <a:xfrm>
                <a:off x="273418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h279"/>
              <p:cNvSpPr/>
              <p:nvPr/>
            </p:nvSpPr>
            <p:spPr>
              <a:xfrm>
                <a:off x="274362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h280"/>
              <p:cNvSpPr/>
              <p:nvPr/>
            </p:nvSpPr>
            <p:spPr>
              <a:xfrm>
                <a:off x="275306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h281"/>
              <p:cNvSpPr/>
              <p:nvPr/>
            </p:nvSpPr>
            <p:spPr>
              <a:xfrm>
                <a:off x="276250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h282"/>
              <p:cNvSpPr/>
              <p:nvPr/>
            </p:nvSpPr>
            <p:spPr>
              <a:xfrm>
                <a:off x="277194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h283"/>
              <p:cNvSpPr/>
              <p:nvPr/>
            </p:nvSpPr>
            <p:spPr>
              <a:xfrm>
                <a:off x="278138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h284"/>
              <p:cNvSpPr/>
              <p:nvPr/>
            </p:nvSpPr>
            <p:spPr>
              <a:xfrm>
                <a:off x="279082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h285"/>
              <p:cNvSpPr/>
              <p:nvPr/>
            </p:nvSpPr>
            <p:spPr>
              <a:xfrm>
                <a:off x="280026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h286"/>
              <p:cNvSpPr/>
              <p:nvPr/>
            </p:nvSpPr>
            <p:spPr>
              <a:xfrm>
                <a:off x="280970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h287"/>
              <p:cNvSpPr/>
              <p:nvPr/>
            </p:nvSpPr>
            <p:spPr>
              <a:xfrm>
                <a:off x="281914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h288"/>
              <p:cNvSpPr/>
              <p:nvPr/>
            </p:nvSpPr>
            <p:spPr>
              <a:xfrm>
                <a:off x="282858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h289"/>
              <p:cNvSpPr/>
              <p:nvPr/>
            </p:nvSpPr>
            <p:spPr>
              <a:xfrm>
                <a:off x="283802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h290"/>
              <p:cNvSpPr/>
              <p:nvPr/>
            </p:nvSpPr>
            <p:spPr>
              <a:xfrm>
                <a:off x="284746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h291"/>
              <p:cNvSpPr/>
              <p:nvPr/>
            </p:nvSpPr>
            <p:spPr>
              <a:xfrm>
                <a:off x="285690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h292"/>
              <p:cNvSpPr/>
              <p:nvPr/>
            </p:nvSpPr>
            <p:spPr>
              <a:xfrm>
                <a:off x="286634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h293"/>
              <p:cNvSpPr/>
              <p:nvPr/>
            </p:nvSpPr>
            <p:spPr>
              <a:xfrm>
                <a:off x="287578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h294"/>
              <p:cNvSpPr/>
              <p:nvPr/>
            </p:nvSpPr>
            <p:spPr>
              <a:xfrm>
                <a:off x="288522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h295"/>
              <p:cNvSpPr/>
              <p:nvPr/>
            </p:nvSpPr>
            <p:spPr>
              <a:xfrm>
                <a:off x="289466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h296"/>
              <p:cNvSpPr/>
              <p:nvPr/>
            </p:nvSpPr>
            <p:spPr>
              <a:xfrm>
                <a:off x="2904109" y="27651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899642"/>
                    </a:lnTo>
                    <a:lnTo>
                      <a:pt x="920790" y="904807"/>
                    </a:lnTo>
                    <a:lnTo>
                      <a:pt x="916256" y="911726"/>
                    </a:lnTo>
                    <a:lnTo>
                      <a:pt x="915267" y="913156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h297"/>
              <p:cNvSpPr/>
              <p:nvPr/>
            </p:nvSpPr>
            <p:spPr>
              <a:xfrm>
                <a:off x="2913550" y="2747595"/>
                <a:ext cx="916023" cy="917211"/>
              </a:xfrm>
              <a:custGeom>
                <a:avLst/>
                <a:gdLst/>
                <a:ahLst/>
                <a:cxnLst/>
                <a:rect l="0" t="0" r="0" b="0"/>
                <a:pathLst>
                  <a:path w="916023" h="917211">
                    <a:moveTo>
                      <a:pt x="914400" y="914400"/>
                    </a:moveTo>
                    <a:lnTo>
                      <a:pt x="916023" y="914400"/>
                    </a:lnTo>
                    <a:lnTo>
                      <a:pt x="915687" y="915031"/>
                    </a:lnTo>
                    <a:lnTo>
                      <a:pt x="914400" y="917211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h298"/>
              <p:cNvSpPr/>
              <p:nvPr/>
            </p:nvSpPr>
            <p:spPr>
              <a:xfrm>
                <a:off x="2460418" y="2730025"/>
                <a:ext cx="914400" cy="91608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080">
                    <a:moveTo>
                      <a:pt x="914400" y="914400"/>
                    </a:moveTo>
                    <a:lnTo>
                      <a:pt x="914400" y="916080"/>
                    </a:lnTo>
                    <a:lnTo>
                      <a:pt x="913952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h299"/>
              <p:cNvSpPr/>
              <p:nvPr/>
            </p:nvSpPr>
            <p:spPr>
              <a:xfrm>
                <a:off x="246041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165" y="931969"/>
                    </a:lnTo>
                    <a:lnTo>
                      <a:pt x="918266" y="929323"/>
                    </a:lnTo>
                    <a:lnTo>
                      <a:pt x="915372" y="919737"/>
                    </a:lnTo>
                    <a:lnTo>
                      <a:pt x="914400" y="91608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h300"/>
              <p:cNvSpPr/>
              <p:nvPr/>
            </p:nvSpPr>
            <p:spPr>
              <a:xfrm>
                <a:off x="246985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h301"/>
              <p:cNvSpPr/>
              <p:nvPr/>
            </p:nvSpPr>
            <p:spPr>
              <a:xfrm>
                <a:off x="247929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h302"/>
              <p:cNvSpPr/>
              <p:nvPr/>
            </p:nvSpPr>
            <p:spPr>
              <a:xfrm>
                <a:off x="248873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h303"/>
              <p:cNvSpPr/>
              <p:nvPr/>
            </p:nvSpPr>
            <p:spPr>
              <a:xfrm>
                <a:off x="249817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h304"/>
              <p:cNvSpPr/>
              <p:nvPr/>
            </p:nvSpPr>
            <p:spPr>
              <a:xfrm>
                <a:off x="250761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h305"/>
              <p:cNvSpPr/>
              <p:nvPr/>
            </p:nvSpPr>
            <p:spPr>
              <a:xfrm>
                <a:off x="251705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h306"/>
              <p:cNvSpPr/>
              <p:nvPr/>
            </p:nvSpPr>
            <p:spPr>
              <a:xfrm>
                <a:off x="252650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h307"/>
              <p:cNvSpPr/>
              <p:nvPr/>
            </p:nvSpPr>
            <p:spPr>
              <a:xfrm>
                <a:off x="253594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h308"/>
              <p:cNvSpPr/>
              <p:nvPr/>
            </p:nvSpPr>
            <p:spPr>
              <a:xfrm>
                <a:off x="254538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h309"/>
              <p:cNvSpPr/>
              <p:nvPr/>
            </p:nvSpPr>
            <p:spPr>
              <a:xfrm>
                <a:off x="255482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h310"/>
              <p:cNvSpPr/>
              <p:nvPr/>
            </p:nvSpPr>
            <p:spPr>
              <a:xfrm>
                <a:off x="256426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h311"/>
              <p:cNvSpPr/>
              <p:nvPr/>
            </p:nvSpPr>
            <p:spPr>
              <a:xfrm>
                <a:off x="257370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h312"/>
              <p:cNvSpPr/>
              <p:nvPr/>
            </p:nvSpPr>
            <p:spPr>
              <a:xfrm>
                <a:off x="258314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h313"/>
              <p:cNvSpPr/>
              <p:nvPr/>
            </p:nvSpPr>
            <p:spPr>
              <a:xfrm>
                <a:off x="259258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h314"/>
              <p:cNvSpPr/>
              <p:nvPr/>
            </p:nvSpPr>
            <p:spPr>
              <a:xfrm>
                <a:off x="260202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h315"/>
              <p:cNvSpPr/>
              <p:nvPr/>
            </p:nvSpPr>
            <p:spPr>
              <a:xfrm>
                <a:off x="261146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h316"/>
              <p:cNvSpPr/>
              <p:nvPr/>
            </p:nvSpPr>
            <p:spPr>
              <a:xfrm>
                <a:off x="262090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h317"/>
              <p:cNvSpPr/>
              <p:nvPr/>
            </p:nvSpPr>
            <p:spPr>
              <a:xfrm>
                <a:off x="263034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h318"/>
              <p:cNvSpPr/>
              <p:nvPr/>
            </p:nvSpPr>
            <p:spPr>
              <a:xfrm>
                <a:off x="263978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h319"/>
              <p:cNvSpPr/>
              <p:nvPr/>
            </p:nvSpPr>
            <p:spPr>
              <a:xfrm>
                <a:off x="264922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h320"/>
              <p:cNvSpPr/>
              <p:nvPr/>
            </p:nvSpPr>
            <p:spPr>
              <a:xfrm>
                <a:off x="265866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h321"/>
              <p:cNvSpPr/>
              <p:nvPr/>
            </p:nvSpPr>
            <p:spPr>
              <a:xfrm>
                <a:off x="266810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h322"/>
              <p:cNvSpPr/>
              <p:nvPr/>
            </p:nvSpPr>
            <p:spPr>
              <a:xfrm>
                <a:off x="267754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h323"/>
              <p:cNvSpPr/>
              <p:nvPr/>
            </p:nvSpPr>
            <p:spPr>
              <a:xfrm>
                <a:off x="268698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h324"/>
              <p:cNvSpPr/>
              <p:nvPr/>
            </p:nvSpPr>
            <p:spPr>
              <a:xfrm>
                <a:off x="269642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h325"/>
              <p:cNvSpPr/>
              <p:nvPr/>
            </p:nvSpPr>
            <p:spPr>
              <a:xfrm>
                <a:off x="270586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h326"/>
              <p:cNvSpPr/>
              <p:nvPr/>
            </p:nvSpPr>
            <p:spPr>
              <a:xfrm>
                <a:off x="271530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h327"/>
              <p:cNvSpPr/>
              <p:nvPr/>
            </p:nvSpPr>
            <p:spPr>
              <a:xfrm>
                <a:off x="272474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h328"/>
              <p:cNvSpPr/>
              <p:nvPr/>
            </p:nvSpPr>
            <p:spPr>
              <a:xfrm>
                <a:off x="273418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h329"/>
              <p:cNvSpPr/>
              <p:nvPr/>
            </p:nvSpPr>
            <p:spPr>
              <a:xfrm>
                <a:off x="274362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h330"/>
              <p:cNvSpPr/>
              <p:nvPr/>
            </p:nvSpPr>
            <p:spPr>
              <a:xfrm>
                <a:off x="275306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h331"/>
              <p:cNvSpPr/>
              <p:nvPr/>
            </p:nvSpPr>
            <p:spPr>
              <a:xfrm>
                <a:off x="276250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h332"/>
              <p:cNvSpPr/>
              <p:nvPr/>
            </p:nvSpPr>
            <p:spPr>
              <a:xfrm>
                <a:off x="277194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h333"/>
              <p:cNvSpPr/>
              <p:nvPr/>
            </p:nvSpPr>
            <p:spPr>
              <a:xfrm>
                <a:off x="278138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h334"/>
              <p:cNvSpPr/>
              <p:nvPr/>
            </p:nvSpPr>
            <p:spPr>
              <a:xfrm>
                <a:off x="279082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h335"/>
              <p:cNvSpPr/>
              <p:nvPr/>
            </p:nvSpPr>
            <p:spPr>
              <a:xfrm>
                <a:off x="280026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h336"/>
              <p:cNvSpPr/>
              <p:nvPr/>
            </p:nvSpPr>
            <p:spPr>
              <a:xfrm>
                <a:off x="280970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h337"/>
              <p:cNvSpPr/>
              <p:nvPr/>
            </p:nvSpPr>
            <p:spPr>
              <a:xfrm>
                <a:off x="281914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h338"/>
              <p:cNvSpPr/>
              <p:nvPr/>
            </p:nvSpPr>
            <p:spPr>
              <a:xfrm>
                <a:off x="282858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h339"/>
              <p:cNvSpPr/>
              <p:nvPr/>
            </p:nvSpPr>
            <p:spPr>
              <a:xfrm>
                <a:off x="283802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h340"/>
              <p:cNvSpPr/>
              <p:nvPr/>
            </p:nvSpPr>
            <p:spPr>
              <a:xfrm>
                <a:off x="284746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h341"/>
              <p:cNvSpPr/>
              <p:nvPr/>
            </p:nvSpPr>
            <p:spPr>
              <a:xfrm>
                <a:off x="285690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h342"/>
              <p:cNvSpPr/>
              <p:nvPr/>
            </p:nvSpPr>
            <p:spPr>
              <a:xfrm>
                <a:off x="286634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h343"/>
              <p:cNvSpPr/>
              <p:nvPr/>
            </p:nvSpPr>
            <p:spPr>
              <a:xfrm>
                <a:off x="287578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h344"/>
              <p:cNvSpPr/>
              <p:nvPr/>
            </p:nvSpPr>
            <p:spPr>
              <a:xfrm>
                <a:off x="288522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h345"/>
              <p:cNvSpPr/>
              <p:nvPr/>
            </p:nvSpPr>
            <p:spPr>
              <a:xfrm>
                <a:off x="289466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h346"/>
              <p:cNvSpPr/>
              <p:nvPr/>
            </p:nvSpPr>
            <p:spPr>
              <a:xfrm>
                <a:off x="290410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h347"/>
              <p:cNvSpPr/>
              <p:nvPr/>
            </p:nvSpPr>
            <p:spPr>
              <a:xfrm>
                <a:off x="2913550" y="274759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855"/>
                    </a:lnTo>
                    <a:lnTo>
                      <a:pt x="923718" y="899136"/>
                    </a:lnTo>
                    <a:lnTo>
                      <a:pt x="919813" y="907277"/>
                    </a:lnTo>
                    <a:lnTo>
                      <a:pt x="916023" y="914400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h348"/>
              <p:cNvSpPr/>
              <p:nvPr/>
            </p:nvSpPr>
            <p:spPr>
              <a:xfrm>
                <a:off x="2922990" y="2730025"/>
                <a:ext cx="915274" cy="916425"/>
              </a:xfrm>
              <a:custGeom>
                <a:avLst/>
                <a:gdLst/>
                <a:ahLst/>
                <a:cxnLst/>
                <a:rect l="0" t="0" r="0" b="0"/>
                <a:pathLst>
                  <a:path w="915274" h="916425">
                    <a:moveTo>
                      <a:pt x="914399" y="914400"/>
                    </a:moveTo>
                    <a:lnTo>
                      <a:pt x="915274" y="914400"/>
                    </a:lnTo>
                    <a:lnTo>
                      <a:pt x="914399" y="916425"/>
                    </a:lnTo>
                    <a:close/>
                  </a:path>
                </a:pathLst>
              </a:custGeom>
              <a:solidFill>
                <a:srgbClr val="FEA264">
                  <a:alpha val="100000"/>
                </a:srgbClr>
              </a:solidFill>
              <a:ln w="5420" cap="flat">
                <a:solidFill>
                  <a:srgbClr val="FEA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h349"/>
              <p:cNvSpPr/>
              <p:nvPr/>
            </p:nvSpPr>
            <p:spPr>
              <a:xfrm>
                <a:off x="2460418" y="271245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952" y="931969"/>
                    </a:lnTo>
                    <a:lnTo>
                      <a:pt x="912751" y="927453"/>
                    </a:lnTo>
                    <a:lnTo>
                      <a:pt x="910409" y="917358"/>
                    </a:lnTo>
                    <a:lnTo>
                      <a:pt x="909819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h350"/>
              <p:cNvSpPr/>
              <p:nvPr/>
            </p:nvSpPr>
            <p:spPr>
              <a:xfrm>
                <a:off x="246041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h351"/>
              <p:cNvSpPr/>
              <p:nvPr/>
            </p:nvSpPr>
            <p:spPr>
              <a:xfrm>
                <a:off x="246985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h352"/>
              <p:cNvSpPr/>
              <p:nvPr/>
            </p:nvSpPr>
            <p:spPr>
              <a:xfrm>
                <a:off x="247929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h353"/>
              <p:cNvSpPr/>
              <p:nvPr/>
            </p:nvSpPr>
            <p:spPr>
              <a:xfrm>
                <a:off x="248873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h354"/>
              <p:cNvSpPr/>
              <p:nvPr/>
            </p:nvSpPr>
            <p:spPr>
              <a:xfrm>
                <a:off x="249817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h355"/>
              <p:cNvSpPr/>
              <p:nvPr/>
            </p:nvSpPr>
            <p:spPr>
              <a:xfrm>
                <a:off x="250761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h356"/>
              <p:cNvSpPr/>
              <p:nvPr/>
            </p:nvSpPr>
            <p:spPr>
              <a:xfrm>
                <a:off x="251705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h357"/>
              <p:cNvSpPr/>
              <p:nvPr/>
            </p:nvSpPr>
            <p:spPr>
              <a:xfrm>
                <a:off x="252650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h358"/>
              <p:cNvSpPr/>
              <p:nvPr/>
            </p:nvSpPr>
            <p:spPr>
              <a:xfrm>
                <a:off x="253594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h359"/>
              <p:cNvSpPr/>
              <p:nvPr/>
            </p:nvSpPr>
            <p:spPr>
              <a:xfrm>
                <a:off x="254538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h360"/>
              <p:cNvSpPr/>
              <p:nvPr/>
            </p:nvSpPr>
            <p:spPr>
              <a:xfrm>
                <a:off x="255482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h361"/>
              <p:cNvSpPr/>
              <p:nvPr/>
            </p:nvSpPr>
            <p:spPr>
              <a:xfrm>
                <a:off x="256426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h362"/>
              <p:cNvSpPr/>
              <p:nvPr/>
            </p:nvSpPr>
            <p:spPr>
              <a:xfrm>
                <a:off x="257370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h363"/>
              <p:cNvSpPr/>
              <p:nvPr/>
            </p:nvSpPr>
            <p:spPr>
              <a:xfrm>
                <a:off x="258314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h364"/>
              <p:cNvSpPr/>
              <p:nvPr/>
            </p:nvSpPr>
            <p:spPr>
              <a:xfrm>
                <a:off x="259258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h365"/>
              <p:cNvSpPr/>
              <p:nvPr/>
            </p:nvSpPr>
            <p:spPr>
              <a:xfrm>
                <a:off x="260202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h366"/>
              <p:cNvSpPr/>
              <p:nvPr/>
            </p:nvSpPr>
            <p:spPr>
              <a:xfrm>
                <a:off x="261146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h367"/>
              <p:cNvSpPr/>
              <p:nvPr/>
            </p:nvSpPr>
            <p:spPr>
              <a:xfrm>
                <a:off x="262090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h368"/>
              <p:cNvSpPr/>
              <p:nvPr/>
            </p:nvSpPr>
            <p:spPr>
              <a:xfrm>
                <a:off x="263034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h369"/>
              <p:cNvSpPr/>
              <p:nvPr/>
            </p:nvSpPr>
            <p:spPr>
              <a:xfrm>
                <a:off x="263978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h370"/>
              <p:cNvSpPr/>
              <p:nvPr/>
            </p:nvSpPr>
            <p:spPr>
              <a:xfrm>
                <a:off x="264922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h371"/>
              <p:cNvSpPr/>
              <p:nvPr/>
            </p:nvSpPr>
            <p:spPr>
              <a:xfrm>
                <a:off x="265866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h372"/>
              <p:cNvSpPr/>
              <p:nvPr/>
            </p:nvSpPr>
            <p:spPr>
              <a:xfrm>
                <a:off x="266810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h373"/>
              <p:cNvSpPr/>
              <p:nvPr/>
            </p:nvSpPr>
            <p:spPr>
              <a:xfrm>
                <a:off x="267754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h374"/>
              <p:cNvSpPr/>
              <p:nvPr/>
            </p:nvSpPr>
            <p:spPr>
              <a:xfrm>
                <a:off x="268698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h375"/>
              <p:cNvSpPr/>
              <p:nvPr/>
            </p:nvSpPr>
            <p:spPr>
              <a:xfrm>
                <a:off x="269642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h376"/>
              <p:cNvSpPr/>
              <p:nvPr/>
            </p:nvSpPr>
            <p:spPr>
              <a:xfrm>
                <a:off x="270586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h377"/>
              <p:cNvSpPr/>
              <p:nvPr/>
            </p:nvSpPr>
            <p:spPr>
              <a:xfrm>
                <a:off x="271530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h378"/>
              <p:cNvSpPr/>
              <p:nvPr/>
            </p:nvSpPr>
            <p:spPr>
              <a:xfrm>
                <a:off x="272474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h379"/>
              <p:cNvSpPr/>
              <p:nvPr/>
            </p:nvSpPr>
            <p:spPr>
              <a:xfrm>
                <a:off x="273418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h380"/>
              <p:cNvSpPr/>
              <p:nvPr/>
            </p:nvSpPr>
            <p:spPr>
              <a:xfrm>
                <a:off x="274362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h381"/>
              <p:cNvSpPr/>
              <p:nvPr/>
            </p:nvSpPr>
            <p:spPr>
              <a:xfrm>
                <a:off x="275306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h382"/>
              <p:cNvSpPr/>
              <p:nvPr/>
            </p:nvSpPr>
            <p:spPr>
              <a:xfrm>
                <a:off x="276250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h383"/>
              <p:cNvSpPr/>
              <p:nvPr/>
            </p:nvSpPr>
            <p:spPr>
              <a:xfrm>
                <a:off x="277194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h384"/>
              <p:cNvSpPr/>
              <p:nvPr/>
            </p:nvSpPr>
            <p:spPr>
              <a:xfrm>
                <a:off x="278138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h385"/>
              <p:cNvSpPr/>
              <p:nvPr/>
            </p:nvSpPr>
            <p:spPr>
              <a:xfrm>
                <a:off x="279082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h386"/>
              <p:cNvSpPr/>
              <p:nvPr/>
            </p:nvSpPr>
            <p:spPr>
              <a:xfrm>
                <a:off x="280026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h387"/>
              <p:cNvSpPr/>
              <p:nvPr/>
            </p:nvSpPr>
            <p:spPr>
              <a:xfrm>
                <a:off x="280970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h388"/>
              <p:cNvSpPr/>
              <p:nvPr/>
            </p:nvSpPr>
            <p:spPr>
              <a:xfrm>
                <a:off x="281914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h389"/>
              <p:cNvSpPr/>
              <p:nvPr/>
            </p:nvSpPr>
            <p:spPr>
              <a:xfrm>
                <a:off x="282858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h390"/>
              <p:cNvSpPr/>
              <p:nvPr/>
            </p:nvSpPr>
            <p:spPr>
              <a:xfrm>
                <a:off x="283802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h391"/>
              <p:cNvSpPr/>
              <p:nvPr/>
            </p:nvSpPr>
            <p:spPr>
              <a:xfrm>
                <a:off x="284746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h392"/>
              <p:cNvSpPr/>
              <p:nvPr/>
            </p:nvSpPr>
            <p:spPr>
              <a:xfrm>
                <a:off x="285690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h393"/>
              <p:cNvSpPr/>
              <p:nvPr/>
            </p:nvSpPr>
            <p:spPr>
              <a:xfrm>
                <a:off x="286634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h394"/>
              <p:cNvSpPr/>
              <p:nvPr/>
            </p:nvSpPr>
            <p:spPr>
              <a:xfrm>
                <a:off x="287578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h395"/>
              <p:cNvSpPr/>
              <p:nvPr/>
            </p:nvSpPr>
            <p:spPr>
              <a:xfrm>
                <a:off x="288522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h396"/>
              <p:cNvSpPr/>
              <p:nvPr/>
            </p:nvSpPr>
            <p:spPr>
              <a:xfrm>
                <a:off x="289466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h397"/>
              <p:cNvSpPr/>
              <p:nvPr/>
            </p:nvSpPr>
            <p:spPr>
              <a:xfrm>
                <a:off x="290410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h398"/>
              <p:cNvSpPr/>
              <p:nvPr/>
            </p:nvSpPr>
            <p:spPr>
              <a:xfrm>
                <a:off x="291355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h399"/>
              <p:cNvSpPr/>
              <p:nvPr/>
            </p:nvSpPr>
            <p:spPr>
              <a:xfrm>
                <a:off x="2922990" y="2730025"/>
                <a:ext cx="9222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5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2259" y="896830"/>
                    </a:lnTo>
                    <a:lnTo>
                      <a:pt x="921384" y="899352"/>
                    </a:lnTo>
                    <a:lnTo>
                      <a:pt x="917952" y="908200"/>
                    </a:lnTo>
                    <a:lnTo>
                      <a:pt x="915274" y="914400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h400"/>
              <p:cNvSpPr/>
              <p:nvPr/>
            </p:nvSpPr>
            <p:spPr>
              <a:xfrm>
                <a:off x="2460418" y="269488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819" y="931969"/>
                    </a:lnTo>
                    <a:lnTo>
                      <a:pt x="908353" y="924620"/>
                    </a:lnTo>
                    <a:lnTo>
                      <a:pt x="906635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h401"/>
              <p:cNvSpPr/>
              <p:nvPr/>
            </p:nvSpPr>
            <p:spPr>
              <a:xfrm>
                <a:off x="246041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h402"/>
              <p:cNvSpPr/>
              <p:nvPr/>
            </p:nvSpPr>
            <p:spPr>
              <a:xfrm>
                <a:off x="246985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h403"/>
              <p:cNvSpPr/>
              <p:nvPr/>
            </p:nvSpPr>
            <p:spPr>
              <a:xfrm>
                <a:off x="247929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h404"/>
              <p:cNvSpPr/>
              <p:nvPr/>
            </p:nvSpPr>
            <p:spPr>
              <a:xfrm>
                <a:off x="248873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h405"/>
              <p:cNvSpPr/>
              <p:nvPr/>
            </p:nvSpPr>
            <p:spPr>
              <a:xfrm>
                <a:off x="249817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h406"/>
              <p:cNvSpPr/>
              <p:nvPr/>
            </p:nvSpPr>
            <p:spPr>
              <a:xfrm>
                <a:off x="250761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h407"/>
              <p:cNvSpPr/>
              <p:nvPr/>
            </p:nvSpPr>
            <p:spPr>
              <a:xfrm>
                <a:off x="251705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h408"/>
              <p:cNvSpPr/>
              <p:nvPr/>
            </p:nvSpPr>
            <p:spPr>
              <a:xfrm>
                <a:off x="252650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h409"/>
              <p:cNvSpPr/>
              <p:nvPr/>
            </p:nvSpPr>
            <p:spPr>
              <a:xfrm>
                <a:off x="253594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h410"/>
              <p:cNvSpPr/>
              <p:nvPr/>
            </p:nvSpPr>
            <p:spPr>
              <a:xfrm>
                <a:off x="254538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h411"/>
              <p:cNvSpPr/>
              <p:nvPr/>
            </p:nvSpPr>
            <p:spPr>
              <a:xfrm>
                <a:off x="255482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h412"/>
              <p:cNvSpPr/>
              <p:nvPr/>
            </p:nvSpPr>
            <p:spPr>
              <a:xfrm>
                <a:off x="256426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h413"/>
              <p:cNvSpPr/>
              <p:nvPr/>
            </p:nvSpPr>
            <p:spPr>
              <a:xfrm>
                <a:off x="257370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h414"/>
              <p:cNvSpPr/>
              <p:nvPr/>
            </p:nvSpPr>
            <p:spPr>
              <a:xfrm>
                <a:off x="258314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h415"/>
              <p:cNvSpPr/>
              <p:nvPr/>
            </p:nvSpPr>
            <p:spPr>
              <a:xfrm>
                <a:off x="259258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h416"/>
              <p:cNvSpPr/>
              <p:nvPr/>
            </p:nvSpPr>
            <p:spPr>
              <a:xfrm>
                <a:off x="260202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h417"/>
              <p:cNvSpPr/>
              <p:nvPr/>
            </p:nvSpPr>
            <p:spPr>
              <a:xfrm>
                <a:off x="261146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h418"/>
              <p:cNvSpPr/>
              <p:nvPr/>
            </p:nvSpPr>
            <p:spPr>
              <a:xfrm>
                <a:off x="262090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h419"/>
              <p:cNvSpPr/>
              <p:nvPr/>
            </p:nvSpPr>
            <p:spPr>
              <a:xfrm>
                <a:off x="263034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h420"/>
              <p:cNvSpPr/>
              <p:nvPr/>
            </p:nvSpPr>
            <p:spPr>
              <a:xfrm>
                <a:off x="263978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h421"/>
              <p:cNvSpPr/>
              <p:nvPr/>
            </p:nvSpPr>
            <p:spPr>
              <a:xfrm>
                <a:off x="264922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h422"/>
              <p:cNvSpPr/>
              <p:nvPr/>
            </p:nvSpPr>
            <p:spPr>
              <a:xfrm>
                <a:off x="265866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h423"/>
              <p:cNvSpPr/>
              <p:nvPr/>
            </p:nvSpPr>
            <p:spPr>
              <a:xfrm>
                <a:off x="266810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h424"/>
              <p:cNvSpPr/>
              <p:nvPr/>
            </p:nvSpPr>
            <p:spPr>
              <a:xfrm>
                <a:off x="267754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h425"/>
              <p:cNvSpPr/>
              <p:nvPr/>
            </p:nvSpPr>
            <p:spPr>
              <a:xfrm>
                <a:off x="268698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h426"/>
              <p:cNvSpPr/>
              <p:nvPr/>
            </p:nvSpPr>
            <p:spPr>
              <a:xfrm>
                <a:off x="269642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h427"/>
              <p:cNvSpPr/>
              <p:nvPr/>
            </p:nvSpPr>
            <p:spPr>
              <a:xfrm>
                <a:off x="270586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h428"/>
              <p:cNvSpPr/>
              <p:nvPr/>
            </p:nvSpPr>
            <p:spPr>
              <a:xfrm>
                <a:off x="271530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h429"/>
              <p:cNvSpPr/>
              <p:nvPr/>
            </p:nvSpPr>
            <p:spPr>
              <a:xfrm>
                <a:off x="272474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h430"/>
              <p:cNvSpPr/>
              <p:nvPr/>
            </p:nvSpPr>
            <p:spPr>
              <a:xfrm>
                <a:off x="273418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h431"/>
              <p:cNvSpPr/>
              <p:nvPr/>
            </p:nvSpPr>
            <p:spPr>
              <a:xfrm>
                <a:off x="274362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h432"/>
              <p:cNvSpPr/>
              <p:nvPr/>
            </p:nvSpPr>
            <p:spPr>
              <a:xfrm>
                <a:off x="275306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h433"/>
              <p:cNvSpPr/>
              <p:nvPr/>
            </p:nvSpPr>
            <p:spPr>
              <a:xfrm>
                <a:off x="276250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h434"/>
              <p:cNvSpPr/>
              <p:nvPr/>
            </p:nvSpPr>
            <p:spPr>
              <a:xfrm>
                <a:off x="277194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h435"/>
              <p:cNvSpPr/>
              <p:nvPr/>
            </p:nvSpPr>
            <p:spPr>
              <a:xfrm>
                <a:off x="278138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h436"/>
              <p:cNvSpPr/>
              <p:nvPr/>
            </p:nvSpPr>
            <p:spPr>
              <a:xfrm>
                <a:off x="279082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h437"/>
              <p:cNvSpPr/>
              <p:nvPr/>
            </p:nvSpPr>
            <p:spPr>
              <a:xfrm>
                <a:off x="280026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h438"/>
              <p:cNvSpPr/>
              <p:nvPr/>
            </p:nvSpPr>
            <p:spPr>
              <a:xfrm>
                <a:off x="280970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h439"/>
              <p:cNvSpPr/>
              <p:nvPr/>
            </p:nvSpPr>
            <p:spPr>
              <a:xfrm>
                <a:off x="281914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h440"/>
              <p:cNvSpPr/>
              <p:nvPr/>
            </p:nvSpPr>
            <p:spPr>
              <a:xfrm>
                <a:off x="282858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h441"/>
              <p:cNvSpPr/>
              <p:nvPr/>
            </p:nvSpPr>
            <p:spPr>
              <a:xfrm>
                <a:off x="283802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h442"/>
              <p:cNvSpPr/>
              <p:nvPr/>
            </p:nvSpPr>
            <p:spPr>
              <a:xfrm>
                <a:off x="284746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h443"/>
              <p:cNvSpPr/>
              <p:nvPr/>
            </p:nvSpPr>
            <p:spPr>
              <a:xfrm>
                <a:off x="285690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h444"/>
              <p:cNvSpPr/>
              <p:nvPr/>
            </p:nvSpPr>
            <p:spPr>
              <a:xfrm>
                <a:off x="286634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h445"/>
              <p:cNvSpPr/>
              <p:nvPr/>
            </p:nvSpPr>
            <p:spPr>
              <a:xfrm>
                <a:off x="287578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h446"/>
              <p:cNvSpPr/>
              <p:nvPr/>
            </p:nvSpPr>
            <p:spPr>
              <a:xfrm>
                <a:off x="288522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h447"/>
              <p:cNvSpPr/>
              <p:nvPr/>
            </p:nvSpPr>
            <p:spPr>
              <a:xfrm>
                <a:off x="289466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h448"/>
              <p:cNvSpPr/>
              <p:nvPr/>
            </p:nvSpPr>
            <p:spPr>
              <a:xfrm>
                <a:off x="290410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h449"/>
              <p:cNvSpPr/>
              <p:nvPr/>
            </p:nvSpPr>
            <p:spPr>
              <a:xfrm>
                <a:off x="291355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h450"/>
              <p:cNvSpPr/>
              <p:nvPr/>
            </p:nvSpPr>
            <p:spPr>
              <a:xfrm>
                <a:off x="2922990" y="271245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9846"/>
                    </a:lnTo>
                    <a:lnTo>
                      <a:pt x="922259" y="914400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h451"/>
              <p:cNvSpPr/>
              <p:nvPr/>
            </p:nvSpPr>
            <p:spPr>
              <a:xfrm>
                <a:off x="2932430" y="2694885"/>
                <a:ext cx="918447" cy="927415"/>
              </a:xfrm>
              <a:custGeom>
                <a:avLst/>
                <a:gdLst/>
                <a:ahLst/>
                <a:cxnLst/>
                <a:rect l="0" t="0" r="0" b="0"/>
                <a:pathLst>
                  <a:path w="918447" h="927415">
                    <a:moveTo>
                      <a:pt x="914400" y="914400"/>
                    </a:moveTo>
                    <a:lnTo>
                      <a:pt x="918447" y="914400"/>
                    </a:lnTo>
                    <a:lnTo>
                      <a:pt x="918048" y="915863"/>
                    </a:lnTo>
                    <a:lnTo>
                      <a:pt x="915125" y="925324"/>
                    </a:lnTo>
                    <a:lnTo>
                      <a:pt x="914400" y="927415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h452"/>
              <p:cNvSpPr/>
              <p:nvPr/>
            </p:nvSpPr>
            <p:spPr>
              <a:xfrm>
                <a:off x="2450978" y="2677316"/>
                <a:ext cx="914399" cy="91954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549">
                    <a:moveTo>
                      <a:pt x="914399" y="914400"/>
                    </a:moveTo>
                    <a:lnTo>
                      <a:pt x="914399" y="919549"/>
                    </a:lnTo>
                    <a:lnTo>
                      <a:pt x="913842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h453"/>
              <p:cNvSpPr/>
              <p:nvPr/>
            </p:nvSpPr>
            <p:spPr>
              <a:xfrm>
                <a:off x="245097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75" y="931969"/>
                    </a:lnTo>
                    <a:lnTo>
                      <a:pt x="916029" y="931696"/>
                    </a:lnTo>
                    <a:lnTo>
                      <a:pt x="914562" y="921045"/>
                    </a:lnTo>
                    <a:lnTo>
                      <a:pt x="914399" y="91954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h454"/>
              <p:cNvSpPr/>
              <p:nvPr/>
            </p:nvSpPr>
            <p:spPr>
              <a:xfrm>
                <a:off x="246041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h455"/>
              <p:cNvSpPr/>
              <p:nvPr/>
            </p:nvSpPr>
            <p:spPr>
              <a:xfrm>
                <a:off x="246985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h456"/>
              <p:cNvSpPr/>
              <p:nvPr/>
            </p:nvSpPr>
            <p:spPr>
              <a:xfrm>
                <a:off x="247929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h457"/>
              <p:cNvSpPr/>
              <p:nvPr/>
            </p:nvSpPr>
            <p:spPr>
              <a:xfrm>
                <a:off x="248873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h458"/>
              <p:cNvSpPr/>
              <p:nvPr/>
            </p:nvSpPr>
            <p:spPr>
              <a:xfrm>
                <a:off x="249817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h459"/>
              <p:cNvSpPr/>
              <p:nvPr/>
            </p:nvSpPr>
            <p:spPr>
              <a:xfrm>
                <a:off x="250761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h460"/>
              <p:cNvSpPr/>
              <p:nvPr/>
            </p:nvSpPr>
            <p:spPr>
              <a:xfrm>
                <a:off x="251705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h461"/>
              <p:cNvSpPr/>
              <p:nvPr/>
            </p:nvSpPr>
            <p:spPr>
              <a:xfrm>
                <a:off x="252650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h462"/>
              <p:cNvSpPr/>
              <p:nvPr/>
            </p:nvSpPr>
            <p:spPr>
              <a:xfrm>
                <a:off x="253594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h463"/>
              <p:cNvSpPr/>
              <p:nvPr/>
            </p:nvSpPr>
            <p:spPr>
              <a:xfrm>
                <a:off x="254538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h464"/>
              <p:cNvSpPr/>
              <p:nvPr/>
            </p:nvSpPr>
            <p:spPr>
              <a:xfrm>
                <a:off x="255482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h465"/>
              <p:cNvSpPr/>
              <p:nvPr/>
            </p:nvSpPr>
            <p:spPr>
              <a:xfrm>
                <a:off x="256426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h466"/>
              <p:cNvSpPr/>
              <p:nvPr/>
            </p:nvSpPr>
            <p:spPr>
              <a:xfrm>
                <a:off x="257370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h467"/>
              <p:cNvSpPr/>
              <p:nvPr/>
            </p:nvSpPr>
            <p:spPr>
              <a:xfrm>
                <a:off x="258314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h468"/>
              <p:cNvSpPr/>
              <p:nvPr/>
            </p:nvSpPr>
            <p:spPr>
              <a:xfrm>
                <a:off x="259258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h469"/>
              <p:cNvSpPr/>
              <p:nvPr/>
            </p:nvSpPr>
            <p:spPr>
              <a:xfrm>
                <a:off x="260202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h470"/>
              <p:cNvSpPr/>
              <p:nvPr/>
            </p:nvSpPr>
            <p:spPr>
              <a:xfrm>
                <a:off x="261146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h471"/>
              <p:cNvSpPr/>
              <p:nvPr/>
            </p:nvSpPr>
            <p:spPr>
              <a:xfrm>
                <a:off x="262090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h472"/>
              <p:cNvSpPr/>
              <p:nvPr/>
            </p:nvSpPr>
            <p:spPr>
              <a:xfrm>
                <a:off x="263034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h473"/>
              <p:cNvSpPr/>
              <p:nvPr/>
            </p:nvSpPr>
            <p:spPr>
              <a:xfrm>
                <a:off x="263978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h474"/>
              <p:cNvSpPr/>
              <p:nvPr/>
            </p:nvSpPr>
            <p:spPr>
              <a:xfrm>
                <a:off x="264922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h475"/>
              <p:cNvSpPr/>
              <p:nvPr/>
            </p:nvSpPr>
            <p:spPr>
              <a:xfrm>
                <a:off x="265866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h476"/>
              <p:cNvSpPr/>
              <p:nvPr/>
            </p:nvSpPr>
            <p:spPr>
              <a:xfrm>
                <a:off x="266810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h477"/>
              <p:cNvSpPr/>
              <p:nvPr/>
            </p:nvSpPr>
            <p:spPr>
              <a:xfrm>
                <a:off x="267754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h478"/>
              <p:cNvSpPr/>
              <p:nvPr/>
            </p:nvSpPr>
            <p:spPr>
              <a:xfrm>
                <a:off x="268698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h479"/>
              <p:cNvSpPr/>
              <p:nvPr/>
            </p:nvSpPr>
            <p:spPr>
              <a:xfrm>
                <a:off x="269642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h480"/>
              <p:cNvSpPr/>
              <p:nvPr/>
            </p:nvSpPr>
            <p:spPr>
              <a:xfrm>
                <a:off x="270586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h481"/>
              <p:cNvSpPr/>
              <p:nvPr/>
            </p:nvSpPr>
            <p:spPr>
              <a:xfrm>
                <a:off x="271530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h482"/>
              <p:cNvSpPr/>
              <p:nvPr/>
            </p:nvSpPr>
            <p:spPr>
              <a:xfrm>
                <a:off x="272474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h483"/>
              <p:cNvSpPr/>
              <p:nvPr/>
            </p:nvSpPr>
            <p:spPr>
              <a:xfrm>
                <a:off x="273418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h484"/>
              <p:cNvSpPr/>
              <p:nvPr/>
            </p:nvSpPr>
            <p:spPr>
              <a:xfrm>
                <a:off x="274362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h485"/>
              <p:cNvSpPr/>
              <p:nvPr/>
            </p:nvSpPr>
            <p:spPr>
              <a:xfrm>
                <a:off x="275306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h486"/>
              <p:cNvSpPr/>
              <p:nvPr/>
            </p:nvSpPr>
            <p:spPr>
              <a:xfrm>
                <a:off x="276250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h487"/>
              <p:cNvSpPr/>
              <p:nvPr/>
            </p:nvSpPr>
            <p:spPr>
              <a:xfrm>
                <a:off x="277194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h488"/>
              <p:cNvSpPr/>
              <p:nvPr/>
            </p:nvSpPr>
            <p:spPr>
              <a:xfrm>
                <a:off x="278138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h489"/>
              <p:cNvSpPr/>
              <p:nvPr/>
            </p:nvSpPr>
            <p:spPr>
              <a:xfrm>
                <a:off x="279082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h490"/>
              <p:cNvSpPr/>
              <p:nvPr/>
            </p:nvSpPr>
            <p:spPr>
              <a:xfrm>
                <a:off x="280026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h491"/>
              <p:cNvSpPr/>
              <p:nvPr/>
            </p:nvSpPr>
            <p:spPr>
              <a:xfrm>
                <a:off x="280970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h492"/>
              <p:cNvSpPr/>
              <p:nvPr/>
            </p:nvSpPr>
            <p:spPr>
              <a:xfrm>
                <a:off x="281914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h493"/>
              <p:cNvSpPr/>
              <p:nvPr/>
            </p:nvSpPr>
            <p:spPr>
              <a:xfrm>
                <a:off x="282858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h494"/>
              <p:cNvSpPr/>
              <p:nvPr/>
            </p:nvSpPr>
            <p:spPr>
              <a:xfrm>
                <a:off x="283802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h495"/>
              <p:cNvSpPr/>
              <p:nvPr/>
            </p:nvSpPr>
            <p:spPr>
              <a:xfrm>
                <a:off x="284746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h496"/>
              <p:cNvSpPr/>
              <p:nvPr/>
            </p:nvSpPr>
            <p:spPr>
              <a:xfrm>
                <a:off x="285690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h497"/>
              <p:cNvSpPr/>
              <p:nvPr/>
            </p:nvSpPr>
            <p:spPr>
              <a:xfrm>
                <a:off x="286634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h498"/>
              <p:cNvSpPr/>
              <p:nvPr/>
            </p:nvSpPr>
            <p:spPr>
              <a:xfrm>
                <a:off x="287578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h499"/>
              <p:cNvSpPr/>
              <p:nvPr/>
            </p:nvSpPr>
            <p:spPr>
              <a:xfrm>
                <a:off x="288522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h500"/>
              <p:cNvSpPr/>
              <p:nvPr/>
            </p:nvSpPr>
            <p:spPr>
              <a:xfrm>
                <a:off x="289466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h501"/>
              <p:cNvSpPr/>
              <p:nvPr/>
            </p:nvSpPr>
            <p:spPr>
              <a:xfrm>
                <a:off x="290410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h502"/>
              <p:cNvSpPr/>
              <p:nvPr/>
            </p:nvSpPr>
            <p:spPr>
              <a:xfrm>
                <a:off x="291355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h503"/>
              <p:cNvSpPr/>
              <p:nvPr/>
            </p:nvSpPr>
            <p:spPr>
              <a:xfrm>
                <a:off x="292299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h504"/>
              <p:cNvSpPr/>
              <p:nvPr/>
            </p:nvSpPr>
            <p:spPr>
              <a:xfrm>
                <a:off x="2932430" y="2694885"/>
                <a:ext cx="9229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2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925" y="896830"/>
                    </a:lnTo>
                    <a:lnTo>
                      <a:pt x="920703" y="906133"/>
                    </a:lnTo>
                    <a:lnTo>
                      <a:pt x="918447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h505"/>
              <p:cNvSpPr/>
              <p:nvPr/>
            </p:nvSpPr>
            <p:spPr>
              <a:xfrm>
                <a:off x="2450978" y="265974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3842" y="931969"/>
                    </a:lnTo>
                    <a:lnTo>
                      <a:pt x="913394" y="927836"/>
                    </a:lnTo>
                    <a:lnTo>
                      <a:pt x="912530" y="916959"/>
                    </a:lnTo>
                    <a:lnTo>
                      <a:pt x="912399" y="91439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h506"/>
              <p:cNvSpPr/>
              <p:nvPr/>
            </p:nvSpPr>
            <p:spPr>
              <a:xfrm>
                <a:off x="245097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h507"/>
              <p:cNvSpPr/>
              <p:nvPr/>
            </p:nvSpPr>
            <p:spPr>
              <a:xfrm>
                <a:off x="246041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h508"/>
              <p:cNvSpPr/>
              <p:nvPr/>
            </p:nvSpPr>
            <p:spPr>
              <a:xfrm>
                <a:off x="246985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h509"/>
              <p:cNvSpPr/>
              <p:nvPr/>
            </p:nvSpPr>
            <p:spPr>
              <a:xfrm>
                <a:off x="247929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h510"/>
              <p:cNvSpPr/>
              <p:nvPr/>
            </p:nvSpPr>
            <p:spPr>
              <a:xfrm>
                <a:off x="248873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h511"/>
              <p:cNvSpPr/>
              <p:nvPr/>
            </p:nvSpPr>
            <p:spPr>
              <a:xfrm>
                <a:off x="249817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h512"/>
              <p:cNvSpPr/>
              <p:nvPr/>
            </p:nvSpPr>
            <p:spPr>
              <a:xfrm>
                <a:off x="250761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h513"/>
              <p:cNvSpPr/>
              <p:nvPr/>
            </p:nvSpPr>
            <p:spPr>
              <a:xfrm>
                <a:off x="251705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h514"/>
              <p:cNvSpPr/>
              <p:nvPr/>
            </p:nvSpPr>
            <p:spPr>
              <a:xfrm>
                <a:off x="252650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h515"/>
              <p:cNvSpPr/>
              <p:nvPr/>
            </p:nvSpPr>
            <p:spPr>
              <a:xfrm>
                <a:off x="253594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h516"/>
              <p:cNvSpPr/>
              <p:nvPr/>
            </p:nvSpPr>
            <p:spPr>
              <a:xfrm>
                <a:off x="254538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h517"/>
              <p:cNvSpPr/>
              <p:nvPr/>
            </p:nvSpPr>
            <p:spPr>
              <a:xfrm>
                <a:off x="255482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h518"/>
              <p:cNvSpPr/>
              <p:nvPr/>
            </p:nvSpPr>
            <p:spPr>
              <a:xfrm>
                <a:off x="256426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h519"/>
              <p:cNvSpPr/>
              <p:nvPr/>
            </p:nvSpPr>
            <p:spPr>
              <a:xfrm>
                <a:off x="257370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h520"/>
              <p:cNvSpPr/>
              <p:nvPr/>
            </p:nvSpPr>
            <p:spPr>
              <a:xfrm>
                <a:off x="258314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h521"/>
              <p:cNvSpPr/>
              <p:nvPr/>
            </p:nvSpPr>
            <p:spPr>
              <a:xfrm>
                <a:off x="259258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h522"/>
              <p:cNvSpPr/>
              <p:nvPr/>
            </p:nvSpPr>
            <p:spPr>
              <a:xfrm>
                <a:off x="260202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h523"/>
              <p:cNvSpPr/>
              <p:nvPr/>
            </p:nvSpPr>
            <p:spPr>
              <a:xfrm>
                <a:off x="261146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h524"/>
              <p:cNvSpPr/>
              <p:nvPr/>
            </p:nvSpPr>
            <p:spPr>
              <a:xfrm>
                <a:off x="262090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h525"/>
              <p:cNvSpPr/>
              <p:nvPr/>
            </p:nvSpPr>
            <p:spPr>
              <a:xfrm>
                <a:off x="263034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h526"/>
              <p:cNvSpPr/>
              <p:nvPr/>
            </p:nvSpPr>
            <p:spPr>
              <a:xfrm>
                <a:off x="263978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h527"/>
              <p:cNvSpPr/>
              <p:nvPr/>
            </p:nvSpPr>
            <p:spPr>
              <a:xfrm>
                <a:off x="264922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h528"/>
              <p:cNvSpPr/>
              <p:nvPr/>
            </p:nvSpPr>
            <p:spPr>
              <a:xfrm>
                <a:off x="265866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h529"/>
              <p:cNvSpPr/>
              <p:nvPr/>
            </p:nvSpPr>
            <p:spPr>
              <a:xfrm>
                <a:off x="266810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h530"/>
              <p:cNvSpPr/>
              <p:nvPr/>
            </p:nvSpPr>
            <p:spPr>
              <a:xfrm>
                <a:off x="267754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h531"/>
              <p:cNvSpPr/>
              <p:nvPr/>
            </p:nvSpPr>
            <p:spPr>
              <a:xfrm>
                <a:off x="268698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h532"/>
              <p:cNvSpPr/>
              <p:nvPr/>
            </p:nvSpPr>
            <p:spPr>
              <a:xfrm>
                <a:off x="269642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h533"/>
              <p:cNvSpPr/>
              <p:nvPr/>
            </p:nvSpPr>
            <p:spPr>
              <a:xfrm>
                <a:off x="270586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h534"/>
              <p:cNvSpPr/>
              <p:nvPr/>
            </p:nvSpPr>
            <p:spPr>
              <a:xfrm>
                <a:off x="271530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h535"/>
              <p:cNvSpPr/>
              <p:nvPr/>
            </p:nvSpPr>
            <p:spPr>
              <a:xfrm>
                <a:off x="272474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h536"/>
              <p:cNvSpPr/>
              <p:nvPr/>
            </p:nvSpPr>
            <p:spPr>
              <a:xfrm>
                <a:off x="273418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h537"/>
              <p:cNvSpPr/>
              <p:nvPr/>
            </p:nvSpPr>
            <p:spPr>
              <a:xfrm>
                <a:off x="274362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h538"/>
              <p:cNvSpPr/>
              <p:nvPr/>
            </p:nvSpPr>
            <p:spPr>
              <a:xfrm>
                <a:off x="275306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h539"/>
              <p:cNvSpPr/>
              <p:nvPr/>
            </p:nvSpPr>
            <p:spPr>
              <a:xfrm>
                <a:off x="276250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h540"/>
              <p:cNvSpPr/>
              <p:nvPr/>
            </p:nvSpPr>
            <p:spPr>
              <a:xfrm>
                <a:off x="277194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h541"/>
              <p:cNvSpPr/>
              <p:nvPr/>
            </p:nvSpPr>
            <p:spPr>
              <a:xfrm>
                <a:off x="278138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h542"/>
              <p:cNvSpPr/>
              <p:nvPr/>
            </p:nvSpPr>
            <p:spPr>
              <a:xfrm>
                <a:off x="279082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h543"/>
              <p:cNvSpPr/>
              <p:nvPr/>
            </p:nvSpPr>
            <p:spPr>
              <a:xfrm>
                <a:off x="280026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h544"/>
              <p:cNvSpPr/>
              <p:nvPr/>
            </p:nvSpPr>
            <p:spPr>
              <a:xfrm>
                <a:off x="280970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h545"/>
              <p:cNvSpPr/>
              <p:nvPr/>
            </p:nvSpPr>
            <p:spPr>
              <a:xfrm>
                <a:off x="281914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h546"/>
              <p:cNvSpPr/>
              <p:nvPr/>
            </p:nvSpPr>
            <p:spPr>
              <a:xfrm>
                <a:off x="282858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h547"/>
              <p:cNvSpPr/>
              <p:nvPr/>
            </p:nvSpPr>
            <p:spPr>
              <a:xfrm>
                <a:off x="283802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h548"/>
              <p:cNvSpPr/>
              <p:nvPr/>
            </p:nvSpPr>
            <p:spPr>
              <a:xfrm>
                <a:off x="284746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h549"/>
              <p:cNvSpPr/>
              <p:nvPr/>
            </p:nvSpPr>
            <p:spPr>
              <a:xfrm>
                <a:off x="285690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h550"/>
              <p:cNvSpPr/>
              <p:nvPr/>
            </p:nvSpPr>
            <p:spPr>
              <a:xfrm>
                <a:off x="286634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h551"/>
              <p:cNvSpPr/>
              <p:nvPr/>
            </p:nvSpPr>
            <p:spPr>
              <a:xfrm>
                <a:off x="287578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h552"/>
              <p:cNvSpPr/>
              <p:nvPr/>
            </p:nvSpPr>
            <p:spPr>
              <a:xfrm>
                <a:off x="288522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h553"/>
              <p:cNvSpPr/>
              <p:nvPr/>
            </p:nvSpPr>
            <p:spPr>
              <a:xfrm>
                <a:off x="289466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h554"/>
              <p:cNvSpPr/>
              <p:nvPr/>
            </p:nvSpPr>
            <p:spPr>
              <a:xfrm>
                <a:off x="290410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h555"/>
              <p:cNvSpPr/>
              <p:nvPr/>
            </p:nvSpPr>
            <p:spPr>
              <a:xfrm>
                <a:off x="291355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h556"/>
              <p:cNvSpPr/>
              <p:nvPr/>
            </p:nvSpPr>
            <p:spPr>
              <a:xfrm>
                <a:off x="292299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h557"/>
              <p:cNvSpPr/>
              <p:nvPr/>
            </p:nvSpPr>
            <p:spPr>
              <a:xfrm>
                <a:off x="2932430" y="267731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0069"/>
                    </a:lnTo>
                    <a:lnTo>
                      <a:pt x="923085" y="913730"/>
                    </a:lnTo>
                    <a:lnTo>
                      <a:pt x="922925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h558"/>
              <p:cNvSpPr/>
              <p:nvPr/>
            </p:nvSpPr>
            <p:spPr>
              <a:xfrm>
                <a:off x="2941870" y="2659746"/>
                <a:ext cx="916920" cy="927639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27639">
                    <a:moveTo>
                      <a:pt x="914399" y="914399"/>
                    </a:moveTo>
                    <a:lnTo>
                      <a:pt x="916920" y="914399"/>
                    </a:lnTo>
                    <a:lnTo>
                      <a:pt x="915746" y="921111"/>
                    </a:lnTo>
                    <a:lnTo>
                      <a:pt x="914399" y="92763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h559"/>
              <p:cNvSpPr/>
              <p:nvPr/>
            </p:nvSpPr>
            <p:spPr>
              <a:xfrm>
                <a:off x="2450978" y="264217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399" y="931969"/>
                    </a:lnTo>
                    <a:lnTo>
                      <a:pt x="911972" y="923583"/>
                    </a:lnTo>
                    <a:lnTo>
                      <a:pt x="911762" y="914400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h560"/>
              <p:cNvSpPr/>
              <p:nvPr/>
            </p:nvSpPr>
            <p:spPr>
              <a:xfrm>
                <a:off x="245097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h561"/>
              <p:cNvSpPr/>
              <p:nvPr/>
            </p:nvSpPr>
            <p:spPr>
              <a:xfrm>
                <a:off x="246041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h562"/>
              <p:cNvSpPr/>
              <p:nvPr/>
            </p:nvSpPr>
            <p:spPr>
              <a:xfrm>
                <a:off x="246985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h563"/>
              <p:cNvSpPr/>
              <p:nvPr/>
            </p:nvSpPr>
            <p:spPr>
              <a:xfrm>
                <a:off x="247929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h564"/>
              <p:cNvSpPr/>
              <p:nvPr/>
            </p:nvSpPr>
            <p:spPr>
              <a:xfrm>
                <a:off x="248873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h565"/>
              <p:cNvSpPr/>
              <p:nvPr/>
            </p:nvSpPr>
            <p:spPr>
              <a:xfrm>
                <a:off x="249817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h566"/>
              <p:cNvSpPr/>
              <p:nvPr/>
            </p:nvSpPr>
            <p:spPr>
              <a:xfrm>
                <a:off x="250761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h567"/>
              <p:cNvSpPr/>
              <p:nvPr/>
            </p:nvSpPr>
            <p:spPr>
              <a:xfrm>
                <a:off x="251705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h568"/>
              <p:cNvSpPr/>
              <p:nvPr/>
            </p:nvSpPr>
            <p:spPr>
              <a:xfrm>
                <a:off x="252650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h569"/>
              <p:cNvSpPr/>
              <p:nvPr/>
            </p:nvSpPr>
            <p:spPr>
              <a:xfrm>
                <a:off x="253594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h570"/>
              <p:cNvSpPr/>
              <p:nvPr/>
            </p:nvSpPr>
            <p:spPr>
              <a:xfrm>
                <a:off x="254538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h571"/>
              <p:cNvSpPr/>
              <p:nvPr/>
            </p:nvSpPr>
            <p:spPr>
              <a:xfrm>
                <a:off x="255482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h572"/>
              <p:cNvSpPr/>
              <p:nvPr/>
            </p:nvSpPr>
            <p:spPr>
              <a:xfrm>
                <a:off x="256426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h573"/>
              <p:cNvSpPr/>
              <p:nvPr/>
            </p:nvSpPr>
            <p:spPr>
              <a:xfrm>
                <a:off x="257370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h574"/>
              <p:cNvSpPr/>
              <p:nvPr/>
            </p:nvSpPr>
            <p:spPr>
              <a:xfrm>
                <a:off x="258314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h575"/>
              <p:cNvSpPr/>
              <p:nvPr/>
            </p:nvSpPr>
            <p:spPr>
              <a:xfrm>
                <a:off x="259258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h576"/>
              <p:cNvSpPr/>
              <p:nvPr/>
            </p:nvSpPr>
            <p:spPr>
              <a:xfrm>
                <a:off x="260202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h577"/>
              <p:cNvSpPr/>
              <p:nvPr/>
            </p:nvSpPr>
            <p:spPr>
              <a:xfrm>
                <a:off x="261146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h578"/>
              <p:cNvSpPr/>
              <p:nvPr/>
            </p:nvSpPr>
            <p:spPr>
              <a:xfrm>
                <a:off x="262090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h579"/>
              <p:cNvSpPr/>
              <p:nvPr/>
            </p:nvSpPr>
            <p:spPr>
              <a:xfrm>
                <a:off x="263034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h580"/>
              <p:cNvSpPr/>
              <p:nvPr/>
            </p:nvSpPr>
            <p:spPr>
              <a:xfrm>
                <a:off x="263978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h581"/>
              <p:cNvSpPr/>
              <p:nvPr/>
            </p:nvSpPr>
            <p:spPr>
              <a:xfrm>
                <a:off x="264922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h582"/>
              <p:cNvSpPr/>
              <p:nvPr/>
            </p:nvSpPr>
            <p:spPr>
              <a:xfrm>
                <a:off x="265866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h583"/>
              <p:cNvSpPr/>
              <p:nvPr/>
            </p:nvSpPr>
            <p:spPr>
              <a:xfrm>
                <a:off x="266810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h584"/>
              <p:cNvSpPr/>
              <p:nvPr/>
            </p:nvSpPr>
            <p:spPr>
              <a:xfrm>
                <a:off x="267754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h585"/>
              <p:cNvSpPr/>
              <p:nvPr/>
            </p:nvSpPr>
            <p:spPr>
              <a:xfrm>
                <a:off x="268698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h586"/>
              <p:cNvSpPr/>
              <p:nvPr/>
            </p:nvSpPr>
            <p:spPr>
              <a:xfrm>
                <a:off x="269642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h587"/>
              <p:cNvSpPr/>
              <p:nvPr/>
            </p:nvSpPr>
            <p:spPr>
              <a:xfrm>
                <a:off x="270586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h588"/>
              <p:cNvSpPr/>
              <p:nvPr/>
            </p:nvSpPr>
            <p:spPr>
              <a:xfrm>
                <a:off x="271530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h589"/>
              <p:cNvSpPr/>
              <p:nvPr/>
            </p:nvSpPr>
            <p:spPr>
              <a:xfrm>
                <a:off x="272474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h590"/>
              <p:cNvSpPr/>
              <p:nvPr/>
            </p:nvSpPr>
            <p:spPr>
              <a:xfrm>
                <a:off x="273418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h591"/>
              <p:cNvSpPr/>
              <p:nvPr/>
            </p:nvSpPr>
            <p:spPr>
              <a:xfrm>
                <a:off x="274362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h592"/>
              <p:cNvSpPr/>
              <p:nvPr/>
            </p:nvSpPr>
            <p:spPr>
              <a:xfrm>
                <a:off x="275306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h593"/>
              <p:cNvSpPr/>
              <p:nvPr/>
            </p:nvSpPr>
            <p:spPr>
              <a:xfrm>
                <a:off x="276250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h594"/>
              <p:cNvSpPr/>
              <p:nvPr/>
            </p:nvSpPr>
            <p:spPr>
              <a:xfrm>
                <a:off x="277194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h595"/>
              <p:cNvSpPr/>
              <p:nvPr/>
            </p:nvSpPr>
            <p:spPr>
              <a:xfrm>
                <a:off x="278138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h596"/>
              <p:cNvSpPr/>
              <p:nvPr/>
            </p:nvSpPr>
            <p:spPr>
              <a:xfrm>
                <a:off x="279082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h597"/>
              <p:cNvSpPr/>
              <p:nvPr/>
            </p:nvSpPr>
            <p:spPr>
              <a:xfrm>
                <a:off x="280026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h598"/>
              <p:cNvSpPr/>
              <p:nvPr/>
            </p:nvSpPr>
            <p:spPr>
              <a:xfrm>
                <a:off x="280970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h599"/>
              <p:cNvSpPr/>
              <p:nvPr/>
            </p:nvSpPr>
            <p:spPr>
              <a:xfrm>
                <a:off x="281914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h600"/>
              <p:cNvSpPr/>
              <p:nvPr/>
            </p:nvSpPr>
            <p:spPr>
              <a:xfrm>
                <a:off x="282858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h601"/>
              <p:cNvSpPr/>
              <p:nvPr/>
            </p:nvSpPr>
            <p:spPr>
              <a:xfrm>
                <a:off x="283802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h602"/>
              <p:cNvSpPr/>
              <p:nvPr/>
            </p:nvSpPr>
            <p:spPr>
              <a:xfrm>
                <a:off x="284746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h603"/>
              <p:cNvSpPr/>
              <p:nvPr/>
            </p:nvSpPr>
            <p:spPr>
              <a:xfrm>
                <a:off x="285690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h604"/>
              <p:cNvSpPr/>
              <p:nvPr/>
            </p:nvSpPr>
            <p:spPr>
              <a:xfrm>
                <a:off x="286634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h605"/>
              <p:cNvSpPr/>
              <p:nvPr/>
            </p:nvSpPr>
            <p:spPr>
              <a:xfrm>
                <a:off x="287578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h606"/>
              <p:cNvSpPr/>
              <p:nvPr/>
            </p:nvSpPr>
            <p:spPr>
              <a:xfrm>
                <a:off x="288522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h607"/>
              <p:cNvSpPr/>
              <p:nvPr/>
            </p:nvSpPr>
            <p:spPr>
              <a:xfrm>
                <a:off x="289466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h608"/>
              <p:cNvSpPr/>
              <p:nvPr/>
            </p:nvSpPr>
            <p:spPr>
              <a:xfrm>
                <a:off x="290410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h609"/>
              <p:cNvSpPr/>
              <p:nvPr/>
            </p:nvSpPr>
            <p:spPr>
              <a:xfrm>
                <a:off x="291355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h610"/>
              <p:cNvSpPr/>
              <p:nvPr/>
            </p:nvSpPr>
            <p:spPr>
              <a:xfrm>
                <a:off x="292299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h611"/>
              <p:cNvSpPr/>
              <p:nvPr/>
            </p:nvSpPr>
            <p:spPr>
              <a:xfrm>
                <a:off x="293243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h612"/>
              <p:cNvSpPr/>
              <p:nvPr/>
            </p:nvSpPr>
            <p:spPr>
              <a:xfrm>
                <a:off x="2941870" y="2659746"/>
                <a:ext cx="91947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2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19472" y="896830"/>
                    </a:lnTo>
                    <a:lnTo>
                      <a:pt x="919085" y="900195"/>
                    </a:lnTo>
                    <a:lnTo>
                      <a:pt x="917561" y="910733"/>
                    </a:lnTo>
                    <a:lnTo>
                      <a:pt x="916920" y="91439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h613"/>
              <p:cNvSpPr/>
              <p:nvPr/>
            </p:nvSpPr>
            <p:spPr>
              <a:xfrm>
                <a:off x="2450978" y="262460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1762" y="931969"/>
                    </a:lnTo>
                    <a:lnTo>
                      <a:pt x="911721" y="930167"/>
                    </a:lnTo>
                    <a:lnTo>
                      <a:pt x="911778" y="919173"/>
                    </a:lnTo>
                    <a:lnTo>
                      <a:pt x="911937" y="914400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h614"/>
              <p:cNvSpPr/>
              <p:nvPr/>
            </p:nvSpPr>
            <p:spPr>
              <a:xfrm>
                <a:off x="245097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h615"/>
              <p:cNvSpPr/>
              <p:nvPr/>
            </p:nvSpPr>
            <p:spPr>
              <a:xfrm>
                <a:off x="246041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h616"/>
              <p:cNvSpPr/>
              <p:nvPr/>
            </p:nvSpPr>
            <p:spPr>
              <a:xfrm>
                <a:off x="246985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h617"/>
              <p:cNvSpPr/>
              <p:nvPr/>
            </p:nvSpPr>
            <p:spPr>
              <a:xfrm>
                <a:off x="247929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h618"/>
              <p:cNvSpPr/>
              <p:nvPr/>
            </p:nvSpPr>
            <p:spPr>
              <a:xfrm>
                <a:off x="248873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h619"/>
              <p:cNvSpPr/>
              <p:nvPr/>
            </p:nvSpPr>
            <p:spPr>
              <a:xfrm>
                <a:off x="249817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h620"/>
              <p:cNvSpPr/>
              <p:nvPr/>
            </p:nvSpPr>
            <p:spPr>
              <a:xfrm>
                <a:off x="250761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h621"/>
              <p:cNvSpPr/>
              <p:nvPr/>
            </p:nvSpPr>
            <p:spPr>
              <a:xfrm>
                <a:off x="251705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h622"/>
              <p:cNvSpPr/>
              <p:nvPr/>
            </p:nvSpPr>
            <p:spPr>
              <a:xfrm>
                <a:off x="252650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h623"/>
              <p:cNvSpPr/>
              <p:nvPr/>
            </p:nvSpPr>
            <p:spPr>
              <a:xfrm>
                <a:off x="253594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h624"/>
              <p:cNvSpPr/>
              <p:nvPr/>
            </p:nvSpPr>
            <p:spPr>
              <a:xfrm>
                <a:off x="254538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h625"/>
              <p:cNvSpPr/>
              <p:nvPr/>
            </p:nvSpPr>
            <p:spPr>
              <a:xfrm>
                <a:off x="255482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h626"/>
              <p:cNvSpPr/>
              <p:nvPr/>
            </p:nvSpPr>
            <p:spPr>
              <a:xfrm>
                <a:off x="256426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h627"/>
              <p:cNvSpPr/>
              <p:nvPr/>
            </p:nvSpPr>
            <p:spPr>
              <a:xfrm>
                <a:off x="257370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h628"/>
              <p:cNvSpPr/>
              <p:nvPr/>
            </p:nvSpPr>
            <p:spPr>
              <a:xfrm>
                <a:off x="258314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h629"/>
              <p:cNvSpPr/>
              <p:nvPr/>
            </p:nvSpPr>
            <p:spPr>
              <a:xfrm>
                <a:off x="259258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h630"/>
              <p:cNvSpPr/>
              <p:nvPr/>
            </p:nvSpPr>
            <p:spPr>
              <a:xfrm>
                <a:off x="260202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h631"/>
              <p:cNvSpPr/>
              <p:nvPr/>
            </p:nvSpPr>
            <p:spPr>
              <a:xfrm>
                <a:off x="261146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h632"/>
              <p:cNvSpPr/>
              <p:nvPr/>
            </p:nvSpPr>
            <p:spPr>
              <a:xfrm>
                <a:off x="262090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h633"/>
              <p:cNvSpPr/>
              <p:nvPr/>
            </p:nvSpPr>
            <p:spPr>
              <a:xfrm>
                <a:off x="263034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h634"/>
              <p:cNvSpPr/>
              <p:nvPr/>
            </p:nvSpPr>
            <p:spPr>
              <a:xfrm>
                <a:off x="263978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h635"/>
              <p:cNvSpPr/>
              <p:nvPr/>
            </p:nvSpPr>
            <p:spPr>
              <a:xfrm>
                <a:off x="264922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h636"/>
              <p:cNvSpPr/>
              <p:nvPr/>
            </p:nvSpPr>
            <p:spPr>
              <a:xfrm>
                <a:off x="265866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h637"/>
              <p:cNvSpPr/>
              <p:nvPr/>
            </p:nvSpPr>
            <p:spPr>
              <a:xfrm>
                <a:off x="266810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h638"/>
              <p:cNvSpPr/>
              <p:nvPr/>
            </p:nvSpPr>
            <p:spPr>
              <a:xfrm>
                <a:off x="267754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h639"/>
              <p:cNvSpPr/>
              <p:nvPr/>
            </p:nvSpPr>
            <p:spPr>
              <a:xfrm>
                <a:off x="268698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h640"/>
              <p:cNvSpPr/>
              <p:nvPr/>
            </p:nvSpPr>
            <p:spPr>
              <a:xfrm>
                <a:off x="269642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h641"/>
              <p:cNvSpPr/>
              <p:nvPr/>
            </p:nvSpPr>
            <p:spPr>
              <a:xfrm>
                <a:off x="270586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h642"/>
              <p:cNvSpPr/>
              <p:nvPr/>
            </p:nvSpPr>
            <p:spPr>
              <a:xfrm>
                <a:off x="271530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h643"/>
              <p:cNvSpPr/>
              <p:nvPr/>
            </p:nvSpPr>
            <p:spPr>
              <a:xfrm>
                <a:off x="272474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h644"/>
              <p:cNvSpPr/>
              <p:nvPr/>
            </p:nvSpPr>
            <p:spPr>
              <a:xfrm>
                <a:off x="273418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h645"/>
              <p:cNvSpPr/>
              <p:nvPr/>
            </p:nvSpPr>
            <p:spPr>
              <a:xfrm>
                <a:off x="274362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h646"/>
              <p:cNvSpPr/>
              <p:nvPr/>
            </p:nvSpPr>
            <p:spPr>
              <a:xfrm>
                <a:off x="275306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h647"/>
              <p:cNvSpPr/>
              <p:nvPr/>
            </p:nvSpPr>
            <p:spPr>
              <a:xfrm>
                <a:off x="276250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h648"/>
              <p:cNvSpPr/>
              <p:nvPr/>
            </p:nvSpPr>
            <p:spPr>
              <a:xfrm>
                <a:off x="277194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h649"/>
              <p:cNvSpPr/>
              <p:nvPr/>
            </p:nvSpPr>
            <p:spPr>
              <a:xfrm>
                <a:off x="278138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h650"/>
              <p:cNvSpPr/>
              <p:nvPr/>
            </p:nvSpPr>
            <p:spPr>
              <a:xfrm>
                <a:off x="279082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h651"/>
              <p:cNvSpPr/>
              <p:nvPr/>
            </p:nvSpPr>
            <p:spPr>
              <a:xfrm>
                <a:off x="280026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h652"/>
              <p:cNvSpPr/>
              <p:nvPr/>
            </p:nvSpPr>
            <p:spPr>
              <a:xfrm>
                <a:off x="280970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h653"/>
              <p:cNvSpPr/>
              <p:nvPr/>
            </p:nvSpPr>
            <p:spPr>
              <a:xfrm>
                <a:off x="281914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h654"/>
              <p:cNvSpPr/>
              <p:nvPr/>
            </p:nvSpPr>
            <p:spPr>
              <a:xfrm>
                <a:off x="282858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h655"/>
              <p:cNvSpPr/>
              <p:nvPr/>
            </p:nvSpPr>
            <p:spPr>
              <a:xfrm>
                <a:off x="283802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h656"/>
              <p:cNvSpPr/>
              <p:nvPr/>
            </p:nvSpPr>
            <p:spPr>
              <a:xfrm>
                <a:off x="284746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h657"/>
              <p:cNvSpPr/>
              <p:nvPr/>
            </p:nvSpPr>
            <p:spPr>
              <a:xfrm>
                <a:off x="285690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h658"/>
              <p:cNvSpPr/>
              <p:nvPr/>
            </p:nvSpPr>
            <p:spPr>
              <a:xfrm>
                <a:off x="286634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h659"/>
              <p:cNvSpPr/>
              <p:nvPr/>
            </p:nvSpPr>
            <p:spPr>
              <a:xfrm>
                <a:off x="287578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h660"/>
              <p:cNvSpPr/>
              <p:nvPr/>
            </p:nvSpPr>
            <p:spPr>
              <a:xfrm>
                <a:off x="288522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h661"/>
              <p:cNvSpPr/>
              <p:nvPr/>
            </p:nvSpPr>
            <p:spPr>
              <a:xfrm>
                <a:off x="289466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h662"/>
              <p:cNvSpPr/>
              <p:nvPr/>
            </p:nvSpPr>
            <p:spPr>
              <a:xfrm>
                <a:off x="290410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h663"/>
              <p:cNvSpPr/>
              <p:nvPr/>
            </p:nvSpPr>
            <p:spPr>
              <a:xfrm>
                <a:off x="291355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h664"/>
              <p:cNvSpPr/>
              <p:nvPr/>
            </p:nvSpPr>
            <p:spPr>
              <a:xfrm>
                <a:off x="292299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h665"/>
              <p:cNvSpPr/>
              <p:nvPr/>
            </p:nvSpPr>
            <p:spPr>
              <a:xfrm>
                <a:off x="293243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h666"/>
              <p:cNvSpPr/>
              <p:nvPr/>
            </p:nvSpPr>
            <p:spPr>
              <a:xfrm>
                <a:off x="2941870" y="2642176"/>
                <a:ext cx="921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0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1200" y="896830"/>
                    </a:lnTo>
                    <a:lnTo>
                      <a:pt x="920314" y="907094"/>
                    </a:lnTo>
                    <a:lnTo>
                      <a:pt x="919472" y="914400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h667"/>
              <p:cNvSpPr/>
              <p:nvPr/>
            </p:nvSpPr>
            <p:spPr>
              <a:xfrm>
                <a:off x="2450978" y="260703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1937" y="931969"/>
                    </a:lnTo>
                    <a:lnTo>
                      <a:pt x="912143" y="925768"/>
                    </a:lnTo>
                    <a:lnTo>
                      <a:pt x="912815" y="914844"/>
                    </a:lnTo>
                    <a:lnTo>
                      <a:pt x="912856" y="914400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h668"/>
              <p:cNvSpPr/>
              <p:nvPr/>
            </p:nvSpPr>
            <p:spPr>
              <a:xfrm>
                <a:off x="245097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h669"/>
              <p:cNvSpPr/>
              <p:nvPr/>
            </p:nvSpPr>
            <p:spPr>
              <a:xfrm>
                <a:off x="246041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h670"/>
              <p:cNvSpPr/>
              <p:nvPr/>
            </p:nvSpPr>
            <p:spPr>
              <a:xfrm>
                <a:off x="246985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h671"/>
              <p:cNvSpPr/>
              <p:nvPr/>
            </p:nvSpPr>
            <p:spPr>
              <a:xfrm>
                <a:off x="247929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h672"/>
              <p:cNvSpPr/>
              <p:nvPr/>
            </p:nvSpPr>
            <p:spPr>
              <a:xfrm>
                <a:off x="248873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h673"/>
              <p:cNvSpPr/>
              <p:nvPr/>
            </p:nvSpPr>
            <p:spPr>
              <a:xfrm>
                <a:off x="249817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h674"/>
              <p:cNvSpPr/>
              <p:nvPr/>
            </p:nvSpPr>
            <p:spPr>
              <a:xfrm>
                <a:off x="250761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h675"/>
              <p:cNvSpPr/>
              <p:nvPr/>
            </p:nvSpPr>
            <p:spPr>
              <a:xfrm>
                <a:off x="251705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h676"/>
              <p:cNvSpPr/>
              <p:nvPr/>
            </p:nvSpPr>
            <p:spPr>
              <a:xfrm>
                <a:off x="252650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h677"/>
              <p:cNvSpPr/>
              <p:nvPr/>
            </p:nvSpPr>
            <p:spPr>
              <a:xfrm>
                <a:off x="253594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h678"/>
              <p:cNvSpPr/>
              <p:nvPr/>
            </p:nvSpPr>
            <p:spPr>
              <a:xfrm>
                <a:off x="254538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h679"/>
              <p:cNvSpPr/>
              <p:nvPr/>
            </p:nvSpPr>
            <p:spPr>
              <a:xfrm>
                <a:off x="255482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h680"/>
              <p:cNvSpPr/>
              <p:nvPr/>
            </p:nvSpPr>
            <p:spPr>
              <a:xfrm>
                <a:off x="256426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h681"/>
              <p:cNvSpPr/>
              <p:nvPr/>
            </p:nvSpPr>
            <p:spPr>
              <a:xfrm>
                <a:off x="257370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h682"/>
              <p:cNvSpPr/>
              <p:nvPr/>
            </p:nvSpPr>
            <p:spPr>
              <a:xfrm>
                <a:off x="258314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h683"/>
              <p:cNvSpPr/>
              <p:nvPr/>
            </p:nvSpPr>
            <p:spPr>
              <a:xfrm>
                <a:off x="259258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h684"/>
              <p:cNvSpPr/>
              <p:nvPr/>
            </p:nvSpPr>
            <p:spPr>
              <a:xfrm>
                <a:off x="260202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h685"/>
              <p:cNvSpPr/>
              <p:nvPr/>
            </p:nvSpPr>
            <p:spPr>
              <a:xfrm>
                <a:off x="261146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h686"/>
              <p:cNvSpPr/>
              <p:nvPr/>
            </p:nvSpPr>
            <p:spPr>
              <a:xfrm>
                <a:off x="262090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h687"/>
              <p:cNvSpPr/>
              <p:nvPr/>
            </p:nvSpPr>
            <p:spPr>
              <a:xfrm>
                <a:off x="263034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h688"/>
              <p:cNvSpPr/>
              <p:nvPr/>
            </p:nvSpPr>
            <p:spPr>
              <a:xfrm>
                <a:off x="263978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h689"/>
              <p:cNvSpPr/>
              <p:nvPr/>
            </p:nvSpPr>
            <p:spPr>
              <a:xfrm>
                <a:off x="264922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h690"/>
              <p:cNvSpPr/>
              <p:nvPr/>
            </p:nvSpPr>
            <p:spPr>
              <a:xfrm>
                <a:off x="265866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h691"/>
              <p:cNvSpPr/>
              <p:nvPr/>
            </p:nvSpPr>
            <p:spPr>
              <a:xfrm>
                <a:off x="266810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h692"/>
              <p:cNvSpPr/>
              <p:nvPr/>
            </p:nvSpPr>
            <p:spPr>
              <a:xfrm>
                <a:off x="267754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h693"/>
              <p:cNvSpPr/>
              <p:nvPr/>
            </p:nvSpPr>
            <p:spPr>
              <a:xfrm>
                <a:off x="268698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h694"/>
              <p:cNvSpPr/>
              <p:nvPr/>
            </p:nvSpPr>
            <p:spPr>
              <a:xfrm>
                <a:off x="269642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h695"/>
              <p:cNvSpPr/>
              <p:nvPr/>
            </p:nvSpPr>
            <p:spPr>
              <a:xfrm>
                <a:off x="270586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h696"/>
              <p:cNvSpPr/>
              <p:nvPr/>
            </p:nvSpPr>
            <p:spPr>
              <a:xfrm>
                <a:off x="271530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h697"/>
              <p:cNvSpPr/>
              <p:nvPr/>
            </p:nvSpPr>
            <p:spPr>
              <a:xfrm>
                <a:off x="272474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h698"/>
              <p:cNvSpPr/>
              <p:nvPr/>
            </p:nvSpPr>
            <p:spPr>
              <a:xfrm>
                <a:off x="273418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h699"/>
              <p:cNvSpPr/>
              <p:nvPr/>
            </p:nvSpPr>
            <p:spPr>
              <a:xfrm>
                <a:off x="274362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h700"/>
              <p:cNvSpPr/>
              <p:nvPr/>
            </p:nvSpPr>
            <p:spPr>
              <a:xfrm>
                <a:off x="275306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h701"/>
              <p:cNvSpPr/>
              <p:nvPr/>
            </p:nvSpPr>
            <p:spPr>
              <a:xfrm>
                <a:off x="276250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h702"/>
              <p:cNvSpPr/>
              <p:nvPr/>
            </p:nvSpPr>
            <p:spPr>
              <a:xfrm>
                <a:off x="277194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h703"/>
              <p:cNvSpPr/>
              <p:nvPr/>
            </p:nvSpPr>
            <p:spPr>
              <a:xfrm>
                <a:off x="278138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h704"/>
              <p:cNvSpPr/>
              <p:nvPr/>
            </p:nvSpPr>
            <p:spPr>
              <a:xfrm>
                <a:off x="279082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h705"/>
              <p:cNvSpPr/>
              <p:nvPr/>
            </p:nvSpPr>
            <p:spPr>
              <a:xfrm>
                <a:off x="280026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h706"/>
              <p:cNvSpPr/>
              <p:nvPr/>
            </p:nvSpPr>
            <p:spPr>
              <a:xfrm>
                <a:off x="280970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h707"/>
              <p:cNvSpPr/>
              <p:nvPr/>
            </p:nvSpPr>
            <p:spPr>
              <a:xfrm>
                <a:off x="281914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h708"/>
              <p:cNvSpPr/>
              <p:nvPr/>
            </p:nvSpPr>
            <p:spPr>
              <a:xfrm>
                <a:off x="282858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h709"/>
              <p:cNvSpPr/>
              <p:nvPr/>
            </p:nvSpPr>
            <p:spPr>
              <a:xfrm>
                <a:off x="283802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h710"/>
              <p:cNvSpPr/>
              <p:nvPr/>
            </p:nvSpPr>
            <p:spPr>
              <a:xfrm>
                <a:off x="284746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h711"/>
              <p:cNvSpPr/>
              <p:nvPr/>
            </p:nvSpPr>
            <p:spPr>
              <a:xfrm>
                <a:off x="285690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h712"/>
              <p:cNvSpPr/>
              <p:nvPr/>
            </p:nvSpPr>
            <p:spPr>
              <a:xfrm>
                <a:off x="286634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h713"/>
              <p:cNvSpPr/>
              <p:nvPr/>
            </p:nvSpPr>
            <p:spPr>
              <a:xfrm>
                <a:off x="287578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h714"/>
              <p:cNvSpPr/>
              <p:nvPr/>
            </p:nvSpPr>
            <p:spPr>
              <a:xfrm>
                <a:off x="288522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h715"/>
              <p:cNvSpPr/>
              <p:nvPr/>
            </p:nvSpPr>
            <p:spPr>
              <a:xfrm>
                <a:off x="289466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h716"/>
              <p:cNvSpPr/>
              <p:nvPr/>
            </p:nvSpPr>
            <p:spPr>
              <a:xfrm>
                <a:off x="290410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h717"/>
              <p:cNvSpPr/>
              <p:nvPr/>
            </p:nvSpPr>
            <p:spPr>
              <a:xfrm>
                <a:off x="291355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h718"/>
              <p:cNvSpPr/>
              <p:nvPr/>
            </p:nvSpPr>
            <p:spPr>
              <a:xfrm>
                <a:off x="292299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h719"/>
              <p:cNvSpPr/>
              <p:nvPr/>
            </p:nvSpPr>
            <p:spPr>
              <a:xfrm>
                <a:off x="293243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h720"/>
              <p:cNvSpPr/>
              <p:nvPr/>
            </p:nvSpPr>
            <p:spPr>
              <a:xfrm>
                <a:off x="2941870" y="262460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7519"/>
                    </a:lnTo>
                    <a:lnTo>
                      <a:pt x="921532" y="908931"/>
                    </a:lnTo>
                    <a:lnTo>
                      <a:pt x="921244" y="913888"/>
                    </a:lnTo>
                    <a:lnTo>
                      <a:pt x="921200" y="914400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h721"/>
              <p:cNvSpPr/>
              <p:nvPr/>
            </p:nvSpPr>
            <p:spPr>
              <a:xfrm>
                <a:off x="2951311" y="2607036"/>
                <a:ext cx="923840" cy="9250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08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8120"/>
                    </a:lnTo>
                    <a:lnTo>
                      <a:pt x="921337" y="920221"/>
                    </a:lnTo>
                    <a:lnTo>
                      <a:pt x="915742" y="924267"/>
                    </a:lnTo>
                    <a:lnTo>
                      <a:pt x="914400" y="92508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h722"/>
              <p:cNvSpPr/>
              <p:nvPr/>
            </p:nvSpPr>
            <p:spPr>
              <a:xfrm>
                <a:off x="2960751" y="2607036"/>
                <a:ext cx="918648" cy="918120"/>
              </a:xfrm>
              <a:custGeom>
                <a:avLst/>
                <a:gdLst/>
                <a:ahLst/>
                <a:cxnLst/>
                <a:rect l="0" t="0" r="0" b="0"/>
                <a:pathLst>
                  <a:path w="918648" h="918120">
                    <a:moveTo>
                      <a:pt x="914399" y="914400"/>
                    </a:moveTo>
                    <a:lnTo>
                      <a:pt x="918648" y="914400"/>
                    </a:lnTo>
                    <a:lnTo>
                      <a:pt x="917368" y="915629"/>
                    </a:lnTo>
                    <a:lnTo>
                      <a:pt x="914399" y="918120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h723"/>
              <p:cNvSpPr/>
              <p:nvPr/>
            </p:nvSpPr>
            <p:spPr>
              <a:xfrm>
                <a:off x="2450978" y="260703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6" y="914400"/>
                    </a:lnTo>
                    <a:lnTo>
                      <a:pt x="913793" y="904000"/>
                    </a:lnTo>
                    <a:lnTo>
                      <a:pt x="914399" y="89890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h724"/>
              <p:cNvSpPr/>
              <p:nvPr/>
            </p:nvSpPr>
            <p:spPr>
              <a:xfrm>
                <a:off x="2460418" y="25894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479"/>
                    </a:lnTo>
                    <a:lnTo>
                      <a:pt x="905207" y="91439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h725"/>
              <p:cNvSpPr/>
              <p:nvPr/>
            </p:nvSpPr>
            <p:spPr>
              <a:xfrm>
                <a:off x="246041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h726"/>
              <p:cNvSpPr/>
              <p:nvPr/>
            </p:nvSpPr>
            <p:spPr>
              <a:xfrm>
                <a:off x="246985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h727"/>
              <p:cNvSpPr/>
              <p:nvPr/>
            </p:nvSpPr>
            <p:spPr>
              <a:xfrm>
                <a:off x="247929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h728"/>
              <p:cNvSpPr/>
              <p:nvPr/>
            </p:nvSpPr>
            <p:spPr>
              <a:xfrm>
                <a:off x="248873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h729"/>
              <p:cNvSpPr/>
              <p:nvPr/>
            </p:nvSpPr>
            <p:spPr>
              <a:xfrm>
                <a:off x="249817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h730"/>
              <p:cNvSpPr/>
              <p:nvPr/>
            </p:nvSpPr>
            <p:spPr>
              <a:xfrm>
                <a:off x="250761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h731"/>
              <p:cNvSpPr/>
              <p:nvPr/>
            </p:nvSpPr>
            <p:spPr>
              <a:xfrm>
                <a:off x="251705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h732"/>
              <p:cNvSpPr/>
              <p:nvPr/>
            </p:nvSpPr>
            <p:spPr>
              <a:xfrm>
                <a:off x="252650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h733"/>
              <p:cNvSpPr/>
              <p:nvPr/>
            </p:nvSpPr>
            <p:spPr>
              <a:xfrm>
                <a:off x="253594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h734"/>
              <p:cNvSpPr/>
              <p:nvPr/>
            </p:nvSpPr>
            <p:spPr>
              <a:xfrm>
                <a:off x="254538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h735"/>
              <p:cNvSpPr/>
              <p:nvPr/>
            </p:nvSpPr>
            <p:spPr>
              <a:xfrm>
                <a:off x="255482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h736"/>
              <p:cNvSpPr/>
              <p:nvPr/>
            </p:nvSpPr>
            <p:spPr>
              <a:xfrm>
                <a:off x="256426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h737"/>
              <p:cNvSpPr/>
              <p:nvPr/>
            </p:nvSpPr>
            <p:spPr>
              <a:xfrm>
                <a:off x="257370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h738"/>
              <p:cNvSpPr/>
              <p:nvPr/>
            </p:nvSpPr>
            <p:spPr>
              <a:xfrm>
                <a:off x="258314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h739"/>
              <p:cNvSpPr/>
              <p:nvPr/>
            </p:nvSpPr>
            <p:spPr>
              <a:xfrm>
                <a:off x="259258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h740"/>
              <p:cNvSpPr/>
              <p:nvPr/>
            </p:nvSpPr>
            <p:spPr>
              <a:xfrm>
                <a:off x="260202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h741"/>
              <p:cNvSpPr/>
              <p:nvPr/>
            </p:nvSpPr>
            <p:spPr>
              <a:xfrm>
                <a:off x="261146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h742"/>
              <p:cNvSpPr/>
              <p:nvPr/>
            </p:nvSpPr>
            <p:spPr>
              <a:xfrm>
                <a:off x="262090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h743"/>
              <p:cNvSpPr/>
              <p:nvPr/>
            </p:nvSpPr>
            <p:spPr>
              <a:xfrm>
                <a:off x="263034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h744"/>
              <p:cNvSpPr/>
              <p:nvPr/>
            </p:nvSpPr>
            <p:spPr>
              <a:xfrm>
                <a:off x="263978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h745"/>
              <p:cNvSpPr/>
              <p:nvPr/>
            </p:nvSpPr>
            <p:spPr>
              <a:xfrm>
                <a:off x="264922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h746"/>
              <p:cNvSpPr/>
              <p:nvPr/>
            </p:nvSpPr>
            <p:spPr>
              <a:xfrm>
                <a:off x="265866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h747"/>
              <p:cNvSpPr/>
              <p:nvPr/>
            </p:nvSpPr>
            <p:spPr>
              <a:xfrm>
                <a:off x="266810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h748"/>
              <p:cNvSpPr/>
              <p:nvPr/>
            </p:nvSpPr>
            <p:spPr>
              <a:xfrm>
                <a:off x="267754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h749"/>
              <p:cNvSpPr/>
              <p:nvPr/>
            </p:nvSpPr>
            <p:spPr>
              <a:xfrm>
                <a:off x="268698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h750"/>
              <p:cNvSpPr/>
              <p:nvPr/>
            </p:nvSpPr>
            <p:spPr>
              <a:xfrm>
                <a:off x="269642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h751"/>
              <p:cNvSpPr/>
              <p:nvPr/>
            </p:nvSpPr>
            <p:spPr>
              <a:xfrm>
                <a:off x="270586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h752"/>
              <p:cNvSpPr/>
              <p:nvPr/>
            </p:nvSpPr>
            <p:spPr>
              <a:xfrm>
                <a:off x="271530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h753"/>
              <p:cNvSpPr/>
              <p:nvPr/>
            </p:nvSpPr>
            <p:spPr>
              <a:xfrm>
                <a:off x="272474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h754"/>
              <p:cNvSpPr/>
              <p:nvPr/>
            </p:nvSpPr>
            <p:spPr>
              <a:xfrm>
                <a:off x="273418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h755"/>
              <p:cNvSpPr/>
              <p:nvPr/>
            </p:nvSpPr>
            <p:spPr>
              <a:xfrm>
                <a:off x="274362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h756"/>
              <p:cNvSpPr/>
              <p:nvPr/>
            </p:nvSpPr>
            <p:spPr>
              <a:xfrm>
                <a:off x="275306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h757"/>
              <p:cNvSpPr/>
              <p:nvPr/>
            </p:nvSpPr>
            <p:spPr>
              <a:xfrm>
                <a:off x="276250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h758"/>
              <p:cNvSpPr/>
              <p:nvPr/>
            </p:nvSpPr>
            <p:spPr>
              <a:xfrm>
                <a:off x="277194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h759"/>
              <p:cNvSpPr/>
              <p:nvPr/>
            </p:nvSpPr>
            <p:spPr>
              <a:xfrm>
                <a:off x="278138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h760"/>
              <p:cNvSpPr/>
              <p:nvPr/>
            </p:nvSpPr>
            <p:spPr>
              <a:xfrm>
                <a:off x="279082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h761"/>
              <p:cNvSpPr/>
              <p:nvPr/>
            </p:nvSpPr>
            <p:spPr>
              <a:xfrm>
                <a:off x="280026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h762"/>
              <p:cNvSpPr/>
              <p:nvPr/>
            </p:nvSpPr>
            <p:spPr>
              <a:xfrm>
                <a:off x="280970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h763"/>
              <p:cNvSpPr/>
              <p:nvPr/>
            </p:nvSpPr>
            <p:spPr>
              <a:xfrm>
                <a:off x="281914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h764"/>
              <p:cNvSpPr/>
              <p:nvPr/>
            </p:nvSpPr>
            <p:spPr>
              <a:xfrm>
                <a:off x="282858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h765"/>
              <p:cNvSpPr/>
              <p:nvPr/>
            </p:nvSpPr>
            <p:spPr>
              <a:xfrm>
                <a:off x="283802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h766"/>
              <p:cNvSpPr/>
              <p:nvPr/>
            </p:nvSpPr>
            <p:spPr>
              <a:xfrm>
                <a:off x="284746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h767"/>
              <p:cNvSpPr/>
              <p:nvPr/>
            </p:nvSpPr>
            <p:spPr>
              <a:xfrm>
                <a:off x="285690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h768"/>
              <p:cNvSpPr/>
              <p:nvPr/>
            </p:nvSpPr>
            <p:spPr>
              <a:xfrm>
                <a:off x="286634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h769"/>
              <p:cNvSpPr/>
              <p:nvPr/>
            </p:nvSpPr>
            <p:spPr>
              <a:xfrm>
                <a:off x="287578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h770"/>
              <p:cNvSpPr/>
              <p:nvPr/>
            </p:nvSpPr>
            <p:spPr>
              <a:xfrm>
                <a:off x="288522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h771"/>
              <p:cNvSpPr/>
              <p:nvPr/>
            </p:nvSpPr>
            <p:spPr>
              <a:xfrm>
                <a:off x="289466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h772"/>
              <p:cNvSpPr/>
              <p:nvPr/>
            </p:nvSpPr>
            <p:spPr>
              <a:xfrm>
                <a:off x="290410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h773"/>
              <p:cNvSpPr/>
              <p:nvPr/>
            </p:nvSpPr>
            <p:spPr>
              <a:xfrm>
                <a:off x="291355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h774"/>
              <p:cNvSpPr/>
              <p:nvPr/>
            </p:nvSpPr>
            <p:spPr>
              <a:xfrm>
                <a:off x="292299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h775"/>
              <p:cNvSpPr/>
              <p:nvPr/>
            </p:nvSpPr>
            <p:spPr>
              <a:xfrm>
                <a:off x="293243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h776"/>
              <p:cNvSpPr/>
              <p:nvPr/>
            </p:nvSpPr>
            <p:spPr>
              <a:xfrm>
                <a:off x="294187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h777"/>
              <p:cNvSpPr/>
              <p:nvPr/>
            </p:nvSpPr>
            <p:spPr>
              <a:xfrm>
                <a:off x="295131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h778"/>
              <p:cNvSpPr/>
              <p:nvPr/>
            </p:nvSpPr>
            <p:spPr>
              <a:xfrm>
                <a:off x="2960751" y="26070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9264"/>
                    </a:lnTo>
                    <a:lnTo>
                      <a:pt x="922702" y="910504"/>
                    </a:lnTo>
                    <a:lnTo>
                      <a:pt x="918648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h779"/>
              <p:cNvSpPr/>
              <p:nvPr/>
            </p:nvSpPr>
            <p:spPr>
              <a:xfrm>
                <a:off x="2970191" y="2589467"/>
                <a:ext cx="923840" cy="9268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3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753"/>
                    </a:lnTo>
                    <a:lnTo>
                      <a:pt x="923454" y="916283"/>
                    </a:lnTo>
                    <a:lnTo>
                      <a:pt x="918441" y="922430"/>
                    </a:lnTo>
                    <a:lnTo>
                      <a:pt x="914400" y="926834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h780"/>
              <p:cNvSpPr/>
              <p:nvPr/>
            </p:nvSpPr>
            <p:spPr>
              <a:xfrm>
                <a:off x="2979631" y="2589467"/>
                <a:ext cx="915385" cy="915753"/>
              </a:xfrm>
              <a:custGeom>
                <a:avLst/>
                <a:gdLst/>
                <a:ahLst/>
                <a:cxnLst/>
                <a:rect l="0" t="0" r="0" b="0"/>
                <a:pathLst>
                  <a:path w="915385" h="915753">
                    <a:moveTo>
                      <a:pt x="914399" y="914399"/>
                    </a:moveTo>
                    <a:lnTo>
                      <a:pt x="915385" y="914399"/>
                    </a:lnTo>
                    <a:lnTo>
                      <a:pt x="914399" y="915753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h781"/>
              <p:cNvSpPr/>
              <p:nvPr/>
            </p:nvSpPr>
            <p:spPr>
              <a:xfrm>
                <a:off x="3092914" y="2589467"/>
                <a:ext cx="914400" cy="91715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55">
                    <a:moveTo>
                      <a:pt x="914400" y="914399"/>
                    </a:moveTo>
                    <a:lnTo>
                      <a:pt x="914400" y="917155"/>
                    </a:lnTo>
                    <a:lnTo>
                      <a:pt x="909664" y="915098"/>
                    </a:lnTo>
                    <a:lnTo>
                      <a:pt x="908367" y="91439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h782"/>
              <p:cNvSpPr/>
              <p:nvPr/>
            </p:nvSpPr>
            <p:spPr>
              <a:xfrm>
                <a:off x="3092914" y="2589467"/>
                <a:ext cx="923840" cy="9201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4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148"/>
                    </a:lnTo>
                    <a:lnTo>
                      <a:pt x="921293" y="919555"/>
                    </a:lnTo>
                    <a:lnTo>
                      <a:pt x="915447" y="917610"/>
                    </a:lnTo>
                    <a:lnTo>
                      <a:pt x="914400" y="917155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h783"/>
              <p:cNvSpPr/>
              <p:nvPr/>
            </p:nvSpPr>
            <p:spPr>
              <a:xfrm>
                <a:off x="3102354" y="2589467"/>
                <a:ext cx="92384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2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28"/>
                    </a:lnTo>
                    <a:lnTo>
                      <a:pt x="923669" y="921722"/>
                    </a:lnTo>
                    <a:lnTo>
                      <a:pt x="917746" y="920927"/>
                    </a:lnTo>
                    <a:lnTo>
                      <a:pt x="914400" y="92014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h784"/>
              <p:cNvSpPr/>
              <p:nvPr/>
            </p:nvSpPr>
            <p:spPr>
              <a:xfrm>
                <a:off x="3111795" y="2589467"/>
                <a:ext cx="923840" cy="92193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938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21713"/>
                    </a:lnTo>
                    <a:lnTo>
                      <a:pt x="920167" y="921938"/>
                    </a:lnTo>
                    <a:lnTo>
                      <a:pt x="914399" y="921728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h785"/>
              <p:cNvSpPr/>
              <p:nvPr/>
            </p:nvSpPr>
            <p:spPr>
              <a:xfrm>
                <a:off x="3121235" y="2589467"/>
                <a:ext cx="923840" cy="9217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13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20308"/>
                    </a:lnTo>
                    <a:lnTo>
                      <a:pt x="922579" y="920633"/>
                    </a:lnTo>
                    <a:lnTo>
                      <a:pt x="916662" y="921574"/>
                    </a:lnTo>
                    <a:lnTo>
                      <a:pt x="914399" y="921713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h786"/>
              <p:cNvSpPr/>
              <p:nvPr/>
            </p:nvSpPr>
            <p:spPr>
              <a:xfrm>
                <a:off x="3130675" y="2589467"/>
                <a:ext cx="923840" cy="92030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30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389"/>
                    </a:lnTo>
                    <a:lnTo>
                      <a:pt x="919021" y="919115"/>
                    </a:lnTo>
                    <a:lnTo>
                      <a:pt x="914400" y="920308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h787"/>
              <p:cNvSpPr/>
              <p:nvPr/>
            </p:nvSpPr>
            <p:spPr>
              <a:xfrm>
                <a:off x="3140115" y="2589467"/>
                <a:ext cx="921116" cy="917389"/>
              </a:xfrm>
              <a:custGeom>
                <a:avLst/>
                <a:gdLst/>
                <a:ahLst/>
                <a:cxnLst/>
                <a:rect l="0" t="0" r="0" b="0"/>
                <a:pathLst>
                  <a:path w="921116" h="917389">
                    <a:moveTo>
                      <a:pt x="914400" y="914399"/>
                    </a:moveTo>
                    <a:lnTo>
                      <a:pt x="921116" y="914399"/>
                    </a:lnTo>
                    <a:lnTo>
                      <a:pt x="915413" y="917026"/>
                    </a:lnTo>
                    <a:lnTo>
                      <a:pt x="914400" y="91738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h788"/>
              <p:cNvSpPr/>
              <p:nvPr/>
            </p:nvSpPr>
            <p:spPr>
              <a:xfrm>
                <a:off x="2450978" y="2571897"/>
                <a:ext cx="914399" cy="92221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2216">
                    <a:moveTo>
                      <a:pt x="914399" y="914400"/>
                    </a:moveTo>
                    <a:lnTo>
                      <a:pt x="914399" y="922216"/>
                    </a:lnTo>
                    <a:lnTo>
                      <a:pt x="913069" y="919596"/>
                    </a:lnTo>
                    <a:lnTo>
                      <a:pt x="911661" y="916823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h789"/>
              <p:cNvSpPr/>
              <p:nvPr/>
            </p:nvSpPr>
            <p:spPr>
              <a:xfrm>
                <a:off x="245097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7" y="931969"/>
                    </a:lnTo>
                    <a:lnTo>
                      <a:pt x="915072" y="928405"/>
                    </a:lnTo>
                    <a:lnTo>
                      <a:pt x="915632" y="924645"/>
                    </a:lnTo>
                    <a:lnTo>
                      <a:pt x="914477" y="922369"/>
                    </a:lnTo>
                    <a:lnTo>
                      <a:pt x="914399" y="922216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h790"/>
              <p:cNvSpPr/>
              <p:nvPr/>
            </p:nvSpPr>
            <p:spPr>
              <a:xfrm>
                <a:off x="246041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h791"/>
              <p:cNvSpPr/>
              <p:nvPr/>
            </p:nvSpPr>
            <p:spPr>
              <a:xfrm>
                <a:off x="246985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h792"/>
              <p:cNvSpPr/>
              <p:nvPr/>
            </p:nvSpPr>
            <p:spPr>
              <a:xfrm>
                <a:off x="247929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h793"/>
              <p:cNvSpPr/>
              <p:nvPr/>
            </p:nvSpPr>
            <p:spPr>
              <a:xfrm>
                <a:off x="248873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h794"/>
              <p:cNvSpPr/>
              <p:nvPr/>
            </p:nvSpPr>
            <p:spPr>
              <a:xfrm>
                <a:off x="249817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h795"/>
              <p:cNvSpPr/>
              <p:nvPr/>
            </p:nvSpPr>
            <p:spPr>
              <a:xfrm>
                <a:off x="250761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h796"/>
              <p:cNvSpPr/>
              <p:nvPr/>
            </p:nvSpPr>
            <p:spPr>
              <a:xfrm>
                <a:off x="251705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h797"/>
              <p:cNvSpPr/>
              <p:nvPr/>
            </p:nvSpPr>
            <p:spPr>
              <a:xfrm>
                <a:off x="252650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h798"/>
              <p:cNvSpPr/>
              <p:nvPr/>
            </p:nvSpPr>
            <p:spPr>
              <a:xfrm>
                <a:off x="253594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h799"/>
              <p:cNvSpPr/>
              <p:nvPr/>
            </p:nvSpPr>
            <p:spPr>
              <a:xfrm>
                <a:off x="254538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h800"/>
              <p:cNvSpPr/>
              <p:nvPr/>
            </p:nvSpPr>
            <p:spPr>
              <a:xfrm>
                <a:off x="255482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h801"/>
              <p:cNvSpPr/>
              <p:nvPr/>
            </p:nvSpPr>
            <p:spPr>
              <a:xfrm>
                <a:off x="256426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h802"/>
              <p:cNvSpPr/>
              <p:nvPr/>
            </p:nvSpPr>
            <p:spPr>
              <a:xfrm>
                <a:off x="257370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h803"/>
              <p:cNvSpPr/>
              <p:nvPr/>
            </p:nvSpPr>
            <p:spPr>
              <a:xfrm>
                <a:off x="258314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h804"/>
              <p:cNvSpPr/>
              <p:nvPr/>
            </p:nvSpPr>
            <p:spPr>
              <a:xfrm>
                <a:off x="259258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h805"/>
              <p:cNvSpPr/>
              <p:nvPr/>
            </p:nvSpPr>
            <p:spPr>
              <a:xfrm>
                <a:off x="260202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h806"/>
              <p:cNvSpPr/>
              <p:nvPr/>
            </p:nvSpPr>
            <p:spPr>
              <a:xfrm>
                <a:off x="261146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h807"/>
              <p:cNvSpPr/>
              <p:nvPr/>
            </p:nvSpPr>
            <p:spPr>
              <a:xfrm>
                <a:off x="262090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h808"/>
              <p:cNvSpPr/>
              <p:nvPr/>
            </p:nvSpPr>
            <p:spPr>
              <a:xfrm>
                <a:off x="263034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0">
                  <a:alpha val="100000"/>
                </a:srgbClr>
              </a:solidFill>
              <a:ln w="5420" cap="flat">
                <a:solidFill>
                  <a:srgbClr val="FD9B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h809"/>
              <p:cNvSpPr/>
              <p:nvPr/>
            </p:nvSpPr>
            <p:spPr>
              <a:xfrm>
                <a:off x="263978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h810"/>
              <p:cNvSpPr/>
              <p:nvPr/>
            </p:nvSpPr>
            <p:spPr>
              <a:xfrm>
                <a:off x="264922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h811"/>
              <p:cNvSpPr/>
              <p:nvPr/>
            </p:nvSpPr>
            <p:spPr>
              <a:xfrm>
                <a:off x="265866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h812"/>
              <p:cNvSpPr/>
              <p:nvPr/>
            </p:nvSpPr>
            <p:spPr>
              <a:xfrm>
                <a:off x="266810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h813"/>
              <p:cNvSpPr/>
              <p:nvPr/>
            </p:nvSpPr>
            <p:spPr>
              <a:xfrm>
                <a:off x="267754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h814"/>
              <p:cNvSpPr/>
              <p:nvPr/>
            </p:nvSpPr>
            <p:spPr>
              <a:xfrm>
                <a:off x="268698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h815"/>
              <p:cNvSpPr/>
              <p:nvPr/>
            </p:nvSpPr>
            <p:spPr>
              <a:xfrm>
                <a:off x="269642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h816"/>
              <p:cNvSpPr/>
              <p:nvPr/>
            </p:nvSpPr>
            <p:spPr>
              <a:xfrm>
                <a:off x="270586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h817"/>
              <p:cNvSpPr/>
              <p:nvPr/>
            </p:nvSpPr>
            <p:spPr>
              <a:xfrm>
                <a:off x="271530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h818"/>
              <p:cNvSpPr/>
              <p:nvPr/>
            </p:nvSpPr>
            <p:spPr>
              <a:xfrm>
                <a:off x="272474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h819"/>
              <p:cNvSpPr/>
              <p:nvPr/>
            </p:nvSpPr>
            <p:spPr>
              <a:xfrm>
                <a:off x="273418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h820"/>
              <p:cNvSpPr/>
              <p:nvPr/>
            </p:nvSpPr>
            <p:spPr>
              <a:xfrm>
                <a:off x="274362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h821"/>
              <p:cNvSpPr/>
              <p:nvPr/>
            </p:nvSpPr>
            <p:spPr>
              <a:xfrm>
                <a:off x="275306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h822"/>
              <p:cNvSpPr/>
              <p:nvPr/>
            </p:nvSpPr>
            <p:spPr>
              <a:xfrm>
                <a:off x="276250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h823"/>
              <p:cNvSpPr/>
              <p:nvPr/>
            </p:nvSpPr>
            <p:spPr>
              <a:xfrm>
                <a:off x="277194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h824"/>
              <p:cNvSpPr/>
              <p:nvPr/>
            </p:nvSpPr>
            <p:spPr>
              <a:xfrm>
                <a:off x="278138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h825"/>
              <p:cNvSpPr/>
              <p:nvPr/>
            </p:nvSpPr>
            <p:spPr>
              <a:xfrm>
                <a:off x="279082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h826"/>
              <p:cNvSpPr/>
              <p:nvPr/>
            </p:nvSpPr>
            <p:spPr>
              <a:xfrm>
                <a:off x="280026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h827"/>
              <p:cNvSpPr/>
              <p:nvPr/>
            </p:nvSpPr>
            <p:spPr>
              <a:xfrm>
                <a:off x="280970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h828"/>
              <p:cNvSpPr/>
              <p:nvPr/>
            </p:nvSpPr>
            <p:spPr>
              <a:xfrm>
                <a:off x="281914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h829"/>
              <p:cNvSpPr/>
              <p:nvPr/>
            </p:nvSpPr>
            <p:spPr>
              <a:xfrm>
                <a:off x="282858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h830"/>
              <p:cNvSpPr/>
              <p:nvPr/>
            </p:nvSpPr>
            <p:spPr>
              <a:xfrm>
                <a:off x="283802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h831"/>
              <p:cNvSpPr/>
              <p:nvPr/>
            </p:nvSpPr>
            <p:spPr>
              <a:xfrm>
                <a:off x="284746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h832"/>
              <p:cNvSpPr/>
              <p:nvPr/>
            </p:nvSpPr>
            <p:spPr>
              <a:xfrm>
                <a:off x="285690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h833"/>
              <p:cNvSpPr/>
              <p:nvPr/>
            </p:nvSpPr>
            <p:spPr>
              <a:xfrm>
                <a:off x="286634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h834"/>
              <p:cNvSpPr/>
              <p:nvPr/>
            </p:nvSpPr>
            <p:spPr>
              <a:xfrm>
                <a:off x="287578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h835"/>
              <p:cNvSpPr/>
              <p:nvPr/>
            </p:nvSpPr>
            <p:spPr>
              <a:xfrm>
                <a:off x="288522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h836"/>
              <p:cNvSpPr/>
              <p:nvPr/>
            </p:nvSpPr>
            <p:spPr>
              <a:xfrm>
                <a:off x="289466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h837"/>
              <p:cNvSpPr/>
              <p:nvPr/>
            </p:nvSpPr>
            <p:spPr>
              <a:xfrm>
                <a:off x="290410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h838"/>
              <p:cNvSpPr/>
              <p:nvPr/>
            </p:nvSpPr>
            <p:spPr>
              <a:xfrm>
                <a:off x="291355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h839"/>
              <p:cNvSpPr/>
              <p:nvPr/>
            </p:nvSpPr>
            <p:spPr>
              <a:xfrm>
                <a:off x="292299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h840"/>
              <p:cNvSpPr/>
              <p:nvPr/>
            </p:nvSpPr>
            <p:spPr>
              <a:xfrm>
                <a:off x="293243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h841"/>
              <p:cNvSpPr/>
              <p:nvPr/>
            </p:nvSpPr>
            <p:spPr>
              <a:xfrm>
                <a:off x="294187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h842"/>
              <p:cNvSpPr/>
              <p:nvPr/>
            </p:nvSpPr>
            <p:spPr>
              <a:xfrm>
                <a:off x="295131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h843"/>
              <p:cNvSpPr/>
              <p:nvPr/>
            </p:nvSpPr>
            <p:spPr>
              <a:xfrm>
                <a:off x="296075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h844"/>
              <p:cNvSpPr/>
              <p:nvPr/>
            </p:nvSpPr>
            <p:spPr>
              <a:xfrm>
                <a:off x="297019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h845"/>
              <p:cNvSpPr/>
              <p:nvPr/>
            </p:nvSpPr>
            <p:spPr>
              <a:xfrm>
                <a:off x="2979631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8640"/>
                    </a:lnTo>
                    <a:lnTo>
                      <a:pt x="922798" y="908490"/>
                    </a:lnTo>
                    <a:lnTo>
                      <a:pt x="921181" y="908256"/>
                    </a:lnTo>
                    <a:lnTo>
                      <a:pt x="919878" y="908068"/>
                    </a:lnTo>
                    <a:lnTo>
                      <a:pt x="918844" y="909652"/>
                    </a:lnTo>
                    <a:lnTo>
                      <a:pt x="915385" y="91439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h846"/>
              <p:cNvSpPr/>
              <p:nvPr/>
            </p:nvSpPr>
            <p:spPr>
              <a:xfrm>
                <a:off x="2989071" y="2571897"/>
                <a:ext cx="923840" cy="927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579"/>
                    </a:lnTo>
                    <a:lnTo>
                      <a:pt x="923057" y="927466"/>
                    </a:lnTo>
                    <a:lnTo>
                      <a:pt x="921441" y="927231"/>
                    </a:lnTo>
                    <a:lnTo>
                      <a:pt x="919824" y="926996"/>
                    </a:lnTo>
                    <a:lnTo>
                      <a:pt x="918208" y="926762"/>
                    </a:lnTo>
                    <a:lnTo>
                      <a:pt x="916591" y="926527"/>
                    </a:lnTo>
                    <a:lnTo>
                      <a:pt x="914975" y="926293"/>
                    </a:lnTo>
                    <a:lnTo>
                      <a:pt x="914400" y="926210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h847"/>
              <p:cNvSpPr/>
              <p:nvPr/>
            </p:nvSpPr>
            <p:spPr>
              <a:xfrm>
                <a:off x="2998512" y="2571897"/>
                <a:ext cx="923840" cy="9289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95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956"/>
                    </a:lnTo>
                    <a:lnTo>
                      <a:pt x="923314" y="928879"/>
                    </a:lnTo>
                    <a:lnTo>
                      <a:pt x="921698" y="928643"/>
                    </a:lnTo>
                    <a:lnTo>
                      <a:pt x="920082" y="928407"/>
                    </a:lnTo>
                    <a:lnTo>
                      <a:pt x="918466" y="928172"/>
                    </a:lnTo>
                    <a:lnTo>
                      <a:pt x="916850" y="927936"/>
                    </a:lnTo>
                    <a:lnTo>
                      <a:pt x="915233" y="927701"/>
                    </a:lnTo>
                    <a:lnTo>
                      <a:pt x="914400" y="92757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h848"/>
              <p:cNvSpPr/>
              <p:nvPr/>
            </p:nvSpPr>
            <p:spPr>
              <a:xfrm>
                <a:off x="3007952" y="2571897"/>
                <a:ext cx="923840" cy="93015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5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55"/>
                    </a:lnTo>
                    <a:lnTo>
                      <a:pt x="919937" y="929767"/>
                    </a:lnTo>
                    <a:lnTo>
                      <a:pt x="918723" y="929589"/>
                    </a:lnTo>
                    <a:lnTo>
                      <a:pt x="917106" y="929352"/>
                    </a:lnTo>
                    <a:lnTo>
                      <a:pt x="915490" y="929116"/>
                    </a:lnTo>
                    <a:lnTo>
                      <a:pt x="914400" y="928956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h849"/>
              <p:cNvSpPr/>
              <p:nvPr/>
            </p:nvSpPr>
            <p:spPr>
              <a:xfrm>
                <a:off x="3017392" y="2571897"/>
                <a:ext cx="923840" cy="93036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6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97"/>
                    </a:lnTo>
                    <a:lnTo>
                      <a:pt x="921969" y="930364"/>
                    </a:lnTo>
                    <a:lnTo>
                      <a:pt x="916229" y="930336"/>
                    </a:lnTo>
                    <a:lnTo>
                      <a:pt x="914400" y="930155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h850"/>
              <p:cNvSpPr/>
              <p:nvPr/>
            </p:nvSpPr>
            <p:spPr>
              <a:xfrm>
                <a:off x="3026832" y="2571897"/>
                <a:ext cx="923840" cy="9301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822"/>
                    </a:lnTo>
                    <a:lnTo>
                      <a:pt x="918263" y="929851"/>
                    </a:lnTo>
                    <a:lnTo>
                      <a:pt x="914400" y="930197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h851"/>
              <p:cNvSpPr/>
              <p:nvPr/>
            </p:nvSpPr>
            <p:spPr>
              <a:xfrm>
                <a:off x="3036273" y="2571897"/>
                <a:ext cx="923840" cy="92882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822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6015"/>
                    </a:lnTo>
                    <a:lnTo>
                      <a:pt x="922364" y="926499"/>
                    </a:lnTo>
                    <a:lnTo>
                      <a:pt x="920211" y="927207"/>
                    </a:lnTo>
                    <a:lnTo>
                      <a:pt x="914535" y="928797"/>
                    </a:lnTo>
                    <a:lnTo>
                      <a:pt x="914399" y="928822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h852"/>
              <p:cNvSpPr/>
              <p:nvPr/>
            </p:nvSpPr>
            <p:spPr>
              <a:xfrm>
                <a:off x="3045713" y="2571897"/>
                <a:ext cx="923840" cy="926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01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2919"/>
                    </a:lnTo>
                    <a:lnTo>
                      <a:pt x="923662" y="922977"/>
                    </a:lnTo>
                    <a:lnTo>
                      <a:pt x="921514" y="923681"/>
                    </a:lnTo>
                    <a:lnTo>
                      <a:pt x="919366" y="924385"/>
                    </a:lnTo>
                    <a:lnTo>
                      <a:pt x="917219" y="925089"/>
                    </a:lnTo>
                    <a:lnTo>
                      <a:pt x="915071" y="925794"/>
                    </a:lnTo>
                    <a:lnTo>
                      <a:pt x="914399" y="926015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h853"/>
              <p:cNvSpPr/>
              <p:nvPr/>
            </p:nvSpPr>
            <p:spPr>
              <a:xfrm>
                <a:off x="3055153" y="2571897"/>
                <a:ext cx="923840" cy="92291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91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832"/>
                    </a:lnTo>
                    <a:lnTo>
                      <a:pt x="922817" y="920166"/>
                    </a:lnTo>
                    <a:lnTo>
                      <a:pt x="920668" y="920868"/>
                    </a:lnTo>
                    <a:lnTo>
                      <a:pt x="918519" y="921571"/>
                    </a:lnTo>
                    <a:lnTo>
                      <a:pt x="916370" y="922274"/>
                    </a:lnTo>
                    <a:lnTo>
                      <a:pt x="914400" y="92291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h854"/>
              <p:cNvSpPr/>
              <p:nvPr/>
            </p:nvSpPr>
            <p:spPr>
              <a:xfrm>
                <a:off x="3064593" y="2571897"/>
                <a:ext cx="923840" cy="9239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9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986"/>
                    </a:lnTo>
                    <a:lnTo>
                      <a:pt x="923001" y="923398"/>
                    </a:lnTo>
                    <a:lnTo>
                      <a:pt x="921779" y="922542"/>
                    </a:lnTo>
                    <a:lnTo>
                      <a:pt x="920557" y="921686"/>
                    </a:lnTo>
                    <a:lnTo>
                      <a:pt x="919335" y="920830"/>
                    </a:lnTo>
                    <a:lnTo>
                      <a:pt x="918112" y="919974"/>
                    </a:lnTo>
                    <a:lnTo>
                      <a:pt x="916793" y="919051"/>
                    </a:lnTo>
                    <a:lnTo>
                      <a:pt x="915526" y="919464"/>
                    </a:lnTo>
                    <a:lnTo>
                      <a:pt x="914400" y="919832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h855"/>
              <p:cNvSpPr/>
              <p:nvPr/>
            </p:nvSpPr>
            <p:spPr>
              <a:xfrm>
                <a:off x="3074034" y="2571897"/>
                <a:ext cx="923840" cy="9301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34"/>
                    </a:lnTo>
                    <a:lnTo>
                      <a:pt x="922840" y="929595"/>
                    </a:lnTo>
                    <a:lnTo>
                      <a:pt x="917230" y="925970"/>
                    </a:lnTo>
                    <a:lnTo>
                      <a:pt x="916004" y="925111"/>
                    </a:lnTo>
                    <a:lnTo>
                      <a:pt x="914782" y="924254"/>
                    </a:lnTo>
                    <a:lnTo>
                      <a:pt x="914400" y="923986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h856"/>
              <p:cNvSpPr/>
              <p:nvPr/>
            </p:nvSpPr>
            <p:spPr>
              <a:xfrm>
                <a:off x="308347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07" y="931969"/>
                    </a:lnTo>
                    <a:lnTo>
                      <a:pt x="914400" y="930134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h857"/>
              <p:cNvSpPr/>
              <p:nvPr/>
            </p:nvSpPr>
            <p:spPr>
              <a:xfrm>
                <a:off x="309291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h858"/>
              <p:cNvSpPr/>
              <p:nvPr/>
            </p:nvSpPr>
            <p:spPr>
              <a:xfrm>
                <a:off x="310235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h859"/>
              <p:cNvSpPr/>
              <p:nvPr/>
            </p:nvSpPr>
            <p:spPr>
              <a:xfrm>
                <a:off x="311179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h860"/>
              <p:cNvSpPr/>
              <p:nvPr/>
            </p:nvSpPr>
            <p:spPr>
              <a:xfrm>
                <a:off x="312123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h861"/>
              <p:cNvSpPr/>
              <p:nvPr/>
            </p:nvSpPr>
            <p:spPr>
              <a:xfrm>
                <a:off x="313067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h862"/>
              <p:cNvSpPr/>
              <p:nvPr/>
            </p:nvSpPr>
            <p:spPr>
              <a:xfrm>
                <a:off x="3140115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865"/>
                    </a:lnTo>
                    <a:lnTo>
                      <a:pt x="921116" y="91439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h863"/>
              <p:cNvSpPr/>
              <p:nvPr/>
            </p:nvSpPr>
            <p:spPr>
              <a:xfrm>
                <a:off x="3149556" y="2571897"/>
                <a:ext cx="923840" cy="93043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3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4306"/>
                    </a:lnTo>
                    <a:lnTo>
                      <a:pt x="923003" y="924964"/>
                    </a:lnTo>
                    <a:lnTo>
                      <a:pt x="917419" y="928727"/>
                    </a:lnTo>
                    <a:lnTo>
                      <a:pt x="914399" y="930435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h864"/>
              <p:cNvSpPr/>
              <p:nvPr/>
            </p:nvSpPr>
            <p:spPr>
              <a:xfrm>
                <a:off x="3158996" y="2571897"/>
                <a:ext cx="923840" cy="92430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30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6602"/>
                    </a:lnTo>
                    <a:lnTo>
                      <a:pt x="923417" y="916959"/>
                    </a:lnTo>
                    <a:lnTo>
                      <a:pt x="922322" y="917883"/>
                    </a:lnTo>
                    <a:lnTo>
                      <a:pt x="921227" y="918807"/>
                    </a:lnTo>
                    <a:lnTo>
                      <a:pt x="920133" y="919732"/>
                    </a:lnTo>
                    <a:lnTo>
                      <a:pt x="919033" y="920661"/>
                    </a:lnTo>
                    <a:lnTo>
                      <a:pt x="914399" y="924306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h865"/>
              <p:cNvSpPr/>
              <p:nvPr/>
            </p:nvSpPr>
            <p:spPr>
              <a:xfrm>
                <a:off x="3168436" y="2571897"/>
                <a:ext cx="917010" cy="91660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16602">
                    <a:moveTo>
                      <a:pt x="914399" y="914400"/>
                    </a:moveTo>
                    <a:lnTo>
                      <a:pt x="917010" y="914400"/>
                    </a:lnTo>
                    <a:lnTo>
                      <a:pt x="916168" y="915110"/>
                    </a:lnTo>
                    <a:lnTo>
                      <a:pt x="915072" y="916034"/>
                    </a:lnTo>
                    <a:lnTo>
                      <a:pt x="914399" y="916602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h866"/>
              <p:cNvSpPr/>
              <p:nvPr/>
            </p:nvSpPr>
            <p:spPr>
              <a:xfrm>
                <a:off x="2441538" y="2554327"/>
                <a:ext cx="914400" cy="9212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19">
                    <a:moveTo>
                      <a:pt x="914400" y="914400"/>
                    </a:moveTo>
                    <a:lnTo>
                      <a:pt x="914400" y="921219"/>
                    </a:lnTo>
                    <a:lnTo>
                      <a:pt x="914050" y="920532"/>
                    </a:lnTo>
                    <a:lnTo>
                      <a:pt x="912637" y="917760"/>
                    </a:lnTo>
                    <a:lnTo>
                      <a:pt x="911225" y="914989"/>
                    </a:lnTo>
                    <a:lnTo>
                      <a:pt x="910924" y="914400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h867"/>
              <p:cNvSpPr/>
              <p:nvPr/>
            </p:nvSpPr>
            <p:spPr>
              <a:xfrm>
                <a:off x="244153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69" y="931969"/>
                    </a:lnTo>
                    <a:lnTo>
                      <a:pt x="919692" y="931621"/>
                    </a:lnTo>
                    <a:lnTo>
                      <a:pt x="918282" y="928848"/>
                    </a:lnTo>
                    <a:lnTo>
                      <a:pt x="916872" y="926076"/>
                    </a:lnTo>
                    <a:lnTo>
                      <a:pt x="915461" y="923304"/>
                    </a:lnTo>
                    <a:lnTo>
                      <a:pt x="914400" y="92121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h868"/>
              <p:cNvSpPr/>
              <p:nvPr/>
            </p:nvSpPr>
            <p:spPr>
              <a:xfrm>
                <a:off x="245097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h869"/>
              <p:cNvSpPr/>
              <p:nvPr/>
            </p:nvSpPr>
            <p:spPr>
              <a:xfrm>
                <a:off x="246041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h870"/>
              <p:cNvSpPr/>
              <p:nvPr/>
            </p:nvSpPr>
            <p:spPr>
              <a:xfrm>
                <a:off x="246985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h871"/>
              <p:cNvSpPr/>
              <p:nvPr/>
            </p:nvSpPr>
            <p:spPr>
              <a:xfrm>
                <a:off x="247929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h872"/>
              <p:cNvSpPr/>
              <p:nvPr/>
            </p:nvSpPr>
            <p:spPr>
              <a:xfrm>
                <a:off x="248873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h873"/>
              <p:cNvSpPr/>
              <p:nvPr/>
            </p:nvSpPr>
            <p:spPr>
              <a:xfrm>
                <a:off x="249817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h874"/>
              <p:cNvSpPr/>
              <p:nvPr/>
            </p:nvSpPr>
            <p:spPr>
              <a:xfrm>
                <a:off x="250761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h875"/>
              <p:cNvSpPr/>
              <p:nvPr/>
            </p:nvSpPr>
            <p:spPr>
              <a:xfrm>
                <a:off x="251705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h876"/>
              <p:cNvSpPr/>
              <p:nvPr/>
            </p:nvSpPr>
            <p:spPr>
              <a:xfrm>
                <a:off x="252650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h877"/>
              <p:cNvSpPr/>
              <p:nvPr/>
            </p:nvSpPr>
            <p:spPr>
              <a:xfrm>
                <a:off x="253594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h878"/>
              <p:cNvSpPr/>
              <p:nvPr/>
            </p:nvSpPr>
            <p:spPr>
              <a:xfrm>
                <a:off x="254538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h879"/>
              <p:cNvSpPr/>
              <p:nvPr/>
            </p:nvSpPr>
            <p:spPr>
              <a:xfrm>
                <a:off x="255482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h880"/>
              <p:cNvSpPr/>
              <p:nvPr/>
            </p:nvSpPr>
            <p:spPr>
              <a:xfrm>
                <a:off x="256426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h881"/>
              <p:cNvSpPr/>
              <p:nvPr/>
            </p:nvSpPr>
            <p:spPr>
              <a:xfrm>
                <a:off x="257370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h882"/>
              <p:cNvSpPr/>
              <p:nvPr/>
            </p:nvSpPr>
            <p:spPr>
              <a:xfrm>
                <a:off x="258314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h883"/>
              <p:cNvSpPr/>
              <p:nvPr/>
            </p:nvSpPr>
            <p:spPr>
              <a:xfrm>
                <a:off x="259258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h884"/>
              <p:cNvSpPr/>
              <p:nvPr/>
            </p:nvSpPr>
            <p:spPr>
              <a:xfrm>
                <a:off x="260202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h885"/>
              <p:cNvSpPr/>
              <p:nvPr/>
            </p:nvSpPr>
            <p:spPr>
              <a:xfrm>
                <a:off x="261146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h886"/>
              <p:cNvSpPr/>
              <p:nvPr/>
            </p:nvSpPr>
            <p:spPr>
              <a:xfrm>
                <a:off x="262090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h887"/>
              <p:cNvSpPr/>
              <p:nvPr/>
            </p:nvSpPr>
            <p:spPr>
              <a:xfrm>
                <a:off x="263034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h888"/>
              <p:cNvSpPr/>
              <p:nvPr/>
            </p:nvSpPr>
            <p:spPr>
              <a:xfrm>
                <a:off x="263978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h889"/>
              <p:cNvSpPr/>
              <p:nvPr/>
            </p:nvSpPr>
            <p:spPr>
              <a:xfrm>
                <a:off x="264922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h890"/>
              <p:cNvSpPr/>
              <p:nvPr/>
            </p:nvSpPr>
            <p:spPr>
              <a:xfrm>
                <a:off x="265866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h891"/>
              <p:cNvSpPr/>
              <p:nvPr/>
            </p:nvSpPr>
            <p:spPr>
              <a:xfrm>
                <a:off x="266810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h892"/>
              <p:cNvSpPr/>
              <p:nvPr/>
            </p:nvSpPr>
            <p:spPr>
              <a:xfrm>
                <a:off x="267754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h893"/>
              <p:cNvSpPr/>
              <p:nvPr/>
            </p:nvSpPr>
            <p:spPr>
              <a:xfrm>
                <a:off x="268698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h894"/>
              <p:cNvSpPr/>
              <p:nvPr/>
            </p:nvSpPr>
            <p:spPr>
              <a:xfrm>
                <a:off x="269642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h895"/>
              <p:cNvSpPr/>
              <p:nvPr/>
            </p:nvSpPr>
            <p:spPr>
              <a:xfrm>
                <a:off x="270586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h896"/>
              <p:cNvSpPr/>
              <p:nvPr/>
            </p:nvSpPr>
            <p:spPr>
              <a:xfrm>
                <a:off x="271530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h897"/>
              <p:cNvSpPr/>
              <p:nvPr/>
            </p:nvSpPr>
            <p:spPr>
              <a:xfrm>
                <a:off x="272474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h898"/>
              <p:cNvSpPr/>
              <p:nvPr/>
            </p:nvSpPr>
            <p:spPr>
              <a:xfrm>
                <a:off x="273418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h899"/>
              <p:cNvSpPr/>
              <p:nvPr/>
            </p:nvSpPr>
            <p:spPr>
              <a:xfrm>
                <a:off x="274362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h900"/>
              <p:cNvSpPr/>
              <p:nvPr/>
            </p:nvSpPr>
            <p:spPr>
              <a:xfrm>
                <a:off x="275306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h901"/>
              <p:cNvSpPr/>
              <p:nvPr/>
            </p:nvSpPr>
            <p:spPr>
              <a:xfrm>
                <a:off x="276250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h902"/>
              <p:cNvSpPr/>
              <p:nvPr/>
            </p:nvSpPr>
            <p:spPr>
              <a:xfrm>
                <a:off x="277194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h903"/>
              <p:cNvSpPr/>
              <p:nvPr/>
            </p:nvSpPr>
            <p:spPr>
              <a:xfrm>
                <a:off x="278138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h904"/>
              <p:cNvSpPr/>
              <p:nvPr/>
            </p:nvSpPr>
            <p:spPr>
              <a:xfrm>
                <a:off x="279082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h905"/>
              <p:cNvSpPr/>
              <p:nvPr/>
            </p:nvSpPr>
            <p:spPr>
              <a:xfrm>
                <a:off x="280026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h906"/>
              <p:cNvSpPr/>
              <p:nvPr/>
            </p:nvSpPr>
            <p:spPr>
              <a:xfrm>
                <a:off x="280970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h907"/>
              <p:cNvSpPr/>
              <p:nvPr/>
            </p:nvSpPr>
            <p:spPr>
              <a:xfrm>
                <a:off x="281914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h908"/>
              <p:cNvSpPr/>
              <p:nvPr/>
            </p:nvSpPr>
            <p:spPr>
              <a:xfrm>
                <a:off x="282858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h909"/>
              <p:cNvSpPr/>
              <p:nvPr/>
            </p:nvSpPr>
            <p:spPr>
              <a:xfrm>
                <a:off x="283802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h910"/>
              <p:cNvSpPr/>
              <p:nvPr/>
            </p:nvSpPr>
            <p:spPr>
              <a:xfrm>
                <a:off x="284746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h911"/>
              <p:cNvSpPr/>
              <p:nvPr/>
            </p:nvSpPr>
            <p:spPr>
              <a:xfrm>
                <a:off x="285690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h912"/>
              <p:cNvSpPr/>
              <p:nvPr/>
            </p:nvSpPr>
            <p:spPr>
              <a:xfrm>
                <a:off x="286634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h913"/>
              <p:cNvSpPr/>
              <p:nvPr/>
            </p:nvSpPr>
            <p:spPr>
              <a:xfrm>
                <a:off x="287578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h914"/>
              <p:cNvSpPr/>
              <p:nvPr/>
            </p:nvSpPr>
            <p:spPr>
              <a:xfrm>
                <a:off x="288522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h915"/>
              <p:cNvSpPr/>
              <p:nvPr/>
            </p:nvSpPr>
            <p:spPr>
              <a:xfrm>
                <a:off x="289466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h916"/>
              <p:cNvSpPr/>
              <p:nvPr/>
            </p:nvSpPr>
            <p:spPr>
              <a:xfrm>
                <a:off x="290410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h917"/>
              <p:cNvSpPr/>
              <p:nvPr/>
            </p:nvSpPr>
            <p:spPr>
              <a:xfrm>
                <a:off x="291355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h918"/>
              <p:cNvSpPr/>
              <p:nvPr/>
            </p:nvSpPr>
            <p:spPr>
              <a:xfrm>
                <a:off x="292299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h919"/>
              <p:cNvSpPr/>
              <p:nvPr/>
            </p:nvSpPr>
            <p:spPr>
              <a:xfrm>
                <a:off x="293243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h920"/>
              <p:cNvSpPr/>
              <p:nvPr/>
            </p:nvSpPr>
            <p:spPr>
              <a:xfrm>
                <a:off x="294187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h921"/>
              <p:cNvSpPr/>
              <p:nvPr/>
            </p:nvSpPr>
            <p:spPr>
              <a:xfrm>
                <a:off x="295131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h922"/>
              <p:cNvSpPr/>
              <p:nvPr/>
            </p:nvSpPr>
            <p:spPr>
              <a:xfrm>
                <a:off x="296075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h923"/>
              <p:cNvSpPr/>
              <p:nvPr/>
            </p:nvSpPr>
            <p:spPr>
              <a:xfrm>
                <a:off x="297019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h924"/>
              <p:cNvSpPr/>
              <p:nvPr/>
            </p:nvSpPr>
            <p:spPr>
              <a:xfrm>
                <a:off x="297963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h925"/>
              <p:cNvSpPr/>
              <p:nvPr/>
            </p:nvSpPr>
            <p:spPr>
              <a:xfrm>
                <a:off x="298907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h926"/>
              <p:cNvSpPr/>
              <p:nvPr/>
            </p:nvSpPr>
            <p:spPr>
              <a:xfrm>
                <a:off x="299851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h927"/>
              <p:cNvSpPr/>
              <p:nvPr/>
            </p:nvSpPr>
            <p:spPr>
              <a:xfrm>
                <a:off x="300795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h928"/>
              <p:cNvSpPr/>
              <p:nvPr/>
            </p:nvSpPr>
            <p:spPr>
              <a:xfrm>
                <a:off x="301739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h929"/>
              <p:cNvSpPr/>
              <p:nvPr/>
            </p:nvSpPr>
            <p:spPr>
              <a:xfrm>
                <a:off x="302683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h930"/>
              <p:cNvSpPr/>
              <p:nvPr/>
            </p:nvSpPr>
            <p:spPr>
              <a:xfrm>
                <a:off x="303627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h931"/>
              <p:cNvSpPr/>
              <p:nvPr/>
            </p:nvSpPr>
            <p:spPr>
              <a:xfrm>
                <a:off x="304571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h932"/>
              <p:cNvSpPr/>
              <p:nvPr/>
            </p:nvSpPr>
            <p:spPr>
              <a:xfrm>
                <a:off x="305515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h933"/>
              <p:cNvSpPr/>
              <p:nvPr/>
            </p:nvSpPr>
            <p:spPr>
              <a:xfrm>
                <a:off x="306459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h934"/>
              <p:cNvSpPr/>
              <p:nvPr/>
            </p:nvSpPr>
            <p:spPr>
              <a:xfrm>
                <a:off x="307403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h935"/>
              <p:cNvSpPr/>
              <p:nvPr/>
            </p:nvSpPr>
            <p:spPr>
              <a:xfrm>
                <a:off x="308347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h936"/>
              <p:cNvSpPr/>
              <p:nvPr/>
            </p:nvSpPr>
            <p:spPr>
              <a:xfrm>
                <a:off x="309291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h937"/>
              <p:cNvSpPr/>
              <p:nvPr/>
            </p:nvSpPr>
            <p:spPr>
              <a:xfrm>
                <a:off x="310235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h938"/>
              <p:cNvSpPr/>
              <p:nvPr/>
            </p:nvSpPr>
            <p:spPr>
              <a:xfrm>
                <a:off x="311179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h939"/>
              <p:cNvSpPr/>
              <p:nvPr/>
            </p:nvSpPr>
            <p:spPr>
              <a:xfrm>
                <a:off x="312123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h940"/>
              <p:cNvSpPr/>
              <p:nvPr/>
            </p:nvSpPr>
            <p:spPr>
              <a:xfrm>
                <a:off x="313067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h941"/>
              <p:cNvSpPr/>
              <p:nvPr/>
            </p:nvSpPr>
            <p:spPr>
              <a:xfrm>
                <a:off x="314011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h942"/>
              <p:cNvSpPr/>
              <p:nvPr/>
            </p:nvSpPr>
            <p:spPr>
              <a:xfrm>
                <a:off x="314955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h943"/>
              <p:cNvSpPr/>
              <p:nvPr/>
            </p:nvSpPr>
            <p:spPr>
              <a:xfrm>
                <a:off x="315899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h944"/>
              <p:cNvSpPr/>
              <p:nvPr/>
            </p:nvSpPr>
            <p:spPr>
              <a:xfrm>
                <a:off x="3168436" y="257189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39" y="908643"/>
                    </a:lnTo>
                    <a:lnTo>
                      <a:pt x="922743" y="909567"/>
                    </a:lnTo>
                    <a:lnTo>
                      <a:pt x="921647" y="910490"/>
                    </a:lnTo>
                    <a:lnTo>
                      <a:pt x="920550" y="911414"/>
                    </a:lnTo>
                    <a:lnTo>
                      <a:pt x="919455" y="912338"/>
                    </a:lnTo>
                    <a:lnTo>
                      <a:pt x="918359" y="913262"/>
                    </a:lnTo>
                    <a:lnTo>
                      <a:pt x="917263" y="914186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h945"/>
              <p:cNvSpPr/>
              <p:nvPr/>
            </p:nvSpPr>
            <p:spPr>
              <a:xfrm>
                <a:off x="3177876" y="2554327"/>
                <a:ext cx="923840" cy="9262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13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7796"/>
                    </a:lnTo>
                    <a:lnTo>
                      <a:pt x="922848" y="918805"/>
                    </a:lnTo>
                    <a:lnTo>
                      <a:pt x="917694" y="923439"/>
                    </a:lnTo>
                    <a:lnTo>
                      <a:pt x="916592" y="924366"/>
                    </a:lnTo>
                    <a:lnTo>
                      <a:pt x="915496" y="925290"/>
                    </a:lnTo>
                    <a:lnTo>
                      <a:pt x="914399" y="926213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h946"/>
              <p:cNvSpPr/>
              <p:nvPr/>
            </p:nvSpPr>
            <p:spPr>
              <a:xfrm>
                <a:off x="3187316" y="2554327"/>
                <a:ext cx="917736" cy="917796"/>
              </a:xfrm>
              <a:custGeom>
                <a:avLst/>
                <a:gdLst/>
                <a:ahLst/>
                <a:cxnLst/>
                <a:rect l="0" t="0" r="0" b="0"/>
                <a:pathLst>
                  <a:path w="917736" h="917796">
                    <a:moveTo>
                      <a:pt x="914400" y="914400"/>
                    </a:moveTo>
                    <a:lnTo>
                      <a:pt x="917736" y="914400"/>
                    </a:lnTo>
                    <a:lnTo>
                      <a:pt x="914400" y="917796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h947"/>
              <p:cNvSpPr/>
              <p:nvPr/>
            </p:nvSpPr>
            <p:spPr>
              <a:xfrm>
                <a:off x="2432097" y="2536757"/>
                <a:ext cx="914399" cy="92028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0281">
                    <a:moveTo>
                      <a:pt x="914399" y="914399"/>
                    </a:moveTo>
                    <a:lnTo>
                      <a:pt x="914399" y="920281"/>
                    </a:lnTo>
                    <a:lnTo>
                      <a:pt x="913593" y="918703"/>
                    </a:lnTo>
                    <a:lnTo>
                      <a:pt x="912177" y="915932"/>
                    </a:lnTo>
                    <a:lnTo>
                      <a:pt x="911393" y="91439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h948"/>
              <p:cNvSpPr/>
              <p:nvPr/>
            </p:nvSpPr>
            <p:spPr>
              <a:xfrm>
                <a:off x="243209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0365" y="931969"/>
                    </a:lnTo>
                    <a:lnTo>
                      <a:pt x="919252" y="929787"/>
                    </a:lnTo>
                    <a:lnTo>
                      <a:pt x="917838" y="927016"/>
                    </a:lnTo>
                    <a:lnTo>
                      <a:pt x="916424" y="924245"/>
                    </a:lnTo>
                    <a:lnTo>
                      <a:pt x="915009" y="921474"/>
                    </a:lnTo>
                    <a:lnTo>
                      <a:pt x="914399" y="920281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h949"/>
              <p:cNvSpPr/>
              <p:nvPr/>
            </p:nvSpPr>
            <p:spPr>
              <a:xfrm>
                <a:off x="244153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h950"/>
              <p:cNvSpPr/>
              <p:nvPr/>
            </p:nvSpPr>
            <p:spPr>
              <a:xfrm>
                <a:off x="245097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h951"/>
              <p:cNvSpPr/>
              <p:nvPr/>
            </p:nvSpPr>
            <p:spPr>
              <a:xfrm>
                <a:off x="246041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h952"/>
              <p:cNvSpPr/>
              <p:nvPr/>
            </p:nvSpPr>
            <p:spPr>
              <a:xfrm>
                <a:off x="246985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h953"/>
              <p:cNvSpPr/>
              <p:nvPr/>
            </p:nvSpPr>
            <p:spPr>
              <a:xfrm>
                <a:off x="247929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h954"/>
              <p:cNvSpPr/>
              <p:nvPr/>
            </p:nvSpPr>
            <p:spPr>
              <a:xfrm>
                <a:off x="248873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h955"/>
              <p:cNvSpPr/>
              <p:nvPr/>
            </p:nvSpPr>
            <p:spPr>
              <a:xfrm>
                <a:off x="249817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h956"/>
              <p:cNvSpPr/>
              <p:nvPr/>
            </p:nvSpPr>
            <p:spPr>
              <a:xfrm>
                <a:off x="250761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h957"/>
              <p:cNvSpPr/>
              <p:nvPr/>
            </p:nvSpPr>
            <p:spPr>
              <a:xfrm>
                <a:off x="251705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h958"/>
              <p:cNvSpPr/>
              <p:nvPr/>
            </p:nvSpPr>
            <p:spPr>
              <a:xfrm>
                <a:off x="252650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h959"/>
              <p:cNvSpPr/>
              <p:nvPr/>
            </p:nvSpPr>
            <p:spPr>
              <a:xfrm>
                <a:off x="253594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h960"/>
              <p:cNvSpPr/>
              <p:nvPr/>
            </p:nvSpPr>
            <p:spPr>
              <a:xfrm>
                <a:off x="254538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h961"/>
              <p:cNvSpPr/>
              <p:nvPr/>
            </p:nvSpPr>
            <p:spPr>
              <a:xfrm>
                <a:off x="255482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h962"/>
              <p:cNvSpPr/>
              <p:nvPr/>
            </p:nvSpPr>
            <p:spPr>
              <a:xfrm>
                <a:off x="256426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h963"/>
              <p:cNvSpPr/>
              <p:nvPr/>
            </p:nvSpPr>
            <p:spPr>
              <a:xfrm>
                <a:off x="257370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h964"/>
              <p:cNvSpPr/>
              <p:nvPr/>
            </p:nvSpPr>
            <p:spPr>
              <a:xfrm>
                <a:off x="258314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h965"/>
              <p:cNvSpPr/>
              <p:nvPr/>
            </p:nvSpPr>
            <p:spPr>
              <a:xfrm>
                <a:off x="259258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h966"/>
              <p:cNvSpPr/>
              <p:nvPr/>
            </p:nvSpPr>
            <p:spPr>
              <a:xfrm>
                <a:off x="260202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h967"/>
              <p:cNvSpPr/>
              <p:nvPr/>
            </p:nvSpPr>
            <p:spPr>
              <a:xfrm>
                <a:off x="261146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h968"/>
              <p:cNvSpPr/>
              <p:nvPr/>
            </p:nvSpPr>
            <p:spPr>
              <a:xfrm>
                <a:off x="262090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h969"/>
              <p:cNvSpPr/>
              <p:nvPr/>
            </p:nvSpPr>
            <p:spPr>
              <a:xfrm>
                <a:off x="263034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h970"/>
              <p:cNvSpPr/>
              <p:nvPr/>
            </p:nvSpPr>
            <p:spPr>
              <a:xfrm>
                <a:off x="263978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h971"/>
              <p:cNvSpPr/>
              <p:nvPr/>
            </p:nvSpPr>
            <p:spPr>
              <a:xfrm>
                <a:off x="264922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h972"/>
              <p:cNvSpPr/>
              <p:nvPr/>
            </p:nvSpPr>
            <p:spPr>
              <a:xfrm>
                <a:off x="265866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h973"/>
              <p:cNvSpPr/>
              <p:nvPr/>
            </p:nvSpPr>
            <p:spPr>
              <a:xfrm>
                <a:off x="266810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h974"/>
              <p:cNvSpPr/>
              <p:nvPr/>
            </p:nvSpPr>
            <p:spPr>
              <a:xfrm>
                <a:off x="267754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h975"/>
              <p:cNvSpPr/>
              <p:nvPr/>
            </p:nvSpPr>
            <p:spPr>
              <a:xfrm>
                <a:off x="268698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h976"/>
              <p:cNvSpPr/>
              <p:nvPr/>
            </p:nvSpPr>
            <p:spPr>
              <a:xfrm>
                <a:off x="269642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h977"/>
              <p:cNvSpPr/>
              <p:nvPr/>
            </p:nvSpPr>
            <p:spPr>
              <a:xfrm>
                <a:off x="270586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h978"/>
              <p:cNvSpPr/>
              <p:nvPr/>
            </p:nvSpPr>
            <p:spPr>
              <a:xfrm>
                <a:off x="271530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h979"/>
              <p:cNvSpPr/>
              <p:nvPr/>
            </p:nvSpPr>
            <p:spPr>
              <a:xfrm>
                <a:off x="272474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h980"/>
              <p:cNvSpPr/>
              <p:nvPr/>
            </p:nvSpPr>
            <p:spPr>
              <a:xfrm>
                <a:off x="273418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h981"/>
              <p:cNvSpPr/>
              <p:nvPr/>
            </p:nvSpPr>
            <p:spPr>
              <a:xfrm>
                <a:off x="274362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h982"/>
              <p:cNvSpPr/>
              <p:nvPr/>
            </p:nvSpPr>
            <p:spPr>
              <a:xfrm>
                <a:off x="275306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h983"/>
              <p:cNvSpPr/>
              <p:nvPr/>
            </p:nvSpPr>
            <p:spPr>
              <a:xfrm>
                <a:off x="276250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h984"/>
              <p:cNvSpPr/>
              <p:nvPr/>
            </p:nvSpPr>
            <p:spPr>
              <a:xfrm>
                <a:off x="277194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h985"/>
              <p:cNvSpPr/>
              <p:nvPr/>
            </p:nvSpPr>
            <p:spPr>
              <a:xfrm>
                <a:off x="278138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h986"/>
              <p:cNvSpPr/>
              <p:nvPr/>
            </p:nvSpPr>
            <p:spPr>
              <a:xfrm>
                <a:off x="279082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h987"/>
              <p:cNvSpPr/>
              <p:nvPr/>
            </p:nvSpPr>
            <p:spPr>
              <a:xfrm>
                <a:off x="280026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h988"/>
              <p:cNvSpPr/>
              <p:nvPr/>
            </p:nvSpPr>
            <p:spPr>
              <a:xfrm>
                <a:off x="280970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h989"/>
              <p:cNvSpPr/>
              <p:nvPr/>
            </p:nvSpPr>
            <p:spPr>
              <a:xfrm>
                <a:off x="281914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h990"/>
              <p:cNvSpPr/>
              <p:nvPr/>
            </p:nvSpPr>
            <p:spPr>
              <a:xfrm>
                <a:off x="282858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h991"/>
              <p:cNvSpPr/>
              <p:nvPr/>
            </p:nvSpPr>
            <p:spPr>
              <a:xfrm>
                <a:off x="283802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h992"/>
              <p:cNvSpPr/>
              <p:nvPr/>
            </p:nvSpPr>
            <p:spPr>
              <a:xfrm>
                <a:off x="284746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h993"/>
              <p:cNvSpPr/>
              <p:nvPr/>
            </p:nvSpPr>
            <p:spPr>
              <a:xfrm>
                <a:off x="285690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h994"/>
              <p:cNvSpPr/>
              <p:nvPr/>
            </p:nvSpPr>
            <p:spPr>
              <a:xfrm>
                <a:off x="286634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h995"/>
              <p:cNvSpPr/>
              <p:nvPr/>
            </p:nvSpPr>
            <p:spPr>
              <a:xfrm>
                <a:off x="287578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h996"/>
              <p:cNvSpPr/>
              <p:nvPr/>
            </p:nvSpPr>
            <p:spPr>
              <a:xfrm>
                <a:off x="288522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h997"/>
              <p:cNvSpPr/>
              <p:nvPr/>
            </p:nvSpPr>
            <p:spPr>
              <a:xfrm>
                <a:off x="289466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h998"/>
              <p:cNvSpPr/>
              <p:nvPr/>
            </p:nvSpPr>
            <p:spPr>
              <a:xfrm>
                <a:off x="290410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h999"/>
              <p:cNvSpPr/>
              <p:nvPr/>
            </p:nvSpPr>
            <p:spPr>
              <a:xfrm>
                <a:off x="291355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h1000"/>
              <p:cNvSpPr/>
              <p:nvPr/>
            </p:nvSpPr>
            <p:spPr>
              <a:xfrm>
                <a:off x="292299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h1001"/>
              <p:cNvSpPr/>
              <p:nvPr/>
            </p:nvSpPr>
            <p:spPr>
              <a:xfrm>
                <a:off x="293243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h1002"/>
              <p:cNvSpPr/>
              <p:nvPr/>
            </p:nvSpPr>
            <p:spPr>
              <a:xfrm>
                <a:off x="294187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h1003"/>
              <p:cNvSpPr/>
              <p:nvPr/>
            </p:nvSpPr>
            <p:spPr>
              <a:xfrm>
                <a:off x="295131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h1004"/>
              <p:cNvSpPr/>
              <p:nvPr/>
            </p:nvSpPr>
            <p:spPr>
              <a:xfrm>
                <a:off x="296075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h1005"/>
              <p:cNvSpPr/>
              <p:nvPr/>
            </p:nvSpPr>
            <p:spPr>
              <a:xfrm>
                <a:off x="297019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h1006"/>
              <p:cNvSpPr/>
              <p:nvPr/>
            </p:nvSpPr>
            <p:spPr>
              <a:xfrm>
                <a:off x="297963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h1007"/>
              <p:cNvSpPr/>
              <p:nvPr/>
            </p:nvSpPr>
            <p:spPr>
              <a:xfrm>
                <a:off x="298907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h1008"/>
              <p:cNvSpPr/>
              <p:nvPr/>
            </p:nvSpPr>
            <p:spPr>
              <a:xfrm>
                <a:off x="299851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h1009"/>
              <p:cNvSpPr/>
              <p:nvPr/>
            </p:nvSpPr>
            <p:spPr>
              <a:xfrm>
                <a:off x="300795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h1010"/>
              <p:cNvSpPr/>
              <p:nvPr/>
            </p:nvSpPr>
            <p:spPr>
              <a:xfrm>
                <a:off x="301739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h1011"/>
              <p:cNvSpPr/>
              <p:nvPr/>
            </p:nvSpPr>
            <p:spPr>
              <a:xfrm>
                <a:off x="302683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h1012"/>
              <p:cNvSpPr/>
              <p:nvPr/>
            </p:nvSpPr>
            <p:spPr>
              <a:xfrm>
                <a:off x="303627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h1013"/>
              <p:cNvSpPr/>
              <p:nvPr/>
            </p:nvSpPr>
            <p:spPr>
              <a:xfrm>
                <a:off x="304571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h1014"/>
              <p:cNvSpPr/>
              <p:nvPr/>
            </p:nvSpPr>
            <p:spPr>
              <a:xfrm>
                <a:off x="305515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h1015"/>
              <p:cNvSpPr/>
              <p:nvPr/>
            </p:nvSpPr>
            <p:spPr>
              <a:xfrm>
                <a:off x="306459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h1016"/>
              <p:cNvSpPr/>
              <p:nvPr/>
            </p:nvSpPr>
            <p:spPr>
              <a:xfrm>
                <a:off x="307403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h1017"/>
              <p:cNvSpPr/>
              <p:nvPr/>
            </p:nvSpPr>
            <p:spPr>
              <a:xfrm>
                <a:off x="308347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h1018"/>
              <p:cNvSpPr/>
              <p:nvPr/>
            </p:nvSpPr>
            <p:spPr>
              <a:xfrm>
                <a:off x="309291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h1019"/>
              <p:cNvSpPr/>
              <p:nvPr/>
            </p:nvSpPr>
            <p:spPr>
              <a:xfrm>
                <a:off x="310235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h1020"/>
              <p:cNvSpPr/>
              <p:nvPr/>
            </p:nvSpPr>
            <p:spPr>
              <a:xfrm>
                <a:off x="311179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h1021"/>
              <p:cNvSpPr/>
              <p:nvPr/>
            </p:nvSpPr>
            <p:spPr>
              <a:xfrm>
                <a:off x="312123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h1022"/>
              <p:cNvSpPr/>
              <p:nvPr/>
            </p:nvSpPr>
            <p:spPr>
              <a:xfrm>
                <a:off x="313067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h1023"/>
              <p:cNvSpPr/>
              <p:nvPr/>
            </p:nvSpPr>
            <p:spPr>
              <a:xfrm>
                <a:off x="314011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h1024"/>
              <p:cNvSpPr/>
              <p:nvPr/>
            </p:nvSpPr>
            <p:spPr>
              <a:xfrm>
                <a:off x="314955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h1025"/>
              <p:cNvSpPr/>
              <p:nvPr/>
            </p:nvSpPr>
            <p:spPr>
              <a:xfrm>
                <a:off x="315899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h1026"/>
              <p:cNvSpPr/>
              <p:nvPr/>
            </p:nvSpPr>
            <p:spPr>
              <a:xfrm>
                <a:off x="316843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h1027"/>
              <p:cNvSpPr/>
              <p:nvPr/>
            </p:nvSpPr>
            <p:spPr>
              <a:xfrm>
                <a:off x="317787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h1028"/>
              <p:cNvSpPr/>
              <p:nvPr/>
            </p:nvSpPr>
            <p:spPr>
              <a:xfrm>
                <a:off x="3187316" y="255432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434"/>
                    </a:lnTo>
                    <a:lnTo>
                      <a:pt x="923307" y="908115"/>
                    </a:lnTo>
                    <a:lnTo>
                      <a:pt x="918430" y="913693"/>
                    </a:lnTo>
                    <a:lnTo>
                      <a:pt x="917736" y="914400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h1029"/>
              <p:cNvSpPr/>
              <p:nvPr/>
            </p:nvSpPr>
            <p:spPr>
              <a:xfrm>
                <a:off x="3196757" y="2536757"/>
                <a:ext cx="922485" cy="925003"/>
              </a:xfrm>
              <a:custGeom>
                <a:avLst/>
                <a:gdLst/>
                <a:ahLst/>
                <a:cxnLst/>
                <a:rect l="0" t="0" r="0" b="0"/>
                <a:pathLst>
                  <a:path w="922485" h="925003">
                    <a:moveTo>
                      <a:pt x="914400" y="914399"/>
                    </a:moveTo>
                    <a:lnTo>
                      <a:pt x="922485" y="914399"/>
                    </a:lnTo>
                    <a:lnTo>
                      <a:pt x="922156" y="914843"/>
                    </a:lnTo>
                    <a:lnTo>
                      <a:pt x="920376" y="917242"/>
                    </a:lnTo>
                    <a:lnTo>
                      <a:pt x="918586" y="919655"/>
                    </a:lnTo>
                    <a:lnTo>
                      <a:pt x="914400" y="925003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h1030"/>
              <p:cNvSpPr/>
              <p:nvPr/>
            </p:nvSpPr>
            <p:spPr>
              <a:xfrm>
                <a:off x="2422657" y="2519187"/>
                <a:ext cx="914400" cy="91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17">
                    <a:moveTo>
                      <a:pt x="914400" y="914400"/>
                    </a:moveTo>
                    <a:lnTo>
                      <a:pt x="914400" y="919217"/>
                    </a:lnTo>
                    <a:lnTo>
                      <a:pt x="912074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h1031"/>
              <p:cNvSpPr/>
              <p:nvPr/>
            </p:nvSpPr>
            <p:spPr>
              <a:xfrm>
                <a:off x="242265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33" y="931969"/>
                    </a:lnTo>
                    <a:lnTo>
                      <a:pt x="920201" y="930732"/>
                    </a:lnTo>
                    <a:lnTo>
                      <a:pt x="918783" y="927962"/>
                    </a:lnTo>
                    <a:lnTo>
                      <a:pt x="917365" y="925192"/>
                    </a:lnTo>
                    <a:lnTo>
                      <a:pt x="915938" y="922404"/>
                    </a:lnTo>
                    <a:lnTo>
                      <a:pt x="914400" y="919217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h1032"/>
              <p:cNvSpPr/>
              <p:nvPr/>
            </p:nvSpPr>
            <p:spPr>
              <a:xfrm>
                <a:off x="243209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h1033"/>
              <p:cNvSpPr/>
              <p:nvPr/>
            </p:nvSpPr>
            <p:spPr>
              <a:xfrm>
                <a:off x="244153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h1034"/>
              <p:cNvSpPr/>
              <p:nvPr/>
            </p:nvSpPr>
            <p:spPr>
              <a:xfrm>
                <a:off x="245097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h1035"/>
              <p:cNvSpPr/>
              <p:nvPr/>
            </p:nvSpPr>
            <p:spPr>
              <a:xfrm>
                <a:off x="246041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h1036"/>
              <p:cNvSpPr/>
              <p:nvPr/>
            </p:nvSpPr>
            <p:spPr>
              <a:xfrm>
                <a:off x="246985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h1037"/>
              <p:cNvSpPr/>
              <p:nvPr/>
            </p:nvSpPr>
            <p:spPr>
              <a:xfrm>
                <a:off x="247929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h1038"/>
              <p:cNvSpPr/>
              <p:nvPr/>
            </p:nvSpPr>
            <p:spPr>
              <a:xfrm>
                <a:off x="248873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h1039"/>
              <p:cNvSpPr/>
              <p:nvPr/>
            </p:nvSpPr>
            <p:spPr>
              <a:xfrm>
                <a:off x="249817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h1040"/>
              <p:cNvSpPr/>
              <p:nvPr/>
            </p:nvSpPr>
            <p:spPr>
              <a:xfrm>
                <a:off x="250761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h1041"/>
              <p:cNvSpPr/>
              <p:nvPr/>
            </p:nvSpPr>
            <p:spPr>
              <a:xfrm>
                <a:off x="251705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h1042"/>
              <p:cNvSpPr/>
              <p:nvPr/>
            </p:nvSpPr>
            <p:spPr>
              <a:xfrm>
                <a:off x="252650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h1043"/>
              <p:cNvSpPr/>
              <p:nvPr/>
            </p:nvSpPr>
            <p:spPr>
              <a:xfrm>
                <a:off x="253594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h1044"/>
              <p:cNvSpPr/>
              <p:nvPr/>
            </p:nvSpPr>
            <p:spPr>
              <a:xfrm>
                <a:off x="254538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h1045"/>
              <p:cNvSpPr/>
              <p:nvPr/>
            </p:nvSpPr>
            <p:spPr>
              <a:xfrm>
                <a:off x="255482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h1046"/>
              <p:cNvSpPr/>
              <p:nvPr/>
            </p:nvSpPr>
            <p:spPr>
              <a:xfrm>
                <a:off x="256426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h1047"/>
              <p:cNvSpPr/>
              <p:nvPr/>
            </p:nvSpPr>
            <p:spPr>
              <a:xfrm>
                <a:off x="257370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h1048"/>
              <p:cNvSpPr/>
              <p:nvPr/>
            </p:nvSpPr>
            <p:spPr>
              <a:xfrm>
                <a:off x="258314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h1049"/>
              <p:cNvSpPr/>
              <p:nvPr/>
            </p:nvSpPr>
            <p:spPr>
              <a:xfrm>
                <a:off x="259258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h1050"/>
              <p:cNvSpPr/>
              <p:nvPr/>
            </p:nvSpPr>
            <p:spPr>
              <a:xfrm>
                <a:off x="260202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h1051"/>
              <p:cNvSpPr/>
              <p:nvPr/>
            </p:nvSpPr>
            <p:spPr>
              <a:xfrm>
                <a:off x="261146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h1052"/>
              <p:cNvSpPr/>
              <p:nvPr/>
            </p:nvSpPr>
            <p:spPr>
              <a:xfrm>
                <a:off x="262090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h1053"/>
              <p:cNvSpPr/>
              <p:nvPr/>
            </p:nvSpPr>
            <p:spPr>
              <a:xfrm>
                <a:off x="263034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h1054"/>
              <p:cNvSpPr/>
              <p:nvPr/>
            </p:nvSpPr>
            <p:spPr>
              <a:xfrm>
                <a:off x="263978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h1055"/>
              <p:cNvSpPr/>
              <p:nvPr/>
            </p:nvSpPr>
            <p:spPr>
              <a:xfrm>
                <a:off x="264922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h1056"/>
              <p:cNvSpPr/>
              <p:nvPr/>
            </p:nvSpPr>
            <p:spPr>
              <a:xfrm>
                <a:off x="265866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h1057"/>
              <p:cNvSpPr/>
              <p:nvPr/>
            </p:nvSpPr>
            <p:spPr>
              <a:xfrm>
                <a:off x="266810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h1058"/>
              <p:cNvSpPr/>
              <p:nvPr/>
            </p:nvSpPr>
            <p:spPr>
              <a:xfrm>
                <a:off x="267754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h1059"/>
              <p:cNvSpPr/>
              <p:nvPr/>
            </p:nvSpPr>
            <p:spPr>
              <a:xfrm>
                <a:off x="268698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h1060"/>
              <p:cNvSpPr/>
              <p:nvPr/>
            </p:nvSpPr>
            <p:spPr>
              <a:xfrm>
                <a:off x="269642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h1061"/>
              <p:cNvSpPr/>
              <p:nvPr/>
            </p:nvSpPr>
            <p:spPr>
              <a:xfrm>
                <a:off x="270586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h1062"/>
              <p:cNvSpPr/>
              <p:nvPr/>
            </p:nvSpPr>
            <p:spPr>
              <a:xfrm>
                <a:off x="271530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h1063"/>
              <p:cNvSpPr/>
              <p:nvPr/>
            </p:nvSpPr>
            <p:spPr>
              <a:xfrm>
                <a:off x="272474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h1064"/>
              <p:cNvSpPr/>
              <p:nvPr/>
            </p:nvSpPr>
            <p:spPr>
              <a:xfrm>
                <a:off x="273418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h1065"/>
              <p:cNvSpPr/>
              <p:nvPr/>
            </p:nvSpPr>
            <p:spPr>
              <a:xfrm>
                <a:off x="274362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h1066"/>
              <p:cNvSpPr/>
              <p:nvPr/>
            </p:nvSpPr>
            <p:spPr>
              <a:xfrm>
                <a:off x="275306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h1067"/>
              <p:cNvSpPr/>
              <p:nvPr/>
            </p:nvSpPr>
            <p:spPr>
              <a:xfrm>
                <a:off x="276250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h1068"/>
              <p:cNvSpPr/>
              <p:nvPr/>
            </p:nvSpPr>
            <p:spPr>
              <a:xfrm>
                <a:off x="277194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h1069"/>
              <p:cNvSpPr/>
              <p:nvPr/>
            </p:nvSpPr>
            <p:spPr>
              <a:xfrm>
                <a:off x="278138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h1070"/>
              <p:cNvSpPr/>
              <p:nvPr/>
            </p:nvSpPr>
            <p:spPr>
              <a:xfrm>
                <a:off x="279082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h1071"/>
              <p:cNvSpPr/>
              <p:nvPr/>
            </p:nvSpPr>
            <p:spPr>
              <a:xfrm>
                <a:off x="280026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h1072"/>
              <p:cNvSpPr/>
              <p:nvPr/>
            </p:nvSpPr>
            <p:spPr>
              <a:xfrm>
                <a:off x="280970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h1073"/>
              <p:cNvSpPr/>
              <p:nvPr/>
            </p:nvSpPr>
            <p:spPr>
              <a:xfrm>
                <a:off x="281914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h1074"/>
              <p:cNvSpPr/>
              <p:nvPr/>
            </p:nvSpPr>
            <p:spPr>
              <a:xfrm>
                <a:off x="282858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h1075"/>
              <p:cNvSpPr/>
              <p:nvPr/>
            </p:nvSpPr>
            <p:spPr>
              <a:xfrm>
                <a:off x="283802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h1076"/>
              <p:cNvSpPr/>
              <p:nvPr/>
            </p:nvSpPr>
            <p:spPr>
              <a:xfrm>
                <a:off x="284746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h1077"/>
              <p:cNvSpPr/>
              <p:nvPr/>
            </p:nvSpPr>
            <p:spPr>
              <a:xfrm>
                <a:off x="285690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h1078"/>
              <p:cNvSpPr/>
              <p:nvPr/>
            </p:nvSpPr>
            <p:spPr>
              <a:xfrm>
                <a:off x="286634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h1079"/>
              <p:cNvSpPr/>
              <p:nvPr/>
            </p:nvSpPr>
            <p:spPr>
              <a:xfrm>
                <a:off x="287578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h1080"/>
              <p:cNvSpPr/>
              <p:nvPr/>
            </p:nvSpPr>
            <p:spPr>
              <a:xfrm>
                <a:off x="288522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h1081"/>
              <p:cNvSpPr/>
              <p:nvPr/>
            </p:nvSpPr>
            <p:spPr>
              <a:xfrm>
                <a:off x="289466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h1082"/>
              <p:cNvSpPr/>
              <p:nvPr/>
            </p:nvSpPr>
            <p:spPr>
              <a:xfrm>
                <a:off x="290410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h1083"/>
              <p:cNvSpPr/>
              <p:nvPr/>
            </p:nvSpPr>
            <p:spPr>
              <a:xfrm>
                <a:off x="291355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h1084"/>
              <p:cNvSpPr/>
              <p:nvPr/>
            </p:nvSpPr>
            <p:spPr>
              <a:xfrm>
                <a:off x="292299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h1085"/>
              <p:cNvSpPr/>
              <p:nvPr/>
            </p:nvSpPr>
            <p:spPr>
              <a:xfrm>
                <a:off x="293243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h1086"/>
              <p:cNvSpPr/>
              <p:nvPr/>
            </p:nvSpPr>
            <p:spPr>
              <a:xfrm>
                <a:off x="294187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h1087"/>
              <p:cNvSpPr/>
              <p:nvPr/>
            </p:nvSpPr>
            <p:spPr>
              <a:xfrm>
                <a:off x="295131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h1088"/>
              <p:cNvSpPr/>
              <p:nvPr/>
            </p:nvSpPr>
            <p:spPr>
              <a:xfrm>
                <a:off x="296075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h1089"/>
              <p:cNvSpPr/>
              <p:nvPr/>
            </p:nvSpPr>
            <p:spPr>
              <a:xfrm>
                <a:off x="297019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h1090"/>
              <p:cNvSpPr/>
              <p:nvPr/>
            </p:nvSpPr>
            <p:spPr>
              <a:xfrm>
                <a:off x="297963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h1091"/>
              <p:cNvSpPr/>
              <p:nvPr/>
            </p:nvSpPr>
            <p:spPr>
              <a:xfrm>
                <a:off x="298907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h1092"/>
              <p:cNvSpPr/>
              <p:nvPr/>
            </p:nvSpPr>
            <p:spPr>
              <a:xfrm>
                <a:off x="299851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h1093"/>
              <p:cNvSpPr/>
              <p:nvPr/>
            </p:nvSpPr>
            <p:spPr>
              <a:xfrm>
                <a:off x="300795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h1094"/>
              <p:cNvSpPr/>
              <p:nvPr/>
            </p:nvSpPr>
            <p:spPr>
              <a:xfrm>
                <a:off x="301739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h1095"/>
              <p:cNvSpPr/>
              <p:nvPr/>
            </p:nvSpPr>
            <p:spPr>
              <a:xfrm>
                <a:off x="302683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h1096"/>
              <p:cNvSpPr/>
              <p:nvPr/>
            </p:nvSpPr>
            <p:spPr>
              <a:xfrm>
                <a:off x="303627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h1097"/>
              <p:cNvSpPr/>
              <p:nvPr/>
            </p:nvSpPr>
            <p:spPr>
              <a:xfrm>
                <a:off x="304571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h1098"/>
              <p:cNvSpPr/>
              <p:nvPr/>
            </p:nvSpPr>
            <p:spPr>
              <a:xfrm>
                <a:off x="305515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h1099"/>
              <p:cNvSpPr/>
              <p:nvPr/>
            </p:nvSpPr>
            <p:spPr>
              <a:xfrm>
                <a:off x="306459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h1100"/>
              <p:cNvSpPr/>
              <p:nvPr/>
            </p:nvSpPr>
            <p:spPr>
              <a:xfrm>
                <a:off x="307403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h1101"/>
              <p:cNvSpPr/>
              <p:nvPr/>
            </p:nvSpPr>
            <p:spPr>
              <a:xfrm>
                <a:off x="308347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h1102"/>
              <p:cNvSpPr/>
              <p:nvPr/>
            </p:nvSpPr>
            <p:spPr>
              <a:xfrm>
                <a:off x="309291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h1103"/>
              <p:cNvSpPr/>
              <p:nvPr/>
            </p:nvSpPr>
            <p:spPr>
              <a:xfrm>
                <a:off x="310235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h1104"/>
              <p:cNvSpPr/>
              <p:nvPr/>
            </p:nvSpPr>
            <p:spPr>
              <a:xfrm>
                <a:off x="311179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h1105"/>
              <p:cNvSpPr/>
              <p:nvPr/>
            </p:nvSpPr>
            <p:spPr>
              <a:xfrm>
                <a:off x="312123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h1106"/>
              <p:cNvSpPr/>
              <p:nvPr/>
            </p:nvSpPr>
            <p:spPr>
              <a:xfrm>
                <a:off x="313067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h1107"/>
              <p:cNvSpPr/>
              <p:nvPr/>
            </p:nvSpPr>
            <p:spPr>
              <a:xfrm>
                <a:off x="314011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h1108"/>
              <p:cNvSpPr/>
              <p:nvPr/>
            </p:nvSpPr>
            <p:spPr>
              <a:xfrm>
                <a:off x="314955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h1109"/>
              <p:cNvSpPr/>
              <p:nvPr/>
            </p:nvSpPr>
            <p:spPr>
              <a:xfrm>
                <a:off x="315899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h1110"/>
              <p:cNvSpPr/>
              <p:nvPr/>
            </p:nvSpPr>
            <p:spPr>
              <a:xfrm>
                <a:off x="316843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h1111"/>
              <p:cNvSpPr/>
              <p:nvPr/>
            </p:nvSpPr>
            <p:spPr>
              <a:xfrm>
                <a:off x="317787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h1112"/>
              <p:cNvSpPr/>
              <p:nvPr/>
            </p:nvSpPr>
            <p:spPr>
              <a:xfrm>
                <a:off x="318731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h1113"/>
              <p:cNvSpPr/>
              <p:nvPr/>
            </p:nvSpPr>
            <p:spPr>
              <a:xfrm>
                <a:off x="3196757" y="253675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575"/>
                    </a:lnTo>
                    <a:lnTo>
                      <a:pt x="922485" y="91439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h1114"/>
              <p:cNvSpPr/>
              <p:nvPr/>
            </p:nvSpPr>
            <p:spPr>
              <a:xfrm>
                <a:off x="3206197" y="2519187"/>
                <a:ext cx="923840" cy="93014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4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7415"/>
                    </a:lnTo>
                    <a:lnTo>
                      <a:pt x="923422" y="918010"/>
                    </a:lnTo>
                    <a:lnTo>
                      <a:pt x="921627" y="920422"/>
                    </a:lnTo>
                    <a:lnTo>
                      <a:pt x="919844" y="922819"/>
                    </a:lnTo>
                    <a:lnTo>
                      <a:pt x="918061" y="925217"/>
                    </a:lnTo>
                    <a:lnTo>
                      <a:pt x="916278" y="927615"/>
                    </a:lnTo>
                    <a:lnTo>
                      <a:pt x="914497" y="930014"/>
                    </a:lnTo>
                    <a:lnTo>
                      <a:pt x="914399" y="930145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h1115"/>
              <p:cNvSpPr/>
              <p:nvPr/>
            </p:nvSpPr>
            <p:spPr>
              <a:xfrm>
                <a:off x="3215637" y="2519187"/>
                <a:ext cx="916518" cy="917415"/>
              </a:xfrm>
              <a:custGeom>
                <a:avLst/>
                <a:gdLst/>
                <a:ahLst/>
                <a:cxnLst/>
                <a:rect l="0" t="0" r="0" b="0"/>
                <a:pathLst>
                  <a:path w="916518" h="917415">
                    <a:moveTo>
                      <a:pt x="914399" y="914400"/>
                    </a:moveTo>
                    <a:lnTo>
                      <a:pt x="916518" y="914400"/>
                    </a:lnTo>
                    <a:lnTo>
                      <a:pt x="914399" y="917415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h1116"/>
              <p:cNvSpPr/>
              <p:nvPr/>
            </p:nvSpPr>
            <p:spPr>
              <a:xfrm>
                <a:off x="2413217" y="2501618"/>
                <a:ext cx="914399" cy="914794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794">
                    <a:moveTo>
                      <a:pt x="914399" y="914400"/>
                    </a:moveTo>
                    <a:lnTo>
                      <a:pt x="914399" y="914794"/>
                    </a:lnTo>
                    <a:lnTo>
                      <a:pt x="914250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h1117"/>
              <p:cNvSpPr/>
              <p:nvPr/>
            </p:nvSpPr>
            <p:spPr>
              <a:xfrm>
                <a:off x="241321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515" y="931969"/>
                    </a:lnTo>
                    <a:lnTo>
                      <a:pt x="920907" y="930710"/>
                    </a:lnTo>
                    <a:lnTo>
                      <a:pt x="916738" y="920972"/>
                    </a:lnTo>
                    <a:lnTo>
                      <a:pt x="914399" y="914794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h1118"/>
              <p:cNvSpPr/>
              <p:nvPr/>
            </p:nvSpPr>
            <p:spPr>
              <a:xfrm>
                <a:off x="242265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h1119"/>
              <p:cNvSpPr/>
              <p:nvPr/>
            </p:nvSpPr>
            <p:spPr>
              <a:xfrm>
                <a:off x="243209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h1120"/>
              <p:cNvSpPr/>
              <p:nvPr/>
            </p:nvSpPr>
            <p:spPr>
              <a:xfrm>
                <a:off x="244153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h1121"/>
              <p:cNvSpPr/>
              <p:nvPr/>
            </p:nvSpPr>
            <p:spPr>
              <a:xfrm>
                <a:off x="245097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h1122"/>
              <p:cNvSpPr/>
              <p:nvPr/>
            </p:nvSpPr>
            <p:spPr>
              <a:xfrm>
                <a:off x="246041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h1123"/>
              <p:cNvSpPr/>
              <p:nvPr/>
            </p:nvSpPr>
            <p:spPr>
              <a:xfrm>
                <a:off x="246985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h1124"/>
              <p:cNvSpPr/>
              <p:nvPr/>
            </p:nvSpPr>
            <p:spPr>
              <a:xfrm>
                <a:off x="247929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h1125"/>
              <p:cNvSpPr/>
              <p:nvPr/>
            </p:nvSpPr>
            <p:spPr>
              <a:xfrm>
                <a:off x="248873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h1126"/>
              <p:cNvSpPr/>
              <p:nvPr/>
            </p:nvSpPr>
            <p:spPr>
              <a:xfrm>
                <a:off x="249817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h1127"/>
              <p:cNvSpPr/>
              <p:nvPr/>
            </p:nvSpPr>
            <p:spPr>
              <a:xfrm>
                <a:off x="250761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h1128"/>
              <p:cNvSpPr/>
              <p:nvPr/>
            </p:nvSpPr>
            <p:spPr>
              <a:xfrm>
                <a:off x="251705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h1129"/>
              <p:cNvSpPr/>
              <p:nvPr/>
            </p:nvSpPr>
            <p:spPr>
              <a:xfrm>
                <a:off x="252650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h1130"/>
              <p:cNvSpPr/>
              <p:nvPr/>
            </p:nvSpPr>
            <p:spPr>
              <a:xfrm>
                <a:off x="253594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h1131"/>
              <p:cNvSpPr/>
              <p:nvPr/>
            </p:nvSpPr>
            <p:spPr>
              <a:xfrm>
                <a:off x="254538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h1132"/>
              <p:cNvSpPr/>
              <p:nvPr/>
            </p:nvSpPr>
            <p:spPr>
              <a:xfrm>
                <a:off x="255482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h1133"/>
              <p:cNvSpPr/>
              <p:nvPr/>
            </p:nvSpPr>
            <p:spPr>
              <a:xfrm>
                <a:off x="256426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h1134"/>
              <p:cNvSpPr/>
              <p:nvPr/>
            </p:nvSpPr>
            <p:spPr>
              <a:xfrm>
                <a:off x="257370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h1135"/>
              <p:cNvSpPr/>
              <p:nvPr/>
            </p:nvSpPr>
            <p:spPr>
              <a:xfrm>
                <a:off x="258314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h1136"/>
              <p:cNvSpPr/>
              <p:nvPr/>
            </p:nvSpPr>
            <p:spPr>
              <a:xfrm>
                <a:off x="259258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h1137"/>
              <p:cNvSpPr/>
              <p:nvPr/>
            </p:nvSpPr>
            <p:spPr>
              <a:xfrm>
                <a:off x="260202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h1138"/>
              <p:cNvSpPr/>
              <p:nvPr/>
            </p:nvSpPr>
            <p:spPr>
              <a:xfrm>
                <a:off x="261146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h1139"/>
              <p:cNvSpPr/>
              <p:nvPr/>
            </p:nvSpPr>
            <p:spPr>
              <a:xfrm>
                <a:off x="262090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h1140"/>
              <p:cNvSpPr/>
              <p:nvPr/>
            </p:nvSpPr>
            <p:spPr>
              <a:xfrm>
                <a:off x="263034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h1141"/>
              <p:cNvSpPr/>
              <p:nvPr/>
            </p:nvSpPr>
            <p:spPr>
              <a:xfrm>
                <a:off x="263978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h1142"/>
              <p:cNvSpPr/>
              <p:nvPr/>
            </p:nvSpPr>
            <p:spPr>
              <a:xfrm>
                <a:off x="264922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h1143"/>
              <p:cNvSpPr/>
              <p:nvPr/>
            </p:nvSpPr>
            <p:spPr>
              <a:xfrm>
                <a:off x="265866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h1144"/>
              <p:cNvSpPr/>
              <p:nvPr/>
            </p:nvSpPr>
            <p:spPr>
              <a:xfrm>
                <a:off x="266810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h1145"/>
              <p:cNvSpPr/>
              <p:nvPr/>
            </p:nvSpPr>
            <p:spPr>
              <a:xfrm>
                <a:off x="267754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h1146"/>
              <p:cNvSpPr/>
              <p:nvPr/>
            </p:nvSpPr>
            <p:spPr>
              <a:xfrm>
                <a:off x="268698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h1147"/>
              <p:cNvSpPr/>
              <p:nvPr/>
            </p:nvSpPr>
            <p:spPr>
              <a:xfrm>
                <a:off x="269642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h1148"/>
              <p:cNvSpPr/>
              <p:nvPr/>
            </p:nvSpPr>
            <p:spPr>
              <a:xfrm>
                <a:off x="270586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h1149"/>
              <p:cNvSpPr/>
              <p:nvPr/>
            </p:nvSpPr>
            <p:spPr>
              <a:xfrm>
                <a:off x="271530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h1150"/>
              <p:cNvSpPr/>
              <p:nvPr/>
            </p:nvSpPr>
            <p:spPr>
              <a:xfrm>
                <a:off x="272474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h1151"/>
              <p:cNvSpPr/>
              <p:nvPr/>
            </p:nvSpPr>
            <p:spPr>
              <a:xfrm>
                <a:off x="273418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h1152"/>
              <p:cNvSpPr/>
              <p:nvPr/>
            </p:nvSpPr>
            <p:spPr>
              <a:xfrm>
                <a:off x="274362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h1153"/>
              <p:cNvSpPr/>
              <p:nvPr/>
            </p:nvSpPr>
            <p:spPr>
              <a:xfrm>
                <a:off x="275306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h1154"/>
              <p:cNvSpPr/>
              <p:nvPr/>
            </p:nvSpPr>
            <p:spPr>
              <a:xfrm>
                <a:off x="276250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h1155"/>
              <p:cNvSpPr/>
              <p:nvPr/>
            </p:nvSpPr>
            <p:spPr>
              <a:xfrm>
                <a:off x="277194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h1156"/>
              <p:cNvSpPr/>
              <p:nvPr/>
            </p:nvSpPr>
            <p:spPr>
              <a:xfrm>
                <a:off x="278138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h1157"/>
              <p:cNvSpPr/>
              <p:nvPr/>
            </p:nvSpPr>
            <p:spPr>
              <a:xfrm>
                <a:off x="279082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h1158"/>
              <p:cNvSpPr/>
              <p:nvPr/>
            </p:nvSpPr>
            <p:spPr>
              <a:xfrm>
                <a:off x="280026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h1159"/>
              <p:cNvSpPr/>
              <p:nvPr/>
            </p:nvSpPr>
            <p:spPr>
              <a:xfrm>
                <a:off x="280970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h1160"/>
              <p:cNvSpPr/>
              <p:nvPr/>
            </p:nvSpPr>
            <p:spPr>
              <a:xfrm>
                <a:off x="281914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h1161"/>
              <p:cNvSpPr/>
              <p:nvPr/>
            </p:nvSpPr>
            <p:spPr>
              <a:xfrm>
                <a:off x="282858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h1162"/>
              <p:cNvSpPr/>
              <p:nvPr/>
            </p:nvSpPr>
            <p:spPr>
              <a:xfrm>
                <a:off x="283802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h1163"/>
              <p:cNvSpPr/>
              <p:nvPr/>
            </p:nvSpPr>
            <p:spPr>
              <a:xfrm>
                <a:off x="284746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h1164"/>
              <p:cNvSpPr/>
              <p:nvPr/>
            </p:nvSpPr>
            <p:spPr>
              <a:xfrm>
                <a:off x="285690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h1165"/>
              <p:cNvSpPr/>
              <p:nvPr/>
            </p:nvSpPr>
            <p:spPr>
              <a:xfrm>
                <a:off x="286634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h1166"/>
              <p:cNvSpPr/>
              <p:nvPr/>
            </p:nvSpPr>
            <p:spPr>
              <a:xfrm>
                <a:off x="287578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h1167"/>
              <p:cNvSpPr/>
              <p:nvPr/>
            </p:nvSpPr>
            <p:spPr>
              <a:xfrm>
                <a:off x="288522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h1168"/>
              <p:cNvSpPr/>
              <p:nvPr/>
            </p:nvSpPr>
            <p:spPr>
              <a:xfrm>
                <a:off x="289466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h1169"/>
              <p:cNvSpPr/>
              <p:nvPr/>
            </p:nvSpPr>
            <p:spPr>
              <a:xfrm>
                <a:off x="290410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h1170"/>
              <p:cNvSpPr/>
              <p:nvPr/>
            </p:nvSpPr>
            <p:spPr>
              <a:xfrm>
                <a:off x="291355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h1171"/>
              <p:cNvSpPr/>
              <p:nvPr/>
            </p:nvSpPr>
            <p:spPr>
              <a:xfrm>
                <a:off x="292299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h1172"/>
              <p:cNvSpPr/>
              <p:nvPr/>
            </p:nvSpPr>
            <p:spPr>
              <a:xfrm>
                <a:off x="293243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h1173"/>
              <p:cNvSpPr/>
              <p:nvPr/>
            </p:nvSpPr>
            <p:spPr>
              <a:xfrm>
                <a:off x="294187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h1174"/>
              <p:cNvSpPr/>
              <p:nvPr/>
            </p:nvSpPr>
            <p:spPr>
              <a:xfrm>
                <a:off x="295131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h1175"/>
              <p:cNvSpPr/>
              <p:nvPr/>
            </p:nvSpPr>
            <p:spPr>
              <a:xfrm>
                <a:off x="296075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h1176"/>
              <p:cNvSpPr/>
              <p:nvPr/>
            </p:nvSpPr>
            <p:spPr>
              <a:xfrm>
                <a:off x="297019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h1177"/>
              <p:cNvSpPr/>
              <p:nvPr/>
            </p:nvSpPr>
            <p:spPr>
              <a:xfrm>
                <a:off x="297963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h1178"/>
              <p:cNvSpPr/>
              <p:nvPr/>
            </p:nvSpPr>
            <p:spPr>
              <a:xfrm>
                <a:off x="298907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h1179"/>
              <p:cNvSpPr/>
              <p:nvPr/>
            </p:nvSpPr>
            <p:spPr>
              <a:xfrm>
                <a:off x="299851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h1180"/>
              <p:cNvSpPr/>
              <p:nvPr/>
            </p:nvSpPr>
            <p:spPr>
              <a:xfrm>
                <a:off x="300795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h1181"/>
              <p:cNvSpPr/>
              <p:nvPr/>
            </p:nvSpPr>
            <p:spPr>
              <a:xfrm>
                <a:off x="301739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h1182"/>
              <p:cNvSpPr/>
              <p:nvPr/>
            </p:nvSpPr>
            <p:spPr>
              <a:xfrm>
                <a:off x="302683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h1183"/>
              <p:cNvSpPr/>
              <p:nvPr/>
            </p:nvSpPr>
            <p:spPr>
              <a:xfrm>
                <a:off x="303627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h1184"/>
              <p:cNvSpPr/>
              <p:nvPr/>
            </p:nvSpPr>
            <p:spPr>
              <a:xfrm>
                <a:off x="304571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h1185"/>
              <p:cNvSpPr/>
              <p:nvPr/>
            </p:nvSpPr>
            <p:spPr>
              <a:xfrm>
                <a:off x="305515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h1186"/>
              <p:cNvSpPr/>
              <p:nvPr/>
            </p:nvSpPr>
            <p:spPr>
              <a:xfrm>
                <a:off x="306459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h1187"/>
              <p:cNvSpPr/>
              <p:nvPr/>
            </p:nvSpPr>
            <p:spPr>
              <a:xfrm>
                <a:off x="307403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h1188"/>
              <p:cNvSpPr/>
              <p:nvPr/>
            </p:nvSpPr>
            <p:spPr>
              <a:xfrm>
                <a:off x="308347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h1189"/>
              <p:cNvSpPr/>
              <p:nvPr/>
            </p:nvSpPr>
            <p:spPr>
              <a:xfrm>
                <a:off x="309291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h1190"/>
              <p:cNvSpPr/>
              <p:nvPr/>
            </p:nvSpPr>
            <p:spPr>
              <a:xfrm>
                <a:off x="310235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h1191"/>
              <p:cNvSpPr/>
              <p:nvPr/>
            </p:nvSpPr>
            <p:spPr>
              <a:xfrm>
                <a:off x="311179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h1192"/>
              <p:cNvSpPr/>
              <p:nvPr/>
            </p:nvSpPr>
            <p:spPr>
              <a:xfrm>
                <a:off x="312123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h1193"/>
              <p:cNvSpPr/>
              <p:nvPr/>
            </p:nvSpPr>
            <p:spPr>
              <a:xfrm>
                <a:off x="313067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h1194"/>
              <p:cNvSpPr/>
              <p:nvPr/>
            </p:nvSpPr>
            <p:spPr>
              <a:xfrm>
                <a:off x="314011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h1195"/>
              <p:cNvSpPr/>
              <p:nvPr/>
            </p:nvSpPr>
            <p:spPr>
              <a:xfrm>
                <a:off x="314955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h1196"/>
              <p:cNvSpPr/>
              <p:nvPr/>
            </p:nvSpPr>
            <p:spPr>
              <a:xfrm>
                <a:off x="315899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h1197"/>
              <p:cNvSpPr/>
              <p:nvPr/>
            </p:nvSpPr>
            <p:spPr>
              <a:xfrm>
                <a:off x="316843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h1198"/>
              <p:cNvSpPr/>
              <p:nvPr/>
            </p:nvSpPr>
            <p:spPr>
              <a:xfrm>
                <a:off x="317787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h1199"/>
              <p:cNvSpPr/>
              <p:nvPr/>
            </p:nvSpPr>
            <p:spPr>
              <a:xfrm>
                <a:off x="318731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h1200"/>
              <p:cNvSpPr/>
              <p:nvPr/>
            </p:nvSpPr>
            <p:spPr>
              <a:xfrm>
                <a:off x="319675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h1201"/>
              <p:cNvSpPr/>
              <p:nvPr/>
            </p:nvSpPr>
            <p:spPr>
              <a:xfrm>
                <a:off x="320619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h1202"/>
              <p:cNvSpPr/>
              <p:nvPr/>
            </p:nvSpPr>
            <p:spPr>
              <a:xfrm>
                <a:off x="3215637" y="25191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3121"/>
                    </a:lnTo>
                    <a:lnTo>
                      <a:pt x="923728" y="903321"/>
                    </a:lnTo>
                    <a:lnTo>
                      <a:pt x="918964" y="910917"/>
                    </a:lnTo>
                    <a:lnTo>
                      <a:pt x="916518" y="914400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h1203"/>
              <p:cNvSpPr/>
              <p:nvPr/>
            </p:nvSpPr>
            <p:spPr>
              <a:xfrm>
                <a:off x="3225077" y="2501618"/>
                <a:ext cx="917929" cy="920691"/>
              </a:xfrm>
              <a:custGeom>
                <a:avLst/>
                <a:gdLst/>
                <a:ahLst/>
                <a:cxnLst/>
                <a:rect l="0" t="0" r="0" b="0"/>
                <a:pathLst>
                  <a:path w="917929" h="920691">
                    <a:moveTo>
                      <a:pt x="914400" y="914400"/>
                    </a:moveTo>
                    <a:lnTo>
                      <a:pt x="917929" y="914400"/>
                    </a:lnTo>
                    <a:lnTo>
                      <a:pt x="914400" y="920691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h1204"/>
              <p:cNvSpPr/>
              <p:nvPr/>
            </p:nvSpPr>
            <p:spPr>
              <a:xfrm>
                <a:off x="2413217" y="2484048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4250" y="931969"/>
                    </a:lnTo>
                    <a:lnTo>
                      <a:pt x="912885" y="928363"/>
                    </a:lnTo>
                    <a:lnTo>
                      <a:pt x="912048" y="926007"/>
                    </a:lnTo>
                    <a:lnTo>
                      <a:pt x="911216" y="923666"/>
                    </a:lnTo>
                    <a:lnTo>
                      <a:pt x="910384" y="921325"/>
                    </a:lnTo>
                    <a:lnTo>
                      <a:pt x="909551" y="918984"/>
                    </a:lnTo>
                    <a:lnTo>
                      <a:pt x="908718" y="916643"/>
                    </a:lnTo>
                    <a:lnTo>
                      <a:pt x="907920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h1205"/>
              <p:cNvSpPr/>
              <p:nvPr/>
            </p:nvSpPr>
            <p:spPr>
              <a:xfrm>
                <a:off x="241321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h1206"/>
              <p:cNvSpPr/>
              <p:nvPr/>
            </p:nvSpPr>
            <p:spPr>
              <a:xfrm>
                <a:off x="242265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h1207"/>
              <p:cNvSpPr/>
              <p:nvPr/>
            </p:nvSpPr>
            <p:spPr>
              <a:xfrm>
                <a:off x="243209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h1208"/>
              <p:cNvSpPr/>
              <p:nvPr/>
            </p:nvSpPr>
            <p:spPr>
              <a:xfrm>
                <a:off x="244153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h1209"/>
              <p:cNvSpPr/>
              <p:nvPr/>
            </p:nvSpPr>
            <p:spPr>
              <a:xfrm>
                <a:off x="245097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h1210"/>
              <p:cNvSpPr/>
              <p:nvPr/>
            </p:nvSpPr>
            <p:spPr>
              <a:xfrm>
                <a:off x="246041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h1211"/>
              <p:cNvSpPr/>
              <p:nvPr/>
            </p:nvSpPr>
            <p:spPr>
              <a:xfrm>
                <a:off x="246985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h1212"/>
              <p:cNvSpPr/>
              <p:nvPr/>
            </p:nvSpPr>
            <p:spPr>
              <a:xfrm>
                <a:off x="247929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h1213"/>
              <p:cNvSpPr/>
              <p:nvPr/>
            </p:nvSpPr>
            <p:spPr>
              <a:xfrm>
                <a:off x="248873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h1214"/>
              <p:cNvSpPr/>
              <p:nvPr/>
            </p:nvSpPr>
            <p:spPr>
              <a:xfrm>
                <a:off x="249817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h1215"/>
              <p:cNvSpPr/>
              <p:nvPr/>
            </p:nvSpPr>
            <p:spPr>
              <a:xfrm>
                <a:off x="250761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h1216"/>
              <p:cNvSpPr/>
              <p:nvPr/>
            </p:nvSpPr>
            <p:spPr>
              <a:xfrm>
                <a:off x="251705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h1217"/>
              <p:cNvSpPr/>
              <p:nvPr/>
            </p:nvSpPr>
            <p:spPr>
              <a:xfrm>
                <a:off x="252650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h1218"/>
              <p:cNvSpPr/>
              <p:nvPr/>
            </p:nvSpPr>
            <p:spPr>
              <a:xfrm>
                <a:off x="253594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h1219"/>
              <p:cNvSpPr/>
              <p:nvPr/>
            </p:nvSpPr>
            <p:spPr>
              <a:xfrm>
                <a:off x="254538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h1220"/>
              <p:cNvSpPr/>
              <p:nvPr/>
            </p:nvSpPr>
            <p:spPr>
              <a:xfrm>
                <a:off x="255482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h1221"/>
              <p:cNvSpPr/>
              <p:nvPr/>
            </p:nvSpPr>
            <p:spPr>
              <a:xfrm>
                <a:off x="256426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h1222"/>
              <p:cNvSpPr/>
              <p:nvPr/>
            </p:nvSpPr>
            <p:spPr>
              <a:xfrm>
                <a:off x="257370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h1223"/>
              <p:cNvSpPr/>
              <p:nvPr/>
            </p:nvSpPr>
            <p:spPr>
              <a:xfrm>
                <a:off x="258314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h1224"/>
              <p:cNvSpPr/>
              <p:nvPr/>
            </p:nvSpPr>
            <p:spPr>
              <a:xfrm>
                <a:off x="259258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h1225"/>
              <p:cNvSpPr/>
              <p:nvPr/>
            </p:nvSpPr>
            <p:spPr>
              <a:xfrm>
                <a:off x="260202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h1226"/>
              <p:cNvSpPr/>
              <p:nvPr/>
            </p:nvSpPr>
            <p:spPr>
              <a:xfrm>
                <a:off x="261146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h1227"/>
              <p:cNvSpPr/>
              <p:nvPr/>
            </p:nvSpPr>
            <p:spPr>
              <a:xfrm>
                <a:off x="262090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h1228"/>
              <p:cNvSpPr/>
              <p:nvPr/>
            </p:nvSpPr>
            <p:spPr>
              <a:xfrm>
                <a:off x="263034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h1229"/>
              <p:cNvSpPr/>
              <p:nvPr/>
            </p:nvSpPr>
            <p:spPr>
              <a:xfrm>
                <a:off x="263978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h1230"/>
              <p:cNvSpPr/>
              <p:nvPr/>
            </p:nvSpPr>
            <p:spPr>
              <a:xfrm>
                <a:off x="264922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h1231"/>
              <p:cNvSpPr/>
              <p:nvPr/>
            </p:nvSpPr>
            <p:spPr>
              <a:xfrm>
                <a:off x="265866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h1232"/>
              <p:cNvSpPr/>
              <p:nvPr/>
            </p:nvSpPr>
            <p:spPr>
              <a:xfrm>
                <a:off x="266810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h1233"/>
              <p:cNvSpPr/>
              <p:nvPr/>
            </p:nvSpPr>
            <p:spPr>
              <a:xfrm>
                <a:off x="267754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h1234"/>
              <p:cNvSpPr/>
              <p:nvPr/>
            </p:nvSpPr>
            <p:spPr>
              <a:xfrm>
                <a:off x="268698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h1235"/>
              <p:cNvSpPr/>
              <p:nvPr/>
            </p:nvSpPr>
            <p:spPr>
              <a:xfrm>
                <a:off x="269642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h1236"/>
              <p:cNvSpPr/>
              <p:nvPr/>
            </p:nvSpPr>
            <p:spPr>
              <a:xfrm>
                <a:off x="270586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h1237"/>
              <p:cNvSpPr/>
              <p:nvPr/>
            </p:nvSpPr>
            <p:spPr>
              <a:xfrm>
                <a:off x="271530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h1238"/>
              <p:cNvSpPr/>
              <p:nvPr/>
            </p:nvSpPr>
            <p:spPr>
              <a:xfrm>
                <a:off x="272474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h1239"/>
              <p:cNvSpPr/>
              <p:nvPr/>
            </p:nvSpPr>
            <p:spPr>
              <a:xfrm>
                <a:off x="273418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h1240"/>
              <p:cNvSpPr/>
              <p:nvPr/>
            </p:nvSpPr>
            <p:spPr>
              <a:xfrm>
                <a:off x="274362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h1241"/>
              <p:cNvSpPr/>
              <p:nvPr/>
            </p:nvSpPr>
            <p:spPr>
              <a:xfrm>
                <a:off x="275306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h1242"/>
              <p:cNvSpPr/>
              <p:nvPr/>
            </p:nvSpPr>
            <p:spPr>
              <a:xfrm>
                <a:off x="276250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h1243"/>
              <p:cNvSpPr/>
              <p:nvPr/>
            </p:nvSpPr>
            <p:spPr>
              <a:xfrm>
                <a:off x="277194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h1244"/>
              <p:cNvSpPr/>
              <p:nvPr/>
            </p:nvSpPr>
            <p:spPr>
              <a:xfrm>
                <a:off x="278138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h1245"/>
              <p:cNvSpPr/>
              <p:nvPr/>
            </p:nvSpPr>
            <p:spPr>
              <a:xfrm>
                <a:off x="279082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h1246"/>
              <p:cNvSpPr/>
              <p:nvPr/>
            </p:nvSpPr>
            <p:spPr>
              <a:xfrm>
                <a:off x="280026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h1247"/>
              <p:cNvSpPr/>
              <p:nvPr/>
            </p:nvSpPr>
            <p:spPr>
              <a:xfrm>
                <a:off x="280970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h1248"/>
              <p:cNvSpPr/>
              <p:nvPr/>
            </p:nvSpPr>
            <p:spPr>
              <a:xfrm>
                <a:off x="281914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h1249"/>
              <p:cNvSpPr/>
              <p:nvPr/>
            </p:nvSpPr>
            <p:spPr>
              <a:xfrm>
                <a:off x="282858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h1250"/>
              <p:cNvSpPr/>
              <p:nvPr/>
            </p:nvSpPr>
            <p:spPr>
              <a:xfrm>
                <a:off x="283802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h1251"/>
              <p:cNvSpPr/>
              <p:nvPr/>
            </p:nvSpPr>
            <p:spPr>
              <a:xfrm>
                <a:off x="284746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h1252"/>
              <p:cNvSpPr/>
              <p:nvPr/>
            </p:nvSpPr>
            <p:spPr>
              <a:xfrm>
                <a:off x="285690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h1253"/>
              <p:cNvSpPr/>
              <p:nvPr/>
            </p:nvSpPr>
            <p:spPr>
              <a:xfrm>
                <a:off x="286634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h1254"/>
              <p:cNvSpPr/>
              <p:nvPr/>
            </p:nvSpPr>
            <p:spPr>
              <a:xfrm>
                <a:off x="287578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h1255"/>
              <p:cNvSpPr/>
              <p:nvPr/>
            </p:nvSpPr>
            <p:spPr>
              <a:xfrm>
                <a:off x="288522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h1256"/>
              <p:cNvSpPr/>
              <p:nvPr/>
            </p:nvSpPr>
            <p:spPr>
              <a:xfrm>
                <a:off x="289466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h1257"/>
              <p:cNvSpPr/>
              <p:nvPr/>
            </p:nvSpPr>
            <p:spPr>
              <a:xfrm>
                <a:off x="290410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h1258"/>
              <p:cNvSpPr/>
              <p:nvPr/>
            </p:nvSpPr>
            <p:spPr>
              <a:xfrm>
                <a:off x="291355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h1259"/>
              <p:cNvSpPr/>
              <p:nvPr/>
            </p:nvSpPr>
            <p:spPr>
              <a:xfrm>
                <a:off x="292299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h1260"/>
              <p:cNvSpPr/>
              <p:nvPr/>
            </p:nvSpPr>
            <p:spPr>
              <a:xfrm>
                <a:off x="293243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h1261"/>
              <p:cNvSpPr/>
              <p:nvPr/>
            </p:nvSpPr>
            <p:spPr>
              <a:xfrm>
                <a:off x="294187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h1262"/>
              <p:cNvSpPr/>
              <p:nvPr/>
            </p:nvSpPr>
            <p:spPr>
              <a:xfrm>
                <a:off x="295131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h1263"/>
              <p:cNvSpPr/>
              <p:nvPr/>
            </p:nvSpPr>
            <p:spPr>
              <a:xfrm>
                <a:off x="296075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h1264"/>
              <p:cNvSpPr/>
              <p:nvPr/>
            </p:nvSpPr>
            <p:spPr>
              <a:xfrm>
                <a:off x="297019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h1265"/>
              <p:cNvSpPr/>
              <p:nvPr/>
            </p:nvSpPr>
            <p:spPr>
              <a:xfrm>
                <a:off x="297963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h1266"/>
              <p:cNvSpPr/>
              <p:nvPr/>
            </p:nvSpPr>
            <p:spPr>
              <a:xfrm>
                <a:off x="298907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h1267"/>
              <p:cNvSpPr/>
              <p:nvPr/>
            </p:nvSpPr>
            <p:spPr>
              <a:xfrm>
                <a:off x="299851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h1268"/>
              <p:cNvSpPr/>
              <p:nvPr/>
            </p:nvSpPr>
            <p:spPr>
              <a:xfrm>
                <a:off x="300795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h1269"/>
              <p:cNvSpPr/>
              <p:nvPr/>
            </p:nvSpPr>
            <p:spPr>
              <a:xfrm>
                <a:off x="301739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h1270"/>
              <p:cNvSpPr/>
              <p:nvPr/>
            </p:nvSpPr>
            <p:spPr>
              <a:xfrm>
                <a:off x="302683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h1271"/>
              <p:cNvSpPr/>
              <p:nvPr/>
            </p:nvSpPr>
            <p:spPr>
              <a:xfrm>
                <a:off x="303627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h1272"/>
              <p:cNvSpPr/>
              <p:nvPr/>
            </p:nvSpPr>
            <p:spPr>
              <a:xfrm>
                <a:off x="304571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h1273"/>
              <p:cNvSpPr/>
              <p:nvPr/>
            </p:nvSpPr>
            <p:spPr>
              <a:xfrm>
                <a:off x="305515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h1274"/>
              <p:cNvSpPr/>
              <p:nvPr/>
            </p:nvSpPr>
            <p:spPr>
              <a:xfrm>
                <a:off x="306459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h1275"/>
              <p:cNvSpPr/>
              <p:nvPr/>
            </p:nvSpPr>
            <p:spPr>
              <a:xfrm>
                <a:off x="307403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h1276"/>
              <p:cNvSpPr/>
              <p:nvPr/>
            </p:nvSpPr>
            <p:spPr>
              <a:xfrm>
                <a:off x="308347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h1277"/>
              <p:cNvSpPr/>
              <p:nvPr/>
            </p:nvSpPr>
            <p:spPr>
              <a:xfrm>
                <a:off x="309291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h1278"/>
              <p:cNvSpPr/>
              <p:nvPr/>
            </p:nvSpPr>
            <p:spPr>
              <a:xfrm>
                <a:off x="310235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h1279"/>
              <p:cNvSpPr/>
              <p:nvPr/>
            </p:nvSpPr>
            <p:spPr>
              <a:xfrm>
                <a:off x="311179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h1280"/>
              <p:cNvSpPr/>
              <p:nvPr/>
            </p:nvSpPr>
            <p:spPr>
              <a:xfrm>
                <a:off x="312123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h1281"/>
              <p:cNvSpPr/>
              <p:nvPr/>
            </p:nvSpPr>
            <p:spPr>
              <a:xfrm>
                <a:off x="313067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h1282"/>
              <p:cNvSpPr/>
              <p:nvPr/>
            </p:nvSpPr>
            <p:spPr>
              <a:xfrm>
                <a:off x="314011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h1283"/>
              <p:cNvSpPr/>
              <p:nvPr/>
            </p:nvSpPr>
            <p:spPr>
              <a:xfrm>
                <a:off x="314955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h1284"/>
              <p:cNvSpPr/>
              <p:nvPr/>
            </p:nvSpPr>
            <p:spPr>
              <a:xfrm>
                <a:off x="315899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h1285"/>
              <p:cNvSpPr/>
              <p:nvPr/>
            </p:nvSpPr>
            <p:spPr>
              <a:xfrm>
                <a:off x="316843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h1286"/>
              <p:cNvSpPr/>
              <p:nvPr/>
            </p:nvSpPr>
            <p:spPr>
              <a:xfrm>
                <a:off x="317787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h1287"/>
              <p:cNvSpPr/>
              <p:nvPr/>
            </p:nvSpPr>
            <p:spPr>
              <a:xfrm>
                <a:off x="318731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h1288"/>
              <p:cNvSpPr/>
              <p:nvPr/>
            </p:nvSpPr>
            <p:spPr>
              <a:xfrm>
                <a:off x="319675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h1289"/>
              <p:cNvSpPr/>
              <p:nvPr/>
            </p:nvSpPr>
            <p:spPr>
              <a:xfrm>
                <a:off x="320619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h1290"/>
              <p:cNvSpPr/>
              <p:nvPr/>
            </p:nvSpPr>
            <p:spPr>
              <a:xfrm>
                <a:off x="321563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h1291"/>
              <p:cNvSpPr/>
              <p:nvPr/>
            </p:nvSpPr>
            <p:spPr>
              <a:xfrm>
                <a:off x="3225077" y="250161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42"/>
                    </a:lnTo>
                    <a:lnTo>
                      <a:pt x="923102" y="904286"/>
                    </a:lnTo>
                    <a:lnTo>
                      <a:pt x="918818" y="912815"/>
                    </a:lnTo>
                    <a:lnTo>
                      <a:pt x="917929" y="914400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h1292"/>
              <p:cNvSpPr/>
              <p:nvPr/>
            </p:nvSpPr>
            <p:spPr>
              <a:xfrm>
                <a:off x="3234518" y="2484048"/>
                <a:ext cx="917010" cy="92021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2021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4400" y="920212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h1293"/>
              <p:cNvSpPr/>
              <p:nvPr/>
            </p:nvSpPr>
            <p:spPr>
              <a:xfrm>
                <a:off x="2403777" y="2466478"/>
                <a:ext cx="914400" cy="92605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54">
                    <a:moveTo>
                      <a:pt x="914400" y="914399"/>
                    </a:moveTo>
                    <a:lnTo>
                      <a:pt x="914400" y="926054"/>
                    </a:lnTo>
                    <a:lnTo>
                      <a:pt x="913765" y="924932"/>
                    </a:lnTo>
                    <a:lnTo>
                      <a:pt x="909713" y="916980"/>
                    </a:lnTo>
                    <a:lnTo>
                      <a:pt x="908528" y="91439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h1294"/>
              <p:cNvSpPr/>
              <p:nvPr/>
            </p:nvSpPr>
            <p:spPr>
              <a:xfrm>
                <a:off x="240377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325" y="931872"/>
                    </a:lnTo>
                    <a:lnTo>
                      <a:pt x="916706" y="930132"/>
                    </a:lnTo>
                    <a:lnTo>
                      <a:pt x="914400" y="926054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h1295"/>
              <p:cNvSpPr/>
              <p:nvPr/>
            </p:nvSpPr>
            <p:spPr>
              <a:xfrm>
                <a:off x="241321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h1296"/>
              <p:cNvSpPr/>
              <p:nvPr/>
            </p:nvSpPr>
            <p:spPr>
              <a:xfrm>
                <a:off x="242265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h1297"/>
              <p:cNvSpPr/>
              <p:nvPr/>
            </p:nvSpPr>
            <p:spPr>
              <a:xfrm>
                <a:off x="243209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h1298"/>
              <p:cNvSpPr/>
              <p:nvPr/>
            </p:nvSpPr>
            <p:spPr>
              <a:xfrm>
                <a:off x="244153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h1299"/>
              <p:cNvSpPr/>
              <p:nvPr/>
            </p:nvSpPr>
            <p:spPr>
              <a:xfrm>
                <a:off x="245097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h1300"/>
              <p:cNvSpPr/>
              <p:nvPr/>
            </p:nvSpPr>
            <p:spPr>
              <a:xfrm>
                <a:off x="246041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h1301"/>
              <p:cNvSpPr/>
              <p:nvPr/>
            </p:nvSpPr>
            <p:spPr>
              <a:xfrm>
                <a:off x="246985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h1302"/>
              <p:cNvSpPr/>
              <p:nvPr/>
            </p:nvSpPr>
            <p:spPr>
              <a:xfrm>
                <a:off x="247929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h1303"/>
              <p:cNvSpPr/>
              <p:nvPr/>
            </p:nvSpPr>
            <p:spPr>
              <a:xfrm>
                <a:off x="248873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h1304"/>
              <p:cNvSpPr/>
              <p:nvPr/>
            </p:nvSpPr>
            <p:spPr>
              <a:xfrm>
                <a:off x="249817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h1305"/>
              <p:cNvSpPr/>
              <p:nvPr/>
            </p:nvSpPr>
            <p:spPr>
              <a:xfrm>
                <a:off x="250761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h1306"/>
              <p:cNvSpPr/>
              <p:nvPr/>
            </p:nvSpPr>
            <p:spPr>
              <a:xfrm>
                <a:off x="251705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h1307"/>
              <p:cNvSpPr/>
              <p:nvPr/>
            </p:nvSpPr>
            <p:spPr>
              <a:xfrm>
                <a:off x="252650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h1308"/>
              <p:cNvSpPr/>
              <p:nvPr/>
            </p:nvSpPr>
            <p:spPr>
              <a:xfrm>
                <a:off x="253594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h1309"/>
              <p:cNvSpPr/>
              <p:nvPr/>
            </p:nvSpPr>
            <p:spPr>
              <a:xfrm>
                <a:off x="254538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h1310"/>
              <p:cNvSpPr/>
              <p:nvPr/>
            </p:nvSpPr>
            <p:spPr>
              <a:xfrm>
                <a:off x="255482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h1311"/>
              <p:cNvSpPr/>
              <p:nvPr/>
            </p:nvSpPr>
            <p:spPr>
              <a:xfrm>
                <a:off x="256426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h1312"/>
              <p:cNvSpPr/>
              <p:nvPr/>
            </p:nvSpPr>
            <p:spPr>
              <a:xfrm>
                <a:off x="257370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h1313"/>
              <p:cNvSpPr/>
              <p:nvPr/>
            </p:nvSpPr>
            <p:spPr>
              <a:xfrm>
                <a:off x="258314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h1314"/>
              <p:cNvSpPr/>
              <p:nvPr/>
            </p:nvSpPr>
            <p:spPr>
              <a:xfrm>
                <a:off x="259258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h1315"/>
              <p:cNvSpPr/>
              <p:nvPr/>
            </p:nvSpPr>
            <p:spPr>
              <a:xfrm>
                <a:off x="260202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h1316"/>
              <p:cNvSpPr/>
              <p:nvPr/>
            </p:nvSpPr>
            <p:spPr>
              <a:xfrm>
                <a:off x="261146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h1317"/>
              <p:cNvSpPr/>
              <p:nvPr/>
            </p:nvSpPr>
            <p:spPr>
              <a:xfrm>
                <a:off x="262090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h1318"/>
              <p:cNvSpPr/>
              <p:nvPr/>
            </p:nvSpPr>
            <p:spPr>
              <a:xfrm>
                <a:off x="263034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h1319"/>
              <p:cNvSpPr/>
              <p:nvPr/>
            </p:nvSpPr>
            <p:spPr>
              <a:xfrm>
                <a:off x="263978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h1320"/>
              <p:cNvSpPr/>
              <p:nvPr/>
            </p:nvSpPr>
            <p:spPr>
              <a:xfrm>
                <a:off x="264922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h1321"/>
              <p:cNvSpPr/>
              <p:nvPr/>
            </p:nvSpPr>
            <p:spPr>
              <a:xfrm>
                <a:off x="265866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h1322"/>
              <p:cNvSpPr/>
              <p:nvPr/>
            </p:nvSpPr>
            <p:spPr>
              <a:xfrm>
                <a:off x="266810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h1323"/>
              <p:cNvSpPr/>
              <p:nvPr/>
            </p:nvSpPr>
            <p:spPr>
              <a:xfrm>
                <a:off x="267754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D62">
                  <a:alpha val="100000"/>
                </a:srgbClr>
              </a:solidFill>
              <a:ln w="5420" cap="flat">
                <a:solidFill>
                  <a:srgbClr val="FD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h1324"/>
              <p:cNvSpPr/>
              <p:nvPr/>
            </p:nvSpPr>
            <p:spPr>
              <a:xfrm>
                <a:off x="268698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h1325"/>
              <p:cNvSpPr/>
              <p:nvPr/>
            </p:nvSpPr>
            <p:spPr>
              <a:xfrm>
                <a:off x="269642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h1326"/>
              <p:cNvSpPr/>
              <p:nvPr/>
            </p:nvSpPr>
            <p:spPr>
              <a:xfrm>
                <a:off x="270586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h1327"/>
              <p:cNvSpPr/>
              <p:nvPr/>
            </p:nvSpPr>
            <p:spPr>
              <a:xfrm>
                <a:off x="271530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h1328"/>
              <p:cNvSpPr/>
              <p:nvPr/>
            </p:nvSpPr>
            <p:spPr>
              <a:xfrm>
                <a:off x="272474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h1329"/>
              <p:cNvSpPr/>
              <p:nvPr/>
            </p:nvSpPr>
            <p:spPr>
              <a:xfrm>
                <a:off x="273418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h1330"/>
              <p:cNvSpPr/>
              <p:nvPr/>
            </p:nvSpPr>
            <p:spPr>
              <a:xfrm>
                <a:off x="274362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h1331"/>
              <p:cNvSpPr/>
              <p:nvPr/>
            </p:nvSpPr>
            <p:spPr>
              <a:xfrm>
                <a:off x="275306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h1332"/>
              <p:cNvSpPr/>
              <p:nvPr/>
            </p:nvSpPr>
            <p:spPr>
              <a:xfrm>
                <a:off x="276250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h1333"/>
              <p:cNvSpPr/>
              <p:nvPr/>
            </p:nvSpPr>
            <p:spPr>
              <a:xfrm>
                <a:off x="277194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h1334"/>
              <p:cNvSpPr/>
              <p:nvPr/>
            </p:nvSpPr>
            <p:spPr>
              <a:xfrm>
                <a:off x="278138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h1335"/>
              <p:cNvSpPr/>
              <p:nvPr/>
            </p:nvSpPr>
            <p:spPr>
              <a:xfrm>
                <a:off x="279082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h1336"/>
              <p:cNvSpPr/>
              <p:nvPr/>
            </p:nvSpPr>
            <p:spPr>
              <a:xfrm>
                <a:off x="280026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h1337"/>
              <p:cNvSpPr/>
              <p:nvPr/>
            </p:nvSpPr>
            <p:spPr>
              <a:xfrm>
                <a:off x="280970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h1338"/>
              <p:cNvSpPr/>
              <p:nvPr/>
            </p:nvSpPr>
            <p:spPr>
              <a:xfrm>
                <a:off x="281914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h1339"/>
              <p:cNvSpPr/>
              <p:nvPr/>
            </p:nvSpPr>
            <p:spPr>
              <a:xfrm>
                <a:off x="282858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h1340"/>
              <p:cNvSpPr/>
              <p:nvPr/>
            </p:nvSpPr>
            <p:spPr>
              <a:xfrm>
                <a:off x="283802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h1341"/>
              <p:cNvSpPr/>
              <p:nvPr/>
            </p:nvSpPr>
            <p:spPr>
              <a:xfrm>
                <a:off x="284746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h1342"/>
              <p:cNvSpPr/>
              <p:nvPr/>
            </p:nvSpPr>
            <p:spPr>
              <a:xfrm>
                <a:off x="285690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h1343"/>
              <p:cNvSpPr/>
              <p:nvPr/>
            </p:nvSpPr>
            <p:spPr>
              <a:xfrm>
                <a:off x="286634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h1344"/>
              <p:cNvSpPr/>
              <p:nvPr/>
            </p:nvSpPr>
            <p:spPr>
              <a:xfrm>
                <a:off x="287578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h1345"/>
              <p:cNvSpPr/>
              <p:nvPr/>
            </p:nvSpPr>
            <p:spPr>
              <a:xfrm>
                <a:off x="288522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h1346"/>
              <p:cNvSpPr/>
              <p:nvPr/>
            </p:nvSpPr>
            <p:spPr>
              <a:xfrm>
                <a:off x="289466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h1347"/>
              <p:cNvSpPr/>
              <p:nvPr/>
            </p:nvSpPr>
            <p:spPr>
              <a:xfrm>
                <a:off x="290410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h1348"/>
              <p:cNvSpPr/>
              <p:nvPr/>
            </p:nvSpPr>
            <p:spPr>
              <a:xfrm>
                <a:off x="291355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h1349"/>
              <p:cNvSpPr/>
              <p:nvPr/>
            </p:nvSpPr>
            <p:spPr>
              <a:xfrm>
                <a:off x="292299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h1350"/>
              <p:cNvSpPr/>
              <p:nvPr/>
            </p:nvSpPr>
            <p:spPr>
              <a:xfrm>
                <a:off x="293243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h1351"/>
              <p:cNvSpPr/>
              <p:nvPr/>
            </p:nvSpPr>
            <p:spPr>
              <a:xfrm>
                <a:off x="294187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h1352"/>
              <p:cNvSpPr/>
              <p:nvPr/>
            </p:nvSpPr>
            <p:spPr>
              <a:xfrm>
                <a:off x="295131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h1353"/>
              <p:cNvSpPr/>
              <p:nvPr/>
            </p:nvSpPr>
            <p:spPr>
              <a:xfrm>
                <a:off x="296075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h1354"/>
              <p:cNvSpPr/>
              <p:nvPr/>
            </p:nvSpPr>
            <p:spPr>
              <a:xfrm>
                <a:off x="297019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h1355"/>
              <p:cNvSpPr/>
              <p:nvPr/>
            </p:nvSpPr>
            <p:spPr>
              <a:xfrm>
                <a:off x="297963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h1356"/>
              <p:cNvSpPr/>
              <p:nvPr/>
            </p:nvSpPr>
            <p:spPr>
              <a:xfrm>
                <a:off x="298907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h1357"/>
              <p:cNvSpPr/>
              <p:nvPr/>
            </p:nvSpPr>
            <p:spPr>
              <a:xfrm>
                <a:off x="299851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h1358"/>
              <p:cNvSpPr/>
              <p:nvPr/>
            </p:nvSpPr>
            <p:spPr>
              <a:xfrm>
                <a:off x="300795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h1359"/>
              <p:cNvSpPr/>
              <p:nvPr/>
            </p:nvSpPr>
            <p:spPr>
              <a:xfrm>
                <a:off x="301739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h1360"/>
              <p:cNvSpPr/>
              <p:nvPr/>
            </p:nvSpPr>
            <p:spPr>
              <a:xfrm>
                <a:off x="302683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h1361"/>
              <p:cNvSpPr/>
              <p:nvPr/>
            </p:nvSpPr>
            <p:spPr>
              <a:xfrm>
                <a:off x="303627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h1362"/>
              <p:cNvSpPr/>
              <p:nvPr/>
            </p:nvSpPr>
            <p:spPr>
              <a:xfrm>
                <a:off x="304571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h1363"/>
              <p:cNvSpPr/>
              <p:nvPr/>
            </p:nvSpPr>
            <p:spPr>
              <a:xfrm>
                <a:off x="305515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h1364"/>
              <p:cNvSpPr/>
              <p:nvPr/>
            </p:nvSpPr>
            <p:spPr>
              <a:xfrm>
                <a:off x="306459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h1365"/>
              <p:cNvSpPr/>
              <p:nvPr/>
            </p:nvSpPr>
            <p:spPr>
              <a:xfrm>
                <a:off x="307403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h1366"/>
              <p:cNvSpPr/>
              <p:nvPr/>
            </p:nvSpPr>
            <p:spPr>
              <a:xfrm>
                <a:off x="308347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h1367"/>
              <p:cNvSpPr/>
              <p:nvPr/>
            </p:nvSpPr>
            <p:spPr>
              <a:xfrm>
                <a:off x="309291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h1368"/>
              <p:cNvSpPr/>
              <p:nvPr/>
            </p:nvSpPr>
            <p:spPr>
              <a:xfrm>
                <a:off x="310235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h1369"/>
              <p:cNvSpPr/>
              <p:nvPr/>
            </p:nvSpPr>
            <p:spPr>
              <a:xfrm>
                <a:off x="311179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h1370"/>
              <p:cNvSpPr/>
              <p:nvPr/>
            </p:nvSpPr>
            <p:spPr>
              <a:xfrm>
                <a:off x="312123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h1371"/>
              <p:cNvSpPr/>
              <p:nvPr/>
            </p:nvSpPr>
            <p:spPr>
              <a:xfrm>
                <a:off x="313067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h1372"/>
              <p:cNvSpPr/>
              <p:nvPr/>
            </p:nvSpPr>
            <p:spPr>
              <a:xfrm>
                <a:off x="314011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h1373"/>
              <p:cNvSpPr/>
              <p:nvPr/>
            </p:nvSpPr>
            <p:spPr>
              <a:xfrm>
                <a:off x="314955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h1374"/>
              <p:cNvSpPr/>
              <p:nvPr/>
            </p:nvSpPr>
            <p:spPr>
              <a:xfrm>
                <a:off x="315899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h1375"/>
              <p:cNvSpPr/>
              <p:nvPr/>
            </p:nvSpPr>
            <p:spPr>
              <a:xfrm>
                <a:off x="316843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h1376"/>
              <p:cNvSpPr/>
              <p:nvPr/>
            </p:nvSpPr>
            <p:spPr>
              <a:xfrm>
                <a:off x="317787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h1377"/>
              <p:cNvSpPr/>
              <p:nvPr/>
            </p:nvSpPr>
            <p:spPr>
              <a:xfrm>
                <a:off x="318731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2">
                  <a:alpha val="100000"/>
                </a:srgbClr>
              </a:solidFill>
              <a:ln w="5420" cap="flat">
                <a:solidFill>
                  <a:srgbClr val="FFB7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h1378"/>
              <p:cNvSpPr/>
              <p:nvPr/>
            </p:nvSpPr>
            <p:spPr>
              <a:xfrm>
                <a:off x="319675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h1379"/>
              <p:cNvSpPr/>
              <p:nvPr/>
            </p:nvSpPr>
            <p:spPr>
              <a:xfrm>
                <a:off x="320619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h1380"/>
              <p:cNvSpPr/>
              <p:nvPr/>
            </p:nvSpPr>
            <p:spPr>
              <a:xfrm>
                <a:off x="321563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h1381"/>
              <p:cNvSpPr/>
              <p:nvPr/>
            </p:nvSpPr>
            <p:spPr>
              <a:xfrm>
                <a:off x="322507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h1382"/>
              <p:cNvSpPr/>
              <p:nvPr/>
            </p:nvSpPr>
            <p:spPr>
              <a:xfrm>
                <a:off x="3234518" y="2484048"/>
                <a:ext cx="9238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2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26" y="896830"/>
                    </a:lnTo>
                    <a:lnTo>
                      <a:pt x="921435" y="903539"/>
                    </a:lnTo>
                    <a:lnTo>
                      <a:pt x="917685" y="912898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h1383"/>
              <p:cNvSpPr/>
              <p:nvPr/>
            </p:nvSpPr>
            <p:spPr>
              <a:xfrm>
                <a:off x="2394336" y="2448908"/>
                <a:ext cx="914399" cy="923967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3967">
                    <a:moveTo>
                      <a:pt x="914399" y="914400"/>
                    </a:moveTo>
                    <a:lnTo>
                      <a:pt x="914399" y="923967"/>
                    </a:lnTo>
                    <a:lnTo>
                      <a:pt x="911740" y="917524"/>
                    </a:lnTo>
                    <a:lnTo>
                      <a:pt x="910584" y="914400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h1384"/>
              <p:cNvSpPr/>
              <p:nvPr/>
            </p:nvSpPr>
            <p:spPr>
              <a:xfrm>
                <a:off x="239433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968" y="931969"/>
                    </a:lnTo>
                    <a:lnTo>
                      <a:pt x="915328" y="926216"/>
                    </a:lnTo>
                    <a:lnTo>
                      <a:pt x="914399" y="923967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h1385"/>
              <p:cNvSpPr/>
              <p:nvPr/>
            </p:nvSpPr>
            <p:spPr>
              <a:xfrm>
                <a:off x="240377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h1386"/>
              <p:cNvSpPr/>
              <p:nvPr/>
            </p:nvSpPr>
            <p:spPr>
              <a:xfrm>
                <a:off x="241321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h1387"/>
              <p:cNvSpPr/>
              <p:nvPr/>
            </p:nvSpPr>
            <p:spPr>
              <a:xfrm>
                <a:off x="242265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h1388"/>
              <p:cNvSpPr/>
              <p:nvPr/>
            </p:nvSpPr>
            <p:spPr>
              <a:xfrm>
                <a:off x="243209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h1389"/>
              <p:cNvSpPr/>
              <p:nvPr/>
            </p:nvSpPr>
            <p:spPr>
              <a:xfrm>
                <a:off x="244153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h1390"/>
              <p:cNvSpPr/>
              <p:nvPr/>
            </p:nvSpPr>
            <p:spPr>
              <a:xfrm>
                <a:off x="245097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h1391"/>
              <p:cNvSpPr/>
              <p:nvPr/>
            </p:nvSpPr>
            <p:spPr>
              <a:xfrm>
                <a:off x="246041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h1392"/>
              <p:cNvSpPr/>
              <p:nvPr/>
            </p:nvSpPr>
            <p:spPr>
              <a:xfrm>
                <a:off x="246985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h1393"/>
              <p:cNvSpPr/>
              <p:nvPr/>
            </p:nvSpPr>
            <p:spPr>
              <a:xfrm>
                <a:off x="247929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h1394"/>
              <p:cNvSpPr/>
              <p:nvPr/>
            </p:nvSpPr>
            <p:spPr>
              <a:xfrm>
                <a:off x="248873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h1395"/>
              <p:cNvSpPr/>
              <p:nvPr/>
            </p:nvSpPr>
            <p:spPr>
              <a:xfrm>
                <a:off x="249817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h1396"/>
              <p:cNvSpPr/>
              <p:nvPr/>
            </p:nvSpPr>
            <p:spPr>
              <a:xfrm>
                <a:off x="250761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h1397"/>
              <p:cNvSpPr/>
              <p:nvPr/>
            </p:nvSpPr>
            <p:spPr>
              <a:xfrm>
                <a:off x="251705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h1398"/>
              <p:cNvSpPr/>
              <p:nvPr/>
            </p:nvSpPr>
            <p:spPr>
              <a:xfrm>
                <a:off x="252650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h1399"/>
              <p:cNvSpPr/>
              <p:nvPr/>
            </p:nvSpPr>
            <p:spPr>
              <a:xfrm>
                <a:off x="253594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h1400"/>
              <p:cNvSpPr/>
              <p:nvPr/>
            </p:nvSpPr>
            <p:spPr>
              <a:xfrm>
                <a:off x="254538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h1401"/>
              <p:cNvSpPr/>
              <p:nvPr/>
            </p:nvSpPr>
            <p:spPr>
              <a:xfrm>
                <a:off x="255482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h1402"/>
              <p:cNvSpPr/>
              <p:nvPr/>
            </p:nvSpPr>
            <p:spPr>
              <a:xfrm>
                <a:off x="256426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h1403"/>
              <p:cNvSpPr/>
              <p:nvPr/>
            </p:nvSpPr>
            <p:spPr>
              <a:xfrm>
                <a:off x="257370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h1404"/>
              <p:cNvSpPr/>
              <p:nvPr/>
            </p:nvSpPr>
            <p:spPr>
              <a:xfrm>
                <a:off x="258314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h1405"/>
              <p:cNvSpPr/>
              <p:nvPr/>
            </p:nvSpPr>
            <p:spPr>
              <a:xfrm>
                <a:off x="259258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h1406"/>
              <p:cNvSpPr/>
              <p:nvPr/>
            </p:nvSpPr>
            <p:spPr>
              <a:xfrm>
                <a:off x="260202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h1407"/>
              <p:cNvSpPr/>
              <p:nvPr/>
            </p:nvSpPr>
            <p:spPr>
              <a:xfrm>
                <a:off x="261146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h1408"/>
              <p:cNvSpPr/>
              <p:nvPr/>
            </p:nvSpPr>
            <p:spPr>
              <a:xfrm>
                <a:off x="262090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h1409"/>
              <p:cNvSpPr/>
              <p:nvPr/>
            </p:nvSpPr>
            <p:spPr>
              <a:xfrm>
                <a:off x="263034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h1410"/>
              <p:cNvSpPr/>
              <p:nvPr/>
            </p:nvSpPr>
            <p:spPr>
              <a:xfrm>
                <a:off x="263978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h1411"/>
              <p:cNvSpPr/>
              <p:nvPr/>
            </p:nvSpPr>
            <p:spPr>
              <a:xfrm>
                <a:off x="264922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h1412"/>
              <p:cNvSpPr/>
              <p:nvPr/>
            </p:nvSpPr>
            <p:spPr>
              <a:xfrm>
                <a:off x="265866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h1413"/>
              <p:cNvSpPr/>
              <p:nvPr/>
            </p:nvSpPr>
            <p:spPr>
              <a:xfrm>
                <a:off x="266810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h1414"/>
              <p:cNvSpPr/>
              <p:nvPr/>
            </p:nvSpPr>
            <p:spPr>
              <a:xfrm>
                <a:off x="267754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h1415"/>
              <p:cNvSpPr/>
              <p:nvPr/>
            </p:nvSpPr>
            <p:spPr>
              <a:xfrm>
                <a:off x="268698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h1416"/>
              <p:cNvSpPr/>
              <p:nvPr/>
            </p:nvSpPr>
            <p:spPr>
              <a:xfrm>
                <a:off x="269642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h1417"/>
              <p:cNvSpPr/>
              <p:nvPr/>
            </p:nvSpPr>
            <p:spPr>
              <a:xfrm>
                <a:off x="270586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h1418"/>
              <p:cNvSpPr/>
              <p:nvPr/>
            </p:nvSpPr>
            <p:spPr>
              <a:xfrm>
                <a:off x="271530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h1419"/>
              <p:cNvSpPr/>
              <p:nvPr/>
            </p:nvSpPr>
            <p:spPr>
              <a:xfrm>
                <a:off x="272474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h1420"/>
              <p:cNvSpPr/>
              <p:nvPr/>
            </p:nvSpPr>
            <p:spPr>
              <a:xfrm>
                <a:off x="273418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h1421"/>
              <p:cNvSpPr/>
              <p:nvPr/>
            </p:nvSpPr>
            <p:spPr>
              <a:xfrm>
                <a:off x="274362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h1422"/>
              <p:cNvSpPr/>
              <p:nvPr/>
            </p:nvSpPr>
            <p:spPr>
              <a:xfrm>
                <a:off x="275306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h1423"/>
              <p:cNvSpPr/>
              <p:nvPr/>
            </p:nvSpPr>
            <p:spPr>
              <a:xfrm>
                <a:off x="276250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h1424"/>
              <p:cNvSpPr/>
              <p:nvPr/>
            </p:nvSpPr>
            <p:spPr>
              <a:xfrm>
                <a:off x="277194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h1425"/>
              <p:cNvSpPr/>
              <p:nvPr/>
            </p:nvSpPr>
            <p:spPr>
              <a:xfrm>
                <a:off x="278138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h1426"/>
              <p:cNvSpPr/>
              <p:nvPr/>
            </p:nvSpPr>
            <p:spPr>
              <a:xfrm>
                <a:off x="279082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h1427"/>
              <p:cNvSpPr/>
              <p:nvPr/>
            </p:nvSpPr>
            <p:spPr>
              <a:xfrm>
                <a:off x="280026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h1428"/>
              <p:cNvSpPr/>
              <p:nvPr/>
            </p:nvSpPr>
            <p:spPr>
              <a:xfrm>
                <a:off x="280970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h1429"/>
              <p:cNvSpPr/>
              <p:nvPr/>
            </p:nvSpPr>
            <p:spPr>
              <a:xfrm>
                <a:off x="281914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h1430"/>
              <p:cNvSpPr/>
              <p:nvPr/>
            </p:nvSpPr>
            <p:spPr>
              <a:xfrm>
                <a:off x="282858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h1431"/>
              <p:cNvSpPr/>
              <p:nvPr/>
            </p:nvSpPr>
            <p:spPr>
              <a:xfrm>
                <a:off x="283802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h1432"/>
              <p:cNvSpPr/>
              <p:nvPr/>
            </p:nvSpPr>
            <p:spPr>
              <a:xfrm>
                <a:off x="284746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h1433"/>
              <p:cNvSpPr/>
              <p:nvPr/>
            </p:nvSpPr>
            <p:spPr>
              <a:xfrm>
                <a:off x="285690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h1434"/>
              <p:cNvSpPr/>
              <p:nvPr/>
            </p:nvSpPr>
            <p:spPr>
              <a:xfrm>
                <a:off x="286634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h1435"/>
              <p:cNvSpPr/>
              <p:nvPr/>
            </p:nvSpPr>
            <p:spPr>
              <a:xfrm>
                <a:off x="287578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h1436"/>
              <p:cNvSpPr/>
              <p:nvPr/>
            </p:nvSpPr>
            <p:spPr>
              <a:xfrm>
                <a:off x="288522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h1437"/>
              <p:cNvSpPr/>
              <p:nvPr/>
            </p:nvSpPr>
            <p:spPr>
              <a:xfrm>
                <a:off x="289466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h1438"/>
              <p:cNvSpPr/>
              <p:nvPr/>
            </p:nvSpPr>
            <p:spPr>
              <a:xfrm>
                <a:off x="290410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h1439"/>
              <p:cNvSpPr/>
              <p:nvPr/>
            </p:nvSpPr>
            <p:spPr>
              <a:xfrm>
                <a:off x="291355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h1440"/>
              <p:cNvSpPr/>
              <p:nvPr/>
            </p:nvSpPr>
            <p:spPr>
              <a:xfrm>
                <a:off x="292299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h1441"/>
              <p:cNvSpPr/>
              <p:nvPr/>
            </p:nvSpPr>
            <p:spPr>
              <a:xfrm>
                <a:off x="293243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h1442"/>
              <p:cNvSpPr/>
              <p:nvPr/>
            </p:nvSpPr>
            <p:spPr>
              <a:xfrm>
                <a:off x="294187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h1443"/>
              <p:cNvSpPr/>
              <p:nvPr/>
            </p:nvSpPr>
            <p:spPr>
              <a:xfrm>
                <a:off x="295131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h1444"/>
              <p:cNvSpPr/>
              <p:nvPr/>
            </p:nvSpPr>
            <p:spPr>
              <a:xfrm>
                <a:off x="296075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h1445"/>
              <p:cNvSpPr/>
              <p:nvPr/>
            </p:nvSpPr>
            <p:spPr>
              <a:xfrm>
                <a:off x="297019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h1446"/>
              <p:cNvSpPr/>
              <p:nvPr/>
            </p:nvSpPr>
            <p:spPr>
              <a:xfrm>
                <a:off x="297963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h1447"/>
              <p:cNvSpPr/>
              <p:nvPr/>
            </p:nvSpPr>
            <p:spPr>
              <a:xfrm>
                <a:off x="298907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h1448"/>
              <p:cNvSpPr/>
              <p:nvPr/>
            </p:nvSpPr>
            <p:spPr>
              <a:xfrm>
                <a:off x="299851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h1449"/>
              <p:cNvSpPr/>
              <p:nvPr/>
            </p:nvSpPr>
            <p:spPr>
              <a:xfrm>
                <a:off x="300795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h1450"/>
              <p:cNvSpPr/>
              <p:nvPr/>
            </p:nvSpPr>
            <p:spPr>
              <a:xfrm>
                <a:off x="301739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h1451"/>
              <p:cNvSpPr/>
              <p:nvPr/>
            </p:nvSpPr>
            <p:spPr>
              <a:xfrm>
                <a:off x="302683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h1452"/>
              <p:cNvSpPr/>
              <p:nvPr/>
            </p:nvSpPr>
            <p:spPr>
              <a:xfrm>
                <a:off x="303627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h1453"/>
              <p:cNvSpPr/>
              <p:nvPr/>
            </p:nvSpPr>
            <p:spPr>
              <a:xfrm>
                <a:off x="304571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h1454"/>
              <p:cNvSpPr/>
              <p:nvPr/>
            </p:nvSpPr>
            <p:spPr>
              <a:xfrm>
                <a:off x="305515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h1455"/>
              <p:cNvSpPr/>
              <p:nvPr/>
            </p:nvSpPr>
            <p:spPr>
              <a:xfrm>
                <a:off x="306459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h1456"/>
              <p:cNvSpPr/>
              <p:nvPr/>
            </p:nvSpPr>
            <p:spPr>
              <a:xfrm>
                <a:off x="307403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h1457"/>
              <p:cNvSpPr/>
              <p:nvPr/>
            </p:nvSpPr>
            <p:spPr>
              <a:xfrm>
                <a:off x="308347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h1458"/>
              <p:cNvSpPr/>
              <p:nvPr/>
            </p:nvSpPr>
            <p:spPr>
              <a:xfrm>
                <a:off x="309291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h1459"/>
              <p:cNvSpPr/>
              <p:nvPr/>
            </p:nvSpPr>
            <p:spPr>
              <a:xfrm>
                <a:off x="310235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h1460"/>
              <p:cNvSpPr/>
              <p:nvPr/>
            </p:nvSpPr>
            <p:spPr>
              <a:xfrm>
                <a:off x="311179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h1461"/>
              <p:cNvSpPr/>
              <p:nvPr/>
            </p:nvSpPr>
            <p:spPr>
              <a:xfrm>
                <a:off x="312123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h1462"/>
              <p:cNvSpPr/>
              <p:nvPr/>
            </p:nvSpPr>
            <p:spPr>
              <a:xfrm>
                <a:off x="313067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h1463"/>
              <p:cNvSpPr/>
              <p:nvPr/>
            </p:nvSpPr>
            <p:spPr>
              <a:xfrm>
                <a:off x="314011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h1464"/>
              <p:cNvSpPr/>
              <p:nvPr/>
            </p:nvSpPr>
            <p:spPr>
              <a:xfrm>
                <a:off x="314955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h1465"/>
              <p:cNvSpPr/>
              <p:nvPr/>
            </p:nvSpPr>
            <p:spPr>
              <a:xfrm>
                <a:off x="315899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h1466"/>
              <p:cNvSpPr/>
              <p:nvPr/>
            </p:nvSpPr>
            <p:spPr>
              <a:xfrm>
                <a:off x="316843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h1467"/>
              <p:cNvSpPr/>
              <p:nvPr/>
            </p:nvSpPr>
            <p:spPr>
              <a:xfrm>
                <a:off x="317787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h1468"/>
              <p:cNvSpPr/>
              <p:nvPr/>
            </p:nvSpPr>
            <p:spPr>
              <a:xfrm>
                <a:off x="318731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h1469"/>
              <p:cNvSpPr/>
              <p:nvPr/>
            </p:nvSpPr>
            <p:spPr>
              <a:xfrm>
                <a:off x="319675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h1470"/>
              <p:cNvSpPr/>
              <p:nvPr/>
            </p:nvSpPr>
            <p:spPr>
              <a:xfrm>
                <a:off x="320619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h1471"/>
              <p:cNvSpPr/>
              <p:nvPr/>
            </p:nvSpPr>
            <p:spPr>
              <a:xfrm>
                <a:off x="321563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h1472"/>
              <p:cNvSpPr/>
              <p:nvPr/>
            </p:nvSpPr>
            <p:spPr>
              <a:xfrm>
                <a:off x="322507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h1473"/>
              <p:cNvSpPr/>
              <p:nvPr/>
            </p:nvSpPr>
            <p:spPr>
              <a:xfrm>
                <a:off x="3234518" y="2466478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26" y="91439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h1474"/>
              <p:cNvSpPr/>
              <p:nvPr/>
            </p:nvSpPr>
            <p:spPr>
              <a:xfrm>
                <a:off x="3243958" y="2448908"/>
                <a:ext cx="919955" cy="931930"/>
              </a:xfrm>
              <a:custGeom>
                <a:avLst/>
                <a:gdLst/>
                <a:ahLst/>
                <a:cxnLst/>
                <a:rect l="0" t="0" r="0" b="0"/>
                <a:pathLst>
                  <a:path w="919955" h="931930">
                    <a:moveTo>
                      <a:pt x="914400" y="914400"/>
                    </a:moveTo>
                    <a:lnTo>
                      <a:pt x="919955" y="914400"/>
                    </a:lnTo>
                    <a:lnTo>
                      <a:pt x="919530" y="915838"/>
                    </a:lnTo>
                    <a:lnTo>
                      <a:pt x="918633" y="918875"/>
                    </a:lnTo>
                    <a:lnTo>
                      <a:pt x="915462" y="928948"/>
                    </a:lnTo>
                    <a:lnTo>
                      <a:pt x="914400" y="931930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h1475"/>
              <p:cNvSpPr/>
              <p:nvPr/>
            </p:nvSpPr>
            <p:spPr>
              <a:xfrm>
                <a:off x="2384896" y="2431338"/>
                <a:ext cx="914400" cy="9155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06">
                    <a:moveTo>
                      <a:pt x="914400" y="914400"/>
                    </a:moveTo>
                    <a:lnTo>
                      <a:pt x="914400" y="915506"/>
                    </a:lnTo>
                    <a:lnTo>
                      <a:pt x="914076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h1476"/>
              <p:cNvSpPr/>
              <p:nvPr/>
            </p:nvSpPr>
            <p:spPr>
              <a:xfrm>
                <a:off x="238489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25" y="931969"/>
                    </a:lnTo>
                    <a:lnTo>
                      <a:pt x="917841" y="926066"/>
                    </a:lnTo>
                    <a:lnTo>
                      <a:pt x="914757" y="916728"/>
                    </a:lnTo>
                    <a:lnTo>
                      <a:pt x="914400" y="915506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h1477"/>
              <p:cNvSpPr/>
              <p:nvPr/>
            </p:nvSpPr>
            <p:spPr>
              <a:xfrm>
                <a:off x="239433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h1478"/>
              <p:cNvSpPr/>
              <p:nvPr/>
            </p:nvSpPr>
            <p:spPr>
              <a:xfrm>
                <a:off x="240377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h1479"/>
              <p:cNvSpPr/>
              <p:nvPr/>
            </p:nvSpPr>
            <p:spPr>
              <a:xfrm>
                <a:off x="241321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h1480"/>
              <p:cNvSpPr/>
              <p:nvPr/>
            </p:nvSpPr>
            <p:spPr>
              <a:xfrm>
                <a:off x="242265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h1481"/>
              <p:cNvSpPr/>
              <p:nvPr/>
            </p:nvSpPr>
            <p:spPr>
              <a:xfrm>
                <a:off x="243209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h1482"/>
              <p:cNvSpPr/>
              <p:nvPr/>
            </p:nvSpPr>
            <p:spPr>
              <a:xfrm>
                <a:off x="244153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h1483"/>
              <p:cNvSpPr/>
              <p:nvPr/>
            </p:nvSpPr>
            <p:spPr>
              <a:xfrm>
                <a:off x="245097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h1484"/>
              <p:cNvSpPr/>
              <p:nvPr/>
            </p:nvSpPr>
            <p:spPr>
              <a:xfrm>
                <a:off x="246041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h1485"/>
              <p:cNvSpPr/>
              <p:nvPr/>
            </p:nvSpPr>
            <p:spPr>
              <a:xfrm>
                <a:off x="246985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h1486"/>
              <p:cNvSpPr/>
              <p:nvPr/>
            </p:nvSpPr>
            <p:spPr>
              <a:xfrm>
                <a:off x="247929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h1487"/>
              <p:cNvSpPr/>
              <p:nvPr/>
            </p:nvSpPr>
            <p:spPr>
              <a:xfrm>
                <a:off x="248873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h1488"/>
              <p:cNvSpPr/>
              <p:nvPr/>
            </p:nvSpPr>
            <p:spPr>
              <a:xfrm>
                <a:off x="249817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h1489"/>
              <p:cNvSpPr/>
              <p:nvPr/>
            </p:nvSpPr>
            <p:spPr>
              <a:xfrm>
                <a:off x="250761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h1490"/>
              <p:cNvSpPr/>
              <p:nvPr/>
            </p:nvSpPr>
            <p:spPr>
              <a:xfrm>
                <a:off x="251705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h1491"/>
              <p:cNvSpPr/>
              <p:nvPr/>
            </p:nvSpPr>
            <p:spPr>
              <a:xfrm>
                <a:off x="252650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h1492"/>
              <p:cNvSpPr/>
              <p:nvPr/>
            </p:nvSpPr>
            <p:spPr>
              <a:xfrm>
                <a:off x="253594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h1493"/>
              <p:cNvSpPr/>
              <p:nvPr/>
            </p:nvSpPr>
            <p:spPr>
              <a:xfrm>
                <a:off x="254538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h1494"/>
              <p:cNvSpPr/>
              <p:nvPr/>
            </p:nvSpPr>
            <p:spPr>
              <a:xfrm>
                <a:off x="255482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h1495"/>
              <p:cNvSpPr/>
              <p:nvPr/>
            </p:nvSpPr>
            <p:spPr>
              <a:xfrm>
                <a:off x="256426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h1496"/>
              <p:cNvSpPr/>
              <p:nvPr/>
            </p:nvSpPr>
            <p:spPr>
              <a:xfrm>
                <a:off x="257370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h1497"/>
              <p:cNvSpPr/>
              <p:nvPr/>
            </p:nvSpPr>
            <p:spPr>
              <a:xfrm>
                <a:off x="258314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h1498"/>
              <p:cNvSpPr/>
              <p:nvPr/>
            </p:nvSpPr>
            <p:spPr>
              <a:xfrm>
                <a:off x="259258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h1499"/>
              <p:cNvSpPr/>
              <p:nvPr/>
            </p:nvSpPr>
            <p:spPr>
              <a:xfrm>
                <a:off x="260202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h1500"/>
              <p:cNvSpPr/>
              <p:nvPr/>
            </p:nvSpPr>
            <p:spPr>
              <a:xfrm>
                <a:off x="261146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h1501"/>
              <p:cNvSpPr/>
              <p:nvPr/>
            </p:nvSpPr>
            <p:spPr>
              <a:xfrm>
                <a:off x="262090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h1502"/>
              <p:cNvSpPr/>
              <p:nvPr/>
            </p:nvSpPr>
            <p:spPr>
              <a:xfrm>
                <a:off x="263034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h1503"/>
              <p:cNvSpPr/>
              <p:nvPr/>
            </p:nvSpPr>
            <p:spPr>
              <a:xfrm>
                <a:off x="263978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h1504"/>
              <p:cNvSpPr/>
              <p:nvPr/>
            </p:nvSpPr>
            <p:spPr>
              <a:xfrm>
                <a:off x="264922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h1505"/>
              <p:cNvSpPr/>
              <p:nvPr/>
            </p:nvSpPr>
            <p:spPr>
              <a:xfrm>
                <a:off x="265866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h1506"/>
              <p:cNvSpPr/>
              <p:nvPr/>
            </p:nvSpPr>
            <p:spPr>
              <a:xfrm>
                <a:off x="266810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h1507"/>
              <p:cNvSpPr/>
              <p:nvPr/>
            </p:nvSpPr>
            <p:spPr>
              <a:xfrm>
                <a:off x="2686984" y="244890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00" y="896830"/>
                    </a:lnTo>
                    <a:lnTo>
                      <a:pt x="909298" y="899301"/>
                    </a:lnTo>
                    <a:lnTo>
                      <a:pt x="909534" y="899227"/>
                    </a:lnTo>
                    <a:lnTo>
                      <a:pt x="909894" y="899114"/>
                    </a:lnTo>
                    <a:lnTo>
                      <a:pt x="910254" y="899001"/>
                    </a:lnTo>
                    <a:lnTo>
                      <a:pt x="910614" y="898887"/>
                    </a:lnTo>
                    <a:lnTo>
                      <a:pt x="910974" y="898774"/>
                    </a:lnTo>
                    <a:lnTo>
                      <a:pt x="911334" y="898661"/>
                    </a:lnTo>
                    <a:lnTo>
                      <a:pt x="911693" y="898548"/>
                    </a:lnTo>
                    <a:lnTo>
                      <a:pt x="912053" y="898435"/>
                    </a:lnTo>
                    <a:lnTo>
                      <a:pt x="912413" y="898322"/>
                    </a:lnTo>
                    <a:lnTo>
                      <a:pt x="912773" y="898209"/>
                    </a:lnTo>
                    <a:lnTo>
                      <a:pt x="913133" y="898096"/>
                    </a:lnTo>
                    <a:lnTo>
                      <a:pt x="913493" y="897983"/>
                    </a:lnTo>
                    <a:lnTo>
                      <a:pt x="913853" y="897870"/>
                    </a:lnTo>
                    <a:lnTo>
                      <a:pt x="914213" y="897757"/>
                    </a:lnTo>
                    <a:lnTo>
                      <a:pt x="914400" y="89769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h1508"/>
              <p:cNvSpPr/>
              <p:nvPr/>
            </p:nvSpPr>
            <p:spPr>
              <a:xfrm>
                <a:off x="2696424" y="243133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268"/>
                    </a:lnTo>
                    <a:lnTo>
                      <a:pt x="905132" y="915214"/>
                    </a:lnTo>
                    <a:lnTo>
                      <a:pt x="905492" y="915101"/>
                    </a:lnTo>
                    <a:lnTo>
                      <a:pt x="905852" y="914988"/>
                    </a:lnTo>
                    <a:lnTo>
                      <a:pt x="906212" y="914875"/>
                    </a:lnTo>
                    <a:lnTo>
                      <a:pt x="906572" y="914762"/>
                    </a:lnTo>
                    <a:lnTo>
                      <a:pt x="906932" y="914650"/>
                    </a:lnTo>
                    <a:lnTo>
                      <a:pt x="907292" y="914537"/>
                    </a:lnTo>
                    <a:lnTo>
                      <a:pt x="907729" y="914400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h1509"/>
              <p:cNvSpPr/>
              <p:nvPr/>
            </p:nvSpPr>
            <p:spPr>
              <a:xfrm>
                <a:off x="269642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h1510"/>
              <p:cNvSpPr/>
              <p:nvPr/>
            </p:nvSpPr>
            <p:spPr>
              <a:xfrm>
                <a:off x="270586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h1511"/>
              <p:cNvSpPr/>
              <p:nvPr/>
            </p:nvSpPr>
            <p:spPr>
              <a:xfrm>
                <a:off x="271530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h1512"/>
              <p:cNvSpPr/>
              <p:nvPr/>
            </p:nvSpPr>
            <p:spPr>
              <a:xfrm>
                <a:off x="272474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h1513"/>
              <p:cNvSpPr/>
              <p:nvPr/>
            </p:nvSpPr>
            <p:spPr>
              <a:xfrm>
                <a:off x="273418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h1514"/>
              <p:cNvSpPr/>
              <p:nvPr/>
            </p:nvSpPr>
            <p:spPr>
              <a:xfrm>
                <a:off x="274362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h1515"/>
              <p:cNvSpPr/>
              <p:nvPr/>
            </p:nvSpPr>
            <p:spPr>
              <a:xfrm>
                <a:off x="275306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h1516"/>
              <p:cNvSpPr/>
              <p:nvPr/>
            </p:nvSpPr>
            <p:spPr>
              <a:xfrm>
                <a:off x="276250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h1517"/>
              <p:cNvSpPr/>
              <p:nvPr/>
            </p:nvSpPr>
            <p:spPr>
              <a:xfrm>
                <a:off x="277194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h1518"/>
              <p:cNvSpPr/>
              <p:nvPr/>
            </p:nvSpPr>
            <p:spPr>
              <a:xfrm>
                <a:off x="278138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h1519"/>
              <p:cNvSpPr/>
              <p:nvPr/>
            </p:nvSpPr>
            <p:spPr>
              <a:xfrm>
                <a:off x="279082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h1520"/>
              <p:cNvSpPr/>
              <p:nvPr/>
            </p:nvSpPr>
            <p:spPr>
              <a:xfrm>
                <a:off x="280026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h1521"/>
              <p:cNvSpPr/>
              <p:nvPr/>
            </p:nvSpPr>
            <p:spPr>
              <a:xfrm>
                <a:off x="280970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h1522"/>
              <p:cNvSpPr/>
              <p:nvPr/>
            </p:nvSpPr>
            <p:spPr>
              <a:xfrm>
                <a:off x="281914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h1523"/>
              <p:cNvSpPr/>
              <p:nvPr/>
            </p:nvSpPr>
            <p:spPr>
              <a:xfrm>
                <a:off x="282858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h1524"/>
              <p:cNvSpPr/>
              <p:nvPr/>
            </p:nvSpPr>
            <p:spPr>
              <a:xfrm>
                <a:off x="283802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h1525"/>
              <p:cNvSpPr/>
              <p:nvPr/>
            </p:nvSpPr>
            <p:spPr>
              <a:xfrm>
                <a:off x="284746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h1526"/>
              <p:cNvSpPr/>
              <p:nvPr/>
            </p:nvSpPr>
            <p:spPr>
              <a:xfrm>
                <a:off x="285690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h1527"/>
              <p:cNvSpPr/>
              <p:nvPr/>
            </p:nvSpPr>
            <p:spPr>
              <a:xfrm>
                <a:off x="286634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h1528"/>
              <p:cNvSpPr/>
              <p:nvPr/>
            </p:nvSpPr>
            <p:spPr>
              <a:xfrm>
                <a:off x="287578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h1529"/>
              <p:cNvSpPr/>
              <p:nvPr/>
            </p:nvSpPr>
            <p:spPr>
              <a:xfrm>
                <a:off x="288522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h1530"/>
              <p:cNvSpPr/>
              <p:nvPr/>
            </p:nvSpPr>
            <p:spPr>
              <a:xfrm>
                <a:off x="289466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h1531"/>
              <p:cNvSpPr/>
              <p:nvPr/>
            </p:nvSpPr>
            <p:spPr>
              <a:xfrm>
                <a:off x="290410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h1532"/>
              <p:cNvSpPr/>
              <p:nvPr/>
            </p:nvSpPr>
            <p:spPr>
              <a:xfrm>
                <a:off x="291355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h1533"/>
              <p:cNvSpPr/>
              <p:nvPr/>
            </p:nvSpPr>
            <p:spPr>
              <a:xfrm>
                <a:off x="292299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h1534"/>
              <p:cNvSpPr/>
              <p:nvPr/>
            </p:nvSpPr>
            <p:spPr>
              <a:xfrm>
                <a:off x="293243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h1535"/>
              <p:cNvSpPr/>
              <p:nvPr/>
            </p:nvSpPr>
            <p:spPr>
              <a:xfrm>
                <a:off x="294187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h1536"/>
              <p:cNvSpPr/>
              <p:nvPr/>
            </p:nvSpPr>
            <p:spPr>
              <a:xfrm>
                <a:off x="295131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h1537"/>
              <p:cNvSpPr/>
              <p:nvPr/>
            </p:nvSpPr>
            <p:spPr>
              <a:xfrm>
                <a:off x="296075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h1538"/>
              <p:cNvSpPr/>
              <p:nvPr/>
            </p:nvSpPr>
            <p:spPr>
              <a:xfrm>
                <a:off x="297019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h1539"/>
              <p:cNvSpPr/>
              <p:nvPr/>
            </p:nvSpPr>
            <p:spPr>
              <a:xfrm>
                <a:off x="297963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h1540"/>
              <p:cNvSpPr/>
              <p:nvPr/>
            </p:nvSpPr>
            <p:spPr>
              <a:xfrm>
                <a:off x="298907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h1541"/>
              <p:cNvSpPr/>
              <p:nvPr/>
            </p:nvSpPr>
            <p:spPr>
              <a:xfrm>
                <a:off x="299851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h1542"/>
              <p:cNvSpPr/>
              <p:nvPr/>
            </p:nvSpPr>
            <p:spPr>
              <a:xfrm>
                <a:off x="300795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h1543"/>
              <p:cNvSpPr/>
              <p:nvPr/>
            </p:nvSpPr>
            <p:spPr>
              <a:xfrm>
                <a:off x="301739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h1544"/>
              <p:cNvSpPr/>
              <p:nvPr/>
            </p:nvSpPr>
            <p:spPr>
              <a:xfrm>
                <a:off x="302683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h1545"/>
              <p:cNvSpPr/>
              <p:nvPr/>
            </p:nvSpPr>
            <p:spPr>
              <a:xfrm>
                <a:off x="303627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h1546"/>
              <p:cNvSpPr/>
              <p:nvPr/>
            </p:nvSpPr>
            <p:spPr>
              <a:xfrm>
                <a:off x="304571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h1547"/>
              <p:cNvSpPr/>
              <p:nvPr/>
            </p:nvSpPr>
            <p:spPr>
              <a:xfrm>
                <a:off x="305515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h1548"/>
              <p:cNvSpPr/>
              <p:nvPr/>
            </p:nvSpPr>
            <p:spPr>
              <a:xfrm>
                <a:off x="306459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h1549"/>
              <p:cNvSpPr/>
              <p:nvPr/>
            </p:nvSpPr>
            <p:spPr>
              <a:xfrm>
                <a:off x="307403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h1550"/>
              <p:cNvSpPr/>
              <p:nvPr/>
            </p:nvSpPr>
            <p:spPr>
              <a:xfrm>
                <a:off x="308347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h1551"/>
              <p:cNvSpPr/>
              <p:nvPr/>
            </p:nvSpPr>
            <p:spPr>
              <a:xfrm>
                <a:off x="309291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h1552"/>
              <p:cNvSpPr/>
              <p:nvPr/>
            </p:nvSpPr>
            <p:spPr>
              <a:xfrm>
                <a:off x="310235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h1553"/>
              <p:cNvSpPr/>
              <p:nvPr/>
            </p:nvSpPr>
            <p:spPr>
              <a:xfrm>
                <a:off x="311179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h1554"/>
              <p:cNvSpPr/>
              <p:nvPr/>
            </p:nvSpPr>
            <p:spPr>
              <a:xfrm>
                <a:off x="312123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h1555"/>
              <p:cNvSpPr/>
              <p:nvPr/>
            </p:nvSpPr>
            <p:spPr>
              <a:xfrm>
                <a:off x="313067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h1556"/>
              <p:cNvSpPr/>
              <p:nvPr/>
            </p:nvSpPr>
            <p:spPr>
              <a:xfrm>
                <a:off x="314011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h1557"/>
              <p:cNvSpPr/>
              <p:nvPr/>
            </p:nvSpPr>
            <p:spPr>
              <a:xfrm>
                <a:off x="314955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h1558"/>
              <p:cNvSpPr/>
              <p:nvPr/>
            </p:nvSpPr>
            <p:spPr>
              <a:xfrm>
                <a:off x="315899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h1559"/>
              <p:cNvSpPr/>
              <p:nvPr/>
            </p:nvSpPr>
            <p:spPr>
              <a:xfrm>
                <a:off x="316843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h1560"/>
              <p:cNvSpPr/>
              <p:nvPr/>
            </p:nvSpPr>
            <p:spPr>
              <a:xfrm>
                <a:off x="317787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h1561"/>
              <p:cNvSpPr/>
              <p:nvPr/>
            </p:nvSpPr>
            <p:spPr>
              <a:xfrm>
                <a:off x="318731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h1562"/>
              <p:cNvSpPr/>
              <p:nvPr/>
            </p:nvSpPr>
            <p:spPr>
              <a:xfrm>
                <a:off x="319675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h1563"/>
              <p:cNvSpPr/>
              <p:nvPr/>
            </p:nvSpPr>
            <p:spPr>
              <a:xfrm>
                <a:off x="320619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h1564"/>
              <p:cNvSpPr/>
              <p:nvPr/>
            </p:nvSpPr>
            <p:spPr>
              <a:xfrm>
                <a:off x="321563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h1565"/>
              <p:cNvSpPr/>
              <p:nvPr/>
            </p:nvSpPr>
            <p:spPr>
              <a:xfrm>
                <a:off x="322507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h1566"/>
              <p:cNvSpPr/>
              <p:nvPr/>
            </p:nvSpPr>
            <p:spPr>
              <a:xfrm>
                <a:off x="323451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h1567"/>
              <p:cNvSpPr/>
              <p:nvPr/>
            </p:nvSpPr>
            <p:spPr>
              <a:xfrm>
                <a:off x="3243958" y="244890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60"/>
                    </a:lnTo>
                    <a:lnTo>
                      <a:pt x="923099" y="903762"/>
                    </a:lnTo>
                    <a:lnTo>
                      <a:pt x="922207" y="906781"/>
                    </a:lnTo>
                    <a:lnTo>
                      <a:pt x="921314" y="909800"/>
                    </a:lnTo>
                    <a:lnTo>
                      <a:pt x="920422" y="912819"/>
                    </a:lnTo>
                    <a:lnTo>
                      <a:pt x="919955" y="914400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h1568"/>
              <p:cNvSpPr/>
              <p:nvPr/>
            </p:nvSpPr>
            <p:spPr>
              <a:xfrm>
                <a:off x="3253398" y="2431338"/>
                <a:ext cx="915711" cy="918830"/>
              </a:xfrm>
              <a:custGeom>
                <a:avLst/>
                <a:gdLst/>
                <a:ahLst/>
                <a:cxnLst/>
                <a:rect l="0" t="0" r="0" b="0"/>
                <a:pathLst>
                  <a:path w="915711" h="918830">
                    <a:moveTo>
                      <a:pt x="914400" y="914400"/>
                    </a:moveTo>
                    <a:lnTo>
                      <a:pt x="915711" y="914400"/>
                    </a:lnTo>
                    <a:lnTo>
                      <a:pt x="915446" y="915294"/>
                    </a:lnTo>
                    <a:lnTo>
                      <a:pt x="914553" y="918313"/>
                    </a:lnTo>
                    <a:lnTo>
                      <a:pt x="914400" y="918830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h1569"/>
              <p:cNvSpPr/>
              <p:nvPr/>
            </p:nvSpPr>
            <p:spPr>
              <a:xfrm>
                <a:off x="2384896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076" y="931969"/>
                    </a:lnTo>
                    <a:lnTo>
                      <a:pt x="911939" y="924674"/>
                    </a:lnTo>
                    <a:lnTo>
                      <a:pt x="909393" y="914791"/>
                    </a:lnTo>
                    <a:lnTo>
                      <a:pt x="909306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h1570"/>
              <p:cNvSpPr/>
              <p:nvPr/>
            </p:nvSpPr>
            <p:spPr>
              <a:xfrm>
                <a:off x="238489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h1571"/>
              <p:cNvSpPr/>
              <p:nvPr/>
            </p:nvSpPr>
            <p:spPr>
              <a:xfrm>
                <a:off x="239433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h1572"/>
              <p:cNvSpPr/>
              <p:nvPr/>
            </p:nvSpPr>
            <p:spPr>
              <a:xfrm>
                <a:off x="240377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h1573"/>
              <p:cNvSpPr/>
              <p:nvPr/>
            </p:nvSpPr>
            <p:spPr>
              <a:xfrm>
                <a:off x="241321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h1574"/>
              <p:cNvSpPr/>
              <p:nvPr/>
            </p:nvSpPr>
            <p:spPr>
              <a:xfrm>
                <a:off x="242265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h1575"/>
              <p:cNvSpPr/>
              <p:nvPr/>
            </p:nvSpPr>
            <p:spPr>
              <a:xfrm>
                <a:off x="243209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h1576"/>
              <p:cNvSpPr/>
              <p:nvPr/>
            </p:nvSpPr>
            <p:spPr>
              <a:xfrm>
                <a:off x="244153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h1577"/>
              <p:cNvSpPr/>
              <p:nvPr/>
            </p:nvSpPr>
            <p:spPr>
              <a:xfrm>
                <a:off x="245097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h1578"/>
              <p:cNvSpPr/>
              <p:nvPr/>
            </p:nvSpPr>
            <p:spPr>
              <a:xfrm>
                <a:off x="246041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h1579"/>
              <p:cNvSpPr/>
              <p:nvPr/>
            </p:nvSpPr>
            <p:spPr>
              <a:xfrm>
                <a:off x="246985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h1580"/>
              <p:cNvSpPr/>
              <p:nvPr/>
            </p:nvSpPr>
            <p:spPr>
              <a:xfrm>
                <a:off x="247929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h1581"/>
              <p:cNvSpPr/>
              <p:nvPr/>
            </p:nvSpPr>
            <p:spPr>
              <a:xfrm>
                <a:off x="248873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h1582"/>
              <p:cNvSpPr/>
              <p:nvPr/>
            </p:nvSpPr>
            <p:spPr>
              <a:xfrm>
                <a:off x="249817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h1583"/>
              <p:cNvSpPr/>
              <p:nvPr/>
            </p:nvSpPr>
            <p:spPr>
              <a:xfrm>
                <a:off x="250761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h1584"/>
              <p:cNvSpPr/>
              <p:nvPr/>
            </p:nvSpPr>
            <p:spPr>
              <a:xfrm>
                <a:off x="251705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h1585"/>
              <p:cNvSpPr/>
              <p:nvPr/>
            </p:nvSpPr>
            <p:spPr>
              <a:xfrm>
                <a:off x="252650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h1586"/>
              <p:cNvSpPr/>
              <p:nvPr/>
            </p:nvSpPr>
            <p:spPr>
              <a:xfrm>
                <a:off x="253594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h1587"/>
              <p:cNvSpPr/>
              <p:nvPr/>
            </p:nvSpPr>
            <p:spPr>
              <a:xfrm>
                <a:off x="254538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h1588"/>
              <p:cNvSpPr/>
              <p:nvPr/>
            </p:nvSpPr>
            <p:spPr>
              <a:xfrm>
                <a:off x="255482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h1589"/>
              <p:cNvSpPr/>
              <p:nvPr/>
            </p:nvSpPr>
            <p:spPr>
              <a:xfrm>
                <a:off x="256426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h1590"/>
              <p:cNvSpPr/>
              <p:nvPr/>
            </p:nvSpPr>
            <p:spPr>
              <a:xfrm>
                <a:off x="257370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h1591"/>
              <p:cNvSpPr/>
              <p:nvPr/>
            </p:nvSpPr>
            <p:spPr>
              <a:xfrm>
                <a:off x="258314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h1592"/>
              <p:cNvSpPr/>
              <p:nvPr/>
            </p:nvSpPr>
            <p:spPr>
              <a:xfrm>
                <a:off x="259258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h1593"/>
              <p:cNvSpPr/>
              <p:nvPr/>
            </p:nvSpPr>
            <p:spPr>
              <a:xfrm>
                <a:off x="260202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h1594"/>
              <p:cNvSpPr/>
              <p:nvPr/>
            </p:nvSpPr>
            <p:spPr>
              <a:xfrm>
                <a:off x="261146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h1595"/>
              <p:cNvSpPr/>
              <p:nvPr/>
            </p:nvSpPr>
            <p:spPr>
              <a:xfrm>
                <a:off x="262090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h1596"/>
              <p:cNvSpPr/>
              <p:nvPr/>
            </p:nvSpPr>
            <p:spPr>
              <a:xfrm>
                <a:off x="263034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h1597"/>
              <p:cNvSpPr/>
              <p:nvPr/>
            </p:nvSpPr>
            <p:spPr>
              <a:xfrm>
                <a:off x="263978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h1598"/>
              <p:cNvSpPr/>
              <p:nvPr/>
            </p:nvSpPr>
            <p:spPr>
              <a:xfrm>
                <a:off x="264922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h1599"/>
              <p:cNvSpPr/>
              <p:nvPr/>
            </p:nvSpPr>
            <p:spPr>
              <a:xfrm>
                <a:off x="265866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h1600"/>
              <p:cNvSpPr/>
              <p:nvPr/>
            </p:nvSpPr>
            <p:spPr>
              <a:xfrm>
                <a:off x="2677544" y="2431338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66" y="896830"/>
                    </a:lnTo>
                    <a:lnTo>
                      <a:pt x="913433" y="897055"/>
                    </a:lnTo>
                    <a:lnTo>
                      <a:pt x="913528" y="897377"/>
                    </a:lnTo>
                    <a:lnTo>
                      <a:pt x="913623" y="897699"/>
                    </a:lnTo>
                    <a:lnTo>
                      <a:pt x="913718" y="898021"/>
                    </a:lnTo>
                    <a:lnTo>
                      <a:pt x="913814" y="898342"/>
                    </a:lnTo>
                    <a:lnTo>
                      <a:pt x="913909" y="898664"/>
                    </a:lnTo>
                    <a:lnTo>
                      <a:pt x="914004" y="898986"/>
                    </a:lnTo>
                    <a:lnTo>
                      <a:pt x="914099" y="899308"/>
                    </a:lnTo>
                    <a:lnTo>
                      <a:pt x="914194" y="899630"/>
                    </a:lnTo>
                    <a:lnTo>
                      <a:pt x="914290" y="899951"/>
                    </a:lnTo>
                    <a:lnTo>
                      <a:pt x="914399" y="900348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h1601"/>
              <p:cNvSpPr/>
              <p:nvPr/>
            </p:nvSpPr>
            <p:spPr>
              <a:xfrm>
                <a:off x="2677544" y="2431338"/>
                <a:ext cx="9181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40" h="914400">
                    <a:moveTo>
                      <a:pt x="914399" y="914400"/>
                    </a:moveTo>
                    <a:lnTo>
                      <a:pt x="914399" y="900348"/>
                    </a:lnTo>
                    <a:lnTo>
                      <a:pt x="917069" y="909970"/>
                    </a:lnTo>
                    <a:lnTo>
                      <a:pt x="918140" y="914400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h1602"/>
              <p:cNvSpPr/>
              <p:nvPr/>
            </p:nvSpPr>
            <p:spPr>
              <a:xfrm>
                <a:off x="2696424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29" y="914400"/>
                    </a:lnTo>
                    <a:lnTo>
                      <a:pt x="908012" y="914311"/>
                    </a:lnTo>
                    <a:lnTo>
                      <a:pt x="908372" y="914198"/>
                    </a:lnTo>
                    <a:lnTo>
                      <a:pt x="908732" y="914085"/>
                    </a:lnTo>
                    <a:lnTo>
                      <a:pt x="909092" y="913972"/>
                    </a:lnTo>
                    <a:lnTo>
                      <a:pt x="909452" y="913860"/>
                    </a:lnTo>
                    <a:lnTo>
                      <a:pt x="909812" y="913747"/>
                    </a:lnTo>
                    <a:lnTo>
                      <a:pt x="910172" y="913634"/>
                    </a:lnTo>
                    <a:lnTo>
                      <a:pt x="910532" y="913521"/>
                    </a:lnTo>
                    <a:lnTo>
                      <a:pt x="910892" y="913408"/>
                    </a:lnTo>
                    <a:lnTo>
                      <a:pt x="911252" y="913296"/>
                    </a:lnTo>
                    <a:lnTo>
                      <a:pt x="911612" y="913183"/>
                    </a:lnTo>
                    <a:lnTo>
                      <a:pt x="911972" y="913070"/>
                    </a:lnTo>
                    <a:lnTo>
                      <a:pt x="912332" y="912957"/>
                    </a:lnTo>
                    <a:lnTo>
                      <a:pt x="912692" y="912845"/>
                    </a:lnTo>
                    <a:lnTo>
                      <a:pt x="913052" y="912732"/>
                    </a:lnTo>
                    <a:lnTo>
                      <a:pt x="913412" y="912619"/>
                    </a:lnTo>
                    <a:lnTo>
                      <a:pt x="913772" y="912506"/>
                    </a:lnTo>
                    <a:lnTo>
                      <a:pt x="914132" y="912394"/>
                    </a:lnTo>
                    <a:lnTo>
                      <a:pt x="914400" y="912310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h1603"/>
              <p:cNvSpPr/>
              <p:nvPr/>
            </p:nvSpPr>
            <p:spPr>
              <a:xfrm>
                <a:off x="2705864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52" y="912281"/>
                    </a:lnTo>
                    <a:lnTo>
                      <a:pt x="905412" y="912168"/>
                    </a:lnTo>
                    <a:lnTo>
                      <a:pt x="905772" y="912056"/>
                    </a:lnTo>
                    <a:lnTo>
                      <a:pt x="906132" y="911943"/>
                    </a:lnTo>
                    <a:lnTo>
                      <a:pt x="906492" y="911830"/>
                    </a:lnTo>
                    <a:lnTo>
                      <a:pt x="906852" y="911718"/>
                    </a:lnTo>
                    <a:lnTo>
                      <a:pt x="907212" y="911605"/>
                    </a:lnTo>
                    <a:lnTo>
                      <a:pt x="907572" y="911493"/>
                    </a:lnTo>
                    <a:lnTo>
                      <a:pt x="907932" y="911380"/>
                    </a:lnTo>
                    <a:lnTo>
                      <a:pt x="908292" y="911267"/>
                    </a:lnTo>
                    <a:lnTo>
                      <a:pt x="908653" y="911155"/>
                    </a:lnTo>
                    <a:lnTo>
                      <a:pt x="909013" y="911042"/>
                    </a:lnTo>
                    <a:lnTo>
                      <a:pt x="909373" y="910930"/>
                    </a:lnTo>
                    <a:lnTo>
                      <a:pt x="909733" y="910817"/>
                    </a:lnTo>
                    <a:lnTo>
                      <a:pt x="910093" y="910705"/>
                    </a:lnTo>
                    <a:lnTo>
                      <a:pt x="910453" y="910592"/>
                    </a:lnTo>
                    <a:lnTo>
                      <a:pt x="910813" y="910480"/>
                    </a:lnTo>
                    <a:lnTo>
                      <a:pt x="911174" y="910367"/>
                    </a:lnTo>
                    <a:lnTo>
                      <a:pt x="911534" y="910255"/>
                    </a:lnTo>
                    <a:lnTo>
                      <a:pt x="911894" y="910142"/>
                    </a:lnTo>
                    <a:lnTo>
                      <a:pt x="912254" y="910030"/>
                    </a:lnTo>
                    <a:lnTo>
                      <a:pt x="912614" y="909917"/>
                    </a:lnTo>
                    <a:lnTo>
                      <a:pt x="912847" y="909844"/>
                    </a:lnTo>
                    <a:lnTo>
                      <a:pt x="913925" y="903451"/>
                    </a:lnTo>
                    <a:lnTo>
                      <a:pt x="914400" y="901090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h1604"/>
              <p:cNvSpPr/>
              <p:nvPr/>
            </p:nvSpPr>
            <p:spPr>
              <a:xfrm>
                <a:off x="2715305" y="2413769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8660"/>
                    </a:lnTo>
                    <a:lnTo>
                      <a:pt x="905815" y="9144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h1605"/>
              <p:cNvSpPr/>
              <p:nvPr/>
            </p:nvSpPr>
            <p:spPr>
              <a:xfrm>
                <a:off x="271530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h1606"/>
              <p:cNvSpPr/>
              <p:nvPr/>
            </p:nvSpPr>
            <p:spPr>
              <a:xfrm>
                <a:off x="272474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h1607"/>
              <p:cNvSpPr/>
              <p:nvPr/>
            </p:nvSpPr>
            <p:spPr>
              <a:xfrm>
                <a:off x="273418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h1608"/>
              <p:cNvSpPr/>
              <p:nvPr/>
            </p:nvSpPr>
            <p:spPr>
              <a:xfrm>
                <a:off x="274362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h1609"/>
              <p:cNvSpPr/>
              <p:nvPr/>
            </p:nvSpPr>
            <p:spPr>
              <a:xfrm>
                <a:off x="275306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h1610"/>
              <p:cNvSpPr/>
              <p:nvPr/>
            </p:nvSpPr>
            <p:spPr>
              <a:xfrm>
                <a:off x="276250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h1611"/>
              <p:cNvSpPr/>
              <p:nvPr/>
            </p:nvSpPr>
            <p:spPr>
              <a:xfrm>
                <a:off x="277194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h1612"/>
              <p:cNvSpPr/>
              <p:nvPr/>
            </p:nvSpPr>
            <p:spPr>
              <a:xfrm>
                <a:off x="278138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h1613"/>
              <p:cNvSpPr/>
              <p:nvPr/>
            </p:nvSpPr>
            <p:spPr>
              <a:xfrm>
                <a:off x="279082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h1614"/>
              <p:cNvSpPr/>
              <p:nvPr/>
            </p:nvSpPr>
            <p:spPr>
              <a:xfrm>
                <a:off x="280026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h1615"/>
              <p:cNvSpPr/>
              <p:nvPr/>
            </p:nvSpPr>
            <p:spPr>
              <a:xfrm>
                <a:off x="280970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h1616"/>
              <p:cNvSpPr/>
              <p:nvPr/>
            </p:nvSpPr>
            <p:spPr>
              <a:xfrm>
                <a:off x="281914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h1617"/>
              <p:cNvSpPr/>
              <p:nvPr/>
            </p:nvSpPr>
            <p:spPr>
              <a:xfrm>
                <a:off x="282858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h1618"/>
              <p:cNvSpPr/>
              <p:nvPr/>
            </p:nvSpPr>
            <p:spPr>
              <a:xfrm>
                <a:off x="283802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h1619"/>
              <p:cNvSpPr/>
              <p:nvPr/>
            </p:nvSpPr>
            <p:spPr>
              <a:xfrm>
                <a:off x="284746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h1620"/>
              <p:cNvSpPr/>
              <p:nvPr/>
            </p:nvSpPr>
            <p:spPr>
              <a:xfrm>
                <a:off x="285690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h1621"/>
              <p:cNvSpPr/>
              <p:nvPr/>
            </p:nvSpPr>
            <p:spPr>
              <a:xfrm>
                <a:off x="286634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h1622"/>
              <p:cNvSpPr/>
              <p:nvPr/>
            </p:nvSpPr>
            <p:spPr>
              <a:xfrm>
                <a:off x="287578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h1623"/>
              <p:cNvSpPr/>
              <p:nvPr/>
            </p:nvSpPr>
            <p:spPr>
              <a:xfrm>
                <a:off x="288522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h1624"/>
              <p:cNvSpPr/>
              <p:nvPr/>
            </p:nvSpPr>
            <p:spPr>
              <a:xfrm>
                <a:off x="289466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h1625"/>
              <p:cNvSpPr/>
              <p:nvPr/>
            </p:nvSpPr>
            <p:spPr>
              <a:xfrm>
                <a:off x="290410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h1626"/>
              <p:cNvSpPr/>
              <p:nvPr/>
            </p:nvSpPr>
            <p:spPr>
              <a:xfrm>
                <a:off x="291355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h1627"/>
              <p:cNvSpPr/>
              <p:nvPr/>
            </p:nvSpPr>
            <p:spPr>
              <a:xfrm>
                <a:off x="292299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h1628"/>
              <p:cNvSpPr/>
              <p:nvPr/>
            </p:nvSpPr>
            <p:spPr>
              <a:xfrm>
                <a:off x="293243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h1629"/>
              <p:cNvSpPr/>
              <p:nvPr/>
            </p:nvSpPr>
            <p:spPr>
              <a:xfrm>
                <a:off x="294187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h1630"/>
              <p:cNvSpPr/>
              <p:nvPr/>
            </p:nvSpPr>
            <p:spPr>
              <a:xfrm>
                <a:off x="295131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h1631"/>
              <p:cNvSpPr/>
              <p:nvPr/>
            </p:nvSpPr>
            <p:spPr>
              <a:xfrm>
                <a:off x="296075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h1632"/>
              <p:cNvSpPr/>
              <p:nvPr/>
            </p:nvSpPr>
            <p:spPr>
              <a:xfrm>
                <a:off x="297019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h1633"/>
              <p:cNvSpPr/>
              <p:nvPr/>
            </p:nvSpPr>
            <p:spPr>
              <a:xfrm>
                <a:off x="297963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h1634"/>
              <p:cNvSpPr/>
              <p:nvPr/>
            </p:nvSpPr>
            <p:spPr>
              <a:xfrm>
                <a:off x="298907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h1635"/>
              <p:cNvSpPr/>
              <p:nvPr/>
            </p:nvSpPr>
            <p:spPr>
              <a:xfrm>
                <a:off x="299851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h1636"/>
              <p:cNvSpPr/>
              <p:nvPr/>
            </p:nvSpPr>
            <p:spPr>
              <a:xfrm>
                <a:off x="300795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h1637"/>
              <p:cNvSpPr/>
              <p:nvPr/>
            </p:nvSpPr>
            <p:spPr>
              <a:xfrm>
                <a:off x="301739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h1638"/>
              <p:cNvSpPr/>
              <p:nvPr/>
            </p:nvSpPr>
            <p:spPr>
              <a:xfrm>
                <a:off x="302683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h1639"/>
              <p:cNvSpPr/>
              <p:nvPr/>
            </p:nvSpPr>
            <p:spPr>
              <a:xfrm>
                <a:off x="303627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h1640"/>
              <p:cNvSpPr/>
              <p:nvPr/>
            </p:nvSpPr>
            <p:spPr>
              <a:xfrm>
                <a:off x="304571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h1641"/>
              <p:cNvSpPr/>
              <p:nvPr/>
            </p:nvSpPr>
            <p:spPr>
              <a:xfrm>
                <a:off x="305515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h1642"/>
              <p:cNvSpPr/>
              <p:nvPr/>
            </p:nvSpPr>
            <p:spPr>
              <a:xfrm>
                <a:off x="306459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h1643"/>
              <p:cNvSpPr/>
              <p:nvPr/>
            </p:nvSpPr>
            <p:spPr>
              <a:xfrm>
                <a:off x="307403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h1644"/>
              <p:cNvSpPr/>
              <p:nvPr/>
            </p:nvSpPr>
            <p:spPr>
              <a:xfrm>
                <a:off x="308347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2">
                  <a:alpha val="100000"/>
                </a:srgbClr>
              </a:solidFill>
              <a:ln w="5420" cap="flat">
                <a:solidFill>
                  <a:srgbClr val="FFB7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h1645"/>
              <p:cNvSpPr/>
              <p:nvPr/>
            </p:nvSpPr>
            <p:spPr>
              <a:xfrm>
                <a:off x="309291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h1646"/>
              <p:cNvSpPr/>
              <p:nvPr/>
            </p:nvSpPr>
            <p:spPr>
              <a:xfrm>
                <a:off x="310235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h1647"/>
              <p:cNvSpPr/>
              <p:nvPr/>
            </p:nvSpPr>
            <p:spPr>
              <a:xfrm>
                <a:off x="311179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h1648"/>
              <p:cNvSpPr/>
              <p:nvPr/>
            </p:nvSpPr>
            <p:spPr>
              <a:xfrm>
                <a:off x="312123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h1649"/>
              <p:cNvSpPr/>
              <p:nvPr/>
            </p:nvSpPr>
            <p:spPr>
              <a:xfrm>
                <a:off x="313067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h1650"/>
              <p:cNvSpPr/>
              <p:nvPr/>
            </p:nvSpPr>
            <p:spPr>
              <a:xfrm>
                <a:off x="314011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h1651"/>
              <p:cNvSpPr/>
              <p:nvPr/>
            </p:nvSpPr>
            <p:spPr>
              <a:xfrm>
                <a:off x="314955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h1652"/>
              <p:cNvSpPr/>
              <p:nvPr/>
            </p:nvSpPr>
            <p:spPr>
              <a:xfrm>
                <a:off x="315899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h1653"/>
              <p:cNvSpPr/>
              <p:nvPr/>
            </p:nvSpPr>
            <p:spPr>
              <a:xfrm>
                <a:off x="316843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h1654"/>
              <p:cNvSpPr/>
              <p:nvPr/>
            </p:nvSpPr>
            <p:spPr>
              <a:xfrm>
                <a:off x="317787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h1655"/>
              <p:cNvSpPr/>
              <p:nvPr/>
            </p:nvSpPr>
            <p:spPr>
              <a:xfrm>
                <a:off x="318731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h1656"/>
              <p:cNvSpPr/>
              <p:nvPr/>
            </p:nvSpPr>
            <p:spPr>
              <a:xfrm>
                <a:off x="319675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h1657"/>
              <p:cNvSpPr/>
              <p:nvPr/>
            </p:nvSpPr>
            <p:spPr>
              <a:xfrm>
                <a:off x="320619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h1658"/>
              <p:cNvSpPr/>
              <p:nvPr/>
            </p:nvSpPr>
            <p:spPr>
              <a:xfrm>
                <a:off x="321563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h1659"/>
              <p:cNvSpPr/>
              <p:nvPr/>
            </p:nvSpPr>
            <p:spPr>
              <a:xfrm>
                <a:off x="322507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h1660"/>
              <p:cNvSpPr/>
              <p:nvPr/>
            </p:nvSpPr>
            <p:spPr>
              <a:xfrm>
                <a:off x="323451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h1661"/>
              <p:cNvSpPr/>
              <p:nvPr/>
            </p:nvSpPr>
            <p:spPr>
              <a:xfrm>
                <a:off x="324395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h1662"/>
              <p:cNvSpPr/>
              <p:nvPr/>
            </p:nvSpPr>
            <p:spPr>
              <a:xfrm>
                <a:off x="3253398" y="2431338"/>
                <a:ext cx="9209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2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22" y="896830"/>
                    </a:lnTo>
                    <a:lnTo>
                      <a:pt x="920817" y="897184"/>
                    </a:lnTo>
                    <a:lnTo>
                      <a:pt x="919921" y="900202"/>
                    </a:lnTo>
                    <a:lnTo>
                      <a:pt x="919025" y="903220"/>
                    </a:lnTo>
                    <a:lnTo>
                      <a:pt x="918130" y="906239"/>
                    </a:lnTo>
                    <a:lnTo>
                      <a:pt x="917235" y="909257"/>
                    </a:lnTo>
                    <a:lnTo>
                      <a:pt x="916340" y="912276"/>
                    </a:lnTo>
                    <a:lnTo>
                      <a:pt x="915711" y="914400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h1663"/>
              <p:cNvSpPr/>
              <p:nvPr/>
            </p:nvSpPr>
            <p:spPr>
              <a:xfrm>
                <a:off x="2384896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306" y="931969"/>
                    </a:lnTo>
                    <a:lnTo>
                      <a:pt x="907127" y="922244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h1664"/>
              <p:cNvSpPr/>
              <p:nvPr/>
            </p:nvSpPr>
            <p:spPr>
              <a:xfrm>
                <a:off x="238489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h1665"/>
              <p:cNvSpPr/>
              <p:nvPr/>
            </p:nvSpPr>
            <p:spPr>
              <a:xfrm>
                <a:off x="239433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h1666"/>
              <p:cNvSpPr/>
              <p:nvPr/>
            </p:nvSpPr>
            <p:spPr>
              <a:xfrm>
                <a:off x="240377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h1667"/>
              <p:cNvSpPr/>
              <p:nvPr/>
            </p:nvSpPr>
            <p:spPr>
              <a:xfrm>
                <a:off x="241321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h1668"/>
              <p:cNvSpPr/>
              <p:nvPr/>
            </p:nvSpPr>
            <p:spPr>
              <a:xfrm>
                <a:off x="242265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h1669"/>
              <p:cNvSpPr/>
              <p:nvPr/>
            </p:nvSpPr>
            <p:spPr>
              <a:xfrm>
                <a:off x="243209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h1670"/>
              <p:cNvSpPr/>
              <p:nvPr/>
            </p:nvSpPr>
            <p:spPr>
              <a:xfrm>
                <a:off x="244153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h1671"/>
              <p:cNvSpPr/>
              <p:nvPr/>
            </p:nvSpPr>
            <p:spPr>
              <a:xfrm>
                <a:off x="245097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h1672"/>
              <p:cNvSpPr/>
              <p:nvPr/>
            </p:nvSpPr>
            <p:spPr>
              <a:xfrm>
                <a:off x="246041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h1673"/>
              <p:cNvSpPr/>
              <p:nvPr/>
            </p:nvSpPr>
            <p:spPr>
              <a:xfrm>
                <a:off x="246985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h1674"/>
              <p:cNvSpPr/>
              <p:nvPr/>
            </p:nvSpPr>
            <p:spPr>
              <a:xfrm>
                <a:off x="247929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h1675"/>
              <p:cNvSpPr/>
              <p:nvPr/>
            </p:nvSpPr>
            <p:spPr>
              <a:xfrm>
                <a:off x="248873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h1676"/>
              <p:cNvSpPr/>
              <p:nvPr/>
            </p:nvSpPr>
            <p:spPr>
              <a:xfrm>
                <a:off x="249817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h1677"/>
              <p:cNvSpPr/>
              <p:nvPr/>
            </p:nvSpPr>
            <p:spPr>
              <a:xfrm>
                <a:off x="250761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h1678"/>
              <p:cNvSpPr/>
              <p:nvPr/>
            </p:nvSpPr>
            <p:spPr>
              <a:xfrm>
                <a:off x="251705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h1679"/>
              <p:cNvSpPr/>
              <p:nvPr/>
            </p:nvSpPr>
            <p:spPr>
              <a:xfrm>
                <a:off x="252650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h1680"/>
              <p:cNvSpPr/>
              <p:nvPr/>
            </p:nvSpPr>
            <p:spPr>
              <a:xfrm>
                <a:off x="253594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h1681"/>
              <p:cNvSpPr/>
              <p:nvPr/>
            </p:nvSpPr>
            <p:spPr>
              <a:xfrm>
                <a:off x="254538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h1682"/>
              <p:cNvSpPr/>
              <p:nvPr/>
            </p:nvSpPr>
            <p:spPr>
              <a:xfrm>
                <a:off x="255482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h1683"/>
              <p:cNvSpPr/>
              <p:nvPr/>
            </p:nvSpPr>
            <p:spPr>
              <a:xfrm>
                <a:off x="256426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h1684"/>
              <p:cNvSpPr/>
              <p:nvPr/>
            </p:nvSpPr>
            <p:spPr>
              <a:xfrm>
                <a:off x="257370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h1685"/>
              <p:cNvSpPr/>
              <p:nvPr/>
            </p:nvSpPr>
            <p:spPr>
              <a:xfrm>
                <a:off x="258314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h1686"/>
              <p:cNvSpPr/>
              <p:nvPr/>
            </p:nvSpPr>
            <p:spPr>
              <a:xfrm>
                <a:off x="259258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h1687"/>
              <p:cNvSpPr/>
              <p:nvPr/>
            </p:nvSpPr>
            <p:spPr>
              <a:xfrm>
                <a:off x="260202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h1688"/>
              <p:cNvSpPr/>
              <p:nvPr/>
            </p:nvSpPr>
            <p:spPr>
              <a:xfrm>
                <a:off x="261146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h1689"/>
              <p:cNvSpPr/>
              <p:nvPr/>
            </p:nvSpPr>
            <p:spPr>
              <a:xfrm>
                <a:off x="262090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h1690"/>
              <p:cNvSpPr/>
              <p:nvPr/>
            </p:nvSpPr>
            <p:spPr>
              <a:xfrm>
                <a:off x="263034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h1691"/>
              <p:cNvSpPr/>
              <p:nvPr/>
            </p:nvSpPr>
            <p:spPr>
              <a:xfrm>
                <a:off x="263978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h1692"/>
              <p:cNvSpPr/>
              <p:nvPr/>
            </p:nvSpPr>
            <p:spPr>
              <a:xfrm>
                <a:off x="264922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h1693"/>
              <p:cNvSpPr/>
              <p:nvPr/>
            </p:nvSpPr>
            <p:spPr>
              <a:xfrm>
                <a:off x="265866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h1694"/>
              <p:cNvSpPr/>
              <p:nvPr/>
            </p:nvSpPr>
            <p:spPr>
              <a:xfrm>
                <a:off x="2668103" y="2413769"/>
                <a:ext cx="922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0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30" y="896932"/>
                    </a:lnTo>
                    <a:lnTo>
                      <a:pt x="917724" y="897250"/>
                    </a:lnTo>
                    <a:lnTo>
                      <a:pt x="917819" y="897572"/>
                    </a:lnTo>
                    <a:lnTo>
                      <a:pt x="917915" y="897894"/>
                    </a:lnTo>
                    <a:lnTo>
                      <a:pt x="918010" y="898215"/>
                    </a:lnTo>
                    <a:lnTo>
                      <a:pt x="918106" y="898537"/>
                    </a:lnTo>
                    <a:lnTo>
                      <a:pt x="918201" y="898859"/>
                    </a:lnTo>
                    <a:lnTo>
                      <a:pt x="918297" y="899181"/>
                    </a:lnTo>
                    <a:lnTo>
                      <a:pt x="918392" y="899502"/>
                    </a:lnTo>
                    <a:lnTo>
                      <a:pt x="918488" y="899824"/>
                    </a:lnTo>
                    <a:lnTo>
                      <a:pt x="918583" y="900146"/>
                    </a:lnTo>
                    <a:lnTo>
                      <a:pt x="918679" y="900468"/>
                    </a:lnTo>
                    <a:lnTo>
                      <a:pt x="918774" y="900789"/>
                    </a:lnTo>
                    <a:lnTo>
                      <a:pt x="918869" y="901111"/>
                    </a:lnTo>
                    <a:lnTo>
                      <a:pt x="918965" y="901433"/>
                    </a:lnTo>
                    <a:lnTo>
                      <a:pt x="919060" y="901755"/>
                    </a:lnTo>
                    <a:lnTo>
                      <a:pt x="919156" y="902076"/>
                    </a:lnTo>
                    <a:lnTo>
                      <a:pt x="919251" y="902398"/>
                    </a:lnTo>
                    <a:lnTo>
                      <a:pt x="919346" y="902720"/>
                    </a:lnTo>
                    <a:lnTo>
                      <a:pt x="919442" y="903042"/>
                    </a:lnTo>
                    <a:lnTo>
                      <a:pt x="919537" y="903363"/>
                    </a:lnTo>
                    <a:lnTo>
                      <a:pt x="919633" y="903685"/>
                    </a:lnTo>
                    <a:lnTo>
                      <a:pt x="919728" y="904007"/>
                    </a:lnTo>
                    <a:lnTo>
                      <a:pt x="919823" y="904329"/>
                    </a:lnTo>
                    <a:lnTo>
                      <a:pt x="919919" y="904650"/>
                    </a:lnTo>
                    <a:lnTo>
                      <a:pt x="920014" y="904972"/>
                    </a:lnTo>
                    <a:lnTo>
                      <a:pt x="920109" y="905294"/>
                    </a:lnTo>
                    <a:lnTo>
                      <a:pt x="920205" y="905616"/>
                    </a:lnTo>
                    <a:lnTo>
                      <a:pt x="920300" y="905938"/>
                    </a:lnTo>
                    <a:lnTo>
                      <a:pt x="920395" y="906259"/>
                    </a:lnTo>
                    <a:lnTo>
                      <a:pt x="920491" y="906581"/>
                    </a:lnTo>
                    <a:lnTo>
                      <a:pt x="920586" y="906903"/>
                    </a:lnTo>
                    <a:lnTo>
                      <a:pt x="920681" y="907225"/>
                    </a:lnTo>
                    <a:lnTo>
                      <a:pt x="920777" y="907546"/>
                    </a:lnTo>
                    <a:lnTo>
                      <a:pt x="920872" y="907868"/>
                    </a:lnTo>
                    <a:lnTo>
                      <a:pt x="920967" y="908190"/>
                    </a:lnTo>
                    <a:lnTo>
                      <a:pt x="921063" y="908512"/>
                    </a:lnTo>
                    <a:lnTo>
                      <a:pt x="921158" y="908833"/>
                    </a:lnTo>
                    <a:lnTo>
                      <a:pt x="921253" y="909155"/>
                    </a:lnTo>
                    <a:lnTo>
                      <a:pt x="921349" y="909477"/>
                    </a:lnTo>
                    <a:lnTo>
                      <a:pt x="921444" y="909799"/>
                    </a:lnTo>
                    <a:lnTo>
                      <a:pt x="921539" y="910120"/>
                    </a:lnTo>
                    <a:lnTo>
                      <a:pt x="921635" y="910442"/>
                    </a:lnTo>
                    <a:lnTo>
                      <a:pt x="921730" y="910764"/>
                    </a:lnTo>
                    <a:lnTo>
                      <a:pt x="921825" y="911086"/>
                    </a:lnTo>
                    <a:lnTo>
                      <a:pt x="921920" y="911407"/>
                    </a:lnTo>
                    <a:lnTo>
                      <a:pt x="922016" y="911729"/>
                    </a:lnTo>
                    <a:lnTo>
                      <a:pt x="922111" y="912051"/>
                    </a:lnTo>
                    <a:lnTo>
                      <a:pt x="922206" y="912373"/>
                    </a:lnTo>
                    <a:lnTo>
                      <a:pt x="922301" y="912695"/>
                    </a:lnTo>
                    <a:lnTo>
                      <a:pt x="922397" y="913016"/>
                    </a:lnTo>
                    <a:lnTo>
                      <a:pt x="922492" y="913338"/>
                    </a:lnTo>
                    <a:lnTo>
                      <a:pt x="922587" y="913660"/>
                    </a:lnTo>
                    <a:lnTo>
                      <a:pt x="922682" y="913982"/>
                    </a:lnTo>
                    <a:lnTo>
                      <a:pt x="922806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h1695"/>
              <p:cNvSpPr/>
              <p:nvPr/>
            </p:nvSpPr>
            <p:spPr>
              <a:xfrm>
                <a:off x="2715305" y="2396199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5815" y="931969"/>
                    </a:lnTo>
                    <a:lnTo>
                      <a:pt x="906608" y="928019"/>
                    </a:lnTo>
                    <a:lnTo>
                      <a:pt x="909032" y="917675"/>
                    </a:lnTo>
                    <a:lnTo>
                      <a:pt x="909914" y="914400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h1696"/>
              <p:cNvSpPr/>
              <p:nvPr/>
            </p:nvSpPr>
            <p:spPr>
              <a:xfrm>
                <a:off x="271530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h1697"/>
              <p:cNvSpPr/>
              <p:nvPr/>
            </p:nvSpPr>
            <p:spPr>
              <a:xfrm>
                <a:off x="272474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h1698"/>
              <p:cNvSpPr/>
              <p:nvPr/>
            </p:nvSpPr>
            <p:spPr>
              <a:xfrm>
                <a:off x="273418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h1699"/>
              <p:cNvSpPr/>
              <p:nvPr/>
            </p:nvSpPr>
            <p:spPr>
              <a:xfrm>
                <a:off x="274362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h1700"/>
              <p:cNvSpPr/>
              <p:nvPr/>
            </p:nvSpPr>
            <p:spPr>
              <a:xfrm>
                <a:off x="275306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h1701"/>
              <p:cNvSpPr/>
              <p:nvPr/>
            </p:nvSpPr>
            <p:spPr>
              <a:xfrm>
                <a:off x="276250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h1702"/>
              <p:cNvSpPr/>
              <p:nvPr/>
            </p:nvSpPr>
            <p:spPr>
              <a:xfrm>
                <a:off x="277194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h1703"/>
              <p:cNvSpPr/>
              <p:nvPr/>
            </p:nvSpPr>
            <p:spPr>
              <a:xfrm>
                <a:off x="278138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h1704"/>
              <p:cNvSpPr/>
              <p:nvPr/>
            </p:nvSpPr>
            <p:spPr>
              <a:xfrm>
                <a:off x="279082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h1705"/>
              <p:cNvSpPr/>
              <p:nvPr/>
            </p:nvSpPr>
            <p:spPr>
              <a:xfrm>
                <a:off x="280026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h1706"/>
              <p:cNvSpPr/>
              <p:nvPr/>
            </p:nvSpPr>
            <p:spPr>
              <a:xfrm>
                <a:off x="280970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h1707"/>
              <p:cNvSpPr/>
              <p:nvPr/>
            </p:nvSpPr>
            <p:spPr>
              <a:xfrm>
                <a:off x="281914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h1708"/>
              <p:cNvSpPr/>
              <p:nvPr/>
            </p:nvSpPr>
            <p:spPr>
              <a:xfrm>
                <a:off x="282858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h1709"/>
              <p:cNvSpPr/>
              <p:nvPr/>
            </p:nvSpPr>
            <p:spPr>
              <a:xfrm>
                <a:off x="283802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h1710"/>
              <p:cNvSpPr/>
              <p:nvPr/>
            </p:nvSpPr>
            <p:spPr>
              <a:xfrm>
                <a:off x="284746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h1711"/>
              <p:cNvSpPr/>
              <p:nvPr/>
            </p:nvSpPr>
            <p:spPr>
              <a:xfrm>
                <a:off x="285690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h1712"/>
              <p:cNvSpPr/>
              <p:nvPr/>
            </p:nvSpPr>
            <p:spPr>
              <a:xfrm>
                <a:off x="286634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h1713"/>
              <p:cNvSpPr/>
              <p:nvPr/>
            </p:nvSpPr>
            <p:spPr>
              <a:xfrm>
                <a:off x="287578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h1714"/>
              <p:cNvSpPr/>
              <p:nvPr/>
            </p:nvSpPr>
            <p:spPr>
              <a:xfrm>
                <a:off x="288522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h1715"/>
              <p:cNvSpPr/>
              <p:nvPr/>
            </p:nvSpPr>
            <p:spPr>
              <a:xfrm>
                <a:off x="289466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h1716"/>
              <p:cNvSpPr/>
              <p:nvPr/>
            </p:nvSpPr>
            <p:spPr>
              <a:xfrm>
                <a:off x="290410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h1717"/>
              <p:cNvSpPr/>
              <p:nvPr/>
            </p:nvSpPr>
            <p:spPr>
              <a:xfrm>
                <a:off x="291355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h1718"/>
              <p:cNvSpPr/>
              <p:nvPr/>
            </p:nvSpPr>
            <p:spPr>
              <a:xfrm>
                <a:off x="292299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h1719"/>
              <p:cNvSpPr/>
              <p:nvPr/>
            </p:nvSpPr>
            <p:spPr>
              <a:xfrm>
                <a:off x="293243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h1720"/>
              <p:cNvSpPr/>
              <p:nvPr/>
            </p:nvSpPr>
            <p:spPr>
              <a:xfrm>
                <a:off x="294187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h1721"/>
              <p:cNvSpPr/>
              <p:nvPr/>
            </p:nvSpPr>
            <p:spPr>
              <a:xfrm>
                <a:off x="295131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h1722"/>
              <p:cNvSpPr/>
              <p:nvPr/>
            </p:nvSpPr>
            <p:spPr>
              <a:xfrm>
                <a:off x="296075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h1723"/>
              <p:cNvSpPr/>
              <p:nvPr/>
            </p:nvSpPr>
            <p:spPr>
              <a:xfrm>
                <a:off x="297019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h1724"/>
              <p:cNvSpPr/>
              <p:nvPr/>
            </p:nvSpPr>
            <p:spPr>
              <a:xfrm>
                <a:off x="297963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h1725"/>
              <p:cNvSpPr/>
              <p:nvPr/>
            </p:nvSpPr>
            <p:spPr>
              <a:xfrm>
                <a:off x="298907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h1726"/>
              <p:cNvSpPr/>
              <p:nvPr/>
            </p:nvSpPr>
            <p:spPr>
              <a:xfrm>
                <a:off x="299851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h1727"/>
              <p:cNvSpPr/>
              <p:nvPr/>
            </p:nvSpPr>
            <p:spPr>
              <a:xfrm>
                <a:off x="300795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h1728"/>
              <p:cNvSpPr/>
              <p:nvPr/>
            </p:nvSpPr>
            <p:spPr>
              <a:xfrm>
                <a:off x="301739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h1729"/>
              <p:cNvSpPr/>
              <p:nvPr/>
            </p:nvSpPr>
            <p:spPr>
              <a:xfrm>
                <a:off x="302683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h1730"/>
              <p:cNvSpPr/>
              <p:nvPr/>
            </p:nvSpPr>
            <p:spPr>
              <a:xfrm>
                <a:off x="303627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h1731"/>
              <p:cNvSpPr/>
              <p:nvPr/>
            </p:nvSpPr>
            <p:spPr>
              <a:xfrm>
                <a:off x="304571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h1732"/>
              <p:cNvSpPr/>
              <p:nvPr/>
            </p:nvSpPr>
            <p:spPr>
              <a:xfrm>
                <a:off x="305515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h1733"/>
              <p:cNvSpPr/>
              <p:nvPr/>
            </p:nvSpPr>
            <p:spPr>
              <a:xfrm>
                <a:off x="306459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2">
                  <a:alpha val="100000"/>
                </a:srgbClr>
              </a:solidFill>
              <a:ln w="5420" cap="flat">
                <a:solidFill>
                  <a:srgbClr val="FFB7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h1734"/>
              <p:cNvSpPr/>
              <p:nvPr/>
            </p:nvSpPr>
            <p:spPr>
              <a:xfrm>
                <a:off x="307403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h1735"/>
              <p:cNvSpPr/>
              <p:nvPr/>
            </p:nvSpPr>
            <p:spPr>
              <a:xfrm>
                <a:off x="308347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h1736"/>
              <p:cNvSpPr/>
              <p:nvPr/>
            </p:nvSpPr>
            <p:spPr>
              <a:xfrm>
                <a:off x="309291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h1737"/>
              <p:cNvSpPr/>
              <p:nvPr/>
            </p:nvSpPr>
            <p:spPr>
              <a:xfrm>
                <a:off x="310235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h1738"/>
              <p:cNvSpPr/>
              <p:nvPr/>
            </p:nvSpPr>
            <p:spPr>
              <a:xfrm>
                <a:off x="311179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h1739"/>
              <p:cNvSpPr/>
              <p:nvPr/>
            </p:nvSpPr>
            <p:spPr>
              <a:xfrm>
                <a:off x="312123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h1740"/>
              <p:cNvSpPr/>
              <p:nvPr/>
            </p:nvSpPr>
            <p:spPr>
              <a:xfrm>
                <a:off x="313067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h1741"/>
              <p:cNvSpPr/>
              <p:nvPr/>
            </p:nvSpPr>
            <p:spPr>
              <a:xfrm>
                <a:off x="314011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h1742"/>
              <p:cNvSpPr/>
              <p:nvPr/>
            </p:nvSpPr>
            <p:spPr>
              <a:xfrm>
                <a:off x="314955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h1743"/>
              <p:cNvSpPr/>
              <p:nvPr/>
            </p:nvSpPr>
            <p:spPr>
              <a:xfrm>
                <a:off x="315899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h1744"/>
              <p:cNvSpPr/>
              <p:nvPr/>
            </p:nvSpPr>
            <p:spPr>
              <a:xfrm>
                <a:off x="316843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h1745"/>
              <p:cNvSpPr/>
              <p:nvPr/>
            </p:nvSpPr>
            <p:spPr>
              <a:xfrm>
                <a:off x="317787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h1746"/>
              <p:cNvSpPr/>
              <p:nvPr/>
            </p:nvSpPr>
            <p:spPr>
              <a:xfrm>
                <a:off x="318731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h1747"/>
              <p:cNvSpPr/>
              <p:nvPr/>
            </p:nvSpPr>
            <p:spPr>
              <a:xfrm>
                <a:off x="319675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h1748"/>
              <p:cNvSpPr/>
              <p:nvPr/>
            </p:nvSpPr>
            <p:spPr>
              <a:xfrm>
                <a:off x="320619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h1749"/>
              <p:cNvSpPr/>
              <p:nvPr/>
            </p:nvSpPr>
            <p:spPr>
              <a:xfrm>
                <a:off x="321563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h1750"/>
              <p:cNvSpPr/>
              <p:nvPr/>
            </p:nvSpPr>
            <p:spPr>
              <a:xfrm>
                <a:off x="322507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h1751"/>
              <p:cNvSpPr/>
              <p:nvPr/>
            </p:nvSpPr>
            <p:spPr>
              <a:xfrm>
                <a:off x="323451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h1752"/>
              <p:cNvSpPr/>
              <p:nvPr/>
            </p:nvSpPr>
            <p:spPr>
              <a:xfrm>
                <a:off x="324395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h1753"/>
              <p:cNvSpPr/>
              <p:nvPr/>
            </p:nvSpPr>
            <p:spPr>
              <a:xfrm>
                <a:off x="3253398" y="241376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584"/>
                    </a:lnTo>
                    <a:lnTo>
                      <a:pt x="923508" y="905700"/>
                    </a:lnTo>
                    <a:lnTo>
                      <a:pt x="922610" y="908718"/>
                    </a:lnTo>
                    <a:lnTo>
                      <a:pt x="921713" y="911736"/>
                    </a:lnTo>
                    <a:lnTo>
                      <a:pt x="920922" y="914400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h1754"/>
              <p:cNvSpPr/>
              <p:nvPr/>
            </p:nvSpPr>
            <p:spPr>
              <a:xfrm>
                <a:off x="3262838" y="2396199"/>
                <a:ext cx="916707" cy="922154"/>
              </a:xfrm>
              <a:custGeom>
                <a:avLst/>
                <a:gdLst/>
                <a:ahLst/>
                <a:cxnLst/>
                <a:rect l="0" t="0" r="0" b="0"/>
                <a:pathLst>
                  <a:path w="916707" h="922154">
                    <a:moveTo>
                      <a:pt x="914400" y="914400"/>
                    </a:moveTo>
                    <a:lnTo>
                      <a:pt x="916707" y="914400"/>
                    </a:lnTo>
                    <a:lnTo>
                      <a:pt x="915863" y="917234"/>
                    </a:lnTo>
                    <a:lnTo>
                      <a:pt x="914965" y="920252"/>
                    </a:lnTo>
                    <a:lnTo>
                      <a:pt x="914400" y="922154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h1755"/>
              <p:cNvSpPr/>
              <p:nvPr/>
            </p:nvSpPr>
            <p:spPr>
              <a:xfrm>
                <a:off x="2375456" y="2378629"/>
                <a:ext cx="914399" cy="92833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8331">
                    <a:moveTo>
                      <a:pt x="914399" y="914400"/>
                    </a:moveTo>
                    <a:lnTo>
                      <a:pt x="914399" y="928331"/>
                    </a:lnTo>
                    <a:lnTo>
                      <a:pt x="912896" y="918993"/>
                    </a:lnTo>
                    <a:lnTo>
                      <a:pt x="912295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h1756"/>
              <p:cNvSpPr/>
              <p:nvPr/>
            </p:nvSpPr>
            <p:spPr>
              <a:xfrm>
                <a:off x="237545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62" y="931969"/>
                    </a:lnTo>
                    <a:lnTo>
                      <a:pt x="914586" y="929492"/>
                    </a:lnTo>
                    <a:lnTo>
                      <a:pt x="914399" y="928331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h1757"/>
              <p:cNvSpPr/>
              <p:nvPr/>
            </p:nvSpPr>
            <p:spPr>
              <a:xfrm>
                <a:off x="238489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h1758"/>
              <p:cNvSpPr/>
              <p:nvPr/>
            </p:nvSpPr>
            <p:spPr>
              <a:xfrm>
                <a:off x="239433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h1759"/>
              <p:cNvSpPr/>
              <p:nvPr/>
            </p:nvSpPr>
            <p:spPr>
              <a:xfrm>
                <a:off x="240377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h1760"/>
              <p:cNvSpPr/>
              <p:nvPr/>
            </p:nvSpPr>
            <p:spPr>
              <a:xfrm>
                <a:off x="241321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h1761"/>
              <p:cNvSpPr/>
              <p:nvPr/>
            </p:nvSpPr>
            <p:spPr>
              <a:xfrm>
                <a:off x="242265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h1762"/>
              <p:cNvSpPr/>
              <p:nvPr/>
            </p:nvSpPr>
            <p:spPr>
              <a:xfrm>
                <a:off x="243209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h1763"/>
              <p:cNvSpPr/>
              <p:nvPr/>
            </p:nvSpPr>
            <p:spPr>
              <a:xfrm>
                <a:off x="244153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h1764"/>
              <p:cNvSpPr/>
              <p:nvPr/>
            </p:nvSpPr>
            <p:spPr>
              <a:xfrm>
                <a:off x="245097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h1765"/>
              <p:cNvSpPr/>
              <p:nvPr/>
            </p:nvSpPr>
            <p:spPr>
              <a:xfrm>
                <a:off x="246041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h1766"/>
              <p:cNvSpPr/>
              <p:nvPr/>
            </p:nvSpPr>
            <p:spPr>
              <a:xfrm>
                <a:off x="246985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h1767"/>
              <p:cNvSpPr/>
              <p:nvPr/>
            </p:nvSpPr>
            <p:spPr>
              <a:xfrm>
                <a:off x="247929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h1768"/>
              <p:cNvSpPr/>
              <p:nvPr/>
            </p:nvSpPr>
            <p:spPr>
              <a:xfrm>
                <a:off x="248873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h1769"/>
              <p:cNvSpPr/>
              <p:nvPr/>
            </p:nvSpPr>
            <p:spPr>
              <a:xfrm>
                <a:off x="249817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h1770"/>
              <p:cNvSpPr/>
              <p:nvPr/>
            </p:nvSpPr>
            <p:spPr>
              <a:xfrm>
                <a:off x="250761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h1771"/>
              <p:cNvSpPr/>
              <p:nvPr/>
            </p:nvSpPr>
            <p:spPr>
              <a:xfrm>
                <a:off x="251705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h1772"/>
              <p:cNvSpPr/>
              <p:nvPr/>
            </p:nvSpPr>
            <p:spPr>
              <a:xfrm>
                <a:off x="252650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h1773"/>
              <p:cNvSpPr/>
              <p:nvPr/>
            </p:nvSpPr>
            <p:spPr>
              <a:xfrm>
                <a:off x="253594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h1774"/>
              <p:cNvSpPr/>
              <p:nvPr/>
            </p:nvSpPr>
            <p:spPr>
              <a:xfrm>
                <a:off x="254538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h1775"/>
              <p:cNvSpPr/>
              <p:nvPr/>
            </p:nvSpPr>
            <p:spPr>
              <a:xfrm>
                <a:off x="255482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h1776"/>
              <p:cNvSpPr/>
              <p:nvPr/>
            </p:nvSpPr>
            <p:spPr>
              <a:xfrm>
                <a:off x="256426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h1777"/>
              <p:cNvSpPr/>
              <p:nvPr/>
            </p:nvSpPr>
            <p:spPr>
              <a:xfrm>
                <a:off x="257370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h1778"/>
              <p:cNvSpPr/>
              <p:nvPr/>
            </p:nvSpPr>
            <p:spPr>
              <a:xfrm>
                <a:off x="258314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h1779"/>
              <p:cNvSpPr/>
              <p:nvPr/>
            </p:nvSpPr>
            <p:spPr>
              <a:xfrm>
                <a:off x="259258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h1780"/>
              <p:cNvSpPr/>
              <p:nvPr/>
            </p:nvSpPr>
            <p:spPr>
              <a:xfrm>
                <a:off x="260202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h1781"/>
              <p:cNvSpPr/>
              <p:nvPr/>
            </p:nvSpPr>
            <p:spPr>
              <a:xfrm>
                <a:off x="261146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h1782"/>
              <p:cNvSpPr/>
              <p:nvPr/>
            </p:nvSpPr>
            <p:spPr>
              <a:xfrm>
                <a:off x="262090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h1783"/>
              <p:cNvSpPr/>
              <p:nvPr/>
            </p:nvSpPr>
            <p:spPr>
              <a:xfrm>
                <a:off x="263034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h1784"/>
              <p:cNvSpPr/>
              <p:nvPr/>
            </p:nvSpPr>
            <p:spPr>
              <a:xfrm>
                <a:off x="263978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h1785"/>
              <p:cNvSpPr/>
              <p:nvPr/>
            </p:nvSpPr>
            <p:spPr>
              <a:xfrm>
                <a:off x="264922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h1786"/>
              <p:cNvSpPr/>
              <p:nvPr/>
            </p:nvSpPr>
            <p:spPr>
              <a:xfrm>
                <a:off x="2668103" y="23961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752" y="896830"/>
                    </a:lnTo>
                    <a:lnTo>
                      <a:pt x="914400" y="904355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h1787"/>
              <p:cNvSpPr/>
              <p:nvPr/>
            </p:nvSpPr>
            <p:spPr>
              <a:xfrm>
                <a:off x="2668103" y="2396199"/>
                <a:ext cx="917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7" h="914400">
                    <a:moveTo>
                      <a:pt x="914400" y="914400"/>
                    </a:moveTo>
                    <a:lnTo>
                      <a:pt x="914400" y="904355"/>
                    </a:lnTo>
                    <a:lnTo>
                      <a:pt x="914764" y="905393"/>
                    </a:lnTo>
                    <a:lnTo>
                      <a:pt x="917597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h1788"/>
              <p:cNvSpPr/>
              <p:nvPr/>
            </p:nvSpPr>
            <p:spPr>
              <a:xfrm>
                <a:off x="2715305" y="2396199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914" y="914400"/>
                    </a:lnTo>
                    <a:lnTo>
                      <a:pt x="911750" y="907587"/>
                    </a:lnTo>
                    <a:lnTo>
                      <a:pt x="914399" y="898940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h1789"/>
              <p:cNvSpPr/>
              <p:nvPr/>
            </p:nvSpPr>
            <p:spPr>
              <a:xfrm>
                <a:off x="2724745" y="237862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10"/>
                    </a:lnTo>
                    <a:lnTo>
                      <a:pt x="905313" y="915354"/>
                    </a:lnTo>
                    <a:lnTo>
                      <a:pt x="905643" y="914400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h1790"/>
              <p:cNvSpPr/>
              <p:nvPr/>
            </p:nvSpPr>
            <p:spPr>
              <a:xfrm>
                <a:off x="272474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h1791"/>
              <p:cNvSpPr/>
              <p:nvPr/>
            </p:nvSpPr>
            <p:spPr>
              <a:xfrm>
                <a:off x="273418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h1792"/>
              <p:cNvSpPr/>
              <p:nvPr/>
            </p:nvSpPr>
            <p:spPr>
              <a:xfrm>
                <a:off x="274362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h1793"/>
              <p:cNvSpPr/>
              <p:nvPr/>
            </p:nvSpPr>
            <p:spPr>
              <a:xfrm>
                <a:off x="275306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h1794"/>
              <p:cNvSpPr/>
              <p:nvPr/>
            </p:nvSpPr>
            <p:spPr>
              <a:xfrm>
                <a:off x="276250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h1795"/>
              <p:cNvSpPr/>
              <p:nvPr/>
            </p:nvSpPr>
            <p:spPr>
              <a:xfrm>
                <a:off x="277194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h1796"/>
              <p:cNvSpPr/>
              <p:nvPr/>
            </p:nvSpPr>
            <p:spPr>
              <a:xfrm>
                <a:off x="278138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h1797"/>
              <p:cNvSpPr/>
              <p:nvPr/>
            </p:nvSpPr>
            <p:spPr>
              <a:xfrm>
                <a:off x="279082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h1798"/>
              <p:cNvSpPr/>
              <p:nvPr/>
            </p:nvSpPr>
            <p:spPr>
              <a:xfrm>
                <a:off x="280026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h1799"/>
              <p:cNvSpPr/>
              <p:nvPr/>
            </p:nvSpPr>
            <p:spPr>
              <a:xfrm>
                <a:off x="280970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h1800"/>
              <p:cNvSpPr/>
              <p:nvPr/>
            </p:nvSpPr>
            <p:spPr>
              <a:xfrm>
                <a:off x="281914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h1801"/>
              <p:cNvSpPr/>
              <p:nvPr/>
            </p:nvSpPr>
            <p:spPr>
              <a:xfrm>
                <a:off x="282858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h1802"/>
              <p:cNvSpPr/>
              <p:nvPr/>
            </p:nvSpPr>
            <p:spPr>
              <a:xfrm>
                <a:off x="283802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h1803"/>
              <p:cNvSpPr/>
              <p:nvPr/>
            </p:nvSpPr>
            <p:spPr>
              <a:xfrm>
                <a:off x="284746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h1804"/>
              <p:cNvSpPr/>
              <p:nvPr/>
            </p:nvSpPr>
            <p:spPr>
              <a:xfrm>
                <a:off x="285690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h1805"/>
              <p:cNvSpPr/>
              <p:nvPr/>
            </p:nvSpPr>
            <p:spPr>
              <a:xfrm>
                <a:off x="286634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h1806"/>
              <p:cNvSpPr/>
              <p:nvPr/>
            </p:nvSpPr>
            <p:spPr>
              <a:xfrm>
                <a:off x="287578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h1807"/>
              <p:cNvSpPr/>
              <p:nvPr/>
            </p:nvSpPr>
            <p:spPr>
              <a:xfrm>
                <a:off x="288522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h1808"/>
              <p:cNvSpPr/>
              <p:nvPr/>
            </p:nvSpPr>
            <p:spPr>
              <a:xfrm>
                <a:off x="289466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h1809"/>
              <p:cNvSpPr/>
              <p:nvPr/>
            </p:nvSpPr>
            <p:spPr>
              <a:xfrm>
                <a:off x="290410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h1810"/>
              <p:cNvSpPr/>
              <p:nvPr/>
            </p:nvSpPr>
            <p:spPr>
              <a:xfrm>
                <a:off x="291355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h1811"/>
              <p:cNvSpPr/>
              <p:nvPr/>
            </p:nvSpPr>
            <p:spPr>
              <a:xfrm>
                <a:off x="292299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h1812"/>
              <p:cNvSpPr/>
              <p:nvPr/>
            </p:nvSpPr>
            <p:spPr>
              <a:xfrm>
                <a:off x="293243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h1813"/>
              <p:cNvSpPr/>
              <p:nvPr/>
            </p:nvSpPr>
            <p:spPr>
              <a:xfrm>
                <a:off x="294187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h1814"/>
              <p:cNvSpPr/>
              <p:nvPr/>
            </p:nvSpPr>
            <p:spPr>
              <a:xfrm>
                <a:off x="295131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h1815"/>
              <p:cNvSpPr/>
              <p:nvPr/>
            </p:nvSpPr>
            <p:spPr>
              <a:xfrm>
                <a:off x="296075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h1816"/>
              <p:cNvSpPr/>
              <p:nvPr/>
            </p:nvSpPr>
            <p:spPr>
              <a:xfrm>
                <a:off x="297019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h1817"/>
              <p:cNvSpPr/>
              <p:nvPr/>
            </p:nvSpPr>
            <p:spPr>
              <a:xfrm>
                <a:off x="297963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h1818"/>
              <p:cNvSpPr/>
              <p:nvPr/>
            </p:nvSpPr>
            <p:spPr>
              <a:xfrm>
                <a:off x="298907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h1819"/>
              <p:cNvSpPr/>
              <p:nvPr/>
            </p:nvSpPr>
            <p:spPr>
              <a:xfrm>
                <a:off x="299851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h1820"/>
              <p:cNvSpPr/>
              <p:nvPr/>
            </p:nvSpPr>
            <p:spPr>
              <a:xfrm>
                <a:off x="300795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h1821"/>
              <p:cNvSpPr/>
              <p:nvPr/>
            </p:nvSpPr>
            <p:spPr>
              <a:xfrm>
                <a:off x="301739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h1822"/>
              <p:cNvSpPr/>
              <p:nvPr/>
            </p:nvSpPr>
            <p:spPr>
              <a:xfrm>
                <a:off x="302683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h1823"/>
              <p:cNvSpPr/>
              <p:nvPr/>
            </p:nvSpPr>
            <p:spPr>
              <a:xfrm>
                <a:off x="303627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h1824"/>
              <p:cNvSpPr/>
              <p:nvPr/>
            </p:nvSpPr>
            <p:spPr>
              <a:xfrm>
                <a:off x="304571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h1825"/>
              <p:cNvSpPr/>
              <p:nvPr/>
            </p:nvSpPr>
            <p:spPr>
              <a:xfrm>
                <a:off x="305515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h1826"/>
              <p:cNvSpPr/>
              <p:nvPr/>
            </p:nvSpPr>
            <p:spPr>
              <a:xfrm>
                <a:off x="306459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h1827"/>
              <p:cNvSpPr/>
              <p:nvPr/>
            </p:nvSpPr>
            <p:spPr>
              <a:xfrm>
                <a:off x="307403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h1828"/>
              <p:cNvSpPr/>
              <p:nvPr/>
            </p:nvSpPr>
            <p:spPr>
              <a:xfrm>
                <a:off x="308347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h1829"/>
              <p:cNvSpPr/>
              <p:nvPr/>
            </p:nvSpPr>
            <p:spPr>
              <a:xfrm>
                <a:off x="309291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h1830"/>
              <p:cNvSpPr/>
              <p:nvPr/>
            </p:nvSpPr>
            <p:spPr>
              <a:xfrm>
                <a:off x="310235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h1831"/>
              <p:cNvSpPr/>
              <p:nvPr/>
            </p:nvSpPr>
            <p:spPr>
              <a:xfrm>
                <a:off x="311179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h1832"/>
              <p:cNvSpPr/>
              <p:nvPr/>
            </p:nvSpPr>
            <p:spPr>
              <a:xfrm>
                <a:off x="312123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h1833"/>
              <p:cNvSpPr/>
              <p:nvPr/>
            </p:nvSpPr>
            <p:spPr>
              <a:xfrm>
                <a:off x="313067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h1834"/>
              <p:cNvSpPr/>
              <p:nvPr/>
            </p:nvSpPr>
            <p:spPr>
              <a:xfrm>
                <a:off x="314011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h1835"/>
              <p:cNvSpPr/>
              <p:nvPr/>
            </p:nvSpPr>
            <p:spPr>
              <a:xfrm>
                <a:off x="314955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h1836"/>
              <p:cNvSpPr/>
              <p:nvPr/>
            </p:nvSpPr>
            <p:spPr>
              <a:xfrm>
                <a:off x="315899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h1837"/>
              <p:cNvSpPr/>
              <p:nvPr/>
            </p:nvSpPr>
            <p:spPr>
              <a:xfrm>
                <a:off x="316843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h1838"/>
              <p:cNvSpPr/>
              <p:nvPr/>
            </p:nvSpPr>
            <p:spPr>
              <a:xfrm>
                <a:off x="317787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h1839"/>
              <p:cNvSpPr/>
              <p:nvPr/>
            </p:nvSpPr>
            <p:spPr>
              <a:xfrm>
                <a:off x="318731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h1840"/>
              <p:cNvSpPr/>
              <p:nvPr/>
            </p:nvSpPr>
            <p:spPr>
              <a:xfrm>
                <a:off x="319675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h1841"/>
              <p:cNvSpPr/>
              <p:nvPr/>
            </p:nvSpPr>
            <p:spPr>
              <a:xfrm>
                <a:off x="320619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h1842"/>
              <p:cNvSpPr/>
              <p:nvPr/>
            </p:nvSpPr>
            <p:spPr>
              <a:xfrm>
                <a:off x="321563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h1843"/>
              <p:cNvSpPr/>
              <p:nvPr/>
            </p:nvSpPr>
            <p:spPr>
              <a:xfrm>
                <a:off x="322507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h1844"/>
              <p:cNvSpPr/>
              <p:nvPr/>
            </p:nvSpPr>
            <p:spPr>
              <a:xfrm>
                <a:off x="323451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h1845"/>
              <p:cNvSpPr/>
              <p:nvPr/>
            </p:nvSpPr>
            <p:spPr>
              <a:xfrm>
                <a:off x="324395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h1846"/>
              <p:cNvSpPr/>
              <p:nvPr/>
            </p:nvSpPr>
            <p:spPr>
              <a:xfrm>
                <a:off x="325339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h1847"/>
              <p:cNvSpPr/>
              <p:nvPr/>
            </p:nvSpPr>
            <p:spPr>
              <a:xfrm>
                <a:off x="3262838" y="2396199"/>
                <a:ext cx="9219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947" y="896830"/>
                    </a:lnTo>
                    <a:lnTo>
                      <a:pt x="921261" y="899129"/>
                    </a:lnTo>
                    <a:lnTo>
                      <a:pt x="920360" y="902147"/>
                    </a:lnTo>
                    <a:lnTo>
                      <a:pt x="919460" y="905164"/>
                    </a:lnTo>
                    <a:lnTo>
                      <a:pt x="918560" y="908181"/>
                    </a:lnTo>
                    <a:lnTo>
                      <a:pt x="917661" y="911199"/>
                    </a:lnTo>
                    <a:lnTo>
                      <a:pt x="916762" y="914216"/>
                    </a:lnTo>
                    <a:lnTo>
                      <a:pt x="916707" y="914400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h1848"/>
              <p:cNvSpPr/>
              <p:nvPr/>
            </p:nvSpPr>
            <p:spPr>
              <a:xfrm>
                <a:off x="2375456" y="2361059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2295" y="931969"/>
                    </a:lnTo>
                    <a:lnTo>
                      <a:pt x="911502" y="925914"/>
                    </a:lnTo>
                    <a:lnTo>
                      <a:pt x="910407" y="915144"/>
                    </a:lnTo>
                    <a:lnTo>
                      <a:pt x="910352" y="91439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h1849"/>
              <p:cNvSpPr/>
              <p:nvPr/>
            </p:nvSpPr>
            <p:spPr>
              <a:xfrm>
                <a:off x="237545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h1850"/>
              <p:cNvSpPr/>
              <p:nvPr/>
            </p:nvSpPr>
            <p:spPr>
              <a:xfrm>
                <a:off x="238489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h1851"/>
              <p:cNvSpPr/>
              <p:nvPr/>
            </p:nvSpPr>
            <p:spPr>
              <a:xfrm>
                <a:off x="239433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h1852"/>
              <p:cNvSpPr/>
              <p:nvPr/>
            </p:nvSpPr>
            <p:spPr>
              <a:xfrm>
                <a:off x="240377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h1853"/>
              <p:cNvSpPr/>
              <p:nvPr/>
            </p:nvSpPr>
            <p:spPr>
              <a:xfrm>
                <a:off x="241321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h1854"/>
              <p:cNvSpPr/>
              <p:nvPr/>
            </p:nvSpPr>
            <p:spPr>
              <a:xfrm>
                <a:off x="242265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h1855"/>
              <p:cNvSpPr/>
              <p:nvPr/>
            </p:nvSpPr>
            <p:spPr>
              <a:xfrm>
                <a:off x="243209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h1856"/>
              <p:cNvSpPr/>
              <p:nvPr/>
            </p:nvSpPr>
            <p:spPr>
              <a:xfrm>
                <a:off x="244153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h1857"/>
              <p:cNvSpPr/>
              <p:nvPr/>
            </p:nvSpPr>
            <p:spPr>
              <a:xfrm>
                <a:off x="245097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h1858"/>
              <p:cNvSpPr/>
              <p:nvPr/>
            </p:nvSpPr>
            <p:spPr>
              <a:xfrm>
                <a:off x="246041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h1859"/>
              <p:cNvSpPr/>
              <p:nvPr/>
            </p:nvSpPr>
            <p:spPr>
              <a:xfrm>
                <a:off x="246985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h1860"/>
              <p:cNvSpPr/>
              <p:nvPr/>
            </p:nvSpPr>
            <p:spPr>
              <a:xfrm>
                <a:off x="247929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h1861"/>
              <p:cNvSpPr/>
              <p:nvPr/>
            </p:nvSpPr>
            <p:spPr>
              <a:xfrm>
                <a:off x="248873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h1862"/>
              <p:cNvSpPr/>
              <p:nvPr/>
            </p:nvSpPr>
            <p:spPr>
              <a:xfrm>
                <a:off x="249817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h1863"/>
              <p:cNvSpPr/>
              <p:nvPr/>
            </p:nvSpPr>
            <p:spPr>
              <a:xfrm>
                <a:off x="250761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h1864"/>
              <p:cNvSpPr/>
              <p:nvPr/>
            </p:nvSpPr>
            <p:spPr>
              <a:xfrm>
                <a:off x="251705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h1865"/>
              <p:cNvSpPr/>
              <p:nvPr/>
            </p:nvSpPr>
            <p:spPr>
              <a:xfrm>
                <a:off x="252650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h1866"/>
              <p:cNvSpPr/>
              <p:nvPr/>
            </p:nvSpPr>
            <p:spPr>
              <a:xfrm>
                <a:off x="253594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h1867"/>
              <p:cNvSpPr/>
              <p:nvPr/>
            </p:nvSpPr>
            <p:spPr>
              <a:xfrm>
                <a:off x="254538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h1868"/>
              <p:cNvSpPr/>
              <p:nvPr/>
            </p:nvSpPr>
            <p:spPr>
              <a:xfrm>
                <a:off x="255482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h1869"/>
              <p:cNvSpPr/>
              <p:nvPr/>
            </p:nvSpPr>
            <p:spPr>
              <a:xfrm>
                <a:off x="256426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h1870"/>
              <p:cNvSpPr/>
              <p:nvPr/>
            </p:nvSpPr>
            <p:spPr>
              <a:xfrm>
                <a:off x="257370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h1871"/>
              <p:cNvSpPr/>
              <p:nvPr/>
            </p:nvSpPr>
            <p:spPr>
              <a:xfrm>
                <a:off x="258314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h1872"/>
              <p:cNvSpPr/>
              <p:nvPr/>
            </p:nvSpPr>
            <p:spPr>
              <a:xfrm>
                <a:off x="259258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h1873"/>
              <p:cNvSpPr/>
              <p:nvPr/>
            </p:nvSpPr>
            <p:spPr>
              <a:xfrm>
                <a:off x="260202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h1874"/>
              <p:cNvSpPr/>
              <p:nvPr/>
            </p:nvSpPr>
            <p:spPr>
              <a:xfrm>
                <a:off x="261146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h1875"/>
              <p:cNvSpPr/>
              <p:nvPr/>
            </p:nvSpPr>
            <p:spPr>
              <a:xfrm>
                <a:off x="262090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h1876"/>
              <p:cNvSpPr/>
              <p:nvPr/>
            </p:nvSpPr>
            <p:spPr>
              <a:xfrm>
                <a:off x="263034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h1877"/>
              <p:cNvSpPr/>
              <p:nvPr/>
            </p:nvSpPr>
            <p:spPr>
              <a:xfrm>
                <a:off x="263978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h1878"/>
              <p:cNvSpPr/>
              <p:nvPr/>
            </p:nvSpPr>
            <p:spPr>
              <a:xfrm>
                <a:off x="264922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h1879"/>
              <p:cNvSpPr/>
              <p:nvPr/>
            </p:nvSpPr>
            <p:spPr>
              <a:xfrm>
                <a:off x="2658663" y="2378629"/>
                <a:ext cx="92119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9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9576" y="896830"/>
                    </a:lnTo>
                    <a:lnTo>
                      <a:pt x="919316" y="897639"/>
                    </a:lnTo>
                    <a:lnTo>
                      <a:pt x="917038" y="903945"/>
                    </a:lnTo>
                    <a:lnTo>
                      <a:pt x="917758" y="905600"/>
                    </a:lnTo>
                    <a:lnTo>
                      <a:pt x="921098" y="914131"/>
                    </a:lnTo>
                    <a:lnTo>
                      <a:pt x="921192" y="91440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h1880"/>
              <p:cNvSpPr/>
              <p:nvPr/>
            </p:nvSpPr>
            <p:spPr>
              <a:xfrm>
                <a:off x="2724745" y="236105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643" y="931969"/>
                    </a:lnTo>
                    <a:lnTo>
                      <a:pt x="908595" y="923434"/>
                    </a:lnTo>
                    <a:lnTo>
                      <a:pt x="912100" y="91439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h1881"/>
              <p:cNvSpPr/>
              <p:nvPr/>
            </p:nvSpPr>
            <p:spPr>
              <a:xfrm>
                <a:off x="272474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h1882"/>
              <p:cNvSpPr/>
              <p:nvPr/>
            </p:nvSpPr>
            <p:spPr>
              <a:xfrm>
                <a:off x="273418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h1883"/>
              <p:cNvSpPr/>
              <p:nvPr/>
            </p:nvSpPr>
            <p:spPr>
              <a:xfrm>
                <a:off x="274362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h1884"/>
              <p:cNvSpPr/>
              <p:nvPr/>
            </p:nvSpPr>
            <p:spPr>
              <a:xfrm>
                <a:off x="275306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h1885"/>
              <p:cNvSpPr/>
              <p:nvPr/>
            </p:nvSpPr>
            <p:spPr>
              <a:xfrm>
                <a:off x="276250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h1886"/>
              <p:cNvSpPr/>
              <p:nvPr/>
            </p:nvSpPr>
            <p:spPr>
              <a:xfrm>
                <a:off x="277194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h1887"/>
              <p:cNvSpPr/>
              <p:nvPr/>
            </p:nvSpPr>
            <p:spPr>
              <a:xfrm>
                <a:off x="278138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h1888"/>
              <p:cNvSpPr/>
              <p:nvPr/>
            </p:nvSpPr>
            <p:spPr>
              <a:xfrm>
                <a:off x="279082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h1889"/>
              <p:cNvSpPr/>
              <p:nvPr/>
            </p:nvSpPr>
            <p:spPr>
              <a:xfrm>
                <a:off x="280026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h1890"/>
              <p:cNvSpPr/>
              <p:nvPr/>
            </p:nvSpPr>
            <p:spPr>
              <a:xfrm>
                <a:off x="280970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h1891"/>
              <p:cNvSpPr/>
              <p:nvPr/>
            </p:nvSpPr>
            <p:spPr>
              <a:xfrm>
                <a:off x="281914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h1892"/>
              <p:cNvSpPr/>
              <p:nvPr/>
            </p:nvSpPr>
            <p:spPr>
              <a:xfrm>
                <a:off x="282858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h1893"/>
              <p:cNvSpPr/>
              <p:nvPr/>
            </p:nvSpPr>
            <p:spPr>
              <a:xfrm>
                <a:off x="283802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h1894"/>
              <p:cNvSpPr/>
              <p:nvPr/>
            </p:nvSpPr>
            <p:spPr>
              <a:xfrm>
                <a:off x="284746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h1895"/>
              <p:cNvSpPr/>
              <p:nvPr/>
            </p:nvSpPr>
            <p:spPr>
              <a:xfrm>
                <a:off x="285690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h1896"/>
              <p:cNvSpPr/>
              <p:nvPr/>
            </p:nvSpPr>
            <p:spPr>
              <a:xfrm>
                <a:off x="286634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h1897"/>
              <p:cNvSpPr/>
              <p:nvPr/>
            </p:nvSpPr>
            <p:spPr>
              <a:xfrm>
                <a:off x="287578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h1898"/>
              <p:cNvSpPr/>
              <p:nvPr/>
            </p:nvSpPr>
            <p:spPr>
              <a:xfrm>
                <a:off x="288522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h1899"/>
              <p:cNvSpPr/>
              <p:nvPr/>
            </p:nvSpPr>
            <p:spPr>
              <a:xfrm>
                <a:off x="289466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h1900"/>
              <p:cNvSpPr/>
              <p:nvPr/>
            </p:nvSpPr>
            <p:spPr>
              <a:xfrm>
                <a:off x="290410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h1901"/>
              <p:cNvSpPr/>
              <p:nvPr/>
            </p:nvSpPr>
            <p:spPr>
              <a:xfrm>
                <a:off x="291355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h1902"/>
              <p:cNvSpPr/>
              <p:nvPr/>
            </p:nvSpPr>
            <p:spPr>
              <a:xfrm>
                <a:off x="292299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h1903"/>
              <p:cNvSpPr/>
              <p:nvPr/>
            </p:nvSpPr>
            <p:spPr>
              <a:xfrm>
                <a:off x="293243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h1904"/>
              <p:cNvSpPr/>
              <p:nvPr/>
            </p:nvSpPr>
            <p:spPr>
              <a:xfrm>
                <a:off x="294187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h1905"/>
              <p:cNvSpPr/>
              <p:nvPr/>
            </p:nvSpPr>
            <p:spPr>
              <a:xfrm>
                <a:off x="295131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h1906"/>
              <p:cNvSpPr/>
              <p:nvPr/>
            </p:nvSpPr>
            <p:spPr>
              <a:xfrm>
                <a:off x="296075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h1907"/>
              <p:cNvSpPr/>
              <p:nvPr/>
            </p:nvSpPr>
            <p:spPr>
              <a:xfrm>
                <a:off x="297019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h1908"/>
              <p:cNvSpPr/>
              <p:nvPr/>
            </p:nvSpPr>
            <p:spPr>
              <a:xfrm>
                <a:off x="297963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h1909"/>
              <p:cNvSpPr/>
              <p:nvPr/>
            </p:nvSpPr>
            <p:spPr>
              <a:xfrm>
                <a:off x="298907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h1910"/>
              <p:cNvSpPr/>
              <p:nvPr/>
            </p:nvSpPr>
            <p:spPr>
              <a:xfrm>
                <a:off x="299851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h1911"/>
              <p:cNvSpPr/>
              <p:nvPr/>
            </p:nvSpPr>
            <p:spPr>
              <a:xfrm>
                <a:off x="300795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h1912"/>
              <p:cNvSpPr/>
              <p:nvPr/>
            </p:nvSpPr>
            <p:spPr>
              <a:xfrm>
                <a:off x="301739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h1913"/>
              <p:cNvSpPr/>
              <p:nvPr/>
            </p:nvSpPr>
            <p:spPr>
              <a:xfrm>
                <a:off x="302683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h1914"/>
              <p:cNvSpPr/>
              <p:nvPr/>
            </p:nvSpPr>
            <p:spPr>
              <a:xfrm>
                <a:off x="303627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772">
                  <a:alpha val="100000"/>
                </a:srgbClr>
              </a:solidFill>
              <a:ln w="5420" cap="flat">
                <a:solidFill>
                  <a:srgbClr val="FFB7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h1915"/>
              <p:cNvSpPr/>
              <p:nvPr/>
            </p:nvSpPr>
            <p:spPr>
              <a:xfrm>
                <a:off x="304571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h1916"/>
              <p:cNvSpPr/>
              <p:nvPr/>
            </p:nvSpPr>
            <p:spPr>
              <a:xfrm>
                <a:off x="305515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h1917"/>
              <p:cNvSpPr/>
              <p:nvPr/>
            </p:nvSpPr>
            <p:spPr>
              <a:xfrm>
                <a:off x="306459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h1918"/>
              <p:cNvSpPr/>
              <p:nvPr/>
            </p:nvSpPr>
            <p:spPr>
              <a:xfrm>
                <a:off x="307403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h1919"/>
              <p:cNvSpPr/>
              <p:nvPr/>
            </p:nvSpPr>
            <p:spPr>
              <a:xfrm>
                <a:off x="308347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h1920"/>
              <p:cNvSpPr/>
              <p:nvPr/>
            </p:nvSpPr>
            <p:spPr>
              <a:xfrm>
                <a:off x="309291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h1921"/>
              <p:cNvSpPr/>
              <p:nvPr/>
            </p:nvSpPr>
            <p:spPr>
              <a:xfrm>
                <a:off x="310235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h1922"/>
              <p:cNvSpPr/>
              <p:nvPr/>
            </p:nvSpPr>
            <p:spPr>
              <a:xfrm>
                <a:off x="311179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h1923"/>
              <p:cNvSpPr/>
              <p:nvPr/>
            </p:nvSpPr>
            <p:spPr>
              <a:xfrm>
                <a:off x="312123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h1924"/>
              <p:cNvSpPr/>
              <p:nvPr/>
            </p:nvSpPr>
            <p:spPr>
              <a:xfrm>
                <a:off x="313067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h1925"/>
              <p:cNvSpPr/>
              <p:nvPr/>
            </p:nvSpPr>
            <p:spPr>
              <a:xfrm>
                <a:off x="314011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h1926"/>
              <p:cNvSpPr/>
              <p:nvPr/>
            </p:nvSpPr>
            <p:spPr>
              <a:xfrm>
                <a:off x="314955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h1927"/>
              <p:cNvSpPr/>
              <p:nvPr/>
            </p:nvSpPr>
            <p:spPr>
              <a:xfrm>
                <a:off x="315899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h1928"/>
              <p:cNvSpPr/>
              <p:nvPr/>
            </p:nvSpPr>
            <p:spPr>
              <a:xfrm>
                <a:off x="316843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h1929"/>
              <p:cNvSpPr/>
              <p:nvPr/>
            </p:nvSpPr>
            <p:spPr>
              <a:xfrm>
                <a:off x="317787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h1930"/>
              <p:cNvSpPr/>
              <p:nvPr/>
            </p:nvSpPr>
            <p:spPr>
              <a:xfrm>
                <a:off x="318731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h1931"/>
              <p:cNvSpPr/>
              <p:nvPr/>
            </p:nvSpPr>
            <p:spPr>
              <a:xfrm>
                <a:off x="319675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h1932"/>
              <p:cNvSpPr/>
              <p:nvPr/>
            </p:nvSpPr>
            <p:spPr>
              <a:xfrm>
                <a:off x="320619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h1933"/>
              <p:cNvSpPr/>
              <p:nvPr/>
            </p:nvSpPr>
            <p:spPr>
              <a:xfrm>
                <a:off x="321563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h1934"/>
              <p:cNvSpPr/>
              <p:nvPr/>
            </p:nvSpPr>
            <p:spPr>
              <a:xfrm>
                <a:off x="322507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h1935"/>
              <p:cNvSpPr/>
              <p:nvPr/>
            </p:nvSpPr>
            <p:spPr>
              <a:xfrm>
                <a:off x="323451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h1936"/>
              <p:cNvSpPr/>
              <p:nvPr/>
            </p:nvSpPr>
            <p:spPr>
              <a:xfrm>
                <a:off x="324395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h1937"/>
              <p:cNvSpPr/>
              <p:nvPr/>
            </p:nvSpPr>
            <p:spPr>
              <a:xfrm>
                <a:off x="325339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h1938"/>
              <p:cNvSpPr/>
              <p:nvPr/>
            </p:nvSpPr>
            <p:spPr>
              <a:xfrm>
                <a:off x="3262838" y="237862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66"/>
                    </a:lnTo>
                    <a:lnTo>
                      <a:pt x="923063" y="910665"/>
                    </a:lnTo>
                    <a:lnTo>
                      <a:pt x="922162" y="913682"/>
                    </a:lnTo>
                    <a:lnTo>
                      <a:pt x="921947" y="914400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h1939"/>
              <p:cNvSpPr/>
              <p:nvPr/>
            </p:nvSpPr>
            <p:spPr>
              <a:xfrm>
                <a:off x="3272279" y="2361059"/>
                <a:ext cx="919260" cy="925636"/>
              </a:xfrm>
              <a:custGeom>
                <a:avLst/>
                <a:gdLst/>
                <a:ahLst/>
                <a:cxnLst/>
                <a:rect l="0" t="0" r="0" b="0"/>
                <a:pathLst>
                  <a:path w="919260" h="925636">
                    <a:moveTo>
                      <a:pt x="914400" y="914399"/>
                    </a:moveTo>
                    <a:lnTo>
                      <a:pt x="919260" y="914399"/>
                    </a:lnTo>
                    <a:lnTo>
                      <a:pt x="917798" y="916856"/>
                    </a:lnTo>
                    <a:lnTo>
                      <a:pt x="916910" y="918349"/>
                    </a:lnTo>
                    <a:lnTo>
                      <a:pt x="916685" y="918916"/>
                    </a:lnTo>
                    <a:lnTo>
                      <a:pt x="915919" y="920848"/>
                    </a:lnTo>
                    <a:lnTo>
                      <a:pt x="915563" y="921747"/>
                    </a:lnTo>
                    <a:lnTo>
                      <a:pt x="915427" y="922201"/>
                    </a:lnTo>
                    <a:lnTo>
                      <a:pt x="914525" y="925218"/>
                    </a:lnTo>
                    <a:lnTo>
                      <a:pt x="914400" y="925636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h1940"/>
              <p:cNvSpPr/>
              <p:nvPr/>
            </p:nvSpPr>
            <p:spPr>
              <a:xfrm>
                <a:off x="2375456" y="234349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0352" y="931969"/>
                    </a:lnTo>
                    <a:lnTo>
                      <a:pt x="909614" y="921854"/>
                    </a:lnTo>
                    <a:lnTo>
                      <a:pt x="909280" y="91439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h1941"/>
              <p:cNvSpPr/>
              <p:nvPr/>
            </p:nvSpPr>
            <p:spPr>
              <a:xfrm>
                <a:off x="237545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h1942"/>
              <p:cNvSpPr/>
              <p:nvPr/>
            </p:nvSpPr>
            <p:spPr>
              <a:xfrm>
                <a:off x="238489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h1943"/>
              <p:cNvSpPr/>
              <p:nvPr/>
            </p:nvSpPr>
            <p:spPr>
              <a:xfrm>
                <a:off x="239433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h1944"/>
              <p:cNvSpPr/>
              <p:nvPr/>
            </p:nvSpPr>
            <p:spPr>
              <a:xfrm>
                <a:off x="240377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h1945"/>
              <p:cNvSpPr/>
              <p:nvPr/>
            </p:nvSpPr>
            <p:spPr>
              <a:xfrm>
                <a:off x="241321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h1946"/>
              <p:cNvSpPr/>
              <p:nvPr/>
            </p:nvSpPr>
            <p:spPr>
              <a:xfrm>
                <a:off x="242265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h1947"/>
              <p:cNvSpPr/>
              <p:nvPr/>
            </p:nvSpPr>
            <p:spPr>
              <a:xfrm>
                <a:off x="243209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h1948"/>
              <p:cNvSpPr/>
              <p:nvPr/>
            </p:nvSpPr>
            <p:spPr>
              <a:xfrm>
                <a:off x="244153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h1949"/>
              <p:cNvSpPr/>
              <p:nvPr/>
            </p:nvSpPr>
            <p:spPr>
              <a:xfrm>
                <a:off x="245097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h1950"/>
              <p:cNvSpPr/>
              <p:nvPr/>
            </p:nvSpPr>
            <p:spPr>
              <a:xfrm>
                <a:off x="246041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h1951"/>
              <p:cNvSpPr/>
              <p:nvPr/>
            </p:nvSpPr>
            <p:spPr>
              <a:xfrm>
                <a:off x="246985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h1952"/>
              <p:cNvSpPr/>
              <p:nvPr/>
            </p:nvSpPr>
            <p:spPr>
              <a:xfrm>
                <a:off x="247929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h1953"/>
              <p:cNvSpPr/>
              <p:nvPr/>
            </p:nvSpPr>
            <p:spPr>
              <a:xfrm>
                <a:off x="248873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h1954"/>
              <p:cNvSpPr/>
              <p:nvPr/>
            </p:nvSpPr>
            <p:spPr>
              <a:xfrm>
                <a:off x="249817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h1955"/>
              <p:cNvSpPr/>
              <p:nvPr/>
            </p:nvSpPr>
            <p:spPr>
              <a:xfrm>
                <a:off x="250761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h1956"/>
              <p:cNvSpPr/>
              <p:nvPr/>
            </p:nvSpPr>
            <p:spPr>
              <a:xfrm>
                <a:off x="251705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h1957"/>
              <p:cNvSpPr/>
              <p:nvPr/>
            </p:nvSpPr>
            <p:spPr>
              <a:xfrm>
                <a:off x="252650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h1958"/>
              <p:cNvSpPr/>
              <p:nvPr/>
            </p:nvSpPr>
            <p:spPr>
              <a:xfrm>
                <a:off x="253594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h1959"/>
              <p:cNvSpPr/>
              <p:nvPr/>
            </p:nvSpPr>
            <p:spPr>
              <a:xfrm>
                <a:off x="254538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h1960"/>
              <p:cNvSpPr/>
              <p:nvPr/>
            </p:nvSpPr>
            <p:spPr>
              <a:xfrm>
                <a:off x="255482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h1961"/>
              <p:cNvSpPr/>
              <p:nvPr/>
            </p:nvSpPr>
            <p:spPr>
              <a:xfrm>
                <a:off x="256426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h1962"/>
              <p:cNvSpPr/>
              <p:nvPr/>
            </p:nvSpPr>
            <p:spPr>
              <a:xfrm>
                <a:off x="257370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h1963"/>
              <p:cNvSpPr/>
              <p:nvPr/>
            </p:nvSpPr>
            <p:spPr>
              <a:xfrm>
                <a:off x="258314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h1964"/>
              <p:cNvSpPr/>
              <p:nvPr/>
            </p:nvSpPr>
            <p:spPr>
              <a:xfrm>
                <a:off x="259258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h1965"/>
              <p:cNvSpPr/>
              <p:nvPr/>
            </p:nvSpPr>
            <p:spPr>
              <a:xfrm>
                <a:off x="260202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h1966"/>
              <p:cNvSpPr/>
              <p:nvPr/>
            </p:nvSpPr>
            <p:spPr>
              <a:xfrm>
                <a:off x="261146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h1967"/>
              <p:cNvSpPr/>
              <p:nvPr/>
            </p:nvSpPr>
            <p:spPr>
              <a:xfrm>
                <a:off x="262090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h1968"/>
              <p:cNvSpPr/>
              <p:nvPr/>
            </p:nvSpPr>
            <p:spPr>
              <a:xfrm>
                <a:off x="263034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h1969"/>
              <p:cNvSpPr/>
              <p:nvPr/>
            </p:nvSpPr>
            <p:spPr>
              <a:xfrm>
                <a:off x="263978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h1970"/>
              <p:cNvSpPr/>
              <p:nvPr/>
            </p:nvSpPr>
            <p:spPr>
              <a:xfrm>
                <a:off x="264922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h1971"/>
              <p:cNvSpPr/>
              <p:nvPr/>
            </p:nvSpPr>
            <p:spPr>
              <a:xfrm>
                <a:off x="2658663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0536"/>
                    </a:lnTo>
                    <a:lnTo>
                      <a:pt x="922401" y="905608"/>
                    </a:lnTo>
                    <a:lnTo>
                      <a:pt x="919576" y="91439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h1972"/>
              <p:cNvSpPr/>
              <p:nvPr/>
            </p:nvSpPr>
            <p:spPr>
              <a:xfrm>
                <a:off x="2668103" y="2343490"/>
                <a:ext cx="915451" cy="918106"/>
              </a:xfrm>
              <a:custGeom>
                <a:avLst/>
                <a:gdLst/>
                <a:ahLst/>
                <a:cxnLst/>
                <a:rect l="0" t="0" r="0" b="0"/>
                <a:pathLst>
                  <a:path w="915451" h="918106">
                    <a:moveTo>
                      <a:pt x="914400" y="914399"/>
                    </a:moveTo>
                    <a:lnTo>
                      <a:pt x="915451" y="914399"/>
                    </a:lnTo>
                    <a:lnTo>
                      <a:pt x="914400" y="918106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h1973"/>
              <p:cNvSpPr/>
              <p:nvPr/>
            </p:nvSpPr>
            <p:spPr>
              <a:xfrm>
                <a:off x="2724745" y="236105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44" y="914284"/>
                    </a:lnTo>
                    <a:lnTo>
                      <a:pt x="914400" y="909082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h1974"/>
              <p:cNvSpPr/>
              <p:nvPr/>
            </p:nvSpPr>
            <p:spPr>
              <a:xfrm>
                <a:off x="2734185" y="234349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6652"/>
                    </a:lnTo>
                    <a:lnTo>
                      <a:pt x="906512" y="923071"/>
                    </a:lnTo>
                    <a:lnTo>
                      <a:pt x="906650" y="922769"/>
                    </a:lnTo>
                    <a:lnTo>
                      <a:pt x="906790" y="922464"/>
                    </a:lnTo>
                    <a:lnTo>
                      <a:pt x="906930" y="922158"/>
                    </a:lnTo>
                    <a:lnTo>
                      <a:pt x="907069" y="921853"/>
                    </a:lnTo>
                    <a:lnTo>
                      <a:pt x="907209" y="921547"/>
                    </a:lnTo>
                    <a:lnTo>
                      <a:pt x="907349" y="921242"/>
                    </a:lnTo>
                    <a:lnTo>
                      <a:pt x="907489" y="920936"/>
                    </a:lnTo>
                    <a:lnTo>
                      <a:pt x="907629" y="920631"/>
                    </a:lnTo>
                    <a:lnTo>
                      <a:pt x="907769" y="920325"/>
                    </a:lnTo>
                    <a:lnTo>
                      <a:pt x="907909" y="920020"/>
                    </a:lnTo>
                    <a:lnTo>
                      <a:pt x="908049" y="919714"/>
                    </a:lnTo>
                    <a:lnTo>
                      <a:pt x="908189" y="919408"/>
                    </a:lnTo>
                    <a:lnTo>
                      <a:pt x="908329" y="919103"/>
                    </a:lnTo>
                    <a:lnTo>
                      <a:pt x="908469" y="918797"/>
                    </a:lnTo>
                    <a:lnTo>
                      <a:pt x="908609" y="918492"/>
                    </a:lnTo>
                    <a:lnTo>
                      <a:pt x="908749" y="918186"/>
                    </a:lnTo>
                    <a:lnTo>
                      <a:pt x="908889" y="917881"/>
                    </a:lnTo>
                    <a:lnTo>
                      <a:pt x="909029" y="917575"/>
                    </a:lnTo>
                    <a:lnTo>
                      <a:pt x="909169" y="917270"/>
                    </a:lnTo>
                    <a:lnTo>
                      <a:pt x="909309" y="916964"/>
                    </a:lnTo>
                    <a:lnTo>
                      <a:pt x="909449" y="916659"/>
                    </a:lnTo>
                    <a:lnTo>
                      <a:pt x="909589" y="916353"/>
                    </a:lnTo>
                    <a:lnTo>
                      <a:pt x="909729" y="916048"/>
                    </a:lnTo>
                    <a:lnTo>
                      <a:pt x="909869" y="915742"/>
                    </a:lnTo>
                    <a:lnTo>
                      <a:pt x="910009" y="915437"/>
                    </a:lnTo>
                    <a:lnTo>
                      <a:pt x="910149" y="915131"/>
                    </a:lnTo>
                    <a:lnTo>
                      <a:pt x="910289" y="914826"/>
                    </a:lnTo>
                    <a:lnTo>
                      <a:pt x="910484" y="91439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h1975"/>
              <p:cNvSpPr/>
              <p:nvPr/>
            </p:nvSpPr>
            <p:spPr>
              <a:xfrm>
                <a:off x="273418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h1976"/>
              <p:cNvSpPr/>
              <p:nvPr/>
            </p:nvSpPr>
            <p:spPr>
              <a:xfrm>
                <a:off x="274362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h1977"/>
              <p:cNvSpPr/>
              <p:nvPr/>
            </p:nvSpPr>
            <p:spPr>
              <a:xfrm>
                <a:off x="275306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h1978"/>
              <p:cNvSpPr/>
              <p:nvPr/>
            </p:nvSpPr>
            <p:spPr>
              <a:xfrm>
                <a:off x="276250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h1979"/>
              <p:cNvSpPr/>
              <p:nvPr/>
            </p:nvSpPr>
            <p:spPr>
              <a:xfrm>
                <a:off x="277194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h1980"/>
              <p:cNvSpPr/>
              <p:nvPr/>
            </p:nvSpPr>
            <p:spPr>
              <a:xfrm>
                <a:off x="278138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h1981"/>
              <p:cNvSpPr/>
              <p:nvPr/>
            </p:nvSpPr>
            <p:spPr>
              <a:xfrm>
                <a:off x="279082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h1982"/>
              <p:cNvSpPr/>
              <p:nvPr/>
            </p:nvSpPr>
            <p:spPr>
              <a:xfrm>
                <a:off x="280026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h1983"/>
              <p:cNvSpPr/>
              <p:nvPr/>
            </p:nvSpPr>
            <p:spPr>
              <a:xfrm>
                <a:off x="280970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h1984"/>
              <p:cNvSpPr/>
              <p:nvPr/>
            </p:nvSpPr>
            <p:spPr>
              <a:xfrm>
                <a:off x="281914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h1985"/>
              <p:cNvSpPr/>
              <p:nvPr/>
            </p:nvSpPr>
            <p:spPr>
              <a:xfrm>
                <a:off x="282858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h1986"/>
              <p:cNvSpPr/>
              <p:nvPr/>
            </p:nvSpPr>
            <p:spPr>
              <a:xfrm>
                <a:off x="283802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h1987"/>
              <p:cNvSpPr/>
              <p:nvPr/>
            </p:nvSpPr>
            <p:spPr>
              <a:xfrm>
                <a:off x="284746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h1988"/>
              <p:cNvSpPr/>
              <p:nvPr/>
            </p:nvSpPr>
            <p:spPr>
              <a:xfrm>
                <a:off x="285690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h1989"/>
              <p:cNvSpPr/>
              <p:nvPr/>
            </p:nvSpPr>
            <p:spPr>
              <a:xfrm>
                <a:off x="286634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h1990"/>
              <p:cNvSpPr/>
              <p:nvPr/>
            </p:nvSpPr>
            <p:spPr>
              <a:xfrm>
                <a:off x="287578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h1991"/>
              <p:cNvSpPr/>
              <p:nvPr/>
            </p:nvSpPr>
            <p:spPr>
              <a:xfrm>
                <a:off x="288522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h1992"/>
              <p:cNvSpPr/>
              <p:nvPr/>
            </p:nvSpPr>
            <p:spPr>
              <a:xfrm>
                <a:off x="289466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h1993"/>
              <p:cNvSpPr/>
              <p:nvPr/>
            </p:nvSpPr>
            <p:spPr>
              <a:xfrm>
                <a:off x="290410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h1994"/>
              <p:cNvSpPr/>
              <p:nvPr/>
            </p:nvSpPr>
            <p:spPr>
              <a:xfrm>
                <a:off x="291355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h1995"/>
              <p:cNvSpPr/>
              <p:nvPr/>
            </p:nvSpPr>
            <p:spPr>
              <a:xfrm>
                <a:off x="292299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h1996"/>
              <p:cNvSpPr/>
              <p:nvPr/>
            </p:nvSpPr>
            <p:spPr>
              <a:xfrm>
                <a:off x="293243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h1997"/>
              <p:cNvSpPr/>
              <p:nvPr/>
            </p:nvSpPr>
            <p:spPr>
              <a:xfrm>
                <a:off x="294187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h1998"/>
              <p:cNvSpPr/>
              <p:nvPr/>
            </p:nvSpPr>
            <p:spPr>
              <a:xfrm>
                <a:off x="295131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h1999"/>
              <p:cNvSpPr/>
              <p:nvPr/>
            </p:nvSpPr>
            <p:spPr>
              <a:xfrm>
                <a:off x="296075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h2000"/>
              <p:cNvSpPr/>
              <p:nvPr/>
            </p:nvSpPr>
            <p:spPr>
              <a:xfrm>
                <a:off x="297019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h2001"/>
              <p:cNvSpPr/>
              <p:nvPr/>
            </p:nvSpPr>
            <p:spPr>
              <a:xfrm>
                <a:off x="297963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h2002"/>
              <p:cNvSpPr/>
              <p:nvPr/>
            </p:nvSpPr>
            <p:spPr>
              <a:xfrm>
                <a:off x="298907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h2003"/>
              <p:cNvSpPr/>
              <p:nvPr/>
            </p:nvSpPr>
            <p:spPr>
              <a:xfrm>
                <a:off x="299851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h2004"/>
              <p:cNvSpPr/>
              <p:nvPr/>
            </p:nvSpPr>
            <p:spPr>
              <a:xfrm>
                <a:off x="300795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h2005"/>
              <p:cNvSpPr/>
              <p:nvPr/>
            </p:nvSpPr>
            <p:spPr>
              <a:xfrm>
                <a:off x="301739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h2006"/>
              <p:cNvSpPr/>
              <p:nvPr/>
            </p:nvSpPr>
            <p:spPr>
              <a:xfrm>
                <a:off x="302683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h2007"/>
              <p:cNvSpPr/>
              <p:nvPr/>
            </p:nvSpPr>
            <p:spPr>
              <a:xfrm>
                <a:off x="303627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h2008"/>
              <p:cNvSpPr/>
              <p:nvPr/>
            </p:nvSpPr>
            <p:spPr>
              <a:xfrm>
                <a:off x="304571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h2009"/>
              <p:cNvSpPr/>
              <p:nvPr/>
            </p:nvSpPr>
            <p:spPr>
              <a:xfrm>
                <a:off x="305515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h2010"/>
              <p:cNvSpPr/>
              <p:nvPr/>
            </p:nvSpPr>
            <p:spPr>
              <a:xfrm>
                <a:off x="306459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h2011"/>
              <p:cNvSpPr/>
              <p:nvPr/>
            </p:nvSpPr>
            <p:spPr>
              <a:xfrm>
                <a:off x="307403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h2012"/>
              <p:cNvSpPr/>
              <p:nvPr/>
            </p:nvSpPr>
            <p:spPr>
              <a:xfrm>
                <a:off x="308347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h2013"/>
              <p:cNvSpPr/>
              <p:nvPr/>
            </p:nvSpPr>
            <p:spPr>
              <a:xfrm>
                <a:off x="309291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h2014"/>
              <p:cNvSpPr/>
              <p:nvPr/>
            </p:nvSpPr>
            <p:spPr>
              <a:xfrm>
                <a:off x="310235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h2015"/>
              <p:cNvSpPr/>
              <p:nvPr/>
            </p:nvSpPr>
            <p:spPr>
              <a:xfrm>
                <a:off x="311179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h2016"/>
              <p:cNvSpPr/>
              <p:nvPr/>
            </p:nvSpPr>
            <p:spPr>
              <a:xfrm>
                <a:off x="312123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h2017"/>
              <p:cNvSpPr/>
              <p:nvPr/>
            </p:nvSpPr>
            <p:spPr>
              <a:xfrm>
                <a:off x="313067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h2018"/>
              <p:cNvSpPr/>
              <p:nvPr/>
            </p:nvSpPr>
            <p:spPr>
              <a:xfrm>
                <a:off x="314011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h2019"/>
              <p:cNvSpPr/>
              <p:nvPr/>
            </p:nvSpPr>
            <p:spPr>
              <a:xfrm>
                <a:off x="314955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h2020"/>
              <p:cNvSpPr/>
              <p:nvPr/>
            </p:nvSpPr>
            <p:spPr>
              <a:xfrm>
                <a:off x="315899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h2021"/>
              <p:cNvSpPr/>
              <p:nvPr/>
            </p:nvSpPr>
            <p:spPr>
              <a:xfrm>
                <a:off x="316843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h2022"/>
              <p:cNvSpPr/>
              <p:nvPr/>
            </p:nvSpPr>
            <p:spPr>
              <a:xfrm>
                <a:off x="317787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h2023"/>
              <p:cNvSpPr/>
              <p:nvPr/>
            </p:nvSpPr>
            <p:spPr>
              <a:xfrm>
                <a:off x="318731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h2024"/>
              <p:cNvSpPr/>
              <p:nvPr/>
            </p:nvSpPr>
            <p:spPr>
              <a:xfrm>
                <a:off x="319675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h2025"/>
              <p:cNvSpPr/>
              <p:nvPr/>
            </p:nvSpPr>
            <p:spPr>
              <a:xfrm>
                <a:off x="320619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h2026"/>
              <p:cNvSpPr/>
              <p:nvPr/>
            </p:nvSpPr>
            <p:spPr>
              <a:xfrm>
                <a:off x="321563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h2027"/>
              <p:cNvSpPr/>
              <p:nvPr/>
            </p:nvSpPr>
            <p:spPr>
              <a:xfrm>
                <a:off x="322507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h2028"/>
              <p:cNvSpPr/>
              <p:nvPr/>
            </p:nvSpPr>
            <p:spPr>
              <a:xfrm>
                <a:off x="323451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h2029"/>
              <p:cNvSpPr/>
              <p:nvPr/>
            </p:nvSpPr>
            <p:spPr>
              <a:xfrm>
                <a:off x="324395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h2030"/>
              <p:cNvSpPr/>
              <p:nvPr/>
            </p:nvSpPr>
            <p:spPr>
              <a:xfrm>
                <a:off x="325339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h2031"/>
              <p:cNvSpPr/>
              <p:nvPr/>
            </p:nvSpPr>
            <p:spPr>
              <a:xfrm>
                <a:off x="326283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h2032"/>
              <p:cNvSpPr/>
              <p:nvPr/>
            </p:nvSpPr>
            <p:spPr>
              <a:xfrm>
                <a:off x="3272279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711"/>
                    </a:lnTo>
                    <a:lnTo>
                      <a:pt x="922419" y="909095"/>
                    </a:lnTo>
                    <a:lnTo>
                      <a:pt x="920878" y="911682"/>
                    </a:lnTo>
                    <a:lnTo>
                      <a:pt x="919337" y="914269"/>
                    </a:lnTo>
                    <a:lnTo>
                      <a:pt x="919260" y="91439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h2033"/>
              <p:cNvSpPr/>
              <p:nvPr/>
            </p:nvSpPr>
            <p:spPr>
              <a:xfrm>
                <a:off x="3281719" y="2343490"/>
                <a:ext cx="920295" cy="924281"/>
              </a:xfrm>
              <a:custGeom>
                <a:avLst/>
                <a:gdLst/>
                <a:ahLst/>
                <a:cxnLst/>
                <a:rect l="0" t="0" r="0" b="0"/>
                <a:pathLst>
                  <a:path w="920295" h="924281">
                    <a:moveTo>
                      <a:pt x="914400" y="914399"/>
                    </a:moveTo>
                    <a:lnTo>
                      <a:pt x="920295" y="914399"/>
                    </a:lnTo>
                    <a:lnTo>
                      <a:pt x="919149" y="916320"/>
                    </a:lnTo>
                    <a:lnTo>
                      <a:pt x="917605" y="918906"/>
                    </a:lnTo>
                    <a:lnTo>
                      <a:pt x="916062" y="921492"/>
                    </a:lnTo>
                    <a:lnTo>
                      <a:pt x="914520" y="924078"/>
                    </a:lnTo>
                    <a:lnTo>
                      <a:pt x="914400" y="924281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h2034"/>
              <p:cNvSpPr/>
              <p:nvPr/>
            </p:nvSpPr>
            <p:spPr>
              <a:xfrm>
                <a:off x="2375456" y="232592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280" y="931969"/>
                    </a:lnTo>
                    <a:lnTo>
                      <a:pt x="909125" y="928501"/>
                    </a:lnTo>
                    <a:lnTo>
                      <a:pt x="908942" y="917545"/>
                    </a:lnTo>
                    <a:lnTo>
                      <a:pt x="908977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h2035"/>
              <p:cNvSpPr/>
              <p:nvPr/>
            </p:nvSpPr>
            <p:spPr>
              <a:xfrm>
                <a:off x="237545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h2036"/>
              <p:cNvSpPr/>
              <p:nvPr/>
            </p:nvSpPr>
            <p:spPr>
              <a:xfrm>
                <a:off x="238489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h2037"/>
              <p:cNvSpPr/>
              <p:nvPr/>
            </p:nvSpPr>
            <p:spPr>
              <a:xfrm>
                <a:off x="239433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h2038"/>
              <p:cNvSpPr/>
              <p:nvPr/>
            </p:nvSpPr>
            <p:spPr>
              <a:xfrm>
                <a:off x="240377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h2039"/>
              <p:cNvSpPr/>
              <p:nvPr/>
            </p:nvSpPr>
            <p:spPr>
              <a:xfrm>
                <a:off x="241321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h2040"/>
              <p:cNvSpPr/>
              <p:nvPr/>
            </p:nvSpPr>
            <p:spPr>
              <a:xfrm>
                <a:off x="242265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h2041"/>
              <p:cNvSpPr/>
              <p:nvPr/>
            </p:nvSpPr>
            <p:spPr>
              <a:xfrm>
                <a:off x="243209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h2042"/>
              <p:cNvSpPr/>
              <p:nvPr/>
            </p:nvSpPr>
            <p:spPr>
              <a:xfrm>
                <a:off x="244153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h2043"/>
              <p:cNvSpPr/>
              <p:nvPr/>
            </p:nvSpPr>
            <p:spPr>
              <a:xfrm>
                <a:off x="245097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h2044"/>
              <p:cNvSpPr/>
              <p:nvPr/>
            </p:nvSpPr>
            <p:spPr>
              <a:xfrm>
                <a:off x="246041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h2045"/>
              <p:cNvSpPr/>
              <p:nvPr/>
            </p:nvSpPr>
            <p:spPr>
              <a:xfrm>
                <a:off x="246985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h2046"/>
              <p:cNvSpPr/>
              <p:nvPr/>
            </p:nvSpPr>
            <p:spPr>
              <a:xfrm>
                <a:off x="247929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h2047"/>
              <p:cNvSpPr/>
              <p:nvPr/>
            </p:nvSpPr>
            <p:spPr>
              <a:xfrm>
                <a:off x="248873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h2048"/>
              <p:cNvSpPr/>
              <p:nvPr/>
            </p:nvSpPr>
            <p:spPr>
              <a:xfrm>
                <a:off x="249817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h2049"/>
              <p:cNvSpPr/>
              <p:nvPr/>
            </p:nvSpPr>
            <p:spPr>
              <a:xfrm>
                <a:off x="250761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h2050"/>
              <p:cNvSpPr/>
              <p:nvPr/>
            </p:nvSpPr>
            <p:spPr>
              <a:xfrm>
                <a:off x="251705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h2051"/>
              <p:cNvSpPr/>
              <p:nvPr/>
            </p:nvSpPr>
            <p:spPr>
              <a:xfrm>
                <a:off x="252650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h2052"/>
              <p:cNvSpPr/>
              <p:nvPr/>
            </p:nvSpPr>
            <p:spPr>
              <a:xfrm>
                <a:off x="253594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h2053"/>
              <p:cNvSpPr/>
              <p:nvPr/>
            </p:nvSpPr>
            <p:spPr>
              <a:xfrm>
                <a:off x="254538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h2054"/>
              <p:cNvSpPr/>
              <p:nvPr/>
            </p:nvSpPr>
            <p:spPr>
              <a:xfrm>
                <a:off x="255482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h2055"/>
              <p:cNvSpPr/>
              <p:nvPr/>
            </p:nvSpPr>
            <p:spPr>
              <a:xfrm>
                <a:off x="256426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h2056"/>
              <p:cNvSpPr/>
              <p:nvPr/>
            </p:nvSpPr>
            <p:spPr>
              <a:xfrm>
                <a:off x="257370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h2057"/>
              <p:cNvSpPr/>
              <p:nvPr/>
            </p:nvSpPr>
            <p:spPr>
              <a:xfrm>
                <a:off x="258314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h2058"/>
              <p:cNvSpPr/>
              <p:nvPr/>
            </p:nvSpPr>
            <p:spPr>
              <a:xfrm>
                <a:off x="259258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h2059"/>
              <p:cNvSpPr/>
              <p:nvPr/>
            </p:nvSpPr>
            <p:spPr>
              <a:xfrm>
                <a:off x="260202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h2060"/>
              <p:cNvSpPr/>
              <p:nvPr/>
            </p:nvSpPr>
            <p:spPr>
              <a:xfrm>
                <a:off x="261146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h2061"/>
              <p:cNvSpPr/>
              <p:nvPr/>
            </p:nvSpPr>
            <p:spPr>
              <a:xfrm>
                <a:off x="262090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h2062"/>
              <p:cNvSpPr/>
              <p:nvPr/>
            </p:nvSpPr>
            <p:spPr>
              <a:xfrm>
                <a:off x="263034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h2063"/>
              <p:cNvSpPr/>
              <p:nvPr/>
            </p:nvSpPr>
            <p:spPr>
              <a:xfrm>
                <a:off x="263978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h2064"/>
              <p:cNvSpPr/>
              <p:nvPr/>
            </p:nvSpPr>
            <p:spPr>
              <a:xfrm>
                <a:off x="264922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h2065"/>
              <p:cNvSpPr/>
              <p:nvPr/>
            </p:nvSpPr>
            <p:spPr>
              <a:xfrm>
                <a:off x="265866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h2066"/>
              <p:cNvSpPr/>
              <p:nvPr/>
            </p:nvSpPr>
            <p:spPr>
              <a:xfrm>
                <a:off x="2668103" y="2343490"/>
                <a:ext cx="9196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63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639" y="896830"/>
                    </a:lnTo>
                    <a:lnTo>
                      <a:pt x="918287" y="903132"/>
                    </a:lnTo>
                    <a:lnTo>
                      <a:pt x="915767" y="913287"/>
                    </a:lnTo>
                    <a:lnTo>
                      <a:pt x="915451" y="91439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h2067"/>
              <p:cNvSpPr/>
              <p:nvPr/>
            </p:nvSpPr>
            <p:spPr>
              <a:xfrm>
                <a:off x="2734185" y="2343490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10484" y="914399"/>
                    </a:lnTo>
                    <a:lnTo>
                      <a:pt x="910569" y="914215"/>
                    </a:lnTo>
                    <a:lnTo>
                      <a:pt x="910709" y="913909"/>
                    </a:lnTo>
                    <a:lnTo>
                      <a:pt x="910849" y="913604"/>
                    </a:lnTo>
                    <a:lnTo>
                      <a:pt x="910989" y="913298"/>
                    </a:lnTo>
                    <a:lnTo>
                      <a:pt x="911129" y="912993"/>
                    </a:lnTo>
                    <a:lnTo>
                      <a:pt x="911269" y="912687"/>
                    </a:lnTo>
                    <a:lnTo>
                      <a:pt x="911409" y="912382"/>
                    </a:lnTo>
                    <a:lnTo>
                      <a:pt x="911549" y="912076"/>
                    </a:lnTo>
                    <a:lnTo>
                      <a:pt x="911689" y="911771"/>
                    </a:lnTo>
                    <a:lnTo>
                      <a:pt x="911830" y="911465"/>
                    </a:lnTo>
                    <a:lnTo>
                      <a:pt x="911970" y="911160"/>
                    </a:lnTo>
                    <a:lnTo>
                      <a:pt x="912110" y="910854"/>
                    </a:lnTo>
                    <a:lnTo>
                      <a:pt x="912250" y="910549"/>
                    </a:lnTo>
                    <a:lnTo>
                      <a:pt x="912390" y="910243"/>
                    </a:lnTo>
                    <a:lnTo>
                      <a:pt x="912530" y="909938"/>
                    </a:lnTo>
                    <a:lnTo>
                      <a:pt x="912670" y="909632"/>
                    </a:lnTo>
                    <a:lnTo>
                      <a:pt x="912810" y="909327"/>
                    </a:lnTo>
                    <a:lnTo>
                      <a:pt x="912951" y="909021"/>
                    </a:lnTo>
                    <a:lnTo>
                      <a:pt x="913091" y="908716"/>
                    </a:lnTo>
                    <a:lnTo>
                      <a:pt x="913231" y="908410"/>
                    </a:lnTo>
                    <a:lnTo>
                      <a:pt x="913371" y="908105"/>
                    </a:lnTo>
                    <a:lnTo>
                      <a:pt x="913511" y="907799"/>
                    </a:lnTo>
                    <a:lnTo>
                      <a:pt x="913652" y="907494"/>
                    </a:lnTo>
                    <a:lnTo>
                      <a:pt x="913792" y="907188"/>
                    </a:lnTo>
                    <a:lnTo>
                      <a:pt x="913932" y="906883"/>
                    </a:lnTo>
                    <a:lnTo>
                      <a:pt x="914072" y="906577"/>
                    </a:lnTo>
                    <a:lnTo>
                      <a:pt x="914212" y="906272"/>
                    </a:lnTo>
                    <a:lnTo>
                      <a:pt x="914399" y="905864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h2068"/>
              <p:cNvSpPr/>
              <p:nvPr/>
            </p:nvSpPr>
            <p:spPr>
              <a:xfrm>
                <a:off x="2743625" y="232592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434"/>
                    </a:lnTo>
                    <a:lnTo>
                      <a:pt x="905053" y="923231"/>
                    </a:lnTo>
                    <a:lnTo>
                      <a:pt x="905193" y="922925"/>
                    </a:lnTo>
                    <a:lnTo>
                      <a:pt x="905333" y="922620"/>
                    </a:lnTo>
                    <a:lnTo>
                      <a:pt x="905473" y="922314"/>
                    </a:lnTo>
                    <a:lnTo>
                      <a:pt x="905613" y="922009"/>
                    </a:lnTo>
                    <a:lnTo>
                      <a:pt x="905754" y="921703"/>
                    </a:lnTo>
                    <a:lnTo>
                      <a:pt x="905894" y="921398"/>
                    </a:lnTo>
                    <a:lnTo>
                      <a:pt x="906034" y="921092"/>
                    </a:lnTo>
                    <a:lnTo>
                      <a:pt x="909264" y="914400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h2069"/>
              <p:cNvSpPr/>
              <p:nvPr/>
            </p:nvSpPr>
            <p:spPr>
              <a:xfrm>
                <a:off x="274362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h2070"/>
              <p:cNvSpPr/>
              <p:nvPr/>
            </p:nvSpPr>
            <p:spPr>
              <a:xfrm>
                <a:off x="275306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h2071"/>
              <p:cNvSpPr/>
              <p:nvPr/>
            </p:nvSpPr>
            <p:spPr>
              <a:xfrm>
                <a:off x="276250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h2072"/>
              <p:cNvSpPr/>
              <p:nvPr/>
            </p:nvSpPr>
            <p:spPr>
              <a:xfrm>
                <a:off x="277194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h2073"/>
              <p:cNvSpPr/>
              <p:nvPr/>
            </p:nvSpPr>
            <p:spPr>
              <a:xfrm>
                <a:off x="278138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h2074"/>
              <p:cNvSpPr/>
              <p:nvPr/>
            </p:nvSpPr>
            <p:spPr>
              <a:xfrm>
                <a:off x="279082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h2075"/>
              <p:cNvSpPr/>
              <p:nvPr/>
            </p:nvSpPr>
            <p:spPr>
              <a:xfrm>
                <a:off x="280026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h2076"/>
              <p:cNvSpPr/>
              <p:nvPr/>
            </p:nvSpPr>
            <p:spPr>
              <a:xfrm>
                <a:off x="280970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h2077"/>
              <p:cNvSpPr/>
              <p:nvPr/>
            </p:nvSpPr>
            <p:spPr>
              <a:xfrm>
                <a:off x="281914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h2078"/>
              <p:cNvSpPr/>
              <p:nvPr/>
            </p:nvSpPr>
            <p:spPr>
              <a:xfrm>
                <a:off x="282858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h2079"/>
              <p:cNvSpPr/>
              <p:nvPr/>
            </p:nvSpPr>
            <p:spPr>
              <a:xfrm>
                <a:off x="283802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h2080"/>
              <p:cNvSpPr/>
              <p:nvPr/>
            </p:nvSpPr>
            <p:spPr>
              <a:xfrm>
                <a:off x="284746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h2081"/>
              <p:cNvSpPr/>
              <p:nvPr/>
            </p:nvSpPr>
            <p:spPr>
              <a:xfrm>
                <a:off x="285690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h2082"/>
              <p:cNvSpPr/>
              <p:nvPr/>
            </p:nvSpPr>
            <p:spPr>
              <a:xfrm>
                <a:off x="286634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h2083"/>
              <p:cNvSpPr/>
              <p:nvPr/>
            </p:nvSpPr>
            <p:spPr>
              <a:xfrm>
                <a:off x="287578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h2084"/>
              <p:cNvSpPr/>
              <p:nvPr/>
            </p:nvSpPr>
            <p:spPr>
              <a:xfrm>
                <a:off x="288522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h2085"/>
              <p:cNvSpPr/>
              <p:nvPr/>
            </p:nvSpPr>
            <p:spPr>
              <a:xfrm>
                <a:off x="289466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h2086"/>
              <p:cNvSpPr/>
              <p:nvPr/>
            </p:nvSpPr>
            <p:spPr>
              <a:xfrm>
                <a:off x="290410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h2087"/>
              <p:cNvSpPr/>
              <p:nvPr/>
            </p:nvSpPr>
            <p:spPr>
              <a:xfrm>
                <a:off x="291355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h2088"/>
              <p:cNvSpPr/>
              <p:nvPr/>
            </p:nvSpPr>
            <p:spPr>
              <a:xfrm>
                <a:off x="292299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h2089"/>
              <p:cNvSpPr/>
              <p:nvPr/>
            </p:nvSpPr>
            <p:spPr>
              <a:xfrm>
                <a:off x="293243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h2090"/>
              <p:cNvSpPr/>
              <p:nvPr/>
            </p:nvSpPr>
            <p:spPr>
              <a:xfrm>
                <a:off x="294187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h2091"/>
              <p:cNvSpPr/>
              <p:nvPr/>
            </p:nvSpPr>
            <p:spPr>
              <a:xfrm>
                <a:off x="295131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h2092"/>
              <p:cNvSpPr/>
              <p:nvPr/>
            </p:nvSpPr>
            <p:spPr>
              <a:xfrm>
                <a:off x="296075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h2093"/>
              <p:cNvSpPr/>
              <p:nvPr/>
            </p:nvSpPr>
            <p:spPr>
              <a:xfrm>
                <a:off x="297019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h2094"/>
              <p:cNvSpPr/>
              <p:nvPr/>
            </p:nvSpPr>
            <p:spPr>
              <a:xfrm>
                <a:off x="297963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h2095"/>
              <p:cNvSpPr/>
              <p:nvPr/>
            </p:nvSpPr>
            <p:spPr>
              <a:xfrm>
                <a:off x="298907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h2096"/>
              <p:cNvSpPr/>
              <p:nvPr/>
            </p:nvSpPr>
            <p:spPr>
              <a:xfrm>
                <a:off x="299851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h2097"/>
              <p:cNvSpPr/>
              <p:nvPr/>
            </p:nvSpPr>
            <p:spPr>
              <a:xfrm>
                <a:off x="300795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h2098"/>
              <p:cNvSpPr/>
              <p:nvPr/>
            </p:nvSpPr>
            <p:spPr>
              <a:xfrm>
                <a:off x="301739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h2099"/>
              <p:cNvSpPr/>
              <p:nvPr/>
            </p:nvSpPr>
            <p:spPr>
              <a:xfrm>
                <a:off x="302683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h2100"/>
              <p:cNvSpPr/>
              <p:nvPr/>
            </p:nvSpPr>
            <p:spPr>
              <a:xfrm>
                <a:off x="303627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h2101"/>
              <p:cNvSpPr/>
              <p:nvPr/>
            </p:nvSpPr>
            <p:spPr>
              <a:xfrm>
                <a:off x="304571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h2102"/>
              <p:cNvSpPr/>
              <p:nvPr/>
            </p:nvSpPr>
            <p:spPr>
              <a:xfrm>
                <a:off x="305515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h2103"/>
              <p:cNvSpPr/>
              <p:nvPr/>
            </p:nvSpPr>
            <p:spPr>
              <a:xfrm>
                <a:off x="306459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h2104"/>
              <p:cNvSpPr/>
              <p:nvPr/>
            </p:nvSpPr>
            <p:spPr>
              <a:xfrm>
                <a:off x="307403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h2105"/>
              <p:cNvSpPr/>
              <p:nvPr/>
            </p:nvSpPr>
            <p:spPr>
              <a:xfrm>
                <a:off x="308347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h2106"/>
              <p:cNvSpPr/>
              <p:nvPr/>
            </p:nvSpPr>
            <p:spPr>
              <a:xfrm>
                <a:off x="309291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h2107"/>
              <p:cNvSpPr/>
              <p:nvPr/>
            </p:nvSpPr>
            <p:spPr>
              <a:xfrm>
                <a:off x="310235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h2108"/>
              <p:cNvSpPr/>
              <p:nvPr/>
            </p:nvSpPr>
            <p:spPr>
              <a:xfrm>
                <a:off x="311179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h2109"/>
              <p:cNvSpPr/>
              <p:nvPr/>
            </p:nvSpPr>
            <p:spPr>
              <a:xfrm>
                <a:off x="312123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h2110"/>
              <p:cNvSpPr/>
              <p:nvPr/>
            </p:nvSpPr>
            <p:spPr>
              <a:xfrm>
                <a:off x="313067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h2111"/>
              <p:cNvSpPr/>
              <p:nvPr/>
            </p:nvSpPr>
            <p:spPr>
              <a:xfrm>
                <a:off x="314011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h2112"/>
              <p:cNvSpPr/>
              <p:nvPr/>
            </p:nvSpPr>
            <p:spPr>
              <a:xfrm>
                <a:off x="314955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h2113"/>
              <p:cNvSpPr/>
              <p:nvPr/>
            </p:nvSpPr>
            <p:spPr>
              <a:xfrm>
                <a:off x="315899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h2114"/>
              <p:cNvSpPr/>
              <p:nvPr/>
            </p:nvSpPr>
            <p:spPr>
              <a:xfrm>
                <a:off x="316843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h2115"/>
              <p:cNvSpPr/>
              <p:nvPr/>
            </p:nvSpPr>
            <p:spPr>
              <a:xfrm>
                <a:off x="317787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h2116"/>
              <p:cNvSpPr/>
              <p:nvPr/>
            </p:nvSpPr>
            <p:spPr>
              <a:xfrm>
                <a:off x="318731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h2117"/>
              <p:cNvSpPr/>
              <p:nvPr/>
            </p:nvSpPr>
            <p:spPr>
              <a:xfrm>
                <a:off x="319675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h2118"/>
              <p:cNvSpPr/>
              <p:nvPr/>
            </p:nvSpPr>
            <p:spPr>
              <a:xfrm>
                <a:off x="320619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h2119"/>
              <p:cNvSpPr/>
              <p:nvPr/>
            </p:nvSpPr>
            <p:spPr>
              <a:xfrm>
                <a:off x="321563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h2120"/>
              <p:cNvSpPr/>
              <p:nvPr/>
            </p:nvSpPr>
            <p:spPr>
              <a:xfrm>
                <a:off x="322507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h2121"/>
              <p:cNvSpPr/>
              <p:nvPr/>
            </p:nvSpPr>
            <p:spPr>
              <a:xfrm>
                <a:off x="323451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h2122"/>
              <p:cNvSpPr/>
              <p:nvPr/>
            </p:nvSpPr>
            <p:spPr>
              <a:xfrm>
                <a:off x="324395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h2123"/>
              <p:cNvSpPr/>
              <p:nvPr/>
            </p:nvSpPr>
            <p:spPr>
              <a:xfrm>
                <a:off x="325339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h2124"/>
              <p:cNvSpPr/>
              <p:nvPr/>
            </p:nvSpPr>
            <p:spPr>
              <a:xfrm>
                <a:off x="326283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h2125"/>
              <p:cNvSpPr/>
              <p:nvPr/>
            </p:nvSpPr>
            <p:spPr>
              <a:xfrm>
                <a:off x="327227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h2126"/>
              <p:cNvSpPr/>
              <p:nvPr/>
            </p:nvSpPr>
            <p:spPr>
              <a:xfrm>
                <a:off x="3281719" y="2343490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8546"/>
                    </a:lnTo>
                    <a:lnTo>
                      <a:pt x="922237" y="911148"/>
                    </a:lnTo>
                    <a:lnTo>
                      <a:pt x="920693" y="913734"/>
                    </a:lnTo>
                    <a:lnTo>
                      <a:pt x="920295" y="91439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h2127"/>
              <p:cNvSpPr/>
              <p:nvPr/>
            </p:nvSpPr>
            <p:spPr>
              <a:xfrm>
                <a:off x="3291159" y="2325920"/>
                <a:ext cx="920769" cy="926033"/>
              </a:xfrm>
              <a:custGeom>
                <a:avLst/>
                <a:gdLst/>
                <a:ahLst/>
                <a:cxnLst/>
                <a:rect l="0" t="0" r="0" b="0"/>
                <a:pathLst>
                  <a:path w="920769" h="926033">
                    <a:moveTo>
                      <a:pt x="914400" y="914400"/>
                    </a:moveTo>
                    <a:lnTo>
                      <a:pt x="920769" y="914400"/>
                    </a:lnTo>
                    <a:lnTo>
                      <a:pt x="918515" y="918789"/>
                    </a:lnTo>
                    <a:lnTo>
                      <a:pt x="914400" y="926033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h2128"/>
              <p:cNvSpPr/>
              <p:nvPr/>
            </p:nvSpPr>
            <p:spPr>
              <a:xfrm>
                <a:off x="2375456" y="230835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8977" y="931969"/>
                    </a:lnTo>
                    <a:lnTo>
                      <a:pt x="909065" y="924157"/>
                    </a:lnTo>
                    <a:lnTo>
                      <a:pt x="909447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h2129"/>
              <p:cNvSpPr/>
              <p:nvPr/>
            </p:nvSpPr>
            <p:spPr>
              <a:xfrm>
                <a:off x="237545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h2130"/>
              <p:cNvSpPr/>
              <p:nvPr/>
            </p:nvSpPr>
            <p:spPr>
              <a:xfrm>
                <a:off x="238489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h2131"/>
              <p:cNvSpPr/>
              <p:nvPr/>
            </p:nvSpPr>
            <p:spPr>
              <a:xfrm>
                <a:off x="239433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h2132"/>
              <p:cNvSpPr/>
              <p:nvPr/>
            </p:nvSpPr>
            <p:spPr>
              <a:xfrm>
                <a:off x="240377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h2133"/>
              <p:cNvSpPr/>
              <p:nvPr/>
            </p:nvSpPr>
            <p:spPr>
              <a:xfrm>
                <a:off x="241321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h2134"/>
              <p:cNvSpPr/>
              <p:nvPr/>
            </p:nvSpPr>
            <p:spPr>
              <a:xfrm>
                <a:off x="242265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h2135"/>
              <p:cNvSpPr/>
              <p:nvPr/>
            </p:nvSpPr>
            <p:spPr>
              <a:xfrm>
                <a:off x="243209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h2136"/>
              <p:cNvSpPr/>
              <p:nvPr/>
            </p:nvSpPr>
            <p:spPr>
              <a:xfrm>
                <a:off x="244153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h2137"/>
              <p:cNvSpPr/>
              <p:nvPr/>
            </p:nvSpPr>
            <p:spPr>
              <a:xfrm>
                <a:off x="245097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h2138"/>
              <p:cNvSpPr/>
              <p:nvPr/>
            </p:nvSpPr>
            <p:spPr>
              <a:xfrm>
                <a:off x="246041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h2139"/>
              <p:cNvSpPr/>
              <p:nvPr/>
            </p:nvSpPr>
            <p:spPr>
              <a:xfrm>
                <a:off x="246985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h2140"/>
              <p:cNvSpPr/>
              <p:nvPr/>
            </p:nvSpPr>
            <p:spPr>
              <a:xfrm>
                <a:off x="247929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h2141"/>
              <p:cNvSpPr/>
              <p:nvPr/>
            </p:nvSpPr>
            <p:spPr>
              <a:xfrm>
                <a:off x="248873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h2142"/>
              <p:cNvSpPr/>
              <p:nvPr/>
            </p:nvSpPr>
            <p:spPr>
              <a:xfrm>
                <a:off x="249817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h2143"/>
              <p:cNvSpPr/>
              <p:nvPr/>
            </p:nvSpPr>
            <p:spPr>
              <a:xfrm>
                <a:off x="250761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h2144"/>
              <p:cNvSpPr/>
              <p:nvPr/>
            </p:nvSpPr>
            <p:spPr>
              <a:xfrm>
                <a:off x="251705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h2145"/>
              <p:cNvSpPr/>
              <p:nvPr/>
            </p:nvSpPr>
            <p:spPr>
              <a:xfrm>
                <a:off x="252650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h2146"/>
              <p:cNvSpPr/>
              <p:nvPr/>
            </p:nvSpPr>
            <p:spPr>
              <a:xfrm>
                <a:off x="253594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h2147"/>
              <p:cNvSpPr/>
              <p:nvPr/>
            </p:nvSpPr>
            <p:spPr>
              <a:xfrm>
                <a:off x="254538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h2148"/>
              <p:cNvSpPr/>
              <p:nvPr/>
            </p:nvSpPr>
            <p:spPr>
              <a:xfrm>
                <a:off x="255482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h2149"/>
              <p:cNvSpPr/>
              <p:nvPr/>
            </p:nvSpPr>
            <p:spPr>
              <a:xfrm>
                <a:off x="256426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h2150"/>
              <p:cNvSpPr/>
              <p:nvPr/>
            </p:nvSpPr>
            <p:spPr>
              <a:xfrm>
                <a:off x="257370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h2151"/>
              <p:cNvSpPr/>
              <p:nvPr/>
            </p:nvSpPr>
            <p:spPr>
              <a:xfrm>
                <a:off x="258314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h2152"/>
              <p:cNvSpPr/>
              <p:nvPr/>
            </p:nvSpPr>
            <p:spPr>
              <a:xfrm>
                <a:off x="259258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h2153"/>
              <p:cNvSpPr/>
              <p:nvPr/>
            </p:nvSpPr>
            <p:spPr>
              <a:xfrm>
                <a:off x="260202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h2154"/>
              <p:cNvSpPr/>
              <p:nvPr/>
            </p:nvSpPr>
            <p:spPr>
              <a:xfrm>
                <a:off x="261146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h2155"/>
              <p:cNvSpPr/>
              <p:nvPr/>
            </p:nvSpPr>
            <p:spPr>
              <a:xfrm>
                <a:off x="262090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h2156"/>
              <p:cNvSpPr/>
              <p:nvPr/>
            </p:nvSpPr>
            <p:spPr>
              <a:xfrm>
                <a:off x="263034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h2157"/>
              <p:cNvSpPr/>
              <p:nvPr/>
            </p:nvSpPr>
            <p:spPr>
              <a:xfrm>
                <a:off x="263978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h2158"/>
              <p:cNvSpPr/>
              <p:nvPr/>
            </p:nvSpPr>
            <p:spPr>
              <a:xfrm>
                <a:off x="264922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h2159"/>
              <p:cNvSpPr/>
              <p:nvPr/>
            </p:nvSpPr>
            <p:spPr>
              <a:xfrm>
                <a:off x="265866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h2160"/>
              <p:cNvSpPr/>
              <p:nvPr/>
            </p:nvSpPr>
            <p:spPr>
              <a:xfrm>
                <a:off x="2668103" y="2325920"/>
                <a:ext cx="922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879" y="896830"/>
                    </a:lnTo>
                    <a:lnTo>
                      <a:pt x="922443" y="899719"/>
                    </a:lnTo>
                    <a:lnTo>
                      <a:pt x="920515" y="910313"/>
                    </a:lnTo>
                    <a:lnTo>
                      <a:pt x="919639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h2161"/>
              <p:cNvSpPr/>
              <p:nvPr/>
            </p:nvSpPr>
            <p:spPr>
              <a:xfrm>
                <a:off x="2743625" y="232592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264" y="914400"/>
                    </a:lnTo>
                    <a:lnTo>
                      <a:pt x="909755" y="913382"/>
                    </a:lnTo>
                    <a:lnTo>
                      <a:pt x="913675" y="906021"/>
                    </a:lnTo>
                    <a:lnTo>
                      <a:pt x="914400" y="904788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h2162"/>
              <p:cNvSpPr/>
              <p:nvPr/>
            </p:nvSpPr>
            <p:spPr>
              <a:xfrm>
                <a:off x="2753065" y="230835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2358"/>
                    </a:lnTo>
                    <a:lnTo>
                      <a:pt x="908344" y="916597"/>
                    </a:lnTo>
                    <a:lnTo>
                      <a:pt x="909770" y="914400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h2163"/>
              <p:cNvSpPr/>
              <p:nvPr/>
            </p:nvSpPr>
            <p:spPr>
              <a:xfrm>
                <a:off x="275306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h2164"/>
              <p:cNvSpPr/>
              <p:nvPr/>
            </p:nvSpPr>
            <p:spPr>
              <a:xfrm>
                <a:off x="276250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h2165"/>
              <p:cNvSpPr/>
              <p:nvPr/>
            </p:nvSpPr>
            <p:spPr>
              <a:xfrm>
                <a:off x="277194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h2166"/>
              <p:cNvSpPr/>
              <p:nvPr/>
            </p:nvSpPr>
            <p:spPr>
              <a:xfrm>
                <a:off x="278138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h2167"/>
              <p:cNvSpPr/>
              <p:nvPr/>
            </p:nvSpPr>
            <p:spPr>
              <a:xfrm>
                <a:off x="279082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h2168"/>
              <p:cNvSpPr/>
              <p:nvPr/>
            </p:nvSpPr>
            <p:spPr>
              <a:xfrm>
                <a:off x="280026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h2169"/>
              <p:cNvSpPr/>
              <p:nvPr/>
            </p:nvSpPr>
            <p:spPr>
              <a:xfrm>
                <a:off x="280970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h2170"/>
              <p:cNvSpPr/>
              <p:nvPr/>
            </p:nvSpPr>
            <p:spPr>
              <a:xfrm>
                <a:off x="281914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h2171"/>
              <p:cNvSpPr/>
              <p:nvPr/>
            </p:nvSpPr>
            <p:spPr>
              <a:xfrm>
                <a:off x="282858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h2172"/>
              <p:cNvSpPr/>
              <p:nvPr/>
            </p:nvSpPr>
            <p:spPr>
              <a:xfrm>
                <a:off x="283802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h2173"/>
              <p:cNvSpPr/>
              <p:nvPr/>
            </p:nvSpPr>
            <p:spPr>
              <a:xfrm>
                <a:off x="284746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h2174"/>
              <p:cNvSpPr/>
              <p:nvPr/>
            </p:nvSpPr>
            <p:spPr>
              <a:xfrm>
                <a:off x="285690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h2175"/>
              <p:cNvSpPr/>
              <p:nvPr/>
            </p:nvSpPr>
            <p:spPr>
              <a:xfrm>
                <a:off x="286634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h2176"/>
              <p:cNvSpPr/>
              <p:nvPr/>
            </p:nvSpPr>
            <p:spPr>
              <a:xfrm>
                <a:off x="287578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h2177"/>
              <p:cNvSpPr/>
              <p:nvPr/>
            </p:nvSpPr>
            <p:spPr>
              <a:xfrm>
                <a:off x="288522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h2178"/>
              <p:cNvSpPr/>
              <p:nvPr/>
            </p:nvSpPr>
            <p:spPr>
              <a:xfrm>
                <a:off x="289466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h2179"/>
              <p:cNvSpPr/>
              <p:nvPr/>
            </p:nvSpPr>
            <p:spPr>
              <a:xfrm>
                <a:off x="290410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h2180"/>
              <p:cNvSpPr/>
              <p:nvPr/>
            </p:nvSpPr>
            <p:spPr>
              <a:xfrm>
                <a:off x="291355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h2181"/>
              <p:cNvSpPr/>
              <p:nvPr/>
            </p:nvSpPr>
            <p:spPr>
              <a:xfrm>
                <a:off x="292299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h2182"/>
              <p:cNvSpPr/>
              <p:nvPr/>
            </p:nvSpPr>
            <p:spPr>
              <a:xfrm>
                <a:off x="293243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h2183"/>
              <p:cNvSpPr/>
              <p:nvPr/>
            </p:nvSpPr>
            <p:spPr>
              <a:xfrm>
                <a:off x="294187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h2184"/>
              <p:cNvSpPr/>
              <p:nvPr/>
            </p:nvSpPr>
            <p:spPr>
              <a:xfrm>
                <a:off x="295131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h2185"/>
              <p:cNvSpPr/>
              <p:nvPr/>
            </p:nvSpPr>
            <p:spPr>
              <a:xfrm>
                <a:off x="296075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h2186"/>
              <p:cNvSpPr/>
              <p:nvPr/>
            </p:nvSpPr>
            <p:spPr>
              <a:xfrm>
                <a:off x="297019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h2187"/>
              <p:cNvSpPr/>
              <p:nvPr/>
            </p:nvSpPr>
            <p:spPr>
              <a:xfrm>
                <a:off x="297963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h2188"/>
              <p:cNvSpPr/>
              <p:nvPr/>
            </p:nvSpPr>
            <p:spPr>
              <a:xfrm>
                <a:off x="298907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h2189"/>
              <p:cNvSpPr/>
              <p:nvPr/>
            </p:nvSpPr>
            <p:spPr>
              <a:xfrm>
                <a:off x="299851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h2190"/>
              <p:cNvSpPr/>
              <p:nvPr/>
            </p:nvSpPr>
            <p:spPr>
              <a:xfrm>
                <a:off x="300795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h2191"/>
              <p:cNvSpPr/>
              <p:nvPr/>
            </p:nvSpPr>
            <p:spPr>
              <a:xfrm>
                <a:off x="301739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h2192"/>
              <p:cNvSpPr/>
              <p:nvPr/>
            </p:nvSpPr>
            <p:spPr>
              <a:xfrm>
                <a:off x="302683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h2193"/>
              <p:cNvSpPr/>
              <p:nvPr/>
            </p:nvSpPr>
            <p:spPr>
              <a:xfrm>
                <a:off x="303627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h2194"/>
              <p:cNvSpPr/>
              <p:nvPr/>
            </p:nvSpPr>
            <p:spPr>
              <a:xfrm>
                <a:off x="304571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h2195"/>
              <p:cNvSpPr/>
              <p:nvPr/>
            </p:nvSpPr>
            <p:spPr>
              <a:xfrm>
                <a:off x="305515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h2196"/>
              <p:cNvSpPr/>
              <p:nvPr/>
            </p:nvSpPr>
            <p:spPr>
              <a:xfrm>
                <a:off x="306459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h2197"/>
              <p:cNvSpPr/>
              <p:nvPr/>
            </p:nvSpPr>
            <p:spPr>
              <a:xfrm>
                <a:off x="307403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h2198"/>
              <p:cNvSpPr/>
              <p:nvPr/>
            </p:nvSpPr>
            <p:spPr>
              <a:xfrm>
                <a:off x="308347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h2199"/>
              <p:cNvSpPr/>
              <p:nvPr/>
            </p:nvSpPr>
            <p:spPr>
              <a:xfrm>
                <a:off x="309291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h2200"/>
              <p:cNvSpPr/>
              <p:nvPr/>
            </p:nvSpPr>
            <p:spPr>
              <a:xfrm>
                <a:off x="310235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h2201"/>
              <p:cNvSpPr/>
              <p:nvPr/>
            </p:nvSpPr>
            <p:spPr>
              <a:xfrm>
                <a:off x="311179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h2202"/>
              <p:cNvSpPr/>
              <p:nvPr/>
            </p:nvSpPr>
            <p:spPr>
              <a:xfrm>
                <a:off x="312123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h2203"/>
              <p:cNvSpPr/>
              <p:nvPr/>
            </p:nvSpPr>
            <p:spPr>
              <a:xfrm>
                <a:off x="313067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h2204"/>
              <p:cNvSpPr/>
              <p:nvPr/>
            </p:nvSpPr>
            <p:spPr>
              <a:xfrm>
                <a:off x="314011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h2205"/>
              <p:cNvSpPr/>
              <p:nvPr/>
            </p:nvSpPr>
            <p:spPr>
              <a:xfrm>
                <a:off x="314955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h2206"/>
              <p:cNvSpPr/>
              <p:nvPr/>
            </p:nvSpPr>
            <p:spPr>
              <a:xfrm>
                <a:off x="315899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h2207"/>
              <p:cNvSpPr/>
              <p:nvPr/>
            </p:nvSpPr>
            <p:spPr>
              <a:xfrm>
                <a:off x="316843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h2208"/>
              <p:cNvSpPr/>
              <p:nvPr/>
            </p:nvSpPr>
            <p:spPr>
              <a:xfrm>
                <a:off x="317787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h2209"/>
              <p:cNvSpPr/>
              <p:nvPr/>
            </p:nvSpPr>
            <p:spPr>
              <a:xfrm>
                <a:off x="318731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h2210"/>
              <p:cNvSpPr/>
              <p:nvPr/>
            </p:nvSpPr>
            <p:spPr>
              <a:xfrm>
                <a:off x="319675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h2211"/>
              <p:cNvSpPr/>
              <p:nvPr/>
            </p:nvSpPr>
            <p:spPr>
              <a:xfrm>
                <a:off x="320619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h2212"/>
              <p:cNvSpPr/>
              <p:nvPr/>
            </p:nvSpPr>
            <p:spPr>
              <a:xfrm>
                <a:off x="321563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h2213"/>
              <p:cNvSpPr/>
              <p:nvPr/>
            </p:nvSpPr>
            <p:spPr>
              <a:xfrm>
                <a:off x="322507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h2214"/>
              <p:cNvSpPr/>
              <p:nvPr/>
            </p:nvSpPr>
            <p:spPr>
              <a:xfrm>
                <a:off x="323451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h2215"/>
              <p:cNvSpPr/>
              <p:nvPr/>
            </p:nvSpPr>
            <p:spPr>
              <a:xfrm>
                <a:off x="324395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h2216"/>
              <p:cNvSpPr/>
              <p:nvPr/>
            </p:nvSpPr>
            <p:spPr>
              <a:xfrm>
                <a:off x="325339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h2217"/>
              <p:cNvSpPr/>
              <p:nvPr/>
            </p:nvSpPr>
            <p:spPr>
              <a:xfrm>
                <a:off x="326283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h2218"/>
              <p:cNvSpPr/>
              <p:nvPr/>
            </p:nvSpPr>
            <p:spPr>
              <a:xfrm>
                <a:off x="327227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h2219"/>
              <p:cNvSpPr/>
              <p:nvPr/>
            </p:nvSpPr>
            <p:spPr>
              <a:xfrm>
                <a:off x="328171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h2220"/>
              <p:cNvSpPr/>
              <p:nvPr/>
            </p:nvSpPr>
            <p:spPr>
              <a:xfrm>
                <a:off x="3291159" y="232592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33"/>
                    </a:lnTo>
                    <a:lnTo>
                      <a:pt x="922473" y="911080"/>
                    </a:lnTo>
                    <a:lnTo>
                      <a:pt x="920769" y="914400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h2221"/>
              <p:cNvSpPr/>
              <p:nvPr/>
            </p:nvSpPr>
            <p:spPr>
              <a:xfrm>
                <a:off x="3300599" y="2308350"/>
                <a:ext cx="919361" cy="925702"/>
              </a:xfrm>
              <a:custGeom>
                <a:avLst/>
                <a:gdLst/>
                <a:ahLst/>
                <a:cxnLst/>
                <a:rect l="0" t="0" r="0" b="0"/>
                <a:pathLst>
                  <a:path w="919361" h="925702">
                    <a:moveTo>
                      <a:pt x="914400" y="914400"/>
                    </a:moveTo>
                    <a:lnTo>
                      <a:pt x="919361" y="914400"/>
                    </a:lnTo>
                    <a:lnTo>
                      <a:pt x="916776" y="920578"/>
                    </a:lnTo>
                    <a:lnTo>
                      <a:pt x="914400" y="925702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h2222"/>
              <p:cNvSpPr/>
              <p:nvPr/>
            </p:nvSpPr>
            <p:spPr>
              <a:xfrm>
                <a:off x="2375456" y="229078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447" y="931969"/>
                    </a:lnTo>
                    <a:lnTo>
                      <a:pt x="909493" y="930796"/>
                    </a:lnTo>
                    <a:lnTo>
                      <a:pt x="910227" y="919920"/>
                    </a:lnTo>
                    <a:lnTo>
                      <a:pt x="910757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h2223"/>
              <p:cNvSpPr/>
              <p:nvPr/>
            </p:nvSpPr>
            <p:spPr>
              <a:xfrm>
                <a:off x="237545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h2224"/>
              <p:cNvSpPr/>
              <p:nvPr/>
            </p:nvSpPr>
            <p:spPr>
              <a:xfrm>
                <a:off x="238489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h2225"/>
              <p:cNvSpPr/>
              <p:nvPr/>
            </p:nvSpPr>
            <p:spPr>
              <a:xfrm>
                <a:off x="239433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h2226"/>
              <p:cNvSpPr/>
              <p:nvPr/>
            </p:nvSpPr>
            <p:spPr>
              <a:xfrm>
                <a:off x="240377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h2227"/>
              <p:cNvSpPr/>
              <p:nvPr/>
            </p:nvSpPr>
            <p:spPr>
              <a:xfrm>
                <a:off x="241321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h2228"/>
              <p:cNvSpPr/>
              <p:nvPr/>
            </p:nvSpPr>
            <p:spPr>
              <a:xfrm>
                <a:off x="242265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h2229"/>
              <p:cNvSpPr/>
              <p:nvPr/>
            </p:nvSpPr>
            <p:spPr>
              <a:xfrm>
                <a:off x="243209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h2230"/>
              <p:cNvSpPr/>
              <p:nvPr/>
            </p:nvSpPr>
            <p:spPr>
              <a:xfrm>
                <a:off x="244153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h2231"/>
              <p:cNvSpPr/>
              <p:nvPr/>
            </p:nvSpPr>
            <p:spPr>
              <a:xfrm>
                <a:off x="245097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h2232"/>
              <p:cNvSpPr/>
              <p:nvPr/>
            </p:nvSpPr>
            <p:spPr>
              <a:xfrm>
                <a:off x="246041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h2233"/>
              <p:cNvSpPr/>
              <p:nvPr/>
            </p:nvSpPr>
            <p:spPr>
              <a:xfrm>
                <a:off x="246985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h2234"/>
              <p:cNvSpPr/>
              <p:nvPr/>
            </p:nvSpPr>
            <p:spPr>
              <a:xfrm>
                <a:off x="247929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h2235"/>
              <p:cNvSpPr/>
              <p:nvPr/>
            </p:nvSpPr>
            <p:spPr>
              <a:xfrm>
                <a:off x="248873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h2236"/>
              <p:cNvSpPr/>
              <p:nvPr/>
            </p:nvSpPr>
            <p:spPr>
              <a:xfrm>
                <a:off x="249817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h2237"/>
              <p:cNvSpPr/>
              <p:nvPr/>
            </p:nvSpPr>
            <p:spPr>
              <a:xfrm>
                <a:off x="250761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h2238"/>
              <p:cNvSpPr/>
              <p:nvPr/>
            </p:nvSpPr>
            <p:spPr>
              <a:xfrm>
                <a:off x="251705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h2239"/>
              <p:cNvSpPr/>
              <p:nvPr/>
            </p:nvSpPr>
            <p:spPr>
              <a:xfrm>
                <a:off x="252650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h2240"/>
              <p:cNvSpPr/>
              <p:nvPr/>
            </p:nvSpPr>
            <p:spPr>
              <a:xfrm>
                <a:off x="253594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h2241"/>
              <p:cNvSpPr/>
              <p:nvPr/>
            </p:nvSpPr>
            <p:spPr>
              <a:xfrm>
                <a:off x="254538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h2242"/>
              <p:cNvSpPr/>
              <p:nvPr/>
            </p:nvSpPr>
            <p:spPr>
              <a:xfrm>
                <a:off x="255482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h2243"/>
              <p:cNvSpPr/>
              <p:nvPr/>
            </p:nvSpPr>
            <p:spPr>
              <a:xfrm>
                <a:off x="256426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h2244"/>
              <p:cNvSpPr/>
              <p:nvPr/>
            </p:nvSpPr>
            <p:spPr>
              <a:xfrm>
                <a:off x="257370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h2245"/>
              <p:cNvSpPr/>
              <p:nvPr/>
            </p:nvSpPr>
            <p:spPr>
              <a:xfrm>
                <a:off x="258314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h2246"/>
              <p:cNvSpPr/>
              <p:nvPr/>
            </p:nvSpPr>
            <p:spPr>
              <a:xfrm>
                <a:off x="259258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h2247"/>
              <p:cNvSpPr/>
              <p:nvPr/>
            </p:nvSpPr>
            <p:spPr>
              <a:xfrm>
                <a:off x="260202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h2248"/>
              <p:cNvSpPr/>
              <p:nvPr/>
            </p:nvSpPr>
            <p:spPr>
              <a:xfrm>
                <a:off x="261146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h2249"/>
              <p:cNvSpPr/>
              <p:nvPr/>
            </p:nvSpPr>
            <p:spPr>
              <a:xfrm>
                <a:off x="262090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h2250"/>
              <p:cNvSpPr/>
              <p:nvPr/>
            </p:nvSpPr>
            <p:spPr>
              <a:xfrm>
                <a:off x="263034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h2251"/>
              <p:cNvSpPr/>
              <p:nvPr/>
            </p:nvSpPr>
            <p:spPr>
              <a:xfrm>
                <a:off x="263978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h2252"/>
              <p:cNvSpPr/>
              <p:nvPr/>
            </p:nvSpPr>
            <p:spPr>
              <a:xfrm>
                <a:off x="264922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h2253"/>
              <p:cNvSpPr/>
              <p:nvPr/>
            </p:nvSpPr>
            <p:spPr>
              <a:xfrm>
                <a:off x="265866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h2254"/>
              <p:cNvSpPr/>
              <p:nvPr/>
            </p:nvSpPr>
            <p:spPr>
              <a:xfrm>
                <a:off x="2668103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29"/>
                    </a:lnTo>
                    <a:lnTo>
                      <a:pt x="922879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h2255"/>
              <p:cNvSpPr/>
              <p:nvPr/>
            </p:nvSpPr>
            <p:spPr>
              <a:xfrm>
                <a:off x="2677544" y="2290780"/>
                <a:ext cx="915794" cy="925599"/>
              </a:xfrm>
              <a:custGeom>
                <a:avLst/>
                <a:gdLst/>
                <a:ahLst/>
                <a:cxnLst/>
                <a:rect l="0" t="0" r="0" b="0"/>
                <a:pathLst>
                  <a:path w="915794" h="925599">
                    <a:moveTo>
                      <a:pt x="914399" y="914400"/>
                    </a:moveTo>
                    <a:lnTo>
                      <a:pt x="915794" y="914400"/>
                    </a:lnTo>
                    <a:lnTo>
                      <a:pt x="914627" y="924089"/>
                    </a:lnTo>
                    <a:lnTo>
                      <a:pt x="914399" y="92559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h2256"/>
              <p:cNvSpPr/>
              <p:nvPr/>
            </p:nvSpPr>
            <p:spPr>
              <a:xfrm>
                <a:off x="2753065" y="230835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770" y="914400"/>
                    </a:lnTo>
                    <a:lnTo>
                      <a:pt x="912634" y="909988"/>
                    </a:lnTo>
                    <a:lnTo>
                      <a:pt x="914399" y="907528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h2257"/>
              <p:cNvSpPr/>
              <p:nvPr/>
            </p:nvSpPr>
            <p:spPr>
              <a:xfrm>
                <a:off x="2762506" y="229078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098"/>
                    </a:lnTo>
                    <a:lnTo>
                      <a:pt x="907652" y="921348"/>
                    </a:lnTo>
                    <a:lnTo>
                      <a:pt x="912269" y="915555"/>
                    </a:lnTo>
                    <a:lnTo>
                      <a:pt x="912475" y="915309"/>
                    </a:lnTo>
                    <a:lnTo>
                      <a:pt x="912683" y="915062"/>
                    </a:lnTo>
                    <a:lnTo>
                      <a:pt x="912892" y="914814"/>
                    </a:lnTo>
                    <a:lnTo>
                      <a:pt x="913100" y="914566"/>
                    </a:lnTo>
                    <a:lnTo>
                      <a:pt x="913240" y="914400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h2258"/>
              <p:cNvSpPr/>
              <p:nvPr/>
            </p:nvSpPr>
            <p:spPr>
              <a:xfrm>
                <a:off x="276250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h2259"/>
              <p:cNvSpPr/>
              <p:nvPr/>
            </p:nvSpPr>
            <p:spPr>
              <a:xfrm>
                <a:off x="277194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h2260"/>
              <p:cNvSpPr/>
              <p:nvPr/>
            </p:nvSpPr>
            <p:spPr>
              <a:xfrm>
                <a:off x="278138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h2261"/>
              <p:cNvSpPr/>
              <p:nvPr/>
            </p:nvSpPr>
            <p:spPr>
              <a:xfrm>
                <a:off x="279082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h2262"/>
              <p:cNvSpPr/>
              <p:nvPr/>
            </p:nvSpPr>
            <p:spPr>
              <a:xfrm>
                <a:off x="280026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h2263"/>
              <p:cNvSpPr/>
              <p:nvPr/>
            </p:nvSpPr>
            <p:spPr>
              <a:xfrm>
                <a:off x="280970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h2264"/>
              <p:cNvSpPr/>
              <p:nvPr/>
            </p:nvSpPr>
            <p:spPr>
              <a:xfrm>
                <a:off x="281914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h2265"/>
              <p:cNvSpPr/>
              <p:nvPr/>
            </p:nvSpPr>
            <p:spPr>
              <a:xfrm>
                <a:off x="282858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h2266"/>
              <p:cNvSpPr/>
              <p:nvPr/>
            </p:nvSpPr>
            <p:spPr>
              <a:xfrm>
                <a:off x="283802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h2267"/>
              <p:cNvSpPr/>
              <p:nvPr/>
            </p:nvSpPr>
            <p:spPr>
              <a:xfrm>
                <a:off x="284746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h2268"/>
              <p:cNvSpPr/>
              <p:nvPr/>
            </p:nvSpPr>
            <p:spPr>
              <a:xfrm>
                <a:off x="285690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h2269"/>
              <p:cNvSpPr/>
              <p:nvPr/>
            </p:nvSpPr>
            <p:spPr>
              <a:xfrm>
                <a:off x="286634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h2270"/>
              <p:cNvSpPr/>
              <p:nvPr/>
            </p:nvSpPr>
            <p:spPr>
              <a:xfrm>
                <a:off x="287578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h2271"/>
              <p:cNvSpPr/>
              <p:nvPr/>
            </p:nvSpPr>
            <p:spPr>
              <a:xfrm>
                <a:off x="288522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h2272"/>
              <p:cNvSpPr/>
              <p:nvPr/>
            </p:nvSpPr>
            <p:spPr>
              <a:xfrm>
                <a:off x="289466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h2273"/>
              <p:cNvSpPr/>
              <p:nvPr/>
            </p:nvSpPr>
            <p:spPr>
              <a:xfrm>
                <a:off x="290410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h2274"/>
              <p:cNvSpPr/>
              <p:nvPr/>
            </p:nvSpPr>
            <p:spPr>
              <a:xfrm>
                <a:off x="291355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h2275"/>
              <p:cNvSpPr/>
              <p:nvPr/>
            </p:nvSpPr>
            <p:spPr>
              <a:xfrm>
                <a:off x="292299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h2276"/>
              <p:cNvSpPr/>
              <p:nvPr/>
            </p:nvSpPr>
            <p:spPr>
              <a:xfrm>
                <a:off x="293243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h2277"/>
              <p:cNvSpPr/>
              <p:nvPr/>
            </p:nvSpPr>
            <p:spPr>
              <a:xfrm>
                <a:off x="294187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h2278"/>
              <p:cNvSpPr/>
              <p:nvPr/>
            </p:nvSpPr>
            <p:spPr>
              <a:xfrm>
                <a:off x="295131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h2279"/>
              <p:cNvSpPr/>
              <p:nvPr/>
            </p:nvSpPr>
            <p:spPr>
              <a:xfrm>
                <a:off x="296075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h2280"/>
              <p:cNvSpPr/>
              <p:nvPr/>
            </p:nvSpPr>
            <p:spPr>
              <a:xfrm>
                <a:off x="297019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h2281"/>
              <p:cNvSpPr/>
              <p:nvPr/>
            </p:nvSpPr>
            <p:spPr>
              <a:xfrm>
                <a:off x="297963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h2282"/>
              <p:cNvSpPr/>
              <p:nvPr/>
            </p:nvSpPr>
            <p:spPr>
              <a:xfrm>
                <a:off x="298907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h2283"/>
              <p:cNvSpPr/>
              <p:nvPr/>
            </p:nvSpPr>
            <p:spPr>
              <a:xfrm>
                <a:off x="299851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h2284"/>
              <p:cNvSpPr/>
              <p:nvPr/>
            </p:nvSpPr>
            <p:spPr>
              <a:xfrm>
                <a:off x="300795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h2285"/>
              <p:cNvSpPr/>
              <p:nvPr/>
            </p:nvSpPr>
            <p:spPr>
              <a:xfrm>
                <a:off x="301739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h2286"/>
              <p:cNvSpPr/>
              <p:nvPr/>
            </p:nvSpPr>
            <p:spPr>
              <a:xfrm>
                <a:off x="302683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h2287"/>
              <p:cNvSpPr/>
              <p:nvPr/>
            </p:nvSpPr>
            <p:spPr>
              <a:xfrm>
                <a:off x="303627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h2288"/>
              <p:cNvSpPr/>
              <p:nvPr/>
            </p:nvSpPr>
            <p:spPr>
              <a:xfrm>
                <a:off x="304571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h2289"/>
              <p:cNvSpPr/>
              <p:nvPr/>
            </p:nvSpPr>
            <p:spPr>
              <a:xfrm>
                <a:off x="305515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h2290"/>
              <p:cNvSpPr/>
              <p:nvPr/>
            </p:nvSpPr>
            <p:spPr>
              <a:xfrm>
                <a:off x="306459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h2291"/>
              <p:cNvSpPr/>
              <p:nvPr/>
            </p:nvSpPr>
            <p:spPr>
              <a:xfrm>
                <a:off x="307403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h2292"/>
              <p:cNvSpPr/>
              <p:nvPr/>
            </p:nvSpPr>
            <p:spPr>
              <a:xfrm>
                <a:off x="308347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h2293"/>
              <p:cNvSpPr/>
              <p:nvPr/>
            </p:nvSpPr>
            <p:spPr>
              <a:xfrm>
                <a:off x="309291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h2294"/>
              <p:cNvSpPr/>
              <p:nvPr/>
            </p:nvSpPr>
            <p:spPr>
              <a:xfrm>
                <a:off x="310235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h2295"/>
              <p:cNvSpPr/>
              <p:nvPr/>
            </p:nvSpPr>
            <p:spPr>
              <a:xfrm>
                <a:off x="311179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h2296"/>
              <p:cNvSpPr/>
              <p:nvPr/>
            </p:nvSpPr>
            <p:spPr>
              <a:xfrm>
                <a:off x="312123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h2297"/>
              <p:cNvSpPr/>
              <p:nvPr/>
            </p:nvSpPr>
            <p:spPr>
              <a:xfrm>
                <a:off x="313067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h2298"/>
              <p:cNvSpPr/>
              <p:nvPr/>
            </p:nvSpPr>
            <p:spPr>
              <a:xfrm>
                <a:off x="314011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h2299"/>
              <p:cNvSpPr/>
              <p:nvPr/>
            </p:nvSpPr>
            <p:spPr>
              <a:xfrm>
                <a:off x="314955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h2300"/>
              <p:cNvSpPr/>
              <p:nvPr/>
            </p:nvSpPr>
            <p:spPr>
              <a:xfrm>
                <a:off x="315899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h2301"/>
              <p:cNvSpPr/>
              <p:nvPr/>
            </p:nvSpPr>
            <p:spPr>
              <a:xfrm>
                <a:off x="316843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h2302"/>
              <p:cNvSpPr/>
              <p:nvPr/>
            </p:nvSpPr>
            <p:spPr>
              <a:xfrm>
                <a:off x="317787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h2303"/>
              <p:cNvSpPr/>
              <p:nvPr/>
            </p:nvSpPr>
            <p:spPr>
              <a:xfrm>
                <a:off x="318731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h2304"/>
              <p:cNvSpPr/>
              <p:nvPr/>
            </p:nvSpPr>
            <p:spPr>
              <a:xfrm>
                <a:off x="319675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h2305"/>
              <p:cNvSpPr/>
              <p:nvPr/>
            </p:nvSpPr>
            <p:spPr>
              <a:xfrm>
                <a:off x="320619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h2306"/>
              <p:cNvSpPr/>
              <p:nvPr/>
            </p:nvSpPr>
            <p:spPr>
              <a:xfrm>
                <a:off x="321563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h2307"/>
              <p:cNvSpPr/>
              <p:nvPr/>
            </p:nvSpPr>
            <p:spPr>
              <a:xfrm>
                <a:off x="322507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h2308"/>
              <p:cNvSpPr/>
              <p:nvPr/>
            </p:nvSpPr>
            <p:spPr>
              <a:xfrm>
                <a:off x="323451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h2309"/>
              <p:cNvSpPr/>
              <p:nvPr/>
            </p:nvSpPr>
            <p:spPr>
              <a:xfrm>
                <a:off x="324395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h2310"/>
              <p:cNvSpPr/>
              <p:nvPr/>
            </p:nvSpPr>
            <p:spPr>
              <a:xfrm>
                <a:off x="325339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h2311"/>
              <p:cNvSpPr/>
              <p:nvPr/>
            </p:nvSpPr>
            <p:spPr>
              <a:xfrm>
                <a:off x="326283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h2312"/>
              <p:cNvSpPr/>
              <p:nvPr/>
            </p:nvSpPr>
            <p:spPr>
              <a:xfrm>
                <a:off x="327227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h2313"/>
              <p:cNvSpPr/>
              <p:nvPr/>
            </p:nvSpPr>
            <p:spPr>
              <a:xfrm>
                <a:off x="328171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h2314"/>
              <p:cNvSpPr/>
              <p:nvPr/>
            </p:nvSpPr>
            <p:spPr>
              <a:xfrm>
                <a:off x="329115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h2315"/>
              <p:cNvSpPr/>
              <p:nvPr/>
            </p:nvSpPr>
            <p:spPr>
              <a:xfrm>
                <a:off x="3300599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66"/>
                    </a:lnTo>
                    <a:lnTo>
                      <a:pt x="923582" y="903431"/>
                    </a:lnTo>
                    <a:lnTo>
                      <a:pt x="920296" y="912165"/>
                    </a:lnTo>
                    <a:lnTo>
                      <a:pt x="919361" y="914400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h2316"/>
              <p:cNvSpPr/>
              <p:nvPr/>
            </p:nvSpPr>
            <p:spPr>
              <a:xfrm>
                <a:off x="3310040" y="2290780"/>
                <a:ext cx="916367" cy="920236"/>
              </a:xfrm>
              <a:custGeom>
                <a:avLst/>
                <a:gdLst/>
                <a:ahLst/>
                <a:cxnLst/>
                <a:rect l="0" t="0" r="0" b="0"/>
                <a:pathLst>
                  <a:path w="916367" h="920236">
                    <a:moveTo>
                      <a:pt x="914400" y="914400"/>
                    </a:moveTo>
                    <a:lnTo>
                      <a:pt x="916367" y="914400"/>
                    </a:lnTo>
                    <a:lnTo>
                      <a:pt x="914400" y="920236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h2317"/>
              <p:cNvSpPr/>
              <p:nvPr/>
            </p:nvSpPr>
            <p:spPr>
              <a:xfrm>
                <a:off x="2375456" y="227321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0757" y="931969"/>
                    </a:lnTo>
                    <a:lnTo>
                      <a:pt x="911263" y="926701"/>
                    </a:lnTo>
                    <a:lnTo>
                      <a:pt x="912599" y="916026"/>
                    </a:lnTo>
                    <a:lnTo>
                      <a:pt x="912851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h2318"/>
              <p:cNvSpPr/>
              <p:nvPr/>
            </p:nvSpPr>
            <p:spPr>
              <a:xfrm>
                <a:off x="237545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h2319"/>
              <p:cNvSpPr/>
              <p:nvPr/>
            </p:nvSpPr>
            <p:spPr>
              <a:xfrm>
                <a:off x="238489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h2320"/>
              <p:cNvSpPr/>
              <p:nvPr/>
            </p:nvSpPr>
            <p:spPr>
              <a:xfrm>
                <a:off x="239433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h2321"/>
              <p:cNvSpPr/>
              <p:nvPr/>
            </p:nvSpPr>
            <p:spPr>
              <a:xfrm>
                <a:off x="240377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h2322"/>
              <p:cNvSpPr/>
              <p:nvPr/>
            </p:nvSpPr>
            <p:spPr>
              <a:xfrm>
                <a:off x="241321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h2323"/>
              <p:cNvSpPr/>
              <p:nvPr/>
            </p:nvSpPr>
            <p:spPr>
              <a:xfrm>
                <a:off x="242265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h2324"/>
              <p:cNvSpPr/>
              <p:nvPr/>
            </p:nvSpPr>
            <p:spPr>
              <a:xfrm>
                <a:off x="243209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h2325"/>
              <p:cNvSpPr/>
              <p:nvPr/>
            </p:nvSpPr>
            <p:spPr>
              <a:xfrm>
                <a:off x="244153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h2326"/>
              <p:cNvSpPr/>
              <p:nvPr/>
            </p:nvSpPr>
            <p:spPr>
              <a:xfrm>
                <a:off x="245097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h2327"/>
              <p:cNvSpPr/>
              <p:nvPr/>
            </p:nvSpPr>
            <p:spPr>
              <a:xfrm>
                <a:off x="246041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h2328"/>
              <p:cNvSpPr/>
              <p:nvPr/>
            </p:nvSpPr>
            <p:spPr>
              <a:xfrm>
                <a:off x="246985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h2329"/>
              <p:cNvSpPr/>
              <p:nvPr/>
            </p:nvSpPr>
            <p:spPr>
              <a:xfrm>
                <a:off x="247929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h2330"/>
              <p:cNvSpPr/>
              <p:nvPr/>
            </p:nvSpPr>
            <p:spPr>
              <a:xfrm>
                <a:off x="248873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h2331"/>
              <p:cNvSpPr/>
              <p:nvPr/>
            </p:nvSpPr>
            <p:spPr>
              <a:xfrm>
                <a:off x="249817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h2332"/>
              <p:cNvSpPr/>
              <p:nvPr/>
            </p:nvSpPr>
            <p:spPr>
              <a:xfrm>
                <a:off x="250761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h2333"/>
              <p:cNvSpPr/>
              <p:nvPr/>
            </p:nvSpPr>
            <p:spPr>
              <a:xfrm>
                <a:off x="251705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h2334"/>
              <p:cNvSpPr/>
              <p:nvPr/>
            </p:nvSpPr>
            <p:spPr>
              <a:xfrm>
                <a:off x="252650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h2335"/>
              <p:cNvSpPr/>
              <p:nvPr/>
            </p:nvSpPr>
            <p:spPr>
              <a:xfrm>
                <a:off x="253594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h2336"/>
              <p:cNvSpPr/>
              <p:nvPr/>
            </p:nvSpPr>
            <p:spPr>
              <a:xfrm>
                <a:off x="254538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h2337"/>
              <p:cNvSpPr/>
              <p:nvPr/>
            </p:nvSpPr>
            <p:spPr>
              <a:xfrm>
                <a:off x="255482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h2338"/>
              <p:cNvSpPr/>
              <p:nvPr/>
            </p:nvSpPr>
            <p:spPr>
              <a:xfrm>
                <a:off x="256426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h2339"/>
              <p:cNvSpPr/>
              <p:nvPr/>
            </p:nvSpPr>
            <p:spPr>
              <a:xfrm>
                <a:off x="257370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h2340"/>
              <p:cNvSpPr/>
              <p:nvPr/>
            </p:nvSpPr>
            <p:spPr>
              <a:xfrm>
                <a:off x="258314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h2341"/>
              <p:cNvSpPr/>
              <p:nvPr/>
            </p:nvSpPr>
            <p:spPr>
              <a:xfrm>
                <a:off x="259258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h2342"/>
              <p:cNvSpPr/>
              <p:nvPr/>
            </p:nvSpPr>
            <p:spPr>
              <a:xfrm>
                <a:off x="260202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h2343"/>
              <p:cNvSpPr/>
              <p:nvPr/>
            </p:nvSpPr>
            <p:spPr>
              <a:xfrm>
                <a:off x="261146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h2344"/>
              <p:cNvSpPr/>
              <p:nvPr/>
            </p:nvSpPr>
            <p:spPr>
              <a:xfrm>
                <a:off x="262090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h2345"/>
              <p:cNvSpPr/>
              <p:nvPr/>
            </p:nvSpPr>
            <p:spPr>
              <a:xfrm>
                <a:off x="263034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h2346"/>
              <p:cNvSpPr/>
              <p:nvPr/>
            </p:nvSpPr>
            <p:spPr>
              <a:xfrm>
                <a:off x="263978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h2347"/>
              <p:cNvSpPr/>
              <p:nvPr/>
            </p:nvSpPr>
            <p:spPr>
              <a:xfrm>
                <a:off x="264922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h2348"/>
              <p:cNvSpPr/>
              <p:nvPr/>
            </p:nvSpPr>
            <p:spPr>
              <a:xfrm>
                <a:off x="265866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h2349"/>
              <p:cNvSpPr/>
              <p:nvPr/>
            </p:nvSpPr>
            <p:spPr>
              <a:xfrm>
                <a:off x="266810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h2350"/>
              <p:cNvSpPr/>
              <p:nvPr/>
            </p:nvSpPr>
            <p:spPr>
              <a:xfrm>
                <a:off x="2677544" y="2290780"/>
                <a:ext cx="9172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7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272" y="896830"/>
                    </a:lnTo>
                    <a:lnTo>
                      <a:pt x="916944" y="902145"/>
                    </a:lnTo>
                    <a:lnTo>
                      <a:pt x="915942" y="913174"/>
                    </a:lnTo>
                    <a:lnTo>
                      <a:pt x="915794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h2351"/>
              <p:cNvSpPr/>
              <p:nvPr/>
            </p:nvSpPr>
            <p:spPr>
              <a:xfrm>
                <a:off x="2762506" y="229078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08" y="914319"/>
                    </a:lnTo>
                    <a:lnTo>
                      <a:pt x="913516" y="914071"/>
                    </a:lnTo>
                    <a:lnTo>
                      <a:pt x="913725" y="913823"/>
                    </a:lnTo>
                    <a:lnTo>
                      <a:pt x="913933" y="913576"/>
                    </a:lnTo>
                    <a:lnTo>
                      <a:pt x="914141" y="913328"/>
                    </a:lnTo>
                    <a:lnTo>
                      <a:pt x="914400" y="913021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h2352"/>
              <p:cNvSpPr/>
              <p:nvPr/>
            </p:nvSpPr>
            <p:spPr>
              <a:xfrm>
                <a:off x="2771946" y="229078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3021"/>
                    </a:lnTo>
                    <a:lnTo>
                      <a:pt x="905118" y="912833"/>
                    </a:lnTo>
                    <a:lnTo>
                      <a:pt x="905326" y="912585"/>
                    </a:lnTo>
                    <a:lnTo>
                      <a:pt x="905534" y="912337"/>
                    </a:lnTo>
                    <a:lnTo>
                      <a:pt x="905743" y="912090"/>
                    </a:lnTo>
                    <a:lnTo>
                      <a:pt x="905951" y="911842"/>
                    </a:lnTo>
                    <a:lnTo>
                      <a:pt x="906159" y="911595"/>
                    </a:lnTo>
                    <a:lnTo>
                      <a:pt x="906368" y="911347"/>
                    </a:lnTo>
                    <a:lnTo>
                      <a:pt x="906576" y="911099"/>
                    </a:lnTo>
                    <a:lnTo>
                      <a:pt x="906785" y="910852"/>
                    </a:lnTo>
                    <a:lnTo>
                      <a:pt x="906993" y="910604"/>
                    </a:lnTo>
                    <a:lnTo>
                      <a:pt x="907201" y="910356"/>
                    </a:lnTo>
                    <a:lnTo>
                      <a:pt x="907410" y="910109"/>
                    </a:lnTo>
                    <a:lnTo>
                      <a:pt x="907618" y="909861"/>
                    </a:lnTo>
                    <a:lnTo>
                      <a:pt x="907827" y="909614"/>
                    </a:lnTo>
                    <a:lnTo>
                      <a:pt x="908035" y="909366"/>
                    </a:lnTo>
                    <a:lnTo>
                      <a:pt x="908244" y="909118"/>
                    </a:lnTo>
                    <a:lnTo>
                      <a:pt x="908452" y="908871"/>
                    </a:lnTo>
                    <a:lnTo>
                      <a:pt x="908660" y="908623"/>
                    </a:lnTo>
                    <a:lnTo>
                      <a:pt x="908869" y="908376"/>
                    </a:lnTo>
                    <a:lnTo>
                      <a:pt x="909077" y="908128"/>
                    </a:lnTo>
                    <a:lnTo>
                      <a:pt x="909286" y="907880"/>
                    </a:lnTo>
                    <a:lnTo>
                      <a:pt x="909494" y="907633"/>
                    </a:lnTo>
                    <a:lnTo>
                      <a:pt x="909703" y="907385"/>
                    </a:lnTo>
                    <a:lnTo>
                      <a:pt x="909911" y="907138"/>
                    </a:lnTo>
                    <a:lnTo>
                      <a:pt x="910120" y="906890"/>
                    </a:lnTo>
                    <a:lnTo>
                      <a:pt x="910328" y="906643"/>
                    </a:lnTo>
                    <a:lnTo>
                      <a:pt x="910537" y="906395"/>
                    </a:lnTo>
                    <a:lnTo>
                      <a:pt x="910745" y="906148"/>
                    </a:lnTo>
                    <a:lnTo>
                      <a:pt x="910954" y="905900"/>
                    </a:lnTo>
                    <a:lnTo>
                      <a:pt x="911162" y="905652"/>
                    </a:lnTo>
                    <a:lnTo>
                      <a:pt x="911371" y="905405"/>
                    </a:lnTo>
                    <a:lnTo>
                      <a:pt x="911579" y="905157"/>
                    </a:lnTo>
                    <a:lnTo>
                      <a:pt x="911788" y="904910"/>
                    </a:lnTo>
                    <a:lnTo>
                      <a:pt x="911997" y="904662"/>
                    </a:lnTo>
                    <a:lnTo>
                      <a:pt x="912205" y="904415"/>
                    </a:lnTo>
                    <a:lnTo>
                      <a:pt x="912414" y="904167"/>
                    </a:lnTo>
                    <a:lnTo>
                      <a:pt x="912622" y="903920"/>
                    </a:lnTo>
                    <a:lnTo>
                      <a:pt x="912831" y="903672"/>
                    </a:lnTo>
                    <a:lnTo>
                      <a:pt x="913040" y="903425"/>
                    </a:lnTo>
                    <a:lnTo>
                      <a:pt x="913248" y="903177"/>
                    </a:lnTo>
                    <a:lnTo>
                      <a:pt x="913457" y="902930"/>
                    </a:lnTo>
                    <a:lnTo>
                      <a:pt x="913665" y="902682"/>
                    </a:lnTo>
                    <a:lnTo>
                      <a:pt x="913874" y="902435"/>
                    </a:lnTo>
                    <a:lnTo>
                      <a:pt x="914083" y="902187"/>
                    </a:lnTo>
                    <a:lnTo>
                      <a:pt x="914291" y="901940"/>
                    </a:lnTo>
                    <a:lnTo>
                      <a:pt x="914399" y="901811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h2353"/>
              <p:cNvSpPr/>
              <p:nvPr/>
            </p:nvSpPr>
            <p:spPr>
              <a:xfrm>
                <a:off x="2781386" y="22732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60" y="919262"/>
                    </a:lnTo>
                    <a:lnTo>
                      <a:pt x="905268" y="919014"/>
                    </a:lnTo>
                    <a:lnTo>
                      <a:pt x="905477" y="918767"/>
                    </a:lnTo>
                    <a:lnTo>
                      <a:pt x="905686" y="918519"/>
                    </a:lnTo>
                    <a:lnTo>
                      <a:pt x="905894" y="918272"/>
                    </a:lnTo>
                    <a:lnTo>
                      <a:pt x="906103" y="918024"/>
                    </a:lnTo>
                    <a:lnTo>
                      <a:pt x="906312" y="917777"/>
                    </a:lnTo>
                    <a:lnTo>
                      <a:pt x="906521" y="917530"/>
                    </a:lnTo>
                    <a:lnTo>
                      <a:pt x="906729" y="917282"/>
                    </a:lnTo>
                    <a:lnTo>
                      <a:pt x="906938" y="917035"/>
                    </a:lnTo>
                    <a:lnTo>
                      <a:pt x="907147" y="916787"/>
                    </a:lnTo>
                    <a:lnTo>
                      <a:pt x="907356" y="916540"/>
                    </a:lnTo>
                    <a:lnTo>
                      <a:pt x="907564" y="916292"/>
                    </a:lnTo>
                    <a:lnTo>
                      <a:pt x="907773" y="916045"/>
                    </a:lnTo>
                    <a:lnTo>
                      <a:pt x="907982" y="915797"/>
                    </a:lnTo>
                    <a:lnTo>
                      <a:pt x="908191" y="915550"/>
                    </a:lnTo>
                    <a:lnTo>
                      <a:pt x="908399" y="915302"/>
                    </a:lnTo>
                    <a:lnTo>
                      <a:pt x="908608" y="915055"/>
                    </a:lnTo>
                    <a:lnTo>
                      <a:pt x="908817" y="914808"/>
                    </a:lnTo>
                    <a:lnTo>
                      <a:pt x="909026" y="914560"/>
                    </a:lnTo>
                    <a:lnTo>
                      <a:pt x="909161" y="914400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h2354"/>
              <p:cNvSpPr/>
              <p:nvPr/>
            </p:nvSpPr>
            <p:spPr>
              <a:xfrm>
                <a:off x="278138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h2355"/>
              <p:cNvSpPr/>
              <p:nvPr/>
            </p:nvSpPr>
            <p:spPr>
              <a:xfrm>
                <a:off x="279082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h2356"/>
              <p:cNvSpPr/>
              <p:nvPr/>
            </p:nvSpPr>
            <p:spPr>
              <a:xfrm>
                <a:off x="280026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h2357"/>
              <p:cNvSpPr/>
              <p:nvPr/>
            </p:nvSpPr>
            <p:spPr>
              <a:xfrm>
                <a:off x="280970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h2358"/>
              <p:cNvSpPr/>
              <p:nvPr/>
            </p:nvSpPr>
            <p:spPr>
              <a:xfrm>
                <a:off x="281914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h2359"/>
              <p:cNvSpPr/>
              <p:nvPr/>
            </p:nvSpPr>
            <p:spPr>
              <a:xfrm>
                <a:off x="282858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h2360"/>
              <p:cNvSpPr/>
              <p:nvPr/>
            </p:nvSpPr>
            <p:spPr>
              <a:xfrm>
                <a:off x="283802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h2361"/>
              <p:cNvSpPr/>
              <p:nvPr/>
            </p:nvSpPr>
            <p:spPr>
              <a:xfrm>
                <a:off x="284746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h2362"/>
              <p:cNvSpPr/>
              <p:nvPr/>
            </p:nvSpPr>
            <p:spPr>
              <a:xfrm>
                <a:off x="285690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h2363"/>
              <p:cNvSpPr/>
              <p:nvPr/>
            </p:nvSpPr>
            <p:spPr>
              <a:xfrm>
                <a:off x="286634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h2364"/>
              <p:cNvSpPr/>
              <p:nvPr/>
            </p:nvSpPr>
            <p:spPr>
              <a:xfrm>
                <a:off x="287578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h2365"/>
              <p:cNvSpPr/>
              <p:nvPr/>
            </p:nvSpPr>
            <p:spPr>
              <a:xfrm>
                <a:off x="288522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h2366"/>
              <p:cNvSpPr/>
              <p:nvPr/>
            </p:nvSpPr>
            <p:spPr>
              <a:xfrm>
                <a:off x="289466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h2367"/>
              <p:cNvSpPr/>
              <p:nvPr/>
            </p:nvSpPr>
            <p:spPr>
              <a:xfrm>
                <a:off x="290410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h2368"/>
              <p:cNvSpPr/>
              <p:nvPr/>
            </p:nvSpPr>
            <p:spPr>
              <a:xfrm>
                <a:off x="291355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h2369"/>
              <p:cNvSpPr/>
              <p:nvPr/>
            </p:nvSpPr>
            <p:spPr>
              <a:xfrm>
                <a:off x="292299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h2370"/>
              <p:cNvSpPr/>
              <p:nvPr/>
            </p:nvSpPr>
            <p:spPr>
              <a:xfrm>
                <a:off x="293243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h2371"/>
              <p:cNvSpPr/>
              <p:nvPr/>
            </p:nvSpPr>
            <p:spPr>
              <a:xfrm>
                <a:off x="294187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h2372"/>
              <p:cNvSpPr/>
              <p:nvPr/>
            </p:nvSpPr>
            <p:spPr>
              <a:xfrm>
                <a:off x="295131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h2373"/>
              <p:cNvSpPr/>
              <p:nvPr/>
            </p:nvSpPr>
            <p:spPr>
              <a:xfrm>
                <a:off x="296075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h2374"/>
              <p:cNvSpPr/>
              <p:nvPr/>
            </p:nvSpPr>
            <p:spPr>
              <a:xfrm>
                <a:off x="297019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h2375"/>
              <p:cNvSpPr/>
              <p:nvPr/>
            </p:nvSpPr>
            <p:spPr>
              <a:xfrm>
                <a:off x="297963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h2376"/>
              <p:cNvSpPr/>
              <p:nvPr/>
            </p:nvSpPr>
            <p:spPr>
              <a:xfrm>
                <a:off x="298907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h2377"/>
              <p:cNvSpPr/>
              <p:nvPr/>
            </p:nvSpPr>
            <p:spPr>
              <a:xfrm>
                <a:off x="299851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h2378"/>
              <p:cNvSpPr/>
              <p:nvPr/>
            </p:nvSpPr>
            <p:spPr>
              <a:xfrm>
                <a:off x="300795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h2379"/>
              <p:cNvSpPr/>
              <p:nvPr/>
            </p:nvSpPr>
            <p:spPr>
              <a:xfrm>
                <a:off x="301739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h2380"/>
              <p:cNvSpPr/>
              <p:nvPr/>
            </p:nvSpPr>
            <p:spPr>
              <a:xfrm>
                <a:off x="302683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h2381"/>
              <p:cNvSpPr/>
              <p:nvPr/>
            </p:nvSpPr>
            <p:spPr>
              <a:xfrm>
                <a:off x="303627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h2382"/>
              <p:cNvSpPr/>
              <p:nvPr/>
            </p:nvSpPr>
            <p:spPr>
              <a:xfrm>
                <a:off x="304571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h2383"/>
              <p:cNvSpPr/>
              <p:nvPr/>
            </p:nvSpPr>
            <p:spPr>
              <a:xfrm>
                <a:off x="305515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h2384"/>
              <p:cNvSpPr/>
              <p:nvPr/>
            </p:nvSpPr>
            <p:spPr>
              <a:xfrm>
                <a:off x="306459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h2385"/>
              <p:cNvSpPr/>
              <p:nvPr/>
            </p:nvSpPr>
            <p:spPr>
              <a:xfrm>
                <a:off x="307403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h2386"/>
              <p:cNvSpPr/>
              <p:nvPr/>
            </p:nvSpPr>
            <p:spPr>
              <a:xfrm>
                <a:off x="308347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h2387"/>
              <p:cNvSpPr/>
              <p:nvPr/>
            </p:nvSpPr>
            <p:spPr>
              <a:xfrm>
                <a:off x="309291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h2388"/>
              <p:cNvSpPr/>
              <p:nvPr/>
            </p:nvSpPr>
            <p:spPr>
              <a:xfrm>
                <a:off x="310235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h2389"/>
              <p:cNvSpPr/>
              <p:nvPr/>
            </p:nvSpPr>
            <p:spPr>
              <a:xfrm>
                <a:off x="311179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h2390"/>
              <p:cNvSpPr/>
              <p:nvPr/>
            </p:nvSpPr>
            <p:spPr>
              <a:xfrm>
                <a:off x="312123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h2391"/>
              <p:cNvSpPr/>
              <p:nvPr/>
            </p:nvSpPr>
            <p:spPr>
              <a:xfrm>
                <a:off x="313067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h2392"/>
              <p:cNvSpPr/>
              <p:nvPr/>
            </p:nvSpPr>
            <p:spPr>
              <a:xfrm>
                <a:off x="314011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h2393"/>
              <p:cNvSpPr/>
              <p:nvPr/>
            </p:nvSpPr>
            <p:spPr>
              <a:xfrm>
                <a:off x="314955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h2394"/>
              <p:cNvSpPr/>
              <p:nvPr/>
            </p:nvSpPr>
            <p:spPr>
              <a:xfrm>
                <a:off x="315899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h2395"/>
              <p:cNvSpPr/>
              <p:nvPr/>
            </p:nvSpPr>
            <p:spPr>
              <a:xfrm>
                <a:off x="316843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h2396"/>
              <p:cNvSpPr/>
              <p:nvPr/>
            </p:nvSpPr>
            <p:spPr>
              <a:xfrm>
                <a:off x="317787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h2397"/>
              <p:cNvSpPr/>
              <p:nvPr/>
            </p:nvSpPr>
            <p:spPr>
              <a:xfrm>
                <a:off x="318731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h2398"/>
              <p:cNvSpPr/>
              <p:nvPr/>
            </p:nvSpPr>
            <p:spPr>
              <a:xfrm>
                <a:off x="319675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h2399"/>
              <p:cNvSpPr/>
              <p:nvPr/>
            </p:nvSpPr>
            <p:spPr>
              <a:xfrm>
                <a:off x="320619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h2400"/>
              <p:cNvSpPr/>
              <p:nvPr/>
            </p:nvSpPr>
            <p:spPr>
              <a:xfrm>
                <a:off x="321563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h2401"/>
              <p:cNvSpPr/>
              <p:nvPr/>
            </p:nvSpPr>
            <p:spPr>
              <a:xfrm>
                <a:off x="322507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h2402"/>
              <p:cNvSpPr/>
              <p:nvPr/>
            </p:nvSpPr>
            <p:spPr>
              <a:xfrm>
                <a:off x="323451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h2403"/>
              <p:cNvSpPr/>
              <p:nvPr/>
            </p:nvSpPr>
            <p:spPr>
              <a:xfrm>
                <a:off x="324395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h2404"/>
              <p:cNvSpPr/>
              <p:nvPr/>
            </p:nvSpPr>
            <p:spPr>
              <a:xfrm>
                <a:off x="325339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h2405"/>
              <p:cNvSpPr/>
              <p:nvPr/>
            </p:nvSpPr>
            <p:spPr>
              <a:xfrm>
                <a:off x="326283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h2406"/>
              <p:cNvSpPr/>
              <p:nvPr/>
            </p:nvSpPr>
            <p:spPr>
              <a:xfrm>
                <a:off x="327227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h2407"/>
              <p:cNvSpPr/>
              <p:nvPr/>
            </p:nvSpPr>
            <p:spPr>
              <a:xfrm>
                <a:off x="328171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h2408"/>
              <p:cNvSpPr/>
              <p:nvPr/>
            </p:nvSpPr>
            <p:spPr>
              <a:xfrm>
                <a:off x="329115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h2409"/>
              <p:cNvSpPr/>
              <p:nvPr/>
            </p:nvSpPr>
            <p:spPr>
              <a:xfrm>
                <a:off x="330059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h2410"/>
              <p:cNvSpPr/>
              <p:nvPr/>
            </p:nvSpPr>
            <p:spPr>
              <a:xfrm>
                <a:off x="3310040" y="2290780"/>
                <a:ext cx="9220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0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02" y="896864"/>
                    </a:lnTo>
                    <a:lnTo>
                      <a:pt x="921314" y="899019"/>
                    </a:lnTo>
                    <a:lnTo>
                      <a:pt x="920627" y="901175"/>
                    </a:lnTo>
                    <a:lnTo>
                      <a:pt x="919939" y="903331"/>
                    </a:lnTo>
                    <a:lnTo>
                      <a:pt x="919252" y="905487"/>
                    </a:lnTo>
                    <a:lnTo>
                      <a:pt x="918565" y="907643"/>
                    </a:lnTo>
                    <a:lnTo>
                      <a:pt x="917878" y="909799"/>
                    </a:lnTo>
                    <a:lnTo>
                      <a:pt x="917187" y="911968"/>
                    </a:lnTo>
                    <a:lnTo>
                      <a:pt x="916367" y="914400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h2411"/>
              <p:cNvSpPr/>
              <p:nvPr/>
            </p:nvSpPr>
            <p:spPr>
              <a:xfrm>
                <a:off x="2375456" y="22732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1" y="914400"/>
                    </a:lnTo>
                    <a:lnTo>
                      <a:pt x="914231" y="905495"/>
                    </a:lnTo>
                    <a:lnTo>
                      <a:pt x="914399" y="904590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h2412"/>
              <p:cNvSpPr/>
              <p:nvPr/>
            </p:nvSpPr>
            <p:spPr>
              <a:xfrm>
                <a:off x="2384896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159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h2413"/>
              <p:cNvSpPr/>
              <p:nvPr/>
            </p:nvSpPr>
            <p:spPr>
              <a:xfrm>
                <a:off x="238489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h2414"/>
              <p:cNvSpPr/>
              <p:nvPr/>
            </p:nvSpPr>
            <p:spPr>
              <a:xfrm>
                <a:off x="239433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h2415"/>
              <p:cNvSpPr/>
              <p:nvPr/>
            </p:nvSpPr>
            <p:spPr>
              <a:xfrm>
                <a:off x="240377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h2416"/>
              <p:cNvSpPr/>
              <p:nvPr/>
            </p:nvSpPr>
            <p:spPr>
              <a:xfrm>
                <a:off x="241321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h2417"/>
              <p:cNvSpPr/>
              <p:nvPr/>
            </p:nvSpPr>
            <p:spPr>
              <a:xfrm>
                <a:off x="242265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h2418"/>
              <p:cNvSpPr/>
              <p:nvPr/>
            </p:nvSpPr>
            <p:spPr>
              <a:xfrm>
                <a:off x="243209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h2419"/>
              <p:cNvSpPr/>
              <p:nvPr/>
            </p:nvSpPr>
            <p:spPr>
              <a:xfrm>
                <a:off x="244153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h2420"/>
              <p:cNvSpPr/>
              <p:nvPr/>
            </p:nvSpPr>
            <p:spPr>
              <a:xfrm>
                <a:off x="245097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h2421"/>
              <p:cNvSpPr/>
              <p:nvPr/>
            </p:nvSpPr>
            <p:spPr>
              <a:xfrm>
                <a:off x="246041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h2422"/>
              <p:cNvSpPr/>
              <p:nvPr/>
            </p:nvSpPr>
            <p:spPr>
              <a:xfrm>
                <a:off x="246985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h2423"/>
              <p:cNvSpPr/>
              <p:nvPr/>
            </p:nvSpPr>
            <p:spPr>
              <a:xfrm>
                <a:off x="247929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h2424"/>
              <p:cNvSpPr/>
              <p:nvPr/>
            </p:nvSpPr>
            <p:spPr>
              <a:xfrm>
                <a:off x="248873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h2425"/>
              <p:cNvSpPr/>
              <p:nvPr/>
            </p:nvSpPr>
            <p:spPr>
              <a:xfrm>
                <a:off x="249817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h2426"/>
              <p:cNvSpPr/>
              <p:nvPr/>
            </p:nvSpPr>
            <p:spPr>
              <a:xfrm>
                <a:off x="250761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h2427"/>
              <p:cNvSpPr/>
              <p:nvPr/>
            </p:nvSpPr>
            <p:spPr>
              <a:xfrm>
                <a:off x="251705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h2428"/>
              <p:cNvSpPr/>
              <p:nvPr/>
            </p:nvSpPr>
            <p:spPr>
              <a:xfrm>
                <a:off x="252650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h2429"/>
              <p:cNvSpPr/>
              <p:nvPr/>
            </p:nvSpPr>
            <p:spPr>
              <a:xfrm>
                <a:off x="253594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h2430"/>
              <p:cNvSpPr/>
              <p:nvPr/>
            </p:nvSpPr>
            <p:spPr>
              <a:xfrm>
                <a:off x="254538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h2431"/>
              <p:cNvSpPr/>
              <p:nvPr/>
            </p:nvSpPr>
            <p:spPr>
              <a:xfrm>
                <a:off x="255482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h2432"/>
              <p:cNvSpPr/>
              <p:nvPr/>
            </p:nvSpPr>
            <p:spPr>
              <a:xfrm>
                <a:off x="256426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h2433"/>
              <p:cNvSpPr/>
              <p:nvPr/>
            </p:nvSpPr>
            <p:spPr>
              <a:xfrm>
                <a:off x="257370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h2434"/>
              <p:cNvSpPr/>
              <p:nvPr/>
            </p:nvSpPr>
            <p:spPr>
              <a:xfrm>
                <a:off x="258314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h2435"/>
              <p:cNvSpPr/>
              <p:nvPr/>
            </p:nvSpPr>
            <p:spPr>
              <a:xfrm>
                <a:off x="259258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h2436"/>
              <p:cNvSpPr/>
              <p:nvPr/>
            </p:nvSpPr>
            <p:spPr>
              <a:xfrm>
                <a:off x="260202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h2437"/>
              <p:cNvSpPr/>
              <p:nvPr/>
            </p:nvSpPr>
            <p:spPr>
              <a:xfrm>
                <a:off x="261146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h2438"/>
              <p:cNvSpPr/>
              <p:nvPr/>
            </p:nvSpPr>
            <p:spPr>
              <a:xfrm>
                <a:off x="262090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h2439"/>
              <p:cNvSpPr/>
              <p:nvPr/>
            </p:nvSpPr>
            <p:spPr>
              <a:xfrm>
                <a:off x="263034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h2440"/>
              <p:cNvSpPr/>
              <p:nvPr/>
            </p:nvSpPr>
            <p:spPr>
              <a:xfrm>
                <a:off x="263978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h2441"/>
              <p:cNvSpPr/>
              <p:nvPr/>
            </p:nvSpPr>
            <p:spPr>
              <a:xfrm>
                <a:off x="264922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h2442"/>
              <p:cNvSpPr/>
              <p:nvPr/>
            </p:nvSpPr>
            <p:spPr>
              <a:xfrm>
                <a:off x="265866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h2443"/>
              <p:cNvSpPr/>
              <p:nvPr/>
            </p:nvSpPr>
            <p:spPr>
              <a:xfrm>
                <a:off x="266810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h2444"/>
              <p:cNvSpPr/>
              <p:nvPr/>
            </p:nvSpPr>
            <p:spPr>
              <a:xfrm>
                <a:off x="2677544" y="2273210"/>
                <a:ext cx="9180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0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001" y="896830"/>
                    </a:lnTo>
                    <a:lnTo>
                      <a:pt x="917998" y="897438"/>
                    </a:lnTo>
                    <a:lnTo>
                      <a:pt x="917630" y="908602"/>
                    </a:lnTo>
                    <a:lnTo>
                      <a:pt x="917272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h2445"/>
              <p:cNvSpPr/>
              <p:nvPr/>
            </p:nvSpPr>
            <p:spPr>
              <a:xfrm>
                <a:off x="2781386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235" y="914313"/>
                    </a:lnTo>
                    <a:lnTo>
                      <a:pt x="909443" y="914065"/>
                    </a:lnTo>
                    <a:lnTo>
                      <a:pt x="909652" y="913818"/>
                    </a:lnTo>
                    <a:lnTo>
                      <a:pt x="909861" y="913570"/>
                    </a:lnTo>
                    <a:lnTo>
                      <a:pt x="910070" y="913323"/>
                    </a:lnTo>
                    <a:lnTo>
                      <a:pt x="910279" y="913076"/>
                    </a:lnTo>
                    <a:lnTo>
                      <a:pt x="910488" y="912828"/>
                    </a:lnTo>
                    <a:lnTo>
                      <a:pt x="910696" y="912581"/>
                    </a:lnTo>
                    <a:lnTo>
                      <a:pt x="910905" y="912333"/>
                    </a:lnTo>
                    <a:lnTo>
                      <a:pt x="911114" y="912086"/>
                    </a:lnTo>
                    <a:lnTo>
                      <a:pt x="911323" y="911839"/>
                    </a:lnTo>
                    <a:lnTo>
                      <a:pt x="911532" y="911591"/>
                    </a:lnTo>
                    <a:lnTo>
                      <a:pt x="911741" y="911344"/>
                    </a:lnTo>
                    <a:lnTo>
                      <a:pt x="911950" y="911097"/>
                    </a:lnTo>
                    <a:lnTo>
                      <a:pt x="912159" y="910849"/>
                    </a:lnTo>
                    <a:lnTo>
                      <a:pt x="912368" y="910602"/>
                    </a:lnTo>
                    <a:lnTo>
                      <a:pt x="912576" y="910354"/>
                    </a:lnTo>
                    <a:lnTo>
                      <a:pt x="912785" y="910107"/>
                    </a:lnTo>
                    <a:lnTo>
                      <a:pt x="912994" y="909860"/>
                    </a:lnTo>
                    <a:lnTo>
                      <a:pt x="913203" y="909612"/>
                    </a:lnTo>
                    <a:lnTo>
                      <a:pt x="913412" y="909365"/>
                    </a:lnTo>
                    <a:lnTo>
                      <a:pt x="913621" y="909118"/>
                    </a:lnTo>
                    <a:lnTo>
                      <a:pt x="913830" y="908870"/>
                    </a:lnTo>
                    <a:lnTo>
                      <a:pt x="914039" y="908623"/>
                    </a:lnTo>
                    <a:lnTo>
                      <a:pt x="914248" y="908376"/>
                    </a:lnTo>
                    <a:lnTo>
                      <a:pt x="914400" y="908197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h2446"/>
              <p:cNvSpPr/>
              <p:nvPr/>
            </p:nvSpPr>
            <p:spPr>
              <a:xfrm>
                <a:off x="2790826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17" y="908128"/>
                    </a:lnTo>
                    <a:lnTo>
                      <a:pt x="905226" y="907881"/>
                    </a:lnTo>
                    <a:lnTo>
                      <a:pt x="905435" y="907634"/>
                    </a:lnTo>
                    <a:lnTo>
                      <a:pt x="905644" y="907386"/>
                    </a:lnTo>
                    <a:lnTo>
                      <a:pt x="905853" y="907139"/>
                    </a:lnTo>
                    <a:lnTo>
                      <a:pt x="906062" y="906892"/>
                    </a:lnTo>
                    <a:lnTo>
                      <a:pt x="906271" y="906644"/>
                    </a:lnTo>
                    <a:lnTo>
                      <a:pt x="906480" y="906397"/>
                    </a:lnTo>
                    <a:lnTo>
                      <a:pt x="906689" y="906150"/>
                    </a:lnTo>
                    <a:lnTo>
                      <a:pt x="906898" y="905902"/>
                    </a:lnTo>
                    <a:lnTo>
                      <a:pt x="907107" y="905655"/>
                    </a:lnTo>
                    <a:lnTo>
                      <a:pt x="907316" y="905408"/>
                    </a:lnTo>
                    <a:lnTo>
                      <a:pt x="907525" y="905160"/>
                    </a:lnTo>
                    <a:lnTo>
                      <a:pt x="907735" y="904913"/>
                    </a:lnTo>
                    <a:lnTo>
                      <a:pt x="907944" y="904666"/>
                    </a:lnTo>
                    <a:lnTo>
                      <a:pt x="908153" y="904419"/>
                    </a:lnTo>
                    <a:lnTo>
                      <a:pt x="908362" y="904171"/>
                    </a:lnTo>
                    <a:lnTo>
                      <a:pt x="908571" y="903924"/>
                    </a:lnTo>
                    <a:lnTo>
                      <a:pt x="908780" y="903677"/>
                    </a:lnTo>
                    <a:lnTo>
                      <a:pt x="908989" y="903430"/>
                    </a:lnTo>
                    <a:lnTo>
                      <a:pt x="909198" y="903182"/>
                    </a:lnTo>
                    <a:lnTo>
                      <a:pt x="909408" y="902935"/>
                    </a:lnTo>
                    <a:lnTo>
                      <a:pt x="909617" y="902688"/>
                    </a:lnTo>
                    <a:lnTo>
                      <a:pt x="909826" y="902440"/>
                    </a:lnTo>
                    <a:lnTo>
                      <a:pt x="910035" y="902193"/>
                    </a:lnTo>
                    <a:lnTo>
                      <a:pt x="910244" y="901946"/>
                    </a:lnTo>
                    <a:lnTo>
                      <a:pt x="910453" y="901699"/>
                    </a:lnTo>
                    <a:lnTo>
                      <a:pt x="910663" y="901451"/>
                    </a:lnTo>
                    <a:lnTo>
                      <a:pt x="914400" y="897227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h2447"/>
              <p:cNvSpPr/>
              <p:nvPr/>
            </p:nvSpPr>
            <p:spPr>
              <a:xfrm>
                <a:off x="2800267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97"/>
                    </a:lnTo>
                    <a:lnTo>
                      <a:pt x="905087" y="914653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FEA767">
                  <a:alpha val="100000"/>
                </a:srgbClr>
              </a:solidFill>
              <a:ln w="5420" cap="flat">
                <a:solidFill>
                  <a:srgbClr val="FEA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h2448"/>
              <p:cNvSpPr/>
              <p:nvPr/>
            </p:nvSpPr>
            <p:spPr>
              <a:xfrm>
                <a:off x="280026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h2449"/>
              <p:cNvSpPr/>
              <p:nvPr/>
            </p:nvSpPr>
            <p:spPr>
              <a:xfrm>
                <a:off x="280970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h2450"/>
              <p:cNvSpPr/>
              <p:nvPr/>
            </p:nvSpPr>
            <p:spPr>
              <a:xfrm>
                <a:off x="281914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h2451"/>
              <p:cNvSpPr/>
              <p:nvPr/>
            </p:nvSpPr>
            <p:spPr>
              <a:xfrm>
                <a:off x="282858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h2452"/>
              <p:cNvSpPr/>
              <p:nvPr/>
            </p:nvSpPr>
            <p:spPr>
              <a:xfrm>
                <a:off x="283802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h2453"/>
              <p:cNvSpPr/>
              <p:nvPr/>
            </p:nvSpPr>
            <p:spPr>
              <a:xfrm>
                <a:off x="284746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h2454"/>
              <p:cNvSpPr/>
              <p:nvPr/>
            </p:nvSpPr>
            <p:spPr>
              <a:xfrm>
                <a:off x="285690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h2455"/>
              <p:cNvSpPr/>
              <p:nvPr/>
            </p:nvSpPr>
            <p:spPr>
              <a:xfrm>
                <a:off x="286634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h2456"/>
              <p:cNvSpPr/>
              <p:nvPr/>
            </p:nvSpPr>
            <p:spPr>
              <a:xfrm>
                <a:off x="287578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h2457"/>
              <p:cNvSpPr/>
              <p:nvPr/>
            </p:nvSpPr>
            <p:spPr>
              <a:xfrm>
                <a:off x="288522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h2458"/>
              <p:cNvSpPr/>
              <p:nvPr/>
            </p:nvSpPr>
            <p:spPr>
              <a:xfrm>
                <a:off x="289466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h2459"/>
              <p:cNvSpPr/>
              <p:nvPr/>
            </p:nvSpPr>
            <p:spPr>
              <a:xfrm>
                <a:off x="290410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h2460"/>
              <p:cNvSpPr/>
              <p:nvPr/>
            </p:nvSpPr>
            <p:spPr>
              <a:xfrm>
                <a:off x="291355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h2461"/>
              <p:cNvSpPr/>
              <p:nvPr/>
            </p:nvSpPr>
            <p:spPr>
              <a:xfrm>
                <a:off x="292299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h2462"/>
              <p:cNvSpPr/>
              <p:nvPr/>
            </p:nvSpPr>
            <p:spPr>
              <a:xfrm>
                <a:off x="293243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h2463"/>
              <p:cNvSpPr/>
              <p:nvPr/>
            </p:nvSpPr>
            <p:spPr>
              <a:xfrm>
                <a:off x="294187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h2464"/>
              <p:cNvSpPr/>
              <p:nvPr/>
            </p:nvSpPr>
            <p:spPr>
              <a:xfrm>
                <a:off x="295131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h2465"/>
              <p:cNvSpPr/>
              <p:nvPr/>
            </p:nvSpPr>
            <p:spPr>
              <a:xfrm>
                <a:off x="296075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h2466"/>
              <p:cNvSpPr/>
              <p:nvPr/>
            </p:nvSpPr>
            <p:spPr>
              <a:xfrm>
                <a:off x="297019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h2467"/>
              <p:cNvSpPr/>
              <p:nvPr/>
            </p:nvSpPr>
            <p:spPr>
              <a:xfrm>
                <a:off x="297963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h2468"/>
              <p:cNvSpPr/>
              <p:nvPr/>
            </p:nvSpPr>
            <p:spPr>
              <a:xfrm>
                <a:off x="298907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h2469"/>
              <p:cNvSpPr/>
              <p:nvPr/>
            </p:nvSpPr>
            <p:spPr>
              <a:xfrm>
                <a:off x="299851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h2470"/>
              <p:cNvSpPr/>
              <p:nvPr/>
            </p:nvSpPr>
            <p:spPr>
              <a:xfrm>
                <a:off x="300795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h2471"/>
              <p:cNvSpPr/>
              <p:nvPr/>
            </p:nvSpPr>
            <p:spPr>
              <a:xfrm>
                <a:off x="301739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h2472"/>
              <p:cNvSpPr/>
              <p:nvPr/>
            </p:nvSpPr>
            <p:spPr>
              <a:xfrm>
                <a:off x="302683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h2473"/>
              <p:cNvSpPr/>
              <p:nvPr/>
            </p:nvSpPr>
            <p:spPr>
              <a:xfrm>
                <a:off x="303627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h2474"/>
              <p:cNvSpPr/>
              <p:nvPr/>
            </p:nvSpPr>
            <p:spPr>
              <a:xfrm>
                <a:off x="304571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h2475"/>
              <p:cNvSpPr/>
              <p:nvPr/>
            </p:nvSpPr>
            <p:spPr>
              <a:xfrm>
                <a:off x="305515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h2476"/>
              <p:cNvSpPr/>
              <p:nvPr/>
            </p:nvSpPr>
            <p:spPr>
              <a:xfrm>
                <a:off x="306459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h2477"/>
              <p:cNvSpPr/>
              <p:nvPr/>
            </p:nvSpPr>
            <p:spPr>
              <a:xfrm>
                <a:off x="307403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h2478"/>
              <p:cNvSpPr/>
              <p:nvPr/>
            </p:nvSpPr>
            <p:spPr>
              <a:xfrm>
                <a:off x="308347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h2479"/>
              <p:cNvSpPr/>
              <p:nvPr/>
            </p:nvSpPr>
            <p:spPr>
              <a:xfrm>
                <a:off x="309291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h2480"/>
              <p:cNvSpPr/>
              <p:nvPr/>
            </p:nvSpPr>
            <p:spPr>
              <a:xfrm>
                <a:off x="310235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h2481"/>
              <p:cNvSpPr/>
              <p:nvPr/>
            </p:nvSpPr>
            <p:spPr>
              <a:xfrm>
                <a:off x="311179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h2482"/>
              <p:cNvSpPr/>
              <p:nvPr/>
            </p:nvSpPr>
            <p:spPr>
              <a:xfrm>
                <a:off x="312123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h2483"/>
              <p:cNvSpPr/>
              <p:nvPr/>
            </p:nvSpPr>
            <p:spPr>
              <a:xfrm>
                <a:off x="313067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h2484"/>
              <p:cNvSpPr/>
              <p:nvPr/>
            </p:nvSpPr>
            <p:spPr>
              <a:xfrm>
                <a:off x="314011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h2485"/>
              <p:cNvSpPr/>
              <p:nvPr/>
            </p:nvSpPr>
            <p:spPr>
              <a:xfrm>
                <a:off x="314955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h2486"/>
              <p:cNvSpPr/>
              <p:nvPr/>
            </p:nvSpPr>
            <p:spPr>
              <a:xfrm>
                <a:off x="315899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h2487"/>
              <p:cNvSpPr/>
              <p:nvPr/>
            </p:nvSpPr>
            <p:spPr>
              <a:xfrm>
                <a:off x="316843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h2488"/>
              <p:cNvSpPr/>
              <p:nvPr/>
            </p:nvSpPr>
            <p:spPr>
              <a:xfrm>
                <a:off x="317787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h2489"/>
              <p:cNvSpPr/>
              <p:nvPr/>
            </p:nvSpPr>
            <p:spPr>
              <a:xfrm>
                <a:off x="318731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h2490"/>
              <p:cNvSpPr/>
              <p:nvPr/>
            </p:nvSpPr>
            <p:spPr>
              <a:xfrm>
                <a:off x="319675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h2491"/>
              <p:cNvSpPr/>
              <p:nvPr/>
            </p:nvSpPr>
            <p:spPr>
              <a:xfrm>
                <a:off x="320619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h2492"/>
              <p:cNvSpPr/>
              <p:nvPr/>
            </p:nvSpPr>
            <p:spPr>
              <a:xfrm>
                <a:off x="321563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h2493"/>
              <p:cNvSpPr/>
              <p:nvPr/>
            </p:nvSpPr>
            <p:spPr>
              <a:xfrm>
                <a:off x="322507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h2494"/>
              <p:cNvSpPr/>
              <p:nvPr/>
            </p:nvSpPr>
            <p:spPr>
              <a:xfrm>
                <a:off x="323451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h2495"/>
              <p:cNvSpPr/>
              <p:nvPr/>
            </p:nvSpPr>
            <p:spPr>
              <a:xfrm>
                <a:off x="324395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h2496"/>
              <p:cNvSpPr/>
              <p:nvPr/>
            </p:nvSpPr>
            <p:spPr>
              <a:xfrm>
                <a:off x="325339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h2497"/>
              <p:cNvSpPr/>
              <p:nvPr/>
            </p:nvSpPr>
            <p:spPr>
              <a:xfrm>
                <a:off x="326283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h2498"/>
              <p:cNvSpPr/>
              <p:nvPr/>
            </p:nvSpPr>
            <p:spPr>
              <a:xfrm>
                <a:off x="327227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h2499"/>
              <p:cNvSpPr/>
              <p:nvPr/>
            </p:nvSpPr>
            <p:spPr>
              <a:xfrm>
                <a:off x="328171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h2500"/>
              <p:cNvSpPr/>
              <p:nvPr/>
            </p:nvSpPr>
            <p:spPr>
              <a:xfrm>
                <a:off x="329115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h2501"/>
              <p:cNvSpPr/>
              <p:nvPr/>
            </p:nvSpPr>
            <p:spPr>
              <a:xfrm>
                <a:off x="330059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h2502"/>
              <p:cNvSpPr/>
              <p:nvPr/>
            </p:nvSpPr>
            <p:spPr>
              <a:xfrm>
                <a:off x="3310040" y="22732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80"/>
                    </a:lnTo>
                    <a:lnTo>
                      <a:pt x="923379" y="910122"/>
                    </a:lnTo>
                    <a:lnTo>
                      <a:pt x="922691" y="912278"/>
                    </a:lnTo>
                    <a:lnTo>
                      <a:pt x="922013" y="914400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h2503"/>
              <p:cNvSpPr/>
              <p:nvPr/>
            </p:nvSpPr>
            <p:spPr>
              <a:xfrm>
                <a:off x="3319480" y="2255641"/>
                <a:ext cx="918189" cy="926250"/>
              </a:xfrm>
              <a:custGeom>
                <a:avLst/>
                <a:gdLst/>
                <a:ahLst/>
                <a:cxnLst/>
                <a:rect l="0" t="0" r="0" b="0"/>
                <a:pathLst>
                  <a:path w="918189" h="926250">
                    <a:moveTo>
                      <a:pt x="914400" y="914400"/>
                    </a:moveTo>
                    <a:lnTo>
                      <a:pt x="918189" y="914400"/>
                    </a:lnTo>
                    <a:lnTo>
                      <a:pt x="918074" y="914760"/>
                    </a:lnTo>
                    <a:lnTo>
                      <a:pt x="917384" y="916915"/>
                    </a:lnTo>
                    <a:lnTo>
                      <a:pt x="916695" y="919070"/>
                    </a:lnTo>
                    <a:lnTo>
                      <a:pt x="916005" y="921226"/>
                    </a:lnTo>
                    <a:lnTo>
                      <a:pt x="915316" y="923381"/>
                    </a:lnTo>
                    <a:lnTo>
                      <a:pt x="914627" y="925537"/>
                    </a:lnTo>
                    <a:lnTo>
                      <a:pt x="914400" y="926250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h2504"/>
              <p:cNvSpPr/>
              <p:nvPr/>
            </p:nvSpPr>
            <p:spPr>
              <a:xfrm>
                <a:off x="2384896" y="223807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401" y="931969"/>
                    </a:lnTo>
                    <a:lnTo>
                      <a:pt x="906715" y="930276"/>
                    </a:lnTo>
                    <a:lnTo>
                      <a:pt x="908926" y="920117"/>
                    </a:lnTo>
                    <a:lnTo>
                      <a:pt x="910360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h2505"/>
              <p:cNvSpPr/>
              <p:nvPr/>
            </p:nvSpPr>
            <p:spPr>
              <a:xfrm>
                <a:off x="238489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h2506"/>
              <p:cNvSpPr/>
              <p:nvPr/>
            </p:nvSpPr>
            <p:spPr>
              <a:xfrm>
                <a:off x="239433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h2507"/>
              <p:cNvSpPr/>
              <p:nvPr/>
            </p:nvSpPr>
            <p:spPr>
              <a:xfrm>
                <a:off x="240377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h2508"/>
              <p:cNvSpPr/>
              <p:nvPr/>
            </p:nvSpPr>
            <p:spPr>
              <a:xfrm>
                <a:off x="241321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h2509"/>
              <p:cNvSpPr/>
              <p:nvPr/>
            </p:nvSpPr>
            <p:spPr>
              <a:xfrm>
                <a:off x="242265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h2510"/>
              <p:cNvSpPr/>
              <p:nvPr/>
            </p:nvSpPr>
            <p:spPr>
              <a:xfrm>
                <a:off x="243209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h2511"/>
              <p:cNvSpPr/>
              <p:nvPr/>
            </p:nvSpPr>
            <p:spPr>
              <a:xfrm>
                <a:off x="244153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h2512"/>
              <p:cNvSpPr/>
              <p:nvPr/>
            </p:nvSpPr>
            <p:spPr>
              <a:xfrm>
                <a:off x="245097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h2513"/>
              <p:cNvSpPr/>
              <p:nvPr/>
            </p:nvSpPr>
            <p:spPr>
              <a:xfrm>
                <a:off x="246041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h2514"/>
              <p:cNvSpPr/>
              <p:nvPr/>
            </p:nvSpPr>
            <p:spPr>
              <a:xfrm>
                <a:off x="246985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h2515"/>
              <p:cNvSpPr/>
              <p:nvPr/>
            </p:nvSpPr>
            <p:spPr>
              <a:xfrm>
                <a:off x="247929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h2516"/>
              <p:cNvSpPr/>
              <p:nvPr/>
            </p:nvSpPr>
            <p:spPr>
              <a:xfrm>
                <a:off x="248873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h2517"/>
              <p:cNvSpPr/>
              <p:nvPr/>
            </p:nvSpPr>
            <p:spPr>
              <a:xfrm>
                <a:off x="249817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h2518"/>
              <p:cNvSpPr/>
              <p:nvPr/>
            </p:nvSpPr>
            <p:spPr>
              <a:xfrm>
                <a:off x="250761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h2519"/>
              <p:cNvSpPr/>
              <p:nvPr/>
            </p:nvSpPr>
            <p:spPr>
              <a:xfrm>
                <a:off x="251705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h2520"/>
              <p:cNvSpPr/>
              <p:nvPr/>
            </p:nvSpPr>
            <p:spPr>
              <a:xfrm>
                <a:off x="252650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h2521"/>
              <p:cNvSpPr/>
              <p:nvPr/>
            </p:nvSpPr>
            <p:spPr>
              <a:xfrm>
                <a:off x="253594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h2522"/>
              <p:cNvSpPr/>
              <p:nvPr/>
            </p:nvSpPr>
            <p:spPr>
              <a:xfrm>
                <a:off x="254538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h2523"/>
              <p:cNvSpPr/>
              <p:nvPr/>
            </p:nvSpPr>
            <p:spPr>
              <a:xfrm>
                <a:off x="255482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h2524"/>
              <p:cNvSpPr/>
              <p:nvPr/>
            </p:nvSpPr>
            <p:spPr>
              <a:xfrm>
                <a:off x="256426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h2525"/>
              <p:cNvSpPr/>
              <p:nvPr/>
            </p:nvSpPr>
            <p:spPr>
              <a:xfrm>
                <a:off x="257370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h2526"/>
              <p:cNvSpPr/>
              <p:nvPr/>
            </p:nvSpPr>
            <p:spPr>
              <a:xfrm>
                <a:off x="258314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h2527"/>
              <p:cNvSpPr/>
              <p:nvPr/>
            </p:nvSpPr>
            <p:spPr>
              <a:xfrm>
                <a:off x="259258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h2528"/>
              <p:cNvSpPr/>
              <p:nvPr/>
            </p:nvSpPr>
            <p:spPr>
              <a:xfrm>
                <a:off x="260202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h2529"/>
              <p:cNvSpPr/>
              <p:nvPr/>
            </p:nvSpPr>
            <p:spPr>
              <a:xfrm>
                <a:off x="261146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h2530"/>
              <p:cNvSpPr/>
              <p:nvPr/>
            </p:nvSpPr>
            <p:spPr>
              <a:xfrm>
                <a:off x="262090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h2531"/>
              <p:cNvSpPr/>
              <p:nvPr/>
            </p:nvSpPr>
            <p:spPr>
              <a:xfrm>
                <a:off x="263034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h2532"/>
              <p:cNvSpPr/>
              <p:nvPr/>
            </p:nvSpPr>
            <p:spPr>
              <a:xfrm>
                <a:off x="263978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h2533"/>
              <p:cNvSpPr/>
              <p:nvPr/>
            </p:nvSpPr>
            <p:spPr>
              <a:xfrm>
                <a:off x="264922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h2534"/>
              <p:cNvSpPr/>
              <p:nvPr/>
            </p:nvSpPr>
            <p:spPr>
              <a:xfrm>
                <a:off x="265866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h2535"/>
              <p:cNvSpPr/>
              <p:nvPr/>
            </p:nvSpPr>
            <p:spPr>
              <a:xfrm>
                <a:off x="266810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h2536"/>
              <p:cNvSpPr/>
              <p:nvPr/>
            </p:nvSpPr>
            <p:spPr>
              <a:xfrm>
                <a:off x="2677544" y="2255641"/>
                <a:ext cx="9180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4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880" y="896830"/>
                    </a:lnTo>
                    <a:lnTo>
                      <a:pt x="918048" y="903822"/>
                    </a:lnTo>
                    <a:lnTo>
                      <a:pt x="918001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h2537"/>
              <p:cNvSpPr/>
              <p:nvPr/>
            </p:nvSpPr>
            <p:spPr>
              <a:xfrm>
                <a:off x="2800267" y="2255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333" y="914400"/>
                    </a:lnTo>
                    <a:lnTo>
                      <a:pt x="909042" y="910575"/>
                    </a:lnTo>
                    <a:lnTo>
                      <a:pt x="909463" y="910161"/>
                    </a:lnTo>
                    <a:lnTo>
                      <a:pt x="909887" y="909744"/>
                    </a:lnTo>
                    <a:lnTo>
                      <a:pt x="910311" y="909328"/>
                    </a:lnTo>
                    <a:lnTo>
                      <a:pt x="910735" y="908911"/>
                    </a:lnTo>
                    <a:lnTo>
                      <a:pt x="911160" y="908494"/>
                    </a:lnTo>
                    <a:lnTo>
                      <a:pt x="911584" y="908077"/>
                    </a:lnTo>
                    <a:lnTo>
                      <a:pt x="912008" y="907660"/>
                    </a:lnTo>
                    <a:lnTo>
                      <a:pt x="912432" y="907243"/>
                    </a:lnTo>
                    <a:lnTo>
                      <a:pt x="912857" y="906826"/>
                    </a:lnTo>
                    <a:lnTo>
                      <a:pt x="913281" y="906410"/>
                    </a:lnTo>
                    <a:lnTo>
                      <a:pt x="913706" y="905993"/>
                    </a:lnTo>
                    <a:lnTo>
                      <a:pt x="914130" y="905576"/>
                    </a:lnTo>
                    <a:lnTo>
                      <a:pt x="914400" y="905311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h2538"/>
              <p:cNvSpPr/>
              <p:nvPr/>
            </p:nvSpPr>
            <p:spPr>
              <a:xfrm>
                <a:off x="2809707" y="223807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2881"/>
                    </a:lnTo>
                    <a:lnTo>
                      <a:pt x="905114" y="922729"/>
                    </a:lnTo>
                    <a:lnTo>
                      <a:pt x="905539" y="922312"/>
                    </a:lnTo>
                    <a:lnTo>
                      <a:pt x="905963" y="921896"/>
                    </a:lnTo>
                    <a:lnTo>
                      <a:pt x="906388" y="921479"/>
                    </a:lnTo>
                    <a:lnTo>
                      <a:pt x="906812" y="921062"/>
                    </a:lnTo>
                    <a:lnTo>
                      <a:pt x="907237" y="920645"/>
                    </a:lnTo>
                    <a:lnTo>
                      <a:pt x="907661" y="920229"/>
                    </a:lnTo>
                    <a:lnTo>
                      <a:pt x="908086" y="919812"/>
                    </a:lnTo>
                    <a:lnTo>
                      <a:pt x="908511" y="919395"/>
                    </a:lnTo>
                    <a:lnTo>
                      <a:pt x="908935" y="918979"/>
                    </a:lnTo>
                    <a:lnTo>
                      <a:pt x="909360" y="918562"/>
                    </a:lnTo>
                    <a:lnTo>
                      <a:pt x="909785" y="918146"/>
                    </a:lnTo>
                    <a:lnTo>
                      <a:pt x="910210" y="917729"/>
                    </a:lnTo>
                    <a:lnTo>
                      <a:pt x="910634" y="917312"/>
                    </a:lnTo>
                    <a:lnTo>
                      <a:pt x="911059" y="916896"/>
                    </a:lnTo>
                    <a:lnTo>
                      <a:pt x="911484" y="916479"/>
                    </a:lnTo>
                    <a:lnTo>
                      <a:pt x="911909" y="916063"/>
                    </a:lnTo>
                    <a:lnTo>
                      <a:pt x="912334" y="915646"/>
                    </a:lnTo>
                    <a:lnTo>
                      <a:pt x="912759" y="915230"/>
                    </a:lnTo>
                    <a:lnTo>
                      <a:pt x="913184" y="914813"/>
                    </a:lnTo>
                    <a:lnTo>
                      <a:pt x="913633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h2539"/>
              <p:cNvSpPr/>
              <p:nvPr/>
            </p:nvSpPr>
            <p:spPr>
              <a:xfrm>
                <a:off x="280970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h2540"/>
              <p:cNvSpPr/>
              <p:nvPr/>
            </p:nvSpPr>
            <p:spPr>
              <a:xfrm>
                <a:off x="281914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9">
                  <a:alpha val="100000"/>
                </a:srgbClr>
              </a:solidFill>
              <a:ln w="5420" cap="flat">
                <a:solidFill>
                  <a:srgbClr val="FEA8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h2541"/>
              <p:cNvSpPr/>
              <p:nvPr/>
            </p:nvSpPr>
            <p:spPr>
              <a:xfrm>
                <a:off x="282858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h2542"/>
              <p:cNvSpPr/>
              <p:nvPr/>
            </p:nvSpPr>
            <p:spPr>
              <a:xfrm>
                <a:off x="283802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h2543"/>
              <p:cNvSpPr/>
              <p:nvPr/>
            </p:nvSpPr>
            <p:spPr>
              <a:xfrm>
                <a:off x="284746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h2544"/>
              <p:cNvSpPr/>
              <p:nvPr/>
            </p:nvSpPr>
            <p:spPr>
              <a:xfrm>
                <a:off x="285690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h2545"/>
              <p:cNvSpPr/>
              <p:nvPr/>
            </p:nvSpPr>
            <p:spPr>
              <a:xfrm>
                <a:off x="286634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h2546"/>
              <p:cNvSpPr/>
              <p:nvPr/>
            </p:nvSpPr>
            <p:spPr>
              <a:xfrm>
                <a:off x="287578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h2547"/>
              <p:cNvSpPr/>
              <p:nvPr/>
            </p:nvSpPr>
            <p:spPr>
              <a:xfrm>
                <a:off x="288522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h2548"/>
              <p:cNvSpPr/>
              <p:nvPr/>
            </p:nvSpPr>
            <p:spPr>
              <a:xfrm>
                <a:off x="289466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h2549"/>
              <p:cNvSpPr/>
              <p:nvPr/>
            </p:nvSpPr>
            <p:spPr>
              <a:xfrm>
                <a:off x="290410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h2550"/>
              <p:cNvSpPr/>
              <p:nvPr/>
            </p:nvSpPr>
            <p:spPr>
              <a:xfrm>
                <a:off x="291355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h2551"/>
              <p:cNvSpPr/>
              <p:nvPr/>
            </p:nvSpPr>
            <p:spPr>
              <a:xfrm>
                <a:off x="292299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h2552"/>
              <p:cNvSpPr/>
              <p:nvPr/>
            </p:nvSpPr>
            <p:spPr>
              <a:xfrm>
                <a:off x="293243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h2553"/>
              <p:cNvSpPr/>
              <p:nvPr/>
            </p:nvSpPr>
            <p:spPr>
              <a:xfrm>
                <a:off x="294187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h2554"/>
              <p:cNvSpPr/>
              <p:nvPr/>
            </p:nvSpPr>
            <p:spPr>
              <a:xfrm>
                <a:off x="295131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h2555"/>
              <p:cNvSpPr/>
              <p:nvPr/>
            </p:nvSpPr>
            <p:spPr>
              <a:xfrm>
                <a:off x="296075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h2556"/>
              <p:cNvSpPr/>
              <p:nvPr/>
            </p:nvSpPr>
            <p:spPr>
              <a:xfrm>
                <a:off x="297019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h2557"/>
              <p:cNvSpPr/>
              <p:nvPr/>
            </p:nvSpPr>
            <p:spPr>
              <a:xfrm>
                <a:off x="297963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h2558"/>
              <p:cNvSpPr/>
              <p:nvPr/>
            </p:nvSpPr>
            <p:spPr>
              <a:xfrm>
                <a:off x="298907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h2559"/>
              <p:cNvSpPr/>
              <p:nvPr/>
            </p:nvSpPr>
            <p:spPr>
              <a:xfrm>
                <a:off x="299851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h2560"/>
              <p:cNvSpPr/>
              <p:nvPr/>
            </p:nvSpPr>
            <p:spPr>
              <a:xfrm>
                <a:off x="300795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h2561"/>
              <p:cNvSpPr/>
              <p:nvPr/>
            </p:nvSpPr>
            <p:spPr>
              <a:xfrm>
                <a:off x="301739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h2562"/>
              <p:cNvSpPr/>
              <p:nvPr/>
            </p:nvSpPr>
            <p:spPr>
              <a:xfrm>
                <a:off x="302683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h2563"/>
              <p:cNvSpPr/>
              <p:nvPr/>
            </p:nvSpPr>
            <p:spPr>
              <a:xfrm>
                <a:off x="303627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h2564"/>
              <p:cNvSpPr/>
              <p:nvPr/>
            </p:nvSpPr>
            <p:spPr>
              <a:xfrm>
                <a:off x="304571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h2565"/>
              <p:cNvSpPr/>
              <p:nvPr/>
            </p:nvSpPr>
            <p:spPr>
              <a:xfrm>
                <a:off x="305515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h2566"/>
              <p:cNvSpPr/>
              <p:nvPr/>
            </p:nvSpPr>
            <p:spPr>
              <a:xfrm>
                <a:off x="306459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h2567"/>
              <p:cNvSpPr/>
              <p:nvPr/>
            </p:nvSpPr>
            <p:spPr>
              <a:xfrm>
                <a:off x="307403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h2568"/>
              <p:cNvSpPr/>
              <p:nvPr/>
            </p:nvSpPr>
            <p:spPr>
              <a:xfrm>
                <a:off x="308347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h2569"/>
              <p:cNvSpPr/>
              <p:nvPr/>
            </p:nvSpPr>
            <p:spPr>
              <a:xfrm>
                <a:off x="309291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h2570"/>
              <p:cNvSpPr/>
              <p:nvPr/>
            </p:nvSpPr>
            <p:spPr>
              <a:xfrm>
                <a:off x="310235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h2571"/>
              <p:cNvSpPr/>
              <p:nvPr/>
            </p:nvSpPr>
            <p:spPr>
              <a:xfrm>
                <a:off x="311179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h2572"/>
              <p:cNvSpPr/>
              <p:nvPr/>
            </p:nvSpPr>
            <p:spPr>
              <a:xfrm>
                <a:off x="312123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h2573"/>
              <p:cNvSpPr/>
              <p:nvPr/>
            </p:nvSpPr>
            <p:spPr>
              <a:xfrm>
                <a:off x="313067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h2574"/>
              <p:cNvSpPr/>
              <p:nvPr/>
            </p:nvSpPr>
            <p:spPr>
              <a:xfrm>
                <a:off x="314011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h2575"/>
              <p:cNvSpPr/>
              <p:nvPr/>
            </p:nvSpPr>
            <p:spPr>
              <a:xfrm>
                <a:off x="314955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h2576"/>
              <p:cNvSpPr/>
              <p:nvPr/>
            </p:nvSpPr>
            <p:spPr>
              <a:xfrm>
                <a:off x="315899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h2577"/>
              <p:cNvSpPr/>
              <p:nvPr/>
            </p:nvSpPr>
            <p:spPr>
              <a:xfrm>
                <a:off x="316843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h2578"/>
              <p:cNvSpPr/>
              <p:nvPr/>
            </p:nvSpPr>
            <p:spPr>
              <a:xfrm>
                <a:off x="317787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h2579"/>
              <p:cNvSpPr/>
              <p:nvPr/>
            </p:nvSpPr>
            <p:spPr>
              <a:xfrm>
                <a:off x="318731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h2580"/>
              <p:cNvSpPr/>
              <p:nvPr/>
            </p:nvSpPr>
            <p:spPr>
              <a:xfrm>
                <a:off x="319675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h2581"/>
              <p:cNvSpPr/>
              <p:nvPr/>
            </p:nvSpPr>
            <p:spPr>
              <a:xfrm>
                <a:off x="320619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h2582"/>
              <p:cNvSpPr/>
              <p:nvPr/>
            </p:nvSpPr>
            <p:spPr>
              <a:xfrm>
                <a:off x="321563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h2583"/>
              <p:cNvSpPr/>
              <p:nvPr/>
            </p:nvSpPr>
            <p:spPr>
              <a:xfrm>
                <a:off x="322507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h2584"/>
              <p:cNvSpPr/>
              <p:nvPr/>
            </p:nvSpPr>
            <p:spPr>
              <a:xfrm>
                <a:off x="323451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h2585"/>
              <p:cNvSpPr/>
              <p:nvPr/>
            </p:nvSpPr>
            <p:spPr>
              <a:xfrm>
                <a:off x="324395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h2586"/>
              <p:cNvSpPr/>
              <p:nvPr/>
            </p:nvSpPr>
            <p:spPr>
              <a:xfrm>
                <a:off x="325339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h2587"/>
              <p:cNvSpPr/>
              <p:nvPr/>
            </p:nvSpPr>
            <p:spPr>
              <a:xfrm>
                <a:off x="326283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h2588"/>
              <p:cNvSpPr/>
              <p:nvPr/>
            </p:nvSpPr>
            <p:spPr>
              <a:xfrm>
                <a:off x="327227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h2589"/>
              <p:cNvSpPr/>
              <p:nvPr/>
            </p:nvSpPr>
            <p:spPr>
              <a:xfrm>
                <a:off x="328171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h2590"/>
              <p:cNvSpPr/>
              <p:nvPr/>
            </p:nvSpPr>
            <p:spPr>
              <a:xfrm>
                <a:off x="329115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h2591"/>
              <p:cNvSpPr/>
              <p:nvPr/>
            </p:nvSpPr>
            <p:spPr>
              <a:xfrm>
                <a:off x="330059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h2592"/>
              <p:cNvSpPr/>
              <p:nvPr/>
            </p:nvSpPr>
            <p:spPr>
              <a:xfrm>
                <a:off x="331004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h2593"/>
              <p:cNvSpPr/>
              <p:nvPr/>
            </p:nvSpPr>
            <p:spPr>
              <a:xfrm>
                <a:off x="3319480" y="2255641"/>
                <a:ext cx="9233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1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18" y="896830"/>
                    </a:lnTo>
                    <a:lnTo>
                      <a:pt x="921370" y="904016"/>
                    </a:lnTo>
                    <a:lnTo>
                      <a:pt x="918769" y="912590"/>
                    </a:lnTo>
                    <a:lnTo>
                      <a:pt x="918189" y="914400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h2594"/>
              <p:cNvSpPr/>
              <p:nvPr/>
            </p:nvSpPr>
            <p:spPr>
              <a:xfrm>
                <a:off x="2375456" y="2220501"/>
                <a:ext cx="914399" cy="91501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010">
                    <a:moveTo>
                      <a:pt x="914399" y="914400"/>
                    </a:moveTo>
                    <a:lnTo>
                      <a:pt x="914399" y="915010"/>
                    </a:lnTo>
                    <a:lnTo>
                      <a:pt x="914125" y="914400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h2595"/>
              <p:cNvSpPr/>
              <p:nvPr/>
            </p:nvSpPr>
            <p:spPr>
              <a:xfrm>
                <a:off x="237545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0" y="931969"/>
                    </a:lnTo>
                    <a:lnTo>
                      <a:pt x="920594" y="928805"/>
                    </a:lnTo>
                    <a:lnTo>
                      <a:pt x="920353" y="928266"/>
                    </a:lnTo>
                    <a:lnTo>
                      <a:pt x="919573" y="926529"/>
                    </a:lnTo>
                    <a:lnTo>
                      <a:pt x="918793" y="924791"/>
                    </a:lnTo>
                    <a:lnTo>
                      <a:pt x="918013" y="923053"/>
                    </a:lnTo>
                    <a:lnTo>
                      <a:pt x="917233" y="921316"/>
                    </a:lnTo>
                    <a:lnTo>
                      <a:pt x="916453" y="919579"/>
                    </a:lnTo>
                    <a:lnTo>
                      <a:pt x="915672" y="917841"/>
                    </a:lnTo>
                    <a:lnTo>
                      <a:pt x="914891" y="916104"/>
                    </a:lnTo>
                    <a:lnTo>
                      <a:pt x="914399" y="91501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h2596"/>
              <p:cNvSpPr/>
              <p:nvPr/>
            </p:nvSpPr>
            <p:spPr>
              <a:xfrm>
                <a:off x="238489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h2597"/>
              <p:cNvSpPr/>
              <p:nvPr/>
            </p:nvSpPr>
            <p:spPr>
              <a:xfrm>
                <a:off x="239433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h2598"/>
              <p:cNvSpPr/>
              <p:nvPr/>
            </p:nvSpPr>
            <p:spPr>
              <a:xfrm>
                <a:off x="240377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h2599"/>
              <p:cNvSpPr/>
              <p:nvPr/>
            </p:nvSpPr>
            <p:spPr>
              <a:xfrm>
                <a:off x="241321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h2600"/>
              <p:cNvSpPr/>
              <p:nvPr/>
            </p:nvSpPr>
            <p:spPr>
              <a:xfrm>
                <a:off x="242265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h2601"/>
              <p:cNvSpPr/>
              <p:nvPr/>
            </p:nvSpPr>
            <p:spPr>
              <a:xfrm>
                <a:off x="243209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h2602"/>
              <p:cNvSpPr/>
              <p:nvPr/>
            </p:nvSpPr>
            <p:spPr>
              <a:xfrm>
                <a:off x="244153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h2603"/>
              <p:cNvSpPr/>
              <p:nvPr/>
            </p:nvSpPr>
            <p:spPr>
              <a:xfrm>
                <a:off x="245097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h2604"/>
              <p:cNvSpPr/>
              <p:nvPr/>
            </p:nvSpPr>
            <p:spPr>
              <a:xfrm>
                <a:off x="246041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h2605"/>
              <p:cNvSpPr/>
              <p:nvPr/>
            </p:nvSpPr>
            <p:spPr>
              <a:xfrm>
                <a:off x="246985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h2606"/>
              <p:cNvSpPr/>
              <p:nvPr/>
            </p:nvSpPr>
            <p:spPr>
              <a:xfrm>
                <a:off x="247929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h2607"/>
              <p:cNvSpPr/>
              <p:nvPr/>
            </p:nvSpPr>
            <p:spPr>
              <a:xfrm>
                <a:off x="248873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h2608"/>
              <p:cNvSpPr/>
              <p:nvPr/>
            </p:nvSpPr>
            <p:spPr>
              <a:xfrm>
                <a:off x="249817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h2609"/>
              <p:cNvSpPr/>
              <p:nvPr/>
            </p:nvSpPr>
            <p:spPr>
              <a:xfrm>
                <a:off x="250761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h2610"/>
              <p:cNvSpPr/>
              <p:nvPr/>
            </p:nvSpPr>
            <p:spPr>
              <a:xfrm>
                <a:off x="251705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h2611"/>
              <p:cNvSpPr/>
              <p:nvPr/>
            </p:nvSpPr>
            <p:spPr>
              <a:xfrm>
                <a:off x="252650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h2612"/>
              <p:cNvSpPr/>
              <p:nvPr/>
            </p:nvSpPr>
            <p:spPr>
              <a:xfrm>
                <a:off x="253594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h2613"/>
              <p:cNvSpPr/>
              <p:nvPr/>
            </p:nvSpPr>
            <p:spPr>
              <a:xfrm>
                <a:off x="254538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h2614"/>
              <p:cNvSpPr/>
              <p:nvPr/>
            </p:nvSpPr>
            <p:spPr>
              <a:xfrm>
                <a:off x="255482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h2615"/>
              <p:cNvSpPr/>
              <p:nvPr/>
            </p:nvSpPr>
            <p:spPr>
              <a:xfrm>
                <a:off x="256426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h2616"/>
              <p:cNvSpPr/>
              <p:nvPr/>
            </p:nvSpPr>
            <p:spPr>
              <a:xfrm>
                <a:off x="257370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h2617"/>
              <p:cNvSpPr/>
              <p:nvPr/>
            </p:nvSpPr>
            <p:spPr>
              <a:xfrm>
                <a:off x="258314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h2618"/>
              <p:cNvSpPr/>
              <p:nvPr/>
            </p:nvSpPr>
            <p:spPr>
              <a:xfrm>
                <a:off x="259258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h2619"/>
              <p:cNvSpPr/>
              <p:nvPr/>
            </p:nvSpPr>
            <p:spPr>
              <a:xfrm>
                <a:off x="260202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h2620"/>
              <p:cNvSpPr/>
              <p:nvPr/>
            </p:nvSpPr>
            <p:spPr>
              <a:xfrm>
                <a:off x="261146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h2621"/>
              <p:cNvSpPr/>
              <p:nvPr/>
            </p:nvSpPr>
            <p:spPr>
              <a:xfrm>
                <a:off x="262090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h2622"/>
              <p:cNvSpPr/>
              <p:nvPr/>
            </p:nvSpPr>
            <p:spPr>
              <a:xfrm>
                <a:off x="263034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h2623"/>
              <p:cNvSpPr/>
              <p:nvPr/>
            </p:nvSpPr>
            <p:spPr>
              <a:xfrm>
                <a:off x="263978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h2624"/>
              <p:cNvSpPr/>
              <p:nvPr/>
            </p:nvSpPr>
            <p:spPr>
              <a:xfrm>
                <a:off x="264922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h2625"/>
              <p:cNvSpPr/>
              <p:nvPr/>
            </p:nvSpPr>
            <p:spPr>
              <a:xfrm>
                <a:off x="265866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h2626"/>
              <p:cNvSpPr/>
              <p:nvPr/>
            </p:nvSpPr>
            <p:spPr>
              <a:xfrm>
                <a:off x="266810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h2627"/>
              <p:cNvSpPr/>
              <p:nvPr/>
            </p:nvSpPr>
            <p:spPr>
              <a:xfrm>
                <a:off x="2677544" y="2238071"/>
                <a:ext cx="9178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8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08" y="896830"/>
                    </a:lnTo>
                    <a:lnTo>
                      <a:pt x="917192" y="899085"/>
                    </a:lnTo>
                    <a:lnTo>
                      <a:pt x="917779" y="910217"/>
                    </a:lnTo>
                    <a:lnTo>
                      <a:pt x="917880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h2628"/>
              <p:cNvSpPr/>
              <p:nvPr/>
            </p:nvSpPr>
            <p:spPr>
              <a:xfrm>
                <a:off x="2809707" y="223807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633" y="914400"/>
                    </a:lnTo>
                    <a:lnTo>
                      <a:pt x="914399" y="913694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h2629"/>
              <p:cNvSpPr/>
              <p:nvPr/>
            </p:nvSpPr>
            <p:spPr>
              <a:xfrm>
                <a:off x="2819147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694"/>
                    </a:lnTo>
                    <a:lnTo>
                      <a:pt x="908934" y="910037"/>
                    </a:lnTo>
                    <a:lnTo>
                      <a:pt x="914249" y="905761"/>
                    </a:lnTo>
                    <a:lnTo>
                      <a:pt x="914400" y="905648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h2630"/>
              <p:cNvSpPr/>
              <p:nvPr/>
            </p:nvSpPr>
            <p:spPr>
              <a:xfrm>
                <a:off x="2828587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0" y="905573"/>
                    </a:lnTo>
                    <a:lnTo>
                      <a:pt x="905314" y="905383"/>
                    </a:lnTo>
                    <a:lnTo>
                      <a:pt x="905567" y="905193"/>
                    </a:lnTo>
                    <a:lnTo>
                      <a:pt x="905821" y="905003"/>
                    </a:lnTo>
                    <a:lnTo>
                      <a:pt x="906074" y="904813"/>
                    </a:lnTo>
                    <a:lnTo>
                      <a:pt x="906328" y="904623"/>
                    </a:lnTo>
                    <a:lnTo>
                      <a:pt x="906581" y="904434"/>
                    </a:lnTo>
                    <a:lnTo>
                      <a:pt x="906835" y="904244"/>
                    </a:lnTo>
                    <a:lnTo>
                      <a:pt x="907089" y="904054"/>
                    </a:lnTo>
                    <a:lnTo>
                      <a:pt x="907342" y="903864"/>
                    </a:lnTo>
                    <a:lnTo>
                      <a:pt x="907596" y="903674"/>
                    </a:lnTo>
                    <a:lnTo>
                      <a:pt x="907850" y="903485"/>
                    </a:lnTo>
                    <a:lnTo>
                      <a:pt x="908103" y="903295"/>
                    </a:lnTo>
                    <a:lnTo>
                      <a:pt x="908357" y="903105"/>
                    </a:lnTo>
                    <a:lnTo>
                      <a:pt x="908611" y="902915"/>
                    </a:lnTo>
                    <a:lnTo>
                      <a:pt x="908864" y="902725"/>
                    </a:lnTo>
                    <a:lnTo>
                      <a:pt x="909118" y="902536"/>
                    </a:lnTo>
                    <a:lnTo>
                      <a:pt x="909372" y="902346"/>
                    </a:lnTo>
                    <a:lnTo>
                      <a:pt x="909625" y="902156"/>
                    </a:lnTo>
                    <a:lnTo>
                      <a:pt x="909879" y="901966"/>
                    </a:lnTo>
                    <a:lnTo>
                      <a:pt x="910133" y="901777"/>
                    </a:lnTo>
                    <a:lnTo>
                      <a:pt x="910386" y="901587"/>
                    </a:lnTo>
                    <a:lnTo>
                      <a:pt x="910640" y="901397"/>
                    </a:lnTo>
                    <a:lnTo>
                      <a:pt x="910894" y="901208"/>
                    </a:lnTo>
                    <a:lnTo>
                      <a:pt x="911147" y="901018"/>
                    </a:lnTo>
                    <a:lnTo>
                      <a:pt x="911401" y="900828"/>
                    </a:lnTo>
                    <a:lnTo>
                      <a:pt x="911655" y="900638"/>
                    </a:lnTo>
                    <a:lnTo>
                      <a:pt x="911909" y="900449"/>
                    </a:lnTo>
                    <a:lnTo>
                      <a:pt x="912162" y="900259"/>
                    </a:lnTo>
                    <a:lnTo>
                      <a:pt x="912416" y="900069"/>
                    </a:lnTo>
                    <a:lnTo>
                      <a:pt x="912670" y="899880"/>
                    </a:lnTo>
                    <a:lnTo>
                      <a:pt x="912924" y="899690"/>
                    </a:lnTo>
                    <a:lnTo>
                      <a:pt x="913178" y="899500"/>
                    </a:lnTo>
                    <a:lnTo>
                      <a:pt x="913431" y="899310"/>
                    </a:lnTo>
                    <a:lnTo>
                      <a:pt x="913685" y="899121"/>
                    </a:lnTo>
                    <a:lnTo>
                      <a:pt x="913939" y="898931"/>
                    </a:lnTo>
                    <a:lnTo>
                      <a:pt x="914193" y="898741"/>
                    </a:lnTo>
                    <a:lnTo>
                      <a:pt x="914400" y="898587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h2631"/>
              <p:cNvSpPr/>
              <p:nvPr/>
            </p:nvSpPr>
            <p:spPr>
              <a:xfrm>
                <a:off x="2838028" y="222050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06" y="916122"/>
                    </a:lnTo>
                    <a:lnTo>
                      <a:pt x="905260" y="915932"/>
                    </a:lnTo>
                    <a:lnTo>
                      <a:pt x="905514" y="915742"/>
                    </a:lnTo>
                    <a:lnTo>
                      <a:pt x="905768" y="915553"/>
                    </a:lnTo>
                    <a:lnTo>
                      <a:pt x="906022" y="915363"/>
                    </a:lnTo>
                    <a:lnTo>
                      <a:pt x="906276" y="915173"/>
                    </a:lnTo>
                    <a:lnTo>
                      <a:pt x="906529" y="914984"/>
                    </a:lnTo>
                    <a:lnTo>
                      <a:pt x="906783" y="914794"/>
                    </a:lnTo>
                    <a:lnTo>
                      <a:pt x="907037" y="914605"/>
                    </a:lnTo>
                    <a:lnTo>
                      <a:pt x="907312" y="914400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h2632"/>
              <p:cNvSpPr/>
              <p:nvPr/>
            </p:nvSpPr>
            <p:spPr>
              <a:xfrm>
                <a:off x="283802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h2633"/>
              <p:cNvSpPr/>
              <p:nvPr/>
            </p:nvSpPr>
            <p:spPr>
              <a:xfrm>
                <a:off x="284746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h2634"/>
              <p:cNvSpPr/>
              <p:nvPr/>
            </p:nvSpPr>
            <p:spPr>
              <a:xfrm>
                <a:off x="285690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h2635"/>
              <p:cNvSpPr/>
              <p:nvPr/>
            </p:nvSpPr>
            <p:spPr>
              <a:xfrm>
                <a:off x="286634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h2636"/>
              <p:cNvSpPr/>
              <p:nvPr/>
            </p:nvSpPr>
            <p:spPr>
              <a:xfrm>
                <a:off x="287578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h2637"/>
              <p:cNvSpPr/>
              <p:nvPr/>
            </p:nvSpPr>
            <p:spPr>
              <a:xfrm>
                <a:off x="288522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h2638"/>
              <p:cNvSpPr/>
              <p:nvPr/>
            </p:nvSpPr>
            <p:spPr>
              <a:xfrm>
                <a:off x="289466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h2639"/>
              <p:cNvSpPr/>
              <p:nvPr/>
            </p:nvSpPr>
            <p:spPr>
              <a:xfrm>
                <a:off x="290410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h2640"/>
              <p:cNvSpPr/>
              <p:nvPr/>
            </p:nvSpPr>
            <p:spPr>
              <a:xfrm>
                <a:off x="291355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h2641"/>
              <p:cNvSpPr/>
              <p:nvPr/>
            </p:nvSpPr>
            <p:spPr>
              <a:xfrm>
                <a:off x="292299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h2642"/>
              <p:cNvSpPr/>
              <p:nvPr/>
            </p:nvSpPr>
            <p:spPr>
              <a:xfrm>
                <a:off x="293243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h2643"/>
              <p:cNvSpPr/>
              <p:nvPr/>
            </p:nvSpPr>
            <p:spPr>
              <a:xfrm>
                <a:off x="294187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h2644"/>
              <p:cNvSpPr/>
              <p:nvPr/>
            </p:nvSpPr>
            <p:spPr>
              <a:xfrm>
                <a:off x="295131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h2645"/>
              <p:cNvSpPr/>
              <p:nvPr/>
            </p:nvSpPr>
            <p:spPr>
              <a:xfrm>
                <a:off x="296075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h2646"/>
              <p:cNvSpPr/>
              <p:nvPr/>
            </p:nvSpPr>
            <p:spPr>
              <a:xfrm>
                <a:off x="297019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h2647"/>
              <p:cNvSpPr/>
              <p:nvPr/>
            </p:nvSpPr>
            <p:spPr>
              <a:xfrm>
                <a:off x="297963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h2648"/>
              <p:cNvSpPr/>
              <p:nvPr/>
            </p:nvSpPr>
            <p:spPr>
              <a:xfrm>
                <a:off x="298907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h2649"/>
              <p:cNvSpPr/>
              <p:nvPr/>
            </p:nvSpPr>
            <p:spPr>
              <a:xfrm>
                <a:off x="299851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h2650"/>
              <p:cNvSpPr/>
              <p:nvPr/>
            </p:nvSpPr>
            <p:spPr>
              <a:xfrm>
                <a:off x="300795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h2651"/>
              <p:cNvSpPr/>
              <p:nvPr/>
            </p:nvSpPr>
            <p:spPr>
              <a:xfrm>
                <a:off x="301739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h2652"/>
              <p:cNvSpPr/>
              <p:nvPr/>
            </p:nvSpPr>
            <p:spPr>
              <a:xfrm>
                <a:off x="302683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h2653"/>
              <p:cNvSpPr/>
              <p:nvPr/>
            </p:nvSpPr>
            <p:spPr>
              <a:xfrm>
                <a:off x="303627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h2654"/>
              <p:cNvSpPr/>
              <p:nvPr/>
            </p:nvSpPr>
            <p:spPr>
              <a:xfrm>
                <a:off x="304571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h2655"/>
              <p:cNvSpPr/>
              <p:nvPr/>
            </p:nvSpPr>
            <p:spPr>
              <a:xfrm>
                <a:off x="305515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h2656"/>
              <p:cNvSpPr/>
              <p:nvPr/>
            </p:nvSpPr>
            <p:spPr>
              <a:xfrm>
                <a:off x="306459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h2657"/>
              <p:cNvSpPr/>
              <p:nvPr/>
            </p:nvSpPr>
            <p:spPr>
              <a:xfrm>
                <a:off x="307403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h2658"/>
              <p:cNvSpPr/>
              <p:nvPr/>
            </p:nvSpPr>
            <p:spPr>
              <a:xfrm>
                <a:off x="308347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h2659"/>
              <p:cNvSpPr/>
              <p:nvPr/>
            </p:nvSpPr>
            <p:spPr>
              <a:xfrm>
                <a:off x="309291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h2660"/>
              <p:cNvSpPr/>
              <p:nvPr/>
            </p:nvSpPr>
            <p:spPr>
              <a:xfrm>
                <a:off x="310235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h2661"/>
              <p:cNvSpPr/>
              <p:nvPr/>
            </p:nvSpPr>
            <p:spPr>
              <a:xfrm>
                <a:off x="311179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h2662"/>
              <p:cNvSpPr/>
              <p:nvPr/>
            </p:nvSpPr>
            <p:spPr>
              <a:xfrm>
                <a:off x="312123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h2663"/>
              <p:cNvSpPr/>
              <p:nvPr/>
            </p:nvSpPr>
            <p:spPr>
              <a:xfrm>
                <a:off x="313067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h2664"/>
              <p:cNvSpPr/>
              <p:nvPr/>
            </p:nvSpPr>
            <p:spPr>
              <a:xfrm>
                <a:off x="314011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h2665"/>
              <p:cNvSpPr/>
              <p:nvPr/>
            </p:nvSpPr>
            <p:spPr>
              <a:xfrm>
                <a:off x="314955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h2666"/>
              <p:cNvSpPr/>
              <p:nvPr/>
            </p:nvSpPr>
            <p:spPr>
              <a:xfrm>
                <a:off x="315899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h2667"/>
              <p:cNvSpPr/>
              <p:nvPr/>
            </p:nvSpPr>
            <p:spPr>
              <a:xfrm>
                <a:off x="316843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h2668"/>
              <p:cNvSpPr/>
              <p:nvPr/>
            </p:nvSpPr>
            <p:spPr>
              <a:xfrm>
                <a:off x="317787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h2669"/>
              <p:cNvSpPr/>
              <p:nvPr/>
            </p:nvSpPr>
            <p:spPr>
              <a:xfrm>
                <a:off x="318731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h2670"/>
              <p:cNvSpPr/>
              <p:nvPr/>
            </p:nvSpPr>
            <p:spPr>
              <a:xfrm>
                <a:off x="319675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h2671"/>
              <p:cNvSpPr/>
              <p:nvPr/>
            </p:nvSpPr>
            <p:spPr>
              <a:xfrm>
                <a:off x="320619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h2672"/>
              <p:cNvSpPr/>
              <p:nvPr/>
            </p:nvSpPr>
            <p:spPr>
              <a:xfrm>
                <a:off x="321563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h2673"/>
              <p:cNvSpPr/>
              <p:nvPr/>
            </p:nvSpPr>
            <p:spPr>
              <a:xfrm>
                <a:off x="322507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h2674"/>
              <p:cNvSpPr/>
              <p:nvPr/>
            </p:nvSpPr>
            <p:spPr>
              <a:xfrm>
                <a:off x="323451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h2675"/>
              <p:cNvSpPr/>
              <p:nvPr/>
            </p:nvSpPr>
            <p:spPr>
              <a:xfrm>
                <a:off x="324395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h2676"/>
              <p:cNvSpPr/>
              <p:nvPr/>
            </p:nvSpPr>
            <p:spPr>
              <a:xfrm>
                <a:off x="325339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h2677"/>
              <p:cNvSpPr/>
              <p:nvPr/>
            </p:nvSpPr>
            <p:spPr>
              <a:xfrm>
                <a:off x="326283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h2678"/>
              <p:cNvSpPr/>
              <p:nvPr/>
            </p:nvSpPr>
            <p:spPr>
              <a:xfrm>
                <a:off x="327227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h2679"/>
              <p:cNvSpPr/>
              <p:nvPr/>
            </p:nvSpPr>
            <p:spPr>
              <a:xfrm>
                <a:off x="328171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h2680"/>
              <p:cNvSpPr/>
              <p:nvPr/>
            </p:nvSpPr>
            <p:spPr>
              <a:xfrm>
                <a:off x="329115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h2681"/>
              <p:cNvSpPr/>
              <p:nvPr/>
            </p:nvSpPr>
            <p:spPr>
              <a:xfrm>
                <a:off x="330059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h2682"/>
              <p:cNvSpPr/>
              <p:nvPr/>
            </p:nvSpPr>
            <p:spPr>
              <a:xfrm>
                <a:off x="331004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h2683"/>
              <p:cNvSpPr/>
              <p:nvPr/>
            </p:nvSpPr>
            <p:spPr>
              <a:xfrm>
                <a:off x="3319480" y="223807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35"/>
                    </a:lnTo>
                    <a:lnTo>
                      <a:pt x="923753" y="912796"/>
                    </a:lnTo>
                    <a:lnTo>
                      <a:pt x="923318" y="914400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h2684"/>
              <p:cNvSpPr/>
              <p:nvPr/>
            </p:nvSpPr>
            <p:spPr>
              <a:xfrm>
                <a:off x="3328920" y="2220501"/>
                <a:ext cx="918047" cy="930005"/>
              </a:xfrm>
              <a:custGeom>
                <a:avLst/>
                <a:gdLst/>
                <a:ahLst/>
                <a:cxnLst/>
                <a:rect l="0" t="0" r="0" b="0"/>
                <a:pathLst>
                  <a:path w="918047" h="930005">
                    <a:moveTo>
                      <a:pt x="914400" y="914400"/>
                    </a:moveTo>
                    <a:lnTo>
                      <a:pt x="918047" y="914400"/>
                    </a:lnTo>
                    <a:lnTo>
                      <a:pt x="917633" y="916231"/>
                    </a:lnTo>
                    <a:lnTo>
                      <a:pt x="917055" y="918797"/>
                    </a:lnTo>
                    <a:lnTo>
                      <a:pt x="916473" y="921377"/>
                    </a:lnTo>
                    <a:lnTo>
                      <a:pt x="914400" y="930005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h2685"/>
              <p:cNvSpPr/>
              <p:nvPr/>
            </p:nvSpPr>
            <p:spPr>
              <a:xfrm>
                <a:off x="2375456" y="220293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4110" y="931936"/>
                    </a:lnTo>
                    <a:lnTo>
                      <a:pt x="913329" y="930199"/>
                    </a:lnTo>
                    <a:lnTo>
                      <a:pt x="912547" y="928462"/>
                    </a:lnTo>
                    <a:lnTo>
                      <a:pt x="911766" y="926725"/>
                    </a:lnTo>
                    <a:lnTo>
                      <a:pt x="910984" y="924988"/>
                    </a:lnTo>
                    <a:lnTo>
                      <a:pt x="910202" y="923251"/>
                    </a:lnTo>
                    <a:lnTo>
                      <a:pt x="909420" y="921514"/>
                    </a:lnTo>
                    <a:lnTo>
                      <a:pt x="908637" y="919777"/>
                    </a:lnTo>
                    <a:lnTo>
                      <a:pt x="907854" y="918040"/>
                    </a:lnTo>
                    <a:lnTo>
                      <a:pt x="907071" y="916303"/>
                    </a:lnTo>
                    <a:lnTo>
                      <a:pt x="906288" y="914567"/>
                    </a:lnTo>
                    <a:lnTo>
                      <a:pt x="906213" y="914400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h2686"/>
              <p:cNvSpPr/>
              <p:nvPr/>
            </p:nvSpPr>
            <p:spPr>
              <a:xfrm>
                <a:off x="237545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h2687"/>
              <p:cNvSpPr/>
              <p:nvPr/>
            </p:nvSpPr>
            <p:spPr>
              <a:xfrm>
                <a:off x="238489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h2688"/>
              <p:cNvSpPr/>
              <p:nvPr/>
            </p:nvSpPr>
            <p:spPr>
              <a:xfrm>
                <a:off x="239433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h2689"/>
              <p:cNvSpPr/>
              <p:nvPr/>
            </p:nvSpPr>
            <p:spPr>
              <a:xfrm>
                <a:off x="240377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h2690"/>
              <p:cNvSpPr/>
              <p:nvPr/>
            </p:nvSpPr>
            <p:spPr>
              <a:xfrm>
                <a:off x="241321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h2691"/>
              <p:cNvSpPr/>
              <p:nvPr/>
            </p:nvSpPr>
            <p:spPr>
              <a:xfrm>
                <a:off x="242265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h2692"/>
              <p:cNvSpPr/>
              <p:nvPr/>
            </p:nvSpPr>
            <p:spPr>
              <a:xfrm>
                <a:off x="243209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h2693"/>
              <p:cNvSpPr/>
              <p:nvPr/>
            </p:nvSpPr>
            <p:spPr>
              <a:xfrm>
                <a:off x="244153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h2694"/>
              <p:cNvSpPr/>
              <p:nvPr/>
            </p:nvSpPr>
            <p:spPr>
              <a:xfrm>
                <a:off x="245097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h2695"/>
              <p:cNvSpPr/>
              <p:nvPr/>
            </p:nvSpPr>
            <p:spPr>
              <a:xfrm>
                <a:off x="246041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h2696"/>
              <p:cNvSpPr/>
              <p:nvPr/>
            </p:nvSpPr>
            <p:spPr>
              <a:xfrm>
                <a:off x="246985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h2697"/>
              <p:cNvSpPr/>
              <p:nvPr/>
            </p:nvSpPr>
            <p:spPr>
              <a:xfrm>
                <a:off x="247929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h2698"/>
              <p:cNvSpPr/>
              <p:nvPr/>
            </p:nvSpPr>
            <p:spPr>
              <a:xfrm>
                <a:off x="248873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h2699"/>
              <p:cNvSpPr/>
              <p:nvPr/>
            </p:nvSpPr>
            <p:spPr>
              <a:xfrm>
                <a:off x="249817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h2700"/>
              <p:cNvSpPr/>
              <p:nvPr/>
            </p:nvSpPr>
            <p:spPr>
              <a:xfrm>
                <a:off x="250761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h2701"/>
              <p:cNvSpPr/>
              <p:nvPr/>
            </p:nvSpPr>
            <p:spPr>
              <a:xfrm>
                <a:off x="251705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h2702"/>
              <p:cNvSpPr/>
              <p:nvPr/>
            </p:nvSpPr>
            <p:spPr>
              <a:xfrm>
                <a:off x="252650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h2703"/>
              <p:cNvSpPr/>
              <p:nvPr/>
            </p:nvSpPr>
            <p:spPr>
              <a:xfrm>
                <a:off x="253594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h2704"/>
              <p:cNvSpPr/>
              <p:nvPr/>
            </p:nvSpPr>
            <p:spPr>
              <a:xfrm>
                <a:off x="254538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h2705"/>
              <p:cNvSpPr/>
              <p:nvPr/>
            </p:nvSpPr>
            <p:spPr>
              <a:xfrm>
                <a:off x="255482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h2706"/>
              <p:cNvSpPr/>
              <p:nvPr/>
            </p:nvSpPr>
            <p:spPr>
              <a:xfrm>
                <a:off x="256426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h2707"/>
              <p:cNvSpPr/>
              <p:nvPr/>
            </p:nvSpPr>
            <p:spPr>
              <a:xfrm>
                <a:off x="257370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h2708"/>
              <p:cNvSpPr/>
              <p:nvPr/>
            </p:nvSpPr>
            <p:spPr>
              <a:xfrm>
                <a:off x="258314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h2709"/>
              <p:cNvSpPr/>
              <p:nvPr/>
            </p:nvSpPr>
            <p:spPr>
              <a:xfrm>
                <a:off x="259258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h2710"/>
              <p:cNvSpPr/>
              <p:nvPr/>
            </p:nvSpPr>
            <p:spPr>
              <a:xfrm>
                <a:off x="260202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h2711"/>
              <p:cNvSpPr/>
              <p:nvPr/>
            </p:nvSpPr>
            <p:spPr>
              <a:xfrm>
                <a:off x="261146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h2712"/>
              <p:cNvSpPr/>
              <p:nvPr/>
            </p:nvSpPr>
            <p:spPr>
              <a:xfrm>
                <a:off x="262090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h2713"/>
              <p:cNvSpPr/>
              <p:nvPr/>
            </p:nvSpPr>
            <p:spPr>
              <a:xfrm>
                <a:off x="263034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h2714"/>
              <p:cNvSpPr/>
              <p:nvPr/>
            </p:nvSpPr>
            <p:spPr>
              <a:xfrm>
                <a:off x="263978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h2715"/>
              <p:cNvSpPr/>
              <p:nvPr/>
            </p:nvSpPr>
            <p:spPr>
              <a:xfrm>
                <a:off x="264922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h2716"/>
              <p:cNvSpPr/>
              <p:nvPr/>
            </p:nvSpPr>
            <p:spPr>
              <a:xfrm>
                <a:off x="265866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h2717"/>
              <p:cNvSpPr/>
              <p:nvPr/>
            </p:nvSpPr>
            <p:spPr>
              <a:xfrm>
                <a:off x="266810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h2718"/>
              <p:cNvSpPr/>
              <p:nvPr/>
            </p:nvSpPr>
            <p:spPr>
              <a:xfrm>
                <a:off x="2677544" y="2220501"/>
                <a:ext cx="9170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0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5315" y="896830"/>
                    </a:lnTo>
                    <a:lnTo>
                      <a:pt x="916289" y="905596"/>
                    </a:lnTo>
                    <a:lnTo>
                      <a:pt x="917008" y="914400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h2719"/>
              <p:cNvSpPr/>
              <p:nvPr/>
            </p:nvSpPr>
            <p:spPr>
              <a:xfrm>
                <a:off x="2838028" y="222050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312" y="914400"/>
                    </a:lnTo>
                    <a:lnTo>
                      <a:pt x="907545" y="914225"/>
                    </a:lnTo>
                    <a:lnTo>
                      <a:pt x="907799" y="914036"/>
                    </a:lnTo>
                    <a:lnTo>
                      <a:pt x="908053" y="913846"/>
                    </a:lnTo>
                    <a:lnTo>
                      <a:pt x="908307" y="913657"/>
                    </a:lnTo>
                    <a:lnTo>
                      <a:pt x="908561" y="913467"/>
                    </a:lnTo>
                    <a:lnTo>
                      <a:pt x="908814" y="913277"/>
                    </a:lnTo>
                    <a:lnTo>
                      <a:pt x="909068" y="913088"/>
                    </a:lnTo>
                    <a:lnTo>
                      <a:pt x="909322" y="912898"/>
                    </a:lnTo>
                    <a:lnTo>
                      <a:pt x="909576" y="912709"/>
                    </a:lnTo>
                    <a:lnTo>
                      <a:pt x="909830" y="912519"/>
                    </a:lnTo>
                    <a:lnTo>
                      <a:pt x="910084" y="912330"/>
                    </a:lnTo>
                    <a:lnTo>
                      <a:pt x="910338" y="912140"/>
                    </a:lnTo>
                    <a:lnTo>
                      <a:pt x="910592" y="911950"/>
                    </a:lnTo>
                    <a:lnTo>
                      <a:pt x="910846" y="911761"/>
                    </a:lnTo>
                    <a:lnTo>
                      <a:pt x="911100" y="911571"/>
                    </a:lnTo>
                    <a:lnTo>
                      <a:pt x="911354" y="911382"/>
                    </a:lnTo>
                    <a:lnTo>
                      <a:pt x="911608" y="911192"/>
                    </a:lnTo>
                    <a:lnTo>
                      <a:pt x="914400" y="909215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h2720"/>
              <p:cNvSpPr/>
              <p:nvPr/>
            </p:nvSpPr>
            <p:spPr>
              <a:xfrm>
                <a:off x="2847468" y="222050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9215"/>
                    </a:lnTo>
                    <a:lnTo>
                      <a:pt x="905162" y="908913"/>
                    </a:lnTo>
                    <a:lnTo>
                      <a:pt x="909969" y="902483"/>
                    </a:lnTo>
                    <a:lnTo>
                      <a:pt x="914399" y="897187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h2721"/>
              <p:cNvSpPr/>
              <p:nvPr/>
            </p:nvSpPr>
            <p:spPr>
              <a:xfrm>
                <a:off x="2856908" y="220293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57"/>
                    </a:lnTo>
                    <a:lnTo>
                      <a:pt x="905258" y="914400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h2722"/>
              <p:cNvSpPr/>
              <p:nvPr/>
            </p:nvSpPr>
            <p:spPr>
              <a:xfrm>
                <a:off x="285690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h2723"/>
              <p:cNvSpPr/>
              <p:nvPr/>
            </p:nvSpPr>
            <p:spPr>
              <a:xfrm>
                <a:off x="286634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h2724"/>
              <p:cNvSpPr/>
              <p:nvPr/>
            </p:nvSpPr>
            <p:spPr>
              <a:xfrm>
                <a:off x="287578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h2725"/>
              <p:cNvSpPr/>
              <p:nvPr/>
            </p:nvSpPr>
            <p:spPr>
              <a:xfrm>
                <a:off x="288522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h2726"/>
              <p:cNvSpPr/>
              <p:nvPr/>
            </p:nvSpPr>
            <p:spPr>
              <a:xfrm>
                <a:off x="289466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h2727"/>
              <p:cNvSpPr/>
              <p:nvPr/>
            </p:nvSpPr>
            <p:spPr>
              <a:xfrm>
                <a:off x="290410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h2728"/>
              <p:cNvSpPr/>
              <p:nvPr/>
            </p:nvSpPr>
            <p:spPr>
              <a:xfrm>
                <a:off x="291355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h2729"/>
              <p:cNvSpPr/>
              <p:nvPr/>
            </p:nvSpPr>
            <p:spPr>
              <a:xfrm>
                <a:off x="292299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h2730"/>
              <p:cNvSpPr/>
              <p:nvPr/>
            </p:nvSpPr>
            <p:spPr>
              <a:xfrm>
                <a:off x="293243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h2731"/>
              <p:cNvSpPr/>
              <p:nvPr/>
            </p:nvSpPr>
            <p:spPr>
              <a:xfrm>
                <a:off x="294187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h2732"/>
              <p:cNvSpPr/>
              <p:nvPr/>
            </p:nvSpPr>
            <p:spPr>
              <a:xfrm>
                <a:off x="295131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h2733"/>
              <p:cNvSpPr/>
              <p:nvPr/>
            </p:nvSpPr>
            <p:spPr>
              <a:xfrm>
                <a:off x="296075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h2734"/>
              <p:cNvSpPr/>
              <p:nvPr/>
            </p:nvSpPr>
            <p:spPr>
              <a:xfrm>
                <a:off x="297019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h2735"/>
              <p:cNvSpPr/>
              <p:nvPr/>
            </p:nvSpPr>
            <p:spPr>
              <a:xfrm>
                <a:off x="297963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h2736"/>
              <p:cNvSpPr/>
              <p:nvPr/>
            </p:nvSpPr>
            <p:spPr>
              <a:xfrm>
                <a:off x="298907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h2737"/>
              <p:cNvSpPr/>
              <p:nvPr/>
            </p:nvSpPr>
            <p:spPr>
              <a:xfrm>
                <a:off x="299851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h2738"/>
              <p:cNvSpPr/>
              <p:nvPr/>
            </p:nvSpPr>
            <p:spPr>
              <a:xfrm>
                <a:off x="300795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h2739"/>
              <p:cNvSpPr/>
              <p:nvPr/>
            </p:nvSpPr>
            <p:spPr>
              <a:xfrm>
                <a:off x="301739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h2740"/>
              <p:cNvSpPr/>
              <p:nvPr/>
            </p:nvSpPr>
            <p:spPr>
              <a:xfrm>
                <a:off x="302683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h2741"/>
              <p:cNvSpPr/>
              <p:nvPr/>
            </p:nvSpPr>
            <p:spPr>
              <a:xfrm>
                <a:off x="303627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h2742"/>
              <p:cNvSpPr/>
              <p:nvPr/>
            </p:nvSpPr>
            <p:spPr>
              <a:xfrm>
                <a:off x="304571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h2743"/>
              <p:cNvSpPr/>
              <p:nvPr/>
            </p:nvSpPr>
            <p:spPr>
              <a:xfrm>
                <a:off x="305515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h2744"/>
              <p:cNvSpPr/>
              <p:nvPr/>
            </p:nvSpPr>
            <p:spPr>
              <a:xfrm>
                <a:off x="306459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h2745"/>
              <p:cNvSpPr/>
              <p:nvPr/>
            </p:nvSpPr>
            <p:spPr>
              <a:xfrm>
                <a:off x="307403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h2746"/>
              <p:cNvSpPr/>
              <p:nvPr/>
            </p:nvSpPr>
            <p:spPr>
              <a:xfrm>
                <a:off x="308347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h2747"/>
              <p:cNvSpPr/>
              <p:nvPr/>
            </p:nvSpPr>
            <p:spPr>
              <a:xfrm>
                <a:off x="309291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h2748"/>
              <p:cNvSpPr/>
              <p:nvPr/>
            </p:nvSpPr>
            <p:spPr>
              <a:xfrm>
                <a:off x="310235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h2749"/>
              <p:cNvSpPr/>
              <p:nvPr/>
            </p:nvSpPr>
            <p:spPr>
              <a:xfrm>
                <a:off x="311179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h2750"/>
              <p:cNvSpPr/>
              <p:nvPr/>
            </p:nvSpPr>
            <p:spPr>
              <a:xfrm>
                <a:off x="312123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h2751"/>
              <p:cNvSpPr/>
              <p:nvPr/>
            </p:nvSpPr>
            <p:spPr>
              <a:xfrm>
                <a:off x="313067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h2752"/>
              <p:cNvSpPr/>
              <p:nvPr/>
            </p:nvSpPr>
            <p:spPr>
              <a:xfrm>
                <a:off x="314011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h2753"/>
              <p:cNvSpPr/>
              <p:nvPr/>
            </p:nvSpPr>
            <p:spPr>
              <a:xfrm>
                <a:off x="314955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h2754"/>
              <p:cNvSpPr/>
              <p:nvPr/>
            </p:nvSpPr>
            <p:spPr>
              <a:xfrm>
                <a:off x="315899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h2755"/>
              <p:cNvSpPr/>
              <p:nvPr/>
            </p:nvSpPr>
            <p:spPr>
              <a:xfrm>
                <a:off x="316843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h2756"/>
              <p:cNvSpPr/>
              <p:nvPr/>
            </p:nvSpPr>
            <p:spPr>
              <a:xfrm>
                <a:off x="317787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h2757"/>
              <p:cNvSpPr/>
              <p:nvPr/>
            </p:nvSpPr>
            <p:spPr>
              <a:xfrm>
                <a:off x="318731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h2758"/>
              <p:cNvSpPr/>
              <p:nvPr/>
            </p:nvSpPr>
            <p:spPr>
              <a:xfrm>
                <a:off x="319675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h2759"/>
              <p:cNvSpPr/>
              <p:nvPr/>
            </p:nvSpPr>
            <p:spPr>
              <a:xfrm>
                <a:off x="320619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h2760"/>
              <p:cNvSpPr/>
              <p:nvPr/>
            </p:nvSpPr>
            <p:spPr>
              <a:xfrm>
                <a:off x="321563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h2761"/>
              <p:cNvSpPr/>
              <p:nvPr/>
            </p:nvSpPr>
            <p:spPr>
              <a:xfrm>
                <a:off x="322507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h2762"/>
              <p:cNvSpPr/>
              <p:nvPr/>
            </p:nvSpPr>
            <p:spPr>
              <a:xfrm>
                <a:off x="323451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h2763"/>
              <p:cNvSpPr/>
              <p:nvPr/>
            </p:nvSpPr>
            <p:spPr>
              <a:xfrm>
                <a:off x="324395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h2764"/>
              <p:cNvSpPr/>
              <p:nvPr/>
            </p:nvSpPr>
            <p:spPr>
              <a:xfrm>
                <a:off x="325339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h2765"/>
              <p:cNvSpPr/>
              <p:nvPr/>
            </p:nvSpPr>
            <p:spPr>
              <a:xfrm>
                <a:off x="326283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h2766"/>
              <p:cNvSpPr/>
              <p:nvPr/>
            </p:nvSpPr>
            <p:spPr>
              <a:xfrm>
                <a:off x="327227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h2767"/>
              <p:cNvSpPr/>
              <p:nvPr/>
            </p:nvSpPr>
            <p:spPr>
              <a:xfrm>
                <a:off x="328171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h2768"/>
              <p:cNvSpPr/>
              <p:nvPr/>
            </p:nvSpPr>
            <p:spPr>
              <a:xfrm>
                <a:off x="329115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h2769"/>
              <p:cNvSpPr/>
              <p:nvPr/>
            </p:nvSpPr>
            <p:spPr>
              <a:xfrm>
                <a:off x="330059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h2770"/>
              <p:cNvSpPr/>
              <p:nvPr/>
            </p:nvSpPr>
            <p:spPr>
              <a:xfrm>
                <a:off x="331004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h2771"/>
              <p:cNvSpPr/>
              <p:nvPr/>
            </p:nvSpPr>
            <p:spPr>
              <a:xfrm>
                <a:off x="331948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h2772"/>
              <p:cNvSpPr/>
              <p:nvPr/>
            </p:nvSpPr>
            <p:spPr>
              <a:xfrm>
                <a:off x="3328920" y="2220501"/>
                <a:ext cx="92201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1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16" y="896830"/>
                    </a:lnTo>
                    <a:lnTo>
                      <a:pt x="921691" y="898269"/>
                    </a:lnTo>
                    <a:lnTo>
                      <a:pt x="921110" y="900834"/>
                    </a:lnTo>
                    <a:lnTo>
                      <a:pt x="920530" y="903400"/>
                    </a:lnTo>
                    <a:lnTo>
                      <a:pt x="919951" y="905966"/>
                    </a:lnTo>
                    <a:lnTo>
                      <a:pt x="919371" y="908532"/>
                    </a:lnTo>
                    <a:lnTo>
                      <a:pt x="918792" y="911098"/>
                    </a:lnTo>
                    <a:lnTo>
                      <a:pt x="918212" y="913665"/>
                    </a:lnTo>
                    <a:lnTo>
                      <a:pt x="918047" y="914400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h2773"/>
              <p:cNvSpPr/>
              <p:nvPr/>
            </p:nvSpPr>
            <p:spPr>
              <a:xfrm>
                <a:off x="2366016" y="2185361"/>
                <a:ext cx="914400" cy="9291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90">
                    <a:moveTo>
                      <a:pt x="914400" y="914400"/>
                    </a:moveTo>
                    <a:lnTo>
                      <a:pt x="914400" y="929190"/>
                    </a:lnTo>
                    <a:lnTo>
                      <a:pt x="914162" y="928663"/>
                    </a:lnTo>
                    <a:lnTo>
                      <a:pt x="913378" y="926927"/>
                    </a:lnTo>
                    <a:lnTo>
                      <a:pt x="912594" y="925190"/>
                    </a:lnTo>
                    <a:lnTo>
                      <a:pt x="911810" y="923454"/>
                    </a:lnTo>
                    <a:lnTo>
                      <a:pt x="911025" y="921717"/>
                    </a:lnTo>
                    <a:lnTo>
                      <a:pt x="910241" y="919981"/>
                    </a:lnTo>
                    <a:lnTo>
                      <a:pt x="909456" y="918244"/>
                    </a:lnTo>
                    <a:lnTo>
                      <a:pt x="908671" y="916508"/>
                    </a:lnTo>
                    <a:lnTo>
                      <a:pt x="907886" y="914772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h2774"/>
              <p:cNvSpPr/>
              <p:nvPr/>
            </p:nvSpPr>
            <p:spPr>
              <a:xfrm>
                <a:off x="236601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3" y="931969"/>
                    </a:lnTo>
                    <a:lnTo>
                      <a:pt x="914945" y="930400"/>
                    </a:lnTo>
                    <a:lnTo>
                      <a:pt x="914400" y="929190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h2775"/>
              <p:cNvSpPr/>
              <p:nvPr/>
            </p:nvSpPr>
            <p:spPr>
              <a:xfrm>
                <a:off x="237545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h2776"/>
              <p:cNvSpPr/>
              <p:nvPr/>
            </p:nvSpPr>
            <p:spPr>
              <a:xfrm>
                <a:off x="238489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h2777"/>
              <p:cNvSpPr/>
              <p:nvPr/>
            </p:nvSpPr>
            <p:spPr>
              <a:xfrm>
                <a:off x="239433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h2778"/>
              <p:cNvSpPr/>
              <p:nvPr/>
            </p:nvSpPr>
            <p:spPr>
              <a:xfrm>
                <a:off x="240377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h2779"/>
              <p:cNvSpPr/>
              <p:nvPr/>
            </p:nvSpPr>
            <p:spPr>
              <a:xfrm>
                <a:off x="241321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h2780"/>
              <p:cNvSpPr/>
              <p:nvPr/>
            </p:nvSpPr>
            <p:spPr>
              <a:xfrm>
                <a:off x="242265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h2781"/>
              <p:cNvSpPr/>
              <p:nvPr/>
            </p:nvSpPr>
            <p:spPr>
              <a:xfrm>
                <a:off x="243209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h2782"/>
              <p:cNvSpPr/>
              <p:nvPr/>
            </p:nvSpPr>
            <p:spPr>
              <a:xfrm>
                <a:off x="244153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h2783"/>
              <p:cNvSpPr/>
              <p:nvPr/>
            </p:nvSpPr>
            <p:spPr>
              <a:xfrm>
                <a:off x="245097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h2784"/>
              <p:cNvSpPr/>
              <p:nvPr/>
            </p:nvSpPr>
            <p:spPr>
              <a:xfrm>
                <a:off x="246041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h2785"/>
              <p:cNvSpPr/>
              <p:nvPr/>
            </p:nvSpPr>
            <p:spPr>
              <a:xfrm>
                <a:off x="246985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h2786"/>
              <p:cNvSpPr/>
              <p:nvPr/>
            </p:nvSpPr>
            <p:spPr>
              <a:xfrm>
                <a:off x="247929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h2787"/>
              <p:cNvSpPr/>
              <p:nvPr/>
            </p:nvSpPr>
            <p:spPr>
              <a:xfrm>
                <a:off x="248873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h2788"/>
              <p:cNvSpPr/>
              <p:nvPr/>
            </p:nvSpPr>
            <p:spPr>
              <a:xfrm>
                <a:off x="249817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h2789"/>
              <p:cNvSpPr/>
              <p:nvPr/>
            </p:nvSpPr>
            <p:spPr>
              <a:xfrm>
                <a:off x="250761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h2790"/>
              <p:cNvSpPr/>
              <p:nvPr/>
            </p:nvSpPr>
            <p:spPr>
              <a:xfrm>
                <a:off x="251705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h2791"/>
              <p:cNvSpPr/>
              <p:nvPr/>
            </p:nvSpPr>
            <p:spPr>
              <a:xfrm>
                <a:off x="252650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h2792"/>
              <p:cNvSpPr/>
              <p:nvPr/>
            </p:nvSpPr>
            <p:spPr>
              <a:xfrm>
                <a:off x="253594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h2793"/>
              <p:cNvSpPr/>
              <p:nvPr/>
            </p:nvSpPr>
            <p:spPr>
              <a:xfrm>
                <a:off x="254538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h2794"/>
              <p:cNvSpPr/>
              <p:nvPr/>
            </p:nvSpPr>
            <p:spPr>
              <a:xfrm>
                <a:off x="255482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h2795"/>
              <p:cNvSpPr/>
              <p:nvPr/>
            </p:nvSpPr>
            <p:spPr>
              <a:xfrm>
                <a:off x="256426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h2796"/>
              <p:cNvSpPr/>
              <p:nvPr/>
            </p:nvSpPr>
            <p:spPr>
              <a:xfrm>
                <a:off x="257370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h2797"/>
              <p:cNvSpPr/>
              <p:nvPr/>
            </p:nvSpPr>
            <p:spPr>
              <a:xfrm>
                <a:off x="258314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h2798"/>
              <p:cNvSpPr/>
              <p:nvPr/>
            </p:nvSpPr>
            <p:spPr>
              <a:xfrm>
                <a:off x="259258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h2799"/>
              <p:cNvSpPr/>
              <p:nvPr/>
            </p:nvSpPr>
            <p:spPr>
              <a:xfrm>
                <a:off x="260202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h2800"/>
              <p:cNvSpPr/>
              <p:nvPr/>
            </p:nvSpPr>
            <p:spPr>
              <a:xfrm>
                <a:off x="261146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h2801"/>
              <p:cNvSpPr/>
              <p:nvPr/>
            </p:nvSpPr>
            <p:spPr>
              <a:xfrm>
                <a:off x="262090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h2802"/>
              <p:cNvSpPr/>
              <p:nvPr/>
            </p:nvSpPr>
            <p:spPr>
              <a:xfrm>
                <a:off x="263034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h2803"/>
              <p:cNvSpPr/>
              <p:nvPr/>
            </p:nvSpPr>
            <p:spPr>
              <a:xfrm>
                <a:off x="263978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h2804"/>
              <p:cNvSpPr/>
              <p:nvPr/>
            </p:nvSpPr>
            <p:spPr>
              <a:xfrm>
                <a:off x="264922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h2805"/>
              <p:cNvSpPr/>
              <p:nvPr/>
            </p:nvSpPr>
            <p:spPr>
              <a:xfrm>
                <a:off x="265866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h2806"/>
              <p:cNvSpPr/>
              <p:nvPr/>
            </p:nvSpPr>
            <p:spPr>
              <a:xfrm>
                <a:off x="2677544" y="220293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58" y="896830"/>
                    </a:lnTo>
                    <a:lnTo>
                      <a:pt x="913544" y="901394"/>
                    </a:lnTo>
                    <a:lnTo>
                      <a:pt x="914399" y="907454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h2807"/>
              <p:cNvSpPr/>
              <p:nvPr/>
            </p:nvSpPr>
            <p:spPr>
              <a:xfrm>
                <a:off x="2677544" y="2202931"/>
                <a:ext cx="915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315" h="914400">
                    <a:moveTo>
                      <a:pt x="914399" y="914400"/>
                    </a:moveTo>
                    <a:lnTo>
                      <a:pt x="914399" y="907454"/>
                    </a:lnTo>
                    <a:lnTo>
                      <a:pt x="915071" y="912212"/>
                    </a:lnTo>
                    <a:lnTo>
                      <a:pt x="915315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h2808"/>
              <p:cNvSpPr/>
              <p:nvPr/>
            </p:nvSpPr>
            <p:spPr>
              <a:xfrm>
                <a:off x="2856908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258" y="914400"/>
                    </a:lnTo>
                    <a:lnTo>
                      <a:pt x="905509" y="914099"/>
                    </a:lnTo>
                    <a:lnTo>
                      <a:pt x="910650" y="908638"/>
                    </a:lnTo>
                    <a:lnTo>
                      <a:pt x="914400" y="905125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h2809"/>
              <p:cNvSpPr/>
              <p:nvPr/>
            </p:nvSpPr>
            <p:spPr>
              <a:xfrm>
                <a:off x="2866348" y="220293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5125"/>
                    </a:lnTo>
                    <a:lnTo>
                      <a:pt x="906497" y="903683"/>
                    </a:lnTo>
                    <a:lnTo>
                      <a:pt x="911917" y="899250"/>
                    </a:lnTo>
                    <a:lnTo>
                      <a:pt x="912318" y="898945"/>
                    </a:lnTo>
                    <a:lnTo>
                      <a:pt x="912723" y="898637"/>
                    </a:lnTo>
                    <a:lnTo>
                      <a:pt x="913127" y="898329"/>
                    </a:lnTo>
                    <a:lnTo>
                      <a:pt x="913532" y="898022"/>
                    </a:lnTo>
                    <a:lnTo>
                      <a:pt x="913936" y="897714"/>
                    </a:lnTo>
                    <a:lnTo>
                      <a:pt x="914399" y="897362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h2810"/>
              <p:cNvSpPr/>
              <p:nvPr/>
            </p:nvSpPr>
            <p:spPr>
              <a:xfrm>
                <a:off x="2875789" y="21853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931"/>
                    </a:lnTo>
                    <a:lnTo>
                      <a:pt x="905305" y="914668"/>
                    </a:lnTo>
                    <a:lnTo>
                      <a:pt x="905659" y="914400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h2811"/>
              <p:cNvSpPr/>
              <p:nvPr/>
            </p:nvSpPr>
            <p:spPr>
              <a:xfrm>
                <a:off x="287578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h2812"/>
              <p:cNvSpPr/>
              <p:nvPr/>
            </p:nvSpPr>
            <p:spPr>
              <a:xfrm>
                <a:off x="288522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h2813"/>
              <p:cNvSpPr/>
              <p:nvPr/>
            </p:nvSpPr>
            <p:spPr>
              <a:xfrm>
                <a:off x="289466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h2814"/>
              <p:cNvSpPr/>
              <p:nvPr/>
            </p:nvSpPr>
            <p:spPr>
              <a:xfrm>
                <a:off x="290410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h2815"/>
              <p:cNvSpPr/>
              <p:nvPr/>
            </p:nvSpPr>
            <p:spPr>
              <a:xfrm>
                <a:off x="291355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h2816"/>
              <p:cNvSpPr/>
              <p:nvPr/>
            </p:nvSpPr>
            <p:spPr>
              <a:xfrm>
                <a:off x="292299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h2817"/>
              <p:cNvSpPr/>
              <p:nvPr/>
            </p:nvSpPr>
            <p:spPr>
              <a:xfrm>
                <a:off x="293243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h2818"/>
              <p:cNvSpPr/>
              <p:nvPr/>
            </p:nvSpPr>
            <p:spPr>
              <a:xfrm>
                <a:off x="294187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h2819"/>
              <p:cNvSpPr/>
              <p:nvPr/>
            </p:nvSpPr>
            <p:spPr>
              <a:xfrm>
                <a:off x="295131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h2820"/>
              <p:cNvSpPr/>
              <p:nvPr/>
            </p:nvSpPr>
            <p:spPr>
              <a:xfrm>
                <a:off x="296075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h2821"/>
              <p:cNvSpPr/>
              <p:nvPr/>
            </p:nvSpPr>
            <p:spPr>
              <a:xfrm>
                <a:off x="297019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h2822"/>
              <p:cNvSpPr/>
              <p:nvPr/>
            </p:nvSpPr>
            <p:spPr>
              <a:xfrm>
                <a:off x="297963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h2823"/>
              <p:cNvSpPr/>
              <p:nvPr/>
            </p:nvSpPr>
            <p:spPr>
              <a:xfrm>
                <a:off x="298907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h2824"/>
              <p:cNvSpPr/>
              <p:nvPr/>
            </p:nvSpPr>
            <p:spPr>
              <a:xfrm>
                <a:off x="299851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h2825"/>
              <p:cNvSpPr/>
              <p:nvPr/>
            </p:nvSpPr>
            <p:spPr>
              <a:xfrm>
                <a:off x="300795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h2826"/>
              <p:cNvSpPr/>
              <p:nvPr/>
            </p:nvSpPr>
            <p:spPr>
              <a:xfrm>
                <a:off x="301739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h2827"/>
              <p:cNvSpPr/>
              <p:nvPr/>
            </p:nvSpPr>
            <p:spPr>
              <a:xfrm>
                <a:off x="302683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h2828"/>
              <p:cNvSpPr/>
              <p:nvPr/>
            </p:nvSpPr>
            <p:spPr>
              <a:xfrm>
                <a:off x="303627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h2829"/>
              <p:cNvSpPr/>
              <p:nvPr/>
            </p:nvSpPr>
            <p:spPr>
              <a:xfrm>
                <a:off x="304571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h2830"/>
              <p:cNvSpPr/>
              <p:nvPr/>
            </p:nvSpPr>
            <p:spPr>
              <a:xfrm>
                <a:off x="305515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h2831"/>
              <p:cNvSpPr/>
              <p:nvPr/>
            </p:nvSpPr>
            <p:spPr>
              <a:xfrm>
                <a:off x="306459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h2832"/>
              <p:cNvSpPr/>
              <p:nvPr/>
            </p:nvSpPr>
            <p:spPr>
              <a:xfrm>
                <a:off x="307403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h2833"/>
              <p:cNvSpPr/>
              <p:nvPr/>
            </p:nvSpPr>
            <p:spPr>
              <a:xfrm>
                <a:off x="308347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h2834"/>
              <p:cNvSpPr/>
              <p:nvPr/>
            </p:nvSpPr>
            <p:spPr>
              <a:xfrm>
                <a:off x="309291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h2835"/>
              <p:cNvSpPr/>
              <p:nvPr/>
            </p:nvSpPr>
            <p:spPr>
              <a:xfrm>
                <a:off x="310235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h2836"/>
              <p:cNvSpPr/>
              <p:nvPr/>
            </p:nvSpPr>
            <p:spPr>
              <a:xfrm>
                <a:off x="311179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h2837"/>
              <p:cNvSpPr/>
              <p:nvPr/>
            </p:nvSpPr>
            <p:spPr>
              <a:xfrm>
                <a:off x="312123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h2838"/>
              <p:cNvSpPr/>
              <p:nvPr/>
            </p:nvSpPr>
            <p:spPr>
              <a:xfrm>
                <a:off x="313067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h2839"/>
              <p:cNvSpPr/>
              <p:nvPr/>
            </p:nvSpPr>
            <p:spPr>
              <a:xfrm>
                <a:off x="314011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h2840"/>
              <p:cNvSpPr/>
              <p:nvPr/>
            </p:nvSpPr>
            <p:spPr>
              <a:xfrm>
                <a:off x="314955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h2841"/>
              <p:cNvSpPr/>
              <p:nvPr/>
            </p:nvSpPr>
            <p:spPr>
              <a:xfrm>
                <a:off x="315899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h2842"/>
              <p:cNvSpPr/>
              <p:nvPr/>
            </p:nvSpPr>
            <p:spPr>
              <a:xfrm>
                <a:off x="316843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h2843"/>
              <p:cNvSpPr/>
              <p:nvPr/>
            </p:nvSpPr>
            <p:spPr>
              <a:xfrm>
                <a:off x="317787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h2844"/>
              <p:cNvSpPr/>
              <p:nvPr/>
            </p:nvSpPr>
            <p:spPr>
              <a:xfrm>
                <a:off x="318731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h2845"/>
              <p:cNvSpPr/>
              <p:nvPr/>
            </p:nvSpPr>
            <p:spPr>
              <a:xfrm>
                <a:off x="319675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h2846"/>
              <p:cNvSpPr/>
              <p:nvPr/>
            </p:nvSpPr>
            <p:spPr>
              <a:xfrm>
                <a:off x="320619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h2847"/>
              <p:cNvSpPr/>
              <p:nvPr/>
            </p:nvSpPr>
            <p:spPr>
              <a:xfrm>
                <a:off x="321563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h2848"/>
              <p:cNvSpPr/>
              <p:nvPr/>
            </p:nvSpPr>
            <p:spPr>
              <a:xfrm>
                <a:off x="322507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h2849"/>
              <p:cNvSpPr/>
              <p:nvPr/>
            </p:nvSpPr>
            <p:spPr>
              <a:xfrm>
                <a:off x="323451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h2850"/>
              <p:cNvSpPr/>
              <p:nvPr/>
            </p:nvSpPr>
            <p:spPr>
              <a:xfrm>
                <a:off x="324395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h2851"/>
              <p:cNvSpPr/>
              <p:nvPr/>
            </p:nvSpPr>
            <p:spPr>
              <a:xfrm>
                <a:off x="325339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h2852"/>
              <p:cNvSpPr/>
              <p:nvPr/>
            </p:nvSpPr>
            <p:spPr>
              <a:xfrm>
                <a:off x="326283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h2853"/>
              <p:cNvSpPr/>
              <p:nvPr/>
            </p:nvSpPr>
            <p:spPr>
              <a:xfrm>
                <a:off x="327227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h2854"/>
              <p:cNvSpPr/>
              <p:nvPr/>
            </p:nvSpPr>
            <p:spPr>
              <a:xfrm>
                <a:off x="328171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h2855"/>
              <p:cNvSpPr/>
              <p:nvPr/>
            </p:nvSpPr>
            <p:spPr>
              <a:xfrm>
                <a:off x="329115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h2856"/>
              <p:cNvSpPr/>
              <p:nvPr/>
            </p:nvSpPr>
            <p:spPr>
              <a:xfrm>
                <a:off x="330059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h2857"/>
              <p:cNvSpPr/>
              <p:nvPr/>
            </p:nvSpPr>
            <p:spPr>
              <a:xfrm>
                <a:off x="331004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h2858"/>
              <p:cNvSpPr/>
              <p:nvPr/>
            </p:nvSpPr>
            <p:spPr>
              <a:xfrm>
                <a:off x="331948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h2859"/>
              <p:cNvSpPr/>
              <p:nvPr/>
            </p:nvSpPr>
            <p:spPr>
              <a:xfrm>
                <a:off x="3328920" y="220293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345"/>
                    </a:lnTo>
                    <a:lnTo>
                      <a:pt x="923433" y="908141"/>
                    </a:lnTo>
                    <a:lnTo>
                      <a:pt x="922852" y="910707"/>
                    </a:lnTo>
                    <a:lnTo>
                      <a:pt x="922271" y="913272"/>
                    </a:lnTo>
                    <a:lnTo>
                      <a:pt x="922016" y="914400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h2860"/>
              <p:cNvSpPr/>
              <p:nvPr/>
            </p:nvSpPr>
            <p:spPr>
              <a:xfrm>
                <a:off x="3338360" y="2185361"/>
                <a:ext cx="916838" cy="923915"/>
              </a:xfrm>
              <a:custGeom>
                <a:avLst/>
                <a:gdLst/>
                <a:ahLst/>
                <a:cxnLst/>
                <a:rect l="0" t="0" r="0" b="0"/>
                <a:pathLst>
                  <a:path w="916838" h="923915">
                    <a:moveTo>
                      <a:pt x="914400" y="914400"/>
                    </a:moveTo>
                    <a:lnTo>
                      <a:pt x="916838" y="914400"/>
                    </a:lnTo>
                    <a:lnTo>
                      <a:pt x="916710" y="914876"/>
                    </a:lnTo>
                    <a:lnTo>
                      <a:pt x="915891" y="917944"/>
                    </a:lnTo>
                    <a:lnTo>
                      <a:pt x="915072" y="921012"/>
                    </a:lnTo>
                    <a:lnTo>
                      <a:pt x="914974" y="921382"/>
                    </a:lnTo>
                    <a:lnTo>
                      <a:pt x="914574" y="923145"/>
                    </a:lnTo>
                    <a:lnTo>
                      <a:pt x="914400" y="923915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h2861"/>
              <p:cNvSpPr/>
              <p:nvPr/>
            </p:nvSpPr>
            <p:spPr>
              <a:xfrm>
                <a:off x="2356575" y="2167792"/>
                <a:ext cx="914399" cy="92587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876">
                    <a:moveTo>
                      <a:pt x="914399" y="914400"/>
                    </a:moveTo>
                    <a:lnTo>
                      <a:pt x="914399" y="925876"/>
                    </a:lnTo>
                    <a:lnTo>
                      <a:pt x="914183" y="925397"/>
                    </a:lnTo>
                    <a:lnTo>
                      <a:pt x="913397" y="923661"/>
                    </a:lnTo>
                    <a:lnTo>
                      <a:pt x="912610" y="921926"/>
                    </a:lnTo>
                    <a:lnTo>
                      <a:pt x="911823" y="920190"/>
                    </a:lnTo>
                    <a:lnTo>
                      <a:pt x="911037" y="918454"/>
                    </a:lnTo>
                    <a:lnTo>
                      <a:pt x="910249" y="916718"/>
                    </a:lnTo>
                    <a:lnTo>
                      <a:pt x="909462" y="914983"/>
                    </a:lnTo>
                    <a:lnTo>
                      <a:pt x="909198" y="91440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h2862"/>
              <p:cNvSpPr/>
              <p:nvPr/>
            </p:nvSpPr>
            <p:spPr>
              <a:xfrm>
                <a:off x="235657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6540" y="930606"/>
                    </a:lnTo>
                    <a:lnTo>
                      <a:pt x="915755" y="928869"/>
                    </a:lnTo>
                    <a:lnTo>
                      <a:pt x="914969" y="927133"/>
                    </a:lnTo>
                    <a:lnTo>
                      <a:pt x="914399" y="925876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h2863"/>
              <p:cNvSpPr/>
              <p:nvPr/>
            </p:nvSpPr>
            <p:spPr>
              <a:xfrm>
                <a:off x="236601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h2864"/>
              <p:cNvSpPr/>
              <p:nvPr/>
            </p:nvSpPr>
            <p:spPr>
              <a:xfrm>
                <a:off x="237545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h2865"/>
              <p:cNvSpPr/>
              <p:nvPr/>
            </p:nvSpPr>
            <p:spPr>
              <a:xfrm>
                <a:off x="238489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h2866"/>
              <p:cNvSpPr/>
              <p:nvPr/>
            </p:nvSpPr>
            <p:spPr>
              <a:xfrm>
                <a:off x="239433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h2867"/>
              <p:cNvSpPr/>
              <p:nvPr/>
            </p:nvSpPr>
            <p:spPr>
              <a:xfrm>
                <a:off x="240377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h2868"/>
              <p:cNvSpPr/>
              <p:nvPr/>
            </p:nvSpPr>
            <p:spPr>
              <a:xfrm>
                <a:off x="241321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h2869"/>
              <p:cNvSpPr/>
              <p:nvPr/>
            </p:nvSpPr>
            <p:spPr>
              <a:xfrm>
                <a:off x="242265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h2870"/>
              <p:cNvSpPr/>
              <p:nvPr/>
            </p:nvSpPr>
            <p:spPr>
              <a:xfrm>
                <a:off x="243209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h2871"/>
              <p:cNvSpPr/>
              <p:nvPr/>
            </p:nvSpPr>
            <p:spPr>
              <a:xfrm>
                <a:off x="244153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h2872"/>
              <p:cNvSpPr/>
              <p:nvPr/>
            </p:nvSpPr>
            <p:spPr>
              <a:xfrm>
                <a:off x="245097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h2873"/>
              <p:cNvSpPr/>
              <p:nvPr/>
            </p:nvSpPr>
            <p:spPr>
              <a:xfrm>
                <a:off x="246041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h2874"/>
              <p:cNvSpPr/>
              <p:nvPr/>
            </p:nvSpPr>
            <p:spPr>
              <a:xfrm>
                <a:off x="246985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h2875"/>
              <p:cNvSpPr/>
              <p:nvPr/>
            </p:nvSpPr>
            <p:spPr>
              <a:xfrm>
                <a:off x="247929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h2876"/>
              <p:cNvSpPr/>
              <p:nvPr/>
            </p:nvSpPr>
            <p:spPr>
              <a:xfrm>
                <a:off x="248873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h2877"/>
              <p:cNvSpPr/>
              <p:nvPr/>
            </p:nvSpPr>
            <p:spPr>
              <a:xfrm>
                <a:off x="249817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h2878"/>
              <p:cNvSpPr/>
              <p:nvPr/>
            </p:nvSpPr>
            <p:spPr>
              <a:xfrm>
                <a:off x="250761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h2879"/>
              <p:cNvSpPr/>
              <p:nvPr/>
            </p:nvSpPr>
            <p:spPr>
              <a:xfrm>
                <a:off x="251705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h2880"/>
              <p:cNvSpPr/>
              <p:nvPr/>
            </p:nvSpPr>
            <p:spPr>
              <a:xfrm>
                <a:off x="252650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h2881"/>
              <p:cNvSpPr/>
              <p:nvPr/>
            </p:nvSpPr>
            <p:spPr>
              <a:xfrm>
                <a:off x="253594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h2882"/>
              <p:cNvSpPr/>
              <p:nvPr/>
            </p:nvSpPr>
            <p:spPr>
              <a:xfrm>
                <a:off x="254538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h2883"/>
              <p:cNvSpPr/>
              <p:nvPr/>
            </p:nvSpPr>
            <p:spPr>
              <a:xfrm>
                <a:off x="255482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h2884"/>
              <p:cNvSpPr/>
              <p:nvPr/>
            </p:nvSpPr>
            <p:spPr>
              <a:xfrm>
                <a:off x="256426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h2885"/>
              <p:cNvSpPr/>
              <p:nvPr/>
            </p:nvSpPr>
            <p:spPr>
              <a:xfrm>
                <a:off x="257370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h2886"/>
              <p:cNvSpPr/>
              <p:nvPr/>
            </p:nvSpPr>
            <p:spPr>
              <a:xfrm>
                <a:off x="258314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h2887"/>
              <p:cNvSpPr/>
              <p:nvPr/>
            </p:nvSpPr>
            <p:spPr>
              <a:xfrm>
                <a:off x="259258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h2888"/>
              <p:cNvSpPr/>
              <p:nvPr/>
            </p:nvSpPr>
            <p:spPr>
              <a:xfrm>
                <a:off x="260202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h2889"/>
              <p:cNvSpPr/>
              <p:nvPr/>
            </p:nvSpPr>
            <p:spPr>
              <a:xfrm>
                <a:off x="261146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h2890"/>
              <p:cNvSpPr/>
              <p:nvPr/>
            </p:nvSpPr>
            <p:spPr>
              <a:xfrm>
                <a:off x="262090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h2891"/>
              <p:cNvSpPr/>
              <p:nvPr/>
            </p:nvSpPr>
            <p:spPr>
              <a:xfrm>
                <a:off x="263034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h2892"/>
              <p:cNvSpPr/>
              <p:nvPr/>
            </p:nvSpPr>
            <p:spPr>
              <a:xfrm>
                <a:off x="263978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h2893"/>
              <p:cNvSpPr/>
              <p:nvPr/>
            </p:nvSpPr>
            <p:spPr>
              <a:xfrm>
                <a:off x="264922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h2894"/>
              <p:cNvSpPr/>
              <p:nvPr/>
            </p:nvSpPr>
            <p:spPr>
              <a:xfrm>
                <a:off x="265866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h2895"/>
              <p:cNvSpPr/>
              <p:nvPr/>
            </p:nvSpPr>
            <p:spPr>
              <a:xfrm>
                <a:off x="2668103" y="2185361"/>
                <a:ext cx="9221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9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990" y="896830"/>
                    </a:lnTo>
                    <a:lnTo>
                      <a:pt x="919019" y="896987"/>
                    </a:lnTo>
                    <a:lnTo>
                      <a:pt x="919126" y="897554"/>
                    </a:lnTo>
                    <a:lnTo>
                      <a:pt x="919233" y="898120"/>
                    </a:lnTo>
                    <a:lnTo>
                      <a:pt x="919339" y="898686"/>
                    </a:lnTo>
                    <a:lnTo>
                      <a:pt x="919446" y="899252"/>
                    </a:lnTo>
                    <a:lnTo>
                      <a:pt x="919553" y="899818"/>
                    </a:lnTo>
                    <a:lnTo>
                      <a:pt x="919659" y="900385"/>
                    </a:lnTo>
                    <a:lnTo>
                      <a:pt x="919766" y="900951"/>
                    </a:lnTo>
                    <a:lnTo>
                      <a:pt x="919872" y="901517"/>
                    </a:lnTo>
                    <a:lnTo>
                      <a:pt x="919979" y="902083"/>
                    </a:lnTo>
                    <a:lnTo>
                      <a:pt x="920085" y="902649"/>
                    </a:lnTo>
                    <a:lnTo>
                      <a:pt x="920192" y="903216"/>
                    </a:lnTo>
                    <a:lnTo>
                      <a:pt x="920298" y="903782"/>
                    </a:lnTo>
                    <a:lnTo>
                      <a:pt x="920405" y="904348"/>
                    </a:lnTo>
                    <a:lnTo>
                      <a:pt x="920511" y="904914"/>
                    </a:lnTo>
                    <a:lnTo>
                      <a:pt x="920618" y="905480"/>
                    </a:lnTo>
                    <a:lnTo>
                      <a:pt x="920724" y="906047"/>
                    </a:lnTo>
                    <a:lnTo>
                      <a:pt x="920831" y="906613"/>
                    </a:lnTo>
                    <a:lnTo>
                      <a:pt x="920937" y="907179"/>
                    </a:lnTo>
                    <a:lnTo>
                      <a:pt x="921044" y="907745"/>
                    </a:lnTo>
                    <a:lnTo>
                      <a:pt x="921150" y="908311"/>
                    </a:lnTo>
                    <a:lnTo>
                      <a:pt x="922198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h2896"/>
              <p:cNvSpPr/>
              <p:nvPr/>
            </p:nvSpPr>
            <p:spPr>
              <a:xfrm>
                <a:off x="2875789" y="218536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710" y="914361"/>
                    </a:lnTo>
                    <a:lnTo>
                      <a:pt x="906115" y="914053"/>
                    </a:lnTo>
                    <a:lnTo>
                      <a:pt x="906519" y="913746"/>
                    </a:lnTo>
                    <a:lnTo>
                      <a:pt x="906924" y="913438"/>
                    </a:lnTo>
                    <a:lnTo>
                      <a:pt x="907329" y="913130"/>
                    </a:lnTo>
                    <a:lnTo>
                      <a:pt x="907733" y="912823"/>
                    </a:lnTo>
                    <a:lnTo>
                      <a:pt x="908138" y="912515"/>
                    </a:lnTo>
                    <a:lnTo>
                      <a:pt x="908543" y="912208"/>
                    </a:lnTo>
                    <a:lnTo>
                      <a:pt x="908948" y="911900"/>
                    </a:lnTo>
                    <a:lnTo>
                      <a:pt x="909353" y="911593"/>
                    </a:lnTo>
                    <a:lnTo>
                      <a:pt x="909757" y="911285"/>
                    </a:lnTo>
                    <a:lnTo>
                      <a:pt x="910162" y="910978"/>
                    </a:lnTo>
                    <a:lnTo>
                      <a:pt x="910567" y="910670"/>
                    </a:lnTo>
                    <a:lnTo>
                      <a:pt x="910972" y="910363"/>
                    </a:lnTo>
                    <a:lnTo>
                      <a:pt x="911377" y="910055"/>
                    </a:lnTo>
                    <a:lnTo>
                      <a:pt x="911782" y="909748"/>
                    </a:lnTo>
                    <a:lnTo>
                      <a:pt x="912187" y="909440"/>
                    </a:lnTo>
                    <a:lnTo>
                      <a:pt x="912592" y="909133"/>
                    </a:lnTo>
                    <a:lnTo>
                      <a:pt x="912997" y="908826"/>
                    </a:lnTo>
                    <a:lnTo>
                      <a:pt x="913402" y="908518"/>
                    </a:lnTo>
                    <a:lnTo>
                      <a:pt x="913807" y="908211"/>
                    </a:lnTo>
                    <a:lnTo>
                      <a:pt x="914212" y="907903"/>
                    </a:lnTo>
                    <a:lnTo>
                      <a:pt x="914400" y="907761"/>
                    </a:lnTo>
                    <a:close/>
                  </a:path>
                </a:pathLst>
              </a:custGeom>
              <a:solidFill>
                <a:srgbClr val="FFAC6A">
                  <a:alpha val="100000"/>
                </a:srgbClr>
              </a:solidFill>
              <a:ln w="5420" cap="flat">
                <a:solidFill>
                  <a:srgbClr val="FF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h2897"/>
              <p:cNvSpPr/>
              <p:nvPr/>
            </p:nvSpPr>
            <p:spPr>
              <a:xfrm>
                <a:off x="2885229" y="218536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7761"/>
                    </a:lnTo>
                    <a:lnTo>
                      <a:pt x="905177" y="907596"/>
                    </a:lnTo>
                    <a:lnTo>
                      <a:pt x="905582" y="907289"/>
                    </a:lnTo>
                    <a:lnTo>
                      <a:pt x="905987" y="906981"/>
                    </a:lnTo>
                    <a:lnTo>
                      <a:pt x="911248" y="903271"/>
                    </a:lnTo>
                    <a:lnTo>
                      <a:pt x="914399" y="901375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h2898"/>
              <p:cNvSpPr/>
              <p:nvPr/>
            </p:nvSpPr>
            <p:spPr>
              <a:xfrm>
                <a:off x="2894669" y="216779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5"/>
                    </a:lnTo>
                    <a:lnTo>
                      <a:pt x="907162" y="917620"/>
                    </a:lnTo>
                    <a:lnTo>
                      <a:pt x="912595" y="914899"/>
                    </a:lnTo>
                    <a:lnTo>
                      <a:pt x="913835" y="914400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h2899"/>
              <p:cNvSpPr/>
              <p:nvPr/>
            </p:nvSpPr>
            <p:spPr>
              <a:xfrm>
                <a:off x="289466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h2900"/>
              <p:cNvSpPr/>
              <p:nvPr/>
            </p:nvSpPr>
            <p:spPr>
              <a:xfrm>
                <a:off x="290410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h2901"/>
              <p:cNvSpPr/>
              <p:nvPr/>
            </p:nvSpPr>
            <p:spPr>
              <a:xfrm>
                <a:off x="291355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h2902"/>
              <p:cNvSpPr/>
              <p:nvPr/>
            </p:nvSpPr>
            <p:spPr>
              <a:xfrm>
                <a:off x="292299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h2903"/>
              <p:cNvSpPr/>
              <p:nvPr/>
            </p:nvSpPr>
            <p:spPr>
              <a:xfrm>
                <a:off x="293243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h2904"/>
              <p:cNvSpPr/>
              <p:nvPr/>
            </p:nvSpPr>
            <p:spPr>
              <a:xfrm>
                <a:off x="294187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h2905"/>
              <p:cNvSpPr/>
              <p:nvPr/>
            </p:nvSpPr>
            <p:spPr>
              <a:xfrm>
                <a:off x="295131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h2906"/>
              <p:cNvSpPr/>
              <p:nvPr/>
            </p:nvSpPr>
            <p:spPr>
              <a:xfrm>
                <a:off x="296075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h2907"/>
              <p:cNvSpPr/>
              <p:nvPr/>
            </p:nvSpPr>
            <p:spPr>
              <a:xfrm>
                <a:off x="297019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h2908"/>
              <p:cNvSpPr/>
              <p:nvPr/>
            </p:nvSpPr>
            <p:spPr>
              <a:xfrm>
                <a:off x="297963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h2909"/>
              <p:cNvSpPr/>
              <p:nvPr/>
            </p:nvSpPr>
            <p:spPr>
              <a:xfrm>
                <a:off x="298907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0">
                  <a:alpha val="100000"/>
                </a:srgbClr>
              </a:solidFill>
              <a:ln w="5420" cap="flat">
                <a:solidFill>
                  <a:srgbClr val="FFB6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h2910"/>
              <p:cNvSpPr/>
              <p:nvPr/>
            </p:nvSpPr>
            <p:spPr>
              <a:xfrm>
                <a:off x="299851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h2911"/>
              <p:cNvSpPr/>
              <p:nvPr/>
            </p:nvSpPr>
            <p:spPr>
              <a:xfrm>
                <a:off x="300795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h2912"/>
              <p:cNvSpPr/>
              <p:nvPr/>
            </p:nvSpPr>
            <p:spPr>
              <a:xfrm>
                <a:off x="301739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h2913"/>
              <p:cNvSpPr/>
              <p:nvPr/>
            </p:nvSpPr>
            <p:spPr>
              <a:xfrm>
                <a:off x="302683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h2914"/>
              <p:cNvSpPr/>
              <p:nvPr/>
            </p:nvSpPr>
            <p:spPr>
              <a:xfrm>
                <a:off x="303627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h2915"/>
              <p:cNvSpPr/>
              <p:nvPr/>
            </p:nvSpPr>
            <p:spPr>
              <a:xfrm>
                <a:off x="304571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h2916"/>
              <p:cNvSpPr/>
              <p:nvPr/>
            </p:nvSpPr>
            <p:spPr>
              <a:xfrm>
                <a:off x="305515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h2917"/>
              <p:cNvSpPr/>
              <p:nvPr/>
            </p:nvSpPr>
            <p:spPr>
              <a:xfrm>
                <a:off x="306459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h2918"/>
              <p:cNvSpPr/>
              <p:nvPr/>
            </p:nvSpPr>
            <p:spPr>
              <a:xfrm>
                <a:off x="307403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h2919"/>
              <p:cNvSpPr/>
              <p:nvPr/>
            </p:nvSpPr>
            <p:spPr>
              <a:xfrm>
                <a:off x="308347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h2920"/>
              <p:cNvSpPr/>
              <p:nvPr/>
            </p:nvSpPr>
            <p:spPr>
              <a:xfrm>
                <a:off x="309291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h2921"/>
              <p:cNvSpPr/>
              <p:nvPr/>
            </p:nvSpPr>
            <p:spPr>
              <a:xfrm>
                <a:off x="310235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h2922"/>
              <p:cNvSpPr/>
              <p:nvPr/>
            </p:nvSpPr>
            <p:spPr>
              <a:xfrm>
                <a:off x="311179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h2923"/>
              <p:cNvSpPr/>
              <p:nvPr/>
            </p:nvSpPr>
            <p:spPr>
              <a:xfrm>
                <a:off x="312123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h2924"/>
              <p:cNvSpPr/>
              <p:nvPr/>
            </p:nvSpPr>
            <p:spPr>
              <a:xfrm>
                <a:off x="313067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h2925"/>
              <p:cNvSpPr/>
              <p:nvPr/>
            </p:nvSpPr>
            <p:spPr>
              <a:xfrm>
                <a:off x="314011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h2926"/>
              <p:cNvSpPr/>
              <p:nvPr/>
            </p:nvSpPr>
            <p:spPr>
              <a:xfrm>
                <a:off x="314955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h2927"/>
              <p:cNvSpPr/>
              <p:nvPr/>
            </p:nvSpPr>
            <p:spPr>
              <a:xfrm>
                <a:off x="315899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h2928"/>
              <p:cNvSpPr/>
              <p:nvPr/>
            </p:nvSpPr>
            <p:spPr>
              <a:xfrm>
                <a:off x="316843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h2929"/>
              <p:cNvSpPr/>
              <p:nvPr/>
            </p:nvSpPr>
            <p:spPr>
              <a:xfrm>
                <a:off x="317787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h2930"/>
              <p:cNvSpPr/>
              <p:nvPr/>
            </p:nvSpPr>
            <p:spPr>
              <a:xfrm>
                <a:off x="318731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h2931"/>
              <p:cNvSpPr/>
              <p:nvPr/>
            </p:nvSpPr>
            <p:spPr>
              <a:xfrm>
                <a:off x="319675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h2932"/>
              <p:cNvSpPr/>
              <p:nvPr/>
            </p:nvSpPr>
            <p:spPr>
              <a:xfrm>
                <a:off x="320619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h2933"/>
              <p:cNvSpPr/>
              <p:nvPr/>
            </p:nvSpPr>
            <p:spPr>
              <a:xfrm>
                <a:off x="321563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h2934"/>
              <p:cNvSpPr/>
              <p:nvPr/>
            </p:nvSpPr>
            <p:spPr>
              <a:xfrm>
                <a:off x="322507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h2935"/>
              <p:cNvSpPr/>
              <p:nvPr/>
            </p:nvSpPr>
            <p:spPr>
              <a:xfrm>
                <a:off x="323451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h2936"/>
              <p:cNvSpPr/>
              <p:nvPr/>
            </p:nvSpPr>
            <p:spPr>
              <a:xfrm>
                <a:off x="324395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h2937"/>
              <p:cNvSpPr/>
              <p:nvPr/>
            </p:nvSpPr>
            <p:spPr>
              <a:xfrm>
                <a:off x="325339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h2938"/>
              <p:cNvSpPr/>
              <p:nvPr/>
            </p:nvSpPr>
            <p:spPr>
              <a:xfrm>
                <a:off x="326283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h2939"/>
              <p:cNvSpPr/>
              <p:nvPr/>
            </p:nvSpPr>
            <p:spPr>
              <a:xfrm>
                <a:off x="327227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h2940"/>
              <p:cNvSpPr/>
              <p:nvPr/>
            </p:nvSpPr>
            <p:spPr>
              <a:xfrm>
                <a:off x="328171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h2941"/>
              <p:cNvSpPr/>
              <p:nvPr/>
            </p:nvSpPr>
            <p:spPr>
              <a:xfrm>
                <a:off x="329115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h2942"/>
              <p:cNvSpPr/>
              <p:nvPr/>
            </p:nvSpPr>
            <p:spPr>
              <a:xfrm>
                <a:off x="330059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h2943"/>
              <p:cNvSpPr/>
              <p:nvPr/>
            </p:nvSpPr>
            <p:spPr>
              <a:xfrm>
                <a:off x="331004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h2944"/>
              <p:cNvSpPr/>
              <p:nvPr/>
            </p:nvSpPr>
            <p:spPr>
              <a:xfrm>
                <a:off x="331948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h2945"/>
              <p:cNvSpPr/>
              <p:nvPr/>
            </p:nvSpPr>
            <p:spPr>
              <a:xfrm>
                <a:off x="332892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h2946"/>
              <p:cNvSpPr/>
              <p:nvPr/>
            </p:nvSpPr>
            <p:spPr>
              <a:xfrm>
                <a:off x="3338360" y="2185361"/>
                <a:ext cx="921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3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38" y="896830"/>
                    </a:lnTo>
                    <a:lnTo>
                      <a:pt x="920812" y="899538"/>
                    </a:lnTo>
                    <a:lnTo>
                      <a:pt x="919991" y="902606"/>
                    </a:lnTo>
                    <a:lnTo>
                      <a:pt x="919170" y="905673"/>
                    </a:lnTo>
                    <a:lnTo>
                      <a:pt x="918350" y="908741"/>
                    </a:lnTo>
                    <a:lnTo>
                      <a:pt x="917530" y="911808"/>
                    </a:lnTo>
                    <a:lnTo>
                      <a:pt x="916838" y="914400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h2947"/>
              <p:cNvSpPr/>
              <p:nvPr/>
            </p:nvSpPr>
            <p:spPr>
              <a:xfrm>
                <a:off x="2347135" y="2150222"/>
                <a:ext cx="914400" cy="92263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636">
                    <a:moveTo>
                      <a:pt x="914400" y="914400"/>
                    </a:moveTo>
                    <a:lnTo>
                      <a:pt x="914400" y="922636"/>
                    </a:lnTo>
                    <a:lnTo>
                      <a:pt x="914174" y="922139"/>
                    </a:lnTo>
                    <a:lnTo>
                      <a:pt x="913385" y="920404"/>
                    </a:lnTo>
                    <a:lnTo>
                      <a:pt x="912596" y="918669"/>
                    </a:lnTo>
                    <a:lnTo>
                      <a:pt x="911807" y="916934"/>
                    </a:lnTo>
                    <a:lnTo>
                      <a:pt x="911017" y="915198"/>
                    </a:lnTo>
                    <a:lnTo>
                      <a:pt x="910654" y="914400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h2948"/>
              <p:cNvSpPr/>
              <p:nvPr/>
            </p:nvSpPr>
            <p:spPr>
              <a:xfrm>
                <a:off x="234713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38" y="931969"/>
                    </a:lnTo>
                    <a:lnTo>
                      <a:pt x="918115" y="930817"/>
                    </a:lnTo>
                    <a:lnTo>
                      <a:pt x="917327" y="929081"/>
                    </a:lnTo>
                    <a:lnTo>
                      <a:pt x="916539" y="927346"/>
                    </a:lnTo>
                    <a:lnTo>
                      <a:pt x="915751" y="925610"/>
                    </a:lnTo>
                    <a:lnTo>
                      <a:pt x="914962" y="923875"/>
                    </a:lnTo>
                    <a:lnTo>
                      <a:pt x="914400" y="922636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h2949"/>
              <p:cNvSpPr/>
              <p:nvPr/>
            </p:nvSpPr>
            <p:spPr>
              <a:xfrm>
                <a:off x="235657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h2950"/>
              <p:cNvSpPr/>
              <p:nvPr/>
            </p:nvSpPr>
            <p:spPr>
              <a:xfrm>
                <a:off x="236601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h2951"/>
              <p:cNvSpPr/>
              <p:nvPr/>
            </p:nvSpPr>
            <p:spPr>
              <a:xfrm>
                <a:off x="237545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h2952"/>
              <p:cNvSpPr/>
              <p:nvPr/>
            </p:nvSpPr>
            <p:spPr>
              <a:xfrm>
                <a:off x="238489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h2953"/>
              <p:cNvSpPr/>
              <p:nvPr/>
            </p:nvSpPr>
            <p:spPr>
              <a:xfrm>
                <a:off x="239433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h2954"/>
              <p:cNvSpPr/>
              <p:nvPr/>
            </p:nvSpPr>
            <p:spPr>
              <a:xfrm>
                <a:off x="240377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h2955"/>
              <p:cNvSpPr/>
              <p:nvPr/>
            </p:nvSpPr>
            <p:spPr>
              <a:xfrm>
                <a:off x="241321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h2956"/>
              <p:cNvSpPr/>
              <p:nvPr/>
            </p:nvSpPr>
            <p:spPr>
              <a:xfrm>
                <a:off x="242265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h2957"/>
              <p:cNvSpPr/>
              <p:nvPr/>
            </p:nvSpPr>
            <p:spPr>
              <a:xfrm>
                <a:off x="243209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h2958"/>
              <p:cNvSpPr/>
              <p:nvPr/>
            </p:nvSpPr>
            <p:spPr>
              <a:xfrm>
                <a:off x="244153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h2959"/>
              <p:cNvSpPr/>
              <p:nvPr/>
            </p:nvSpPr>
            <p:spPr>
              <a:xfrm>
                <a:off x="245097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h2960"/>
              <p:cNvSpPr/>
              <p:nvPr/>
            </p:nvSpPr>
            <p:spPr>
              <a:xfrm>
                <a:off x="246041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h2961"/>
              <p:cNvSpPr/>
              <p:nvPr/>
            </p:nvSpPr>
            <p:spPr>
              <a:xfrm>
                <a:off x="246985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h2962"/>
              <p:cNvSpPr/>
              <p:nvPr/>
            </p:nvSpPr>
            <p:spPr>
              <a:xfrm>
                <a:off x="247929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h2963"/>
              <p:cNvSpPr/>
              <p:nvPr/>
            </p:nvSpPr>
            <p:spPr>
              <a:xfrm>
                <a:off x="248873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h2964"/>
              <p:cNvSpPr/>
              <p:nvPr/>
            </p:nvSpPr>
            <p:spPr>
              <a:xfrm>
                <a:off x="249817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h2965"/>
              <p:cNvSpPr/>
              <p:nvPr/>
            </p:nvSpPr>
            <p:spPr>
              <a:xfrm>
                <a:off x="250761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h2966"/>
              <p:cNvSpPr/>
              <p:nvPr/>
            </p:nvSpPr>
            <p:spPr>
              <a:xfrm>
                <a:off x="251705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h2967"/>
              <p:cNvSpPr/>
              <p:nvPr/>
            </p:nvSpPr>
            <p:spPr>
              <a:xfrm>
                <a:off x="252650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h2968"/>
              <p:cNvSpPr/>
              <p:nvPr/>
            </p:nvSpPr>
            <p:spPr>
              <a:xfrm>
                <a:off x="253594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h2969"/>
              <p:cNvSpPr/>
              <p:nvPr/>
            </p:nvSpPr>
            <p:spPr>
              <a:xfrm>
                <a:off x="254538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h2970"/>
              <p:cNvSpPr/>
              <p:nvPr/>
            </p:nvSpPr>
            <p:spPr>
              <a:xfrm>
                <a:off x="255482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h2971"/>
              <p:cNvSpPr/>
              <p:nvPr/>
            </p:nvSpPr>
            <p:spPr>
              <a:xfrm>
                <a:off x="256426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h2972"/>
              <p:cNvSpPr/>
              <p:nvPr/>
            </p:nvSpPr>
            <p:spPr>
              <a:xfrm>
                <a:off x="257370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h2973"/>
              <p:cNvSpPr/>
              <p:nvPr/>
            </p:nvSpPr>
            <p:spPr>
              <a:xfrm>
                <a:off x="258314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h2974"/>
              <p:cNvSpPr/>
              <p:nvPr/>
            </p:nvSpPr>
            <p:spPr>
              <a:xfrm>
                <a:off x="259258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h2975"/>
              <p:cNvSpPr/>
              <p:nvPr/>
            </p:nvSpPr>
            <p:spPr>
              <a:xfrm>
                <a:off x="260202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h2976"/>
              <p:cNvSpPr/>
              <p:nvPr/>
            </p:nvSpPr>
            <p:spPr>
              <a:xfrm>
                <a:off x="261146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h2977"/>
              <p:cNvSpPr/>
              <p:nvPr/>
            </p:nvSpPr>
            <p:spPr>
              <a:xfrm>
                <a:off x="262090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h2978"/>
              <p:cNvSpPr/>
              <p:nvPr/>
            </p:nvSpPr>
            <p:spPr>
              <a:xfrm>
                <a:off x="263034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h2979"/>
              <p:cNvSpPr/>
              <p:nvPr/>
            </p:nvSpPr>
            <p:spPr>
              <a:xfrm>
                <a:off x="263978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h2980"/>
              <p:cNvSpPr/>
              <p:nvPr/>
            </p:nvSpPr>
            <p:spPr>
              <a:xfrm>
                <a:off x="264922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h2981"/>
              <p:cNvSpPr/>
              <p:nvPr/>
            </p:nvSpPr>
            <p:spPr>
              <a:xfrm>
                <a:off x="265866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h2982"/>
              <p:cNvSpPr/>
              <p:nvPr/>
            </p:nvSpPr>
            <p:spPr>
              <a:xfrm>
                <a:off x="2668103" y="2167792"/>
                <a:ext cx="918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676" y="896830"/>
                    </a:lnTo>
                    <a:lnTo>
                      <a:pt x="915710" y="897005"/>
                    </a:lnTo>
                    <a:lnTo>
                      <a:pt x="915817" y="897571"/>
                    </a:lnTo>
                    <a:lnTo>
                      <a:pt x="915923" y="898138"/>
                    </a:lnTo>
                    <a:lnTo>
                      <a:pt x="916030" y="898704"/>
                    </a:lnTo>
                    <a:lnTo>
                      <a:pt x="916137" y="899270"/>
                    </a:lnTo>
                    <a:lnTo>
                      <a:pt x="916244" y="899836"/>
                    </a:lnTo>
                    <a:lnTo>
                      <a:pt x="916351" y="900402"/>
                    </a:lnTo>
                    <a:lnTo>
                      <a:pt x="916458" y="900969"/>
                    </a:lnTo>
                    <a:lnTo>
                      <a:pt x="916565" y="901535"/>
                    </a:lnTo>
                    <a:lnTo>
                      <a:pt x="916671" y="902101"/>
                    </a:lnTo>
                    <a:lnTo>
                      <a:pt x="916778" y="902667"/>
                    </a:lnTo>
                    <a:lnTo>
                      <a:pt x="916885" y="903233"/>
                    </a:lnTo>
                    <a:lnTo>
                      <a:pt x="916992" y="903800"/>
                    </a:lnTo>
                    <a:lnTo>
                      <a:pt x="917099" y="904366"/>
                    </a:lnTo>
                    <a:lnTo>
                      <a:pt x="917205" y="904932"/>
                    </a:lnTo>
                    <a:lnTo>
                      <a:pt x="917312" y="905498"/>
                    </a:lnTo>
                    <a:lnTo>
                      <a:pt x="917419" y="906064"/>
                    </a:lnTo>
                    <a:lnTo>
                      <a:pt x="917526" y="906631"/>
                    </a:lnTo>
                    <a:lnTo>
                      <a:pt x="917633" y="907197"/>
                    </a:lnTo>
                    <a:lnTo>
                      <a:pt x="917739" y="907763"/>
                    </a:lnTo>
                    <a:lnTo>
                      <a:pt x="917846" y="908329"/>
                    </a:lnTo>
                    <a:lnTo>
                      <a:pt x="917953" y="908895"/>
                    </a:lnTo>
                    <a:lnTo>
                      <a:pt x="918059" y="909461"/>
                    </a:lnTo>
                    <a:lnTo>
                      <a:pt x="918166" y="910028"/>
                    </a:lnTo>
                    <a:lnTo>
                      <a:pt x="918273" y="910594"/>
                    </a:lnTo>
                    <a:lnTo>
                      <a:pt x="918380" y="911160"/>
                    </a:lnTo>
                    <a:lnTo>
                      <a:pt x="918486" y="911726"/>
                    </a:lnTo>
                    <a:lnTo>
                      <a:pt x="918593" y="912292"/>
                    </a:lnTo>
                    <a:lnTo>
                      <a:pt x="918700" y="912859"/>
                    </a:lnTo>
                    <a:lnTo>
                      <a:pt x="918806" y="913425"/>
                    </a:lnTo>
                    <a:lnTo>
                      <a:pt x="918913" y="913991"/>
                    </a:lnTo>
                    <a:lnTo>
                      <a:pt x="918990" y="914400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h2983"/>
              <p:cNvSpPr/>
              <p:nvPr/>
            </p:nvSpPr>
            <p:spPr>
              <a:xfrm>
                <a:off x="2894669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35" y="914400"/>
                    </a:lnTo>
                    <a:lnTo>
                      <a:pt x="914400" y="914172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h2984"/>
              <p:cNvSpPr/>
              <p:nvPr/>
            </p:nvSpPr>
            <p:spPr>
              <a:xfrm>
                <a:off x="2904109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4172"/>
                    </a:lnTo>
                    <a:lnTo>
                      <a:pt x="908654" y="912683"/>
                    </a:lnTo>
                    <a:lnTo>
                      <a:pt x="914206" y="910978"/>
                    </a:lnTo>
                    <a:lnTo>
                      <a:pt x="914399" y="910937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h2985"/>
              <p:cNvSpPr/>
              <p:nvPr/>
            </p:nvSpPr>
            <p:spPr>
              <a:xfrm>
                <a:off x="2913550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937"/>
                    </a:lnTo>
                    <a:lnTo>
                      <a:pt x="910356" y="909789"/>
                    </a:lnTo>
                    <a:lnTo>
                      <a:pt x="914400" y="909305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h2986"/>
              <p:cNvSpPr/>
              <p:nvPr/>
            </p:nvSpPr>
            <p:spPr>
              <a:xfrm>
                <a:off x="2922990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9305"/>
                    </a:lnTo>
                    <a:lnTo>
                      <a:pt x="906530" y="909117"/>
                    </a:lnTo>
                    <a:lnTo>
                      <a:pt x="906927" y="909088"/>
                    </a:lnTo>
                    <a:lnTo>
                      <a:pt x="907326" y="909059"/>
                    </a:lnTo>
                    <a:lnTo>
                      <a:pt x="907725" y="909030"/>
                    </a:lnTo>
                    <a:lnTo>
                      <a:pt x="908124" y="909000"/>
                    </a:lnTo>
                    <a:lnTo>
                      <a:pt x="908523" y="908971"/>
                    </a:lnTo>
                    <a:lnTo>
                      <a:pt x="908921" y="908942"/>
                    </a:lnTo>
                    <a:lnTo>
                      <a:pt x="909320" y="908913"/>
                    </a:lnTo>
                    <a:lnTo>
                      <a:pt x="909719" y="908884"/>
                    </a:lnTo>
                    <a:lnTo>
                      <a:pt x="910118" y="908855"/>
                    </a:lnTo>
                    <a:lnTo>
                      <a:pt x="910517" y="908825"/>
                    </a:lnTo>
                    <a:lnTo>
                      <a:pt x="910916" y="908796"/>
                    </a:lnTo>
                    <a:lnTo>
                      <a:pt x="911315" y="908767"/>
                    </a:lnTo>
                    <a:lnTo>
                      <a:pt x="911713" y="908738"/>
                    </a:lnTo>
                    <a:lnTo>
                      <a:pt x="912112" y="908709"/>
                    </a:lnTo>
                    <a:lnTo>
                      <a:pt x="912511" y="908680"/>
                    </a:lnTo>
                    <a:lnTo>
                      <a:pt x="912910" y="908651"/>
                    </a:lnTo>
                    <a:lnTo>
                      <a:pt x="913309" y="908622"/>
                    </a:lnTo>
                    <a:lnTo>
                      <a:pt x="913708" y="908593"/>
                    </a:lnTo>
                    <a:lnTo>
                      <a:pt x="914106" y="908564"/>
                    </a:lnTo>
                    <a:lnTo>
                      <a:pt x="914399" y="908543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h2987"/>
              <p:cNvSpPr/>
              <p:nvPr/>
            </p:nvSpPr>
            <p:spPr>
              <a:xfrm>
                <a:off x="2932430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5" y="908535"/>
                    </a:lnTo>
                    <a:lnTo>
                      <a:pt x="905464" y="908506"/>
                    </a:lnTo>
                    <a:lnTo>
                      <a:pt x="905863" y="908477"/>
                    </a:lnTo>
                    <a:lnTo>
                      <a:pt x="906262" y="908448"/>
                    </a:lnTo>
                    <a:lnTo>
                      <a:pt x="906660" y="908419"/>
                    </a:lnTo>
                    <a:lnTo>
                      <a:pt x="907059" y="908390"/>
                    </a:lnTo>
                    <a:lnTo>
                      <a:pt x="907458" y="908361"/>
                    </a:lnTo>
                    <a:lnTo>
                      <a:pt x="907857" y="908333"/>
                    </a:lnTo>
                    <a:lnTo>
                      <a:pt x="908256" y="908304"/>
                    </a:lnTo>
                    <a:lnTo>
                      <a:pt x="908655" y="908275"/>
                    </a:lnTo>
                    <a:lnTo>
                      <a:pt x="909054" y="908246"/>
                    </a:lnTo>
                    <a:lnTo>
                      <a:pt x="909453" y="908217"/>
                    </a:lnTo>
                    <a:lnTo>
                      <a:pt x="909851" y="908188"/>
                    </a:lnTo>
                    <a:lnTo>
                      <a:pt x="910250" y="908159"/>
                    </a:lnTo>
                    <a:lnTo>
                      <a:pt x="910649" y="908131"/>
                    </a:lnTo>
                    <a:lnTo>
                      <a:pt x="911048" y="908102"/>
                    </a:lnTo>
                    <a:lnTo>
                      <a:pt x="911447" y="908073"/>
                    </a:lnTo>
                    <a:lnTo>
                      <a:pt x="911846" y="908044"/>
                    </a:lnTo>
                    <a:lnTo>
                      <a:pt x="912245" y="908016"/>
                    </a:lnTo>
                    <a:lnTo>
                      <a:pt x="912644" y="907987"/>
                    </a:lnTo>
                    <a:lnTo>
                      <a:pt x="913043" y="907958"/>
                    </a:lnTo>
                    <a:lnTo>
                      <a:pt x="913441" y="907929"/>
                    </a:lnTo>
                    <a:lnTo>
                      <a:pt x="913840" y="907901"/>
                    </a:lnTo>
                    <a:lnTo>
                      <a:pt x="914239" y="907872"/>
                    </a:lnTo>
                    <a:lnTo>
                      <a:pt x="914400" y="907860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h2988"/>
              <p:cNvSpPr/>
              <p:nvPr/>
            </p:nvSpPr>
            <p:spPr>
              <a:xfrm>
                <a:off x="2941870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7860"/>
                    </a:lnTo>
                    <a:lnTo>
                      <a:pt x="905198" y="907843"/>
                    </a:lnTo>
                    <a:lnTo>
                      <a:pt x="905597" y="907815"/>
                    </a:lnTo>
                    <a:lnTo>
                      <a:pt x="905996" y="907786"/>
                    </a:lnTo>
                    <a:lnTo>
                      <a:pt x="906395" y="907757"/>
                    </a:lnTo>
                    <a:lnTo>
                      <a:pt x="906793" y="907729"/>
                    </a:lnTo>
                    <a:lnTo>
                      <a:pt x="907192" y="907700"/>
                    </a:lnTo>
                    <a:lnTo>
                      <a:pt x="907591" y="907671"/>
                    </a:lnTo>
                    <a:lnTo>
                      <a:pt x="907990" y="907643"/>
                    </a:lnTo>
                    <a:lnTo>
                      <a:pt x="908389" y="907614"/>
                    </a:lnTo>
                    <a:lnTo>
                      <a:pt x="908788" y="907586"/>
                    </a:lnTo>
                    <a:lnTo>
                      <a:pt x="909187" y="907557"/>
                    </a:lnTo>
                    <a:lnTo>
                      <a:pt x="909586" y="907529"/>
                    </a:lnTo>
                    <a:lnTo>
                      <a:pt x="909985" y="907500"/>
                    </a:lnTo>
                    <a:lnTo>
                      <a:pt x="910384" y="907472"/>
                    </a:lnTo>
                    <a:lnTo>
                      <a:pt x="910783" y="907443"/>
                    </a:lnTo>
                    <a:lnTo>
                      <a:pt x="911181" y="907415"/>
                    </a:lnTo>
                    <a:lnTo>
                      <a:pt x="911580" y="907386"/>
                    </a:lnTo>
                    <a:lnTo>
                      <a:pt x="911979" y="907358"/>
                    </a:lnTo>
                    <a:lnTo>
                      <a:pt x="912378" y="907329"/>
                    </a:lnTo>
                    <a:lnTo>
                      <a:pt x="912777" y="907301"/>
                    </a:lnTo>
                    <a:lnTo>
                      <a:pt x="913176" y="907272"/>
                    </a:lnTo>
                    <a:lnTo>
                      <a:pt x="913575" y="907244"/>
                    </a:lnTo>
                    <a:lnTo>
                      <a:pt x="913974" y="907216"/>
                    </a:lnTo>
                    <a:lnTo>
                      <a:pt x="914399" y="907185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h2989"/>
              <p:cNvSpPr/>
              <p:nvPr/>
            </p:nvSpPr>
            <p:spPr>
              <a:xfrm>
                <a:off x="2951311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185"/>
                    </a:lnTo>
                    <a:lnTo>
                      <a:pt x="905332" y="907159"/>
                    </a:lnTo>
                    <a:lnTo>
                      <a:pt x="905731" y="907130"/>
                    </a:lnTo>
                    <a:lnTo>
                      <a:pt x="906129" y="907102"/>
                    </a:lnTo>
                    <a:lnTo>
                      <a:pt x="906528" y="907074"/>
                    </a:lnTo>
                    <a:lnTo>
                      <a:pt x="906927" y="907045"/>
                    </a:lnTo>
                    <a:lnTo>
                      <a:pt x="907326" y="907017"/>
                    </a:lnTo>
                    <a:lnTo>
                      <a:pt x="907725" y="906989"/>
                    </a:lnTo>
                    <a:lnTo>
                      <a:pt x="908124" y="906960"/>
                    </a:lnTo>
                    <a:lnTo>
                      <a:pt x="908523" y="906932"/>
                    </a:lnTo>
                    <a:lnTo>
                      <a:pt x="908922" y="906904"/>
                    </a:lnTo>
                    <a:lnTo>
                      <a:pt x="909321" y="906876"/>
                    </a:lnTo>
                    <a:lnTo>
                      <a:pt x="909720" y="906847"/>
                    </a:lnTo>
                    <a:lnTo>
                      <a:pt x="910119" y="906819"/>
                    </a:lnTo>
                    <a:lnTo>
                      <a:pt x="910518" y="906791"/>
                    </a:lnTo>
                    <a:lnTo>
                      <a:pt x="910917" y="906763"/>
                    </a:lnTo>
                    <a:lnTo>
                      <a:pt x="911316" y="906735"/>
                    </a:lnTo>
                    <a:lnTo>
                      <a:pt x="911715" y="906706"/>
                    </a:lnTo>
                    <a:lnTo>
                      <a:pt x="912114" y="906678"/>
                    </a:lnTo>
                    <a:lnTo>
                      <a:pt x="912513" y="906650"/>
                    </a:lnTo>
                    <a:lnTo>
                      <a:pt x="912912" y="906622"/>
                    </a:lnTo>
                    <a:lnTo>
                      <a:pt x="913311" y="906594"/>
                    </a:lnTo>
                    <a:lnTo>
                      <a:pt x="913710" y="906566"/>
                    </a:lnTo>
                    <a:lnTo>
                      <a:pt x="914109" y="906538"/>
                    </a:lnTo>
                    <a:lnTo>
                      <a:pt x="914400" y="906517"/>
                    </a:lnTo>
                    <a:close/>
                  </a:path>
                </a:pathLst>
              </a:custGeom>
              <a:solidFill>
                <a:srgbClr val="FFB16D">
                  <a:alpha val="100000"/>
                </a:srgbClr>
              </a:solidFill>
              <a:ln w="5420" cap="flat">
                <a:solidFill>
                  <a:srgbClr val="FFB1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h2990"/>
              <p:cNvSpPr/>
              <p:nvPr/>
            </p:nvSpPr>
            <p:spPr>
              <a:xfrm>
                <a:off x="2960751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5067" y="906510"/>
                    </a:lnTo>
                    <a:lnTo>
                      <a:pt x="905466" y="906481"/>
                    </a:lnTo>
                    <a:lnTo>
                      <a:pt x="905865" y="906453"/>
                    </a:lnTo>
                    <a:lnTo>
                      <a:pt x="906264" y="906425"/>
                    </a:lnTo>
                    <a:lnTo>
                      <a:pt x="906663" y="906397"/>
                    </a:lnTo>
                    <a:lnTo>
                      <a:pt x="907062" y="906369"/>
                    </a:lnTo>
                    <a:lnTo>
                      <a:pt x="907461" y="906341"/>
                    </a:lnTo>
                    <a:lnTo>
                      <a:pt x="907860" y="906313"/>
                    </a:lnTo>
                    <a:lnTo>
                      <a:pt x="908259" y="906285"/>
                    </a:lnTo>
                    <a:lnTo>
                      <a:pt x="908658" y="906257"/>
                    </a:lnTo>
                    <a:lnTo>
                      <a:pt x="909057" y="906229"/>
                    </a:lnTo>
                    <a:lnTo>
                      <a:pt x="909456" y="906201"/>
                    </a:lnTo>
                    <a:lnTo>
                      <a:pt x="909855" y="906173"/>
                    </a:lnTo>
                    <a:lnTo>
                      <a:pt x="910254" y="906146"/>
                    </a:lnTo>
                    <a:lnTo>
                      <a:pt x="910653" y="906118"/>
                    </a:lnTo>
                    <a:lnTo>
                      <a:pt x="911052" y="906090"/>
                    </a:lnTo>
                    <a:lnTo>
                      <a:pt x="911451" y="906062"/>
                    </a:lnTo>
                    <a:lnTo>
                      <a:pt x="911850" y="906034"/>
                    </a:lnTo>
                    <a:lnTo>
                      <a:pt x="912249" y="906006"/>
                    </a:lnTo>
                    <a:lnTo>
                      <a:pt x="912648" y="905978"/>
                    </a:lnTo>
                    <a:lnTo>
                      <a:pt x="913047" y="905950"/>
                    </a:lnTo>
                    <a:lnTo>
                      <a:pt x="913446" y="905923"/>
                    </a:lnTo>
                    <a:lnTo>
                      <a:pt x="913845" y="905895"/>
                    </a:lnTo>
                    <a:lnTo>
                      <a:pt x="914244" y="905867"/>
                    </a:lnTo>
                    <a:lnTo>
                      <a:pt x="914399" y="905856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h2991"/>
              <p:cNvSpPr/>
              <p:nvPr/>
            </p:nvSpPr>
            <p:spPr>
              <a:xfrm>
                <a:off x="2970191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856"/>
                    </a:lnTo>
                    <a:lnTo>
                      <a:pt x="905203" y="905839"/>
                    </a:lnTo>
                    <a:lnTo>
                      <a:pt x="905602" y="905811"/>
                    </a:lnTo>
                    <a:lnTo>
                      <a:pt x="906001" y="905784"/>
                    </a:lnTo>
                    <a:lnTo>
                      <a:pt x="906400" y="905756"/>
                    </a:lnTo>
                    <a:lnTo>
                      <a:pt x="906799" y="905728"/>
                    </a:lnTo>
                    <a:lnTo>
                      <a:pt x="907198" y="905700"/>
                    </a:lnTo>
                    <a:lnTo>
                      <a:pt x="907597" y="905673"/>
                    </a:lnTo>
                    <a:lnTo>
                      <a:pt x="907996" y="905645"/>
                    </a:lnTo>
                    <a:lnTo>
                      <a:pt x="908395" y="905617"/>
                    </a:lnTo>
                    <a:lnTo>
                      <a:pt x="908794" y="905590"/>
                    </a:lnTo>
                    <a:lnTo>
                      <a:pt x="909193" y="905562"/>
                    </a:lnTo>
                    <a:lnTo>
                      <a:pt x="909592" y="905534"/>
                    </a:lnTo>
                    <a:lnTo>
                      <a:pt x="909991" y="905507"/>
                    </a:lnTo>
                    <a:lnTo>
                      <a:pt x="910390" y="905479"/>
                    </a:lnTo>
                    <a:lnTo>
                      <a:pt x="914400" y="905411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h2992"/>
              <p:cNvSpPr/>
              <p:nvPr/>
            </p:nvSpPr>
            <p:spPr>
              <a:xfrm>
                <a:off x="2979631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5411"/>
                    </a:lnTo>
                    <a:lnTo>
                      <a:pt x="907297" y="905371"/>
                    </a:lnTo>
                    <a:lnTo>
                      <a:pt x="913638" y="905925"/>
                    </a:lnTo>
                    <a:lnTo>
                      <a:pt x="914399" y="906031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h2993"/>
              <p:cNvSpPr/>
              <p:nvPr/>
            </p:nvSpPr>
            <p:spPr>
              <a:xfrm>
                <a:off x="2989071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031"/>
                    </a:lnTo>
                    <a:lnTo>
                      <a:pt x="914400" y="907350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h2994"/>
              <p:cNvSpPr/>
              <p:nvPr/>
            </p:nvSpPr>
            <p:spPr>
              <a:xfrm>
                <a:off x="299851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350"/>
                    </a:lnTo>
                    <a:lnTo>
                      <a:pt x="914400" y="908668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h2995"/>
              <p:cNvSpPr/>
              <p:nvPr/>
            </p:nvSpPr>
            <p:spPr>
              <a:xfrm>
                <a:off x="300795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68"/>
                    </a:lnTo>
                    <a:lnTo>
                      <a:pt x="914400" y="909987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h2996"/>
              <p:cNvSpPr/>
              <p:nvPr/>
            </p:nvSpPr>
            <p:spPr>
              <a:xfrm>
                <a:off x="301739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7"/>
                    </a:lnTo>
                    <a:lnTo>
                      <a:pt x="914400" y="911238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h2997"/>
              <p:cNvSpPr/>
              <p:nvPr/>
            </p:nvSpPr>
            <p:spPr>
              <a:xfrm>
                <a:off x="302683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238"/>
                    </a:lnTo>
                    <a:lnTo>
                      <a:pt x="905451" y="911077"/>
                    </a:lnTo>
                    <a:lnTo>
                      <a:pt x="905994" y="910899"/>
                    </a:lnTo>
                    <a:lnTo>
                      <a:pt x="906538" y="910721"/>
                    </a:lnTo>
                    <a:lnTo>
                      <a:pt x="907081" y="910543"/>
                    </a:lnTo>
                    <a:lnTo>
                      <a:pt x="907624" y="910366"/>
                    </a:lnTo>
                    <a:lnTo>
                      <a:pt x="908167" y="910188"/>
                    </a:lnTo>
                    <a:lnTo>
                      <a:pt x="908710" y="910010"/>
                    </a:lnTo>
                    <a:lnTo>
                      <a:pt x="909254" y="909833"/>
                    </a:lnTo>
                    <a:lnTo>
                      <a:pt x="909797" y="909655"/>
                    </a:lnTo>
                    <a:lnTo>
                      <a:pt x="910340" y="909478"/>
                    </a:lnTo>
                    <a:lnTo>
                      <a:pt x="910883" y="909300"/>
                    </a:lnTo>
                    <a:lnTo>
                      <a:pt x="911426" y="909123"/>
                    </a:lnTo>
                    <a:lnTo>
                      <a:pt x="911970" y="908945"/>
                    </a:lnTo>
                    <a:lnTo>
                      <a:pt x="912513" y="908768"/>
                    </a:lnTo>
                    <a:lnTo>
                      <a:pt x="913056" y="908590"/>
                    </a:lnTo>
                    <a:lnTo>
                      <a:pt x="913600" y="908413"/>
                    </a:lnTo>
                    <a:lnTo>
                      <a:pt x="914143" y="908236"/>
                    </a:lnTo>
                    <a:lnTo>
                      <a:pt x="914400" y="908152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h2998"/>
              <p:cNvSpPr/>
              <p:nvPr/>
            </p:nvSpPr>
            <p:spPr>
              <a:xfrm>
                <a:off x="3036273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8152"/>
                    </a:lnTo>
                    <a:lnTo>
                      <a:pt x="905246" y="908058"/>
                    </a:lnTo>
                    <a:lnTo>
                      <a:pt x="905790" y="907881"/>
                    </a:lnTo>
                    <a:lnTo>
                      <a:pt x="906333" y="907704"/>
                    </a:lnTo>
                    <a:lnTo>
                      <a:pt x="906876" y="907526"/>
                    </a:lnTo>
                    <a:lnTo>
                      <a:pt x="907420" y="907349"/>
                    </a:lnTo>
                    <a:lnTo>
                      <a:pt x="907963" y="907172"/>
                    </a:lnTo>
                    <a:lnTo>
                      <a:pt x="908507" y="906995"/>
                    </a:lnTo>
                    <a:lnTo>
                      <a:pt x="909050" y="906817"/>
                    </a:lnTo>
                    <a:lnTo>
                      <a:pt x="909593" y="906640"/>
                    </a:lnTo>
                    <a:lnTo>
                      <a:pt x="910137" y="906463"/>
                    </a:lnTo>
                    <a:lnTo>
                      <a:pt x="910680" y="906286"/>
                    </a:lnTo>
                    <a:lnTo>
                      <a:pt x="911224" y="906109"/>
                    </a:lnTo>
                    <a:lnTo>
                      <a:pt x="911767" y="905932"/>
                    </a:lnTo>
                    <a:lnTo>
                      <a:pt x="912311" y="905755"/>
                    </a:lnTo>
                    <a:lnTo>
                      <a:pt x="912855" y="905578"/>
                    </a:lnTo>
                    <a:lnTo>
                      <a:pt x="913398" y="905401"/>
                    </a:lnTo>
                    <a:lnTo>
                      <a:pt x="913942" y="905224"/>
                    </a:lnTo>
                    <a:lnTo>
                      <a:pt x="914399" y="905075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h2999"/>
              <p:cNvSpPr/>
              <p:nvPr/>
            </p:nvSpPr>
            <p:spPr>
              <a:xfrm>
                <a:off x="3045713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5045" y="905047"/>
                    </a:lnTo>
                    <a:lnTo>
                      <a:pt x="905589" y="904870"/>
                    </a:lnTo>
                    <a:lnTo>
                      <a:pt x="906132" y="904693"/>
                    </a:lnTo>
                    <a:lnTo>
                      <a:pt x="911753" y="903133"/>
                    </a:lnTo>
                    <a:lnTo>
                      <a:pt x="914399" y="90264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h3000"/>
              <p:cNvSpPr/>
              <p:nvPr/>
            </p:nvSpPr>
            <p:spPr>
              <a:xfrm>
                <a:off x="305515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649"/>
                    </a:lnTo>
                    <a:lnTo>
                      <a:pt x="907968" y="902100"/>
                    </a:lnTo>
                    <a:lnTo>
                      <a:pt x="913645" y="901595"/>
                    </a:lnTo>
                    <a:lnTo>
                      <a:pt x="913989" y="901581"/>
                    </a:lnTo>
                    <a:lnTo>
                      <a:pt x="914400" y="901564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h3001"/>
              <p:cNvSpPr/>
              <p:nvPr/>
            </p:nvSpPr>
            <p:spPr>
              <a:xfrm>
                <a:off x="306459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564"/>
                    </a:lnTo>
                    <a:lnTo>
                      <a:pt x="905242" y="901552"/>
                    </a:lnTo>
                    <a:lnTo>
                      <a:pt x="905589" y="901537"/>
                    </a:lnTo>
                    <a:lnTo>
                      <a:pt x="905935" y="901523"/>
                    </a:lnTo>
                    <a:lnTo>
                      <a:pt x="906282" y="901508"/>
                    </a:lnTo>
                    <a:lnTo>
                      <a:pt x="906628" y="901494"/>
                    </a:lnTo>
                    <a:lnTo>
                      <a:pt x="906975" y="901479"/>
                    </a:lnTo>
                    <a:lnTo>
                      <a:pt x="907321" y="901465"/>
                    </a:lnTo>
                    <a:lnTo>
                      <a:pt x="907668" y="901450"/>
                    </a:lnTo>
                    <a:lnTo>
                      <a:pt x="908014" y="901436"/>
                    </a:lnTo>
                    <a:lnTo>
                      <a:pt x="908361" y="901421"/>
                    </a:lnTo>
                    <a:lnTo>
                      <a:pt x="908707" y="901407"/>
                    </a:lnTo>
                    <a:lnTo>
                      <a:pt x="909054" y="901392"/>
                    </a:lnTo>
                    <a:lnTo>
                      <a:pt x="909400" y="901378"/>
                    </a:lnTo>
                    <a:lnTo>
                      <a:pt x="909747" y="901363"/>
                    </a:lnTo>
                    <a:lnTo>
                      <a:pt x="910093" y="901349"/>
                    </a:lnTo>
                    <a:lnTo>
                      <a:pt x="910440" y="901335"/>
                    </a:lnTo>
                    <a:lnTo>
                      <a:pt x="910786" y="901320"/>
                    </a:lnTo>
                    <a:lnTo>
                      <a:pt x="911133" y="901306"/>
                    </a:lnTo>
                    <a:lnTo>
                      <a:pt x="911479" y="901291"/>
                    </a:lnTo>
                    <a:lnTo>
                      <a:pt x="911826" y="901277"/>
                    </a:lnTo>
                    <a:lnTo>
                      <a:pt x="912172" y="901263"/>
                    </a:lnTo>
                    <a:lnTo>
                      <a:pt x="912519" y="901248"/>
                    </a:lnTo>
                    <a:lnTo>
                      <a:pt x="912865" y="901234"/>
                    </a:lnTo>
                    <a:lnTo>
                      <a:pt x="913212" y="901220"/>
                    </a:lnTo>
                    <a:lnTo>
                      <a:pt x="913558" y="901205"/>
                    </a:lnTo>
                    <a:lnTo>
                      <a:pt x="913905" y="901191"/>
                    </a:lnTo>
                    <a:lnTo>
                      <a:pt x="914251" y="901177"/>
                    </a:lnTo>
                    <a:lnTo>
                      <a:pt x="914400" y="901170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h3002"/>
              <p:cNvSpPr/>
              <p:nvPr/>
            </p:nvSpPr>
            <p:spPr>
              <a:xfrm>
                <a:off x="307403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170"/>
                    </a:lnTo>
                    <a:lnTo>
                      <a:pt x="905158" y="901162"/>
                    </a:lnTo>
                    <a:lnTo>
                      <a:pt x="905504" y="901148"/>
                    </a:lnTo>
                    <a:lnTo>
                      <a:pt x="905851" y="901134"/>
                    </a:lnTo>
                    <a:lnTo>
                      <a:pt x="906197" y="901119"/>
                    </a:lnTo>
                    <a:lnTo>
                      <a:pt x="906544" y="901105"/>
                    </a:lnTo>
                    <a:lnTo>
                      <a:pt x="906890" y="901091"/>
                    </a:lnTo>
                    <a:lnTo>
                      <a:pt x="907237" y="901077"/>
                    </a:lnTo>
                    <a:lnTo>
                      <a:pt x="907583" y="901062"/>
                    </a:lnTo>
                    <a:lnTo>
                      <a:pt x="907930" y="901048"/>
                    </a:lnTo>
                    <a:lnTo>
                      <a:pt x="908276" y="901034"/>
                    </a:lnTo>
                    <a:lnTo>
                      <a:pt x="908623" y="901020"/>
                    </a:lnTo>
                    <a:lnTo>
                      <a:pt x="908970" y="901006"/>
                    </a:lnTo>
                    <a:lnTo>
                      <a:pt x="909316" y="900991"/>
                    </a:lnTo>
                    <a:lnTo>
                      <a:pt x="909663" y="900977"/>
                    </a:lnTo>
                    <a:lnTo>
                      <a:pt x="910009" y="900963"/>
                    </a:lnTo>
                    <a:lnTo>
                      <a:pt x="910356" y="900949"/>
                    </a:lnTo>
                    <a:lnTo>
                      <a:pt x="910702" y="900935"/>
                    </a:lnTo>
                    <a:lnTo>
                      <a:pt x="911049" y="900921"/>
                    </a:lnTo>
                    <a:lnTo>
                      <a:pt x="911395" y="900906"/>
                    </a:lnTo>
                    <a:lnTo>
                      <a:pt x="911742" y="900892"/>
                    </a:lnTo>
                    <a:lnTo>
                      <a:pt x="912088" y="900878"/>
                    </a:lnTo>
                    <a:lnTo>
                      <a:pt x="912435" y="900864"/>
                    </a:lnTo>
                    <a:lnTo>
                      <a:pt x="912781" y="900850"/>
                    </a:lnTo>
                    <a:lnTo>
                      <a:pt x="913128" y="900836"/>
                    </a:lnTo>
                    <a:lnTo>
                      <a:pt x="913474" y="900822"/>
                    </a:lnTo>
                    <a:lnTo>
                      <a:pt x="913821" y="900808"/>
                    </a:lnTo>
                    <a:lnTo>
                      <a:pt x="914168" y="900794"/>
                    </a:lnTo>
                    <a:lnTo>
                      <a:pt x="914400" y="900784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h3003"/>
              <p:cNvSpPr/>
              <p:nvPr/>
            </p:nvSpPr>
            <p:spPr>
              <a:xfrm>
                <a:off x="3083474" y="215022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74" y="918350"/>
                    </a:lnTo>
                    <a:lnTo>
                      <a:pt x="905420" y="918335"/>
                    </a:lnTo>
                    <a:lnTo>
                      <a:pt x="905767" y="918321"/>
                    </a:lnTo>
                    <a:lnTo>
                      <a:pt x="906113" y="918307"/>
                    </a:lnTo>
                    <a:lnTo>
                      <a:pt x="906460" y="918293"/>
                    </a:lnTo>
                    <a:lnTo>
                      <a:pt x="906807" y="918279"/>
                    </a:lnTo>
                    <a:lnTo>
                      <a:pt x="907153" y="918265"/>
                    </a:lnTo>
                    <a:lnTo>
                      <a:pt x="907500" y="918251"/>
                    </a:lnTo>
                    <a:lnTo>
                      <a:pt x="909169" y="918259"/>
                    </a:lnTo>
                    <a:lnTo>
                      <a:pt x="909282" y="917885"/>
                    </a:lnTo>
                    <a:lnTo>
                      <a:pt x="909397" y="917498"/>
                    </a:lnTo>
                    <a:lnTo>
                      <a:pt x="909513" y="917112"/>
                    </a:lnTo>
                    <a:lnTo>
                      <a:pt x="909629" y="916725"/>
                    </a:lnTo>
                    <a:lnTo>
                      <a:pt x="909745" y="916339"/>
                    </a:lnTo>
                    <a:lnTo>
                      <a:pt x="909861" y="915952"/>
                    </a:lnTo>
                    <a:lnTo>
                      <a:pt x="909976" y="915566"/>
                    </a:lnTo>
                    <a:lnTo>
                      <a:pt x="910352" y="914400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h3004"/>
              <p:cNvSpPr/>
              <p:nvPr/>
            </p:nvSpPr>
            <p:spPr>
              <a:xfrm>
                <a:off x="308347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h3005"/>
              <p:cNvSpPr/>
              <p:nvPr/>
            </p:nvSpPr>
            <p:spPr>
              <a:xfrm>
                <a:off x="309291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h3006"/>
              <p:cNvSpPr/>
              <p:nvPr/>
            </p:nvSpPr>
            <p:spPr>
              <a:xfrm>
                <a:off x="310235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h3007"/>
              <p:cNvSpPr/>
              <p:nvPr/>
            </p:nvSpPr>
            <p:spPr>
              <a:xfrm>
                <a:off x="311179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h3008"/>
              <p:cNvSpPr/>
              <p:nvPr/>
            </p:nvSpPr>
            <p:spPr>
              <a:xfrm>
                <a:off x="312123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h3009"/>
              <p:cNvSpPr/>
              <p:nvPr/>
            </p:nvSpPr>
            <p:spPr>
              <a:xfrm>
                <a:off x="313067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h3010"/>
              <p:cNvSpPr/>
              <p:nvPr/>
            </p:nvSpPr>
            <p:spPr>
              <a:xfrm>
                <a:off x="314011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h3011"/>
              <p:cNvSpPr/>
              <p:nvPr/>
            </p:nvSpPr>
            <p:spPr>
              <a:xfrm>
                <a:off x="314955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h3012"/>
              <p:cNvSpPr/>
              <p:nvPr/>
            </p:nvSpPr>
            <p:spPr>
              <a:xfrm>
                <a:off x="315899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h3013"/>
              <p:cNvSpPr/>
              <p:nvPr/>
            </p:nvSpPr>
            <p:spPr>
              <a:xfrm>
                <a:off x="316843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h3014"/>
              <p:cNvSpPr/>
              <p:nvPr/>
            </p:nvSpPr>
            <p:spPr>
              <a:xfrm>
                <a:off x="317787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h3015"/>
              <p:cNvSpPr/>
              <p:nvPr/>
            </p:nvSpPr>
            <p:spPr>
              <a:xfrm>
                <a:off x="318731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h3016"/>
              <p:cNvSpPr/>
              <p:nvPr/>
            </p:nvSpPr>
            <p:spPr>
              <a:xfrm>
                <a:off x="319675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h3017"/>
              <p:cNvSpPr/>
              <p:nvPr/>
            </p:nvSpPr>
            <p:spPr>
              <a:xfrm>
                <a:off x="320619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h3018"/>
              <p:cNvSpPr/>
              <p:nvPr/>
            </p:nvSpPr>
            <p:spPr>
              <a:xfrm>
                <a:off x="321563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h3019"/>
              <p:cNvSpPr/>
              <p:nvPr/>
            </p:nvSpPr>
            <p:spPr>
              <a:xfrm>
                <a:off x="322507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h3020"/>
              <p:cNvSpPr/>
              <p:nvPr/>
            </p:nvSpPr>
            <p:spPr>
              <a:xfrm>
                <a:off x="323451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B">
                  <a:alpha val="100000"/>
                </a:srgbClr>
              </a:solidFill>
              <a:ln w="5420" cap="flat">
                <a:solidFill>
                  <a:srgbClr val="FFC8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h3021"/>
              <p:cNvSpPr/>
              <p:nvPr/>
            </p:nvSpPr>
            <p:spPr>
              <a:xfrm>
                <a:off x="324395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h3022"/>
              <p:cNvSpPr/>
              <p:nvPr/>
            </p:nvSpPr>
            <p:spPr>
              <a:xfrm>
                <a:off x="325339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h3023"/>
              <p:cNvSpPr/>
              <p:nvPr/>
            </p:nvSpPr>
            <p:spPr>
              <a:xfrm>
                <a:off x="326283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h3024"/>
              <p:cNvSpPr/>
              <p:nvPr/>
            </p:nvSpPr>
            <p:spPr>
              <a:xfrm>
                <a:off x="327227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h3025"/>
              <p:cNvSpPr/>
              <p:nvPr/>
            </p:nvSpPr>
            <p:spPr>
              <a:xfrm>
                <a:off x="328171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h3026"/>
              <p:cNvSpPr/>
              <p:nvPr/>
            </p:nvSpPr>
            <p:spPr>
              <a:xfrm>
                <a:off x="329115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h3027"/>
              <p:cNvSpPr/>
              <p:nvPr/>
            </p:nvSpPr>
            <p:spPr>
              <a:xfrm>
                <a:off x="330059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h3028"/>
              <p:cNvSpPr/>
              <p:nvPr/>
            </p:nvSpPr>
            <p:spPr>
              <a:xfrm>
                <a:off x="331004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h3029"/>
              <p:cNvSpPr/>
              <p:nvPr/>
            </p:nvSpPr>
            <p:spPr>
              <a:xfrm>
                <a:off x="331948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h3030"/>
              <p:cNvSpPr/>
              <p:nvPr/>
            </p:nvSpPr>
            <p:spPr>
              <a:xfrm>
                <a:off x="332892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h3031"/>
              <p:cNvSpPr/>
              <p:nvPr/>
            </p:nvSpPr>
            <p:spPr>
              <a:xfrm>
                <a:off x="3338360" y="216779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11"/>
                    </a:lnTo>
                    <a:lnTo>
                      <a:pt x="923278" y="907906"/>
                    </a:lnTo>
                    <a:lnTo>
                      <a:pt x="922456" y="910973"/>
                    </a:lnTo>
                    <a:lnTo>
                      <a:pt x="921634" y="914041"/>
                    </a:lnTo>
                    <a:lnTo>
                      <a:pt x="921538" y="914400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h3032"/>
              <p:cNvSpPr/>
              <p:nvPr/>
            </p:nvSpPr>
            <p:spPr>
              <a:xfrm>
                <a:off x="3347801" y="2150222"/>
                <a:ext cx="916811" cy="923381"/>
              </a:xfrm>
              <a:custGeom>
                <a:avLst/>
                <a:gdLst/>
                <a:ahLst/>
                <a:cxnLst/>
                <a:rect l="0" t="0" r="0" b="0"/>
                <a:pathLst>
                  <a:path w="916811" h="923381">
                    <a:moveTo>
                      <a:pt x="914400" y="914400"/>
                    </a:moveTo>
                    <a:lnTo>
                      <a:pt x="916811" y="914400"/>
                    </a:lnTo>
                    <a:lnTo>
                      <a:pt x="916307" y="916275"/>
                    </a:lnTo>
                    <a:lnTo>
                      <a:pt x="915483" y="919342"/>
                    </a:lnTo>
                    <a:lnTo>
                      <a:pt x="914660" y="922409"/>
                    </a:lnTo>
                    <a:lnTo>
                      <a:pt x="914400" y="923381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h3033"/>
              <p:cNvSpPr/>
              <p:nvPr/>
            </p:nvSpPr>
            <p:spPr>
              <a:xfrm>
                <a:off x="2337695" y="2132652"/>
                <a:ext cx="914399" cy="91947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470">
                    <a:moveTo>
                      <a:pt x="914399" y="914400"/>
                    </a:moveTo>
                    <a:lnTo>
                      <a:pt x="914399" y="919470"/>
                    </a:lnTo>
                    <a:lnTo>
                      <a:pt x="914134" y="918889"/>
                    </a:lnTo>
                    <a:lnTo>
                      <a:pt x="913337" y="917142"/>
                    </a:lnTo>
                    <a:lnTo>
                      <a:pt x="912157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h3034"/>
              <p:cNvSpPr/>
              <p:nvPr/>
            </p:nvSpPr>
            <p:spPr>
              <a:xfrm>
                <a:off x="233769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94" y="931969"/>
                    </a:lnTo>
                    <a:lnTo>
                      <a:pt x="919668" y="931033"/>
                    </a:lnTo>
                    <a:lnTo>
                      <a:pt x="918878" y="929298"/>
                    </a:lnTo>
                    <a:lnTo>
                      <a:pt x="918088" y="927563"/>
                    </a:lnTo>
                    <a:lnTo>
                      <a:pt x="917298" y="925828"/>
                    </a:lnTo>
                    <a:lnTo>
                      <a:pt x="916507" y="924093"/>
                    </a:lnTo>
                    <a:lnTo>
                      <a:pt x="915716" y="922358"/>
                    </a:lnTo>
                    <a:lnTo>
                      <a:pt x="914925" y="920624"/>
                    </a:lnTo>
                    <a:lnTo>
                      <a:pt x="914399" y="91947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h3035"/>
              <p:cNvSpPr/>
              <p:nvPr/>
            </p:nvSpPr>
            <p:spPr>
              <a:xfrm>
                <a:off x="234713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h3036"/>
              <p:cNvSpPr/>
              <p:nvPr/>
            </p:nvSpPr>
            <p:spPr>
              <a:xfrm>
                <a:off x="235657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h3037"/>
              <p:cNvSpPr/>
              <p:nvPr/>
            </p:nvSpPr>
            <p:spPr>
              <a:xfrm>
                <a:off x="236601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h3038"/>
              <p:cNvSpPr/>
              <p:nvPr/>
            </p:nvSpPr>
            <p:spPr>
              <a:xfrm>
                <a:off x="237545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h3039"/>
              <p:cNvSpPr/>
              <p:nvPr/>
            </p:nvSpPr>
            <p:spPr>
              <a:xfrm>
                <a:off x="238489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h3040"/>
              <p:cNvSpPr/>
              <p:nvPr/>
            </p:nvSpPr>
            <p:spPr>
              <a:xfrm>
                <a:off x="239433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h3041"/>
              <p:cNvSpPr/>
              <p:nvPr/>
            </p:nvSpPr>
            <p:spPr>
              <a:xfrm>
                <a:off x="240377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h3042"/>
              <p:cNvSpPr/>
              <p:nvPr/>
            </p:nvSpPr>
            <p:spPr>
              <a:xfrm>
                <a:off x="241321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h3043"/>
              <p:cNvSpPr/>
              <p:nvPr/>
            </p:nvSpPr>
            <p:spPr>
              <a:xfrm>
                <a:off x="242265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h3044"/>
              <p:cNvSpPr/>
              <p:nvPr/>
            </p:nvSpPr>
            <p:spPr>
              <a:xfrm>
                <a:off x="243209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h3045"/>
              <p:cNvSpPr/>
              <p:nvPr/>
            </p:nvSpPr>
            <p:spPr>
              <a:xfrm>
                <a:off x="244153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h3046"/>
              <p:cNvSpPr/>
              <p:nvPr/>
            </p:nvSpPr>
            <p:spPr>
              <a:xfrm>
                <a:off x="245097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h3047"/>
              <p:cNvSpPr/>
              <p:nvPr/>
            </p:nvSpPr>
            <p:spPr>
              <a:xfrm>
                <a:off x="246041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h3048"/>
              <p:cNvSpPr/>
              <p:nvPr/>
            </p:nvSpPr>
            <p:spPr>
              <a:xfrm>
                <a:off x="246985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h3049"/>
              <p:cNvSpPr/>
              <p:nvPr/>
            </p:nvSpPr>
            <p:spPr>
              <a:xfrm>
                <a:off x="247929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h3050"/>
              <p:cNvSpPr/>
              <p:nvPr/>
            </p:nvSpPr>
            <p:spPr>
              <a:xfrm>
                <a:off x="248873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h3051"/>
              <p:cNvSpPr/>
              <p:nvPr/>
            </p:nvSpPr>
            <p:spPr>
              <a:xfrm>
                <a:off x="249817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h3052"/>
              <p:cNvSpPr/>
              <p:nvPr/>
            </p:nvSpPr>
            <p:spPr>
              <a:xfrm>
                <a:off x="250761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h3053"/>
              <p:cNvSpPr/>
              <p:nvPr/>
            </p:nvSpPr>
            <p:spPr>
              <a:xfrm>
                <a:off x="251705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h3054"/>
              <p:cNvSpPr/>
              <p:nvPr/>
            </p:nvSpPr>
            <p:spPr>
              <a:xfrm>
                <a:off x="252650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h3055"/>
              <p:cNvSpPr/>
              <p:nvPr/>
            </p:nvSpPr>
            <p:spPr>
              <a:xfrm>
                <a:off x="253594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h3056"/>
              <p:cNvSpPr/>
              <p:nvPr/>
            </p:nvSpPr>
            <p:spPr>
              <a:xfrm>
                <a:off x="254538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h3057"/>
              <p:cNvSpPr/>
              <p:nvPr/>
            </p:nvSpPr>
            <p:spPr>
              <a:xfrm>
                <a:off x="255482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h3058"/>
              <p:cNvSpPr/>
              <p:nvPr/>
            </p:nvSpPr>
            <p:spPr>
              <a:xfrm>
                <a:off x="256426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h3059"/>
              <p:cNvSpPr/>
              <p:nvPr/>
            </p:nvSpPr>
            <p:spPr>
              <a:xfrm>
                <a:off x="257370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h3060"/>
              <p:cNvSpPr/>
              <p:nvPr/>
            </p:nvSpPr>
            <p:spPr>
              <a:xfrm>
                <a:off x="258314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h3061"/>
              <p:cNvSpPr/>
              <p:nvPr/>
            </p:nvSpPr>
            <p:spPr>
              <a:xfrm>
                <a:off x="259258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h3062"/>
              <p:cNvSpPr/>
              <p:nvPr/>
            </p:nvSpPr>
            <p:spPr>
              <a:xfrm>
                <a:off x="260202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h3063"/>
              <p:cNvSpPr/>
              <p:nvPr/>
            </p:nvSpPr>
            <p:spPr>
              <a:xfrm>
                <a:off x="261146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h3064"/>
              <p:cNvSpPr/>
              <p:nvPr/>
            </p:nvSpPr>
            <p:spPr>
              <a:xfrm>
                <a:off x="262090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h3065"/>
              <p:cNvSpPr/>
              <p:nvPr/>
            </p:nvSpPr>
            <p:spPr>
              <a:xfrm>
                <a:off x="263034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h3066"/>
              <p:cNvSpPr/>
              <p:nvPr/>
            </p:nvSpPr>
            <p:spPr>
              <a:xfrm>
                <a:off x="263978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h3067"/>
              <p:cNvSpPr/>
              <p:nvPr/>
            </p:nvSpPr>
            <p:spPr>
              <a:xfrm>
                <a:off x="264922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h3068"/>
              <p:cNvSpPr/>
              <p:nvPr/>
            </p:nvSpPr>
            <p:spPr>
              <a:xfrm>
                <a:off x="2668103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89" y="896830"/>
                    </a:lnTo>
                    <a:lnTo>
                      <a:pt x="914320" y="907220"/>
                    </a:lnTo>
                    <a:lnTo>
                      <a:pt x="914400" y="907640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h3069"/>
              <p:cNvSpPr/>
              <p:nvPr/>
            </p:nvSpPr>
            <p:spPr>
              <a:xfrm>
                <a:off x="2668103" y="2150222"/>
                <a:ext cx="9156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76" h="914400">
                    <a:moveTo>
                      <a:pt x="914400" y="914400"/>
                    </a:moveTo>
                    <a:lnTo>
                      <a:pt x="914400" y="907640"/>
                    </a:lnTo>
                    <a:lnTo>
                      <a:pt x="914426" y="907781"/>
                    </a:lnTo>
                    <a:lnTo>
                      <a:pt x="914533" y="908347"/>
                    </a:lnTo>
                    <a:lnTo>
                      <a:pt x="914640" y="908913"/>
                    </a:lnTo>
                    <a:lnTo>
                      <a:pt x="914747" y="909479"/>
                    </a:lnTo>
                    <a:lnTo>
                      <a:pt x="914854" y="910046"/>
                    </a:lnTo>
                    <a:lnTo>
                      <a:pt x="914961" y="910612"/>
                    </a:lnTo>
                    <a:lnTo>
                      <a:pt x="915068" y="911178"/>
                    </a:lnTo>
                    <a:lnTo>
                      <a:pt x="915175" y="911744"/>
                    </a:lnTo>
                    <a:lnTo>
                      <a:pt x="915282" y="912310"/>
                    </a:lnTo>
                    <a:lnTo>
                      <a:pt x="915389" y="912876"/>
                    </a:lnTo>
                    <a:lnTo>
                      <a:pt x="915496" y="913443"/>
                    </a:lnTo>
                    <a:lnTo>
                      <a:pt x="915603" y="914009"/>
                    </a:lnTo>
                    <a:lnTo>
                      <a:pt x="915676" y="914400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h3070"/>
              <p:cNvSpPr/>
              <p:nvPr/>
            </p:nvSpPr>
            <p:spPr>
              <a:xfrm>
                <a:off x="3083474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352" y="914400"/>
                    </a:lnTo>
                    <a:lnTo>
                      <a:pt x="913645" y="904182"/>
                    </a:lnTo>
                    <a:lnTo>
                      <a:pt x="914400" y="902144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h3071"/>
              <p:cNvSpPr/>
              <p:nvPr/>
            </p:nvSpPr>
            <p:spPr>
              <a:xfrm>
                <a:off x="3092914" y="213265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714"/>
                    </a:lnTo>
                    <a:lnTo>
                      <a:pt x="906926" y="914400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h3072"/>
              <p:cNvSpPr/>
              <p:nvPr/>
            </p:nvSpPr>
            <p:spPr>
              <a:xfrm>
                <a:off x="309291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h3073"/>
              <p:cNvSpPr/>
              <p:nvPr/>
            </p:nvSpPr>
            <p:spPr>
              <a:xfrm>
                <a:off x="310235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6">
                  <a:alpha val="100000"/>
                </a:srgbClr>
              </a:solidFill>
              <a:ln w="5420" cap="flat">
                <a:solidFill>
                  <a:srgbClr val="FFC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h3074"/>
              <p:cNvSpPr/>
              <p:nvPr/>
            </p:nvSpPr>
            <p:spPr>
              <a:xfrm>
                <a:off x="311179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h3075"/>
              <p:cNvSpPr/>
              <p:nvPr/>
            </p:nvSpPr>
            <p:spPr>
              <a:xfrm>
                <a:off x="312123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8">
                  <a:alpha val="100000"/>
                </a:srgbClr>
              </a:solidFill>
              <a:ln w="5420" cap="flat">
                <a:solidFill>
                  <a:srgbClr val="FFC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h3076"/>
              <p:cNvSpPr/>
              <p:nvPr/>
            </p:nvSpPr>
            <p:spPr>
              <a:xfrm>
                <a:off x="313067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h3077"/>
              <p:cNvSpPr/>
              <p:nvPr/>
            </p:nvSpPr>
            <p:spPr>
              <a:xfrm>
                <a:off x="314011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h3078"/>
              <p:cNvSpPr/>
              <p:nvPr/>
            </p:nvSpPr>
            <p:spPr>
              <a:xfrm>
                <a:off x="314955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h3079"/>
              <p:cNvSpPr/>
              <p:nvPr/>
            </p:nvSpPr>
            <p:spPr>
              <a:xfrm>
                <a:off x="315899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h3080"/>
              <p:cNvSpPr/>
              <p:nvPr/>
            </p:nvSpPr>
            <p:spPr>
              <a:xfrm>
                <a:off x="316843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h3081"/>
              <p:cNvSpPr/>
              <p:nvPr/>
            </p:nvSpPr>
            <p:spPr>
              <a:xfrm>
                <a:off x="317787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h3082"/>
              <p:cNvSpPr/>
              <p:nvPr/>
            </p:nvSpPr>
            <p:spPr>
              <a:xfrm>
                <a:off x="318731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h3083"/>
              <p:cNvSpPr/>
              <p:nvPr/>
            </p:nvSpPr>
            <p:spPr>
              <a:xfrm>
                <a:off x="319675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h3084"/>
              <p:cNvSpPr/>
              <p:nvPr/>
            </p:nvSpPr>
            <p:spPr>
              <a:xfrm>
                <a:off x="320619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h3085"/>
              <p:cNvSpPr/>
              <p:nvPr/>
            </p:nvSpPr>
            <p:spPr>
              <a:xfrm>
                <a:off x="321563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h3086"/>
              <p:cNvSpPr/>
              <p:nvPr/>
            </p:nvSpPr>
            <p:spPr>
              <a:xfrm>
                <a:off x="322507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h3087"/>
              <p:cNvSpPr/>
              <p:nvPr/>
            </p:nvSpPr>
            <p:spPr>
              <a:xfrm>
                <a:off x="323451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h3088"/>
              <p:cNvSpPr/>
              <p:nvPr/>
            </p:nvSpPr>
            <p:spPr>
              <a:xfrm>
                <a:off x="324395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h3089"/>
              <p:cNvSpPr/>
              <p:nvPr/>
            </p:nvSpPr>
            <p:spPr>
              <a:xfrm>
                <a:off x="325339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h3090"/>
              <p:cNvSpPr/>
              <p:nvPr/>
            </p:nvSpPr>
            <p:spPr>
              <a:xfrm>
                <a:off x="326283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h3091"/>
              <p:cNvSpPr/>
              <p:nvPr/>
            </p:nvSpPr>
            <p:spPr>
              <a:xfrm>
                <a:off x="327227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h3092"/>
              <p:cNvSpPr/>
              <p:nvPr/>
            </p:nvSpPr>
            <p:spPr>
              <a:xfrm>
                <a:off x="328171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h3093"/>
              <p:cNvSpPr/>
              <p:nvPr/>
            </p:nvSpPr>
            <p:spPr>
              <a:xfrm>
                <a:off x="329115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h3094"/>
              <p:cNvSpPr/>
              <p:nvPr/>
            </p:nvSpPr>
            <p:spPr>
              <a:xfrm>
                <a:off x="330059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h3095"/>
              <p:cNvSpPr/>
              <p:nvPr/>
            </p:nvSpPr>
            <p:spPr>
              <a:xfrm>
                <a:off x="331004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h3096"/>
              <p:cNvSpPr/>
              <p:nvPr/>
            </p:nvSpPr>
            <p:spPr>
              <a:xfrm>
                <a:off x="331948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h3097"/>
              <p:cNvSpPr/>
              <p:nvPr/>
            </p:nvSpPr>
            <p:spPr>
              <a:xfrm>
                <a:off x="332892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h3098"/>
              <p:cNvSpPr/>
              <p:nvPr/>
            </p:nvSpPr>
            <p:spPr>
              <a:xfrm>
                <a:off x="333836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h3099"/>
              <p:cNvSpPr/>
              <p:nvPr/>
            </p:nvSpPr>
            <p:spPr>
              <a:xfrm>
                <a:off x="3347801" y="2150222"/>
                <a:ext cx="9210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3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032" y="896830"/>
                    </a:lnTo>
                    <a:lnTo>
                      <a:pt x="919658" y="903146"/>
                    </a:lnTo>
                    <a:lnTo>
                      <a:pt x="917136" y="913189"/>
                    </a:lnTo>
                    <a:lnTo>
                      <a:pt x="916811" y="914400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h3100"/>
              <p:cNvSpPr/>
              <p:nvPr/>
            </p:nvSpPr>
            <p:spPr>
              <a:xfrm>
                <a:off x="2337695" y="211508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157" y="931969"/>
                    </a:lnTo>
                    <a:lnTo>
                      <a:pt x="909304" y="925343"/>
                    </a:lnTo>
                    <a:lnTo>
                      <a:pt x="905564" y="915562"/>
                    </a:lnTo>
                    <a:lnTo>
                      <a:pt x="905171" y="914400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h3101"/>
              <p:cNvSpPr/>
              <p:nvPr/>
            </p:nvSpPr>
            <p:spPr>
              <a:xfrm>
                <a:off x="233769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h3102"/>
              <p:cNvSpPr/>
              <p:nvPr/>
            </p:nvSpPr>
            <p:spPr>
              <a:xfrm>
                <a:off x="234713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h3103"/>
              <p:cNvSpPr/>
              <p:nvPr/>
            </p:nvSpPr>
            <p:spPr>
              <a:xfrm>
                <a:off x="235657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h3104"/>
              <p:cNvSpPr/>
              <p:nvPr/>
            </p:nvSpPr>
            <p:spPr>
              <a:xfrm>
                <a:off x="236601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h3105"/>
              <p:cNvSpPr/>
              <p:nvPr/>
            </p:nvSpPr>
            <p:spPr>
              <a:xfrm>
                <a:off x="237545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h3106"/>
              <p:cNvSpPr/>
              <p:nvPr/>
            </p:nvSpPr>
            <p:spPr>
              <a:xfrm>
                <a:off x="238489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h3107"/>
              <p:cNvSpPr/>
              <p:nvPr/>
            </p:nvSpPr>
            <p:spPr>
              <a:xfrm>
                <a:off x="239433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h3108"/>
              <p:cNvSpPr/>
              <p:nvPr/>
            </p:nvSpPr>
            <p:spPr>
              <a:xfrm>
                <a:off x="240377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h3109"/>
              <p:cNvSpPr/>
              <p:nvPr/>
            </p:nvSpPr>
            <p:spPr>
              <a:xfrm>
                <a:off x="241321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h3110"/>
              <p:cNvSpPr/>
              <p:nvPr/>
            </p:nvSpPr>
            <p:spPr>
              <a:xfrm>
                <a:off x="242265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h3111"/>
              <p:cNvSpPr/>
              <p:nvPr/>
            </p:nvSpPr>
            <p:spPr>
              <a:xfrm>
                <a:off x="243209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h3112"/>
              <p:cNvSpPr/>
              <p:nvPr/>
            </p:nvSpPr>
            <p:spPr>
              <a:xfrm>
                <a:off x="244153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h3113"/>
              <p:cNvSpPr/>
              <p:nvPr/>
            </p:nvSpPr>
            <p:spPr>
              <a:xfrm>
                <a:off x="245097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h3114"/>
              <p:cNvSpPr/>
              <p:nvPr/>
            </p:nvSpPr>
            <p:spPr>
              <a:xfrm>
                <a:off x="246041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h3115"/>
              <p:cNvSpPr/>
              <p:nvPr/>
            </p:nvSpPr>
            <p:spPr>
              <a:xfrm>
                <a:off x="246985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h3116"/>
              <p:cNvSpPr/>
              <p:nvPr/>
            </p:nvSpPr>
            <p:spPr>
              <a:xfrm>
                <a:off x="247929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h3117"/>
              <p:cNvSpPr/>
              <p:nvPr/>
            </p:nvSpPr>
            <p:spPr>
              <a:xfrm>
                <a:off x="248873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h3118"/>
              <p:cNvSpPr/>
              <p:nvPr/>
            </p:nvSpPr>
            <p:spPr>
              <a:xfrm>
                <a:off x="249817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h3119"/>
              <p:cNvSpPr/>
              <p:nvPr/>
            </p:nvSpPr>
            <p:spPr>
              <a:xfrm>
                <a:off x="250761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h3120"/>
              <p:cNvSpPr/>
              <p:nvPr/>
            </p:nvSpPr>
            <p:spPr>
              <a:xfrm>
                <a:off x="251705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h3121"/>
              <p:cNvSpPr/>
              <p:nvPr/>
            </p:nvSpPr>
            <p:spPr>
              <a:xfrm>
                <a:off x="252650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h3122"/>
              <p:cNvSpPr/>
              <p:nvPr/>
            </p:nvSpPr>
            <p:spPr>
              <a:xfrm>
                <a:off x="253594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h3123"/>
              <p:cNvSpPr/>
              <p:nvPr/>
            </p:nvSpPr>
            <p:spPr>
              <a:xfrm>
                <a:off x="254538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h3124"/>
              <p:cNvSpPr/>
              <p:nvPr/>
            </p:nvSpPr>
            <p:spPr>
              <a:xfrm>
                <a:off x="255482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h3125"/>
              <p:cNvSpPr/>
              <p:nvPr/>
            </p:nvSpPr>
            <p:spPr>
              <a:xfrm>
                <a:off x="256426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h3126"/>
              <p:cNvSpPr/>
              <p:nvPr/>
            </p:nvSpPr>
            <p:spPr>
              <a:xfrm>
                <a:off x="257370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h3127"/>
              <p:cNvSpPr/>
              <p:nvPr/>
            </p:nvSpPr>
            <p:spPr>
              <a:xfrm>
                <a:off x="258314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h3128"/>
              <p:cNvSpPr/>
              <p:nvPr/>
            </p:nvSpPr>
            <p:spPr>
              <a:xfrm>
                <a:off x="259258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h3129"/>
              <p:cNvSpPr/>
              <p:nvPr/>
            </p:nvSpPr>
            <p:spPr>
              <a:xfrm>
                <a:off x="260202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h3130"/>
              <p:cNvSpPr/>
              <p:nvPr/>
            </p:nvSpPr>
            <p:spPr>
              <a:xfrm>
                <a:off x="261146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h3131"/>
              <p:cNvSpPr/>
              <p:nvPr/>
            </p:nvSpPr>
            <p:spPr>
              <a:xfrm>
                <a:off x="262090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h3132"/>
              <p:cNvSpPr/>
              <p:nvPr/>
            </p:nvSpPr>
            <p:spPr>
              <a:xfrm>
                <a:off x="263034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h3133"/>
              <p:cNvSpPr/>
              <p:nvPr/>
            </p:nvSpPr>
            <p:spPr>
              <a:xfrm>
                <a:off x="263978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h3134"/>
              <p:cNvSpPr/>
              <p:nvPr/>
            </p:nvSpPr>
            <p:spPr>
              <a:xfrm>
                <a:off x="264922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h3135"/>
              <p:cNvSpPr/>
              <p:nvPr/>
            </p:nvSpPr>
            <p:spPr>
              <a:xfrm>
                <a:off x="2658663" y="2132652"/>
                <a:ext cx="92162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2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185" y="896830"/>
                    </a:lnTo>
                    <a:lnTo>
                      <a:pt x="919202" y="904216"/>
                    </a:lnTo>
                    <a:lnTo>
                      <a:pt x="921629" y="914400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h3136"/>
              <p:cNvSpPr/>
              <p:nvPr/>
            </p:nvSpPr>
            <p:spPr>
              <a:xfrm>
                <a:off x="3092914" y="211508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926" y="931969"/>
                    </a:lnTo>
                    <a:lnTo>
                      <a:pt x="908251" y="928390"/>
                    </a:lnTo>
                    <a:lnTo>
                      <a:pt x="908445" y="927900"/>
                    </a:lnTo>
                    <a:lnTo>
                      <a:pt x="908641" y="927404"/>
                    </a:lnTo>
                    <a:lnTo>
                      <a:pt x="908838" y="926908"/>
                    </a:lnTo>
                    <a:lnTo>
                      <a:pt x="909034" y="926412"/>
                    </a:lnTo>
                    <a:lnTo>
                      <a:pt x="909230" y="925916"/>
                    </a:lnTo>
                    <a:lnTo>
                      <a:pt x="909427" y="925420"/>
                    </a:lnTo>
                    <a:lnTo>
                      <a:pt x="909623" y="924924"/>
                    </a:lnTo>
                    <a:lnTo>
                      <a:pt x="909819" y="924428"/>
                    </a:lnTo>
                    <a:lnTo>
                      <a:pt x="910016" y="923932"/>
                    </a:lnTo>
                    <a:lnTo>
                      <a:pt x="910212" y="923436"/>
                    </a:lnTo>
                    <a:lnTo>
                      <a:pt x="910408" y="922939"/>
                    </a:lnTo>
                    <a:lnTo>
                      <a:pt x="910605" y="922443"/>
                    </a:lnTo>
                    <a:lnTo>
                      <a:pt x="910801" y="921947"/>
                    </a:lnTo>
                    <a:lnTo>
                      <a:pt x="910998" y="921451"/>
                    </a:lnTo>
                    <a:lnTo>
                      <a:pt x="911194" y="920955"/>
                    </a:lnTo>
                    <a:lnTo>
                      <a:pt x="911391" y="920459"/>
                    </a:lnTo>
                    <a:lnTo>
                      <a:pt x="911587" y="919963"/>
                    </a:lnTo>
                    <a:lnTo>
                      <a:pt x="911784" y="919467"/>
                    </a:lnTo>
                    <a:lnTo>
                      <a:pt x="911980" y="918971"/>
                    </a:lnTo>
                    <a:lnTo>
                      <a:pt x="912177" y="918475"/>
                    </a:lnTo>
                    <a:lnTo>
                      <a:pt x="912374" y="917979"/>
                    </a:lnTo>
                    <a:lnTo>
                      <a:pt x="912570" y="917483"/>
                    </a:lnTo>
                    <a:lnTo>
                      <a:pt x="912767" y="916987"/>
                    </a:lnTo>
                    <a:lnTo>
                      <a:pt x="912963" y="916491"/>
                    </a:lnTo>
                    <a:lnTo>
                      <a:pt x="913160" y="915995"/>
                    </a:lnTo>
                    <a:lnTo>
                      <a:pt x="913357" y="915499"/>
                    </a:lnTo>
                    <a:lnTo>
                      <a:pt x="913553" y="915003"/>
                    </a:lnTo>
                    <a:lnTo>
                      <a:pt x="913792" y="914400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h3137"/>
              <p:cNvSpPr/>
              <p:nvPr/>
            </p:nvSpPr>
            <p:spPr>
              <a:xfrm>
                <a:off x="309291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h3138"/>
              <p:cNvSpPr/>
              <p:nvPr/>
            </p:nvSpPr>
            <p:spPr>
              <a:xfrm>
                <a:off x="310235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h3139"/>
              <p:cNvSpPr/>
              <p:nvPr/>
            </p:nvSpPr>
            <p:spPr>
              <a:xfrm>
                <a:off x="311179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h3140"/>
              <p:cNvSpPr/>
              <p:nvPr/>
            </p:nvSpPr>
            <p:spPr>
              <a:xfrm>
                <a:off x="312123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h3141"/>
              <p:cNvSpPr/>
              <p:nvPr/>
            </p:nvSpPr>
            <p:spPr>
              <a:xfrm>
                <a:off x="313067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h3142"/>
              <p:cNvSpPr/>
              <p:nvPr/>
            </p:nvSpPr>
            <p:spPr>
              <a:xfrm>
                <a:off x="314011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h3143"/>
              <p:cNvSpPr/>
              <p:nvPr/>
            </p:nvSpPr>
            <p:spPr>
              <a:xfrm>
                <a:off x="314955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h3144"/>
              <p:cNvSpPr/>
              <p:nvPr/>
            </p:nvSpPr>
            <p:spPr>
              <a:xfrm>
                <a:off x="315899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h3145"/>
              <p:cNvSpPr/>
              <p:nvPr/>
            </p:nvSpPr>
            <p:spPr>
              <a:xfrm>
                <a:off x="316843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h3146"/>
              <p:cNvSpPr/>
              <p:nvPr/>
            </p:nvSpPr>
            <p:spPr>
              <a:xfrm>
                <a:off x="317787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h3147"/>
              <p:cNvSpPr/>
              <p:nvPr/>
            </p:nvSpPr>
            <p:spPr>
              <a:xfrm>
                <a:off x="318731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h3148"/>
              <p:cNvSpPr/>
              <p:nvPr/>
            </p:nvSpPr>
            <p:spPr>
              <a:xfrm>
                <a:off x="319675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h3149"/>
              <p:cNvSpPr/>
              <p:nvPr/>
            </p:nvSpPr>
            <p:spPr>
              <a:xfrm>
                <a:off x="320619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h3150"/>
              <p:cNvSpPr/>
              <p:nvPr/>
            </p:nvSpPr>
            <p:spPr>
              <a:xfrm>
                <a:off x="321563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h3151"/>
              <p:cNvSpPr/>
              <p:nvPr/>
            </p:nvSpPr>
            <p:spPr>
              <a:xfrm>
                <a:off x="322507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h3152"/>
              <p:cNvSpPr/>
              <p:nvPr/>
            </p:nvSpPr>
            <p:spPr>
              <a:xfrm>
                <a:off x="323451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h3153"/>
              <p:cNvSpPr/>
              <p:nvPr/>
            </p:nvSpPr>
            <p:spPr>
              <a:xfrm>
                <a:off x="324395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h3154"/>
              <p:cNvSpPr/>
              <p:nvPr/>
            </p:nvSpPr>
            <p:spPr>
              <a:xfrm>
                <a:off x="325339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h3155"/>
              <p:cNvSpPr/>
              <p:nvPr/>
            </p:nvSpPr>
            <p:spPr>
              <a:xfrm>
                <a:off x="326283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278">
                  <a:alpha val="100000"/>
                </a:srgbClr>
              </a:solidFill>
              <a:ln w="5420" cap="flat">
                <a:solidFill>
                  <a:srgbClr val="FFC2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h3156"/>
              <p:cNvSpPr/>
              <p:nvPr/>
            </p:nvSpPr>
            <p:spPr>
              <a:xfrm>
                <a:off x="327227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h3157"/>
              <p:cNvSpPr/>
              <p:nvPr/>
            </p:nvSpPr>
            <p:spPr>
              <a:xfrm>
                <a:off x="328171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h3158"/>
              <p:cNvSpPr/>
              <p:nvPr/>
            </p:nvSpPr>
            <p:spPr>
              <a:xfrm>
                <a:off x="329115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h3159"/>
              <p:cNvSpPr/>
              <p:nvPr/>
            </p:nvSpPr>
            <p:spPr>
              <a:xfrm>
                <a:off x="330059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h3160"/>
              <p:cNvSpPr/>
              <p:nvPr/>
            </p:nvSpPr>
            <p:spPr>
              <a:xfrm>
                <a:off x="331004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h3161"/>
              <p:cNvSpPr/>
              <p:nvPr/>
            </p:nvSpPr>
            <p:spPr>
              <a:xfrm>
                <a:off x="331948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h3162"/>
              <p:cNvSpPr/>
              <p:nvPr/>
            </p:nvSpPr>
            <p:spPr>
              <a:xfrm>
                <a:off x="332892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h3163"/>
              <p:cNvSpPr/>
              <p:nvPr/>
            </p:nvSpPr>
            <p:spPr>
              <a:xfrm>
                <a:off x="333836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h3164"/>
              <p:cNvSpPr/>
              <p:nvPr/>
            </p:nvSpPr>
            <p:spPr>
              <a:xfrm>
                <a:off x="3347801" y="213265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6" y="899957"/>
                    </a:lnTo>
                    <a:lnTo>
                      <a:pt x="921894" y="910439"/>
                    </a:lnTo>
                    <a:lnTo>
                      <a:pt x="921032" y="914400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h3165"/>
              <p:cNvSpPr/>
              <p:nvPr/>
            </p:nvSpPr>
            <p:spPr>
              <a:xfrm>
                <a:off x="3357241" y="2115082"/>
                <a:ext cx="914879" cy="917505"/>
              </a:xfrm>
              <a:custGeom>
                <a:avLst/>
                <a:gdLst/>
                <a:ahLst/>
                <a:cxnLst/>
                <a:rect l="0" t="0" r="0" b="0"/>
                <a:pathLst>
                  <a:path w="914879" h="917505">
                    <a:moveTo>
                      <a:pt x="914400" y="914400"/>
                    </a:moveTo>
                    <a:lnTo>
                      <a:pt x="914879" y="914400"/>
                    </a:lnTo>
                    <a:lnTo>
                      <a:pt x="914400" y="917505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h3166"/>
              <p:cNvSpPr/>
              <p:nvPr/>
            </p:nvSpPr>
            <p:spPr>
              <a:xfrm>
                <a:off x="2328255" y="2097513"/>
                <a:ext cx="914400" cy="9313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3">
                    <a:moveTo>
                      <a:pt x="914400" y="914400"/>
                    </a:moveTo>
                    <a:lnTo>
                      <a:pt x="914400" y="931343"/>
                    </a:lnTo>
                    <a:lnTo>
                      <a:pt x="911569" y="922970"/>
                    </a:lnTo>
                    <a:lnTo>
                      <a:pt x="911438" y="922527"/>
                    </a:lnTo>
                    <a:lnTo>
                      <a:pt x="907999" y="918269"/>
                    </a:lnTo>
                    <a:lnTo>
                      <a:pt x="905203" y="914400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h3167"/>
              <p:cNvSpPr/>
              <p:nvPr/>
            </p:nvSpPr>
            <p:spPr>
              <a:xfrm>
                <a:off x="232825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11" y="931969"/>
                    </a:lnTo>
                    <a:lnTo>
                      <a:pt x="914400" y="931343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h3168"/>
              <p:cNvSpPr/>
              <p:nvPr/>
            </p:nvSpPr>
            <p:spPr>
              <a:xfrm>
                <a:off x="233769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h3169"/>
              <p:cNvSpPr/>
              <p:nvPr/>
            </p:nvSpPr>
            <p:spPr>
              <a:xfrm>
                <a:off x="234713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h3170"/>
              <p:cNvSpPr/>
              <p:nvPr/>
            </p:nvSpPr>
            <p:spPr>
              <a:xfrm>
                <a:off x="235657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h3171"/>
              <p:cNvSpPr/>
              <p:nvPr/>
            </p:nvSpPr>
            <p:spPr>
              <a:xfrm>
                <a:off x="236601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h3172"/>
              <p:cNvSpPr/>
              <p:nvPr/>
            </p:nvSpPr>
            <p:spPr>
              <a:xfrm>
                <a:off x="237545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h3173"/>
              <p:cNvSpPr/>
              <p:nvPr/>
            </p:nvSpPr>
            <p:spPr>
              <a:xfrm>
                <a:off x="238489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h3174"/>
              <p:cNvSpPr/>
              <p:nvPr/>
            </p:nvSpPr>
            <p:spPr>
              <a:xfrm>
                <a:off x="239433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h3175"/>
              <p:cNvSpPr/>
              <p:nvPr/>
            </p:nvSpPr>
            <p:spPr>
              <a:xfrm>
                <a:off x="240377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h3176"/>
              <p:cNvSpPr/>
              <p:nvPr/>
            </p:nvSpPr>
            <p:spPr>
              <a:xfrm>
                <a:off x="241321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h3177"/>
              <p:cNvSpPr/>
              <p:nvPr/>
            </p:nvSpPr>
            <p:spPr>
              <a:xfrm>
                <a:off x="242265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h3178"/>
              <p:cNvSpPr/>
              <p:nvPr/>
            </p:nvSpPr>
            <p:spPr>
              <a:xfrm>
                <a:off x="243209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h3179"/>
              <p:cNvSpPr/>
              <p:nvPr/>
            </p:nvSpPr>
            <p:spPr>
              <a:xfrm>
                <a:off x="244153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h3180"/>
              <p:cNvSpPr/>
              <p:nvPr/>
            </p:nvSpPr>
            <p:spPr>
              <a:xfrm>
                <a:off x="245097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h3181"/>
              <p:cNvSpPr/>
              <p:nvPr/>
            </p:nvSpPr>
            <p:spPr>
              <a:xfrm>
                <a:off x="246041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h3182"/>
              <p:cNvSpPr/>
              <p:nvPr/>
            </p:nvSpPr>
            <p:spPr>
              <a:xfrm>
                <a:off x="246985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h3183"/>
              <p:cNvSpPr/>
              <p:nvPr/>
            </p:nvSpPr>
            <p:spPr>
              <a:xfrm>
                <a:off x="247929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h3184"/>
              <p:cNvSpPr/>
              <p:nvPr/>
            </p:nvSpPr>
            <p:spPr>
              <a:xfrm>
                <a:off x="248873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h3185"/>
              <p:cNvSpPr/>
              <p:nvPr/>
            </p:nvSpPr>
            <p:spPr>
              <a:xfrm>
                <a:off x="249817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h3186"/>
              <p:cNvSpPr/>
              <p:nvPr/>
            </p:nvSpPr>
            <p:spPr>
              <a:xfrm>
                <a:off x="250761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h3187"/>
              <p:cNvSpPr/>
              <p:nvPr/>
            </p:nvSpPr>
            <p:spPr>
              <a:xfrm>
                <a:off x="251705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h3188"/>
              <p:cNvSpPr/>
              <p:nvPr/>
            </p:nvSpPr>
            <p:spPr>
              <a:xfrm>
                <a:off x="252650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h3189"/>
              <p:cNvSpPr/>
              <p:nvPr/>
            </p:nvSpPr>
            <p:spPr>
              <a:xfrm>
                <a:off x="253594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h3190"/>
              <p:cNvSpPr/>
              <p:nvPr/>
            </p:nvSpPr>
            <p:spPr>
              <a:xfrm>
                <a:off x="254538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h3191"/>
              <p:cNvSpPr/>
              <p:nvPr/>
            </p:nvSpPr>
            <p:spPr>
              <a:xfrm>
                <a:off x="255482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h3192"/>
              <p:cNvSpPr/>
              <p:nvPr/>
            </p:nvSpPr>
            <p:spPr>
              <a:xfrm>
                <a:off x="256426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h3193"/>
              <p:cNvSpPr/>
              <p:nvPr/>
            </p:nvSpPr>
            <p:spPr>
              <a:xfrm>
                <a:off x="257370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h3194"/>
              <p:cNvSpPr/>
              <p:nvPr/>
            </p:nvSpPr>
            <p:spPr>
              <a:xfrm>
                <a:off x="258314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h3195"/>
              <p:cNvSpPr/>
              <p:nvPr/>
            </p:nvSpPr>
            <p:spPr>
              <a:xfrm>
                <a:off x="259258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h3196"/>
              <p:cNvSpPr/>
              <p:nvPr/>
            </p:nvSpPr>
            <p:spPr>
              <a:xfrm>
                <a:off x="260202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h3197"/>
              <p:cNvSpPr/>
              <p:nvPr/>
            </p:nvSpPr>
            <p:spPr>
              <a:xfrm>
                <a:off x="261146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h3198"/>
              <p:cNvSpPr/>
              <p:nvPr/>
            </p:nvSpPr>
            <p:spPr>
              <a:xfrm>
                <a:off x="262090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h3199"/>
              <p:cNvSpPr/>
              <p:nvPr/>
            </p:nvSpPr>
            <p:spPr>
              <a:xfrm>
                <a:off x="263034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h3200"/>
              <p:cNvSpPr/>
              <p:nvPr/>
            </p:nvSpPr>
            <p:spPr>
              <a:xfrm>
                <a:off x="263978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h3201"/>
              <p:cNvSpPr/>
              <p:nvPr/>
            </p:nvSpPr>
            <p:spPr>
              <a:xfrm>
                <a:off x="2658663" y="211508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624" y="896830"/>
                    </a:lnTo>
                    <a:lnTo>
                      <a:pt x="913504" y="902220"/>
                    </a:lnTo>
                    <a:lnTo>
                      <a:pt x="914399" y="90510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h3202"/>
              <p:cNvSpPr/>
              <p:nvPr/>
            </p:nvSpPr>
            <p:spPr>
              <a:xfrm>
                <a:off x="2658663" y="2115082"/>
                <a:ext cx="917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85" h="914400">
                    <a:moveTo>
                      <a:pt x="914399" y="914400"/>
                    </a:moveTo>
                    <a:lnTo>
                      <a:pt x="914399" y="905109"/>
                    </a:lnTo>
                    <a:lnTo>
                      <a:pt x="916492" y="911863"/>
                    </a:lnTo>
                    <a:lnTo>
                      <a:pt x="917185" y="914400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h3203"/>
              <p:cNvSpPr/>
              <p:nvPr/>
            </p:nvSpPr>
            <p:spPr>
              <a:xfrm>
                <a:off x="3092914" y="211508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792" y="914400"/>
                    </a:lnTo>
                    <a:lnTo>
                      <a:pt x="913947" y="914011"/>
                    </a:lnTo>
                    <a:lnTo>
                      <a:pt x="914143" y="913515"/>
                    </a:lnTo>
                    <a:lnTo>
                      <a:pt x="914340" y="913019"/>
                    </a:lnTo>
                    <a:lnTo>
                      <a:pt x="914400" y="9128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h3204"/>
              <p:cNvSpPr/>
              <p:nvPr/>
            </p:nvSpPr>
            <p:spPr>
              <a:xfrm>
                <a:off x="3102354" y="209751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439"/>
                    </a:lnTo>
                    <a:lnTo>
                      <a:pt x="905096" y="930093"/>
                    </a:lnTo>
                    <a:lnTo>
                      <a:pt x="905293" y="929597"/>
                    </a:lnTo>
                    <a:lnTo>
                      <a:pt x="905490" y="929101"/>
                    </a:lnTo>
                    <a:lnTo>
                      <a:pt x="905687" y="928605"/>
                    </a:lnTo>
                    <a:lnTo>
                      <a:pt x="905884" y="928109"/>
                    </a:lnTo>
                    <a:lnTo>
                      <a:pt x="906080" y="927613"/>
                    </a:lnTo>
                    <a:lnTo>
                      <a:pt x="906277" y="927117"/>
                    </a:lnTo>
                    <a:lnTo>
                      <a:pt x="906474" y="926621"/>
                    </a:lnTo>
                    <a:lnTo>
                      <a:pt x="906671" y="926125"/>
                    </a:lnTo>
                    <a:lnTo>
                      <a:pt x="906868" y="925629"/>
                    </a:lnTo>
                    <a:lnTo>
                      <a:pt x="907065" y="925133"/>
                    </a:lnTo>
                    <a:lnTo>
                      <a:pt x="907261" y="924637"/>
                    </a:lnTo>
                    <a:lnTo>
                      <a:pt x="907458" y="924141"/>
                    </a:lnTo>
                    <a:lnTo>
                      <a:pt x="907655" y="923645"/>
                    </a:lnTo>
                    <a:lnTo>
                      <a:pt x="907852" y="923149"/>
                    </a:lnTo>
                    <a:lnTo>
                      <a:pt x="908049" y="922653"/>
                    </a:lnTo>
                    <a:lnTo>
                      <a:pt x="908246" y="922157"/>
                    </a:lnTo>
                    <a:lnTo>
                      <a:pt x="908443" y="921661"/>
                    </a:lnTo>
                    <a:lnTo>
                      <a:pt x="908640" y="921165"/>
                    </a:lnTo>
                    <a:lnTo>
                      <a:pt x="908837" y="920669"/>
                    </a:lnTo>
                    <a:lnTo>
                      <a:pt x="909034" y="920173"/>
                    </a:lnTo>
                    <a:lnTo>
                      <a:pt x="909231" y="919677"/>
                    </a:lnTo>
                    <a:lnTo>
                      <a:pt x="909428" y="919181"/>
                    </a:lnTo>
                    <a:lnTo>
                      <a:pt x="909625" y="918685"/>
                    </a:lnTo>
                    <a:lnTo>
                      <a:pt x="909822" y="918190"/>
                    </a:lnTo>
                    <a:lnTo>
                      <a:pt x="910019" y="917694"/>
                    </a:lnTo>
                    <a:lnTo>
                      <a:pt x="910217" y="917198"/>
                    </a:lnTo>
                    <a:lnTo>
                      <a:pt x="910414" y="916702"/>
                    </a:lnTo>
                    <a:lnTo>
                      <a:pt x="910611" y="916206"/>
                    </a:lnTo>
                    <a:lnTo>
                      <a:pt x="910808" y="915710"/>
                    </a:lnTo>
                    <a:lnTo>
                      <a:pt x="911005" y="915214"/>
                    </a:lnTo>
                    <a:lnTo>
                      <a:pt x="911202" y="914718"/>
                    </a:lnTo>
                    <a:lnTo>
                      <a:pt x="911329" y="914400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h3205"/>
              <p:cNvSpPr/>
              <p:nvPr/>
            </p:nvSpPr>
            <p:spPr>
              <a:xfrm>
                <a:off x="310235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h3206"/>
              <p:cNvSpPr/>
              <p:nvPr/>
            </p:nvSpPr>
            <p:spPr>
              <a:xfrm>
                <a:off x="311179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h3207"/>
              <p:cNvSpPr/>
              <p:nvPr/>
            </p:nvSpPr>
            <p:spPr>
              <a:xfrm>
                <a:off x="312123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h3208"/>
              <p:cNvSpPr/>
              <p:nvPr/>
            </p:nvSpPr>
            <p:spPr>
              <a:xfrm>
                <a:off x="313067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h3209"/>
              <p:cNvSpPr/>
              <p:nvPr/>
            </p:nvSpPr>
            <p:spPr>
              <a:xfrm>
                <a:off x="314011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h3210"/>
              <p:cNvSpPr/>
              <p:nvPr/>
            </p:nvSpPr>
            <p:spPr>
              <a:xfrm>
                <a:off x="314955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h3211"/>
              <p:cNvSpPr/>
              <p:nvPr/>
            </p:nvSpPr>
            <p:spPr>
              <a:xfrm>
                <a:off x="315899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h3212"/>
              <p:cNvSpPr/>
              <p:nvPr/>
            </p:nvSpPr>
            <p:spPr>
              <a:xfrm>
                <a:off x="316843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h3213"/>
              <p:cNvSpPr/>
              <p:nvPr/>
            </p:nvSpPr>
            <p:spPr>
              <a:xfrm>
                <a:off x="317787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h3214"/>
              <p:cNvSpPr/>
              <p:nvPr/>
            </p:nvSpPr>
            <p:spPr>
              <a:xfrm>
                <a:off x="318731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h3215"/>
              <p:cNvSpPr/>
              <p:nvPr/>
            </p:nvSpPr>
            <p:spPr>
              <a:xfrm>
                <a:off x="319675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h3216"/>
              <p:cNvSpPr/>
              <p:nvPr/>
            </p:nvSpPr>
            <p:spPr>
              <a:xfrm>
                <a:off x="320619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h3217"/>
              <p:cNvSpPr/>
              <p:nvPr/>
            </p:nvSpPr>
            <p:spPr>
              <a:xfrm>
                <a:off x="321563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h3218"/>
              <p:cNvSpPr/>
              <p:nvPr/>
            </p:nvSpPr>
            <p:spPr>
              <a:xfrm>
                <a:off x="322507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177">
                  <a:alpha val="100000"/>
                </a:srgbClr>
              </a:solidFill>
              <a:ln w="5420" cap="flat">
                <a:solidFill>
                  <a:srgbClr val="FFC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h3219"/>
              <p:cNvSpPr/>
              <p:nvPr/>
            </p:nvSpPr>
            <p:spPr>
              <a:xfrm>
                <a:off x="323451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h3220"/>
              <p:cNvSpPr/>
              <p:nvPr/>
            </p:nvSpPr>
            <p:spPr>
              <a:xfrm>
                <a:off x="324395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077">
                  <a:alpha val="100000"/>
                </a:srgbClr>
              </a:solidFill>
              <a:ln w="5420" cap="flat">
                <a:solidFill>
                  <a:srgbClr val="FFC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h3221"/>
              <p:cNvSpPr/>
              <p:nvPr/>
            </p:nvSpPr>
            <p:spPr>
              <a:xfrm>
                <a:off x="325339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F76">
                  <a:alpha val="100000"/>
                </a:srgbClr>
              </a:solidFill>
              <a:ln w="5420" cap="flat">
                <a:solidFill>
                  <a:srgbClr val="FFB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h3222"/>
              <p:cNvSpPr/>
              <p:nvPr/>
            </p:nvSpPr>
            <p:spPr>
              <a:xfrm>
                <a:off x="326283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6">
                  <a:alpha val="100000"/>
                </a:srgbClr>
              </a:solidFill>
              <a:ln w="5420" cap="flat">
                <a:solidFill>
                  <a:srgbClr val="FFBE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h3223"/>
              <p:cNvSpPr/>
              <p:nvPr/>
            </p:nvSpPr>
            <p:spPr>
              <a:xfrm>
                <a:off x="327227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E75">
                  <a:alpha val="100000"/>
                </a:srgbClr>
              </a:solidFill>
              <a:ln w="5420" cap="flat">
                <a:solidFill>
                  <a:srgbClr val="FFB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h3224"/>
              <p:cNvSpPr/>
              <p:nvPr/>
            </p:nvSpPr>
            <p:spPr>
              <a:xfrm>
                <a:off x="328171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5">
                  <a:alpha val="100000"/>
                </a:srgbClr>
              </a:solidFill>
              <a:ln w="5420" cap="flat">
                <a:solidFill>
                  <a:srgbClr val="FFBC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h3225"/>
              <p:cNvSpPr/>
              <p:nvPr/>
            </p:nvSpPr>
            <p:spPr>
              <a:xfrm>
                <a:off x="329115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h3226"/>
              <p:cNvSpPr/>
              <p:nvPr/>
            </p:nvSpPr>
            <p:spPr>
              <a:xfrm>
                <a:off x="330059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h3227"/>
              <p:cNvSpPr/>
              <p:nvPr/>
            </p:nvSpPr>
            <p:spPr>
              <a:xfrm>
                <a:off x="331004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h3228"/>
              <p:cNvSpPr/>
              <p:nvPr/>
            </p:nvSpPr>
            <p:spPr>
              <a:xfrm>
                <a:off x="331948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h3229"/>
              <p:cNvSpPr/>
              <p:nvPr/>
            </p:nvSpPr>
            <p:spPr>
              <a:xfrm>
                <a:off x="332892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h3230"/>
              <p:cNvSpPr/>
              <p:nvPr/>
            </p:nvSpPr>
            <p:spPr>
              <a:xfrm>
                <a:off x="333836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h3231"/>
              <p:cNvSpPr/>
              <p:nvPr/>
            </p:nvSpPr>
            <p:spPr>
              <a:xfrm>
                <a:off x="334780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h3232"/>
              <p:cNvSpPr/>
              <p:nvPr/>
            </p:nvSpPr>
            <p:spPr>
              <a:xfrm>
                <a:off x="3357241" y="2115082"/>
                <a:ext cx="9172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285" y="896830"/>
                    </a:lnTo>
                    <a:lnTo>
                      <a:pt x="916040" y="906870"/>
                    </a:lnTo>
                    <a:lnTo>
                      <a:pt x="914879" y="914400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h3233"/>
              <p:cNvSpPr/>
              <p:nvPr/>
            </p:nvSpPr>
            <p:spPr>
              <a:xfrm>
                <a:off x="2309374" y="2079943"/>
                <a:ext cx="914400" cy="9168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806">
                    <a:moveTo>
                      <a:pt x="914400" y="914400"/>
                    </a:moveTo>
                    <a:lnTo>
                      <a:pt x="914400" y="916806"/>
                    </a:lnTo>
                    <a:lnTo>
                      <a:pt x="913190" y="914734"/>
                    </a:lnTo>
                    <a:lnTo>
                      <a:pt x="913014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h3234"/>
              <p:cNvSpPr/>
              <p:nvPr/>
            </p:nvSpPr>
            <p:spPr>
              <a:xfrm>
                <a:off x="2309374" y="2079943"/>
                <a:ext cx="923840" cy="93163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3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32"/>
                    </a:lnTo>
                    <a:lnTo>
                      <a:pt x="922120" y="929252"/>
                    </a:lnTo>
                    <a:lnTo>
                      <a:pt x="917553" y="922210"/>
                    </a:lnTo>
                    <a:lnTo>
                      <a:pt x="914400" y="916806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h3235"/>
              <p:cNvSpPr/>
              <p:nvPr/>
            </p:nvSpPr>
            <p:spPr>
              <a:xfrm>
                <a:off x="231881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3" y="931969"/>
                    </a:lnTo>
                    <a:lnTo>
                      <a:pt x="914400" y="931632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h3236"/>
              <p:cNvSpPr/>
              <p:nvPr/>
            </p:nvSpPr>
            <p:spPr>
              <a:xfrm>
                <a:off x="232825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h3237"/>
              <p:cNvSpPr/>
              <p:nvPr/>
            </p:nvSpPr>
            <p:spPr>
              <a:xfrm>
                <a:off x="233769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h3238"/>
              <p:cNvSpPr/>
              <p:nvPr/>
            </p:nvSpPr>
            <p:spPr>
              <a:xfrm>
                <a:off x="234713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h3239"/>
              <p:cNvSpPr/>
              <p:nvPr/>
            </p:nvSpPr>
            <p:spPr>
              <a:xfrm>
                <a:off x="235657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h3240"/>
              <p:cNvSpPr/>
              <p:nvPr/>
            </p:nvSpPr>
            <p:spPr>
              <a:xfrm>
                <a:off x="236601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h3241"/>
              <p:cNvSpPr/>
              <p:nvPr/>
            </p:nvSpPr>
            <p:spPr>
              <a:xfrm>
                <a:off x="237545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h3242"/>
              <p:cNvSpPr/>
              <p:nvPr/>
            </p:nvSpPr>
            <p:spPr>
              <a:xfrm>
                <a:off x="238489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h3243"/>
              <p:cNvSpPr/>
              <p:nvPr/>
            </p:nvSpPr>
            <p:spPr>
              <a:xfrm>
                <a:off x="239433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h3244"/>
              <p:cNvSpPr/>
              <p:nvPr/>
            </p:nvSpPr>
            <p:spPr>
              <a:xfrm>
                <a:off x="240377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h3245"/>
              <p:cNvSpPr/>
              <p:nvPr/>
            </p:nvSpPr>
            <p:spPr>
              <a:xfrm>
                <a:off x="241321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h3246"/>
              <p:cNvSpPr/>
              <p:nvPr/>
            </p:nvSpPr>
            <p:spPr>
              <a:xfrm>
                <a:off x="242265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h3247"/>
              <p:cNvSpPr/>
              <p:nvPr/>
            </p:nvSpPr>
            <p:spPr>
              <a:xfrm>
                <a:off x="243209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h3248"/>
              <p:cNvSpPr/>
              <p:nvPr/>
            </p:nvSpPr>
            <p:spPr>
              <a:xfrm>
                <a:off x="244153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h3249"/>
              <p:cNvSpPr/>
              <p:nvPr/>
            </p:nvSpPr>
            <p:spPr>
              <a:xfrm>
                <a:off x="245097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h3250"/>
              <p:cNvSpPr/>
              <p:nvPr/>
            </p:nvSpPr>
            <p:spPr>
              <a:xfrm>
                <a:off x="246041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h3251"/>
              <p:cNvSpPr/>
              <p:nvPr/>
            </p:nvSpPr>
            <p:spPr>
              <a:xfrm>
                <a:off x="246985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h3252"/>
              <p:cNvSpPr/>
              <p:nvPr/>
            </p:nvSpPr>
            <p:spPr>
              <a:xfrm>
                <a:off x="247929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h3253"/>
              <p:cNvSpPr/>
              <p:nvPr/>
            </p:nvSpPr>
            <p:spPr>
              <a:xfrm>
                <a:off x="248873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h3254"/>
              <p:cNvSpPr/>
              <p:nvPr/>
            </p:nvSpPr>
            <p:spPr>
              <a:xfrm>
                <a:off x="249817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h3255"/>
              <p:cNvSpPr/>
              <p:nvPr/>
            </p:nvSpPr>
            <p:spPr>
              <a:xfrm>
                <a:off x="250761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h3256"/>
              <p:cNvSpPr/>
              <p:nvPr/>
            </p:nvSpPr>
            <p:spPr>
              <a:xfrm>
                <a:off x="251705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h3257"/>
              <p:cNvSpPr/>
              <p:nvPr/>
            </p:nvSpPr>
            <p:spPr>
              <a:xfrm>
                <a:off x="252650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h3258"/>
              <p:cNvSpPr/>
              <p:nvPr/>
            </p:nvSpPr>
            <p:spPr>
              <a:xfrm>
                <a:off x="253594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h3259"/>
              <p:cNvSpPr/>
              <p:nvPr/>
            </p:nvSpPr>
            <p:spPr>
              <a:xfrm>
                <a:off x="254538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h3260"/>
              <p:cNvSpPr/>
              <p:nvPr/>
            </p:nvSpPr>
            <p:spPr>
              <a:xfrm>
                <a:off x="255482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h3261"/>
              <p:cNvSpPr/>
              <p:nvPr/>
            </p:nvSpPr>
            <p:spPr>
              <a:xfrm>
                <a:off x="256426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h3262"/>
              <p:cNvSpPr/>
              <p:nvPr/>
            </p:nvSpPr>
            <p:spPr>
              <a:xfrm>
                <a:off x="257370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h3263"/>
              <p:cNvSpPr/>
              <p:nvPr/>
            </p:nvSpPr>
            <p:spPr>
              <a:xfrm>
                <a:off x="258314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h3264"/>
              <p:cNvSpPr/>
              <p:nvPr/>
            </p:nvSpPr>
            <p:spPr>
              <a:xfrm>
                <a:off x="259258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h3265"/>
              <p:cNvSpPr/>
              <p:nvPr/>
            </p:nvSpPr>
            <p:spPr>
              <a:xfrm>
                <a:off x="260202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h3266"/>
              <p:cNvSpPr/>
              <p:nvPr/>
            </p:nvSpPr>
            <p:spPr>
              <a:xfrm>
                <a:off x="261146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h3267"/>
              <p:cNvSpPr/>
              <p:nvPr/>
            </p:nvSpPr>
            <p:spPr>
              <a:xfrm>
                <a:off x="262090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h3268"/>
              <p:cNvSpPr/>
              <p:nvPr/>
            </p:nvSpPr>
            <p:spPr>
              <a:xfrm>
                <a:off x="263034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h3269"/>
              <p:cNvSpPr/>
              <p:nvPr/>
            </p:nvSpPr>
            <p:spPr>
              <a:xfrm>
                <a:off x="2649223" y="209751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6" y="896830"/>
                    </a:lnTo>
                    <a:lnTo>
                      <a:pt x="914400" y="897388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h3270"/>
              <p:cNvSpPr/>
              <p:nvPr/>
            </p:nvSpPr>
            <p:spPr>
              <a:xfrm>
                <a:off x="2649223" y="2097513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400" y="914400"/>
                    </a:moveTo>
                    <a:lnTo>
                      <a:pt x="914400" y="897388"/>
                    </a:lnTo>
                    <a:lnTo>
                      <a:pt x="916170" y="901451"/>
                    </a:lnTo>
                    <a:lnTo>
                      <a:pt x="919688" y="910454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h3271"/>
              <p:cNvSpPr/>
              <p:nvPr/>
            </p:nvSpPr>
            <p:spPr>
              <a:xfrm>
                <a:off x="3102354" y="209751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29" y="914400"/>
                    </a:lnTo>
                    <a:lnTo>
                      <a:pt x="911400" y="914222"/>
                    </a:lnTo>
                    <a:lnTo>
                      <a:pt x="914400" y="907053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h3272"/>
              <p:cNvSpPr/>
              <p:nvPr/>
            </p:nvSpPr>
            <p:spPr>
              <a:xfrm>
                <a:off x="3111795" y="2079943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4623"/>
                    </a:lnTo>
                    <a:lnTo>
                      <a:pt x="905382" y="923613"/>
                    </a:lnTo>
                    <a:lnTo>
                      <a:pt x="909016" y="915758"/>
                    </a:lnTo>
                    <a:lnTo>
                      <a:pt x="909710" y="914400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h3273"/>
              <p:cNvSpPr/>
              <p:nvPr/>
            </p:nvSpPr>
            <p:spPr>
              <a:xfrm>
                <a:off x="311179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h3274"/>
              <p:cNvSpPr/>
              <p:nvPr/>
            </p:nvSpPr>
            <p:spPr>
              <a:xfrm>
                <a:off x="312123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h3275"/>
              <p:cNvSpPr/>
              <p:nvPr/>
            </p:nvSpPr>
            <p:spPr>
              <a:xfrm>
                <a:off x="313067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3">
                  <a:alpha val="100000"/>
                </a:srgbClr>
              </a:solidFill>
              <a:ln w="5420" cap="flat">
                <a:solidFill>
                  <a:srgbClr val="FFBB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h3276"/>
              <p:cNvSpPr/>
              <p:nvPr/>
            </p:nvSpPr>
            <p:spPr>
              <a:xfrm>
                <a:off x="314011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h3277"/>
              <p:cNvSpPr/>
              <p:nvPr/>
            </p:nvSpPr>
            <p:spPr>
              <a:xfrm>
                <a:off x="314955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h3278"/>
              <p:cNvSpPr/>
              <p:nvPr/>
            </p:nvSpPr>
            <p:spPr>
              <a:xfrm>
                <a:off x="315899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h3279"/>
              <p:cNvSpPr/>
              <p:nvPr/>
            </p:nvSpPr>
            <p:spPr>
              <a:xfrm>
                <a:off x="316843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h3280"/>
              <p:cNvSpPr/>
              <p:nvPr/>
            </p:nvSpPr>
            <p:spPr>
              <a:xfrm>
                <a:off x="317787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h3281"/>
              <p:cNvSpPr/>
              <p:nvPr/>
            </p:nvSpPr>
            <p:spPr>
              <a:xfrm>
                <a:off x="318731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h3282"/>
              <p:cNvSpPr/>
              <p:nvPr/>
            </p:nvSpPr>
            <p:spPr>
              <a:xfrm>
                <a:off x="319675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h3283"/>
              <p:cNvSpPr/>
              <p:nvPr/>
            </p:nvSpPr>
            <p:spPr>
              <a:xfrm>
                <a:off x="320619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h3284"/>
              <p:cNvSpPr/>
              <p:nvPr/>
            </p:nvSpPr>
            <p:spPr>
              <a:xfrm>
                <a:off x="321563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h3285"/>
              <p:cNvSpPr/>
              <p:nvPr/>
            </p:nvSpPr>
            <p:spPr>
              <a:xfrm>
                <a:off x="322507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D75">
                  <a:alpha val="100000"/>
                </a:srgbClr>
              </a:solidFill>
              <a:ln w="5420" cap="flat">
                <a:solidFill>
                  <a:srgbClr val="FFBD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h3286"/>
              <p:cNvSpPr/>
              <p:nvPr/>
            </p:nvSpPr>
            <p:spPr>
              <a:xfrm>
                <a:off x="323451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h3287"/>
              <p:cNvSpPr/>
              <p:nvPr/>
            </p:nvSpPr>
            <p:spPr>
              <a:xfrm>
                <a:off x="324395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C74">
                  <a:alpha val="100000"/>
                </a:srgbClr>
              </a:solidFill>
              <a:ln w="5420" cap="flat">
                <a:solidFill>
                  <a:srgbClr val="FFBC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h3288"/>
              <p:cNvSpPr/>
              <p:nvPr/>
            </p:nvSpPr>
            <p:spPr>
              <a:xfrm>
                <a:off x="325339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B74">
                  <a:alpha val="100000"/>
                </a:srgbClr>
              </a:solidFill>
              <a:ln w="5420" cap="flat">
                <a:solidFill>
                  <a:srgbClr val="FFBB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h3289"/>
              <p:cNvSpPr/>
              <p:nvPr/>
            </p:nvSpPr>
            <p:spPr>
              <a:xfrm>
                <a:off x="326283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A73">
                  <a:alpha val="100000"/>
                </a:srgbClr>
              </a:solidFill>
              <a:ln w="5420" cap="flat">
                <a:solidFill>
                  <a:srgbClr val="FFBA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h3290"/>
              <p:cNvSpPr/>
              <p:nvPr/>
            </p:nvSpPr>
            <p:spPr>
              <a:xfrm>
                <a:off x="327227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3">
                  <a:alpha val="100000"/>
                </a:srgbClr>
              </a:solidFill>
              <a:ln w="5420" cap="flat">
                <a:solidFill>
                  <a:srgbClr val="FFB9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h3291"/>
              <p:cNvSpPr/>
              <p:nvPr/>
            </p:nvSpPr>
            <p:spPr>
              <a:xfrm>
                <a:off x="328171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h3292"/>
              <p:cNvSpPr/>
              <p:nvPr/>
            </p:nvSpPr>
            <p:spPr>
              <a:xfrm>
                <a:off x="329115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h3293"/>
              <p:cNvSpPr/>
              <p:nvPr/>
            </p:nvSpPr>
            <p:spPr>
              <a:xfrm>
                <a:off x="330059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h3294"/>
              <p:cNvSpPr/>
              <p:nvPr/>
            </p:nvSpPr>
            <p:spPr>
              <a:xfrm>
                <a:off x="331004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h3295"/>
              <p:cNvSpPr/>
              <p:nvPr/>
            </p:nvSpPr>
            <p:spPr>
              <a:xfrm>
                <a:off x="331948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h3296"/>
              <p:cNvSpPr/>
              <p:nvPr/>
            </p:nvSpPr>
            <p:spPr>
              <a:xfrm>
                <a:off x="332892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h3297"/>
              <p:cNvSpPr/>
              <p:nvPr/>
            </p:nvSpPr>
            <p:spPr>
              <a:xfrm>
                <a:off x="333836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h3298"/>
              <p:cNvSpPr/>
              <p:nvPr/>
            </p:nvSpPr>
            <p:spPr>
              <a:xfrm>
                <a:off x="334780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h3299"/>
              <p:cNvSpPr/>
              <p:nvPr/>
            </p:nvSpPr>
            <p:spPr>
              <a:xfrm>
                <a:off x="3357241" y="2097513"/>
                <a:ext cx="9188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0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01" y="896830"/>
                    </a:lnTo>
                    <a:lnTo>
                      <a:pt x="918413" y="902718"/>
                    </a:lnTo>
                    <a:lnTo>
                      <a:pt x="917380" y="913637"/>
                    </a:lnTo>
                    <a:lnTo>
                      <a:pt x="917285" y="914400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h3300"/>
              <p:cNvSpPr/>
              <p:nvPr/>
            </p:nvSpPr>
            <p:spPr>
              <a:xfrm>
                <a:off x="2299934" y="2062373"/>
                <a:ext cx="914400" cy="9157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41">
                    <a:moveTo>
                      <a:pt x="914400" y="914400"/>
                    </a:moveTo>
                    <a:lnTo>
                      <a:pt x="914400" y="915741"/>
                    </a:lnTo>
                    <a:lnTo>
                      <a:pt x="913829" y="914400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h3301"/>
              <p:cNvSpPr/>
              <p:nvPr/>
            </p:nvSpPr>
            <p:spPr>
              <a:xfrm>
                <a:off x="229993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55" y="931969"/>
                    </a:lnTo>
                    <a:lnTo>
                      <a:pt x="918483" y="924412"/>
                    </a:lnTo>
                    <a:lnTo>
                      <a:pt x="914564" y="916128"/>
                    </a:lnTo>
                    <a:lnTo>
                      <a:pt x="914400" y="915741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h3302"/>
              <p:cNvSpPr/>
              <p:nvPr/>
            </p:nvSpPr>
            <p:spPr>
              <a:xfrm>
                <a:off x="230937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h3303"/>
              <p:cNvSpPr/>
              <p:nvPr/>
            </p:nvSpPr>
            <p:spPr>
              <a:xfrm>
                <a:off x="231881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h3304"/>
              <p:cNvSpPr/>
              <p:nvPr/>
            </p:nvSpPr>
            <p:spPr>
              <a:xfrm>
                <a:off x="232825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h3305"/>
              <p:cNvSpPr/>
              <p:nvPr/>
            </p:nvSpPr>
            <p:spPr>
              <a:xfrm>
                <a:off x="233769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h3306"/>
              <p:cNvSpPr/>
              <p:nvPr/>
            </p:nvSpPr>
            <p:spPr>
              <a:xfrm>
                <a:off x="234713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h3307"/>
              <p:cNvSpPr/>
              <p:nvPr/>
            </p:nvSpPr>
            <p:spPr>
              <a:xfrm>
                <a:off x="235657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h3308"/>
              <p:cNvSpPr/>
              <p:nvPr/>
            </p:nvSpPr>
            <p:spPr>
              <a:xfrm>
                <a:off x="236601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h3309"/>
              <p:cNvSpPr/>
              <p:nvPr/>
            </p:nvSpPr>
            <p:spPr>
              <a:xfrm>
                <a:off x="237545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h3310"/>
              <p:cNvSpPr/>
              <p:nvPr/>
            </p:nvSpPr>
            <p:spPr>
              <a:xfrm>
                <a:off x="238489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h3311"/>
              <p:cNvSpPr/>
              <p:nvPr/>
            </p:nvSpPr>
            <p:spPr>
              <a:xfrm>
                <a:off x="239433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h3312"/>
              <p:cNvSpPr/>
              <p:nvPr/>
            </p:nvSpPr>
            <p:spPr>
              <a:xfrm>
                <a:off x="240377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h3313"/>
              <p:cNvSpPr/>
              <p:nvPr/>
            </p:nvSpPr>
            <p:spPr>
              <a:xfrm>
                <a:off x="241321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h3314"/>
              <p:cNvSpPr/>
              <p:nvPr/>
            </p:nvSpPr>
            <p:spPr>
              <a:xfrm>
                <a:off x="242265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h3315"/>
              <p:cNvSpPr/>
              <p:nvPr/>
            </p:nvSpPr>
            <p:spPr>
              <a:xfrm>
                <a:off x="243209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h3316"/>
              <p:cNvSpPr/>
              <p:nvPr/>
            </p:nvSpPr>
            <p:spPr>
              <a:xfrm>
                <a:off x="244153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h3317"/>
              <p:cNvSpPr/>
              <p:nvPr/>
            </p:nvSpPr>
            <p:spPr>
              <a:xfrm>
                <a:off x="245097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h3318"/>
              <p:cNvSpPr/>
              <p:nvPr/>
            </p:nvSpPr>
            <p:spPr>
              <a:xfrm>
                <a:off x="246041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h3319"/>
              <p:cNvSpPr/>
              <p:nvPr/>
            </p:nvSpPr>
            <p:spPr>
              <a:xfrm>
                <a:off x="246985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h3320"/>
              <p:cNvSpPr/>
              <p:nvPr/>
            </p:nvSpPr>
            <p:spPr>
              <a:xfrm>
                <a:off x="247929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h3321"/>
              <p:cNvSpPr/>
              <p:nvPr/>
            </p:nvSpPr>
            <p:spPr>
              <a:xfrm>
                <a:off x="248873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h3322"/>
              <p:cNvSpPr/>
              <p:nvPr/>
            </p:nvSpPr>
            <p:spPr>
              <a:xfrm>
                <a:off x="249817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h3323"/>
              <p:cNvSpPr/>
              <p:nvPr/>
            </p:nvSpPr>
            <p:spPr>
              <a:xfrm>
                <a:off x="250761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h3324"/>
              <p:cNvSpPr/>
              <p:nvPr/>
            </p:nvSpPr>
            <p:spPr>
              <a:xfrm>
                <a:off x="251705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h3325"/>
              <p:cNvSpPr/>
              <p:nvPr/>
            </p:nvSpPr>
            <p:spPr>
              <a:xfrm>
                <a:off x="252650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h3326"/>
              <p:cNvSpPr/>
              <p:nvPr/>
            </p:nvSpPr>
            <p:spPr>
              <a:xfrm>
                <a:off x="253594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h3327"/>
              <p:cNvSpPr/>
              <p:nvPr/>
            </p:nvSpPr>
            <p:spPr>
              <a:xfrm>
                <a:off x="254538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h3328"/>
              <p:cNvSpPr/>
              <p:nvPr/>
            </p:nvSpPr>
            <p:spPr>
              <a:xfrm>
                <a:off x="255482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h3329"/>
              <p:cNvSpPr/>
              <p:nvPr/>
            </p:nvSpPr>
            <p:spPr>
              <a:xfrm>
                <a:off x="256426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h3330"/>
              <p:cNvSpPr/>
              <p:nvPr/>
            </p:nvSpPr>
            <p:spPr>
              <a:xfrm>
                <a:off x="257370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h3331"/>
              <p:cNvSpPr/>
              <p:nvPr/>
            </p:nvSpPr>
            <p:spPr>
              <a:xfrm>
                <a:off x="258314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h3332"/>
              <p:cNvSpPr/>
              <p:nvPr/>
            </p:nvSpPr>
            <p:spPr>
              <a:xfrm>
                <a:off x="259258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h3333"/>
              <p:cNvSpPr/>
              <p:nvPr/>
            </p:nvSpPr>
            <p:spPr>
              <a:xfrm>
                <a:off x="260202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h3334"/>
              <p:cNvSpPr/>
              <p:nvPr/>
            </p:nvSpPr>
            <p:spPr>
              <a:xfrm>
                <a:off x="261146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h3335"/>
              <p:cNvSpPr/>
              <p:nvPr/>
            </p:nvSpPr>
            <p:spPr>
              <a:xfrm>
                <a:off x="262090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h3336"/>
              <p:cNvSpPr/>
              <p:nvPr/>
            </p:nvSpPr>
            <p:spPr>
              <a:xfrm>
                <a:off x="263034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h3337"/>
              <p:cNvSpPr/>
              <p:nvPr/>
            </p:nvSpPr>
            <p:spPr>
              <a:xfrm>
                <a:off x="2639783" y="2079943"/>
                <a:ext cx="923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6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4987" y="896830"/>
                    </a:lnTo>
                    <a:lnTo>
                      <a:pt x="917835" y="902114"/>
                    </a:lnTo>
                    <a:lnTo>
                      <a:pt x="921843" y="910376"/>
                    </a:lnTo>
                    <a:lnTo>
                      <a:pt x="923596" y="914400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h3338"/>
              <p:cNvSpPr/>
              <p:nvPr/>
            </p:nvSpPr>
            <p:spPr>
              <a:xfrm>
                <a:off x="3111795" y="207994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710" y="914400"/>
                    </a:lnTo>
                    <a:lnTo>
                      <a:pt x="912854" y="908244"/>
                    </a:lnTo>
                    <a:lnTo>
                      <a:pt x="914399" y="905501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h3339"/>
              <p:cNvSpPr/>
              <p:nvPr/>
            </p:nvSpPr>
            <p:spPr>
              <a:xfrm>
                <a:off x="3121235" y="2062373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071"/>
                    </a:lnTo>
                    <a:lnTo>
                      <a:pt x="907445" y="918661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h3340"/>
              <p:cNvSpPr/>
              <p:nvPr/>
            </p:nvSpPr>
            <p:spPr>
              <a:xfrm>
                <a:off x="312123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h3341"/>
              <p:cNvSpPr/>
              <p:nvPr/>
            </p:nvSpPr>
            <p:spPr>
              <a:xfrm>
                <a:off x="313067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h3342"/>
              <p:cNvSpPr/>
              <p:nvPr/>
            </p:nvSpPr>
            <p:spPr>
              <a:xfrm>
                <a:off x="314011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h3343"/>
              <p:cNvSpPr/>
              <p:nvPr/>
            </p:nvSpPr>
            <p:spPr>
              <a:xfrm>
                <a:off x="314955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h3344"/>
              <p:cNvSpPr/>
              <p:nvPr/>
            </p:nvSpPr>
            <p:spPr>
              <a:xfrm>
                <a:off x="315899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h3345"/>
              <p:cNvSpPr/>
              <p:nvPr/>
            </p:nvSpPr>
            <p:spPr>
              <a:xfrm>
                <a:off x="316843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h3346"/>
              <p:cNvSpPr/>
              <p:nvPr/>
            </p:nvSpPr>
            <p:spPr>
              <a:xfrm>
                <a:off x="317787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h3347"/>
              <p:cNvSpPr/>
              <p:nvPr/>
            </p:nvSpPr>
            <p:spPr>
              <a:xfrm>
                <a:off x="318731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h3348"/>
              <p:cNvSpPr/>
              <p:nvPr/>
            </p:nvSpPr>
            <p:spPr>
              <a:xfrm>
                <a:off x="319675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h3349"/>
              <p:cNvSpPr/>
              <p:nvPr/>
            </p:nvSpPr>
            <p:spPr>
              <a:xfrm>
                <a:off x="320619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972">
                  <a:alpha val="100000"/>
                </a:srgbClr>
              </a:solidFill>
              <a:ln w="5420" cap="flat">
                <a:solidFill>
                  <a:srgbClr val="FFB9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h3350"/>
              <p:cNvSpPr/>
              <p:nvPr/>
            </p:nvSpPr>
            <p:spPr>
              <a:xfrm>
                <a:off x="321563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h3351"/>
              <p:cNvSpPr/>
              <p:nvPr/>
            </p:nvSpPr>
            <p:spPr>
              <a:xfrm>
                <a:off x="322507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872">
                  <a:alpha val="100000"/>
                </a:srgbClr>
              </a:solidFill>
              <a:ln w="5420" cap="flat">
                <a:solidFill>
                  <a:srgbClr val="FFB8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h3352"/>
              <p:cNvSpPr/>
              <p:nvPr/>
            </p:nvSpPr>
            <p:spPr>
              <a:xfrm>
                <a:off x="323451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h3353"/>
              <p:cNvSpPr/>
              <p:nvPr/>
            </p:nvSpPr>
            <p:spPr>
              <a:xfrm>
                <a:off x="324395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771">
                  <a:alpha val="100000"/>
                </a:srgbClr>
              </a:solidFill>
              <a:ln w="5420" cap="flat">
                <a:solidFill>
                  <a:srgbClr val="FFB7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h3354"/>
              <p:cNvSpPr/>
              <p:nvPr/>
            </p:nvSpPr>
            <p:spPr>
              <a:xfrm>
                <a:off x="325339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671">
                  <a:alpha val="100000"/>
                </a:srgbClr>
              </a:solidFill>
              <a:ln w="5420" cap="flat">
                <a:solidFill>
                  <a:srgbClr val="FFB6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h3355"/>
              <p:cNvSpPr/>
              <p:nvPr/>
            </p:nvSpPr>
            <p:spPr>
              <a:xfrm>
                <a:off x="326283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570">
                  <a:alpha val="100000"/>
                </a:srgbClr>
              </a:solidFill>
              <a:ln w="5420" cap="flat">
                <a:solidFill>
                  <a:srgbClr val="FFB5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h3356"/>
              <p:cNvSpPr/>
              <p:nvPr/>
            </p:nvSpPr>
            <p:spPr>
              <a:xfrm>
                <a:off x="327227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70">
                  <a:alpha val="100000"/>
                </a:srgbClr>
              </a:solidFill>
              <a:ln w="5420" cap="flat">
                <a:solidFill>
                  <a:srgbClr val="FFB4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h3357"/>
              <p:cNvSpPr/>
              <p:nvPr/>
            </p:nvSpPr>
            <p:spPr>
              <a:xfrm>
                <a:off x="328171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h3358"/>
              <p:cNvSpPr/>
              <p:nvPr/>
            </p:nvSpPr>
            <p:spPr>
              <a:xfrm>
                <a:off x="329115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h3359"/>
              <p:cNvSpPr/>
              <p:nvPr/>
            </p:nvSpPr>
            <p:spPr>
              <a:xfrm>
                <a:off x="330059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h3360"/>
              <p:cNvSpPr/>
              <p:nvPr/>
            </p:nvSpPr>
            <p:spPr>
              <a:xfrm>
                <a:off x="331004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h3361"/>
              <p:cNvSpPr/>
              <p:nvPr/>
            </p:nvSpPr>
            <p:spPr>
              <a:xfrm>
                <a:off x="331948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D">
                  <a:alpha val="100000"/>
                </a:srgbClr>
              </a:solidFill>
              <a:ln w="5420" cap="flat">
                <a:solidFill>
                  <a:srgbClr val="FFAF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h3362"/>
              <p:cNvSpPr/>
              <p:nvPr/>
            </p:nvSpPr>
            <p:spPr>
              <a:xfrm>
                <a:off x="332892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h3363"/>
              <p:cNvSpPr/>
              <p:nvPr/>
            </p:nvSpPr>
            <p:spPr>
              <a:xfrm>
                <a:off x="333836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h3364"/>
              <p:cNvSpPr/>
              <p:nvPr/>
            </p:nvSpPr>
            <p:spPr>
              <a:xfrm>
                <a:off x="334780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h3365"/>
              <p:cNvSpPr/>
              <p:nvPr/>
            </p:nvSpPr>
            <p:spPr>
              <a:xfrm>
                <a:off x="3357241" y="2079943"/>
                <a:ext cx="919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561" y="896830"/>
                    </a:lnTo>
                    <a:lnTo>
                      <a:pt x="919549" y="898222"/>
                    </a:lnTo>
                    <a:lnTo>
                      <a:pt x="919137" y="909283"/>
                    </a:lnTo>
                    <a:lnTo>
                      <a:pt x="918801" y="914400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h3366"/>
              <p:cNvSpPr/>
              <p:nvPr/>
            </p:nvSpPr>
            <p:spPr>
              <a:xfrm>
                <a:off x="2299934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829" y="931969"/>
                    </a:lnTo>
                    <a:lnTo>
                      <a:pt x="910883" y="925043"/>
                    </a:lnTo>
                    <a:lnTo>
                      <a:pt x="907451" y="916042"/>
                    </a:lnTo>
                    <a:lnTo>
                      <a:pt x="906892" y="914400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h3367"/>
              <p:cNvSpPr/>
              <p:nvPr/>
            </p:nvSpPr>
            <p:spPr>
              <a:xfrm>
                <a:off x="229993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h3368"/>
              <p:cNvSpPr/>
              <p:nvPr/>
            </p:nvSpPr>
            <p:spPr>
              <a:xfrm>
                <a:off x="230937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h3369"/>
              <p:cNvSpPr/>
              <p:nvPr/>
            </p:nvSpPr>
            <p:spPr>
              <a:xfrm>
                <a:off x="231881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h3370"/>
              <p:cNvSpPr/>
              <p:nvPr/>
            </p:nvSpPr>
            <p:spPr>
              <a:xfrm>
                <a:off x="232825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h3371"/>
              <p:cNvSpPr/>
              <p:nvPr/>
            </p:nvSpPr>
            <p:spPr>
              <a:xfrm>
                <a:off x="233769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h3372"/>
              <p:cNvSpPr/>
              <p:nvPr/>
            </p:nvSpPr>
            <p:spPr>
              <a:xfrm>
                <a:off x="234713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h3373"/>
              <p:cNvSpPr/>
              <p:nvPr/>
            </p:nvSpPr>
            <p:spPr>
              <a:xfrm>
                <a:off x="235657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h3374"/>
              <p:cNvSpPr/>
              <p:nvPr/>
            </p:nvSpPr>
            <p:spPr>
              <a:xfrm>
                <a:off x="236601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h3375"/>
              <p:cNvSpPr/>
              <p:nvPr/>
            </p:nvSpPr>
            <p:spPr>
              <a:xfrm>
                <a:off x="237545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h3376"/>
              <p:cNvSpPr/>
              <p:nvPr/>
            </p:nvSpPr>
            <p:spPr>
              <a:xfrm>
                <a:off x="238489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h3377"/>
              <p:cNvSpPr/>
              <p:nvPr/>
            </p:nvSpPr>
            <p:spPr>
              <a:xfrm>
                <a:off x="239433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h3378"/>
              <p:cNvSpPr/>
              <p:nvPr/>
            </p:nvSpPr>
            <p:spPr>
              <a:xfrm>
                <a:off x="240377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h3379"/>
              <p:cNvSpPr/>
              <p:nvPr/>
            </p:nvSpPr>
            <p:spPr>
              <a:xfrm>
                <a:off x="241321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6">
                  <a:alpha val="100000"/>
                </a:srgbClr>
              </a:solidFill>
              <a:ln w="5420" cap="flat">
                <a:solidFill>
                  <a:srgbClr val="F070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h3380"/>
              <p:cNvSpPr/>
              <p:nvPr/>
            </p:nvSpPr>
            <p:spPr>
              <a:xfrm>
                <a:off x="242265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h3381"/>
              <p:cNvSpPr/>
              <p:nvPr/>
            </p:nvSpPr>
            <p:spPr>
              <a:xfrm>
                <a:off x="243209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h3382"/>
              <p:cNvSpPr/>
              <p:nvPr/>
            </p:nvSpPr>
            <p:spPr>
              <a:xfrm>
                <a:off x="244153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h3383"/>
              <p:cNvSpPr/>
              <p:nvPr/>
            </p:nvSpPr>
            <p:spPr>
              <a:xfrm>
                <a:off x="245097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h3384"/>
              <p:cNvSpPr/>
              <p:nvPr/>
            </p:nvSpPr>
            <p:spPr>
              <a:xfrm>
                <a:off x="246041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h3385"/>
              <p:cNvSpPr/>
              <p:nvPr/>
            </p:nvSpPr>
            <p:spPr>
              <a:xfrm>
                <a:off x="246985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h3386"/>
              <p:cNvSpPr/>
              <p:nvPr/>
            </p:nvSpPr>
            <p:spPr>
              <a:xfrm>
                <a:off x="247929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h3387"/>
              <p:cNvSpPr/>
              <p:nvPr/>
            </p:nvSpPr>
            <p:spPr>
              <a:xfrm>
                <a:off x="248873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h3388"/>
              <p:cNvSpPr/>
              <p:nvPr/>
            </p:nvSpPr>
            <p:spPr>
              <a:xfrm>
                <a:off x="249817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h3389"/>
              <p:cNvSpPr/>
              <p:nvPr/>
            </p:nvSpPr>
            <p:spPr>
              <a:xfrm>
                <a:off x="250761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h3390"/>
              <p:cNvSpPr/>
              <p:nvPr/>
            </p:nvSpPr>
            <p:spPr>
              <a:xfrm>
                <a:off x="251705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h3391"/>
              <p:cNvSpPr/>
              <p:nvPr/>
            </p:nvSpPr>
            <p:spPr>
              <a:xfrm>
                <a:off x="252650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h3392"/>
              <p:cNvSpPr/>
              <p:nvPr/>
            </p:nvSpPr>
            <p:spPr>
              <a:xfrm>
                <a:off x="253594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h3393"/>
              <p:cNvSpPr/>
              <p:nvPr/>
            </p:nvSpPr>
            <p:spPr>
              <a:xfrm>
                <a:off x="254538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h3394"/>
              <p:cNvSpPr/>
              <p:nvPr/>
            </p:nvSpPr>
            <p:spPr>
              <a:xfrm>
                <a:off x="255482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h3395"/>
              <p:cNvSpPr/>
              <p:nvPr/>
            </p:nvSpPr>
            <p:spPr>
              <a:xfrm>
                <a:off x="256426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h3396"/>
              <p:cNvSpPr/>
              <p:nvPr/>
            </p:nvSpPr>
            <p:spPr>
              <a:xfrm>
                <a:off x="257370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h3397"/>
              <p:cNvSpPr/>
              <p:nvPr/>
            </p:nvSpPr>
            <p:spPr>
              <a:xfrm>
                <a:off x="258314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h3398"/>
              <p:cNvSpPr/>
              <p:nvPr/>
            </p:nvSpPr>
            <p:spPr>
              <a:xfrm>
                <a:off x="259258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h3399"/>
              <p:cNvSpPr/>
              <p:nvPr/>
            </p:nvSpPr>
            <p:spPr>
              <a:xfrm>
                <a:off x="260202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h3400"/>
              <p:cNvSpPr/>
              <p:nvPr/>
            </p:nvSpPr>
            <p:spPr>
              <a:xfrm>
                <a:off x="261146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h3401"/>
              <p:cNvSpPr/>
              <p:nvPr/>
            </p:nvSpPr>
            <p:spPr>
              <a:xfrm>
                <a:off x="2630342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495" y="896830"/>
                    </a:lnTo>
                    <a:lnTo>
                      <a:pt x="913929" y="897413"/>
                    </a:lnTo>
                    <a:lnTo>
                      <a:pt x="914400" y="898118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h3402"/>
              <p:cNvSpPr/>
              <p:nvPr/>
            </p:nvSpPr>
            <p:spPr>
              <a:xfrm>
                <a:off x="2639783" y="206237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8118"/>
                    </a:lnTo>
                    <a:lnTo>
                      <a:pt x="909146" y="904395"/>
                    </a:lnTo>
                    <a:lnTo>
                      <a:pt x="913599" y="911826"/>
                    </a:lnTo>
                    <a:lnTo>
                      <a:pt x="914399" y="91331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h3403"/>
              <p:cNvSpPr/>
              <p:nvPr/>
            </p:nvSpPr>
            <p:spPr>
              <a:xfrm>
                <a:off x="2639783" y="2062373"/>
                <a:ext cx="91498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87" h="914400">
                    <a:moveTo>
                      <a:pt x="914399" y="914400"/>
                    </a:moveTo>
                    <a:lnTo>
                      <a:pt x="914399" y="913310"/>
                    </a:lnTo>
                    <a:lnTo>
                      <a:pt x="914987" y="914400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h3404"/>
              <p:cNvSpPr/>
              <p:nvPr/>
            </p:nvSpPr>
            <p:spPr>
              <a:xfrm>
                <a:off x="3121235" y="206237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967" y="914400"/>
                    </a:lnTo>
                    <a:lnTo>
                      <a:pt x="914399" y="906913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h3405"/>
              <p:cNvSpPr/>
              <p:nvPr/>
            </p:nvSpPr>
            <p:spPr>
              <a:xfrm>
                <a:off x="3130675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483"/>
                    </a:lnTo>
                    <a:lnTo>
                      <a:pt x="909787" y="916250"/>
                    </a:lnTo>
                    <a:lnTo>
                      <a:pt x="909861" y="915922"/>
                    </a:lnTo>
                    <a:lnTo>
                      <a:pt x="909935" y="915595"/>
                    </a:lnTo>
                    <a:lnTo>
                      <a:pt x="910009" y="915267"/>
                    </a:lnTo>
                    <a:lnTo>
                      <a:pt x="910083" y="914939"/>
                    </a:lnTo>
                    <a:lnTo>
                      <a:pt x="910157" y="914611"/>
                    </a:lnTo>
                    <a:lnTo>
                      <a:pt x="910205" y="914400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h3406"/>
              <p:cNvSpPr/>
              <p:nvPr/>
            </p:nvSpPr>
            <p:spPr>
              <a:xfrm>
                <a:off x="313067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h3407"/>
              <p:cNvSpPr/>
              <p:nvPr/>
            </p:nvSpPr>
            <p:spPr>
              <a:xfrm>
                <a:off x="314011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h3408"/>
              <p:cNvSpPr/>
              <p:nvPr/>
            </p:nvSpPr>
            <p:spPr>
              <a:xfrm>
                <a:off x="314955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h3409"/>
              <p:cNvSpPr/>
              <p:nvPr/>
            </p:nvSpPr>
            <p:spPr>
              <a:xfrm>
                <a:off x="315899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h3410"/>
              <p:cNvSpPr/>
              <p:nvPr/>
            </p:nvSpPr>
            <p:spPr>
              <a:xfrm>
                <a:off x="316843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h3411"/>
              <p:cNvSpPr/>
              <p:nvPr/>
            </p:nvSpPr>
            <p:spPr>
              <a:xfrm>
                <a:off x="317787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h3412"/>
              <p:cNvSpPr/>
              <p:nvPr/>
            </p:nvSpPr>
            <p:spPr>
              <a:xfrm>
                <a:off x="318731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46F">
                  <a:alpha val="100000"/>
                </a:srgbClr>
              </a:solidFill>
              <a:ln w="5420" cap="flat">
                <a:solidFill>
                  <a:srgbClr val="FFB4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h3413"/>
              <p:cNvSpPr/>
              <p:nvPr/>
            </p:nvSpPr>
            <p:spPr>
              <a:xfrm>
                <a:off x="319675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h3414"/>
              <p:cNvSpPr/>
              <p:nvPr/>
            </p:nvSpPr>
            <p:spPr>
              <a:xfrm>
                <a:off x="320619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h3415"/>
              <p:cNvSpPr/>
              <p:nvPr/>
            </p:nvSpPr>
            <p:spPr>
              <a:xfrm>
                <a:off x="321563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B36F">
                  <a:alpha val="100000"/>
                </a:srgbClr>
              </a:solidFill>
              <a:ln w="5420" cap="flat">
                <a:solidFill>
                  <a:srgbClr val="FFB3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h3416"/>
              <p:cNvSpPr/>
              <p:nvPr/>
            </p:nvSpPr>
            <p:spPr>
              <a:xfrm>
                <a:off x="322507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h3417"/>
              <p:cNvSpPr/>
              <p:nvPr/>
            </p:nvSpPr>
            <p:spPr>
              <a:xfrm>
                <a:off x="323451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26E">
                  <a:alpha val="100000"/>
                </a:srgbClr>
              </a:solidFill>
              <a:ln w="5420" cap="flat">
                <a:solidFill>
                  <a:srgbClr val="FFB2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h3418"/>
              <p:cNvSpPr/>
              <p:nvPr/>
            </p:nvSpPr>
            <p:spPr>
              <a:xfrm>
                <a:off x="324395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16E">
                  <a:alpha val="100000"/>
                </a:srgbClr>
              </a:solidFill>
              <a:ln w="5420" cap="flat">
                <a:solidFill>
                  <a:srgbClr val="FFB1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h3419"/>
              <p:cNvSpPr/>
              <p:nvPr/>
            </p:nvSpPr>
            <p:spPr>
              <a:xfrm>
                <a:off x="325339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h3420"/>
              <p:cNvSpPr/>
              <p:nvPr/>
            </p:nvSpPr>
            <p:spPr>
              <a:xfrm>
                <a:off x="326283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B06D">
                  <a:alpha val="100000"/>
                </a:srgbClr>
              </a:solidFill>
              <a:ln w="5420" cap="flat">
                <a:solidFill>
                  <a:srgbClr val="FFB0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h3421"/>
              <p:cNvSpPr/>
              <p:nvPr/>
            </p:nvSpPr>
            <p:spPr>
              <a:xfrm>
                <a:off x="327227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F6C">
                  <a:alpha val="100000"/>
                </a:srgbClr>
              </a:solidFill>
              <a:ln w="5420" cap="flat">
                <a:solidFill>
                  <a:srgbClr val="FFAF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h3422"/>
              <p:cNvSpPr/>
              <p:nvPr/>
            </p:nvSpPr>
            <p:spPr>
              <a:xfrm>
                <a:off x="328171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h3423"/>
              <p:cNvSpPr/>
              <p:nvPr/>
            </p:nvSpPr>
            <p:spPr>
              <a:xfrm>
                <a:off x="329115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h3424"/>
              <p:cNvSpPr/>
              <p:nvPr/>
            </p:nvSpPr>
            <p:spPr>
              <a:xfrm>
                <a:off x="330059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h3425"/>
              <p:cNvSpPr/>
              <p:nvPr/>
            </p:nvSpPr>
            <p:spPr>
              <a:xfrm>
                <a:off x="331004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h3426"/>
              <p:cNvSpPr/>
              <p:nvPr/>
            </p:nvSpPr>
            <p:spPr>
              <a:xfrm>
                <a:off x="331948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h3427"/>
              <p:cNvSpPr/>
              <p:nvPr/>
            </p:nvSpPr>
            <p:spPr>
              <a:xfrm>
                <a:off x="332892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h3428"/>
              <p:cNvSpPr/>
              <p:nvPr/>
            </p:nvSpPr>
            <p:spPr>
              <a:xfrm>
                <a:off x="333836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h3429"/>
              <p:cNvSpPr/>
              <p:nvPr/>
            </p:nvSpPr>
            <p:spPr>
              <a:xfrm>
                <a:off x="334780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h3430"/>
              <p:cNvSpPr/>
              <p:nvPr/>
            </p:nvSpPr>
            <p:spPr>
              <a:xfrm>
                <a:off x="3357241" y="2062373"/>
                <a:ext cx="9199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9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910" y="896830"/>
                    </a:lnTo>
                    <a:lnTo>
                      <a:pt x="919517" y="897955"/>
                    </a:lnTo>
                    <a:lnTo>
                      <a:pt x="919647" y="904706"/>
                    </a:lnTo>
                    <a:lnTo>
                      <a:pt x="919561" y="914400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h3431"/>
              <p:cNvSpPr/>
              <p:nvPr/>
            </p:nvSpPr>
            <p:spPr>
              <a:xfrm>
                <a:off x="2290494" y="2027233"/>
                <a:ext cx="914400" cy="9262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294">
                    <a:moveTo>
                      <a:pt x="914400" y="914400"/>
                    </a:moveTo>
                    <a:lnTo>
                      <a:pt x="914400" y="926294"/>
                    </a:lnTo>
                    <a:lnTo>
                      <a:pt x="913717" y="924288"/>
                    </a:lnTo>
                    <a:lnTo>
                      <a:pt x="910808" y="914668"/>
                    </a:lnTo>
                    <a:lnTo>
                      <a:pt x="910737" y="914400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h3432"/>
              <p:cNvSpPr/>
              <p:nvPr/>
            </p:nvSpPr>
            <p:spPr>
              <a:xfrm>
                <a:off x="229049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332" y="931969"/>
                    </a:lnTo>
                    <a:lnTo>
                      <a:pt x="914400" y="926294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h3433"/>
              <p:cNvSpPr/>
              <p:nvPr/>
            </p:nvSpPr>
            <p:spPr>
              <a:xfrm>
                <a:off x="229993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h3434"/>
              <p:cNvSpPr/>
              <p:nvPr/>
            </p:nvSpPr>
            <p:spPr>
              <a:xfrm>
                <a:off x="230937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h3435"/>
              <p:cNvSpPr/>
              <p:nvPr/>
            </p:nvSpPr>
            <p:spPr>
              <a:xfrm>
                <a:off x="231881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h3436"/>
              <p:cNvSpPr/>
              <p:nvPr/>
            </p:nvSpPr>
            <p:spPr>
              <a:xfrm>
                <a:off x="232825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h3437"/>
              <p:cNvSpPr/>
              <p:nvPr/>
            </p:nvSpPr>
            <p:spPr>
              <a:xfrm>
                <a:off x="233769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h3438"/>
              <p:cNvSpPr/>
              <p:nvPr/>
            </p:nvSpPr>
            <p:spPr>
              <a:xfrm>
                <a:off x="234713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h3439"/>
              <p:cNvSpPr/>
              <p:nvPr/>
            </p:nvSpPr>
            <p:spPr>
              <a:xfrm>
                <a:off x="235657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h3440"/>
              <p:cNvSpPr/>
              <p:nvPr/>
            </p:nvSpPr>
            <p:spPr>
              <a:xfrm>
                <a:off x="236601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h3441"/>
              <p:cNvSpPr/>
              <p:nvPr/>
            </p:nvSpPr>
            <p:spPr>
              <a:xfrm>
                <a:off x="237545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h3442"/>
              <p:cNvSpPr/>
              <p:nvPr/>
            </p:nvSpPr>
            <p:spPr>
              <a:xfrm>
                <a:off x="238489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h3443"/>
              <p:cNvSpPr/>
              <p:nvPr/>
            </p:nvSpPr>
            <p:spPr>
              <a:xfrm>
                <a:off x="239433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h3444"/>
              <p:cNvSpPr/>
              <p:nvPr/>
            </p:nvSpPr>
            <p:spPr>
              <a:xfrm>
                <a:off x="240377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h3445"/>
              <p:cNvSpPr/>
              <p:nvPr/>
            </p:nvSpPr>
            <p:spPr>
              <a:xfrm>
                <a:off x="241321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h3446"/>
              <p:cNvSpPr/>
              <p:nvPr/>
            </p:nvSpPr>
            <p:spPr>
              <a:xfrm>
                <a:off x="242265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h3447"/>
              <p:cNvSpPr/>
              <p:nvPr/>
            </p:nvSpPr>
            <p:spPr>
              <a:xfrm>
                <a:off x="243209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h3448"/>
              <p:cNvSpPr/>
              <p:nvPr/>
            </p:nvSpPr>
            <p:spPr>
              <a:xfrm>
                <a:off x="244153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h3449"/>
              <p:cNvSpPr/>
              <p:nvPr/>
            </p:nvSpPr>
            <p:spPr>
              <a:xfrm>
                <a:off x="245097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h3450"/>
              <p:cNvSpPr/>
              <p:nvPr/>
            </p:nvSpPr>
            <p:spPr>
              <a:xfrm>
                <a:off x="246041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h3451"/>
              <p:cNvSpPr/>
              <p:nvPr/>
            </p:nvSpPr>
            <p:spPr>
              <a:xfrm>
                <a:off x="246985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h3452"/>
              <p:cNvSpPr/>
              <p:nvPr/>
            </p:nvSpPr>
            <p:spPr>
              <a:xfrm>
                <a:off x="247929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h3453"/>
              <p:cNvSpPr/>
              <p:nvPr/>
            </p:nvSpPr>
            <p:spPr>
              <a:xfrm>
                <a:off x="248873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h3454"/>
              <p:cNvSpPr/>
              <p:nvPr/>
            </p:nvSpPr>
            <p:spPr>
              <a:xfrm>
                <a:off x="249817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h3455"/>
              <p:cNvSpPr/>
              <p:nvPr/>
            </p:nvSpPr>
            <p:spPr>
              <a:xfrm>
                <a:off x="250761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h3456"/>
              <p:cNvSpPr/>
              <p:nvPr/>
            </p:nvSpPr>
            <p:spPr>
              <a:xfrm>
                <a:off x="251705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h3457"/>
              <p:cNvSpPr/>
              <p:nvPr/>
            </p:nvSpPr>
            <p:spPr>
              <a:xfrm>
                <a:off x="252650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h3458"/>
              <p:cNvSpPr/>
              <p:nvPr/>
            </p:nvSpPr>
            <p:spPr>
              <a:xfrm>
                <a:off x="253594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h3459"/>
              <p:cNvSpPr/>
              <p:nvPr/>
            </p:nvSpPr>
            <p:spPr>
              <a:xfrm>
                <a:off x="254538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h3460"/>
              <p:cNvSpPr/>
              <p:nvPr/>
            </p:nvSpPr>
            <p:spPr>
              <a:xfrm>
                <a:off x="255482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h3461"/>
              <p:cNvSpPr/>
              <p:nvPr/>
            </p:nvSpPr>
            <p:spPr>
              <a:xfrm>
                <a:off x="256426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h3462"/>
              <p:cNvSpPr/>
              <p:nvPr/>
            </p:nvSpPr>
            <p:spPr>
              <a:xfrm>
                <a:off x="257370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h3463"/>
              <p:cNvSpPr/>
              <p:nvPr/>
            </p:nvSpPr>
            <p:spPr>
              <a:xfrm>
                <a:off x="258314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h3464"/>
              <p:cNvSpPr/>
              <p:nvPr/>
            </p:nvSpPr>
            <p:spPr>
              <a:xfrm>
                <a:off x="259258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h3465"/>
              <p:cNvSpPr/>
              <p:nvPr/>
            </p:nvSpPr>
            <p:spPr>
              <a:xfrm>
                <a:off x="260202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h3466"/>
              <p:cNvSpPr/>
              <p:nvPr/>
            </p:nvSpPr>
            <p:spPr>
              <a:xfrm>
                <a:off x="2620902" y="204480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302" y="896909"/>
                    </a:lnTo>
                    <a:lnTo>
                      <a:pt x="913493" y="902437"/>
                    </a:lnTo>
                    <a:lnTo>
                      <a:pt x="914399" y="903525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h3467"/>
              <p:cNvSpPr/>
              <p:nvPr/>
            </p:nvSpPr>
            <p:spPr>
              <a:xfrm>
                <a:off x="2620902" y="2044803"/>
                <a:ext cx="922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35" h="914400">
                    <a:moveTo>
                      <a:pt x="914399" y="914400"/>
                    </a:moveTo>
                    <a:lnTo>
                      <a:pt x="914399" y="903525"/>
                    </a:lnTo>
                    <a:lnTo>
                      <a:pt x="918520" y="908467"/>
                    </a:lnTo>
                    <a:lnTo>
                      <a:pt x="922935" y="914400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h3468"/>
              <p:cNvSpPr/>
              <p:nvPr/>
            </p:nvSpPr>
            <p:spPr>
              <a:xfrm>
                <a:off x="3130675" y="20272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231" y="931853"/>
                    </a:lnTo>
                    <a:lnTo>
                      <a:pt x="910305" y="931526"/>
                    </a:lnTo>
                    <a:lnTo>
                      <a:pt x="910380" y="931198"/>
                    </a:lnTo>
                    <a:lnTo>
                      <a:pt x="910454" y="930870"/>
                    </a:lnTo>
                    <a:lnTo>
                      <a:pt x="910528" y="930542"/>
                    </a:lnTo>
                    <a:lnTo>
                      <a:pt x="910602" y="930214"/>
                    </a:lnTo>
                    <a:lnTo>
                      <a:pt x="910676" y="929887"/>
                    </a:lnTo>
                    <a:lnTo>
                      <a:pt x="910750" y="929559"/>
                    </a:lnTo>
                    <a:lnTo>
                      <a:pt x="910824" y="929231"/>
                    </a:lnTo>
                    <a:lnTo>
                      <a:pt x="910898" y="928903"/>
                    </a:lnTo>
                    <a:lnTo>
                      <a:pt x="910973" y="928576"/>
                    </a:lnTo>
                    <a:lnTo>
                      <a:pt x="911047" y="928248"/>
                    </a:lnTo>
                    <a:lnTo>
                      <a:pt x="911121" y="927920"/>
                    </a:lnTo>
                    <a:lnTo>
                      <a:pt x="911195" y="927592"/>
                    </a:lnTo>
                    <a:lnTo>
                      <a:pt x="911269" y="927264"/>
                    </a:lnTo>
                    <a:lnTo>
                      <a:pt x="911343" y="926937"/>
                    </a:lnTo>
                    <a:lnTo>
                      <a:pt x="911445" y="926486"/>
                    </a:lnTo>
                    <a:lnTo>
                      <a:pt x="911021" y="919941"/>
                    </a:lnTo>
                    <a:lnTo>
                      <a:pt x="910811" y="914400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h3469"/>
              <p:cNvSpPr/>
              <p:nvPr/>
            </p:nvSpPr>
            <p:spPr>
              <a:xfrm>
                <a:off x="313067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h3470"/>
              <p:cNvSpPr/>
              <p:nvPr/>
            </p:nvSpPr>
            <p:spPr>
              <a:xfrm>
                <a:off x="314011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h3471"/>
              <p:cNvSpPr/>
              <p:nvPr/>
            </p:nvSpPr>
            <p:spPr>
              <a:xfrm>
                <a:off x="314955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h3472"/>
              <p:cNvSpPr/>
              <p:nvPr/>
            </p:nvSpPr>
            <p:spPr>
              <a:xfrm>
                <a:off x="315899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h3473"/>
              <p:cNvSpPr/>
              <p:nvPr/>
            </p:nvSpPr>
            <p:spPr>
              <a:xfrm>
                <a:off x="316843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h3474"/>
              <p:cNvSpPr/>
              <p:nvPr/>
            </p:nvSpPr>
            <p:spPr>
              <a:xfrm>
                <a:off x="317787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h3475"/>
              <p:cNvSpPr/>
              <p:nvPr/>
            </p:nvSpPr>
            <p:spPr>
              <a:xfrm>
                <a:off x="318731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h3476"/>
              <p:cNvSpPr/>
              <p:nvPr/>
            </p:nvSpPr>
            <p:spPr>
              <a:xfrm>
                <a:off x="319675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E6C">
                  <a:alpha val="100000"/>
                </a:srgbClr>
              </a:solidFill>
              <a:ln w="5420" cap="flat">
                <a:solidFill>
                  <a:srgbClr val="FFAE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h3477"/>
              <p:cNvSpPr/>
              <p:nvPr/>
            </p:nvSpPr>
            <p:spPr>
              <a:xfrm>
                <a:off x="320619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h3478"/>
              <p:cNvSpPr/>
              <p:nvPr/>
            </p:nvSpPr>
            <p:spPr>
              <a:xfrm>
                <a:off x="321563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AD6B">
                  <a:alpha val="100000"/>
                </a:srgbClr>
              </a:solidFill>
              <a:ln w="5420" cap="flat">
                <a:solidFill>
                  <a:srgbClr val="FFAD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h3479"/>
              <p:cNvSpPr/>
              <p:nvPr/>
            </p:nvSpPr>
            <p:spPr>
              <a:xfrm>
                <a:off x="322507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AC6B">
                  <a:alpha val="100000"/>
                </a:srgbClr>
              </a:solidFill>
              <a:ln w="5420" cap="flat">
                <a:solidFill>
                  <a:srgbClr val="FFAC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h3480"/>
              <p:cNvSpPr/>
              <p:nvPr/>
            </p:nvSpPr>
            <p:spPr>
              <a:xfrm>
                <a:off x="323451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C6A">
                  <a:alpha val="100000"/>
                </a:srgbClr>
              </a:solidFill>
              <a:ln w="5420" cap="flat">
                <a:solidFill>
                  <a:srgbClr val="FEAC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h3481"/>
              <p:cNvSpPr/>
              <p:nvPr/>
            </p:nvSpPr>
            <p:spPr>
              <a:xfrm>
                <a:off x="324395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B6A">
                  <a:alpha val="100000"/>
                </a:srgbClr>
              </a:solidFill>
              <a:ln w="5420" cap="flat">
                <a:solidFill>
                  <a:srgbClr val="FEAB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h3482"/>
              <p:cNvSpPr/>
              <p:nvPr/>
            </p:nvSpPr>
            <p:spPr>
              <a:xfrm>
                <a:off x="325339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A">
                  <a:alpha val="100000"/>
                </a:srgbClr>
              </a:solidFill>
              <a:ln w="5420" cap="flat">
                <a:solidFill>
                  <a:srgbClr val="FEA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h3483"/>
              <p:cNvSpPr/>
              <p:nvPr/>
            </p:nvSpPr>
            <p:spPr>
              <a:xfrm>
                <a:off x="326283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h3484"/>
              <p:cNvSpPr/>
              <p:nvPr/>
            </p:nvSpPr>
            <p:spPr>
              <a:xfrm>
                <a:off x="327227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h3485"/>
              <p:cNvSpPr/>
              <p:nvPr/>
            </p:nvSpPr>
            <p:spPr>
              <a:xfrm>
                <a:off x="328171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h3486"/>
              <p:cNvSpPr/>
              <p:nvPr/>
            </p:nvSpPr>
            <p:spPr>
              <a:xfrm>
                <a:off x="329115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h3487"/>
              <p:cNvSpPr/>
              <p:nvPr/>
            </p:nvSpPr>
            <p:spPr>
              <a:xfrm>
                <a:off x="330059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h3488"/>
              <p:cNvSpPr/>
              <p:nvPr/>
            </p:nvSpPr>
            <p:spPr>
              <a:xfrm>
                <a:off x="331004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h3489"/>
              <p:cNvSpPr/>
              <p:nvPr/>
            </p:nvSpPr>
            <p:spPr>
              <a:xfrm>
                <a:off x="331948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h3490"/>
              <p:cNvSpPr/>
              <p:nvPr/>
            </p:nvSpPr>
            <p:spPr>
              <a:xfrm>
                <a:off x="332892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h3491"/>
              <p:cNvSpPr/>
              <p:nvPr/>
            </p:nvSpPr>
            <p:spPr>
              <a:xfrm>
                <a:off x="333836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h3492"/>
              <p:cNvSpPr/>
              <p:nvPr/>
            </p:nvSpPr>
            <p:spPr>
              <a:xfrm>
                <a:off x="334780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h3493"/>
              <p:cNvSpPr/>
              <p:nvPr/>
            </p:nvSpPr>
            <p:spPr>
              <a:xfrm>
                <a:off x="3357241" y="204480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22"/>
                    </a:lnTo>
                    <a:lnTo>
                      <a:pt x="922335" y="907456"/>
                    </a:lnTo>
                    <a:lnTo>
                      <a:pt x="919910" y="914400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h3494"/>
              <p:cNvSpPr/>
              <p:nvPr/>
            </p:nvSpPr>
            <p:spPr>
              <a:xfrm>
                <a:off x="3366681" y="2027233"/>
                <a:ext cx="916157" cy="920191"/>
              </a:xfrm>
              <a:custGeom>
                <a:avLst/>
                <a:gdLst/>
                <a:ahLst/>
                <a:cxnLst/>
                <a:rect l="0" t="0" r="0" b="0"/>
                <a:pathLst>
                  <a:path w="916157" h="920191">
                    <a:moveTo>
                      <a:pt x="914400" y="914400"/>
                    </a:moveTo>
                    <a:lnTo>
                      <a:pt x="916157" y="914400"/>
                    </a:lnTo>
                    <a:lnTo>
                      <a:pt x="915810" y="915659"/>
                    </a:lnTo>
                    <a:lnTo>
                      <a:pt x="914400" y="920191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h3495"/>
              <p:cNvSpPr/>
              <p:nvPr/>
            </p:nvSpPr>
            <p:spPr>
              <a:xfrm>
                <a:off x="2290494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37" y="931969"/>
                    </a:lnTo>
                    <a:lnTo>
                      <a:pt x="908175" y="922348"/>
                    </a:lnTo>
                    <a:lnTo>
                      <a:pt x="907654" y="920255"/>
                    </a:lnTo>
                    <a:lnTo>
                      <a:pt x="907135" y="918175"/>
                    </a:lnTo>
                    <a:lnTo>
                      <a:pt x="906617" y="916094"/>
                    </a:lnTo>
                    <a:lnTo>
                      <a:pt x="906195" y="914400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h3496"/>
              <p:cNvSpPr/>
              <p:nvPr/>
            </p:nvSpPr>
            <p:spPr>
              <a:xfrm>
                <a:off x="229049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h3497"/>
              <p:cNvSpPr/>
              <p:nvPr/>
            </p:nvSpPr>
            <p:spPr>
              <a:xfrm>
                <a:off x="229993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h3498"/>
              <p:cNvSpPr/>
              <p:nvPr/>
            </p:nvSpPr>
            <p:spPr>
              <a:xfrm>
                <a:off x="230937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h3499"/>
              <p:cNvSpPr/>
              <p:nvPr/>
            </p:nvSpPr>
            <p:spPr>
              <a:xfrm>
                <a:off x="231881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h3500"/>
              <p:cNvSpPr/>
              <p:nvPr/>
            </p:nvSpPr>
            <p:spPr>
              <a:xfrm>
                <a:off x="232825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h3501"/>
              <p:cNvSpPr/>
              <p:nvPr/>
            </p:nvSpPr>
            <p:spPr>
              <a:xfrm>
                <a:off x="233769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h3502"/>
              <p:cNvSpPr/>
              <p:nvPr/>
            </p:nvSpPr>
            <p:spPr>
              <a:xfrm>
                <a:off x="234713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h3503"/>
              <p:cNvSpPr/>
              <p:nvPr/>
            </p:nvSpPr>
            <p:spPr>
              <a:xfrm>
                <a:off x="235657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h3504"/>
              <p:cNvSpPr/>
              <p:nvPr/>
            </p:nvSpPr>
            <p:spPr>
              <a:xfrm>
                <a:off x="236601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h3505"/>
              <p:cNvSpPr/>
              <p:nvPr/>
            </p:nvSpPr>
            <p:spPr>
              <a:xfrm>
                <a:off x="237545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h3506"/>
              <p:cNvSpPr/>
              <p:nvPr/>
            </p:nvSpPr>
            <p:spPr>
              <a:xfrm>
                <a:off x="238489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h3507"/>
              <p:cNvSpPr/>
              <p:nvPr/>
            </p:nvSpPr>
            <p:spPr>
              <a:xfrm>
                <a:off x="239433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h3508"/>
              <p:cNvSpPr/>
              <p:nvPr/>
            </p:nvSpPr>
            <p:spPr>
              <a:xfrm>
                <a:off x="240377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h3509"/>
              <p:cNvSpPr/>
              <p:nvPr/>
            </p:nvSpPr>
            <p:spPr>
              <a:xfrm>
                <a:off x="241321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h3510"/>
              <p:cNvSpPr/>
              <p:nvPr/>
            </p:nvSpPr>
            <p:spPr>
              <a:xfrm>
                <a:off x="242265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h3511"/>
              <p:cNvSpPr/>
              <p:nvPr/>
            </p:nvSpPr>
            <p:spPr>
              <a:xfrm>
                <a:off x="243209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h3512"/>
              <p:cNvSpPr/>
              <p:nvPr/>
            </p:nvSpPr>
            <p:spPr>
              <a:xfrm>
                <a:off x="244153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h3513"/>
              <p:cNvSpPr/>
              <p:nvPr/>
            </p:nvSpPr>
            <p:spPr>
              <a:xfrm>
                <a:off x="245097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h3514"/>
              <p:cNvSpPr/>
              <p:nvPr/>
            </p:nvSpPr>
            <p:spPr>
              <a:xfrm>
                <a:off x="246041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h3515"/>
              <p:cNvSpPr/>
              <p:nvPr/>
            </p:nvSpPr>
            <p:spPr>
              <a:xfrm>
                <a:off x="246985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h3516"/>
              <p:cNvSpPr/>
              <p:nvPr/>
            </p:nvSpPr>
            <p:spPr>
              <a:xfrm>
                <a:off x="247929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h3517"/>
              <p:cNvSpPr/>
              <p:nvPr/>
            </p:nvSpPr>
            <p:spPr>
              <a:xfrm>
                <a:off x="248873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h3518"/>
              <p:cNvSpPr/>
              <p:nvPr/>
            </p:nvSpPr>
            <p:spPr>
              <a:xfrm>
                <a:off x="249817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h3519"/>
              <p:cNvSpPr/>
              <p:nvPr/>
            </p:nvSpPr>
            <p:spPr>
              <a:xfrm>
                <a:off x="250761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h3520"/>
              <p:cNvSpPr/>
              <p:nvPr/>
            </p:nvSpPr>
            <p:spPr>
              <a:xfrm>
                <a:off x="251705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6">
                  <a:alpha val="100000"/>
                </a:srgbClr>
              </a:solidFill>
              <a:ln w="5420" cap="flat">
                <a:solidFill>
                  <a:srgbClr val="F070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h3521"/>
              <p:cNvSpPr/>
              <p:nvPr/>
            </p:nvSpPr>
            <p:spPr>
              <a:xfrm>
                <a:off x="252650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h3522"/>
              <p:cNvSpPr/>
              <p:nvPr/>
            </p:nvSpPr>
            <p:spPr>
              <a:xfrm>
                <a:off x="253594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h3523"/>
              <p:cNvSpPr/>
              <p:nvPr/>
            </p:nvSpPr>
            <p:spPr>
              <a:xfrm>
                <a:off x="254538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h3524"/>
              <p:cNvSpPr/>
              <p:nvPr/>
            </p:nvSpPr>
            <p:spPr>
              <a:xfrm>
                <a:off x="255482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h3525"/>
              <p:cNvSpPr/>
              <p:nvPr/>
            </p:nvSpPr>
            <p:spPr>
              <a:xfrm>
                <a:off x="256426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h3526"/>
              <p:cNvSpPr/>
              <p:nvPr/>
            </p:nvSpPr>
            <p:spPr>
              <a:xfrm>
                <a:off x="257370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h3527"/>
              <p:cNvSpPr/>
              <p:nvPr/>
            </p:nvSpPr>
            <p:spPr>
              <a:xfrm>
                <a:off x="2592581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9" y="896878"/>
                    </a:lnTo>
                    <a:lnTo>
                      <a:pt x="914028" y="897052"/>
                    </a:lnTo>
                    <a:lnTo>
                      <a:pt x="914400" y="897293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h3528"/>
              <p:cNvSpPr/>
              <p:nvPr/>
            </p:nvSpPr>
            <p:spPr>
              <a:xfrm>
                <a:off x="2602022" y="202723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7293"/>
                    </a:lnTo>
                    <a:lnTo>
                      <a:pt x="905126" y="897400"/>
                    </a:lnTo>
                    <a:lnTo>
                      <a:pt x="905394" y="897574"/>
                    </a:lnTo>
                    <a:lnTo>
                      <a:pt x="905663" y="897748"/>
                    </a:lnTo>
                    <a:lnTo>
                      <a:pt x="905932" y="897922"/>
                    </a:lnTo>
                    <a:lnTo>
                      <a:pt x="906201" y="898096"/>
                    </a:lnTo>
                    <a:lnTo>
                      <a:pt x="906470" y="898270"/>
                    </a:lnTo>
                    <a:lnTo>
                      <a:pt x="906739" y="898444"/>
                    </a:lnTo>
                    <a:lnTo>
                      <a:pt x="907008" y="898618"/>
                    </a:lnTo>
                    <a:lnTo>
                      <a:pt x="907277" y="898792"/>
                    </a:lnTo>
                    <a:lnTo>
                      <a:pt x="907546" y="898966"/>
                    </a:lnTo>
                    <a:lnTo>
                      <a:pt x="907814" y="899140"/>
                    </a:lnTo>
                    <a:lnTo>
                      <a:pt x="908083" y="899314"/>
                    </a:lnTo>
                    <a:lnTo>
                      <a:pt x="908352" y="899488"/>
                    </a:lnTo>
                    <a:lnTo>
                      <a:pt x="908621" y="899663"/>
                    </a:lnTo>
                    <a:lnTo>
                      <a:pt x="908890" y="899837"/>
                    </a:lnTo>
                    <a:lnTo>
                      <a:pt x="909159" y="900011"/>
                    </a:lnTo>
                    <a:lnTo>
                      <a:pt x="909428" y="900185"/>
                    </a:lnTo>
                    <a:lnTo>
                      <a:pt x="909696" y="900359"/>
                    </a:lnTo>
                    <a:lnTo>
                      <a:pt x="909965" y="900533"/>
                    </a:lnTo>
                    <a:lnTo>
                      <a:pt x="910234" y="900707"/>
                    </a:lnTo>
                    <a:lnTo>
                      <a:pt x="910503" y="900881"/>
                    </a:lnTo>
                    <a:lnTo>
                      <a:pt x="910772" y="901055"/>
                    </a:lnTo>
                    <a:lnTo>
                      <a:pt x="914399" y="903607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h3529"/>
              <p:cNvSpPr/>
              <p:nvPr/>
            </p:nvSpPr>
            <p:spPr>
              <a:xfrm>
                <a:off x="2611462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607"/>
                    </a:lnTo>
                    <a:lnTo>
                      <a:pt x="906926" y="904990"/>
                    </a:lnTo>
                    <a:lnTo>
                      <a:pt x="912401" y="909468"/>
                    </a:lnTo>
                    <a:lnTo>
                      <a:pt x="914400" y="911343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h3530"/>
              <p:cNvSpPr/>
              <p:nvPr/>
            </p:nvSpPr>
            <p:spPr>
              <a:xfrm>
                <a:off x="2611462" y="2027233"/>
                <a:ext cx="917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57" h="914400">
                    <a:moveTo>
                      <a:pt x="914400" y="914400"/>
                    </a:moveTo>
                    <a:lnTo>
                      <a:pt x="914400" y="911343"/>
                    </a:lnTo>
                    <a:lnTo>
                      <a:pt x="917657" y="914400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h3531"/>
              <p:cNvSpPr/>
              <p:nvPr/>
            </p:nvSpPr>
            <p:spPr>
              <a:xfrm>
                <a:off x="3130675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811" y="931969"/>
                    </a:lnTo>
                    <a:lnTo>
                      <a:pt x="910623" y="927008"/>
                    </a:lnTo>
                    <a:lnTo>
                      <a:pt x="910541" y="923609"/>
                    </a:lnTo>
                    <a:lnTo>
                      <a:pt x="910458" y="920213"/>
                    </a:lnTo>
                    <a:lnTo>
                      <a:pt x="910375" y="916816"/>
                    </a:lnTo>
                    <a:lnTo>
                      <a:pt x="910316" y="914400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h3532"/>
              <p:cNvSpPr/>
              <p:nvPr/>
            </p:nvSpPr>
            <p:spPr>
              <a:xfrm>
                <a:off x="313067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A69">
                  <a:alpha val="100000"/>
                </a:srgbClr>
              </a:solidFill>
              <a:ln w="5420" cap="flat">
                <a:solidFill>
                  <a:srgbClr val="FEAA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h3533"/>
              <p:cNvSpPr/>
              <p:nvPr/>
            </p:nvSpPr>
            <p:spPr>
              <a:xfrm>
                <a:off x="314011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h3534"/>
              <p:cNvSpPr/>
              <p:nvPr/>
            </p:nvSpPr>
            <p:spPr>
              <a:xfrm>
                <a:off x="314955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h3535"/>
              <p:cNvSpPr/>
              <p:nvPr/>
            </p:nvSpPr>
            <p:spPr>
              <a:xfrm>
                <a:off x="315899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h3536"/>
              <p:cNvSpPr/>
              <p:nvPr/>
            </p:nvSpPr>
            <p:spPr>
              <a:xfrm>
                <a:off x="316843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969">
                  <a:alpha val="100000"/>
                </a:srgbClr>
              </a:solidFill>
              <a:ln w="5420" cap="flat">
                <a:solidFill>
                  <a:srgbClr val="FEA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h3537"/>
              <p:cNvSpPr/>
              <p:nvPr/>
            </p:nvSpPr>
            <p:spPr>
              <a:xfrm>
                <a:off x="317787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h3538"/>
              <p:cNvSpPr/>
              <p:nvPr/>
            </p:nvSpPr>
            <p:spPr>
              <a:xfrm>
                <a:off x="318731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868">
                  <a:alpha val="100000"/>
                </a:srgbClr>
              </a:solidFill>
              <a:ln w="5420" cap="flat">
                <a:solidFill>
                  <a:srgbClr val="FEA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h3539"/>
              <p:cNvSpPr/>
              <p:nvPr/>
            </p:nvSpPr>
            <p:spPr>
              <a:xfrm>
                <a:off x="319675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h3540"/>
              <p:cNvSpPr/>
              <p:nvPr/>
            </p:nvSpPr>
            <p:spPr>
              <a:xfrm>
                <a:off x="320619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768">
                  <a:alpha val="100000"/>
                </a:srgbClr>
              </a:solidFill>
              <a:ln w="5420" cap="flat">
                <a:solidFill>
                  <a:srgbClr val="FEA7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h3541"/>
              <p:cNvSpPr/>
              <p:nvPr/>
            </p:nvSpPr>
            <p:spPr>
              <a:xfrm>
                <a:off x="321563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h3542"/>
              <p:cNvSpPr/>
              <p:nvPr/>
            </p:nvSpPr>
            <p:spPr>
              <a:xfrm>
                <a:off x="322507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h3543"/>
              <p:cNvSpPr/>
              <p:nvPr/>
            </p:nvSpPr>
            <p:spPr>
              <a:xfrm>
                <a:off x="323451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h3544"/>
              <p:cNvSpPr/>
              <p:nvPr/>
            </p:nvSpPr>
            <p:spPr>
              <a:xfrm>
                <a:off x="324395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h3545"/>
              <p:cNvSpPr/>
              <p:nvPr/>
            </p:nvSpPr>
            <p:spPr>
              <a:xfrm>
                <a:off x="325339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h3546"/>
              <p:cNvSpPr/>
              <p:nvPr/>
            </p:nvSpPr>
            <p:spPr>
              <a:xfrm>
                <a:off x="326283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h3547"/>
              <p:cNvSpPr/>
              <p:nvPr/>
            </p:nvSpPr>
            <p:spPr>
              <a:xfrm>
                <a:off x="327227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h3548"/>
              <p:cNvSpPr/>
              <p:nvPr/>
            </p:nvSpPr>
            <p:spPr>
              <a:xfrm>
                <a:off x="328171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h3549"/>
              <p:cNvSpPr/>
              <p:nvPr/>
            </p:nvSpPr>
            <p:spPr>
              <a:xfrm>
                <a:off x="329115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h3550"/>
              <p:cNvSpPr/>
              <p:nvPr/>
            </p:nvSpPr>
            <p:spPr>
              <a:xfrm>
                <a:off x="330059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h3551"/>
              <p:cNvSpPr/>
              <p:nvPr/>
            </p:nvSpPr>
            <p:spPr>
              <a:xfrm>
                <a:off x="331004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h3552"/>
              <p:cNvSpPr/>
              <p:nvPr/>
            </p:nvSpPr>
            <p:spPr>
              <a:xfrm>
                <a:off x="331948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h3553"/>
              <p:cNvSpPr/>
              <p:nvPr/>
            </p:nvSpPr>
            <p:spPr>
              <a:xfrm>
                <a:off x="332892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h3554"/>
              <p:cNvSpPr/>
              <p:nvPr/>
            </p:nvSpPr>
            <p:spPr>
              <a:xfrm>
                <a:off x="333836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h3555"/>
              <p:cNvSpPr/>
              <p:nvPr/>
            </p:nvSpPr>
            <p:spPr>
              <a:xfrm>
                <a:off x="334780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h3556"/>
              <p:cNvSpPr/>
              <p:nvPr/>
            </p:nvSpPr>
            <p:spPr>
              <a:xfrm>
                <a:off x="335724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h3557"/>
              <p:cNvSpPr/>
              <p:nvPr/>
            </p:nvSpPr>
            <p:spPr>
              <a:xfrm>
                <a:off x="3366681" y="2027233"/>
                <a:ext cx="920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6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685" y="896830"/>
                    </a:lnTo>
                    <a:lnTo>
                      <a:pt x="918464" y="906027"/>
                    </a:lnTo>
                    <a:lnTo>
                      <a:pt x="916157" y="914400"/>
                    </a:lnTo>
                    <a:close/>
                  </a:path>
                </a:pathLst>
              </a:custGeom>
              <a:solidFill>
                <a:srgbClr val="FD9C62">
                  <a:alpha val="100000"/>
                </a:srgbClr>
              </a:solidFill>
              <a:ln w="5420" cap="flat">
                <a:solidFill>
                  <a:srgbClr val="FD9C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h3558"/>
              <p:cNvSpPr/>
              <p:nvPr/>
            </p:nvSpPr>
            <p:spPr>
              <a:xfrm>
                <a:off x="2281053" y="1992094"/>
                <a:ext cx="914400" cy="9270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15">
                    <a:moveTo>
                      <a:pt x="914400" y="914400"/>
                    </a:moveTo>
                    <a:lnTo>
                      <a:pt x="914400" y="927015"/>
                    </a:lnTo>
                    <a:lnTo>
                      <a:pt x="913982" y="925342"/>
                    </a:lnTo>
                    <a:lnTo>
                      <a:pt x="913463" y="923262"/>
                    </a:lnTo>
                    <a:lnTo>
                      <a:pt x="913181" y="922132"/>
                    </a:lnTo>
                    <a:lnTo>
                      <a:pt x="911754" y="920336"/>
                    </a:lnTo>
                    <a:lnTo>
                      <a:pt x="907526" y="914400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h3559"/>
              <p:cNvSpPr/>
              <p:nvPr/>
            </p:nvSpPr>
            <p:spPr>
              <a:xfrm>
                <a:off x="228105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35" y="931969"/>
                    </a:lnTo>
                    <a:lnTo>
                      <a:pt x="915539" y="931584"/>
                    </a:lnTo>
                    <a:lnTo>
                      <a:pt x="915020" y="929503"/>
                    </a:lnTo>
                    <a:lnTo>
                      <a:pt x="914501" y="927423"/>
                    </a:lnTo>
                    <a:lnTo>
                      <a:pt x="914400" y="927015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h3560"/>
              <p:cNvSpPr/>
              <p:nvPr/>
            </p:nvSpPr>
            <p:spPr>
              <a:xfrm>
                <a:off x="229049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h3561"/>
              <p:cNvSpPr/>
              <p:nvPr/>
            </p:nvSpPr>
            <p:spPr>
              <a:xfrm>
                <a:off x="229993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h3562"/>
              <p:cNvSpPr/>
              <p:nvPr/>
            </p:nvSpPr>
            <p:spPr>
              <a:xfrm>
                <a:off x="230937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h3563"/>
              <p:cNvSpPr/>
              <p:nvPr/>
            </p:nvSpPr>
            <p:spPr>
              <a:xfrm>
                <a:off x="231881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h3564"/>
              <p:cNvSpPr/>
              <p:nvPr/>
            </p:nvSpPr>
            <p:spPr>
              <a:xfrm>
                <a:off x="232825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h3565"/>
              <p:cNvSpPr/>
              <p:nvPr/>
            </p:nvSpPr>
            <p:spPr>
              <a:xfrm>
                <a:off x="233769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h3566"/>
              <p:cNvSpPr/>
              <p:nvPr/>
            </p:nvSpPr>
            <p:spPr>
              <a:xfrm>
                <a:off x="234713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h3567"/>
              <p:cNvSpPr/>
              <p:nvPr/>
            </p:nvSpPr>
            <p:spPr>
              <a:xfrm>
                <a:off x="235657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h3568"/>
              <p:cNvSpPr/>
              <p:nvPr/>
            </p:nvSpPr>
            <p:spPr>
              <a:xfrm>
                <a:off x="236601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h3569"/>
              <p:cNvSpPr/>
              <p:nvPr/>
            </p:nvSpPr>
            <p:spPr>
              <a:xfrm>
                <a:off x="237545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h3570"/>
              <p:cNvSpPr/>
              <p:nvPr/>
            </p:nvSpPr>
            <p:spPr>
              <a:xfrm>
                <a:off x="238489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h3571"/>
              <p:cNvSpPr/>
              <p:nvPr/>
            </p:nvSpPr>
            <p:spPr>
              <a:xfrm>
                <a:off x="239433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h3572"/>
              <p:cNvSpPr/>
              <p:nvPr/>
            </p:nvSpPr>
            <p:spPr>
              <a:xfrm>
                <a:off x="240377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h3573"/>
              <p:cNvSpPr/>
              <p:nvPr/>
            </p:nvSpPr>
            <p:spPr>
              <a:xfrm>
                <a:off x="241321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h3574"/>
              <p:cNvSpPr/>
              <p:nvPr/>
            </p:nvSpPr>
            <p:spPr>
              <a:xfrm>
                <a:off x="242265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h3575"/>
              <p:cNvSpPr/>
              <p:nvPr/>
            </p:nvSpPr>
            <p:spPr>
              <a:xfrm>
                <a:off x="243209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h3576"/>
              <p:cNvSpPr/>
              <p:nvPr/>
            </p:nvSpPr>
            <p:spPr>
              <a:xfrm>
                <a:off x="244153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h3577"/>
              <p:cNvSpPr/>
              <p:nvPr/>
            </p:nvSpPr>
            <p:spPr>
              <a:xfrm>
                <a:off x="245097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h3578"/>
              <p:cNvSpPr/>
              <p:nvPr/>
            </p:nvSpPr>
            <p:spPr>
              <a:xfrm>
                <a:off x="246041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h3579"/>
              <p:cNvSpPr/>
              <p:nvPr/>
            </p:nvSpPr>
            <p:spPr>
              <a:xfrm>
                <a:off x="246985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h3580"/>
              <p:cNvSpPr/>
              <p:nvPr/>
            </p:nvSpPr>
            <p:spPr>
              <a:xfrm>
                <a:off x="247929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h3581"/>
              <p:cNvSpPr/>
              <p:nvPr/>
            </p:nvSpPr>
            <p:spPr>
              <a:xfrm>
                <a:off x="248873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h3582"/>
              <p:cNvSpPr/>
              <p:nvPr/>
            </p:nvSpPr>
            <p:spPr>
              <a:xfrm>
                <a:off x="249817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h3583"/>
              <p:cNvSpPr/>
              <p:nvPr/>
            </p:nvSpPr>
            <p:spPr>
              <a:xfrm>
                <a:off x="250761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h3584"/>
              <p:cNvSpPr/>
              <p:nvPr/>
            </p:nvSpPr>
            <p:spPr>
              <a:xfrm>
                <a:off x="251705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h3585"/>
              <p:cNvSpPr/>
              <p:nvPr/>
            </p:nvSpPr>
            <p:spPr>
              <a:xfrm>
                <a:off x="252650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h3586"/>
              <p:cNvSpPr/>
              <p:nvPr/>
            </p:nvSpPr>
            <p:spPr>
              <a:xfrm>
                <a:off x="253594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h3587"/>
              <p:cNvSpPr/>
              <p:nvPr/>
            </p:nvSpPr>
            <p:spPr>
              <a:xfrm>
                <a:off x="254538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h3588"/>
              <p:cNvSpPr/>
              <p:nvPr/>
            </p:nvSpPr>
            <p:spPr>
              <a:xfrm>
                <a:off x="255482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h3589"/>
              <p:cNvSpPr/>
              <p:nvPr/>
            </p:nvSpPr>
            <p:spPr>
              <a:xfrm>
                <a:off x="256426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h3590"/>
              <p:cNvSpPr/>
              <p:nvPr/>
            </p:nvSpPr>
            <p:spPr>
              <a:xfrm>
                <a:off x="2583141" y="200966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970" y="896830"/>
                    </a:lnTo>
                    <a:lnTo>
                      <a:pt x="914399" y="897656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h3591"/>
              <p:cNvSpPr/>
              <p:nvPr/>
            </p:nvSpPr>
            <p:spPr>
              <a:xfrm>
                <a:off x="2583141" y="2009664"/>
                <a:ext cx="92312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24" h="914400">
                    <a:moveTo>
                      <a:pt x="914399" y="914400"/>
                    </a:moveTo>
                    <a:lnTo>
                      <a:pt x="914399" y="897656"/>
                    </a:lnTo>
                    <a:lnTo>
                      <a:pt x="917249" y="903143"/>
                    </a:lnTo>
                    <a:lnTo>
                      <a:pt x="922661" y="914100"/>
                    </a:lnTo>
                    <a:lnTo>
                      <a:pt x="922930" y="914274"/>
                    </a:lnTo>
                    <a:lnTo>
                      <a:pt x="923124" y="914400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h3592"/>
              <p:cNvSpPr/>
              <p:nvPr/>
            </p:nvSpPr>
            <p:spPr>
              <a:xfrm>
                <a:off x="3130675" y="199209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16" y="931969"/>
                    </a:lnTo>
                    <a:lnTo>
                      <a:pt x="910292" y="930989"/>
                    </a:lnTo>
                    <a:lnTo>
                      <a:pt x="910210" y="927593"/>
                    </a:lnTo>
                    <a:lnTo>
                      <a:pt x="910127" y="924196"/>
                    </a:lnTo>
                    <a:lnTo>
                      <a:pt x="910044" y="920800"/>
                    </a:lnTo>
                    <a:lnTo>
                      <a:pt x="909961" y="917401"/>
                    </a:lnTo>
                    <a:lnTo>
                      <a:pt x="909930" y="914400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h3593"/>
              <p:cNvSpPr/>
              <p:nvPr/>
            </p:nvSpPr>
            <p:spPr>
              <a:xfrm>
                <a:off x="313067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h3594"/>
              <p:cNvSpPr/>
              <p:nvPr/>
            </p:nvSpPr>
            <p:spPr>
              <a:xfrm>
                <a:off x="314011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h3595"/>
              <p:cNvSpPr/>
              <p:nvPr/>
            </p:nvSpPr>
            <p:spPr>
              <a:xfrm>
                <a:off x="314955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h3596"/>
              <p:cNvSpPr/>
              <p:nvPr/>
            </p:nvSpPr>
            <p:spPr>
              <a:xfrm>
                <a:off x="315899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h3597"/>
              <p:cNvSpPr/>
              <p:nvPr/>
            </p:nvSpPr>
            <p:spPr>
              <a:xfrm>
                <a:off x="316843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h3598"/>
              <p:cNvSpPr/>
              <p:nvPr/>
            </p:nvSpPr>
            <p:spPr>
              <a:xfrm>
                <a:off x="317787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h3599"/>
              <p:cNvSpPr/>
              <p:nvPr/>
            </p:nvSpPr>
            <p:spPr>
              <a:xfrm>
                <a:off x="318731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h3600"/>
              <p:cNvSpPr/>
              <p:nvPr/>
            </p:nvSpPr>
            <p:spPr>
              <a:xfrm>
                <a:off x="319675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h3601"/>
              <p:cNvSpPr/>
              <p:nvPr/>
            </p:nvSpPr>
            <p:spPr>
              <a:xfrm>
                <a:off x="320619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164">
                  <a:alpha val="100000"/>
                </a:srgbClr>
              </a:solidFill>
              <a:ln w="5420" cap="flat">
                <a:solidFill>
                  <a:srgbClr val="FEA1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h3602"/>
              <p:cNvSpPr/>
              <p:nvPr/>
            </p:nvSpPr>
            <p:spPr>
              <a:xfrm>
                <a:off x="321563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h3603"/>
              <p:cNvSpPr/>
              <p:nvPr/>
            </p:nvSpPr>
            <p:spPr>
              <a:xfrm>
                <a:off x="322507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h3604"/>
              <p:cNvSpPr/>
              <p:nvPr/>
            </p:nvSpPr>
            <p:spPr>
              <a:xfrm>
                <a:off x="323451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h3605"/>
              <p:cNvSpPr/>
              <p:nvPr/>
            </p:nvSpPr>
            <p:spPr>
              <a:xfrm>
                <a:off x="324395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h3606"/>
              <p:cNvSpPr/>
              <p:nvPr/>
            </p:nvSpPr>
            <p:spPr>
              <a:xfrm>
                <a:off x="325339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h3607"/>
              <p:cNvSpPr/>
              <p:nvPr/>
            </p:nvSpPr>
            <p:spPr>
              <a:xfrm>
                <a:off x="326283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h3608"/>
              <p:cNvSpPr/>
              <p:nvPr/>
            </p:nvSpPr>
            <p:spPr>
              <a:xfrm>
                <a:off x="327227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h3609"/>
              <p:cNvSpPr/>
              <p:nvPr/>
            </p:nvSpPr>
            <p:spPr>
              <a:xfrm>
                <a:off x="328171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h3610"/>
              <p:cNvSpPr/>
              <p:nvPr/>
            </p:nvSpPr>
            <p:spPr>
              <a:xfrm>
                <a:off x="329115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h3611"/>
              <p:cNvSpPr/>
              <p:nvPr/>
            </p:nvSpPr>
            <p:spPr>
              <a:xfrm>
                <a:off x="330059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h3612"/>
              <p:cNvSpPr/>
              <p:nvPr/>
            </p:nvSpPr>
            <p:spPr>
              <a:xfrm>
                <a:off x="331004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h3613"/>
              <p:cNvSpPr/>
              <p:nvPr/>
            </p:nvSpPr>
            <p:spPr>
              <a:xfrm>
                <a:off x="331948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h3614"/>
              <p:cNvSpPr/>
              <p:nvPr/>
            </p:nvSpPr>
            <p:spPr>
              <a:xfrm>
                <a:off x="332892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h3615"/>
              <p:cNvSpPr/>
              <p:nvPr/>
            </p:nvSpPr>
            <p:spPr>
              <a:xfrm>
                <a:off x="333836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h3616"/>
              <p:cNvSpPr/>
              <p:nvPr/>
            </p:nvSpPr>
            <p:spPr>
              <a:xfrm>
                <a:off x="334780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h3617"/>
              <p:cNvSpPr/>
              <p:nvPr/>
            </p:nvSpPr>
            <p:spPr>
              <a:xfrm>
                <a:off x="335724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h3618"/>
              <p:cNvSpPr/>
              <p:nvPr/>
            </p:nvSpPr>
            <p:spPr>
              <a:xfrm>
                <a:off x="3366681" y="20096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671"/>
                    </a:lnTo>
                    <a:lnTo>
                      <a:pt x="922956" y="903636"/>
                    </a:lnTo>
                    <a:lnTo>
                      <a:pt x="920848" y="913724"/>
                    </a:lnTo>
                    <a:lnTo>
                      <a:pt x="920685" y="914400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h3619"/>
              <p:cNvSpPr/>
              <p:nvPr/>
            </p:nvSpPr>
            <p:spPr>
              <a:xfrm>
                <a:off x="3376121" y="1992094"/>
                <a:ext cx="914727" cy="916241"/>
              </a:xfrm>
              <a:custGeom>
                <a:avLst/>
                <a:gdLst/>
                <a:ahLst/>
                <a:cxnLst/>
                <a:rect l="0" t="0" r="0" b="0"/>
                <a:pathLst>
                  <a:path w="914727" h="916241">
                    <a:moveTo>
                      <a:pt x="914400" y="914400"/>
                    </a:moveTo>
                    <a:lnTo>
                      <a:pt x="914727" y="914400"/>
                    </a:lnTo>
                    <a:lnTo>
                      <a:pt x="914400" y="916241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h3620"/>
              <p:cNvSpPr/>
              <p:nvPr/>
            </p:nvSpPr>
            <p:spPr>
              <a:xfrm>
                <a:off x="2271613" y="1974524"/>
                <a:ext cx="914400" cy="9280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31">
                    <a:moveTo>
                      <a:pt x="914400" y="914400"/>
                    </a:moveTo>
                    <a:lnTo>
                      <a:pt x="914400" y="928031"/>
                    </a:lnTo>
                    <a:lnTo>
                      <a:pt x="912048" y="924361"/>
                    </a:lnTo>
                    <a:lnTo>
                      <a:pt x="907769" y="916948"/>
                    </a:lnTo>
                    <a:lnTo>
                      <a:pt x="906442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h3621"/>
              <p:cNvSpPr/>
              <p:nvPr/>
            </p:nvSpPr>
            <p:spPr>
              <a:xfrm>
                <a:off x="227161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66" y="931969"/>
                    </a:lnTo>
                    <a:lnTo>
                      <a:pt x="916528" y="931353"/>
                    </a:lnTo>
                    <a:lnTo>
                      <a:pt x="914400" y="928031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h3622"/>
              <p:cNvSpPr/>
              <p:nvPr/>
            </p:nvSpPr>
            <p:spPr>
              <a:xfrm>
                <a:off x="228105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h3623"/>
              <p:cNvSpPr/>
              <p:nvPr/>
            </p:nvSpPr>
            <p:spPr>
              <a:xfrm>
                <a:off x="229049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h3624"/>
              <p:cNvSpPr/>
              <p:nvPr/>
            </p:nvSpPr>
            <p:spPr>
              <a:xfrm>
                <a:off x="229993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h3625"/>
              <p:cNvSpPr/>
              <p:nvPr/>
            </p:nvSpPr>
            <p:spPr>
              <a:xfrm>
                <a:off x="230937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h3626"/>
              <p:cNvSpPr/>
              <p:nvPr/>
            </p:nvSpPr>
            <p:spPr>
              <a:xfrm>
                <a:off x="231881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h3627"/>
              <p:cNvSpPr/>
              <p:nvPr/>
            </p:nvSpPr>
            <p:spPr>
              <a:xfrm>
                <a:off x="232825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h3628"/>
              <p:cNvSpPr/>
              <p:nvPr/>
            </p:nvSpPr>
            <p:spPr>
              <a:xfrm>
                <a:off x="233769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h3629"/>
              <p:cNvSpPr/>
              <p:nvPr/>
            </p:nvSpPr>
            <p:spPr>
              <a:xfrm>
                <a:off x="234713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h3630"/>
              <p:cNvSpPr/>
              <p:nvPr/>
            </p:nvSpPr>
            <p:spPr>
              <a:xfrm>
                <a:off x="235657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h3631"/>
              <p:cNvSpPr/>
              <p:nvPr/>
            </p:nvSpPr>
            <p:spPr>
              <a:xfrm>
                <a:off x="236601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h3632"/>
              <p:cNvSpPr/>
              <p:nvPr/>
            </p:nvSpPr>
            <p:spPr>
              <a:xfrm>
                <a:off x="237545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h3633"/>
              <p:cNvSpPr/>
              <p:nvPr/>
            </p:nvSpPr>
            <p:spPr>
              <a:xfrm>
                <a:off x="238489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h3634"/>
              <p:cNvSpPr/>
              <p:nvPr/>
            </p:nvSpPr>
            <p:spPr>
              <a:xfrm>
                <a:off x="239433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h3635"/>
              <p:cNvSpPr/>
              <p:nvPr/>
            </p:nvSpPr>
            <p:spPr>
              <a:xfrm>
                <a:off x="240377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h3636"/>
              <p:cNvSpPr/>
              <p:nvPr/>
            </p:nvSpPr>
            <p:spPr>
              <a:xfrm>
                <a:off x="241321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h3637"/>
              <p:cNvSpPr/>
              <p:nvPr/>
            </p:nvSpPr>
            <p:spPr>
              <a:xfrm>
                <a:off x="242265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h3638"/>
              <p:cNvSpPr/>
              <p:nvPr/>
            </p:nvSpPr>
            <p:spPr>
              <a:xfrm>
                <a:off x="243209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h3639"/>
              <p:cNvSpPr/>
              <p:nvPr/>
            </p:nvSpPr>
            <p:spPr>
              <a:xfrm>
                <a:off x="244153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h3640"/>
              <p:cNvSpPr/>
              <p:nvPr/>
            </p:nvSpPr>
            <p:spPr>
              <a:xfrm>
                <a:off x="245097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h3641"/>
              <p:cNvSpPr/>
              <p:nvPr/>
            </p:nvSpPr>
            <p:spPr>
              <a:xfrm>
                <a:off x="246041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h3642"/>
              <p:cNvSpPr/>
              <p:nvPr/>
            </p:nvSpPr>
            <p:spPr>
              <a:xfrm>
                <a:off x="246985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h3643"/>
              <p:cNvSpPr/>
              <p:nvPr/>
            </p:nvSpPr>
            <p:spPr>
              <a:xfrm>
                <a:off x="247929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h3644"/>
              <p:cNvSpPr/>
              <p:nvPr/>
            </p:nvSpPr>
            <p:spPr>
              <a:xfrm>
                <a:off x="248873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h3645"/>
              <p:cNvSpPr/>
              <p:nvPr/>
            </p:nvSpPr>
            <p:spPr>
              <a:xfrm>
                <a:off x="249817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h3646"/>
              <p:cNvSpPr/>
              <p:nvPr/>
            </p:nvSpPr>
            <p:spPr>
              <a:xfrm>
                <a:off x="250761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h3647"/>
              <p:cNvSpPr/>
              <p:nvPr/>
            </p:nvSpPr>
            <p:spPr>
              <a:xfrm>
                <a:off x="251705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h3648"/>
              <p:cNvSpPr/>
              <p:nvPr/>
            </p:nvSpPr>
            <p:spPr>
              <a:xfrm>
                <a:off x="252650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h3649"/>
              <p:cNvSpPr/>
              <p:nvPr/>
            </p:nvSpPr>
            <p:spPr>
              <a:xfrm>
                <a:off x="253594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h3650"/>
              <p:cNvSpPr/>
              <p:nvPr/>
            </p:nvSpPr>
            <p:spPr>
              <a:xfrm>
                <a:off x="254538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h3651"/>
              <p:cNvSpPr/>
              <p:nvPr/>
            </p:nvSpPr>
            <p:spPr>
              <a:xfrm>
                <a:off x="255482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h3652"/>
              <p:cNvSpPr/>
              <p:nvPr/>
            </p:nvSpPr>
            <p:spPr>
              <a:xfrm>
                <a:off x="2573701" y="1992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81" y="896830"/>
                    </a:lnTo>
                    <a:lnTo>
                      <a:pt x="913194" y="897401"/>
                    </a:lnTo>
                    <a:lnTo>
                      <a:pt x="914400" y="899268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h3653"/>
              <p:cNvSpPr/>
              <p:nvPr/>
            </p:nvSpPr>
            <p:spPr>
              <a:xfrm>
                <a:off x="2573701" y="1992094"/>
                <a:ext cx="92341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11" h="914400">
                    <a:moveTo>
                      <a:pt x="914400" y="914400"/>
                    </a:moveTo>
                    <a:lnTo>
                      <a:pt x="914400" y="899268"/>
                    </a:lnTo>
                    <a:lnTo>
                      <a:pt x="917917" y="904714"/>
                    </a:lnTo>
                    <a:lnTo>
                      <a:pt x="922420" y="912492"/>
                    </a:lnTo>
                    <a:lnTo>
                      <a:pt x="923411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h3654"/>
              <p:cNvSpPr/>
              <p:nvPr/>
            </p:nvSpPr>
            <p:spPr>
              <a:xfrm>
                <a:off x="3130675" y="197452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930" y="931969"/>
                    </a:lnTo>
                    <a:lnTo>
                      <a:pt x="909847" y="923777"/>
                    </a:lnTo>
                    <a:lnTo>
                      <a:pt x="910019" y="914400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h3655"/>
              <p:cNvSpPr/>
              <p:nvPr/>
            </p:nvSpPr>
            <p:spPr>
              <a:xfrm>
                <a:off x="313067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4">
                  <a:alpha val="100000"/>
                </a:srgbClr>
              </a:solidFill>
              <a:ln w="5420" cap="flat">
                <a:solidFill>
                  <a:srgbClr val="FEA0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h3656"/>
              <p:cNvSpPr/>
              <p:nvPr/>
            </p:nvSpPr>
            <p:spPr>
              <a:xfrm>
                <a:off x="314011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063">
                  <a:alpha val="100000"/>
                </a:srgbClr>
              </a:solidFill>
              <a:ln w="5420" cap="flat">
                <a:solidFill>
                  <a:srgbClr val="FEA0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h3657"/>
              <p:cNvSpPr/>
              <p:nvPr/>
            </p:nvSpPr>
            <p:spPr>
              <a:xfrm>
                <a:off x="314955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F63">
                  <a:alpha val="100000"/>
                </a:srgbClr>
              </a:solidFill>
              <a:ln w="5420" cap="flat">
                <a:solidFill>
                  <a:srgbClr val="FE9F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h3658"/>
              <p:cNvSpPr/>
              <p:nvPr/>
            </p:nvSpPr>
            <p:spPr>
              <a:xfrm>
                <a:off x="315899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3">
                  <a:alpha val="100000"/>
                </a:srgbClr>
              </a:solidFill>
              <a:ln w="5420" cap="flat">
                <a:solidFill>
                  <a:srgbClr val="FE9E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h3659"/>
              <p:cNvSpPr/>
              <p:nvPr/>
            </p:nvSpPr>
            <p:spPr>
              <a:xfrm>
                <a:off x="316843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h3660"/>
              <p:cNvSpPr/>
              <p:nvPr/>
            </p:nvSpPr>
            <p:spPr>
              <a:xfrm>
                <a:off x="317787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9D62">
                  <a:alpha val="100000"/>
                </a:srgbClr>
              </a:solidFill>
              <a:ln w="5420" cap="flat">
                <a:solidFill>
                  <a:srgbClr val="FE9D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h3661"/>
              <p:cNvSpPr/>
              <p:nvPr/>
            </p:nvSpPr>
            <p:spPr>
              <a:xfrm>
                <a:off x="318731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h3662"/>
              <p:cNvSpPr/>
              <p:nvPr/>
            </p:nvSpPr>
            <p:spPr>
              <a:xfrm>
                <a:off x="319675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h3663"/>
              <p:cNvSpPr/>
              <p:nvPr/>
            </p:nvSpPr>
            <p:spPr>
              <a:xfrm>
                <a:off x="320619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h3664"/>
              <p:cNvSpPr/>
              <p:nvPr/>
            </p:nvSpPr>
            <p:spPr>
              <a:xfrm>
                <a:off x="321563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h3665"/>
              <p:cNvSpPr/>
              <p:nvPr/>
            </p:nvSpPr>
            <p:spPr>
              <a:xfrm>
                <a:off x="322507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95F">
                  <a:alpha val="100000"/>
                </a:srgbClr>
              </a:solidFill>
              <a:ln w="5420" cap="flat">
                <a:solidFill>
                  <a:srgbClr val="FD99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h3666"/>
              <p:cNvSpPr/>
              <p:nvPr/>
            </p:nvSpPr>
            <p:spPr>
              <a:xfrm>
                <a:off x="323451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h3667"/>
              <p:cNvSpPr/>
              <p:nvPr/>
            </p:nvSpPr>
            <p:spPr>
              <a:xfrm>
                <a:off x="324395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h3668"/>
              <p:cNvSpPr/>
              <p:nvPr/>
            </p:nvSpPr>
            <p:spPr>
              <a:xfrm>
                <a:off x="325339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h3669"/>
              <p:cNvSpPr/>
              <p:nvPr/>
            </p:nvSpPr>
            <p:spPr>
              <a:xfrm>
                <a:off x="326283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h3670"/>
              <p:cNvSpPr/>
              <p:nvPr/>
            </p:nvSpPr>
            <p:spPr>
              <a:xfrm>
                <a:off x="327227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h3671"/>
              <p:cNvSpPr/>
              <p:nvPr/>
            </p:nvSpPr>
            <p:spPr>
              <a:xfrm>
                <a:off x="328171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h3672"/>
              <p:cNvSpPr/>
              <p:nvPr/>
            </p:nvSpPr>
            <p:spPr>
              <a:xfrm>
                <a:off x="329115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h3673"/>
              <p:cNvSpPr/>
              <p:nvPr/>
            </p:nvSpPr>
            <p:spPr>
              <a:xfrm>
                <a:off x="330059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h3674"/>
              <p:cNvSpPr/>
              <p:nvPr/>
            </p:nvSpPr>
            <p:spPr>
              <a:xfrm>
                <a:off x="331004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h3675"/>
              <p:cNvSpPr/>
              <p:nvPr/>
            </p:nvSpPr>
            <p:spPr>
              <a:xfrm>
                <a:off x="331948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h3676"/>
              <p:cNvSpPr/>
              <p:nvPr/>
            </p:nvSpPr>
            <p:spPr>
              <a:xfrm>
                <a:off x="332892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h3677"/>
              <p:cNvSpPr/>
              <p:nvPr/>
            </p:nvSpPr>
            <p:spPr>
              <a:xfrm>
                <a:off x="333836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h3678"/>
              <p:cNvSpPr/>
              <p:nvPr/>
            </p:nvSpPr>
            <p:spPr>
              <a:xfrm>
                <a:off x="334780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h3679"/>
              <p:cNvSpPr/>
              <p:nvPr/>
            </p:nvSpPr>
            <p:spPr>
              <a:xfrm>
                <a:off x="335724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h3680"/>
              <p:cNvSpPr/>
              <p:nvPr/>
            </p:nvSpPr>
            <p:spPr>
              <a:xfrm>
                <a:off x="336668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h3681"/>
              <p:cNvSpPr/>
              <p:nvPr/>
            </p:nvSpPr>
            <p:spPr>
              <a:xfrm>
                <a:off x="3376121" y="19920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40" y="896830"/>
                    </a:lnTo>
                    <a:lnTo>
                      <a:pt x="917346" y="898638"/>
                    </a:lnTo>
                    <a:lnTo>
                      <a:pt x="916845" y="901707"/>
                    </a:lnTo>
                    <a:lnTo>
                      <a:pt x="916345" y="904777"/>
                    </a:lnTo>
                    <a:lnTo>
                      <a:pt x="915846" y="907847"/>
                    </a:lnTo>
                    <a:lnTo>
                      <a:pt x="915344" y="910930"/>
                    </a:lnTo>
                    <a:lnTo>
                      <a:pt x="914727" y="914400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h3682"/>
              <p:cNvSpPr/>
              <p:nvPr/>
            </p:nvSpPr>
            <p:spPr>
              <a:xfrm>
                <a:off x="2262173" y="1956954"/>
                <a:ext cx="914400" cy="92912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22">
                    <a:moveTo>
                      <a:pt x="914400" y="914400"/>
                    </a:moveTo>
                    <a:lnTo>
                      <a:pt x="914400" y="929122"/>
                    </a:lnTo>
                    <a:lnTo>
                      <a:pt x="913141" y="926704"/>
                    </a:lnTo>
                    <a:lnTo>
                      <a:pt x="909294" y="918510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h3683"/>
              <p:cNvSpPr/>
              <p:nvPr/>
            </p:nvSpPr>
            <p:spPr>
              <a:xfrm>
                <a:off x="226217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2" y="931969"/>
                    </a:lnTo>
                    <a:lnTo>
                      <a:pt x="914400" y="929122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h3684"/>
              <p:cNvSpPr/>
              <p:nvPr/>
            </p:nvSpPr>
            <p:spPr>
              <a:xfrm>
                <a:off x="227161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h3685"/>
              <p:cNvSpPr/>
              <p:nvPr/>
            </p:nvSpPr>
            <p:spPr>
              <a:xfrm>
                <a:off x="228105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h3686"/>
              <p:cNvSpPr/>
              <p:nvPr/>
            </p:nvSpPr>
            <p:spPr>
              <a:xfrm>
                <a:off x="229049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h3687"/>
              <p:cNvSpPr/>
              <p:nvPr/>
            </p:nvSpPr>
            <p:spPr>
              <a:xfrm>
                <a:off x="229993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h3688"/>
              <p:cNvSpPr/>
              <p:nvPr/>
            </p:nvSpPr>
            <p:spPr>
              <a:xfrm>
                <a:off x="230937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h3689"/>
              <p:cNvSpPr/>
              <p:nvPr/>
            </p:nvSpPr>
            <p:spPr>
              <a:xfrm>
                <a:off x="231881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h3690"/>
              <p:cNvSpPr/>
              <p:nvPr/>
            </p:nvSpPr>
            <p:spPr>
              <a:xfrm>
                <a:off x="232825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h3691"/>
              <p:cNvSpPr/>
              <p:nvPr/>
            </p:nvSpPr>
            <p:spPr>
              <a:xfrm>
                <a:off x="233769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h3692"/>
              <p:cNvSpPr/>
              <p:nvPr/>
            </p:nvSpPr>
            <p:spPr>
              <a:xfrm>
                <a:off x="234713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h3693"/>
              <p:cNvSpPr/>
              <p:nvPr/>
            </p:nvSpPr>
            <p:spPr>
              <a:xfrm>
                <a:off x="235657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h3694"/>
              <p:cNvSpPr/>
              <p:nvPr/>
            </p:nvSpPr>
            <p:spPr>
              <a:xfrm>
                <a:off x="236601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h3695"/>
              <p:cNvSpPr/>
              <p:nvPr/>
            </p:nvSpPr>
            <p:spPr>
              <a:xfrm>
                <a:off x="237545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h3696"/>
              <p:cNvSpPr/>
              <p:nvPr/>
            </p:nvSpPr>
            <p:spPr>
              <a:xfrm>
                <a:off x="238489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h3697"/>
              <p:cNvSpPr/>
              <p:nvPr/>
            </p:nvSpPr>
            <p:spPr>
              <a:xfrm>
                <a:off x="239433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h3698"/>
              <p:cNvSpPr/>
              <p:nvPr/>
            </p:nvSpPr>
            <p:spPr>
              <a:xfrm>
                <a:off x="240377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h3699"/>
              <p:cNvSpPr/>
              <p:nvPr/>
            </p:nvSpPr>
            <p:spPr>
              <a:xfrm>
                <a:off x="241321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h3700"/>
              <p:cNvSpPr/>
              <p:nvPr/>
            </p:nvSpPr>
            <p:spPr>
              <a:xfrm>
                <a:off x="242265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h3701"/>
              <p:cNvSpPr/>
              <p:nvPr/>
            </p:nvSpPr>
            <p:spPr>
              <a:xfrm>
                <a:off x="243209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h3702"/>
              <p:cNvSpPr/>
              <p:nvPr/>
            </p:nvSpPr>
            <p:spPr>
              <a:xfrm>
                <a:off x="244153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h3703"/>
              <p:cNvSpPr/>
              <p:nvPr/>
            </p:nvSpPr>
            <p:spPr>
              <a:xfrm>
                <a:off x="245097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h3704"/>
              <p:cNvSpPr/>
              <p:nvPr/>
            </p:nvSpPr>
            <p:spPr>
              <a:xfrm>
                <a:off x="246041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h3705"/>
              <p:cNvSpPr/>
              <p:nvPr/>
            </p:nvSpPr>
            <p:spPr>
              <a:xfrm>
                <a:off x="246985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h3706"/>
              <p:cNvSpPr/>
              <p:nvPr/>
            </p:nvSpPr>
            <p:spPr>
              <a:xfrm>
                <a:off x="247929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h3707"/>
              <p:cNvSpPr/>
              <p:nvPr/>
            </p:nvSpPr>
            <p:spPr>
              <a:xfrm>
                <a:off x="248873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h3708"/>
              <p:cNvSpPr/>
              <p:nvPr/>
            </p:nvSpPr>
            <p:spPr>
              <a:xfrm>
                <a:off x="249817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h3709"/>
              <p:cNvSpPr/>
              <p:nvPr/>
            </p:nvSpPr>
            <p:spPr>
              <a:xfrm>
                <a:off x="250761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h3710"/>
              <p:cNvSpPr/>
              <p:nvPr/>
            </p:nvSpPr>
            <p:spPr>
              <a:xfrm>
                <a:off x="251705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h3711"/>
              <p:cNvSpPr/>
              <p:nvPr/>
            </p:nvSpPr>
            <p:spPr>
              <a:xfrm>
                <a:off x="252650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h3712"/>
              <p:cNvSpPr/>
              <p:nvPr/>
            </p:nvSpPr>
            <p:spPr>
              <a:xfrm>
                <a:off x="253594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h3713"/>
              <p:cNvSpPr/>
              <p:nvPr/>
            </p:nvSpPr>
            <p:spPr>
              <a:xfrm>
                <a:off x="254538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h3714"/>
              <p:cNvSpPr/>
              <p:nvPr/>
            </p:nvSpPr>
            <p:spPr>
              <a:xfrm>
                <a:off x="2564261" y="197452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13" y="896830"/>
                    </a:lnTo>
                    <a:lnTo>
                      <a:pt x="912584" y="901828"/>
                    </a:lnTo>
                    <a:lnTo>
                      <a:pt x="914399" y="904068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h3715"/>
              <p:cNvSpPr/>
              <p:nvPr/>
            </p:nvSpPr>
            <p:spPr>
              <a:xfrm>
                <a:off x="2564261" y="1974524"/>
                <a:ext cx="92222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21" h="914400">
                    <a:moveTo>
                      <a:pt x="914399" y="914400"/>
                    </a:moveTo>
                    <a:lnTo>
                      <a:pt x="914399" y="904068"/>
                    </a:lnTo>
                    <a:lnTo>
                      <a:pt x="917705" y="908146"/>
                    </a:lnTo>
                    <a:lnTo>
                      <a:pt x="922221" y="914400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h3716"/>
              <p:cNvSpPr/>
              <p:nvPr/>
            </p:nvSpPr>
            <p:spPr>
              <a:xfrm>
                <a:off x="3130675" y="195695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19" y="931969"/>
                    </a:lnTo>
                    <a:lnTo>
                      <a:pt x="910053" y="930157"/>
                    </a:lnTo>
                    <a:lnTo>
                      <a:pt x="910577" y="919004"/>
                    </a:lnTo>
                    <a:lnTo>
                      <a:pt x="910927" y="914400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h3717"/>
              <p:cNvSpPr/>
              <p:nvPr/>
            </p:nvSpPr>
            <p:spPr>
              <a:xfrm>
                <a:off x="313067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C61">
                  <a:alpha val="100000"/>
                </a:srgbClr>
              </a:solidFill>
              <a:ln w="5420" cap="flat">
                <a:solidFill>
                  <a:srgbClr val="FD9C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h3718"/>
              <p:cNvSpPr/>
              <p:nvPr/>
            </p:nvSpPr>
            <p:spPr>
              <a:xfrm>
                <a:off x="314011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B61">
                  <a:alpha val="100000"/>
                </a:srgbClr>
              </a:solidFill>
              <a:ln w="5420" cap="flat">
                <a:solidFill>
                  <a:srgbClr val="FD9B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h3719"/>
              <p:cNvSpPr/>
              <p:nvPr/>
            </p:nvSpPr>
            <p:spPr>
              <a:xfrm>
                <a:off x="314955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A60">
                  <a:alpha val="100000"/>
                </a:srgbClr>
              </a:solidFill>
              <a:ln w="5420" cap="flat">
                <a:solidFill>
                  <a:srgbClr val="FD9A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h3720"/>
              <p:cNvSpPr/>
              <p:nvPr/>
            </p:nvSpPr>
            <p:spPr>
              <a:xfrm>
                <a:off x="315899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960">
                  <a:alpha val="100000"/>
                </a:srgbClr>
              </a:solidFill>
              <a:ln w="5420" cap="flat">
                <a:solidFill>
                  <a:srgbClr val="FD99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h3721"/>
              <p:cNvSpPr/>
              <p:nvPr/>
            </p:nvSpPr>
            <p:spPr>
              <a:xfrm>
                <a:off x="316843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h3722"/>
              <p:cNvSpPr/>
              <p:nvPr/>
            </p:nvSpPr>
            <p:spPr>
              <a:xfrm>
                <a:off x="317787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75F">
                  <a:alpha val="100000"/>
                </a:srgbClr>
              </a:solidFill>
              <a:ln w="5420" cap="flat">
                <a:solidFill>
                  <a:srgbClr val="FD97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h3723"/>
              <p:cNvSpPr/>
              <p:nvPr/>
            </p:nvSpPr>
            <p:spPr>
              <a:xfrm>
                <a:off x="318731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h3724"/>
              <p:cNvSpPr/>
              <p:nvPr/>
            </p:nvSpPr>
            <p:spPr>
              <a:xfrm>
                <a:off x="319675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h3725"/>
              <p:cNvSpPr/>
              <p:nvPr/>
            </p:nvSpPr>
            <p:spPr>
              <a:xfrm>
                <a:off x="320619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h3726"/>
              <p:cNvSpPr/>
              <p:nvPr/>
            </p:nvSpPr>
            <p:spPr>
              <a:xfrm>
                <a:off x="321563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h3727"/>
              <p:cNvSpPr/>
              <p:nvPr/>
            </p:nvSpPr>
            <p:spPr>
              <a:xfrm>
                <a:off x="322507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h3728"/>
              <p:cNvSpPr/>
              <p:nvPr/>
            </p:nvSpPr>
            <p:spPr>
              <a:xfrm>
                <a:off x="323451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h3729"/>
              <p:cNvSpPr/>
              <p:nvPr/>
            </p:nvSpPr>
            <p:spPr>
              <a:xfrm>
                <a:off x="324395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h3730"/>
              <p:cNvSpPr/>
              <p:nvPr/>
            </p:nvSpPr>
            <p:spPr>
              <a:xfrm>
                <a:off x="325339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h3731"/>
              <p:cNvSpPr/>
              <p:nvPr/>
            </p:nvSpPr>
            <p:spPr>
              <a:xfrm>
                <a:off x="326283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h3732"/>
              <p:cNvSpPr/>
              <p:nvPr/>
            </p:nvSpPr>
            <p:spPr>
              <a:xfrm>
                <a:off x="327227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h3733"/>
              <p:cNvSpPr/>
              <p:nvPr/>
            </p:nvSpPr>
            <p:spPr>
              <a:xfrm>
                <a:off x="328171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h3734"/>
              <p:cNvSpPr/>
              <p:nvPr/>
            </p:nvSpPr>
            <p:spPr>
              <a:xfrm>
                <a:off x="329115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h3735"/>
              <p:cNvSpPr/>
              <p:nvPr/>
            </p:nvSpPr>
            <p:spPr>
              <a:xfrm>
                <a:off x="330059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h3736"/>
              <p:cNvSpPr/>
              <p:nvPr/>
            </p:nvSpPr>
            <p:spPr>
              <a:xfrm>
                <a:off x="331004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h3737"/>
              <p:cNvSpPr/>
              <p:nvPr/>
            </p:nvSpPr>
            <p:spPr>
              <a:xfrm>
                <a:off x="331948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h3738"/>
              <p:cNvSpPr/>
              <p:nvPr/>
            </p:nvSpPr>
            <p:spPr>
              <a:xfrm>
                <a:off x="332892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h3739"/>
              <p:cNvSpPr/>
              <p:nvPr/>
            </p:nvSpPr>
            <p:spPr>
              <a:xfrm>
                <a:off x="333836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h3740"/>
              <p:cNvSpPr/>
              <p:nvPr/>
            </p:nvSpPr>
            <p:spPr>
              <a:xfrm>
                <a:off x="334780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h3741"/>
              <p:cNvSpPr/>
              <p:nvPr/>
            </p:nvSpPr>
            <p:spPr>
              <a:xfrm>
                <a:off x="335724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h3742"/>
              <p:cNvSpPr/>
              <p:nvPr/>
            </p:nvSpPr>
            <p:spPr>
              <a:xfrm>
                <a:off x="336668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h3743"/>
              <p:cNvSpPr/>
              <p:nvPr/>
            </p:nvSpPr>
            <p:spPr>
              <a:xfrm>
                <a:off x="3376121" y="1974524"/>
                <a:ext cx="9203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397" y="896830"/>
                    </a:lnTo>
                    <a:lnTo>
                      <a:pt x="919351" y="903916"/>
                    </a:lnTo>
                    <a:lnTo>
                      <a:pt x="918847" y="906999"/>
                    </a:lnTo>
                    <a:lnTo>
                      <a:pt x="918347" y="910068"/>
                    </a:lnTo>
                    <a:lnTo>
                      <a:pt x="917846" y="91313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h3744"/>
              <p:cNvSpPr/>
              <p:nvPr/>
            </p:nvSpPr>
            <p:spPr>
              <a:xfrm>
                <a:off x="2252733" y="1939384"/>
                <a:ext cx="914400" cy="9256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26">
                    <a:moveTo>
                      <a:pt x="914400" y="914400"/>
                    </a:moveTo>
                    <a:lnTo>
                      <a:pt x="914400" y="925626"/>
                    </a:lnTo>
                    <a:lnTo>
                      <a:pt x="911749" y="918638"/>
                    </a:lnTo>
                    <a:lnTo>
                      <a:pt x="910310" y="914400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h3745"/>
              <p:cNvSpPr/>
              <p:nvPr/>
            </p:nvSpPr>
            <p:spPr>
              <a:xfrm>
                <a:off x="225273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98" y="931969"/>
                    </a:lnTo>
                    <a:lnTo>
                      <a:pt x="915121" y="927527"/>
                    </a:lnTo>
                    <a:lnTo>
                      <a:pt x="914400" y="925626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h3746"/>
              <p:cNvSpPr/>
              <p:nvPr/>
            </p:nvSpPr>
            <p:spPr>
              <a:xfrm>
                <a:off x="226217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h3747"/>
              <p:cNvSpPr/>
              <p:nvPr/>
            </p:nvSpPr>
            <p:spPr>
              <a:xfrm>
                <a:off x="227161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h3748"/>
              <p:cNvSpPr/>
              <p:nvPr/>
            </p:nvSpPr>
            <p:spPr>
              <a:xfrm>
                <a:off x="228105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h3749"/>
              <p:cNvSpPr/>
              <p:nvPr/>
            </p:nvSpPr>
            <p:spPr>
              <a:xfrm>
                <a:off x="229049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h3750"/>
              <p:cNvSpPr/>
              <p:nvPr/>
            </p:nvSpPr>
            <p:spPr>
              <a:xfrm>
                <a:off x="229993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h3751"/>
              <p:cNvSpPr/>
              <p:nvPr/>
            </p:nvSpPr>
            <p:spPr>
              <a:xfrm>
                <a:off x="230937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h3752"/>
              <p:cNvSpPr/>
              <p:nvPr/>
            </p:nvSpPr>
            <p:spPr>
              <a:xfrm>
                <a:off x="231881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h3753"/>
              <p:cNvSpPr/>
              <p:nvPr/>
            </p:nvSpPr>
            <p:spPr>
              <a:xfrm>
                <a:off x="232825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h3754"/>
              <p:cNvSpPr/>
              <p:nvPr/>
            </p:nvSpPr>
            <p:spPr>
              <a:xfrm>
                <a:off x="233769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h3755"/>
              <p:cNvSpPr/>
              <p:nvPr/>
            </p:nvSpPr>
            <p:spPr>
              <a:xfrm>
                <a:off x="234713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h3756"/>
              <p:cNvSpPr/>
              <p:nvPr/>
            </p:nvSpPr>
            <p:spPr>
              <a:xfrm>
                <a:off x="235657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h3757"/>
              <p:cNvSpPr/>
              <p:nvPr/>
            </p:nvSpPr>
            <p:spPr>
              <a:xfrm>
                <a:off x="236601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h3758"/>
              <p:cNvSpPr/>
              <p:nvPr/>
            </p:nvSpPr>
            <p:spPr>
              <a:xfrm>
                <a:off x="237545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h3759"/>
              <p:cNvSpPr/>
              <p:nvPr/>
            </p:nvSpPr>
            <p:spPr>
              <a:xfrm>
                <a:off x="238489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h3760"/>
              <p:cNvSpPr/>
              <p:nvPr/>
            </p:nvSpPr>
            <p:spPr>
              <a:xfrm>
                <a:off x="239433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h3761"/>
              <p:cNvSpPr/>
              <p:nvPr/>
            </p:nvSpPr>
            <p:spPr>
              <a:xfrm>
                <a:off x="240377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h3762"/>
              <p:cNvSpPr/>
              <p:nvPr/>
            </p:nvSpPr>
            <p:spPr>
              <a:xfrm>
                <a:off x="241321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h3763"/>
              <p:cNvSpPr/>
              <p:nvPr/>
            </p:nvSpPr>
            <p:spPr>
              <a:xfrm>
                <a:off x="242265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h3764"/>
              <p:cNvSpPr/>
              <p:nvPr/>
            </p:nvSpPr>
            <p:spPr>
              <a:xfrm>
                <a:off x="243209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h3765"/>
              <p:cNvSpPr/>
              <p:nvPr/>
            </p:nvSpPr>
            <p:spPr>
              <a:xfrm>
                <a:off x="244153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h3766"/>
              <p:cNvSpPr/>
              <p:nvPr/>
            </p:nvSpPr>
            <p:spPr>
              <a:xfrm>
                <a:off x="245097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h3767"/>
              <p:cNvSpPr/>
              <p:nvPr/>
            </p:nvSpPr>
            <p:spPr>
              <a:xfrm>
                <a:off x="246041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h3768"/>
              <p:cNvSpPr/>
              <p:nvPr/>
            </p:nvSpPr>
            <p:spPr>
              <a:xfrm>
                <a:off x="246985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h3769"/>
              <p:cNvSpPr/>
              <p:nvPr/>
            </p:nvSpPr>
            <p:spPr>
              <a:xfrm>
                <a:off x="247929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h3770"/>
              <p:cNvSpPr/>
              <p:nvPr/>
            </p:nvSpPr>
            <p:spPr>
              <a:xfrm>
                <a:off x="248873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h3771"/>
              <p:cNvSpPr/>
              <p:nvPr/>
            </p:nvSpPr>
            <p:spPr>
              <a:xfrm>
                <a:off x="249817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h3772"/>
              <p:cNvSpPr/>
              <p:nvPr/>
            </p:nvSpPr>
            <p:spPr>
              <a:xfrm>
                <a:off x="250761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h3773"/>
              <p:cNvSpPr/>
              <p:nvPr/>
            </p:nvSpPr>
            <p:spPr>
              <a:xfrm>
                <a:off x="251705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h3774"/>
              <p:cNvSpPr/>
              <p:nvPr/>
            </p:nvSpPr>
            <p:spPr>
              <a:xfrm>
                <a:off x="252650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h3775"/>
              <p:cNvSpPr/>
              <p:nvPr/>
            </p:nvSpPr>
            <p:spPr>
              <a:xfrm>
                <a:off x="2545380" y="195695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399" y="89938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h3776"/>
              <p:cNvSpPr/>
              <p:nvPr/>
            </p:nvSpPr>
            <p:spPr>
              <a:xfrm>
                <a:off x="2554820" y="195695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88"/>
                    </a:lnTo>
                    <a:lnTo>
                      <a:pt x="906834" y="903462"/>
                    </a:lnTo>
                    <a:lnTo>
                      <a:pt x="907059" y="903693"/>
                    </a:lnTo>
                    <a:lnTo>
                      <a:pt x="907284" y="903923"/>
                    </a:lnTo>
                    <a:lnTo>
                      <a:pt x="907509" y="904153"/>
                    </a:lnTo>
                    <a:lnTo>
                      <a:pt x="907734" y="904384"/>
                    </a:lnTo>
                    <a:lnTo>
                      <a:pt x="907959" y="904614"/>
                    </a:lnTo>
                    <a:lnTo>
                      <a:pt x="908184" y="904845"/>
                    </a:lnTo>
                    <a:lnTo>
                      <a:pt x="908409" y="905075"/>
                    </a:lnTo>
                    <a:lnTo>
                      <a:pt x="908634" y="905306"/>
                    </a:lnTo>
                    <a:lnTo>
                      <a:pt x="908859" y="905536"/>
                    </a:lnTo>
                    <a:lnTo>
                      <a:pt x="909084" y="905767"/>
                    </a:lnTo>
                    <a:lnTo>
                      <a:pt x="909309" y="905997"/>
                    </a:lnTo>
                    <a:lnTo>
                      <a:pt x="909534" y="906228"/>
                    </a:lnTo>
                    <a:lnTo>
                      <a:pt x="909759" y="906458"/>
                    </a:lnTo>
                    <a:lnTo>
                      <a:pt x="909984" y="906689"/>
                    </a:lnTo>
                    <a:lnTo>
                      <a:pt x="910209" y="906919"/>
                    </a:lnTo>
                    <a:lnTo>
                      <a:pt x="910433" y="907150"/>
                    </a:lnTo>
                    <a:lnTo>
                      <a:pt x="910658" y="907380"/>
                    </a:lnTo>
                    <a:lnTo>
                      <a:pt x="910883" y="907611"/>
                    </a:lnTo>
                    <a:lnTo>
                      <a:pt x="911108" y="907841"/>
                    </a:lnTo>
                    <a:lnTo>
                      <a:pt x="911333" y="908072"/>
                    </a:lnTo>
                    <a:lnTo>
                      <a:pt x="911558" y="908302"/>
                    </a:lnTo>
                    <a:lnTo>
                      <a:pt x="911783" y="908533"/>
                    </a:lnTo>
                    <a:lnTo>
                      <a:pt x="912007" y="908764"/>
                    </a:lnTo>
                    <a:lnTo>
                      <a:pt x="912232" y="908994"/>
                    </a:lnTo>
                    <a:lnTo>
                      <a:pt x="912457" y="909225"/>
                    </a:lnTo>
                    <a:lnTo>
                      <a:pt x="912682" y="909455"/>
                    </a:lnTo>
                    <a:lnTo>
                      <a:pt x="912907" y="909686"/>
                    </a:lnTo>
                    <a:lnTo>
                      <a:pt x="913131" y="909916"/>
                    </a:lnTo>
                    <a:lnTo>
                      <a:pt x="913356" y="910147"/>
                    </a:lnTo>
                    <a:lnTo>
                      <a:pt x="913581" y="910377"/>
                    </a:lnTo>
                    <a:lnTo>
                      <a:pt x="913806" y="910608"/>
                    </a:lnTo>
                    <a:lnTo>
                      <a:pt x="914031" y="910839"/>
                    </a:lnTo>
                    <a:lnTo>
                      <a:pt x="914255" y="911069"/>
                    </a:lnTo>
                    <a:lnTo>
                      <a:pt x="914400" y="911217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h3777"/>
              <p:cNvSpPr/>
              <p:nvPr/>
            </p:nvSpPr>
            <p:spPr>
              <a:xfrm>
                <a:off x="2554820" y="1956954"/>
                <a:ext cx="9174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53" h="914400">
                    <a:moveTo>
                      <a:pt x="914400" y="914400"/>
                    </a:moveTo>
                    <a:lnTo>
                      <a:pt x="914480" y="911300"/>
                    </a:lnTo>
                    <a:lnTo>
                      <a:pt x="914705" y="911530"/>
                    </a:lnTo>
                    <a:lnTo>
                      <a:pt x="914929" y="911761"/>
                    </a:lnTo>
                    <a:lnTo>
                      <a:pt x="915154" y="911992"/>
                    </a:lnTo>
                    <a:lnTo>
                      <a:pt x="915379" y="912222"/>
                    </a:lnTo>
                    <a:lnTo>
                      <a:pt x="915604" y="912453"/>
                    </a:lnTo>
                    <a:lnTo>
                      <a:pt x="915828" y="912683"/>
                    </a:lnTo>
                    <a:lnTo>
                      <a:pt x="916053" y="912914"/>
                    </a:lnTo>
                    <a:lnTo>
                      <a:pt x="916278" y="913145"/>
                    </a:lnTo>
                    <a:lnTo>
                      <a:pt x="916502" y="913375"/>
                    </a:lnTo>
                    <a:lnTo>
                      <a:pt x="916727" y="913606"/>
                    </a:lnTo>
                    <a:lnTo>
                      <a:pt x="917453" y="91440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h3778"/>
              <p:cNvSpPr/>
              <p:nvPr/>
            </p:nvSpPr>
            <p:spPr>
              <a:xfrm>
                <a:off x="3130675" y="19393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927" y="931969"/>
                    </a:lnTo>
                    <a:lnTo>
                      <a:pt x="911419" y="925489"/>
                    </a:lnTo>
                    <a:lnTo>
                      <a:pt x="912590" y="914400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h3779"/>
              <p:cNvSpPr/>
              <p:nvPr/>
            </p:nvSpPr>
            <p:spPr>
              <a:xfrm>
                <a:off x="313067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85F">
                  <a:alpha val="100000"/>
                </a:srgbClr>
              </a:solidFill>
              <a:ln w="5420" cap="flat">
                <a:solidFill>
                  <a:srgbClr val="FD98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h3780"/>
              <p:cNvSpPr/>
              <p:nvPr/>
            </p:nvSpPr>
            <p:spPr>
              <a:xfrm>
                <a:off x="314011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75E">
                  <a:alpha val="100000"/>
                </a:srgbClr>
              </a:solidFill>
              <a:ln w="5420" cap="flat">
                <a:solidFill>
                  <a:srgbClr val="FD9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h3781"/>
              <p:cNvSpPr/>
              <p:nvPr/>
            </p:nvSpPr>
            <p:spPr>
              <a:xfrm>
                <a:off x="314955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h3782"/>
              <p:cNvSpPr/>
              <p:nvPr/>
            </p:nvSpPr>
            <p:spPr>
              <a:xfrm>
                <a:off x="315899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h3783"/>
              <p:cNvSpPr/>
              <p:nvPr/>
            </p:nvSpPr>
            <p:spPr>
              <a:xfrm>
                <a:off x="316843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h3784"/>
              <p:cNvSpPr/>
              <p:nvPr/>
            </p:nvSpPr>
            <p:spPr>
              <a:xfrm>
                <a:off x="317787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h3785"/>
              <p:cNvSpPr/>
              <p:nvPr/>
            </p:nvSpPr>
            <p:spPr>
              <a:xfrm>
                <a:off x="318731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h3786"/>
              <p:cNvSpPr/>
              <p:nvPr/>
            </p:nvSpPr>
            <p:spPr>
              <a:xfrm>
                <a:off x="319675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h3787"/>
              <p:cNvSpPr/>
              <p:nvPr/>
            </p:nvSpPr>
            <p:spPr>
              <a:xfrm>
                <a:off x="320619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h3788"/>
              <p:cNvSpPr/>
              <p:nvPr/>
            </p:nvSpPr>
            <p:spPr>
              <a:xfrm>
                <a:off x="321563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h3789"/>
              <p:cNvSpPr/>
              <p:nvPr/>
            </p:nvSpPr>
            <p:spPr>
              <a:xfrm>
                <a:off x="322507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h3790"/>
              <p:cNvSpPr/>
              <p:nvPr/>
            </p:nvSpPr>
            <p:spPr>
              <a:xfrm>
                <a:off x="323451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h3791"/>
              <p:cNvSpPr/>
              <p:nvPr/>
            </p:nvSpPr>
            <p:spPr>
              <a:xfrm>
                <a:off x="324395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h3792"/>
              <p:cNvSpPr/>
              <p:nvPr/>
            </p:nvSpPr>
            <p:spPr>
              <a:xfrm>
                <a:off x="325339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h3793"/>
              <p:cNvSpPr/>
              <p:nvPr/>
            </p:nvSpPr>
            <p:spPr>
              <a:xfrm>
                <a:off x="326283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h3794"/>
              <p:cNvSpPr/>
              <p:nvPr/>
            </p:nvSpPr>
            <p:spPr>
              <a:xfrm>
                <a:off x="327227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h3795"/>
              <p:cNvSpPr/>
              <p:nvPr/>
            </p:nvSpPr>
            <p:spPr>
              <a:xfrm>
                <a:off x="328171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h3796"/>
              <p:cNvSpPr/>
              <p:nvPr/>
            </p:nvSpPr>
            <p:spPr>
              <a:xfrm>
                <a:off x="329115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h3797"/>
              <p:cNvSpPr/>
              <p:nvPr/>
            </p:nvSpPr>
            <p:spPr>
              <a:xfrm>
                <a:off x="330059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h3798"/>
              <p:cNvSpPr/>
              <p:nvPr/>
            </p:nvSpPr>
            <p:spPr>
              <a:xfrm>
                <a:off x="331004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h3799"/>
              <p:cNvSpPr/>
              <p:nvPr/>
            </p:nvSpPr>
            <p:spPr>
              <a:xfrm>
                <a:off x="331948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h3800"/>
              <p:cNvSpPr/>
              <p:nvPr/>
            </p:nvSpPr>
            <p:spPr>
              <a:xfrm>
                <a:off x="332892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h3801"/>
              <p:cNvSpPr/>
              <p:nvPr/>
            </p:nvSpPr>
            <p:spPr>
              <a:xfrm>
                <a:off x="333836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h3802"/>
              <p:cNvSpPr/>
              <p:nvPr/>
            </p:nvSpPr>
            <p:spPr>
              <a:xfrm>
                <a:off x="334780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h3803"/>
              <p:cNvSpPr/>
              <p:nvPr/>
            </p:nvSpPr>
            <p:spPr>
              <a:xfrm>
                <a:off x="335724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h3804"/>
              <p:cNvSpPr/>
              <p:nvPr/>
            </p:nvSpPr>
            <p:spPr>
              <a:xfrm>
                <a:off x="336668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h3805"/>
              <p:cNvSpPr/>
              <p:nvPr/>
            </p:nvSpPr>
            <p:spPr>
              <a:xfrm>
                <a:off x="3376121" y="1956954"/>
                <a:ext cx="9224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48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489" y="896830"/>
                    </a:lnTo>
                    <a:lnTo>
                      <a:pt x="922244" y="899630"/>
                    </a:lnTo>
                    <a:lnTo>
                      <a:pt x="920954" y="910630"/>
                    </a:lnTo>
                    <a:lnTo>
                      <a:pt x="920397" y="914400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h3806"/>
              <p:cNvSpPr/>
              <p:nvPr/>
            </p:nvSpPr>
            <p:spPr>
              <a:xfrm>
                <a:off x="224329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51" y="931969"/>
                    </a:lnTo>
                    <a:lnTo>
                      <a:pt x="918067" y="927008"/>
                    </a:lnTo>
                    <a:lnTo>
                      <a:pt x="915205" y="91752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h3807"/>
              <p:cNvSpPr/>
              <p:nvPr/>
            </p:nvSpPr>
            <p:spPr>
              <a:xfrm>
                <a:off x="225273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h3808"/>
              <p:cNvSpPr/>
              <p:nvPr/>
            </p:nvSpPr>
            <p:spPr>
              <a:xfrm>
                <a:off x="226217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h3809"/>
              <p:cNvSpPr/>
              <p:nvPr/>
            </p:nvSpPr>
            <p:spPr>
              <a:xfrm>
                <a:off x="227161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h3810"/>
              <p:cNvSpPr/>
              <p:nvPr/>
            </p:nvSpPr>
            <p:spPr>
              <a:xfrm>
                <a:off x="228105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h3811"/>
              <p:cNvSpPr/>
              <p:nvPr/>
            </p:nvSpPr>
            <p:spPr>
              <a:xfrm>
                <a:off x="229049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h3812"/>
              <p:cNvSpPr/>
              <p:nvPr/>
            </p:nvSpPr>
            <p:spPr>
              <a:xfrm>
                <a:off x="229993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h3813"/>
              <p:cNvSpPr/>
              <p:nvPr/>
            </p:nvSpPr>
            <p:spPr>
              <a:xfrm>
                <a:off x="230937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h3814"/>
              <p:cNvSpPr/>
              <p:nvPr/>
            </p:nvSpPr>
            <p:spPr>
              <a:xfrm>
                <a:off x="231881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h3815"/>
              <p:cNvSpPr/>
              <p:nvPr/>
            </p:nvSpPr>
            <p:spPr>
              <a:xfrm>
                <a:off x="232825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h3816"/>
              <p:cNvSpPr/>
              <p:nvPr/>
            </p:nvSpPr>
            <p:spPr>
              <a:xfrm>
                <a:off x="233769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h3817"/>
              <p:cNvSpPr/>
              <p:nvPr/>
            </p:nvSpPr>
            <p:spPr>
              <a:xfrm>
                <a:off x="234713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h3818"/>
              <p:cNvSpPr/>
              <p:nvPr/>
            </p:nvSpPr>
            <p:spPr>
              <a:xfrm>
                <a:off x="235657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h3819"/>
              <p:cNvSpPr/>
              <p:nvPr/>
            </p:nvSpPr>
            <p:spPr>
              <a:xfrm>
                <a:off x="236601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h3820"/>
              <p:cNvSpPr/>
              <p:nvPr/>
            </p:nvSpPr>
            <p:spPr>
              <a:xfrm>
                <a:off x="237545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h3821"/>
              <p:cNvSpPr/>
              <p:nvPr/>
            </p:nvSpPr>
            <p:spPr>
              <a:xfrm>
                <a:off x="238489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h3822"/>
              <p:cNvSpPr/>
              <p:nvPr/>
            </p:nvSpPr>
            <p:spPr>
              <a:xfrm>
                <a:off x="239433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h3823"/>
              <p:cNvSpPr/>
              <p:nvPr/>
            </p:nvSpPr>
            <p:spPr>
              <a:xfrm>
                <a:off x="240377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h3824"/>
              <p:cNvSpPr/>
              <p:nvPr/>
            </p:nvSpPr>
            <p:spPr>
              <a:xfrm>
                <a:off x="241321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h3825"/>
              <p:cNvSpPr/>
              <p:nvPr/>
            </p:nvSpPr>
            <p:spPr>
              <a:xfrm>
                <a:off x="242265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h3826"/>
              <p:cNvSpPr/>
              <p:nvPr/>
            </p:nvSpPr>
            <p:spPr>
              <a:xfrm>
                <a:off x="243209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h3827"/>
              <p:cNvSpPr/>
              <p:nvPr/>
            </p:nvSpPr>
            <p:spPr>
              <a:xfrm>
                <a:off x="244153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h3828"/>
              <p:cNvSpPr/>
              <p:nvPr/>
            </p:nvSpPr>
            <p:spPr>
              <a:xfrm>
                <a:off x="245097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h3829"/>
              <p:cNvSpPr/>
              <p:nvPr/>
            </p:nvSpPr>
            <p:spPr>
              <a:xfrm>
                <a:off x="246041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h3830"/>
              <p:cNvSpPr/>
              <p:nvPr/>
            </p:nvSpPr>
            <p:spPr>
              <a:xfrm>
                <a:off x="246985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h3831"/>
              <p:cNvSpPr/>
              <p:nvPr/>
            </p:nvSpPr>
            <p:spPr>
              <a:xfrm>
                <a:off x="247929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h3832"/>
              <p:cNvSpPr/>
              <p:nvPr/>
            </p:nvSpPr>
            <p:spPr>
              <a:xfrm>
                <a:off x="248873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h3833"/>
              <p:cNvSpPr/>
              <p:nvPr/>
            </p:nvSpPr>
            <p:spPr>
              <a:xfrm>
                <a:off x="249817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h3834"/>
              <p:cNvSpPr/>
              <p:nvPr/>
            </p:nvSpPr>
            <p:spPr>
              <a:xfrm>
                <a:off x="250761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h3835"/>
              <p:cNvSpPr/>
              <p:nvPr/>
            </p:nvSpPr>
            <p:spPr>
              <a:xfrm>
                <a:off x="251705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h3836"/>
              <p:cNvSpPr/>
              <p:nvPr/>
            </p:nvSpPr>
            <p:spPr>
              <a:xfrm>
                <a:off x="252650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h3837"/>
              <p:cNvSpPr/>
              <p:nvPr/>
            </p:nvSpPr>
            <p:spPr>
              <a:xfrm>
                <a:off x="2535940" y="1939384"/>
                <a:ext cx="9226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43" y="896830"/>
                    </a:lnTo>
                    <a:lnTo>
                      <a:pt x="922684" y="914400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h3838"/>
              <p:cNvSpPr/>
              <p:nvPr/>
            </p:nvSpPr>
            <p:spPr>
              <a:xfrm>
                <a:off x="3130675" y="19393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590" y="914400"/>
                    </a:lnTo>
                    <a:lnTo>
                      <a:pt x="914045" y="903645"/>
                    </a:lnTo>
                    <a:lnTo>
                      <a:pt x="914400" y="901509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h3839"/>
              <p:cNvSpPr/>
              <p:nvPr/>
            </p:nvSpPr>
            <p:spPr>
              <a:xfrm>
                <a:off x="3140115" y="192181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079"/>
                    </a:lnTo>
                    <a:lnTo>
                      <a:pt x="905736" y="914400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h3840"/>
              <p:cNvSpPr/>
              <p:nvPr/>
            </p:nvSpPr>
            <p:spPr>
              <a:xfrm>
                <a:off x="314011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h3841"/>
              <p:cNvSpPr/>
              <p:nvPr/>
            </p:nvSpPr>
            <p:spPr>
              <a:xfrm>
                <a:off x="314955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h3842"/>
              <p:cNvSpPr/>
              <p:nvPr/>
            </p:nvSpPr>
            <p:spPr>
              <a:xfrm>
                <a:off x="315899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h3843"/>
              <p:cNvSpPr/>
              <p:nvPr/>
            </p:nvSpPr>
            <p:spPr>
              <a:xfrm>
                <a:off x="316843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h3844"/>
              <p:cNvSpPr/>
              <p:nvPr/>
            </p:nvSpPr>
            <p:spPr>
              <a:xfrm>
                <a:off x="317787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h3845"/>
              <p:cNvSpPr/>
              <p:nvPr/>
            </p:nvSpPr>
            <p:spPr>
              <a:xfrm>
                <a:off x="318731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h3846"/>
              <p:cNvSpPr/>
              <p:nvPr/>
            </p:nvSpPr>
            <p:spPr>
              <a:xfrm>
                <a:off x="319675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h3847"/>
              <p:cNvSpPr/>
              <p:nvPr/>
            </p:nvSpPr>
            <p:spPr>
              <a:xfrm>
                <a:off x="320619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h3848"/>
              <p:cNvSpPr/>
              <p:nvPr/>
            </p:nvSpPr>
            <p:spPr>
              <a:xfrm>
                <a:off x="321563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h3849"/>
              <p:cNvSpPr/>
              <p:nvPr/>
            </p:nvSpPr>
            <p:spPr>
              <a:xfrm>
                <a:off x="322507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h3850"/>
              <p:cNvSpPr/>
              <p:nvPr/>
            </p:nvSpPr>
            <p:spPr>
              <a:xfrm>
                <a:off x="323451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h3851"/>
              <p:cNvSpPr/>
              <p:nvPr/>
            </p:nvSpPr>
            <p:spPr>
              <a:xfrm>
                <a:off x="324395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h3852"/>
              <p:cNvSpPr/>
              <p:nvPr/>
            </p:nvSpPr>
            <p:spPr>
              <a:xfrm>
                <a:off x="325339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h3853"/>
              <p:cNvSpPr/>
              <p:nvPr/>
            </p:nvSpPr>
            <p:spPr>
              <a:xfrm>
                <a:off x="326283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h3854"/>
              <p:cNvSpPr/>
              <p:nvPr/>
            </p:nvSpPr>
            <p:spPr>
              <a:xfrm>
                <a:off x="327227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h3855"/>
              <p:cNvSpPr/>
              <p:nvPr/>
            </p:nvSpPr>
            <p:spPr>
              <a:xfrm>
                <a:off x="328171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h3856"/>
              <p:cNvSpPr/>
              <p:nvPr/>
            </p:nvSpPr>
            <p:spPr>
              <a:xfrm>
                <a:off x="329115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h3857"/>
              <p:cNvSpPr/>
              <p:nvPr/>
            </p:nvSpPr>
            <p:spPr>
              <a:xfrm>
                <a:off x="330059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h3858"/>
              <p:cNvSpPr/>
              <p:nvPr/>
            </p:nvSpPr>
            <p:spPr>
              <a:xfrm>
                <a:off x="331004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h3859"/>
              <p:cNvSpPr/>
              <p:nvPr/>
            </p:nvSpPr>
            <p:spPr>
              <a:xfrm>
                <a:off x="331948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h3860"/>
              <p:cNvSpPr/>
              <p:nvPr/>
            </p:nvSpPr>
            <p:spPr>
              <a:xfrm>
                <a:off x="332892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h3861"/>
              <p:cNvSpPr/>
              <p:nvPr/>
            </p:nvSpPr>
            <p:spPr>
              <a:xfrm>
                <a:off x="333836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h3862"/>
              <p:cNvSpPr/>
              <p:nvPr/>
            </p:nvSpPr>
            <p:spPr>
              <a:xfrm>
                <a:off x="334780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h3863"/>
              <p:cNvSpPr/>
              <p:nvPr/>
            </p:nvSpPr>
            <p:spPr>
              <a:xfrm>
                <a:off x="335724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h3864"/>
              <p:cNvSpPr/>
              <p:nvPr/>
            </p:nvSpPr>
            <p:spPr>
              <a:xfrm>
                <a:off x="336668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h3865"/>
              <p:cNvSpPr/>
              <p:nvPr/>
            </p:nvSpPr>
            <p:spPr>
              <a:xfrm>
                <a:off x="3376121" y="1939384"/>
                <a:ext cx="923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5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56" y="896830"/>
                    </a:lnTo>
                    <a:lnTo>
                      <a:pt x="923217" y="906088"/>
                    </a:lnTo>
                    <a:lnTo>
                      <a:pt x="922489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h3866"/>
              <p:cNvSpPr/>
              <p:nvPr/>
            </p:nvSpPr>
            <p:spPr>
              <a:xfrm>
                <a:off x="2243293" y="190424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375" y="931969"/>
                    </a:lnTo>
                    <a:lnTo>
                      <a:pt x="912610" y="925340"/>
                    </a:lnTo>
                    <a:lnTo>
                      <a:pt x="910289" y="915354"/>
                    </a:lnTo>
                    <a:lnTo>
                      <a:pt x="910097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h3867"/>
              <p:cNvSpPr/>
              <p:nvPr/>
            </p:nvSpPr>
            <p:spPr>
              <a:xfrm>
                <a:off x="224329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h3868"/>
              <p:cNvSpPr/>
              <p:nvPr/>
            </p:nvSpPr>
            <p:spPr>
              <a:xfrm>
                <a:off x="225273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h3869"/>
              <p:cNvSpPr/>
              <p:nvPr/>
            </p:nvSpPr>
            <p:spPr>
              <a:xfrm>
                <a:off x="226217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h3870"/>
              <p:cNvSpPr/>
              <p:nvPr/>
            </p:nvSpPr>
            <p:spPr>
              <a:xfrm>
                <a:off x="227161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h3871"/>
              <p:cNvSpPr/>
              <p:nvPr/>
            </p:nvSpPr>
            <p:spPr>
              <a:xfrm>
                <a:off x="228105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h3872"/>
              <p:cNvSpPr/>
              <p:nvPr/>
            </p:nvSpPr>
            <p:spPr>
              <a:xfrm>
                <a:off x="229049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h3873"/>
              <p:cNvSpPr/>
              <p:nvPr/>
            </p:nvSpPr>
            <p:spPr>
              <a:xfrm>
                <a:off x="229993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h3874"/>
              <p:cNvSpPr/>
              <p:nvPr/>
            </p:nvSpPr>
            <p:spPr>
              <a:xfrm>
                <a:off x="230937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h3875"/>
              <p:cNvSpPr/>
              <p:nvPr/>
            </p:nvSpPr>
            <p:spPr>
              <a:xfrm>
                <a:off x="231881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h3876"/>
              <p:cNvSpPr/>
              <p:nvPr/>
            </p:nvSpPr>
            <p:spPr>
              <a:xfrm>
                <a:off x="232825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h3877"/>
              <p:cNvSpPr/>
              <p:nvPr/>
            </p:nvSpPr>
            <p:spPr>
              <a:xfrm>
                <a:off x="233769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h3878"/>
              <p:cNvSpPr/>
              <p:nvPr/>
            </p:nvSpPr>
            <p:spPr>
              <a:xfrm>
                <a:off x="234713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h3879"/>
              <p:cNvSpPr/>
              <p:nvPr/>
            </p:nvSpPr>
            <p:spPr>
              <a:xfrm>
                <a:off x="235657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h3880"/>
              <p:cNvSpPr/>
              <p:nvPr/>
            </p:nvSpPr>
            <p:spPr>
              <a:xfrm>
                <a:off x="236601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h3881"/>
              <p:cNvSpPr/>
              <p:nvPr/>
            </p:nvSpPr>
            <p:spPr>
              <a:xfrm>
                <a:off x="237545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h3882"/>
              <p:cNvSpPr/>
              <p:nvPr/>
            </p:nvSpPr>
            <p:spPr>
              <a:xfrm>
                <a:off x="238489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h3883"/>
              <p:cNvSpPr/>
              <p:nvPr/>
            </p:nvSpPr>
            <p:spPr>
              <a:xfrm>
                <a:off x="239433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h3884"/>
              <p:cNvSpPr/>
              <p:nvPr/>
            </p:nvSpPr>
            <p:spPr>
              <a:xfrm>
                <a:off x="240377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h3885"/>
              <p:cNvSpPr/>
              <p:nvPr/>
            </p:nvSpPr>
            <p:spPr>
              <a:xfrm>
                <a:off x="241321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h3886"/>
              <p:cNvSpPr/>
              <p:nvPr/>
            </p:nvSpPr>
            <p:spPr>
              <a:xfrm>
                <a:off x="242265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h3887"/>
              <p:cNvSpPr/>
              <p:nvPr/>
            </p:nvSpPr>
            <p:spPr>
              <a:xfrm>
                <a:off x="243209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h3888"/>
              <p:cNvSpPr/>
              <p:nvPr/>
            </p:nvSpPr>
            <p:spPr>
              <a:xfrm>
                <a:off x="244153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h3889"/>
              <p:cNvSpPr/>
              <p:nvPr/>
            </p:nvSpPr>
            <p:spPr>
              <a:xfrm>
                <a:off x="245097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h3890"/>
              <p:cNvSpPr/>
              <p:nvPr/>
            </p:nvSpPr>
            <p:spPr>
              <a:xfrm>
                <a:off x="246041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h3891"/>
              <p:cNvSpPr/>
              <p:nvPr/>
            </p:nvSpPr>
            <p:spPr>
              <a:xfrm>
                <a:off x="246985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h3892"/>
              <p:cNvSpPr/>
              <p:nvPr/>
            </p:nvSpPr>
            <p:spPr>
              <a:xfrm>
                <a:off x="247929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h3893"/>
              <p:cNvSpPr/>
              <p:nvPr/>
            </p:nvSpPr>
            <p:spPr>
              <a:xfrm>
                <a:off x="248873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h3894"/>
              <p:cNvSpPr/>
              <p:nvPr/>
            </p:nvSpPr>
            <p:spPr>
              <a:xfrm>
                <a:off x="249817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h3895"/>
              <p:cNvSpPr/>
              <p:nvPr/>
            </p:nvSpPr>
            <p:spPr>
              <a:xfrm>
                <a:off x="250761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h3896"/>
              <p:cNvSpPr/>
              <p:nvPr/>
            </p:nvSpPr>
            <p:spPr>
              <a:xfrm>
                <a:off x="251705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h3897"/>
              <p:cNvSpPr/>
              <p:nvPr/>
            </p:nvSpPr>
            <p:spPr>
              <a:xfrm>
                <a:off x="2535940" y="192181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43" y="896937"/>
                    </a:lnTo>
                    <a:lnTo>
                      <a:pt x="907045" y="897383"/>
                    </a:lnTo>
                    <a:lnTo>
                      <a:pt x="907247" y="897829"/>
                    </a:lnTo>
                    <a:lnTo>
                      <a:pt x="907449" y="898274"/>
                    </a:lnTo>
                    <a:lnTo>
                      <a:pt x="907651" y="898720"/>
                    </a:lnTo>
                    <a:lnTo>
                      <a:pt x="907853" y="899166"/>
                    </a:lnTo>
                    <a:lnTo>
                      <a:pt x="908055" y="899612"/>
                    </a:lnTo>
                    <a:lnTo>
                      <a:pt x="908257" y="900058"/>
                    </a:lnTo>
                    <a:lnTo>
                      <a:pt x="908458" y="900504"/>
                    </a:lnTo>
                    <a:lnTo>
                      <a:pt x="908660" y="900950"/>
                    </a:lnTo>
                    <a:lnTo>
                      <a:pt x="908862" y="901395"/>
                    </a:lnTo>
                    <a:lnTo>
                      <a:pt x="909064" y="901841"/>
                    </a:lnTo>
                    <a:lnTo>
                      <a:pt x="909266" y="902287"/>
                    </a:lnTo>
                    <a:lnTo>
                      <a:pt x="909468" y="902733"/>
                    </a:lnTo>
                    <a:lnTo>
                      <a:pt x="909670" y="903179"/>
                    </a:lnTo>
                    <a:lnTo>
                      <a:pt x="909871" y="903625"/>
                    </a:lnTo>
                    <a:lnTo>
                      <a:pt x="910073" y="904071"/>
                    </a:lnTo>
                    <a:lnTo>
                      <a:pt x="910275" y="904517"/>
                    </a:lnTo>
                    <a:lnTo>
                      <a:pt x="910477" y="904962"/>
                    </a:lnTo>
                    <a:lnTo>
                      <a:pt x="910678" y="905408"/>
                    </a:lnTo>
                    <a:lnTo>
                      <a:pt x="910880" y="905854"/>
                    </a:lnTo>
                    <a:lnTo>
                      <a:pt x="911082" y="906300"/>
                    </a:lnTo>
                    <a:lnTo>
                      <a:pt x="911284" y="906746"/>
                    </a:lnTo>
                    <a:lnTo>
                      <a:pt x="911485" y="907192"/>
                    </a:lnTo>
                    <a:lnTo>
                      <a:pt x="911687" y="907638"/>
                    </a:lnTo>
                    <a:lnTo>
                      <a:pt x="911889" y="908084"/>
                    </a:lnTo>
                    <a:lnTo>
                      <a:pt x="912090" y="908530"/>
                    </a:lnTo>
                    <a:lnTo>
                      <a:pt x="912292" y="908976"/>
                    </a:lnTo>
                    <a:lnTo>
                      <a:pt x="912493" y="909421"/>
                    </a:lnTo>
                    <a:lnTo>
                      <a:pt x="912695" y="909867"/>
                    </a:lnTo>
                    <a:lnTo>
                      <a:pt x="912897" y="910313"/>
                    </a:lnTo>
                    <a:lnTo>
                      <a:pt x="913098" y="910759"/>
                    </a:lnTo>
                    <a:lnTo>
                      <a:pt x="913300" y="911205"/>
                    </a:lnTo>
                    <a:lnTo>
                      <a:pt x="913501" y="911651"/>
                    </a:lnTo>
                    <a:lnTo>
                      <a:pt x="913703" y="912097"/>
                    </a:lnTo>
                    <a:lnTo>
                      <a:pt x="914400" y="9136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h3898"/>
              <p:cNvSpPr/>
              <p:nvPr/>
            </p:nvSpPr>
            <p:spPr>
              <a:xfrm>
                <a:off x="2535940" y="1921815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3638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h3899"/>
              <p:cNvSpPr/>
              <p:nvPr/>
            </p:nvSpPr>
            <p:spPr>
              <a:xfrm>
                <a:off x="3140115" y="190424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736" y="931969"/>
                    </a:lnTo>
                    <a:lnTo>
                      <a:pt x="906381" y="928089"/>
                    </a:lnTo>
                    <a:lnTo>
                      <a:pt x="908459" y="917583"/>
                    </a:lnTo>
                    <a:lnTo>
                      <a:pt x="909195" y="914400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h3900"/>
              <p:cNvSpPr/>
              <p:nvPr/>
            </p:nvSpPr>
            <p:spPr>
              <a:xfrm>
                <a:off x="314011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h3901"/>
              <p:cNvSpPr/>
              <p:nvPr/>
            </p:nvSpPr>
            <p:spPr>
              <a:xfrm>
                <a:off x="314955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h3902"/>
              <p:cNvSpPr/>
              <p:nvPr/>
            </p:nvSpPr>
            <p:spPr>
              <a:xfrm>
                <a:off x="315899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h3903"/>
              <p:cNvSpPr/>
              <p:nvPr/>
            </p:nvSpPr>
            <p:spPr>
              <a:xfrm>
                <a:off x="316843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h3904"/>
              <p:cNvSpPr/>
              <p:nvPr/>
            </p:nvSpPr>
            <p:spPr>
              <a:xfrm>
                <a:off x="317787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h3905"/>
              <p:cNvSpPr/>
              <p:nvPr/>
            </p:nvSpPr>
            <p:spPr>
              <a:xfrm>
                <a:off x="318731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h3906"/>
              <p:cNvSpPr/>
              <p:nvPr/>
            </p:nvSpPr>
            <p:spPr>
              <a:xfrm>
                <a:off x="319675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h3907"/>
              <p:cNvSpPr/>
              <p:nvPr/>
            </p:nvSpPr>
            <p:spPr>
              <a:xfrm>
                <a:off x="320619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h3908"/>
              <p:cNvSpPr/>
              <p:nvPr/>
            </p:nvSpPr>
            <p:spPr>
              <a:xfrm>
                <a:off x="321563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h3909"/>
              <p:cNvSpPr/>
              <p:nvPr/>
            </p:nvSpPr>
            <p:spPr>
              <a:xfrm>
                <a:off x="322507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h3910"/>
              <p:cNvSpPr/>
              <p:nvPr/>
            </p:nvSpPr>
            <p:spPr>
              <a:xfrm>
                <a:off x="323451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h3911"/>
              <p:cNvSpPr/>
              <p:nvPr/>
            </p:nvSpPr>
            <p:spPr>
              <a:xfrm>
                <a:off x="324395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h3912"/>
              <p:cNvSpPr/>
              <p:nvPr/>
            </p:nvSpPr>
            <p:spPr>
              <a:xfrm>
                <a:off x="325339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h3913"/>
              <p:cNvSpPr/>
              <p:nvPr/>
            </p:nvSpPr>
            <p:spPr>
              <a:xfrm>
                <a:off x="326283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h3914"/>
              <p:cNvSpPr/>
              <p:nvPr/>
            </p:nvSpPr>
            <p:spPr>
              <a:xfrm>
                <a:off x="327227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h3915"/>
              <p:cNvSpPr/>
              <p:nvPr/>
            </p:nvSpPr>
            <p:spPr>
              <a:xfrm>
                <a:off x="328171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h3916"/>
              <p:cNvSpPr/>
              <p:nvPr/>
            </p:nvSpPr>
            <p:spPr>
              <a:xfrm>
                <a:off x="329115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h3917"/>
              <p:cNvSpPr/>
              <p:nvPr/>
            </p:nvSpPr>
            <p:spPr>
              <a:xfrm>
                <a:off x="330059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h3918"/>
              <p:cNvSpPr/>
              <p:nvPr/>
            </p:nvSpPr>
            <p:spPr>
              <a:xfrm>
                <a:off x="331004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h3919"/>
              <p:cNvSpPr/>
              <p:nvPr/>
            </p:nvSpPr>
            <p:spPr>
              <a:xfrm>
                <a:off x="331948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h3920"/>
              <p:cNvSpPr/>
              <p:nvPr/>
            </p:nvSpPr>
            <p:spPr>
              <a:xfrm>
                <a:off x="332892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h3921"/>
              <p:cNvSpPr/>
              <p:nvPr/>
            </p:nvSpPr>
            <p:spPr>
              <a:xfrm>
                <a:off x="333836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h3922"/>
              <p:cNvSpPr/>
              <p:nvPr/>
            </p:nvSpPr>
            <p:spPr>
              <a:xfrm>
                <a:off x="334780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h3923"/>
              <p:cNvSpPr/>
              <p:nvPr/>
            </p:nvSpPr>
            <p:spPr>
              <a:xfrm>
                <a:off x="335724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h3924"/>
              <p:cNvSpPr/>
              <p:nvPr/>
            </p:nvSpPr>
            <p:spPr>
              <a:xfrm>
                <a:off x="336668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h3925"/>
              <p:cNvSpPr/>
              <p:nvPr/>
            </p:nvSpPr>
            <p:spPr>
              <a:xfrm>
                <a:off x="3376121" y="192181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966"/>
                    </a:lnTo>
                    <a:lnTo>
                      <a:pt x="923756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h3926"/>
              <p:cNvSpPr/>
              <p:nvPr/>
            </p:nvSpPr>
            <p:spPr>
              <a:xfrm>
                <a:off x="3385562" y="1904245"/>
                <a:ext cx="914762" cy="930536"/>
              </a:xfrm>
              <a:custGeom>
                <a:avLst/>
                <a:gdLst/>
                <a:ahLst/>
                <a:cxnLst/>
                <a:rect l="0" t="0" r="0" b="0"/>
                <a:pathLst>
                  <a:path w="914762" h="930536">
                    <a:moveTo>
                      <a:pt x="914400" y="914400"/>
                    </a:moveTo>
                    <a:lnTo>
                      <a:pt x="914762" y="914400"/>
                    </a:lnTo>
                    <a:lnTo>
                      <a:pt x="914759" y="918794"/>
                    </a:lnTo>
                    <a:lnTo>
                      <a:pt x="914429" y="930035"/>
                    </a:lnTo>
                    <a:lnTo>
                      <a:pt x="914400" y="930536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h3927"/>
              <p:cNvSpPr/>
              <p:nvPr/>
            </p:nvSpPr>
            <p:spPr>
              <a:xfrm>
                <a:off x="2243293" y="188667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97" y="931969"/>
                    </a:lnTo>
                    <a:lnTo>
                      <a:pt x="908247" y="922728"/>
                    </a:lnTo>
                    <a:lnTo>
                      <a:pt x="906995" y="915332"/>
                    </a:lnTo>
                    <a:lnTo>
                      <a:pt x="906566" y="914684"/>
                    </a:lnTo>
                    <a:lnTo>
                      <a:pt x="906397" y="914400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h3928"/>
              <p:cNvSpPr/>
              <p:nvPr/>
            </p:nvSpPr>
            <p:spPr>
              <a:xfrm>
                <a:off x="224329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h3929"/>
              <p:cNvSpPr/>
              <p:nvPr/>
            </p:nvSpPr>
            <p:spPr>
              <a:xfrm>
                <a:off x="225273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h3930"/>
              <p:cNvSpPr/>
              <p:nvPr/>
            </p:nvSpPr>
            <p:spPr>
              <a:xfrm>
                <a:off x="226217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h3931"/>
              <p:cNvSpPr/>
              <p:nvPr/>
            </p:nvSpPr>
            <p:spPr>
              <a:xfrm>
                <a:off x="227161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h3932"/>
              <p:cNvSpPr/>
              <p:nvPr/>
            </p:nvSpPr>
            <p:spPr>
              <a:xfrm>
                <a:off x="228105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h3933"/>
              <p:cNvSpPr/>
              <p:nvPr/>
            </p:nvSpPr>
            <p:spPr>
              <a:xfrm>
                <a:off x="229049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h3934"/>
              <p:cNvSpPr/>
              <p:nvPr/>
            </p:nvSpPr>
            <p:spPr>
              <a:xfrm>
                <a:off x="229993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h3935"/>
              <p:cNvSpPr/>
              <p:nvPr/>
            </p:nvSpPr>
            <p:spPr>
              <a:xfrm>
                <a:off x="230937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h3936"/>
              <p:cNvSpPr/>
              <p:nvPr/>
            </p:nvSpPr>
            <p:spPr>
              <a:xfrm>
                <a:off x="231881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h3937"/>
              <p:cNvSpPr/>
              <p:nvPr/>
            </p:nvSpPr>
            <p:spPr>
              <a:xfrm>
                <a:off x="232825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h3938"/>
              <p:cNvSpPr/>
              <p:nvPr/>
            </p:nvSpPr>
            <p:spPr>
              <a:xfrm>
                <a:off x="233769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h3939"/>
              <p:cNvSpPr/>
              <p:nvPr/>
            </p:nvSpPr>
            <p:spPr>
              <a:xfrm>
                <a:off x="234713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h3940"/>
              <p:cNvSpPr/>
              <p:nvPr/>
            </p:nvSpPr>
            <p:spPr>
              <a:xfrm>
                <a:off x="235657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h3941"/>
              <p:cNvSpPr/>
              <p:nvPr/>
            </p:nvSpPr>
            <p:spPr>
              <a:xfrm>
                <a:off x="236601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h3942"/>
              <p:cNvSpPr/>
              <p:nvPr/>
            </p:nvSpPr>
            <p:spPr>
              <a:xfrm>
                <a:off x="237545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h3943"/>
              <p:cNvSpPr/>
              <p:nvPr/>
            </p:nvSpPr>
            <p:spPr>
              <a:xfrm>
                <a:off x="238489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h3944"/>
              <p:cNvSpPr/>
              <p:nvPr/>
            </p:nvSpPr>
            <p:spPr>
              <a:xfrm>
                <a:off x="239433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h3945"/>
              <p:cNvSpPr/>
              <p:nvPr/>
            </p:nvSpPr>
            <p:spPr>
              <a:xfrm>
                <a:off x="240377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h3946"/>
              <p:cNvSpPr/>
              <p:nvPr/>
            </p:nvSpPr>
            <p:spPr>
              <a:xfrm>
                <a:off x="241321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h3947"/>
              <p:cNvSpPr/>
              <p:nvPr/>
            </p:nvSpPr>
            <p:spPr>
              <a:xfrm>
                <a:off x="242265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h3948"/>
              <p:cNvSpPr/>
              <p:nvPr/>
            </p:nvSpPr>
            <p:spPr>
              <a:xfrm>
                <a:off x="243209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h3949"/>
              <p:cNvSpPr/>
              <p:nvPr/>
            </p:nvSpPr>
            <p:spPr>
              <a:xfrm>
                <a:off x="244153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h3950"/>
              <p:cNvSpPr/>
              <p:nvPr/>
            </p:nvSpPr>
            <p:spPr>
              <a:xfrm>
                <a:off x="245097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h3951"/>
              <p:cNvSpPr/>
              <p:nvPr/>
            </p:nvSpPr>
            <p:spPr>
              <a:xfrm>
                <a:off x="246041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h3952"/>
              <p:cNvSpPr/>
              <p:nvPr/>
            </p:nvSpPr>
            <p:spPr>
              <a:xfrm>
                <a:off x="246985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h3953"/>
              <p:cNvSpPr/>
              <p:nvPr/>
            </p:nvSpPr>
            <p:spPr>
              <a:xfrm>
                <a:off x="247929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h3954"/>
              <p:cNvSpPr/>
              <p:nvPr/>
            </p:nvSpPr>
            <p:spPr>
              <a:xfrm>
                <a:off x="248873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h3955"/>
              <p:cNvSpPr/>
              <p:nvPr/>
            </p:nvSpPr>
            <p:spPr>
              <a:xfrm>
                <a:off x="249817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h3956"/>
              <p:cNvSpPr/>
              <p:nvPr/>
            </p:nvSpPr>
            <p:spPr>
              <a:xfrm>
                <a:off x="250761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h3957"/>
              <p:cNvSpPr/>
              <p:nvPr/>
            </p:nvSpPr>
            <p:spPr>
              <a:xfrm>
                <a:off x="2526500" y="1904245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262" y="896830"/>
                    </a:lnTo>
                    <a:lnTo>
                      <a:pt x="908395" y="897121"/>
                    </a:lnTo>
                    <a:lnTo>
                      <a:pt x="908597" y="897567"/>
                    </a:lnTo>
                    <a:lnTo>
                      <a:pt x="908800" y="898013"/>
                    </a:lnTo>
                    <a:lnTo>
                      <a:pt x="909002" y="898459"/>
                    </a:lnTo>
                    <a:lnTo>
                      <a:pt x="909205" y="898904"/>
                    </a:lnTo>
                    <a:lnTo>
                      <a:pt x="909407" y="899350"/>
                    </a:lnTo>
                    <a:lnTo>
                      <a:pt x="909610" y="899796"/>
                    </a:lnTo>
                    <a:lnTo>
                      <a:pt x="909812" y="900242"/>
                    </a:lnTo>
                    <a:lnTo>
                      <a:pt x="910015" y="900687"/>
                    </a:lnTo>
                    <a:lnTo>
                      <a:pt x="910217" y="901133"/>
                    </a:lnTo>
                    <a:lnTo>
                      <a:pt x="910419" y="901579"/>
                    </a:lnTo>
                    <a:lnTo>
                      <a:pt x="910622" y="902024"/>
                    </a:lnTo>
                    <a:lnTo>
                      <a:pt x="910824" y="902470"/>
                    </a:lnTo>
                    <a:lnTo>
                      <a:pt x="911027" y="902916"/>
                    </a:lnTo>
                    <a:lnTo>
                      <a:pt x="911229" y="903362"/>
                    </a:lnTo>
                    <a:lnTo>
                      <a:pt x="911431" y="903808"/>
                    </a:lnTo>
                    <a:lnTo>
                      <a:pt x="911634" y="904253"/>
                    </a:lnTo>
                    <a:lnTo>
                      <a:pt x="911836" y="904699"/>
                    </a:lnTo>
                    <a:lnTo>
                      <a:pt x="912038" y="905145"/>
                    </a:lnTo>
                    <a:lnTo>
                      <a:pt x="912241" y="905591"/>
                    </a:lnTo>
                    <a:lnTo>
                      <a:pt x="912443" y="906036"/>
                    </a:lnTo>
                    <a:lnTo>
                      <a:pt x="912645" y="906482"/>
                    </a:lnTo>
                    <a:lnTo>
                      <a:pt x="912847" y="906928"/>
                    </a:lnTo>
                    <a:lnTo>
                      <a:pt x="913049" y="907374"/>
                    </a:lnTo>
                    <a:lnTo>
                      <a:pt x="913252" y="907820"/>
                    </a:lnTo>
                    <a:lnTo>
                      <a:pt x="913454" y="908265"/>
                    </a:lnTo>
                    <a:lnTo>
                      <a:pt x="913656" y="908711"/>
                    </a:lnTo>
                    <a:lnTo>
                      <a:pt x="913858" y="909157"/>
                    </a:lnTo>
                    <a:lnTo>
                      <a:pt x="914060" y="909603"/>
                    </a:lnTo>
                    <a:lnTo>
                      <a:pt x="914263" y="910049"/>
                    </a:lnTo>
                    <a:lnTo>
                      <a:pt x="914399" y="910351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h3958"/>
              <p:cNvSpPr/>
              <p:nvPr/>
            </p:nvSpPr>
            <p:spPr>
              <a:xfrm>
                <a:off x="2526500" y="1904245"/>
                <a:ext cx="9162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35" h="914400">
                    <a:moveTo>
                      <a:pt x="914399" y="914400"/>
                    </a:moveTo>
                    <a:lnTo>
                      <a:pt x="914399" y="910351"/>
                    </a:lnTo>
                    <a:lnTo>
                      <a:pt x="914465" y="910494"/>
                    </a:lnTo>
                    <a:lnTo>
                      <a:pt x="914667" y="910940"/>
                    </a:lnTo>
                    <a:lnTo>
                      <a:pt x="914869" y="911386"/>
                    </a:lnTo>
                    <a:lnTo>
                      <a:pt x="915071" y="911832"/>
                    </a:lnTo>
                    <a:lnTo>
                      <a:pt x="915273" y="912278"/>
                    </a:lnTo>
                    <a:lnTo>
                      <a:pt x="915475" y="912723"/>
                    </a:lnTo>
                    <a:lnTo>
                      <a:pt x="915677" y="913169"/>
                    </a:lnTo>
                    <a:lnTo>
                      <a:pt x="915879" y="913615"/>
                    </a:lnTo>
                    <a:lnTo>
                      <a:pt x="916081" y="914061"/>
                    </a:lnTo>
                    <a:lnTo>
                      <a:pt x="916235" y="914400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h3959"/>
              <p:cNvSpPr/>
              <p:nvPr/>
            </p:nvSpPr>
            <p:spPr>
              <a:xfrm>
                <a:off x="3140115" y="188667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195" y="931969"/>
                    </a:lnTo>
                    <a:lnTo>
                      <a:pt x="910835" y="924867"/>
                    </a:lnTo>
                    <a:lnTo>
                      <a:pt x="913500" y="914830"/>
                    </a:lnTo>
                    <a:lnTo>
                      <a:pt x="913631" y="914400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h3960"/>
              <p:cNvSpPr/>
              <p:nvPr/>
            </p:nvSpPr>
            <p:spPr>
              <a:xfrm>
                <a:off x="314011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h3961"/>
              <p:cNvSpPr/>
              <p:nvPr/>
            </p:nvSpPr>
            <p:spPr>
              <a:xfrm>
                <a:off x="314955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h3962"/>
              <p:cNvSpPr/>
              <p:nvPr/>
            </p:nvSpPr>
            <p:spPr>
              <a:xfrm>
                <a:off x="315899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h3963"/>
              <p:cNvSpPr/>
              <p:nvPr/>
            </p:nvSpPr>
            <p:spPr>
              <a:xfrm>
                <a:off x="316843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h3964"/>
              <p:cNvSpPr/>
              <p:nvPr/>
            </p:nvSpPr>
            <p:spPr>
              <a:xfrm>
                <a:off x="317787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h3965"/>
              <p:cNvSpPr/>
              <p:nvPr/>
            </p:nvSpPr>
            <p:spPr>
              <a:xfrm>
                <a:off x="318731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h3966"/>
              <p:cNvSpPr/>
              <p:nvPr/>
            </p:nvSpPr>
            <p:spPr>
              <a:xfrm>
                <a:off x="319675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h3967"/>
              <p:cNvSpPr/>
              <p:nvPr/>
            </p:nvSpPr>
            <p:spPr>
              <a:xfrm>
                <a:off x="320619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h3968"/>
              <p:cNvSpPr/>
              <p:nvPr/>
            </p:nvSpPr>
            <p:spPr>
              <a:xfrm>
                <a:off x="321563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h3969"/>
              <p:cNvSpPr/>
              <p:nvPr/>
            </p:nvSpPr>
            <p:spPr>
              <a:xfrm>
                <a:off x="322507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ph3970"/>
              <p:cNvSpPr/>
              <p:nvPr/>
            </p:nvSpPr>
            <p:spPr>
              <a:xfrm>
                <a:off x="323451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ph3971"/>
              <p:cNvSpPr/>
              <p:nvPr/>
            </p:nvSpPr>
            <p:spPr>
              <a:xfrm>
                <a:off x="324395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ph3972"/>
              <p:cNvSpPr/>
              <p:nvPr/>
            </p:nvSpPr>
            <p:spPr>
              <a:xfrm>
                <a:off x="325339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ph3973"/>
              <p:cNvSpPr/>
              <p:nvPr/>
            </p:nvSpPr>
            <p:spPr>
              <a:xfrm>
                <a:off x="326283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ph3974"/>
              <p:cNvSpPr/>
              <p:nvPr/>
            </p:nvSpPr>
            <p:spPr>
              <a:xfrm>
                <a:off x="327227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ph3975"/>
              <p:cNvSpPr/>
              <p:nvPr/>
            </p:nvSpPr>
            <p:spPr>
              <a:xfrm>
                <a:off x="328171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ph3976"/>
              <p:cNvSpPr/>
              <p:nvPr/>
            </p:nvSpPr>
            <p:spPr>
              <a:xfrm>
                <a:off x="329115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ph3977"/>
              <p:cNvSpPr/>
              <p:nvPr/>
            </p:nvSpPr>
            <p:spPr>
              <a:xfrm>
                <a:off x="330059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ph3978"/>
              <p:cNvSpPr/>
              <p:nvPr/>
            </p:nvSpPr>
            <p:spPr>
              <a:xfrm>
                <a:off x="331004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9" name="ph3979"/>
              <p:cNvSpPr/>
              <p:nvPr/>
            </p:nvSpPr>
            <p:spPr>
              <a:xfrm>
                <a:off x="331948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ph3980"/>
              <p:cNvSpPr/>
              <p:nvPr/>
            </p:nvSpPr>
            <p:spPr>
              <a:xfrm>
                <a:off x="332892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1" name="ph3981"/>
              <p:cNvSpPr/>
              <p:nvPr/>
            </p:nvSpPr>
            <p:spPr>
              <a:xfrm>
                <a:off x="333836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2" name="ph3982"/>
              <p:cNvSpPr/>
              <p:nvPr/>
            </p:nvSpPr>
            <p:spPr>
              <a:xfrm>
                <a:off x="334780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3" name="ph3983"/>
              <p:cNvSpPr/>
              <p:nvPr/>
            </p:nvSpPr>
            <p:spPr>
              <a:xfrm>
                <a:off x="335724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4" name="ph3984"/>
              <p:cNvSpPr/>
              <p:nvPr/>
            </p:nvSpPr>
            <p:spPr>
              <a:xfrm>
                <a:off x="336668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5" name="ph3985"/>
              <p:cNvSpPr/>
              <p:nvPr/>
            </p:nvSpPr>
            <p:spPr>
              <a:xfrm>
                <a:off x="337612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6" name="ph3986"/>
              <p:cNvSpPr/>
              <p:nvPr/>
            </p:nvSpPr>
            <p:spPr>
              <a:xfrm>
                <a:off x="3385562" y="1904245"/>
                <a:ext cx="9147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7" h="914400">
                    <a:moveTo>
                      <a:pt x="914400" y="914400"/>
                    </a:moveTo>
                    <a:lnTo>
                      <a:pt x="914466" y="896830"/>
                    </a:lnTo>
                    <a:lnTo>
                      <a:pt x="914767" y="907535"/>
                    </a:lnTo>
                    <a:lnTo>
                      <a:pt x="914762" y="914400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7" name="ph3987"/>
              <p:cNvSpPr/>
              <p:nvPr/>
            </p:nvSpPr>
            <p:spPr>
              <a:xfrm>
                <a:off x="2233852" y="1869105"/>
                <a:ext cx="914400" cy="9295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50">
                    <a:moveTo>
                      <a:pt x="914400" y="914400"/>
                    </a:moveTo>
                    <a:lnTo>
                      <a:pt x="914400" y="929550"/>
                    </a:lnTo>
                    <a:lnTo>
                      <a:pt x="911558" y="924770"/>
                    </a:lnTo>
                    <a:lnTo>
                      <a:pt x="907329" y="916860"/>
                    </a:lnTo>
                    <a:lnTo>
                      <a:pt x="906146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8" name="ph3988"/>
              <p:cNvSpPr/>
              <p:nvPr/>
            </p:nvSpPr>
            <p:spPr>
              <a:xfrm>
                <a:off x="223385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37" y="931969"/>
                    </a:lnTo>
                    <a:lnTo>
                      <a:pt x="914400" y="92955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9" name="ph3989"/>
              <p:cNvSpPr/>
              <p:nvPr/>
            </p:nvSpPr>
            <p:spPr>
              <a:xfrm>
                <a:off x="224329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0" name="ph3990"/>
              <p:cNvSpPr/>
              <p:nvPr/>
            </p:nvSpPr>
            <p:spPr>
              <a:xfrm>
                <a:off x="225273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1" name="ph3991"/>
              <p:cNvSpPr/>
              <p:nvPr/>
            </p:nvSpPr>
            <p:spPr>
              <a:xfrm>
                <a:off x="226217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2" name="ph3992"/>
              <p:cNvSpPr/>
              <p:nvPr/>
            </p:nvSpPr>
            <p:spPr>
              <a:xfrm>
                <a:off x="227161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h3993"/>
              <p:cNvSpPr/>
              <p:nvPr/>
            </p:nvSpPr>
            <p:spPr>
              <a:xfrm>
                <a:off x="228105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h3994"/>
              <p:cNvSpPr/>
              <p:nvPr/>
            </p:nvSpPr>
            <p:spPr>
              <a:xfrm>
                <a:off x="229049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h3995"/>
              <p:cNvSpPr/>
              <p:nvPr/>
            </p:nvSpPr>
            <p:spPr>
              <a:xfrm>
                <a:off x="229993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h3996"/>
              <p:cNvSpPr/>
              <p:nvPr/>
            </p:nvSpPr>
            <p:spPr>
              <a:xfrm>
                <a:off x="230937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h3997"/>
              <p:cNvSpPr/>
              <p:nvPr/>
            </p:nvSpPr>
            <p:spPr>
              <a:xfrm>
                <a:off x="231881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h3998"/>
              <p:cNvSpPr/>
              <p:nvPr/>
            </p:nvSpPr>
            <p:spPr>
              <a:xfrm>
                <a:off x="232825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h3999"/>
              <p:cNvSpPr/>
              <p:nvPr/>
            </p:nvSpPr>
            <p:spPr>
              <a:xfrm>
                <a:off x="233769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h4000"/>
              <p:cNvSpPr/>
              <p:nvPr/>
            </p:nvSpPr>
            <p:spPr>
              <a:xfrm>
                <a:off x="234713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h4001"/>
              <p:cNvSpPr/>
              <p:nvPr/>
            </p:nvSpPr>
            <p:spPr>
              <a:xfrm>
                <a:off x="235657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h4002"/>
              <p:cNvSpPr/>
              <p:nvPr/>
            </p:nvSpPr>
            <p:spPr>
              <a:xfrm>
                <a:off x="236601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h4003"/>
              <p:cNvSpPr/>
              <p:nvPr/>
            </p:nvSpPr>
            <p:spPr>
              <a:xfrm>
                <a:off x="237545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h4004"/>
              <p:cNvSpPr/>
              <p:nvPr/>
            </p:nvSpPr>
            <p:spPr>
              <a:xfrm>
                <a:off x="238489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h4005"/>
              <p:cNvSpPr/>
              <p:nvPr/>
            </p:nvSpPr>
            <p:spPr>
              <a:xfrm>
                <a:off x="239433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h4006"/>
              <p:cNvSpPr/>
              <p:nvPr/>
            </p:nvSpPr>
            <p:spPr>
              <a:xfrm>
                <a:off x="240377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h4007"/>
              <p:cNvSpPr/>
              <p:nvPr/>
            </p:nvSpPr>
            <p:spPr>
              <a:xfrm>
                <a:off x="241321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ph4008"/>
              <p:cNvSpPr/>
              <p:nvPr/>
            </p:nvSpPr>
            <p:spPr>
              <a:xfrm>
                <a:off x="242265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9" name="ph4009"/>
              <p:cNvSpPr/>
              <p:nvPr/>
            </p:nvSpPr>
            <p:spPr>
              <a:xfrm>
                <a:off x="243209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0" name="ph4010"/>
              <p:cNvSpPr/>
              <p:nvPr/>
            </p:nvSpPr>
            <p:spPr>
              <a:xfrm>
                <a:off x="244153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1" name="ph4011"/>
              <p:cNvSpPr/>
              <p:nvPr/>
            </p:nvSpPr>
            <p:spPr>
              <a:xfrm>
                <a:off x="245097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2" name="ph4012"/>
              <p:cNvSpPr/>
              <p:nvPr/>
            </p:nvSpPr>
            <p:spPr>
              <a:xfrm>
                <a:off x="246041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3" name="ph4013"/>
              <p:cNvSpPr/>
              <p:nvPr/>
            </p:nvSpPr>
            <p:spPr>
              <a:xfrm>
                <a:off x="246985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4" name="ph4014"/>
              <p:cNvSpPr/>
              <p:nvPr/>
            </p:nvSpPr>
            <p:spPr>
              <a:xfrm>
                <a:off x="247929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5" name="ph4015"/>
              <p:cNvSpPr/>
              <p:nvPr/>
            </p:nvSpPr>
            <p:spPr>
              <a:xfrm>
                <a:off x="248873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6" name="ph4016"/>
              <p:cNvSpPr/>
              <p:nvPr/>
            </p:nvSpPr>
            <p:spPr>
              <a:xfrm>
                <a:off x="249817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7" name="ph4017"/>
              <p:cNvSpPr/>
              <p:nvPr/>
            </p:nvSpPr>
            <p:spPr>
              <a:xfrm>
                <a:off x="2517059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400" y="901607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8" name="ph4018"/>
              <p:cNvSpPr/>
              <p:nvPr/>
            </p:nvSpPr>
            <p:spPr>
              <a:xfrm>
                <a:off x="2517059" y="1886675"/>
                <a:ext cx="9177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703" h="914400">
                    <a:moveTo>
                      <a:pt x="914400" y="914400"/>
                    </a:moveTo>
                    <a:lnTo>
                      <a:pt x="914400" y="901607"/>
                    </a:lnTo>
                    <a:lnTo>
                      <a:pt x="917261" y="913428"/>
                    </a:lnTo>
                    <a:lnTo>
                      <a:pt x="917430" y="913800"/>
                    </a:lnTo>
                    <a:lnTo>
                      <a:pt x="917633" y="914245"/>
                    </a:lnTo>
                    <a:lnTo>
                      <a:pt x="917703" y="91440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9" name="ph4019"/>
              <p:cNvSpPr/>
              <p:nvPr/>
            </p:nvSpPr>
            <p:spPr>
              <a:xfrm>
                <a:off x="3140115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31" y="914400"/>
                    </a:lnTo>
                    <a:lnTo>
                      <a:pt x="914400" y="911854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0" name="ph4020"/>
              <p:cNvSpPr/>
              <p:nvPr/>
            </p:nvSpPr>
            <p:spPr>
              <a:xfrm>
                <a:off x="3149556" y="186910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9424"/>
                    </a:lnTo>
                    <a:lnTo>
                      <a:pt x="907008" y="922641"/>
                    </a:lnTo>
                    <a:lnTo>
                      <a:pt x="909817" y="914400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1" name="ph4021"/>
              <p:cNvSpPr/>
              <p:nvPr/>
            </p:nvSpPr>
            <p:spPr>
              <a:xfrm>
                <a:off x="314955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2" name="ph4022"/>
              <p:cNvSpPr/>
              <p:nvPr/>
            </p:nvSpPr>
            <p:spPr>
              <a:xfrm>
                <a:off x="315899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3" name="ph4023"/>
              <p:cNvSpPr/>
              <p:nvPr/>
            </p:nvSpPr>
            <p:spPr>
              <a:xfrm>
                <a:off x="316843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4" name="ph4024"/>
              <p:cNvSpPr/>
              <p:nvPr/>
            </p:nvSpPr>
            <p:spPr>
              <a:xfrm>
                <a:off x="317787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5" name="ph4025"/>
              <p:cNvSpPr/>
              <p:nvPr/>
            </p:nvSpPr>
            <p:spPr>
              <a:xfrm>
                <a:off x="318731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6" name="ph4026"/>
              <p:cNvSpPr/>
              <p:nvPr/>
            </p:nvSpPr>
            <p:spPr>
              <a:xfrm>
                <a:off x="319675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7" name="ph4027"/>
              <p:cNvSpPr/>
              <p:nvPr/>
            </p:nvSpPr>
            <p:spPr>
              <a:xfrm>
                <a:off x="320619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8" name="ph4028"/>
              <p:cNvSpPr/>
              <p:nvPr/>
            </p:nvSpPr>
            <p:spPr>
              <a:xfrm>
                <a:off x="321563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9" name="ph4029"/>
              <p:cNvSpPr/>
              <p:nvPr/>
            </p:nvSpPr>
            <p:spPr>
              <a:xfrm>
                <a:off x="322507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0" name="ph4030"/>
              <p:cNvSpPr/>
              <p:nvPr/>
            </p:nvSpPr>
            <p:spPr>
              <a:xfrm>
                <a:off x="323451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1" name="ph4031"/>
              <p:cNvSpPr/>
              <p:nvPr/>
            </p:nvSpPr>
            <p:spPr>
              <a:xfrm>
                <a:off x="324395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ph4032"/>
              <p:cNvSpPr/>
              <p:nvPr/>
            </p:nvSpPr>
            <p:spPr>
              <a:xfrm>
                <a:off x="325339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ph4033"/>
              <p:cNvSpPr/>
              <p:nvPr/>
            </p:nvSpPr>
            <p:spPr>
              <a:xfrm>
                <a:off x="326283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4" name="ph4034"/>
              <p:cNvSpPr/>
              <p:nvPr/>
            </p:nvSpPr>
            <p:spPr>
              <a:xfrm>
                <a:off x="327227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ph4035"/>
              <p:cNvSpPr/>
              <p:nvPr/>
            </p:nvSpPr>
            <p:spPr>
              <a:xfrm>
                <a:off x="328171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h4036"/>
              <p:cNvSpPr/>
              <p:nvPr/>
            </p:nvSpPr>
            <p:spPr>
              <a:xfrm>
                <a:off x="329115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h4037"/>
              <p:cNvSpPr/>
              <p:nvPr/>
            </p:nvSpPr>
            <p:spPr>
              <a:xfrm>
                <a:off x="330059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h4038"/>
              <p:cNvSpPr/>
              <p:nvPr/>
            </p:nvSpPr>
            <p:spPr>
              <a:xfrm>
                <a:off x="331004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h4039"/>
              <p:cNvSpPr/>
              <p:nvPr/>
            </p:nvSpPr>
            <p:spPr>
              <a:xfrm>
                <a:off x="331948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h4040"/>
              <p:cNvSpPr/>
              <p:nvPr/>
            </p:nvSpPr>
            <p:spPr>
              <a:xfrm>
                <a:off x="332892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h4041"/>
              <p:cNvSpPr/>
              <p:nvPr/>
            </p:nvSpPr>
            <p:spPr>
              <a:xfrm>
                <a:off x="333836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h4042"/>
              <p:cNvSpPr/>
              <p:nvPr/>
            </p:nvSpPr>
            <p:spPr>
              <a:xfrm>
                <a:off x="334780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h4043"/>
              <p:cNvSpPr/>
              <p:nvPr/>
            </p:nvSpPr>
            <p:spPr>
              <a:xfrm>
                <a:off x="335724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h4044"/>
              <p:cNvSpPr/>
              <p:nvPr/>
            </p:nvSpPr>
            <p:spPr>
              <a:xfrm>
                <a:off x="336668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h4045"/>
              <p:cNvSpPr/>
              <p:nvPr/>
            </p:nvSpPr>
            <p:spPr>
              <a:xfrm>
                <a:off x="3385562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11" y="896830"/>
                    </a:lnTo>
                    <a:lnTo>
                      <a:pt x="913814" y="902666"/>
                    </a:lnTo>
                    <a:lnTo>
                      <a:pt x="914400" y="912950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h4046"/>
              <p:cNvSpPr/>
              <p:nvPr/>
            </p:nvSpPr>
            <p:spPr>
              <a:xfrm>
                <a:off x="3385562" y="1886675"/>
                <a:ext cx="9144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1" h="914400">
                    <a:moveTo>
                      <a:pt x="914400" y="914400"/>
                    </a:moveTo>
                    <a:lnTo>
                      <a:pt x="914400" y="912950"/>
                    </a:lnTo>
                    <a:lnTo>
                      <a:pt x="914451" y="913862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h4047"/>
              <p:cNvSpPr/>
              <p:nvPr/>
            </p:nvSpPr>
            <p:spPr>
              <a:xfrm>
                <a:off x="2224412" y="1851536"/>
                <a:ext cx="914400" cy="92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02">
                    <a:moveTo>
                      <a:pt x="914400" y="914400"/>
                    </a:moveTo>
                    <a:lnTo>
                      <a:pt x="914400" y="929502"/>
                    </a:lnTo>
                    <a:lnTo>
                      <a:pt x="912770" y="926114"/>
                    </a:lnTo>
                    <a:lnTo>
                      <a:pt x="911606" y="923558"/>
                    </a:lnTo>
                    <a:lnTo>
                      <a:pt x="910449" y="921021"/>
                    </a:lnTo>
                    <a:lnTo>
                      <a:pt x="909291" y="918483"/>
                    </a:lnTo>
                    <a:lnTo>
                      <a:pt x="908133" y="915946"/>
                    </a:lnTo>
                    <a:lnTo>
                      <a:pt x="907427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ph4048"/>
              <p:cNvSpPr/>
              <p:nvPr/>
            </p:nvSpPr>
            <p:spPr>
              <a:xfrm>
                <a:off x="222441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586" y="931969"/>
                    </a:lnTo>
                    <a:lnTo>
                      <a:pt x="914400" y="929502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9" name="ph4049"/>
              <p:cNvSpPr/>
              <p:nvPr/>
            </p:nvSpPr>
            <p:spPr>
              <a:xfrm>
                <a:off x="223385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0" name="ph4050"/>
              <p:cNvSpPr/>
              <p:nvPr/>
            </p:nvSpPr>
            <p:spPr>
              <a:xfrm>
                <a:off x="224329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1" name="ph4051"/>
              <p:cNvSpPr/>
              <p:nvPr/>
            </p:nvSpPr>
            <p:spPr>
              <a:xfrm>
                <a:off x="225273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2" name="ph4052"/>
              <p:cNvSpPr/>
              <p:nvPr/>
            </p:nvSpPr>
            <p:spPr>
              <a:xfrm>
                <a:off x="226217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3" name="ph4053"/>
              <p:cNvSpPr/>
              <p:nvPr/>
            </p:nvSpPr>
            <p:spPr>
              <a:xfrm>
                <a:off x="227161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4" name="ph4054"/>
              <p:cNvSpPr/>
              <p:nvPr/>
            </p:nvSpPr>
            <p:spPr>
              <a:xfrm>
                <a:off x="228105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5" name="ph4055"/>
              <p:cNvSpPr/>
              <p:nvPr/>
            </p:nvSpPr>
            <p:spPr>
              <a:xfrm>
                <a:off x="229049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6" name="ph4056"/>
              <p:cNvSpPr/>
              <p:nvPr/>
            </p:nvSpPr>
            <p:spPr>
              <a:xfrm>
                <a:off x="229993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7" name="ph4057"/>
              <p:cNvSpPr/>
              <p:nvPr/>
            </p:nvSpPr>
            <p:spPr>
              <a:xfrm>
                <a:off x="230937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8" name="ph4058"/>
              <p:cNvSpPr/>
              <p:nvPr/>
            </p:nvSpPr>
            <p:spPr>
              <a:xfrm>
                <a:off x="231881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9" name="ph4059"/>
              <p:cNvSpPr/>
              <p:nvPr/>
            </p:nvSpPr>
            <p:spPr>
              <a:xfrm>
                <a:off x="232825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0" name="ph4060"/>
              <p:cNvSpPr/>
              <p:nvPr/>
            </p:nvSpPr>
            <p:spPr>
              <a:xfrm>
                <a:off x="233769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1" name="ph4061"/>
              <p:cNvSpPr/>
              <p:nvPr/>
            </p:nvSpPr>
            <p:spPr>
              <a:xfrm>
                <a:off x="234713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h4062"/>
              <p:cNvSpPr/>
              <p:nvPr/>
            </p:nvSpPr>
            <p:spPr>
              <a:xfrm>
                <a:off x="235657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h4063"/>
              <p:cNvSpPr/>
              <p:nvPr/>
            </p:nvSpPr>
            <p:spPr>
              <a:xfrm>
                <a:off x="236601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h4064"/>
              <p:cNvSpPr/>
              <p:nvPr/>
            </p:nvSpPr>
            <p:spPr>
              <a:xfrm>
                <a:off x="237545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h4065"/>
              <p:cNvSpPr/>
              <p:nvPr/>
            </p:nvSpPr>
            <p:spPr>
              <a:xfrm>
                <a:off x="238489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h4066"/>
              <p:cNvSpPr/>
              <p:nvPr/>
            </p:nvSpPr>
            <p:spPr>
              <a:xfrm>
                <a:off x="239433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h4067"/>
              <p:cNvSpPr/>
              <p:nvPr/>
            </p:nvSpPr>
            <p:spPr>
              <a:xfrm>
                <a:off x="240377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h4068"/>
              <p:cNvSpPr/>
              <p:nvPr/>
            </p:nvSpPr>
            <p:spPr>
              <a:xfrm>
                <a:off x="241321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h4069"/>
              <p:cNvSpPr/>
              <p:nvPr/>
            </p:nvSpPr>
            <p:spPr>
              <a:xfrm>
                <a:off x="242265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h4070"/>
              <p:cNvSpPr/>
              <p:nvPr/>
            </p:nvSpPr>
            <p:spPr>
              <a:xfrm>
                <a:off x="243209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h4071"/>
              <p:cNvSpPr/>
              <p:nvPr/>
            </p:nvSpPr>
            <p:spPr>
              <a:xfrm>
                <a:off x="244153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h4072"/>
              <p:cNvSpPr/>
              <p:nvPr/>
            </p:nvSpPr>
            <p:spPr>
              <a:xfrm>
                <a:off x="245097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h4073"/>
              <p:cNvSpPr/>
              <p:nvPr/>
            </p:nvSpPr>
            <p:spPr>
              <a:xfrm>
                <a:off x="246041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h4074"/>
              <p:cNvSpPr/>
              <p:nvPr/>
            </p:nvSpPr>
            <p:spPr>
              <a:xfrm>
                <a:off x="246985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h4075"/>
              <p:cNvSpPr/>
              <p:nvPr/>
            </p:nvSpPr>
            <p:spPr>
              <a:xfrm>
                <a:off x="247929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h4076"/>
              <p:cNvSpPr/>
              <p:nvPr/>
            </p:nvSpPr>
            <p:spPr>
              <a:xfrm>
                <a:off x="248873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h4077"/>
              <p:cNvSpPr/>
              <p:nvPr/>
            </p:nvSpPr>
            <p:spPr>
              <a:xfrm>
                <a:off x="249817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h4078"/>
              <p:cNvSpPr/>
              <p:nvPr/>
            </p:nvSpPr>
            <p:spPr>
              <a:xfrm>
                <a:off x="2507619" y="1869105"/>
                <a:ext cx="9226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3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430" y="896830"/>
                    </a:lnTo>
                    <a:lnTo>
                      <a:pt x="922683" y="914400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h4079"/>
              <p:cNvSpPr/>
              <p:nvPr/>
            </p:nvSpPr>
            <p:spPr>
              <a:xfrm>
                <a:off x="3149556" y="185153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817" y="931969"/>
                    </a:lnTo>
                    <a:lnTo>
                      <a:pt x="910230" y="930757"/>
                    </a:lnTo>
                    <a:lnTo>
                      <a:pt x="911509" y="927412"/>
                    </a:lnTo>
                    <a:lnTo>
                      <a:pt x="911431" y="925423"/>
                    </a:lnTo>
                    <a:lnTo>
                      <a:pt x="911387" y="920411"/>
                    </a:lnTo>
                    <a:lnTo>
                      <a:pt x="910454" y="914964"/>
                    </a:lnTo>
                    <a:lnTo>
                      <a:pt x="910374" y="914400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h4080"/>
              <p:cNvSpPr/>
              <p:nvPr/>
            </p:nvSpPr>
            <p:spPr>
              <a:xfrm>
                <a:off x="314955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h4081"/>
              <p:cNvSpPr/>
              <p:nvPr/>
            </p:nvSpPr>
            <p:spPr>
              <a:xfrm>
                <a:off x="315899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h4082"/>
              <p:cNvSpPr/>
              <p:nvPr/>
            </p:nvSpPr>
            <p:spPr>
              <a:xfrm>
                <a:off x="316843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h4083"/>
              <p:cNvSpPr/>
              <p:nvPr/>
            </p:nvSpPr>
            <p:spPr>
              <a:xfrm>
                <a:off x="317787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h4084"/>
              <p:cNvSpPr/>
              <p:nvPr/>
            </p:nvSpPr>
            <p:spPr>
              <a:xfrm>
                <a:off x="318731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h4085"/>
              <p:cNvSpPr/>
              <p:nvPr/>
            </p:nvSpPr>
            <p:spPr>
              <a:xfrm>
                <a:off x="319675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h4086"/>
              <p:cNvSpPr/>
              <p:nvPr/>
            </p:nvSpPr>
            <p:spPr>
              <a:xfrm>
                <a:off x="320619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h4087"/>
              <p:cNvSpPr/>
              <p:nvPr/>
            </p:nvSpPr>
            <p:spPr>
              <a:xfrm>
                <a:off x="321563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h4088"/>
              <p:cNvSpPr/>
              <p:nvPr/>
            </p:nvSpPr>
            <p:spPr>
              <a:xfrm>
                <a:off x="322507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h4089"/>
              <p:cNvSpPr/>
              <p:nvPr/>
            </p:nvSpPr>
            <p:spPr>
              <a:xfrm>
                <a:off x="323451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h4090"/>
              <p:cNvSpPr/>
              <p:nvPr/>
            </p:nvSpPr>
            <p:spPr>
              <a:xfrm>
                <a:off x="324395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h4091"/>
              <p:cNvSpPr/>
              <p:nvPr/>
            </p:nvSpPr>
            <p:spPr>
              <a:xfrm>
                <a:off x="325339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h4092"/>
              <p:cNvSpPr/>
              <p:nvPr/>
            </p:nvSpPr>
            <p:spPr>
              <a:xfrm>
                <a:off x="326283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h4093"/>
              <p:cNvSpPr/>
              <p:nvPr/>
            </p:nvSpPr>
            <p:spPr>
              <a:xfrm>
                <a:off x="327227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h4094"/>
              <p:cNvSpPr/>
              <p:nvPr/>
            </p:nvSpPr>
            <p:spPr>
              <a:xfrm>
                <a:off x="328171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h4095"/>
              <p:cNvSpPr/>
              <p:nvPr/>
            </p:nvSpPr>
            <p:spPr>
              <a:xfrm>
                <a:off x="329115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h4096"/>
              <p:cNvSpPr/>
              <p:nvPr/>
            </p:nvSpPr>
            <p:spPr>
              <a:xfrm>
                <a:off x="330059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h4097"/>
              <p:cNvSpPr/>
              <p:nvPr/>
            </p:nvSpPr>
            <p:spPr>
              <a:xfrm>
                <a:off x="331004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h4098"/>
              <p:cNvSpPr/>
              <p:nvPr/>
            </p:nvSpPr>
            <p:spPr>
              <a:xfrm>
                <a:off x="331948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h4099"/>
              <p:cNvSpPr/>
              <p:nvPr/>
            </p:nvSpPr>
            <p:spPr>
              <a:xfrm>
                <a:off x="332892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h4100"/>
              <p:cNvSpPr/>
              <p:nvPr/>
            </p:nvSpPr>
            <p:spPr>
              <a:xfrm>
                <a:off x="333836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h4101"/>
              <p:cNvSpPr/>
              <p:nvPr/>
            </p:nvSpPr>
            <p:spPr>
              <a:xfrm>
                <a:off x="334780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h4102"/>
              <p:cNvSpPr/>
              <p:nvPr/>
            </p:nvSpPr>
            <p:spPr>
              <a:xfrm>
                <a:off x="335724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h4103"/>
              <p:cNvSpPr/>
              <p:nvPr/>
            </p:nvSpPr>
            <p:spPr>
              <a:xfrm>
                <a:off x="336668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h4104"/>
              <p:cNvSpPr/>
              <p:nvPr/>
            </p:nvSpPr>
            <p:spPr>
              <a:xfrm>
                <a:off x="3376121" y="1869105"/>
                <a:ext cx="9227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5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834" y="896830"/>
                    </a:lnTo>
                    <a:lnTo>
                      <a:pt x="921022" y="898114"/>
                    </a:lnTo>
                    <a:lnTo>
                      <a:pt x="922297" y="909120"/>
                    </a:lnTo>
                    <a:lnTo>
                      <a:pt x="922752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h4105"/>
              <p:cNvSpPr/>
              <p:nvPr/>
            </p:nvSpPr>
            <p:spPr>
              <a:xfrm>
                <a:off x="2214972" y="1833966"/>
                <a:ext cx="914400" cy="9265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568">
                    <a:moveTo>
                      <a:pt x="914400" y="914400"/>
                    </a:moveTo>
                    <a:lnTo>
                      <a:pt x="914400" y="926568"/>
                    </a:lnTo>
                    <a:lnTo>
                      <a:pt x="914096" y="925904"/>
                    </a:lnTo>
                    <a:lnTo>
                      <a:pt x="912936" y="923367"/>
                    </a:lnTo>
                    <a:lnTo>
                      <a:pt x="911776" y="920830"/>
                    </a:lnTo>
                    <a:lnTo>
                      <a:pt x="910615" y="918294"/>
                    </a:lnTo>
                    <a:lnTo>
                      <a:pt x="909453" y="915757"/>
                    </a:lnTo>
                    <a:lnTo>
                      <a:pt x="908831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h4106"/>
              <p:cNvSpPr/>
              <p:nvPr/>
            </p:nvSpPr>
            <p:spPr>
              <a:xfrm>
                <a:off x="221497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867" y="931969"/>
                    </a:lnTo>
                    <a:lnTo>
                      <a:pt x="916415" y="930978"/>
                    </a:lnTo>
                    <a:lnTo>
                      <a:pt x="915255" y="928441"/>
                    </a:lnTo>
                    <a:lnTo>
                      <a:pt x="914400" y="926568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h4107"/>
              <p:cNvSpPr/>
              <p:nvPr/>
            </p:nvSpPr>
            <p:spPr>
              <a:xfrm>
                <a:off x="222441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h4108"/>
              <p:cNvSpPr/>
              <p:nvPr/>
            </p:nvSpPr>
            <p:spPr>
              <a:xfrm>
                <a:off x="223385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h4109"/>
              <p:cNvSpPr/>
              <p:nvPr/>
            </p:nvSpPr>
            <p:spPr>
              <a:xfrm>
                <a:off x="224329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h4110"/>
              <p:cNvSpPr/>
              <p:nvPr/>
            </p:nvSpPr>
            <p:spPr>
              <a:xfrm>
                <a:off x="225273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h4111"/>
              <p:cNvSpPr/>
              <p:nvPr/>
            </p:nvSpPr>
            <p:spPr>
              <a:xfrm>
                <a:off x="226217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h4112"/>
              <p:cNvSpPr/>
              <p:nvPr/>
            </p:nvSpPr>
            <p:spPr>
              <a:xfrm>
                <a:off x="227161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h4113"/>
              <p:cNvSpPr/>
              <p:nvPr/>
            </p:nvSpPr>
            <p:spPr>
              <a:xfrm>
                <a:off x="228105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h4114"/>
              <p:cNvSpPr/>
              <p:nvPr/>
            </p:nvSpPr>
            <p:spPr>
              <a:xfrm>
                <a:off x="229049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h4115"/>
              <p:cNvSpPr/>
              <p:nvPr/>
            </p:nvSpPr>
            <p:spPr>
              <a:xfrm>
                <a:off x="229993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h4116"/>
              <p:cNvSpPr/>
              <p:nvPr/>
            </p:nvSpPr>
            <p:spPr>
              <a:xfrm>
                <a:off x="230937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h4117"/>
              <p:cNvSpPr/>
              <p:nvPr/>
            </p:nvSpPr>
            <p:spPr>
              <a:xfrm>
                <a:off x="231881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h4118"/>
              <p:cNvSpPr/>
              <p:nvPr/>
            </p:nvSpPr>
            <p:spPr>
              <a:xfrm>
                <a:off x="232825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h4119"/>
              <p:cNvSpPr/>
              <p:nvPr/>
            </p:nvSpPr>
            <p:spPr>
              <a:xfrm>
                <a:off x="233769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h4120"/>
              <p:cNvSpPr/>
              <p:nvPr/>
            </p:nvSpPr>
            <p:spPr>
              <a:xfrm>
                <a:off x="234713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h4121"/>
              <p:cNvSpPr/>
              <p:nvPr/>
            </p:nvSpPr>
            <p:spPr>
              <a:xfrm>
                <a:off x="235657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h4122"/>
              <p:cNvSpPr/>
              <p:nvPr/>
            </p:nvSpPr>
            <p:spPr>
              <a:xfrm>
                <a:off x="236601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h4123"/>
              <p:cNvSpPr/>
              <p:nvPr/>
            </p:nvSpPr>
            <p:spPr>
              <a:xfrm>
                <a:off x="237545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h4124"/>
              <p:cNvSpPr/>
              <p:nvPr/>
            </p:nvSpPr>
            <p:spPr>
              <a:xfrm>
                <a:off x="238489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h4125"/>
              <p:cNvSpPr/>
              <p:nvPr/>
            </p:nvSpPr>
            <p:spPr>
              <a:xfrm>
                <a:off x="239433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h4126"/>
              <p:cNvSpPr/>
              <p:nvPr/>
            </p:nvSpPr>
            <p:spPr>
              <a:xfrm>
                <a:off x="240377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h4127"/>
              <p:cNvSpPr/>
              <p:nvPr/>
            </p:nvSpPr>
            <p:spPr>
              <a:xfrm>
                <a:off x="241321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h4128"/>
              <p:cNvSpPr/>
              <p:nvPr/>
            </p:nvSpPr>
            <p:spPr>
              <a:xfrm>
                <a:off x="242265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h4129"/>
              <p:cNvSpPr/>
              <p:nvPr/>
            </p:nvSpPr>
            <p:spPr>
              <a:xfrm>
                <a:off x="243209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h4130"/>
              <p:cNvSpPr/>
              <p:nvPr/>
            </p:nvSpPr>
            <p:spPr>
              <a:xfrm>
                <a:off x="244153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h4131"/>
              <p:cNvSpPr/>
              <p:nvPr/>
            </p:nvSpPr>
            <p:spPr>
              <a:xfrm>
                <a:off x="245097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h4132"/>
              <p:cNvSpPr/>
              <p:nvPr/>
            </p:nvSpPr>
            <p:spPr>
              <a:xfrm>
                <a:off x="246041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h4133"/>
              <p:cNvSpPr/>
              <p:nvPr/>
            </p:nvSpPr>
            <p:spPr>
              <a:xfrm>
                <a:off x="246985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h4134"/>
              <p:cNvSpPr/>
              <p:nvPr/>
            </p:nvSpPr>
            <p:spPr>
              <a:xfrm>
                <a:off x="247929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h4135"/>
              <p:cNvSpPr/>
              <p:nvPr/>
            </p:nvSpPr>
            <p:spPr>
              <a:xfrm>
                <a:off x="248873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h4136"/>
              <p:cNvSpPr/>
              <p:nvPr/>
            </p:nvSpPr>
            <p:spPr>
              <a:xfrm>
                <a:off x="2507619" y="185153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9" y="896830"/>
                    </a:lnTo>
                    <a:lnTo>
                      <a:pt x="914399" y="897756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h4137"/>
              <p:cNvSpPr/>
              <p:nvPr/>
            </p:nvSpPr>
            <p:spPr>
              <a:xfrm>
                <a:off x="2507619" y="1851536"/>
                <a:ext cx="9184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30" h="914400">
                    <a:moveTo>
                      <a:pt x="914399" y="914400"/>
                    </a:moveTo>
                    <a:lnTo>
                      <a:pt x="914410" y="897796"/>
                    </a:lnTo>
                    <a:lnTo>
                      <a:pt x="914556" y="898400"/>
                    </a:lnTo>
                    <a:lnTo>
                      <a:pt x="914704" y="899011"/>
                    </a:lnTo>
                    <a:lnTo>
                      <a:pt x="914852" y="899622"/>
                    </a:lnTo>
                    <a:lnTo>
                      <a:pt x="915000" y="900233"/>
                    </a:lnTo>
                    <a:lnTo>
                      <a:pt x="915148" y="900844"/>
                    </a:lnTo>
                    <a:lnTo>
                      <a:pt x="915296" y="901455"/>
                    </a:lnTo>
                    <a:lnTo>
                      <a:pt x="915444" y="902066"/>
                    </a:lnTo>
                    <a:lnTo>
                      <a:pt x="915592" y="902676"/>
                    </a:lnTo>
                    <a:lnTo>
                      <a:pt x="915740" y="903287"/>
                    </a:lnTo>
                    <a:lnTo>
                      <a:pt x="915888" y="903898"/>
                    </a:lnTo>
                    <a:lnTo>
                      <a:pt x="916036" y="904509"/>
                    </a:lnTo>
                    <a:lnTo>
                      <a:pt x="916184" y="905120"/>
                    </a:lnTo>
                    <a:lnTo>
                      <a:pt x="918430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h4138"/>
              <p:cNvSpPr/>
              <p:nvPr/>
            </p:nvSpPr>
            <p:spPr>
              <a:xfrm>
                <a:off x="3149556" y="183396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0374" y="931969"/>
                    </a:lnTo>
                    <a:lnTo>
                      <a:pt x="908962" y="921965"/>
                    </a:lnTo>
                    <a:lnTo>
                      <a:pt x="908117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h4139"/>
              <p:cNvSpPr/>
              <p:nvPr/>
            </p:nvSpPr>
            <p:spPr>
              <a:xfrm>
                <a:off x="314955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h4140"/>
              <p:cNvSpPr/>
              <p:nvPr/>
            </p:nvSpPr>
            <p:spPr>
              <a:xfrm>
                <a:off x="315899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h4141"/>
              <p:cNvSpPr/>
              <p:nvPr/>
            </p:nvSpPr>
            <p:spPr>
              <a:xfrm>
                <a:off x="316843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h4142"/>
              <p:cNvSpPr/>
              <p:nvPr/>
            </p:nvSpPr>
            <p:spPr>
              <a:xfrm>
                <a:off x="317787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h4143"/>
              <p:cNvSpPr/>
              <p:nvPr/>
            </p:nvSpPr>
            <p:spPr>
              <a:xfrm>
                <a:off x="318731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h4144"/>
              <p:cNvSpPr/>
              <p:nvPr/>
            </p:nvSpPr>
            <p:spPr>
              <a:xfrm>
                <a:off x="319675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h4145"/>
              <p:cNvSpPr/>
              <p:nvPr/>
            </p:nvSpPr>
            <p:spPr>
              <a:xfrm>
                <a:off x="320619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h4146"/>
              <p:cNvSpPr/>
              <p:nvPr/>
            </p:nvSpPr>
            <p:spPr>
              <a:xfrm>
                <a:off x="321563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h4147"/>
              <p:cNvSpPr/>
              <p:nvPr/>
            </p:nvSpPr>
            <p:spPr>
              <a:xfrm>
                <a:off x="322507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h4148"/>
              <p:cNvSpPr/>
              <p:nvPr/>
            </p:nvSpPr>
            <p:spPr>
              <a:xfrm>
                <a:off x="323451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h4149"/>
              <p:cNvSpPr/>
              <p:nvPr/>
            </p:nvSpPr>
            <p:spPr>
              <a:xfrm>
                <a:off x="324395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h4150"/>
              <p:cNvSpPr/>
              <p:nvPr/>
            </p:nvSpPr>
            <p:spPr>
              <a:xfrm>
                <a:off x="325339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h4151"/>
              <p:cNvSpPr/>
              <p:nvPr/>
            </p:nvSpPr>
            <p:spPr>
              <a:xfrm>
                <a:off x="326283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h4152"/>
              <p:cNvSpPr/>
              <p:nvPr/>
            </p:nvSpPr>
            <p:spPr>
              <a:xfrm>
                <a:off x="327227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h4153"/>
              <p:cNvSpPr/>
              <p:nvPr/>
            </p:nvSpPr>
            <p:spPr>
              <a:xfrm>
                <a:off x="328171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h4154"/>
              <p:cNvSpPr/>
              <p:nvPr/>
            </p:nvSpPr>
            <p:spPr>
              <a:xfrm>
                <a:off x="329115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h4155"/>
              <p:cNvSpPr/>
              <p:nvPr/>
            </p:nvSpPr>
            <p:spPr>
              <a:xfrm>
                <a:off x="330059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h4156"/>
              <p:cNvSpPr/>
              <p:nvPr/>
            </p:nvSpPr>
            <p:spPr>
              <a:xfrm>
                <a:off x="331004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h4157"/>
              <p:cNvSpPr/>
              <p:nvPr/>
            </p:nvSpPr>
            <p:spPr>
              <a:xfrm>
                <a:off x="331948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h4158"/>
              <p:cNvSpPr/>
              <p:nvPr/>
            </p:nvSpPr>
            <p:spPr>
              <a:xfrm>
                <a:off x="332892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h4159"/>
              <p:cNvSpPr/>
              <p:nvPr/>
            </p:nvSpPr>
            <p:spPr>
              <a:xfrm>
                <a:off x="333836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h4160"/>
              <p:cNvSpPr/>
              <p:nvPr/>
            </p:nvSpPr>
            <p:spPr>
              <a:xfrm>
                <a:off x="334780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h4161"/>
              <p:cNvSpPr/>
              <p:nvPr/>
            </p:nvSpPr>
            <p:spPr>
              <a:xfrm>
                <a:off x="335724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h4162"/>
              <p:cNvSpPr/>
              <p:nvPr/>
            </p:nvSpPr>
            <p:spPr>
              <a:xfrm>
                <a:off x="336668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h4163"/>
              <p:cNvSpPr/>
              <p:nvPr/>
            </p:nvSpPr>
            <p:spPr>
              <a:xfrm>
                <a:off x="3376121" y="18515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022"/>
                    </a:lnTo>
                    <a:lnTo>
                      <a:pt x="921719" y="908110"/>
                    </a:lnTo>
                    <a:lnTo>
                      <a:pt x="920552" y="912474"/>
                    </a:lnTo>
                    <a:lnTo>
                      <a:pt x="920834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h4164"/>
              <p:cNvSpPr/>
              <p:nvPr/>
            </p:nvSpPr>
            <p:spPr>
              <a:xfrm>
                <a:off x="3385562" y="1833966"/>
                <a:ext cx="914870" cy="916591"/>
              </a:xfrm>
              <a:custGeom>
                <a:avLst/>
                <a:gdLst/>
                <a:ahLst/>
                <a:cxnLst/>
                <a:rect l="0" t="0" r="0" b="0"/>
                <a:pathLst>
                  <a:path w="914870" h="916591">
                    <a:moveTo>
                      <a:pt x="914400" y="914400"/>
                    </a:moveTo>
                    <a:lnTo>
                      <a:pt x="914870" y="914400"/>
                    </a:lnTo>
                    <a:lnTo>
                      <a:pt x="914617" y="915660"/>
                    </a:lnTo>
                    <a:lnTo>
                      <a:pt x="914400" y="916591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h4165"/>
              <p:cNvSpPr/>
              <p:nvPr/>
            </p:nvSpPr>
            <p:spPr>
              <a:xfrm>
                <a:off x="2205532" y="1816396"/>
                <a:ext cx="914400" cy="9235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23">
                    <a:moveTo>
                      <a:pt x="914400" y="914400"/>
                    </a:moveTo>
                    <a:lnTo>
                      <a:pt x="914400" y="923523"/>
                    </a:lnTo>
                    <a:lnTo>
                      <a:pt x="914243" y="923182"/>
                    </a:lnTo>
                    <a:lnTo>
                      <a:pt x="913071" y="920628"/>
                    </a:lnTo>
                    <a:lnTo>
                      <a:pt x="910361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h4166"/>
              <p:cNvSpPr/>
              <p:nvPr/>
            </p:nvSpPr>
            <p:spPr>
              <a:xfrm>
                <a:off x="220553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272" y="931969"/>
                    </a:lnTo>
                    <a:lnTo>
                      <a:pt x="917732" y="930791"/>
                    </a:lnTo>
                    <a:lnTo>
                      <a:pt x="916569" y="928254"/>
                    </a:lnTo>
                    <a:lnTo>
                      <a:pt x="915406" y="925718"/>
                    </a:lnTo>
                    <a:lnTo>
                      <a:pt x="914400" y="923523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h4167"/>
              <p:cNvSpPr/>
              <p:nvPr/>
            </p:nvSpPr>
            <p:spPr>
              <a:xfrm>
                <a:off x="221497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h4168"/>
              <p:cNvSpPr/>
              <p:nvPr/>
            </p:nvSpPr>
            <p:spPr>
              <a:xfrm>
                <a:off x="222441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h4169"/>
              <p:cNvSpPr/>
              <p:nvPr/>
            </p:nvSpPr>
            <p:spPr>
              <a:xfrm>
                <a:off x="223385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h4170"/>
              <p:cNvSpPr/>
              <p:nvPr/>
            </p:nvSpPr>
            <p:spPr>
              <a:xfrm>
                <a:off x="224329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h4171"/>
              <p:cNvSpPr/>
              <p:nvPr/>
            </p:nvSpPr>
            <p:spPr>
              <a:xfrm>
                <a:off x="225273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h4172"/>
              <p:cNvSpPr/>
              <p:nvPr/>
            </p:nvSpPr>
            <p:spPr>
              <a:xfrm>
                <a:off x="226217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h4173"/>
              <p:cNvSpPr/>
              <p:nvPr/>
            </p:nvSpPr>
            <p:spPr>
              <a:xfrm>
                <a:off x="227161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h4174"/>
              <p:cNvSpPr/>
              <p:nvPr/>
            </p:nvSpPr>
            <p:spPr>
              <a:xfrm>
                <a:off x="228105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h4175"/>
              <p:cNvSpPr/>
              <p:nvPr/>
            </p:nvSpPr>
            <p:spPr>
              <a:xfrm>
                <a:off x="229049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h4176"/>
              <p:cNvSpPr/>
              <p:nvPr/>
            </p:nvSpPr>
            <p:spPr>
              <a:xfrm>
                <a:off x="229993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h4177"/>
              <p:cNvSpPr/>
              <p:nvPr/>
            </p:nvSpPr>
            <p:spPr>
              <a:xfrm>
                <a:off x="230937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h4178"/>
              <p:cNvSpPr/>
              <p:nvPr/>
            </p:nvSpPr>
            <p:spPr>
              <a:xfrm>
                <a:off x="231881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h4179"/>
              <p:cNvSpPr/>
              <p:nvPr/>
            </p:nvSpPr>
            <p:spPr>
              <a:xfrm>
                <a:off x="232825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h4180"/>
              <p:cNvSpPr/>
              <p:nvPr/>
            </p:nvSpPr>
            <p:spPr>
              <a:xfrm>
                <a:off x="233769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h4181"/>
              <p:cNvSpPr/>
              <p:nvPr/>
            </p:nvSpPr>
            <p:spPr>
              <a:xfrm>
                <a:off x="234713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h4182"/>
              <p:cNvSpPr/>
              <p:nvPr/>
            </p:nvSpPr>
            <p:spPr>
              <a:xfrm>
                <a:off x="235657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h4183"/>
              <p:cNvSpPr/>
              <p:nvPr/>
            </p:nvSpPr>
            <p:spPr>
              <a:xfrm>
                <a:off x="236601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h4184"/>
              <p:cNvSpPr/>
              <p:nvPr/>
            </p:nvSpPr>
            <p:spPr>
              <a:xfrm>
                <a:off x="237545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h4185"/>
              <p:cNvSpPr/>
              <p:nvPr/>
            </p:nvSpPr>
            <p:spPr>
              <a:xfrm>
                <a:off x="238489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h4186"/>
              <p:cNvSpPr/>
              <p:nvPr/>
            </p:nvSpPr>
            <p:spPr>
              <a:xfrm>
                <a:off x="239433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h4187"/>
              <p:cNvSpPr/>
              <p:nvPr/>
            </p:nvSpPr>
            <p:spPr>
              <a:xfrm>
                <a:off x="240377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h4188"/>
              <p:cNvSpPr/>
              <p:nvPr/>
            </p:nvSpPr>
            <p:spPr>
              <a:xfrm>
                <a:off x="241321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h4189"/>
              <p:cNvSpPr/>
              <p:nvPr/>
            </p:nvSpPr>
            <p:spPr>
              <a:xfrm>
                <a:off x="242265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h4190"/>
              <p:cNvSpPr/>
              <p:nvPr/>
            </p:nvSpPr>
            <p:spPr>
              <a:xfrm>
                <a:off x="243209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h4191"/>
              <p:cNvSpPr/>
              <p:nvPr/>
            </p:nvSpPr>
            <p:spPr>
              <a:xfrm>
                <a:off x="244153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h4192"/>
              <p:cNvSpPr/>
              <p:nvPr/>
            </p:nvSpPr>
            <p:spPr>
              <a:xfrm>
                <a:off x="245097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h4193"/>
              <p:cNvSpPr/>
              <p:nvPr/>
            </p:nvSpPr>
            <p:spPr>
              <a:xfrm>
                <a:off x="246041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h4194"/>
              <p:cNvSpPr/>
              <p:nvPr/>
            </p:nvSpPr>
            <p:spPr>
              <a:xfrm>
                <a:off x="246985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h4195"/>
              <p:cNvSpPr/>
              <p:nvPr/>
            </p:nvSpPr>
            <p:spPr>
              <a:xfrm>
                <a:off x="247929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h4196"/>
              <p:cNvSpPr/>
              <p:nvPr/>
            </p:nvSpPr>
            <p:spPr>
              <a:xfrm>
                <a:off x="248873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h4197"/>
              <p:cNvSpPr/>
              <p:nvPr/>
            </p:nvSpPr>
            <p:spPr>
              <a:xfrm>
                <a:off x="2498179" y="1833966"/>
                <a:ext cx="9235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732" y="896830"/>
                    </a:lnTo>
                    <a:lnTo>
                      <a:pt x="921252" y="905359"/>
                    </a:lnTo>
                    <a:lnTo>
                      <a:pt x="923599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h4198"/>
              <p:cNvSpPr/>
              <p:nvPr/>
            </p:nvSpPr>
            <p:spPr>
              <a:xfrm>
                <a:off x="3149556" y="181639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8117" y="931969"/>
                    </a:lnTo>
                    <a:lnTo>
                      <a:pt x="907766" y="928836"/>
                    </a:lnTo>
                    <a:lnTo>
                      <a:pt x="906870" y="918037"/>
                    </a:lnTo>
                    <a:lnTo>
                      <a:pt x="906671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h4199"/>
              <p:cNvSpPr/>
              <p:nvPr/>
            </p:nvSpPr>
            <p:spPr>
              <a:xfrm>
                <a:off x="314955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h4200"/>
              <p:cNvSpPr/>
              <p:nvPr/>
            </p:nvSpPr>
            <p:spPr>
              <a:xfrm>
                <a:off x="315899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h4201"/>
              <p:cNvSpPr/>
              <p:nvPr/>
            </p:nvSpPr>
            <p:spPr>
              <a:xfrm>
                <a:off x="316843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h4202"/>
              <p:cNvSpPr/>
              <p:nvPr/>
            </p:nvSpPr>
            <p:spPr>
              <a:xfrm>
                <a:off x="317787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h4203"/>
              <p:cNvSpPr/>
              <p:nvPr/>
            </p:nvSpPr>
            <p:spPr>
              <a:xfrm>
                <a:off x="318731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h4204"/>
              <p:cNvSpPr/>
              <p:nvPr/>
            </p:nvSpPr>
            <p:spPr>
              <a:xfrm>
                <a:off x="319675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h4205"/>
              <p:cNvSpPr/>
              <p:nvPr/>
            </p:nvSpPr>
            <p:spPr>
              <a:xfrm>
                <a:off x="320619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h4206"/>
              <p:cNvSpPr/>
              <p:nvPr/>
            </p:nvSpPr>
            <p:spPr>
              <a:xfrm>
                <a:off x="321563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h4207"/>
              <p:cNvSpPr/>
              <p:nvPr/>
            </p:nvSpPr>
            <p:spPr>
              <a:xfrm>
                <a:off x="322507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h4208"/>
              <p:cNvSpPr/>
              <p:nvPr/>
            </p:nvSpPr>
            <p:spPr>
              <a:xfrm>
                <a:off x="323451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h4209"/>
              <p:cNvSpPr/>
              <p:nvPr/>
            </p:nvSpPr>
            <p:spPr>
              <a:xfrm>
                <a:off x="324395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h4210"/>
              <p:cNvSpPr/>
              <p:nvPr/>
            </p:nvSpPr>
            <p:spPr>
              <a:xfrm>
                <a:off x="325339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h4211"/>
              <p:cNvSpPr/>
              <p:nvPr/>
            </p:nvSpPr>
            <p:spPr>
              <a:xfrm>
                <a:off x="326283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h4212"/>
              <p:cNvSpPr/>
              <p:nvPr/>
            </p:nvSpPr>
            <p:spPr>
              <a:xfrm>
                <a:off x="327227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h4213"/>
              <p:cNvSpPr/>
              <p:nvPr/>
            </p:nvSpPr>
            <p:spPr>
              <a:xfrm>
                <a:off x="328171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h4214"/>
              <p:cNvSpPr/>
              <p:nvPr/>
            </p:nvSpPr>
            <p:spPr>
              <a:xfrm>
                <a:off x="329115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h4215"/>
              <p:cNvSpPr/>
              <p:nvPr/>
            </p:nvSpPr>
            <p:spPr>
              <a:xfrm>
                <a:off x="330059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h4216"/>
              <p:cNvSpPr/>
              <p:nvPr/>
            </p:nvSpPr>
            <p:spPr>
              <a:xfrm>
                <a:off x="331004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h4217"/>
              <p:cNvSpPr/>
              <p:nvPr/>
            </p:nvSpPr>
            <p:spPr>
              <a:xfrm>
                <a:off x="331948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h4218"/>
              <p:cNvSpPr/>
              <p:nvPr/>
            </p:nvSpPr>
            <p:spPr>
              <a:xfrm>
                <a:off x="332892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h4219"/>
              <p:cNvSpPr/>
              <p:nvPr/>
            </p:nvSpPr>
            <p:spPr>
              <a:xfrm>
                <a:off x="333836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h4220"/>
              <p:cNvSpPr/>
              <p:nvPr/>
            </p:nvSpPr>
            <p:spPr>
              <a:xfrm>
                <a:off x="334780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h4221"/>
              <p:cNvSpPr/>
              <p:nvPr/>
            </p:nvSpPr>
            <p:spPr>
              <a:xfrm>
                <a:off x="335724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h4222"/>
              <p:cNvSpPr/>
              <p:nvPr/>
            </p:nvSpPr>
            <p:spPr>
              <a:xfrm>
                <a:off x="336668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h4223"/>
              <p:cNvSpPr/>
              <p:nvPr/>
            </p:nvSpPr>
            <p:spPr>
              <a:xfrm>
                <a:off x="337612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h4224"/>
              <p:cNvSpPr/>
              <p:nvPr/>
            </p:nvSpPr>
            <p:spPr>
              <a:xfrm>
                <a:off x="3385562" y="1833966"/>
                <a:ext cx="91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3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134" y="896830"/>
                    </a:lnTo>
                    <a:lnTo>
                      <a:pt x="916673" y="905429"/>
                    </a:lnTo>
                    <a:lnTo>
                      <a:pt x="914870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h4225"/>
              <p:cNvSpPr/>
              <p:nvPr/>
            </p:nvSpPr>
            <p:spPr>
              <a:xfrm>
                <a:off x="2196091" y="1798826"/>
                <a:ext cx="914400" cy="9181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128">
                    <a:moveTo>
                      <a:pt x="914400" y="914400"/>
                    </a:moveTo>
                    <a:lnTo>
                      <a:pt x="914400" y="918128"/>
                    </a:lnTo>
                    <a:lnTo>
                      <a:pt x="913098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h4226"/>
              <p:cNvSpPr/>
              <p:nvPr/>
            </p:nvSpPr>
            <p:spPr>
              <a:xfrm>
                <a:off x="219609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1" y="931969"/>
                    </a:lnTo>
                    <a:lnTo>
                      <a:pt x="918785" y="929633"/>
                    </a:lnTo>
                    <a:lnTo>
                      <a:pt x="915304" y="920718"/>
                    </a:lnTo>
                    <a:lnTo>
                      <a:pt x="914400" y="918128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h4227"/>
              <p:cNvSpPr/>
              <p:nvPr/>
            </p:nvSpPr>
            <p:spPr>
              <a:xfrm>
                <a:off x="220553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h4228"/>
              <p:cNvSpPr/>
              <p:nvPr/>
            </p:nvSpPr>
            <p:spPr>
              <a:xfrm>
                <a:off x="221497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h4229"/>
              <p:cNvSpPr/>
              <p:nvPr/>
            </p:nvSpPr>
            <p:spPr>
              <a:xfrm>
                <a:off x="222441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h4230"/>
              <p:cNvSpPr/>
              <p:nvPr/>
            </p:nvSpPr>
            <p:spPr>
              <a:xfrm>
                <a:off x="223385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h4231"/>
              <p:cNvSpPr/>
              <p:nvPr/>
            </p:nvSpPr>
            <p:spPr>
              <a:xfrm>
                <a:off x="224329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h4232"/>
              <p:cNvSpPr/>
              <p:nvPr/>
            </p:nvSpPr>
            <p:spPr>
              <a:xfrm>
                <a:off x="225273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h4233"/>
              <p:cNvSpPr/>
              <p:nvPr/>
            </p:nvSpPr>
            <p:spPr>
              <a:xfrm>
                <a:off x="226217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h4234"/>
              <p:cNvSpPr/>
              <p:nvPr/>
            </p:nvSpPr>
            <p:spPr>
              <a:xfrm>
                <a:off x="227161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h4235"/>
              <p:cNvSpPr/>
              <p:nvPr/>
            </p:nvSpPr>
            <p:spPr>
              <a:xfrm>
                <a:off x="228105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h4236"/>
              <p:cNvSpPr/>
              <p:nvPr/>
            </p:nvSpPr>
            <p:spPr>
              <a:xfrm>
                <a:off x="229049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h4237"/>
              <p:cNvSpPr/>
              <p:nvPr/>
            </p:nvSpPr>
            <p:spPr>
              <a:xfrm>
                <a:off x="229993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h4238"/>
              <p:cNvSpPr/>
              <p:nvPr/>
            </p:nvSpPr>
            <p:spPr>
              <a:xfrm>
                <a:off x="230937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h4239"/>
              <p:cNvSpPr/>
              <p:nvPr/>
            </p:nvSpPr>
            <p:spPr>
              <a:xfrm>
                <a:off x="231881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h4240"/>
              <p:cNvSpPr/>
              <p:nvPr/>
            </p:nvSpPr>
            <p:spPr>
              <a:xfrm>
                <a:off x="232825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h4241"/>
              <p:cNvSpPr/>
              <p:nvPr/>
            </p:nvSpPr>
            <p:spPr>
              <a:xfrm>
                <a:off x="233769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h4242"/>
              <p:cNvSpPr/>
              <p:nvPr/>
            </p:nvSpPr>
            <p:spPr>
              <a:xfrm>
                <a:off x="234713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h4243"/>
              <p:cNvSpPr/>
              <p:nvPr/>
            </p:nvSpPr>
            <p:spPr>
              <a:xfrm>
                <a:off x="235657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h4244"/>
              <p:cNvSpPr/>
              <p:nvPr/>
            </p:nvSpPr>
            <p:spPr>
              <a:xfrm>
                <a:off x="236601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h4245"/>
              <p:cNvSpPr/>
              <p:nvPr/>
            </p:nvSpPr>
            <p:spPr>
              <a:xfrm>
                <a:off x="237545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h4246"/>
              <p:cNvSpPr/>
              <p:nvPr/>
            </p:nvSpPr>
            <p:spPr>
              <a:xfrm>
                <a:off x="238489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h4247"/>
              <p:cNvSpPr/>
              <p:nvPr/>
            </p:nvSpPr>
            <p:spPr>
              <a:xfrm>
                <a:off x="239433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h4248"/>
              <p:cNvSpPr/>
              <p:nvPr/>
            </p:nvSpPr>
            <p:spPr>
              <a:xfrm>
                <a:off x="240377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h4249"/>
              <p:cNvSpPr/>
              <p:nvPr/>
            </p:nvSpPr>
            <p:spPr>
              <a:xfrm>
                <a:off x="241321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h4250"/>
              <p:cNvSpPr/>
              <p:nvPr/>
            </p:nvSpPr>
            <p:spPr>
              <a:xfrm>
                <a:off x="242265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h4251"/>
              <p:cNvSpPr/>
              <p:nvPr/>
            </p:nvSpPr>
            <p:spPr>
              <a:xfrm>
                <a:off x="243209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h4252"/>
              <p:cNvSpPr/>
              <p:nvPr/>
            </p:nvSpPr>
            <p:spPr>
              <a:xfrm>
                <a:off x="244153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h4253"/>
              <p:cNvSpPr/>
              <p:nvPr/>
            </p:nvSpPr>
            <p:spPr>
              <a:xfrm>
                <a:off x="245097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h4254"/>
              <p:cNvSpPr/>
              <p:nvPr/>
            </p:nvSpPr>
            <p:spPr>
              <a:xfrm>
                <a:off x="246041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h4255"/>
              <p:cNvSpPr/>
              <p:nvPr/>
            </p:nvSpPr>
            <p:spPr>
              <a:xfrm>
                <a:off x="246985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h4256"/>
              <p:cNvSpPr/>
              <p:nvPr/>
            </p:nvSpPr>
            <p:spPr>
              <a:xfrm>
                <a:off x="247929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h4257"/>
              <p:cNvSpPr/>
              <p:nvPr/>
            </p:nvSpPr>
            <p:spPr>
              <a:xfrm>
                <a:off x="2498179" y="181639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637" y="896830"/>
                    </a:lnTo>
                    <a:lnTo>
                      <a:pt x="914400" y="901540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h4258"/>
              <p:cNvSpPr/>
              <p:nvPr/>
            </p:nvSpPr>
            <p:spPr>
              <a:xfrm>
                <a:off x="2498179" y="1816396"/>
                <a:ext cx="9187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2" h="914400">
                    <a:moveTo>
                      <a:pt x="914400" y="914400"/>
                    </a:moveTo>
                    <a:lnTo>
                      <a:pt x="914400" y="901540"/>
                    </a:lnTo>
                    <a:lnTo>
                      <a:pt x="915226" y="903748"/>
                    </a:lnTo>
                    <a:lnTo>
                      <a:pt x="918375" y="913191"/>
                    </a:lnTo>
                    <a:lnTo>
                      <a:pt x="918732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h4259"/>
              <p:cNvSpPr/>
              <p:nvPr/>
            </p:nvSpPr>
            <p:spPr>
              <a:xfrm>
                <a:off x="3149556" y="179882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6671" y="931969"/>
                    </a:lnTo>
                    <a:lnTo>
                      <a:pt x="906276" y="924736"/>
                    </a:lnTo>
                    <a:lnTo>
                      <a:pt x="906000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h4260"/>
              <p:cNvSpPr/>
              <p:nvPr/>
            </p:nvSpPr>
            <p:spPr>
              <a:xfrm>
                <a:off x="314955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h4261"/>
              <p:cNvSpPr/>
              <p:nvPr/>
            </p:nvSpPr>
            <p:spPr>
              <a:xfrm>
                <a:off x="315899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h4262"/>
              <p:cNvSpPr/>
              <p:nvPr/>
            </p:nvSpPr>
            <p:spPr>
              <a:xfrm>
                <a:off x="316843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h4263"/>
              <p:cNvSpPr/>
              <p:nvPr/>
            </p:nvSpPr>
            <p:spPr>
              <a:xfrm>
                <a:off x="317787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h4264"/>
              <p:cNvSpPr/>
              <p:nvPr/>
            </p:nvSpPr>
            <p:spPr>
              <a:xfrm>
                <a:off x="318731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h4265"/>
              <p:cNvSpPr/>
              <p:nvPr/>
            </p:nvSpPr>
            <p:spPr>
              <a:xfrm>
                <a:off x="319675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h4266"/>
              <p:cNvSpPr/>
              <p:nvPr/>
            </p:nvSpPr>
            <p:spPr>
              <a:xfrm>
                <a:off x="320619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h4267"/>
              <p:cNvSpPr/>
              <p:nvPr/>
            </p:nvSpPr>
            <p:spPr>
              <a:xfrm>
                <a:off x="321563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h4268"/>
              <p:cNvSpPr/>
              <p:nvPr/>
            </p:nvSpPr>
            <p:spPr>
              <a:xfrm>
                <a:off x="322507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h4269"/>
              <p:cNvSpPr/>
              <p:nvPr/>
            </p:nvSpPr>
            <p:spPr>
              <a:xfrm>
                <a:off x="323451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h4270"/>
              <p:cNvSpPr/>
              <p:nvPr/>
            </p:nvSpPr>
            <p:spPr>
              <a:xfrm>
                <a:off x="324395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h4271"/>
              <p:cNvSpPr/>
              <p:nvPr/>
            </p:nvSpPr>
            <p:spPr>
              <a:xfrm>
                <a:off x="325339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h4272"/>
              <p:cNvSpPr/>
              <p:nvPr/>
            </p:nvSpPr>
            <p:spPr>
              <a:xfrm>
                <a:off x="326283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h4273"/>
              <p:cNvSpPr/>
              <p:nvPr/>
            </p:nvSpPr>
            <p:spPr>
              <a:xfrm>
                <a:off x="327227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h4274"/>
              <p:cNvSpPr/>
              <p:nvPr/>
            </p:nvSpPr>
            <p:spPr>
              <a:xfrm>
                <a:off x="328171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h4275"/>
              <p:cNvSpPr/>
              <p:nvPr/>
            </p:nvSpPr>
            <p:spPr>
              <a:xfrm>
                <a:off x="329115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h4276"/>
              <p:cNvSpPr/>
              <p:nvPr/>
            </p:nvSpPr>
            <p:spPr>
              <a:xfrm>
                <a:off x="330059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h4277"/>
              <p:cNvSpPr/>
              <p:nvPr/>
            </p:nvSpPr>
            <p:spPr>
              <a:xfrm>
                <a:off x="331004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h4278"/>
              <p:cNvSpPr/>
              <p:nvPr/>
            </p:nvSpPr>
            <p:spPr>
              <a:xfrm>
                <a:off x="331948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h4279"/>
              <p:cNvSpPr/>
              <p:nvPr/>
            </p:nvSpPr>
            <p:spPr>
              <a:xfrm>
                <a:off x="332892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h4280"/>
              <p:cNvSpPr/>
              <p:nvPr/>
            </p:nvSpPr>
            <p:spPr>
              <a:xfrm>
                <a:off x="333836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h4281"/>
              <p:cNvSpPr/>
              <p:nvPr/>
            </p:nvSpPr>
            <p:spPr>
              <a:xfrm>
                <a:off x="334780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h4282"/>
              <p:cNvSpPr/>
              <p:nvPr/>
            </p:nvSpPr>
            <p:spPr>
              <a:xfrm>
                <a:off x="335724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h4283"/>
              <p:cNvSpPr/>
              <p:nvPr/>
            </p:nvSpPr>
            <p:spPr>
              <a:xfrm>
                <a:off x="336668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h4284"/>
              <p:cNvSpPr/>
              <p:nvPr/>
            </p:nvSpPr>
            <p:spPr>
              <a:xfrm>
                <a:off x="337612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h4285"/>
              <p:cNvSpPr/>
              <p:nvPr/>
            </p:nvSpPr>
            <p:spPr>
              <a:xfrm>
                <a:off x="3385562" y="1816396"/>
                <a:ext cx="9204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90" y="896830"/>
                    </a:lnTo>
                    <a:lnTo>
                      <a:pt x="919919" y="902010"/>
                    </a:lnTo>
                    <a:lnTo>
                      <a:pt x="918442" y="912583"/>
                    </a:lnTo>
                    <a:lnTo>
                      <a:pt x="918134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h4286"/>
              <p:cNvSpPr/>
              <p:nvPr/>
            </p:nvSpPr>
            <p:spPr>
              <a:xfrm>
                <a:off x="2196091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098" y="931969"/>
                    </a:lnTo>
                    <a:lnTo>
                      <a:pt x="912078" y="929047"/>
                    </a:lnTo>
                    <a:lnTo>
                      <a:pt x="909116" y="919504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h4287"/>
              <p:cNvSpPr/>
              <p:nvPr/>
            </p:nvSpPr>
            <p:spPr>
              <a:xfrm>
                <a:off x="219609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h4288"/>
              <p:cNvSpPr/>
              <p:nvPr/>
            </p:nvSpPr>
            <p:spPr>
              <a:xfrm>
                <a:off x="220553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h4289"/>
              <p:cNvSpPr/>
              <p:nvPr/>
            </p:nvSpPr>
            <p:spPr>
              <a:xfrm>
                <a:off x="221497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h4290"/>
              <p:cNvSpPr/>
              <p:nvPr/>
            </p:nvSpPr>
            <p:spPr>
              <a:xfrm>
                <a:off x="222441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h4291"/>
              <p:cNvSpPr/>
              <p:nvPr/>
            </p:nvSpPr>
            <p:spPr>
              <a:xfrm>
                <a:off x="223385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h4292"/>
              <p:cNvSpPr/>
              <p:nvPr/>
            </p:nvSpPr>
            <p:spPr>
              <a:xfrm>
                <a:off x="224329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h4293"/>
              <p:cNvSpPr/>
              <p:nvPr/>
            </p:nvSpPr>
            <p:spPr>
              <a:xfrm>
                <a:off x="225273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h4294"/>
              <p:cNvSpPr/>
              <p:nvPr/>
            </p:nvSpPr>
            <p:spPr>
              <a:xfrm>
                <a:off x="226217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h4295"/>
              <p:cNvSpPr/>
              <p:nvPr/>
            </p:nvSpPr>
            <p:spPr>
              <a:xfrm>
                <a:off x="227161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h4296"/>
              <p:cNvSpPr/>
              <p:nvPr/>
            </p:nvSpPr>
            <p:spPr>
              <a:xfrm>
                <a:off x="228105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h4297"/>
              <p:cNvSpPr/>
              <p:nvPr/>
            </p:nvSpPr>
            <p:spPr>
              <a:xfrm>
                <a:off x="229049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h4298"/>
              <p:cNvSpPr/>
              <p:nvPr/>
            </p:nvSpPr>
            <p:spPr>
              <a:xfrm>
                <a:off x="229993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h4299"/>
              <p:cNvSpPr/>
              <p:nvPr/>
            </p:nvSpPr>
            <p:spPr>
              <a:xfrm>
                <a:off x="230937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h4300"/>
              <p:cNvSpPr/>
              <p:nvPr/>
            </p:nvSpPr>
            <p:spPr>
              <a:xfrm>
                <a:off x="231881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h4301"/>
              <p:cNvSpPr/>
              <p:nvPr/>
            </p:nvSpPr>
            <p:spPr>
              <a:xfrm>
                <a:off x="232825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h4302"/>
              <p:cNvSpPr/>
              <p:nvPr/>
            </p:nvSpPr>
            <p:spPr>
              <a:xfrm>
                <a:off x="233769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h4303"/>
              <p:cNvSpPr/>
              <p:nvPr/>
            </p:nvSpPr>
            <p:spPr>
              <a:xfrm>
                <a:off x="234713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h4304"/>
              <p:cNvSpPr/>
              <p:nvPr/>
            </p:nvSpPr>
            <p:spPr>
              <a:xfrm>
                <a:off x="235657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h4305"/>
              <p:cNvSpPr/>
              <p:nvPr/>
            </p:nvSpPr>
            <p:spPr>
              <a:xfrm>
                <a:off x="236601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h4306"/>
              <p:cNvSpPr/>
              <p:nvPr/>
            </p:nvSpPr>
            <p:spPr>
              <a:xfrm>
                <a:off x="237545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h4307"/>
              <p:cNvSpPr/>
              <p:nvPr/>
            </p:nvSpPr>
            <p:spPr>
              <a:xfrm>
                <a:off x="238489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h4308"/>
              <p:cNvSpPr/>
              <p:nvPr/>
            </p:nvSpPr>
            <p:spPr>
              <a:xfrm>
                <a:off x="239433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h4309"/>
              <p:cNvSpPr/>
              <p:nvPr/>
            </p:nvSpPr>
            <p:spPr>
              <a:xfrm>
                <a:off x="240377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h4310"/>
              <p:cNvSpPr/>
              <p:nvPr/>
            </p:nvSpPr>
            <p:spPr>
              <a:xfrm>
                <a:off x="241321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h4311"/>
              <p:cNvSpPr/>
              <p:nvPr/>
            </p:nvSpPr>
            <p:spPr>
              <a:xfrm>
                <a:off x="242265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h4312"/>
              <p:cNvSpPr/>
              <p:nvPr/>
            </p:nvSpPr>
            <p:spPr>
              <a:xfrm>
                <a:off x="243209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h4313"/>
              <p:cNvSpPr/>
              <p:nvPr/>
            </p:nvSpPr>
            <p:spPr>
              <a:xfrm>
                <a:off x="244153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h4314"/>
              <p:cNvSpPr/>
              <p:nvPr/>
            </p:nvSpPr>
            <p:spPr>
              <a:xfrm>
                <a:off x="245097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h4315"/>
              <p:cNvSpPr/>
              <p:nvPr/>
            </p:nvSpPr>
            <p:spPr>
              <a:xfrm>
                <a:off x="246041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h4316"/>
              <p:cNvSpPr/>
              <p:nvPr/>
            </p:nvSpPr>
            <p:spPr>
              <a:xfrm>
                <a:off x="246985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h4317"/>
              <p:cNvSpPr/>
              <p:nvPr/>
            </p:nvSpPr>
            <p:spPr>
              <a:xfrm>
                <a:off x="247929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h4318"/>
              <p:cNvSpPr/>
              <p:nvPr/>
            </p:nvSpPr>
            <p:spPr>
              <a:xfrm>
                <a:off x="2488739" y="1798826"/>
                <a:ext cx="9220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8" h="914400">
                    <a:moveTo>
                      <a:pt x="914399" y="914400"/>
                    </a:moveTo>
                    <a:lnTo>
                      <a:pt x="914520" y="896830"/>
                    </a:lnTo>
                    <a:lnTo>
                      <a:pt x="917588" y="903424"/>
                    </a:lnTo>
                    <a:lnTo>
                      <a:pt x="921254" y="912197"/>
                    </a:lnTo>
                    <a:lnTo>
                      <a:pt x="922078" y="914400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h4319"/>
              <p:cNvSpPr/>
              <p:nvPr/>
            </p:nvSpPr>
            <p:spPr>
              <a:xfrm>
                <a:off x="3149556" y="178125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6000" y="931969"/>
                    </a:lnTo>
                    <a:lnTo>
                      <a:pt x="905985" y="931392"/>
                    </a:lnTo>
                    <a:lnTo>
                      <a:pt x="905998" y="920465"/>
                    </a:lnTo>
                    <a:lnTo>
                      <a:pt x="906175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h4320"/>
              <p:cNvSpPr/>
              <p:nvPr/>
            </p:nvSpPr>
            <p:spPr>
              <a:xfrm>
                <a:off x="314955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h4321"/>
              <p:cNvSpPr/>
              <p:nvPr/>
            </p:nvSpPr>
            <p:spPr>
              <a:xfrm>
                <a:off x="315899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h4322"/>
              <p:cNvSpPr/>
              <p:nvPr/>
            </p:nvSpPr>
            <p:spPr>
              <a:xfrm>
                <a:off x="316843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h4323"/>
              <p:cNvSpPr/>
              <p:nvPr/>
            </p:nvSpPr>
            <p:spPr>
              <a:xfrm>
                <a:off x="317787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h4324"/>
              <p:cNvSpPr/>
              <p:nvPr/>
            </p:nvSpPr>
            <p:spPr>
              <a:xfrm>
                <a:off x="318731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h4325"/>
              <p:cNvSpPr/>
              <p:nvPr/>
            </p:nvSpPr>
            <p:spPr>
              <a:xfrm>
                <a:off x="319675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h4326"/>
              <p:cNvSpPr/>
              <p:nvPr/>
            </p:nvSpPr>
            <p:spPr>
              <a:xfrm>
                <a:off x="320619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h4327"/>
              <p:cNvSpPr/>
              <p:nvPr/>
            </p:nvSpPr>
            <p:spPr>
              <a:xfrm>
                <a:off x="321563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h4328"/>
              <p:cNvSpPr/>
              <p:nvPr/>
            </p:nvSpPr>
            <p:spPr>
              <a:xfrm>
                <a:off x="322507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h4329"/>
              <p:cNvSpPr/>
              <p:nvPr/>
            </p:nvSpPr>
            <p:spPr>
              <a:xfrm>
                <a:off x="323451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h4330"/>
              <p:cNvSpPr/>
              <p:nvPr/>
            </p:nvSpPr>
            <p:spPr>
              <a:xfrm>
                <a:off x="324395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h4331"/>
              <p:cNvSpPr/>
              <p:nvPr/>
            </p:nvSpPr>
            <p:spPr>
              <a:xfrm>
                <a:off x="325339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h4332"/>
              <p:cNvSpPr/>
              <p:nvPr/>
            </p:nvSpPr>
            <p:spPr>
              <a:xfrm>
                <a:off x="326283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h4333"/>
              <p:cNvSpPr/>
              <p:nvPr/>
            </p:nvSpPr>
            <p:spPr>
              <a:xfrm>
                <a:off x="327227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h4334"/>
              <p:cNvSpPr/>
              <p:nvPr/>
            </p:nvSpPr>
            <p:spPr>
              <a:xfrm>
                <a:off x="328171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h4335"/>
              <p:cNvSpPr/>
              <p:nvPr/>
            </p:nvSpPr>
            <p:spPr>
              <a:xfrm>
                <a:off x="329115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h4336"/>
              <p:cNvSpPr/>
              <p:nvPr/>
            </p:nvSpPr>
            <p:spPr>
              <a:xfrm>
                <a:off x="330059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h4337"/>
              <p:cNvSpPr/>
              <p:nvPr/>
            </p:nvSpPr>
            <p:spPr>
              <a:xfrm>
                <a:off x="331004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h4338"/>
              <p:cNvSpPr/>
              <p:nvPr/>
            </p:nvSpPr>
            <p:spPr>
              <a:xfrm>
                <a:off x="331948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h4339"/>
              <p:cNvSpPr/>
              <p:nvPr/>
            </p:nvSpPr>
            <p:spPr>
              <a:xfrm>
                <a:off x="332892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h4340"/>
              <p:cNvSpPr/>
              <p:nvPr/>
            </p:nvSpPr>
            <p:spPr>
              <a:xfrm>
                <a:off x="333836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h4341"/>
              <p:cNvSpPr/>
              <p:nvPr/>
            </p:nvSpPr>
            <p:spPr>
              <a:xfrm>
                <a:off x="334780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h4342"/>
              <p:cNvSpPr/>
              <p:nvPr/>
            </p:nvSpPr>
            <p:spPr>
              <a:xfrm>
                <a:off x="335724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h4343"/>
              <p:cNvSpPr/>
              <p:nvPr/>
            </p:nvSpPr>
            <p:spPr>
              <a:xfrm>
                <a:off x="336668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h4344"/>
              <p:cNvSpPr/>
              <p:nvPr/>
            </p:nvSpPr>
            <p:spPr>
              <a:xfrm>
                <a:off x="337612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h4345"/>
              <p:cNvSpPr/>
              <p:nvPr/>
            </p:nvSpPr>
            <p:spPr>
              <a:xfrm>
                <a:off x="3385562" y="1798826"/>
                <a:ext cx="9220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47" y="896830"/>
                    </a:lnTo>
                    <a:lnTo>
                      <a:pt x="921980" y="898079"/>
                    </a:lnTo>
                    <a:lnTo>
                      <a:pt x="921099" y="908879"/>
                    </a:lnTo>
                    <a:lnTo>
                      <a:pt x="920490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h4346"/>
              <p:cNvSpPr/>
              <p:nvPr/>
            </p:nvSpPr>
            <p:spPr>
              <a:xfrm>
                <a:off x="2186651" y="1763687"/>
                <a:ext cx="914400" cy="9211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135">
                    <a:moveTo>
                      <a:pt x="914400" y="914400"/>
                    </a:moveTo>
                    <a:lnTo>
                      <a:pt x="914400" y="921135"/>
                    </a:lnTo>
                    <a:lnTo>
                      <a:pt x="913971" y="919345"/>
                    </a:lnTo>
                    <a:lnTo>
                      <a:pt x="911812" y="916469"/>
                    </a:lnTo>
                    <a:lnTo>
                      <a:pt x="910418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h4347"/>
              <p:cNvSpPr/>
              <p:nvPr/>
            </p:nvSpPr>
            <p:spPr>
              <a:xfrm>
                <a:off x="218665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5866" y="927257"/>
                    </a:lnTo>
                    <a:lnTo>
                      <a:pt x="914400" y="921135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h4348"/>
              <p:cNvSpPr/>
              <p:nvPr/>
            </p:nvSpPr>
            <p:spPr>
              <a:xfrm>
                <a:off x="219609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h4349"/>
              <p:cNvSpPr/>
              <p:nvPr/>
            </p:nvSpPr>
            <p:spPr>
              <a:xfrm>
                <a:off x="220553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h4350"/>
              <p:cNvSpPr/>
              <p:nvPr/>
            </p:nvSpPr>
            <p:spPr>
              <a:xfrm>
                <a:off x="221497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h4351"/>
              <p:cNvSpPr/>
              <p:nvPr/>
            </p:nvSpPr>
            <p:spPr>
              <a:xfrm>
                <a:off x="222441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h4352"/>
              <p:cNvSpPr/>
              <p:nvPr/>
            </p:nvSpPr>
            <p:spPr>
              <a:xfrm>
                <a:off x="223385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h4353"/>
              <p:cNvSpPr/>
              <p:nvPr/>
            </p:nvSpPr>
            <p:spPr>
              <a:xfrm>
                <a:off x="224329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h4354"/>
              <p:cNvSpPr/>
              <p:nvPr/>
            </p:nvSpPr>
            <p:spPr>
              <a:xfrm>
                <a:off x="225273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h4355"/>
              <p:cNvSpPr/>
              <p:nvPr/>
            </p:nvSpPr>
            <p:spPr>
              <a:xfrm>
                <a:off x="226217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h4356"/>
              <p:cNvSpPr/>
              <p:nvPr/>
            </p:nvSpPr>
            <p:spPr>
              <a:xfrm>
                <a:off x="227161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h4357"/>
              <p:cNvSpPr/>
              <p:nvPr/>
            </p:nvSpPr>
            <p:spPr>
              <a:xfrm>
                <a:off x="228105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h4358"/>
              <p:cNvSpPr/>
              <p:nvPr/>
            </p:nvSpPr>
            <p:spPr>
              <a:xfrm>
                <a:off x="229049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h4359"/>
              <p:cNvSpPr/>
              <p:nvPr/>
            </p:nvSpPr>
            <p:spPr>
              <a:xfrm>
                <a:off x="229993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h4360"/>
              <p:cNvSpPr/>
              <p:nvPr/>
            </p:nvSpPr>
            <p:spPr>
              <a:xfrm>
                <a:off x="230937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h4361"/>
              <p:cNvSpPr/>
              <p:nvPr/>
            </p:nvSpPr>
            <p:spPr>
              <a:xfrm>
                <a:off x="231881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h4362"/>
              <p:cNvSpPr/>
              <p:nvPr/>
            </p:nvSpPr>
            <p:spPr>
              <a:xfrm>
                <a:off x="232825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h4363"/>
              <p:cNvSpPr/>
              <p:nvPr/>
            </p:nvSpPr>
            <p:spPr>
              <a:xfrm>
                <a:off x="233769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25B">
                  <a:alpha val="100000"/>
                </a:srgbClr>
              </a:solidFill>
              <a:ln w="5420" cap="flat">
                <a:solidFill>
                  <a:srgbClr val="FC92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h4364"/>
              <p:cNvSpPr/>
              <p:nvPr/>
            </p:nvSpPr>
            <p:spPr>
              <a:xfrm>
                <a:off x="234713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h4365"/>
              <p:cNvSpPr/>
              <p:nvPr/>
            </p:nvSpPr>
            <p:spPr>
              <a:xfrm>
                <a:off x="235657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h4366"/>
              <p:cNvSpPr/>
              <p:nvPr/>
            </p:nvSpPr>
            <p:spPr>
              <a:xfrm>
                <a:off x="236601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h4367"/>
              <p:cNvSpPr/>
              <p:nvPr/>
            </p:nvSpPr>
            <p:spPr>
              <a:xfrm>
                <a:off x="237545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h4368"/>
              <p:cNvSpPr/>
              <p:nvPr/>
            </p:nvSpPr>
            <p:spPr>
              <a:xfrm>
                <a:off x="238489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h4369"/>
              <p:cNvSpPr/>
              <p:nvPr/>
            </p:nvSpPr>
            <p:spPr>
              <a:xfrm>
                <a:off x="239433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h4370"/>
              <p:cNvSpPr/>
              <p:nvPr/>
            </p:nvSpPr>
            <p:spPr>
              <a:xfrm>
                <a:off x="240377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h4371"/>
              <p:cNvSpPr/>
              <p:nvPr/>
            </p:nvSpPr>
            <p:spPr>
              <a:xfrm>
                <a:off x="241321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h4372"/>
              <p:cNvSpPr/>
              <p:nvPr/>
            </p:nvSpPr>
            <p:spPr>
              <a:xfrm>
                <a:off x="242265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h4373"/>
              <p:cNvSpPr/>
              <p:nvPr/>
            </p:nvSpPr>
            <p:spPr>
              <a:xfrm>
                <a:off x="243209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h4374"/>
              <p:cNvSpPr/>
              <p:nvPr/>
            </p:nvSpPr>
            <p:spPr>
              <a:xfrm>
                <a:off x="244153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h4375"/>
              <p:cNvSpPr/>
              <p:nvPr/>
            </p:nvSpPr>
            <p:spPr>
              <a:xfrm>
                <a:off x="245097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h4376"/>
              <p:cNvSpPr/>
              <p:nvPr/>
            </p:nvSpPr>
            <p:spPr>
              <a:xfrm>
                <a:off x="246041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h4377"/>
              <p:cNvSpPr/>
              <p:nvPr/>
            </p:nvSpPr>
            <p:spPr>
              <a:xfrm>
                <a:off x="246985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h4378"/>
              <p:cNvSpPr/>
              <p:nvPr/>
            </p:nvSpPr>
            <p:spPr>
              <a:xfrm>
                <a:off x="2488739" y="178125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5069" y="896830"/>
                    </a:lnTo>
                    <a:lnTo>
                      <a:pt x="905175" y="896996"/>
                    </a:lnTo>
                    <a:lnTo>
                      <a:pt x="909537" y="904585"/>
                    </a:lnTo>
                    <a:lnTo>
                      <a:pt x="913679" y="912592"/>
                    </a:lnTo>
                    <a:lnTo>
                      <a:pt x="914399" y="914141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h4379"/>
              <p:cNvSpPr/>
              <p:nvPr/>
            </p:nvSpPr>
            <p:spPr>
              <a:xfrm>
                <a:off x="2488739" y="178125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4399" y="914141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h4380"/>
              <p:cNvSpPr/>
              <p:nvPr/>
            </p:nvSpPr>
            <p:spPr>
              <a:xfrm>
                <a:off x="3149556" y="1763687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6175" y="931969"/>
                    </a:lnTo>
                    <a:lnTo>
                      <a:pt x="906316" y="927124"/>
                    </a:lnTo>
                    <a:lnTo>
                      <a:pt x="906936" y="916258"/>
                    </a:lnTo>
                    <a:lnTo>
                      <a:pt x="907095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h4381"/>
              <p:cNvSpPr/>
              <p:nvPr/>
            </p:nvSpPr>
            <p:spPr>
              <a:xfrm>
                <a:off x="314955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h4382"/>
              <p:cNvSpPr/>
              <p:nvPr/>
            </p:nvSpPr>
            <p:spPr>
              <a:xfrm>
                <a:off x="315899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h4383"/>
              <p:cNvSpPr/>
              <p:nvPr/>
            </p:nvSpPr>
            <p:spPr>
              <a:xfrm>
                <a:off x="316843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h4384"/>
              <p:cNvSpPr/>
              <p:nvPr/>
            </p:nvSpPr>
            <p:spPr>
              <a:xfrm>
                <a:off x="317787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h4385"/>
              <p:cNvSpPr/>
              <p:nvPr/>
            </p:nvSpPr>
            <p:spPr>
              <a:xfrm>
                <a:off x="318731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h4386"/>
              <p:cNvSpPr/>
              <p:nvPr/>
            </p:nvSpPr>
            <p:spPr>
              <a:xfrm>
                <a:off x="319675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h4387"/>
              <p:cNvSpPr/>
              <p:nvPr/>
            </p:nvSpPr>
            <p:spPr>
              <a:xfrm>
                <a:off x="320619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h4388"/>
              <p:cNvSpPr/>
              <p:nvPr/>
            </p:nvSpPr>
            <p:spPr>
              <a:xfrm>
                <a:off x="321563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h4389"/>
              <p:cNvSpPr/>
              <p:nvPr/>
            </p:nvSpPr>
            <p:spPr>
              <a:xfrm>
                <a:off x="322507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h4390"/>
              <p:cNvSpPr/>
              <p:nvPr/>
            </p:nvSpPr>
            <p:spPr>
              <a:xfrm>
                <a:off x="323451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h4391"/>
              <p:cNvSpPr/>
              <p:nvPr/>
            </p:nvSpPr>
            <p:spPr>
              <a:xfrm>
                <a:off x="324395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h4392"/>
              <p:cNvSpPr/>
              <p:nvPr/>
            </p:nvSpPr>
            <p:spPr>
              <a:xfrm>
                <a:off x="325339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h4393"/>
              <p:cNvSpPr/>
              <p:nvPr/>
            </p:nvSpPr>
            <p:spPr>
              <a:xfrm>
                <a:off x="326283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h4394"/>
              <p:cNvSpPr/>
              <p:nvPr/>
            </p:nvSpPr>
            <p:spPr>
              <a:xfrm>
                <a:off x="327227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h4395"/>
              <p:cNvSpPr/>
              <p:nvPr/>
            </p:nvSpPr>
            <p:spPr>
              <a:xfrm>
                <a:off x="328171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h4396"/>
              <p:cNvSpPr/>
              <p:nvPr/>
            </p:nvSpPr>
            <p:spPr>
              <a:xfrm>
                <a:off x="329115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h4397"/>
              <p:cNvSpPr/>
              <p:nvPr/>
            </p:nvSpPr>
            <p:spPr>
              <a:xfrm>
                <a:off x="330059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h4398"/>
              <p:cNvSpPr/>
              <p:nvPr/>
            </p:nvSpPr>
            <p:spPr>
              <a:xfrm>
                <a:off x="331004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h4399"/>
              <p:cNvSpPr/>
              <p:nvPr/>
            </p:nvSpPr>
            <p:spPr>
              <a:xfrm>
                <a:off x="331948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h4400"/>
              <p:cNvSpPr/>
              <p:nvPr/>
            </p:nvSpPr>
            <p:spPr>
              <a:xfrm>
                <a:off x="332892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h4401"/>
              <p:cNvSpPr/>
              <p:nvPr/>
            </p:nvSpPr>
            <p:spPr>
              <a:xfrm>
                <a:off x="333836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h4402"/>
              <p:cNvSpPr/>
              <p:nvPr/>
            </p:nvSpPr>
            <p:spPr>
              <a:xfrm>
                <a:off x="334780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h4403"/>
              <p:cNvSpPr/>
              <p:nvPr/>
            </p:nvSpPr>
            <p:spPr>
              <a:xfrm>
                <a:off x="335724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h4404"/>
              <p:cNvSpPr/>
              <p:nvPr/>
            </p:nvSpPr>
            <p:spPr>
              <a:xfrm>
                <a:off x="336668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h4405"/>
              <p:cNvSpPr/>
              <p:nvPr/>
            </p:nvSpPr>
            <p:spPr>
              <a:xfrm>
                <a:off x="337612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h4406"/>
              <p:cNvSpPr/>
              <p:nvPr/>
            </p:nvSpPr>
            <p:spPr>
              <a:xfrm>
                <a:off x="3385562" y="1781256"/>
                <a:ext cx="9227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761" y="896830"/>
                    </a:lnTo>
                    <a:lnTo>
                      <a:pt x="922559" y="904778"/>
                    </a:lnTo>
                    <a:lnTo>
                      <a:pt x="922047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h4407"/>
              <p:cNvSpPr/>
              <p:nvPr/>
            </p:nvSpPr>
            <p:spPr>
              <a:xfrm>
                <a:off x="2177211" y="1746117"/>
                <a:ext cx="914400" cy="9234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93">
                    <a:moveTo>
                      <a:pt x="914400" y="914400"/>
                    </a:moveTo>
                    <a:lnTo>
                      <a:pt x="914400" y="923493"/>
                    </a:lnTo>
                    <a:lnTo>
                      <a:pt x="912200" y="919861"/>
                    </a:lnTo>
                    <a:lnTo>
                      <a:pt x="909222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h4408"/>
              <p:cNvSpPr/>
              <p:nvPr/>
            </p:nvSpPr>
            <p:spPr>
              <a:xfrm>
                <a:off x="217721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58" y="931969"/>
                    </a:lnTo>
                    <a:lnTo>
                      <a:pt x="916627" y="927170"/>
                    </a:lnTo>
                    <a:lnTo>
                      <a:pt x="914400" y="923493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h4409"/>
              <p:cNvSpPr/>
              <p:nvPr/>
            </p:nvSpPr>
            <p:spPr>
              <a:xfrm>
                <a:off x="218665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h4410"/>
              <p:cNvSpPr/>
              <p:nvPr/>
            </p:nvSpPr>
            <p:spPr>
              <a:xfrm>
                <a:off x="219609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h4411"/>
              <p:cNvSpPr/>
              <p:nvPr/>
            </p:nvSpPr>
            <p:spPr>
              <a:xfrm>
                <a:off x="220553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h4412"/>
              <p:cNvSpPr/>
              <p:nvPr/>
            </p:nvSpPr>
            <p:spPr>
              <a:xfrm>
                <a:off x="221497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h4413"/>
              <p:cNvSpPr/>
              <p:nvPr/>
            </p:nvSpPr>
            <p:spPr>
              <a:xfrm>
                <a:off x="222441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h4414"/>
              <p:cNvSpPr/>
              <p:nvPr/>
            </p:nvSpPr>
            <p:spPr>
              <a:xfrm>
                <a:off x="223385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h4415"/>
              <p:cNvSpPr/>
              <p:nvPr/>
            </p:nvSpPr>
            <p:spPr>
              <a:xfrm>
                <a:off x="224329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h4416"/>
              <p:cNvSpPr/>
              <p:nvPr/>
            </p:nvSpPr>
            <p:spPr>
              <a:xfrm>
                <a:off x="225273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h4417"/>
              <p:cNvSpPr/>
              <p:nvPr/>
            </p:nvSpPr>
            <p:spPr>
              <a:xfrm>
                <a:off x="226217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h4418"/>
              <p:cNvSpPr/>
              <p:nvPr/>
            </p:nvSpPr>
            <p:spPr>
              <a:xfrm>
                <a:off x="227161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h4419"/>
              <p:cNvSpPr/>
              <p:nvPr/>
            </p:nvSpPr>
            <p:spPr>
              <a:xfrm>
                <a:off x="228105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h4420"/>
              <p:cNvSpPr/>
              <p:nvPr/>
            </p:nvSpPr>
            <p:spPr>
              <a:xfrm>
                <a:off x="229049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h4421"/>
              <p:cNvSpPr/>
              <p:nvPr/>
            </p:nvSpPr>
            <p:spPr>
              <a:xfrm>
                <a:off x="229993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h4422"/>
              <p:cNvSpPr/>
              <p:nvPr/>
            </p:nvSpPr>
            <p:spPr>
              <a:xfrm>
                <a:off x="230937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h4423"/>
              <p:cNvSpPr/>
              <p:nvPr/>
            </p:nvSpPr>
            <p:spPr>
              <a:xfrm>
                <a:off x="231881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h4424"/>
              <p:cNvSpPr/>
              <p:nvPr/>
            </p:nvSpPr>
            <p:spPr>
              <a:xfrm>
                <a:off x="232825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D">
                  <a:alpha val="100000"/>
                </a:srgbClr>
              </a:solidFill>
              <a:ln w="5420" cap="flat">
                <a:solidFill>
                  <a:srgbClr val="FD9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h4425"/>
              <p:cNvSpPr/>
              <p:nvPr/>
            </p:nvSpPr>
            <p:spPr>
              <a:xfrm>
                <a:off x="233769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h4426"/>
              <p:cNvSpPr/>
              <p:nvPr/>
            </p:nvSpPr>
            <p:spPr>
              <a:xfrm>
                <a:off x="234713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h4427"/>
              <p:cNvSpPr/>
              <p:nvPr/>
            </p:nvSpPr>
            <p:spPr>
              <a:xfrm>
                <a:off x="235657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h4428"/>
              <p:cNvSpPr/>
              <p:nvPr/>
            </p:nvSpPr>
            <p:spPr>
              <a:xfrm>
                <a:off x="236601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h4429"/>
              <p:cNvSpPr/>
              <p:nvPr/>
            </p:nvSpPr>
            <p:spPr>
              <a:xfrm>
                <a:off x="237545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h4430"/>
              <p:cNvSpPr/>
              <p:nvPr/>
            </p:nvSpPr>
            <p:spPr>
              <a:xfrm>
                <a:off x="238489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h4431"/>
              <p:cNvSpPr/>
              <p:nvPr/>
            </p:nvSpPr>
            <p:spPr>
              <a:xfrm>
                <a:off x="239433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h4432"/>
              <p:cNvSpPr/>
              <p:nvPr/>
            </p:nvSpPr>
            <p:spPr>
              <a:xfrm>
                <a:off x="240377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h4433"/>
              <p:cNvSpPr/>
              <p:nvPr/>
            </p:nvSpPr>
            <p:spPr>
              <a:xfrm>
                <a:off x="241321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h4434"/>
              <p:cNvSpPr/>
              <p:nvPr/>
            </p:nvSpPr>
            <p:spPr>
              <a:xfrm>
                <a:off x="242265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h4435"/>
              <p:cNvSpPr/>
              <p:nvPr/>
            </p:nvSpPr>
            <p:spPr>
              <a:xfrm>
                <a:off x="243209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h4436"/>
              <p:cNvSpPr/>
              <p:nvPr/>
            </p:nvSpPr>
            <p:spPr>
              <a:xfrm>
                <a:off x="244153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h4437"/>
              <p:cNvSpPr/>
              <p:nvPr/>
            </p:nvSpPr>
            <p:spPr>
              <a:xfrm>
                <a:off x="245097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h4438"/>
              <p:cNvSpPr/>
              <p:nvPr/>
            </p:nvSpPr>
            <p:spPr>
              <a:xfrm>
                <a:off x="246041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h4439"/>
              <p:cNvSpPr/>
              <p:nvPr/>
            </p:nvSpPr>
            <p:spPr>
              <a:xfrm>
                <a:off x="2479299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947" y="896830"/>
                    </a:lnTo>
                    <a:lnTo>
                      <a:pt x="910149" y="905489"/>
                    </a:lnTo>
                    <a:lnTo>
                      <a:pt x="910853" y="908681"/>
                    </a:ln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h4440"/>
              <p:cNvSpPr/>
              <p:nvPr/>
            </p:nvSpPr>
            <p:spPr>
              <a:xfrm>
                <a:off x="2479299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h4441"/>
              <p:cNvSpPr/>
              <p:nvPr/>
            </p:nvSpPr>
            <p:spPr>
              <a:xfrm>
                <a:off x="3149556" y="1746117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7095" y="931969"/>
                    </a:lnTo>
                    <a:lnTo>
                      <a:pt x="907859" y="923036"/>
                    </a:lnTo>
                    <a:lnTo>
                      <a:pt x="908846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h4442"/>
              <p:cNvSpPr/>
              <p:nvPr/>
            </p:nvSpPr>
            <p:spPr>
              <a:xfrm>
                <a:off x="314955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h4443"/>
              <p:cNvSpPr/>
              <p:nvPr/>
            </p:nvSpPr>
            <p:spPr>
              <a:xfrm>
                <a:off x="315899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h4444"/>
              <p:cNvSpPr/>
              <p:nvPr/>
            </p:nvSpPr>
            <p:spPr>
              <a:xfrm>
                <a:off x="316843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h4445"/>
              <p:cNvSpPr/>
              <p:nvPr/>
            </p:nvSpPr>
            <p:spPr>
              <a:xfrm>
                <a:off x="317787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h4446"/>
              <p:cNvSpPr/>
              <p:nvPr/>
            </p:nvSpPr>
            <p:spPr>
              <a:xfrm>
                <a:off x="318731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h4447"/>
              <p:cNvSpPr/>
              <p:nvPr/>
            </p:nvSpPr>
            <p:spPr>
              <a:xfrm>
                <a:off x="319675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h4448"/>
              <p:cNvSpPr/>
              <p:nvPr/>
            </p:nvSpPr>
            <p:spPr>
              <a:xfrm>
                <a:off x="320619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h4449"/>
              <p:cNvSpPr/>
              <p:nvPr/>
            </p:nvSpPr>
            <p:spPr>
              <a:xfrm>
                <a:off x="321563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h4450"/>
              <p:cNvSpPr/>
              <p:nvPr/>
            </p:nvSpPr>
            <p:spPr>
              <a:xfrm>
                <a:off x="322507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h4451"/>
              <p:cNvSpPr/>
              <p:nvPr/>
            </p:nvSpPr>
            <p:spPr>
              <a:xfrm>
                <a:off x="323451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h4452"/>
              <p:cNvSpPr/>
              <p:nvPr/>
            </p:nvSpPr>
            <p:spPr>
              <a:xfrm>
                <a:off x="324395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h4453"/>
              <p:cNvSpPr/>
              <p:nvPr/>
            </p:nvSpPr>
            <p:spPr>
              <a:xfrm>
                <a:off x="325339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h4454"/>
              <p:cNvSpPr/>
              <p:nvPr/>
            </p:nvSpPr>
            <p:spPr>
              <a:xfrm>
                <a:off x="326283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h4455"/>
              <p:cNvSpPr/>
              <p:nvPr/>
            </p:nvSpPr>
            <p:spPr>
              <a:xfrm>
                <a:off x="327227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h4456"/>
              <p:cNvSpPr/>
              <p:nvPr/>
            </p:nvSpPr>
            <p:spPr>
              <a:xfrm>
                <a:off x="328171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h4457"/>
              <p:cNvSpPr/>
              <p:nvPr/>
            </p:nvSpPr>
            <p:spPr>
              <a:xfrm>
                <a:off x="329115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h4458"/>
              <p:cNvSpPr/>
              <p:nvPr/>
            </p:nvSpPr>
            <p:spPr>
              <a:xfrm>
                <a:off x="330059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h4459"/>
              <p:cNvSpPr/>
              <p:nvPr/>
            </p:nvSpPr>
            <p:spPr>
              <a:xfrm>
                <a:off x="331004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h4460"/>
              <p:cNvSpPr/>
              <p:nvPr/>
            </p:nvSpPr>
            <p:spPr>
              <a:xfrm>
                <a:off x="331948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h4461"/>
              <p:cNvSpPr/>
              <p:nvPr/>
            </p:nvSpPr>
            <p:spPr>
              <a:xfrm>
                <a:off x="332892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h4462"/>
              <p:cNvSpPr/>
              <p:nvPr/>
            </p:nvSpPr>
            <p:spPr>
              <a:xfrm>
                <a:off x="333836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h4463"/>
              <p:cNvSpPr/>
              <p:nvPr/>
            </p:nvSpPr>
            <p:spPr>
              <a:xfrm>
                <a:off x="334780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h4464"/>
              <p:cNvSpPr/>
              <p:nvPr/>
            </p:nvSpPr>
            <p:spPr>
              <a:xfrm>
                <a:off x="335724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h4465"/>
              <p:cNvSpPr/>
              <p:nvPr/>
            </p:nvSpPr>
            <p:spPr>
              <a:xfrm>
                <a:off x="336668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h4466"/>
              <p:cNvSpPr/>
              <p:nvPr/>
            </p:nvSpPr>
            <p:spPr>
              <a:xfrm>
                <a:off x="337612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h4467"/>
              <p:cNvSpPr/>
              <p:nvPr/>
            </p:nvSpPr>
            <p:spPr>
              <a:xfrm>
                <a:off x="3385562" y="17636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94"/>
                    </a:lnTo>
                    <a:lnTo>
                      <a:pt x="923080" y="904042"/>
                    </a:lnTo>
                    <a:lnTo>
                      <a:pt x="922913" y="904574"/>
                    </a:lnTo>
                    <a:lnTo>
                      <a:pt x="922896" y="906096"/>
                    </a:lnTo>
                    <a:lnTo>
                      <a:pt x="922866" y="908766"/>
                    </a:lnTo>
                    <a:lnTo>
                      <a:pt x="922836" y="911436"/>
                    </a:lnTo>
                    <a:lnTo>
                      <a:pt x="922761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h4468"/>
              <p:cNvSpPr/>
              <p:nvPr/>
            </p:nvSpPr>
            <p:spPr>
              <a:xfrm>
                <a:off x="3395002" y="1746117"/>
                <a:ext cx="915634" cy="918864"/>
              </a:xfrm>
              <a:custGeom>
                <a:avLst/>
                <a:gdLst/>
                <a:ahLst/>
                <a:cxnLst/>
                <a:rect l="0" t="0" r="0" b="0"/>
                <a:pathLst>
                  <a:path w="915634" h="918864">
                    <a:moveTo>
                      <a:pt x="914400" y="914400"/>
                    </a:moveTo>
                    <a:lnTo>
                      <a:pt x="915634" y="914400"/>
                    </a:lnTo>
                    <a:lnTo>
                      <a:pt x="914400" y="918864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h4469"/>
              <p:cNvSpPr/>
              <p:nvPr/>
            </p:nvSpPr>
            <p:spPr>
              <a:xfrm>
                <a:off x="2167771" y="1728547"/>
                <a:ext cx="914400" cy="9235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42">
                    <a:moveTo>
                      <a:pt x="914400" y="914400"/>
                    </a:moveTo>
                    <a:lnTo>
                      <a:pt x="914400" y="923542"/>
                    </a:lnTo>
                    <a:lnTo>
                      <a:pt x="913433" y="921573"/>
                    </a:lnTo>
                    <a:lnTo>
                      <a:pt x="910262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h4470"/>
              <p:cNvSpPr/>
              <p:nvPr/>
            </p:nvSpPr>
            <p:spPr>
              <a:xfrm>
                <a:off x="216777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62" y="931969"/>
                    </a:lnTo>
                    <a:lnTo>
                      <a:pt x="917425" y="929702"/>
                    </a:lnTo>
                    <a:lnTo>
                      <a:pt x="914400" y="923542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h4471"/>
              <p:cNvSpPr/>
              <p:nvPr/>
            </p:nvSpPr>
            <p:spPr>
              <a:xfrm>
                <a:off x="217721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h4472"/>
              <p:cNvSpPr/>
              <p:nvPr/>
            </p:nvSpPr>
            <p:spPr>
              <a:xfrm>
                <a:off x="218665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h4473"/>
              <p:cNvSpPr/>
              <p:nvPr/>
            </p:nvSpPr>
            <p:spPr>
              <a:xfrm>
                <a:off x="219609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h4474"/>
              <p:cNvSpPr/>
              <p:nvPr/>
            </p:nvSpPr>
            <p:spPr>
              <a:xfrm>
                <a:off x="220553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h4475"/>
              <p:cNvSpPr/>
              <p:nvPr/>
            </p:nvSpPr>
            <p:spPr>
              <a:xfrm>
                <a:off x="221497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h4476"/>
              <p:cNvSpPr/>
              <p:nvPr/>
            </p:nvSpPr>
            <p:spPr>
              <a:xfrm>
                <a:off x="222441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h4477"/>
              <p:cNvSpPr/>
              <p:nvPr/>
            </p:nvSpPr>
            <p:spPr>
              <a:xfrm>
                <a:off x="223385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h4478"/>
              <p:cNvSpPr/>
              <p:nvPr/>
            </p:nvSpPr>
            <p:spPr>
              <a:xfrm>
                <a:off x="224329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h4479"/>
              <p:cNvSpPr/>
              <p:nvPr/>
            </p:nvSpPr>
            <p:spPr>
              <a:xfrm>
                <a:off x="225273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25C">
                  <a:alpha val="100000"/>
                </a:srgbClr>
              </a:solidFill>
              <a:ln w="5420" cap="flat">
                <a:solidFill>
                  <a:srgbClr val="FC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h4480"/>
              <p:cNvSpPr/>
              <p:nvPr/>
            </p:nvSpPr>
            <p:spPr>
              <a:xfrm>
                <a:off x="226217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h4481"/>
              <p:cNvSpPr/>
              <p:nvPr/>
            </p:nvSpPr>
            <p:spPr>
              <a:xfrm>
                <a:off x="227161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h4482"/>
              <p:cNvSpPr/>
              <p:nvPr/>
            </p:nvSpPr>
            <p:spPr>
              <a:xfrm>
                <a:off x="228105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h4483"/>
              <p:cNvSpPr/>
              <p:nvPr/>
            </p:nvSpPr>
            <p:spPr>
              <a:xfrm>
                <a:off x="229049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h4484"/>
              <p:cNvSpPr/>
              <p:nvPr/>
            </p:nvSpPr>
            <p:spPr>
              <a:xfrm>
                <a:off x="229993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h4485"/>
              <p:cNvSpPr/>
              <p:nvPr/>
            </p:nvSpPr>
            <p:spPr>
              <a:xfrm>
                <a:off x="230937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h4486"/>
              <p:cNvSpPr/>
              <p:nvPr/>
            </p:nvSpPr>
            <p:spPr>
              <a:xfrm>
                <a:off x="231881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h4487"/>
              <p:cNvSpPr/>
              <p:nvPr/>
            </p:nvSpPr>
            <p:spPr>
              <a:xfrm>
                <a:off x="232825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h4488"/>
              <p:cNvSpPr/>
              <p:nvPr/>
            </p:nvSpPr>
            <p:spPr>
              <a:xfrm>
                <a:off x="233769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h4489"/>
              <p:cNvSpPr/>
              <p:nvPr/>
            </p:nvSpPr>
            <p:spPr>
              <a:xfrm>
                <a:off x="234713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h4490"/>
              <p:cNvSpPr/>
              <p:nvPr/>
            </p:nvSpPr>
            <p:spPr>
              <a:xfrm>
                <a:off x="235657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h4491"/>
              <p:cNvSpPr/>
              <p:nvPr/>
            </p:nvSpPr>
            <p:spPr>
              <a:xfrm>
                <a:off x="236601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h4492"/>
              <p:cNvSpPr/>
              <p:nvPr/>
            </p:nvSpPr>
            <p:spPr>
              <a:xfrm>
                <a:off x="237545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h4493"/>
              <p:cNvSpPr/>
              <p:nvPr/>
            </p:nvSpPr>
            <p:spPr>
              <a:xfrm>
                <a:off x="238489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h4494"/>
              <p:cNvSpPr/>
              <p:nvPr/>
            </p:nvSpPr>
            <p:spPr>
              <a:xfrm>
                <a:off x="239433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h4495"/>
              <p:cNvSpPr/>
              <p:nvPr/>
            </p:nvSpPr>
            <p:spPr>
              <a:xfrm>
                <a:off x="240377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h4496"/>
              <p:cNvSpPr/>
              <p:nvPr/>
            </p:nvSpPr>
            <p:spPr>
              <a:xfrm>
                <a:off x="241321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h4497"/>
              <p:cNvSpPr/>
              <p:nvPr/>
            </p:nvSpPr>
            <p:spPr>
              <a:xfrm>
                <a:off x="242265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h4498"/>
              <p:cNvSpPr/>
              <p:nvPr/>
            </p:nvSpPr>
            <p:spPr>
              <a:xfrm>
                <a:off x="243209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h4499"/>
              <p:cNvSpPr/>
              <p:nvPr/>
            </p:nvSpPr>
            <p:spPr>
              <a:xfrm>
                <a:off x="244153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h4500"/>
              <p:cNvSpPr/>
              <p:nvPr/>
            </p:nvSpPr>
            <p:spPr>
              <a:xfrm>
                <a:off x="245097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h4501"/>
              <p:cNvSpPr/>
              <p:nvPr/>
            </p:nvSpPr>
            <p:spPr>
              <a:xfrm>
                <a:off x="2469858" y="174611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02" y="896830"/>
                    </a:lnTo>
                    <a:lnTo>
                      <a:pt x="914212" y="903274"/>
                    </a:lnTo>
                    <a:lnTo>
                      <a:pt x="914399" y="903922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h4502"/>
              <p:cNvSpPr/>
              <p:nvPr/>
            </p:nvSpPr>
            <p:spPr>
              <a:xfrm>
                <a:off x="2469858" y="1746117"/>
                <a:ext cx="9173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88" h="914400">
                    <a:moveTo>
                      <a:pt x="914399" y="914400"/>
                    </a:moveTo>
                    <a:lnTo>
                      <a:pt x="914399" y="903922"/>
                    </a:lnTo>
                    <a:lnTo>
                      <a:pt x="917041" y="913034"/>
                    </a:lnTo>
                    <a:lnTo>
                      <a:pt x="917388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h4503"/>
              <p:cNvSpPr/>
              <p:nvPr/>
            </p:nvSpPr>
            <p:spPr>
              <a:xfrm>
                <a:off x="3149556" y="1728547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8846" y="931969"/>
                    </a:lnTo>
                    <a:lnTo>
                      <a:pt x="909080" y="929918"/>
                    </a:lnTo>
                    <a:lnTo>
                      <a:pt x="910598" y="919362"/>
                    </a:lnTo>
                    <a:lnTo>
                      <a:pt x="911461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h4504"/>
              <p:cNvSpPr/>
              <p:nvPr/>
            </p:nvSpPr>
            <p:spPr>
              <a:xfrm>
                <a:off x="314955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h4505"/>
              <p:cNvSpPr/>
              <p:nvPr/>
            </p:nvSpPr>
            <p:spPr>
              <a:xfrm>
                <a:off x="315899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h4506"/>
              <p:cNvSpPr/>
              <p:nvPr/>
            </p:nvSpPr>
            <p:spPr>
              <a:xfrm>
                <a:off x="316843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h4507"/>
              <p:cNvSpPr/>
              <p:nvPr/>
            </p:nvSpPr>
            <p:spPr>
              <a:xfrm>
                <a:off x="317787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h4508"/>
              <p:cNvSpPr/>
              <p:nvPr/>
            </p:nvSpPr>
            <p:spPr>
              <a:xfrm>
                <a:off x="318731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h4509"/>
              <p:cNvSpPr/>
              <p:nvPr/>
            </p:nvSpPr>
            <p:spPr>
              <a:xfrm>
                <a:off x="319675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h4510"/>
              <p:cNvSpPr/>
              <p:nvPr/>
            </p:nvSpPr>
            <p:spPr>
              <a:xfrm>
                <a:off x="320619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h4511"/>
              <p:cNvSpPr/>
              <p:nvPr/>
            </p:nvSpPr>
            <p:spPr>
              <a:xfrm>
                <a:off x="321563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h4512"/>
              <p:cNvSpPr/>
              <p:nvPr/>
            </p:nvSpPr>
            <p:spPr>
              <a:xfrm>
                <a:off x="322507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h4513"/>
              <p:cNvSpPr/>
              <p:nvPr/>
            </p:nvSpPr>
            <p:spPr>
              <a:xfrm>
                <a:off x="323451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h4514"/>
              <p:cNvSpPr/>
              <p:nvPr/>
            </p:nvSpPr>
            <p:spPr>
              <a:xfrm>
                <a:off x="324395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h4515"/>
              <p:cNvSpPr/>
              <p:nvPr/>
            </p:nvSpPr>
            <p:spPr>
              <a:xfrm>
                <a:off x="325339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h4516"/>
              <p:cNvSpPr/>
              <p:nvPr/>
            </p:nvSpPr>
            <p:spPr>
              <a:xfrm>
                <a:off x="326283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h4517"/>
              <p:cNvSpPr/>
              <p:nvPr/>
            </p:nvSpPr>
            <p:spPr>
              <a:xfrm>
                <a:off x="327227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h4518"/>
              <p:cNvSpPr/>
              <p:nvPr/>
            </p:nvSpPr>
            <p:spPr>
              <a:xfrm>
                <a:off x="328171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h4519"/>
              <p:cNvSpPr/>
              <p:nvPr/>
            </p:nvSpPr>
            <p:spPr>
              <a:xfrm>
                <a:off x="329115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h4520"/>
              <p:cNvSpPr/>
              <p:nvPr/>
            </p:nvSpPr>
            <p:spPr>
              <a:xfrm>
                <a:off x="330059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h4521"/>
              <p:cNvSpPr/>
              <p:nvPr/>
            </p:nvSpPr>
            <p:spPr>
              <a:xfrm>
                <a:off x="331004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h4522"/>
              <p:cNvSpPr/>
              <p:nvPr/>
            </p:nvSpPr>
            <p:spPr>
              <a:xfrm>
                <a:off x="331948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h4523"/>
              <p:cNvSpPr/>
              <p:nvPr/>
            </p:nvSpPr>
            <p:spPr>
              <a:xfrm>
                <a:off x="332892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h4524"/>
              <p:cNvSpPr/>
              <p:nvPr/>
            </p:nvSpPr>
            <p:spPr>
              <a:xfrm>
                <a:off x="333836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h4525"/>
              <p:cNvSpPr/>
              <p:nvPr/>
            </p:nvSpPr>
            <p:spPr>
              <a:xfrm>
                <a:off x="334780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h4526"/>
              <p:cNvSpPr/>
              <p:nvPr/>
            </p:nvSpPr>
            <p:spPr>
              <a:xfrm>
                <a:off x="335724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h4527"/>
              <p:cNvSpPr/>
              <p:nvPr/>
            </p:nvSpPr>
            <p:spPr>
              <a:xfrm>
                <a:off x="336668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h4528"/>
              <p:cNvSpPr/>
              <p:nvPr/>
            </p:nvSpPr>
            <p:spPr>
              <a:xfrm>
                <a:off x="337612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h4529"/>
              <p:cNvSpPr/>
              <p:nvPr/>
            </p:nvSpPr>
            <p:spPr>
              <a:xfrm>
                <a:off x="338556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h4530"/>
              <p:cNvSpPr/>
              <p:nvPr/>
            </p:nvSpPr>
            <p:spPr>
              <a:xfrm>
                <a:off x="3395002" y="1746117"/>
                <a:ext cx="9198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810" y="896830"/>
                    </a:lnTo>
                    <a:lnTo>
                      <a:pt x="918763" y="901834"/>
                    </a:lnTo>
                    <a:lnTo>
                      <a:pt x="916340" y="911847"/>
                    </a:lnTo>
                    <a:lnTo>
                      <a:pt x="915634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h4531"/>
              <p:cNvSpPr/>
              <p:nvPr/>
            </p:nvSpPr>
            <p:spPr>
              <a:xfrm>
                <a:off x="2158330" y="1710977"/>
                <a:ext cx="914400" cy="918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402">
                    <a:moveTo>
                      <a:pt x="914400" y="914400"/>
                    </a:moveTo>
                    <a:lnTo>
                      <a:pt x="914400" y="918402"/>
                    </a:lnTo>
                    <a:lnTo>
                      <a:pt x="912978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h4532"/>
              <p:cNvSpPr/>
              <p:nvPr/>
            </p:nvSpPr>
            <p:spPr>
              <a:xfrm>
                <a:off x="215833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02" y="931969"/>
                    </a:lnTo>
                    <a:lnTo>
                      <a:pt x="919114" y="930638"/>
                    </a:lnTo>
                    <a:lnTo>
                      <a:pt x="915598" y="921779"/>
                    </a:lnTo>
                    <a:lnTo>
                      <a:pt x="914400" y="918402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h4533"/>
              <p:cNvSpPr/>
              <p:nvPr/>
            </p:nvSpPr>
            <p:spPr>
              <a:xfrm>
                <a:off x="216777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h4534"/>
              <p:cNvSpPr/>
              <p:nvPr/>
            </p:nvSpPr>
            <p:spPr>
              <a:xfrm>
                <a:off x="217721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h4535"/>
              <p:cNvSpPr/>
              <p:nvPr/>
            </p:nvSpPr>
            <p:spPr>
              <a:xfrm>
                <a:off x="218665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h4536"/>
              <p:cNvSpPr/>
              <p:nvPr/>
            </p:nvSpPr>
            <p:spPr>
              <a:xfrm>
                <a:off x="219609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h4537"/>
              <p:cNvSpPr/>
              <p:nvPr/>
            </p:nvSpPr>
            <p:spPr>
              <a:xfrm>
                <a:off x="220553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h4538"/>
              <p:cNvSpPr/>
              <p:nvPr/>
            </p:nvSpPr>
            <p:spPr>
              <a:xfrm>
                <a:off x="221497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h4539"/>
              <p:cNvSpPr/>
              <p:nvPr/>
            </p:nvSpPr>
            <p:spPr>
              <a:xfrm>
                <a:off x="222441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h4540"/>
              <p:cNvSpPr/>
              <p:nvPr/>
            </p:nvSpPr>
            <p:spPr>
              <a:xfrm>
                <a:off x="223385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h4541"/>
              <p:cNvSpPr/>
              <p:nvPr/>
            </p:nvSpPr>
            <p:spPr>
              <a:xfrm>
                <a:off x="224329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h4542"/>
              <p:cNvSpPr/>
              <p:nvPr/>
            </p:nvSpPr>
            <p:spPr>
              <a:xfrm>
                <a:off x="225273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h4543"/>
              <p:cNvSpPr/>
              <p:nvPr/>
            </p:nvSpPr>
            <p:spPr>
              <a:xfrm>
                <a:off x="226217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h4544"/>
              <p:cNvSpPr/>
              <p:nvPr/>
            </p:nvSpPr>
            <p:spPr>
              <a:xfrm>
                <a:off x="227161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h4545"/>
              <p:cNvSpPr/>
              <p:nvPr/>
            </p:nvSpPr>
            <p:spPr>
              <a:xfrm>
                <a:off x="228105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h4546"/>
              <p:cNvSpPr/>
              <p:nvPr/>
            </p:nvSpPr>
            <p:spPr>
              <a:xfrm>
                <a:off x="229049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h4547"/>
              <p:cNvSpPr/>
              <p:nvPr/>
            </p:nvSpPr>
            <p:spPr>
              <a:xfrm>
                <a:off x="229993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h4548"/>
              <p:cNvSpPr/>
              <p:nvPr/>
            </p:nvSpPr>
            <p:spPr>
              <a:xfrm>
                <a:off x="230937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h4549"/>
              <p:cNvSpPr/>
              <p:nvPr/>
            </p:nvSpPr>
            <p:spPr>
              <a:xfrm>
                <a:off x="231881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h4550"/>
              <p:cNvSpPr/>
              <p:nvPr/>
            </p:nvSpPr>
            <p:spPr>
              <a:xfrm>
                <a:off x="232825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h4551"/>
              <p:cNvSpPr/>
              <p:nvPr/>
            </p:nvSpPr>
            <p:spPr>
              <a:xfrm>
                <a:off x="233769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h4552"/>
              <p:cNvSpPr/>
              <p:nvPr/>
            </p:nvSpPr>
            <p:spPr>
              <a:xfrm>
                <a:off x="234713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h4553"/>
              <p:cNvSpPr/>
              <p:nvPr/>
            </p:nvSpPr>
            <p:spPr>
              <a:xfrm>
                <a:off x="235657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h4554"/>
              <p:cNvSpPr/>
              <p:nvPr/>
            </p:nvSpPr>
            <p:spPr>
              <a:xfrm>
                <a:off x="236601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h4555"/>
              <p:cNvSpPr/>
              <p:nvPr/>
            </p:nvSpPr>
            <p:spPr>
              <a:xfrm>
                <a:off x="237545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h4556"/>
              <p:cNvSpPr/>
              <p:nvPr/>
            </p:nvSpPr>
            <p:spPr>
              <a:xfrm>
                <a:off x="238489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h4557"/>
              <p:cNvSpPr/>
              <p:nvPr/>
            </p:nvSpPr>
            <p:spPr>
              <a:xfrm>
                <a:off x="239433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h4558"/>
              <p:cNvSpPr/>
              <p:nvPr/>
            </p:nvSpPr>
            <p:spPr>
              <a:xfrm>
                <a:off x="240377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h4559"/>
              <p:cNvSpPr/>
              <p:nvPr/>
            </p:nvSpPr>
            <p:spPr>
              <a:xfrm>
                <a:off x="241321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h4560"/>
              <p:cNvSpPr/>
              <p:nvPr/>
            </p:nvSpPr>
            <p:spPr>
              <a:xfrm>
                <a:off x="242265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h4561"/>
              <p:cNvSpPr/>
              <p:nvPr/>
            </p:nvSpPr>
            <p:spPr>
              <a:xfrm>
                <a:off x="243209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h4562"/>
              <p:cNvSpPr/>
              <p:nvPr/>
            </p:nvSpPr>
            <p:spPr>
              <a:xfrm>
                <a:off x="244153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h4563"/>
              <p:cNvSpPr/>
              <p:nvPr/>
            </p:nvSpPr>
            <p:spPr>
              <a:xfrm>
                <a:off x="245097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h4564"/>
              <p:cNvSpPr/>
              <p:nvPr/>
            </p:nvSpPr>
            <p:spPr>
              <a:xfrm>
                <a:off x="2460418" y="1728547"/>
                <a:ext cx="9215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4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974" y="896830"/>
                    </a:lnTo>
                    <a:lnTo>
                      <a:pt x="917187" y="902219"/>
                    </a:lnTo>
                    <a:lnTo>
                      <a:pt x="920551" y="911373"/>
                    </a:lnTo>
                    <a:lnTo>
                      <a:pt x="921542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h4565"/>
              <p:cNvSpPr/>
              <p:nvPr/>
            </p:nvSpPr>
            <p:spPr>
              <a:xfrm>
                <a:off x="3149556" y="172854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1461" y="914400"/>
                    </a:lnTo>
                    <a:lnTo>
                      <a:pt x="912407" y="908966"/>
                    </a:lnTo>
                    <a:lnTo>
                      <a:pt x="914399" y="899263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h4566"/>
              <p:cNvSpPr/>
              <p:nvPr/>
            </p:nvSpPr>
            <p:spPr>
              <a:xfrm>
                <a:off x="3158996" y="1710977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6833"/>
                    </a:lnTo>
                    <a:lnTo>
                      <a:pt x="905063" y="916329"/>
                    </a:lnTo>
                    <a:lnTo>
                      <a:pt x="905185" y="915776"/>
                    </a:lnTo>
                    <a:lnTo>
                      <a:pt x="905309" y="915218"/>
                    </a:lnTo>
                    <a:lnTo>
                      <a:pt x="905433" y="914659"/>
                    </a:lnTo>
                    <a:lnTo>
                      <a:pt x="905490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h4567"/>
              <p:cNvSpPr/>
              <p:nvPr/>
            </p:nvSpPr>
            <p:spPr>
              <a:xfrm>
                <a:off x="315899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h4568"/>
              <p:cNvSpPr/>
              <p:nvPr/>
            </p:nvSpPr>
            <p:spPr>
              <a:xfrm>
                <a:off x="316843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h4569"/>
              <p:cNvSpPr/>
              <p:nvPr/>
            </p:nvSpPr>
            <p:spPr>
              <a:xfrm>
                <a:off x="317787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h4570"/>
              <p:cNvSpPr/>
              <p:nvPr/>
            </p:nvSpPr>
            <p:spPr>
              <a:xfrm>
                <a:off x="318731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h4571"/>
              <p:cNvSpPr/>
              <p:nvPr/>
            </p:nvSpPr>
            <p:spPr>
              <a:xfrm>
                <a:off x="319675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h4572"/>
              <p:cNvSpPr/>
              <p:nvPr/>
            </p:nvSpPr>
            <p:spPr>
              <a:xfrm>
                <a:off x="320619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h4573"/>
              <p:cNvSpPr/>
              <p:nvPr/>
            </p:nvSpPr>
            <p:spPr>
              <a:xfrm>
                <a:off x="321563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h4574"/>
              <p:cNvSpPr/>
              <p:nvPr/>
            </p:nvSpPr>
            <p:spPr>
              <a:xfrm>
                <a:off x="322507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h4575"/>
              <p:cNvSpPr/>
              <p:nvPr/>
            </p:nvSpPr>
            <p:spPr>
              <a:xfrm>
                <a:off x="323451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h4576"/>
              <p:cNvSpPr/>
              <p:nvPr/>
            </p:nvSpPr>
            <p:spPr>
              <a:xfrm>
                <a:off x="324395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h4577"/>
              <p:cNvSpPr/>
              <p:nvPr/>
            </p:nvSpPr>
            <p:spPr>
              <a:xfrm>
                <a:off x="325339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h4578"/>
              <p:cNvSpPr/>
              <p:nvPr/>
            </p:nvSpPr>
            <p:spPr>
              <a:xfrm>
                <a:off x="326283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h4579"/>
              <p:cNvSpPr/>
              <p:nvPr/>
            </p:nvSpPr>
            <p:spPr>
              <a:xfrm>
                <a:off x="327227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h4580"/>
              <p:cNvSpPr/>
              <p:nvPr/>
            </p:nvSpPr>
            <p:spPr>
              <a:xfrm>
                <a:off x="328171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h4581"/>
              <p:cNvSpPr/>
              <p:nvPr/>
            </p:nvSpPr>
            <p:spPr>
              <a:xfrm>
                <a:off x="329115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h4582"/>
              <p:cNvSpPr/>
              <p:nvPr/>
            </p:nvSpPr>
            <p:spPr>
              <a:xfrm>
                <a:off x="330059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h4583"/>
              <p:cNvSpPr/>
              <p:nvPr/>
            </p:nvSpPr>
            <p:spPr>
              <a:xfrm>
                <a:off x="331004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h4584"/>
              <p:cNvSpPr/>
              <p:nvPr/>
            </p:nvSpPr>
            <p:spPr>
              <a:xfrm>
                <a:off x="331948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h4585"/>
              <p:cNvSpPr/>
              <p:nvPr/>
            </p:nvSpPr>
            <p:spPr>
              <a:xfrm>
                <a:off x="332892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h4586"/>
              <p:cNvSpPr/>
              <p:nvPr/>
            </p:nvSpPr>
            <p:spPr>
              <a:xfrm>
                <a:off x="333836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h4587"/>
              <p:cNvSpPr/>
              <p:nvPr/>
            </p:nvSpPr>
            <p:spPr>
              <a:xfrm>
                <a:off x="334780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h4588"/>
              <p:cNvSpPr/>
              <p:nvPr/>
            </p:nvSpPr>
            <p:spPr>
              <a:xfrm>
                <a:off x="335724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h4589"/>
              <p:cNvSpPr/>
              <p:nvPr/>
            </p:nvSpPr>
            <p:spPr>
              <a:xfrm>
                <a:off x="336668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h4590"/>
              <p:cNvSpPr/>
              <p:nvPr/>
            </p:nvSpPr>
            <p:spPr>
              <a:xfrm>
                <a:off x="337612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h4591"/>
              <p:cNvSpPr/>
              <p:nvPr/>
            </p:nvSpPr>
            <p:spPr>
              <a:xfrm>
                <a:off x="338556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h4592"/>
              <p:cNvSpPr/>
              <p:nvPr/>
            </p:nvSpPr>
            <p:spPr>
              <a:xfrm>
                <a:off x="3395002" y="1728547"/>
                <a:ext cx="9230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0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035" y="896830"/>
                    </a:lnTo>
                    <a:lnTo>
                      <a:pt x="922754" y="898743"/>
                    </a:lnTo>
                    <a:lnTo>
                      <a:pt x="920903" y="909170"/>
                    </a:lnTo>
                    <a:lnTo>
                      <a:pt x="919810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h4593"/>
              <p:cNvSpPr/>
              <p:nvPr/>
            </p:nvSpPr>
            <p:spPr>
              <a:xfrm>
                <a:off x="2158330" y="16934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978" y="931969"/>
                    </a:lnTo>
                    <a:lnTo>
                      <a:pt x="912336" y="930161"/>
                    </a:lnTo>
                    <a:lnTo>
                      <a:pt x="909337" y="920668"/>
                    </a:lnTo>
                    <a:lnTo>
                      <a:pt x="907586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h4594"/>
              <p:cNvSpPr/>
              <p:nvPr/>
            </p:nvSpPr>
            <p:spPr>
              <a:xfrm>
                <a:off x="215833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h4595"/>
              <p:cNvSpPr/>
              <p:nvPr/>
            </p:nvSpPr>
            <p:spPr>
              <a:xfrm>
                <a:off x="216777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h4596"/>
              <p:cNvSpPr/>
              <p:nvPr/>
            </p:nvSpPr>
            <p:spPr>
              <a:xfrm>
                <a:off x="217721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h4597"/>
              <p:cNvSpPr/>
              <p:nvPr/>
            </p:nvSpPr>
            <p:spPr>
              <a:xfrm>
                <a:off x="218665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h4598"/>
              <p:cNvSpPr/>
              <p:nvPr/>
            </p:nvSpPr>
            <p:spPr>
              <a:xfrm>
                <a:off x="219609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h4599"/>
              <p:cNvSpPr/>
              <p:nvPr/>
            </p:nvSpPr>
            <p:spPr>
              <a:xfrm>
                <a:off x="220553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h4600"/>
              <p:cNvSpPr/>
              <p:nvPr/>
            </p:nvSpPr>
            <p:spPr>
              <a:xfrm>
                <a:off x="221497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h4601"/>
              <p:cNvSpPr/>
              <p:nvPr/>
            </p:nvSpPr>
            <p:spPr>
              <a:xfrm>
                <a:off x="222441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h4602"/>
              <p:cNvSpPr/>
              <p:nvPr/>
            </p:nvSpPr>
            <p:spPr>
              <a:xfrm>
                <a:off x="223385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h4603"/>
              <p:cNvSpPr/>
              <p:nvPr/>
            </p:nvSpPr>
            <p:spPr>
              <a:xfrm>
                <a:off x="224329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h4604"/>
              <p:cNvSpPr/>
              <p:nvPr/>
            </p:nvSpPr>
            <p:spPr>
              <a:xfrm>
                <a:off x="225273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h4605"/>
              <p:cNvSpPr/>
              <p:nvPr/>
            </p:nvSpPr>
            <p:spPr>
              <a:xfrm>
                <a:off x="226217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h4606"/>
              <p:cNvSpPr/>
              <p:nvPr/>
            </p:nvSpPr>
            <p:spPr>
              <a:xfrm>
                <a:off x="227161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h4607"/>
              <p:cNvSpPr/>
              <p:nvPr/>
            </p:nvSpPr>
            <p:spPr>
              <a:xfrm>
                <a:off x="228105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h4608"/>
              <p:cNvSpPr/>
              <p:nvPr/>
            </p:nvSpPr>
            <p:spPr>
              <a:xfrm>
                <a:off x="229049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h4609"/>
              <p:cNvSpPr/>
              <p:nvPr/>
            </p:nvSpPr>
            <p:spPr>
              <a:xfrm>
                <a:off x="229993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h4610"/>
              <p:cNvSpPr/>
              <p:nvPr/>
            </p:nvSpPr>
            <p:spPr>
              <a:xfrm>
                <a:off x="230937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h4611"/>
              <p:cNvSpPr/>
              <p:nvPr/>
            </p:nvSpPr>
            <p:spPr>
              <a:xfrm>
                <a:off x="231881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65E">
                  <a:alpha val="100000"/>
                </a:srgbClr>
              </a:solidFill>
              <a:ln w="5420" cap="flat">
                <a:solidFill>
                  <a:srgbClr val="FD9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h4612"/>
              <p:cNvSpPr/>
              <p:nvPr/>
            </p:nvSpPr>
            <p:spPr>
              <a:xfrm>
                <a:off x="232825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E">
                  <a:alpha val="100000"/>
                </a:srgbClr>
              </a:solidFill>
              <a:ln w="5420" cap="flat">
                <a:solidFill>
                  <a:srgbClr val="FD95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h4613"/>
              <p:cNvSpPr/>
              <p:nvPr/>
            </p:nvSpPr>
            <p:spPr>
              <a:xfrm>
                <a:off x="233769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h4614"/>
              <p:cNvSpPr/>
              <p:nvPr/>
            </p:nvSpPr>
            <p:spPr>
              <a:xfrm>
                <a:off x="234713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h4615"/>
              <p:cNvSpPr/>
              <p:nvPr/>
            </p:nvSpPr>
            <p:spPr>
              <a:xfrm>
                <a:off x="235657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h4616"/>
              <p:cNvSpPr/>
              <p:nvPr/>
            </p:nvSpPr>
            <p:spPr>
              <a:xfrm>
                <a:off x="236601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h4617"/>
              <p:cNvSpPr/>
              <p:nvPr/>
            </p:nvSpPr>
            <p:spPr>
              <a:xfrm>
                <a:off x="237545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h4618"/>
              <p:cNvSpPr/>
              <p:nvPr/>
            </p:nvSpPr>
            <p:spPr>
              <a:xfrm>
                <a:off x="238489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h4619"/>
              <p:cNvSpPr/>
              <p:nvPr/>
            </p:nvSpPr>
            <p:spPr>
              <a:xfrm>
                <a:off x="239433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h4620"/>
              <p:cNvSpPr/>
              <p:nvPr/>
            </p:nvSpPr>
            <p:spPr>
              <a:xfrm>
                <a:off x="240377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h4621"/>
              <p:cNvSpPr/>
              <p:nvPr/>
            </p:nvSpPr>
            <p:spPr>
              <a:xfrm>
                <a:off x="241321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h4622"/>
              <p:cNvSpPr/>
              <p:nvPr/>
            </p:nvSpPr>
            <p:spPr>
              <a:xfrm>
                <a:off x="242265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h4623"/>
              <p:cNvSpPr/>
              <p:nvPr/>
            </p:nvSpPr>
            <p:spPr>
              <a:xfrm>
                <a:off x="243209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h4624"/>
              <p:cNvSpPr/>
              <p:nvPr/>
            </p:nvSpPr>
            <p:spPr>
              <a:xfrm>
                <a:off x="244153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h4625"/>
              <p:cNvSpPr/>
              <p:nvPr/>
            </p:nvSpPr>
            <p:spPr>
              <a:xfrm>
                <a:off x="2460418" y="171097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09" y="896830"/>
                    </a:lnTo>
                    <a:lnTo>
                      <a:pt x="909707" y="902532"/>
                    </a:lnTo>
                    <a:lnTo>
                      <a:pt x="913569" y="910977"/>
                    </a:lnTo>
                    <a:lnTo>
                      <a:pt x="914400" y="91299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h4626"/>
              <p:cNvSpPr/>
              <p:nvPr/>
            </p:nvSpPr>
            <p:spPr>
              <a:xfrm>
                <a:off x="2460418" y="1710977"/>
                <a:ext cx="9149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4" h="914400">
                    <a:moveTo>
                      <a:pt x="914400" y="914400"/>
                    </a:moveTo>
                    <a:lnTo>
                      <a:pt x="914400" y="912999"/>
                    </a:lnTo>
                    <a:lnTo>
                      <a:pt x="914974" y="914400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h4627"/>
              <p:cNvSpPr/>
              <p:nvPr/>
            </p:nvSpPr>
            <p:spPr>
              <a:xfrm>
                <a:off x="3149556" y="1693407"/>
                <a:ext cx="914399" cy="92143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1432">
                    <a:moveTo>
                      <a:pt x="914399" y="914400"/>
                    </a:moveTo>
                    <a:lnTo>
                      <a:pt x="914399" y="921432"/>
                    </a:lnTo>
                    <a:lnTo>
                      <a:pt x="911640" y="919468"/>
                    </a:lnTo>
                    <a:lnTo>
                      <a:pt x="906267" y="915037"/>
                    </a:lnTo>
                    <a:lnTo>
                      <a:pt x="905592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h4628"/>
              <p:cNvSpPr/>
              <p:nvPr/>
            </p:nvSpPr>
            <p:spPr>
              <a:xfrm>
                <a:off x="314955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30" y="931969"/>
                    </a:lnTo>
                    <a:lnTo>
                      <a:pt x="914997" y="931670"/>
                    </a:lnTo>
                    <a:lnTo>
                      <a:pt x="915120" y="931111"/>
                    </a:lnTo>
                    <a:lnTo>
                      <a:pt x="915244" y="930553"/>
                    </a:lnTo>
                    <a:lnTo>
                      <a:pt x="915368" y="929994"/>
                    </a:lnTo>
                    <a:lnTo>
                      <a:pt x="915492" y="929435"/>
                    </a:lnTo>
                    <a:lnTo>
                      <a:pt x="915616" y="928877"/>
                    </a:lnTo>
                    <a:lnTo>
                      <a:pt x="915740" y="928318"/>
                    </a:lnTo>
                    <a:lnTo>
                      <a:pt x="915863" y="927759"/>
                    </a:lnTo>
                    <a:lnTo>
                      <a:pt x="915987" y="927200"/>
                    </a:lnTo>
                    <a:lnTo>
                      <a:pt x="916111" y="926642"/>
                    </a:lnTo>
                    <a:lnTo>
                      <a:pt x="916235" y="926083"/>
                    </a:lnTo>
                    <a:lnTo>
                      <a:pt x="916359" y="925524"/>
                    </a:lnTo>
                    <a:lnTo>
                      <a:pt x="916483" y="924966"/>
                    </a:lnTo>
                    <a:lnTo>
                      <a:pt x="916607" y="924407"/>
                    </a:lnTo>
                    <a:lnTo>
                      <a:pt x="916731" y="923848"/>
                    </a:lnTo>
                    <a:lnTo>
                      <a:pt x="916876" y="923194"/>
                    </a:lnTo>
                    <a:lnTo>
                      <a:pt x="914399" y="921432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h4629"/>
              <p:cNvSpPr/>
              <p:nvPr/>
            </p:nvSpPr>
            <p:spPr>
              <a:xfrm>
                <a:off x="315899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h4630"/>
              <p:cNvSpPr/>
              <p:nvPr/>
            </p:nvSpPr>
            <p:spPr>
              <a:xfrm>
                <a:off x="316843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h4631"/>
              <p:cNvSpPr/>
              <p:nvPr/>
            </p:nvSpPr>
            <p:spPr>
              <a:xfrm>
                <a:off x="317787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h4632"/>
              <p:cNvSpPr/>
              <p:nvPr/>
            </p:nvSpPr>
            <p:spPr>
              <a:xfrm>
                <a:off x="318731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h4633"/>
              <p:cNvSpPr/>
              <p:nvPr/>
            </p:nvSpPr>
            <p:spPr>
              <a:xfrm>
                <a:off x="319675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h4634"/>
              <p:cNvSpPr/>
              <p:nvPr/>
            </p:nvSpPr>
            <p:spPr>
              <a:xfrm>
                <a:off x="320619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h4635"/>
              <p:cNvSpPr/>
              <p:nvPr/>
            </p:nvSpPr>
            <p:spPr>
              <a:xfrm>
                <a:off x="321563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h4636"/>
              <p:cNvSpPr/>
              <p:nvPr/>
            </p:nvSpPr>
            <p:spPr>
              <a:xfrm>
                <a:off x="322507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h4637"/>
              <p:cNvSpPr/>
              <p:nvPr/>
            </p:nvSpPr>
            <p:spPr>
              <a:xfrm>
                <a:off x="323451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h4638"/>
              <p:cNvSpPr/>
              <p:nvPr/>
            </p:nvSpPr>
            <p:spPr>
              <a:xfrm>
                <a:off x="324395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h4639"/>
              <p:cNvSpPr/>
              <p:nvPr/>
            </p:nvSpPr>
            <p:spPr>
              <a:xfrm>
                <a:off x="325339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h4640"/>
              <p:cNvSpPr/>
              <p:nvPr/>
            </p:nvSpPr>
            <p:spPr>
              <a:xfrm>
                <a:off x="326283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h4641"/>
              <p:cNvSpPr/>
              <p:nvPr/>
            </p:nvSpPr>
            <p:spPr>
              <a:xfrm>
                <a:off x="327227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h4642"/>
              <p:cNvSpPr/>
              <p:nvPr/>
            </p:nvSpPr>
            <p:spPr>
              <a:xfrm>
                <a:off x="328171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h4643"/>
              <p:cNvSpPr/>
              <p:nvPr/>
            </p:nvSpPr>
            <p:spPr>
              <a:xfrm>
                <a:off x="329115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h4644"/>
              <p:cNvSpPr/>
              <p:nvPr/>
            </p:nvSpPr>
            <p:spPr>
              <a:xfrm>
                <a:off x="330059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h4645"/>
              <p:cNvSpPr/>
              <p:nvPr/>
            </p:nvSpPr>
            <p:spPr>
              <a:xfrm>
                <a:off x="331004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h4646"/>
              <p:cNvSpPr/>
              <p:nvPr/>
            </p:nvSpPr>
            <p:spPr>
              <a:xfrm>
                <a:off x="331948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h4647"/>
              <p:cNvSpPr/>
              <p:nvPr/>
            </p:nvSpPr>
            <p:spPr>
              <a:xfrm>
                <a:off x="332892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h4648"/>
              <p:cNvSpPr/>
              <p:nvPr/>
            </p:nvSpPr>
            <p:spPr>
              <a:xfrm>
                <a:off x="333836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h4649"/>
              <p:cNvSpPr/>
              <p:nvPr/>
            </p:nvSpPr>
            <p:spPr>
              <a:xfrm>
                <a:off x="334780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h4650"/>
              <p:cNvSpPr/>
              <p:nvPr/>
            </p:nvSpPr>
            <p:spPr>
              <a:xfrm>
                <a:off x="335724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h4651"/>
              <p:cNvSpPr/>
              <p:nvPr/>
            </p:nvSpPr>
            <p:spPr>
              <a:xfrm>
                <a:off x="336668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h4652"/>
              <p:cNvSpPr/>
              <p:nvPr/>
            </p:nvSpPr>
            <p:spPr>
              <a:xfrm>
                <a:off x="337612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h4653"/>
              <p:cNvSpPr/>
              <p:nvPr/>
            </p:nvSpPr>
            <p:spPr>
              <a:xfrm>
                <a:off x="338556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h4654"/>
              <p:cNvSpPr/>
              <p:nvPr/>
            </p:nvSpPr>
            <p:spPr>
              <a:xfrm>
                <a:off x="3395002" y="171097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920"/>
                    </a:lnTo>
                    <a:lnTo>
                      <a:pt x="923035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h4655"/>
              <p:cNvSpPr/>
              <p:nvPr/>
            </p:nvSpPr>
            <p:spPr>
              <a:xfrm>
                <a:off x="3404442" y="1693407"/>
                <a:ext cx="918988" cy="926490"/>
              </a:xfrm>
              <a:custGeom>
                <a:avLst/>
                <a:gdLst/>
                <a:ahLst/>
                <a:cxnLst/>
                <a:rect l="0" t="0" r="0" b="0"/>
                <a:pathLst>
                  <a:path w="918988" h="926490">
                    <a:moveTo>
                      <a:pt x="914400" y="914400"/>
                    </a:moveTo>
                    <a:lnTo>
                      <a:pt x="918988" y="914400"/>
                    </a:lnTo>
                    <a:lnTo>
                      <a:pt x="918867" y="914670"/>
                    </a:lnTo>
                    <a:lnTo>
                      <a:pt x="914965" y="922475"/>
                    </a:lnTo>
                    <a:lnTo>
                      <a:pt x="914870" y="923289"/>
                    </a:lnTo>
                    <a:lnTo>
                      <a:pt x="914400" y="92649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h4656"/>
              <p:cNvSpPr/>
              <p:nvPr/>
            </p:nvSpPr>
            <p:spPr>
              <a:xfrm>
                <a:off x="2148890" y="1675838"/>
                <a:ext cx="91440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8">
                    <a:moveTo>
                      <a:pt x="914400" y="914400"/>
                    </a:moveTo>
                    <a:lnTo>
                      <a:pt x="914400" y="921728"/>
                    </a:lnTo>
                    <a:lnTo>
                      <a:pt x="913596" y="918442"/>
                    </a:lnTo>
                    <a:lnTo>
                      <a:pt x="912741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h4657"/>
              <p:cNvSpPr/>
              <p:nvPr/>
            </p:nvSpPr>
            <p:spPr>
              <a:xfrm>
                <a:off x="214889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026" y="931969"/>
                    </a:lnTo>
                    <a:lnTo>
                      <a:pt x="916047" y="928466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h4658"/>
              <p:cNvSpPr/>
              <p:nvPr/>
            </p:nvSpPr>
            <p:spPr>
              <a:xfrm>
                <a:off x="215833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h4659"/>
              <p:cNvSpPr/>
              <p:nvPr/>
            </p:nvSpPr>
            <p:spPr>
              <a:xfrm>
                <a:off x="216777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h4660"/>
              <p:cNvSpPr/>
              <p:nvPr/>
            </p:nvSpPr>
            <p:spPr>
              <a:xfrm>
                <a:off x="217721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h4661"/>
              <p:cNvSpPr/>
              <p:nvPr/>
            </p:nvSpPr>
            <p:spPr>
              <a:xfrm>
                <a:off x="218665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h4662"/>
              <p:cNvSpPr/>
              <p:nvPr/>
            </p:nvSpPr>
            <p:spPr>
              <a:xfrm>
                <a:off x="219609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h4663"/>
              <p:cNvSpPr/>
              <p:nvPr/>
            </p:nvSpPr>
            <p:spPr>
              <a:xfrm>
                <a:off x="220553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h4664"/>
              <p:cNvSpPr/>
              <p:nvPr/>
            </p:nvSpPr>
            <p:spPr>
              <a:xfrm>
                <a:off x="221497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h4665"/>
              <p:cNvSpPr/>
              <p:nvPr/>
            </p:nvSpPr>
            <p:spPr>
              <a:xfrm>
                <a:off x="222441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h4666"/>
              <p:cNvSpPr/>
              <p:nvPr/>
            </p:nvSpPr>
            <p:spPr>
              <a:xfrm>
                <a:off x="223385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h4667"/>
              <p:cNvSpPr/>
              <p:nvPr/>
            </p:nvSpPr>
            <p:spPr>
              <a:xfrm>
                <a:off x="224329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h4668"/>
              <p:cNvSpPr/>
              <p:nvPr/>
            </p:nvSpPr>
            <p:spPr>
              <a:xfrm>
                <a:off x="225273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h4669"/>
              <p:cNvSpPr/>
              <p:nvPr/>
            </p:nvSpPr>
            <p:spPr>
              <a:xfrm>
                <a:off x="226217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h4670"/>
              <p:cNvSpPr/>
              <p:nvPr/>
            </p:nvSpPr>
            <p:spPr>
              <a:xfrm>
                <a:off x="227161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h4671"/>
              <p:cNvSpPr/>
              <p:nvPr/>
            </p:nvSpPr>
            <p:spPr>
              <a:xfrm>
                <a:off x="228105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h4672"/>
              <p:cNvSpPr/>
              <p:nvPr/>
            </p:nvSpPr>
            <p:spPr>
              <a:xfrm>
                <a:off x="229049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h4673"/>
              <p:cNvSpPr/>
              <p:nvPr/>
            </p:nvSpPr>
            <p:spPr>
              <a:xfrm>
                <a:off x="229993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h4674"/>
              <p:cNvSpPr/>
              <p:nvPr/>
            </p:nvSpPr>
            <p:spPr>
              <a:xfrm>
                <a:off x="230937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h4675"/>
              <p:cNvSpPr/>
              <p:nvPr/>
            </p:nvSpPr>
            <p:spPr>
              <a:xfrm>
                <a:off x="231881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h4676"/>
              <p:cNvSpPr/>
              <p:nvPr/>
            </p:nvSpPr>
            <p:spPr>
              <a:xfrm>
                <a:off x="232825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55D">
                  <a:alpha val="100000"/>
                </a:srgbClr>
              </a:solidFill>
              <a:ln w="5420" cap="flat">
                <a:solidFill>
                  <a:srgbClr val="FD9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h4677"/>
              <p:cNvSpPr/>
              <p:nvPr/>
            </p:nvSpPr>
            <p:spPr>
              <a:xfrm>
                <a:off x="233769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45D">
                  <a:alpha val="100000"/>
                </a:srgbClr>
              </a:solidFill>
              <a:ln w="5420" cap="flat">
                <a:solidFill>
                  <a:srgbClr val="FD9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h4678"/>
              <p:cNvSpPr/>
              <p:nvPr/>
            </p:nvSpPr>
            <p:spPr>
              <a:xfrm>
                <a:off x="234713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h4679"/>
              <p:cNvSpPr/>
              <p:nvPr/>
            </p:nvSpPr>
            <p:spPr>
              <a:xfrm>
                <a:off x="235657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h4680"/>
              <p:cNvSpPr/>
              <p:nvPr/>
            </p:nvSpPr>
            <p:spPr>
              <a:xfrm>
                <a:off x="236601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h4681"/>
              <p:cNvSpPr/>
              <p:nvPr/>
            </p:nvSpPr>
            <p:spPr>
              <a:xfrm>
                <a:off x="237545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h4682"/>
              <p:cNvSpPr/>
              <p:nvPr/>
            </p:nvSpPr>
            <p:spPr>
              <a:xfrm>
                <a:off x="238489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h4683"/>
              <p:cNvSpPr/>
              <p:nvPr/>
            </p:nvSpPr>
            <p:spPr>
              <a:xfrm>
                <a:off x="239433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h4684"/>
              <p:cNvSpPr/>
              <p:nvPr/>
            </p:nvSpPr>
            <p:spPr>
              <a:xfrm>
                <a:off x="240377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h4685"/>
              <p:cNvSpPr/>
              <p:nvPr/>
            </p:nvSpPr>
            <p:spPr>
              <a:xfrm>
                <a:off x="241321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h4686"/>
              <p:cNvSpPr/>
              <p:nvPr/>
            </p:nvSpPr>
            <p:spPr>
              <a:xfrm>
                <a:off x="242265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h4687"/>
              <p:cNvSpPr/>
              <p:nvPr/>
            </p:nvSpPr>
            <p:spPr>
              <a:xfrm>
                <a:off x="243209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h4688"/>
              <p:cNvSpPr/>
              <p:nvPr/>
            </p:nvSpPr>
            <p:spPr>
              <a:xfrm>
                <a:off x="2450978" y="169340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138" y="896830"/>
                    </a:lnTo>
                    <a:lnTo>
                      <a:pt x="910503" y="898961"/>
                    </a:lnTo>
                    <a:lnTo>
                      <a:pt x="911444" y="905656"/>
                    </a:lnTo>
                    <a:lnTo>
                      <a:pt x="914399" y="91088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h4689"/>
              <p:cNvSpPr/>
              <p:nvPr/>
            </p:nvSpPr>
            <p:spPr>
              <a:xfrm>
                <a:off x="2450978" y="1693407"/>
                <a:ext cx="9162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9" h="914400">
                    <a:moveTo>
                      <a:pt x="914399" y="914400"/>
                    </a:moveTo>
                    <a:lnTo>
                      <a:pt x="914399" y="910889"/>
                    </a:lnTo>
                    <a:lnTo>
                      <a:pt x="915052" y="912045"/>
                    </a:lnTo>
                    <a:lnTo>
                      <a:pt x="916249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h4690"/>
              <p:cNvSpPr/>
              <p:nvPr/>
            </p:nvSpPr>
            <p:spPr>
              <a:xfrm>
                <a:off x="3130675" y="1675838"/>
                <a:ext cx="914400" cy="9217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9">
                    <a:moveTo>
                      <a:pt x="914400" y="914400"/>
                    </a:moveTo>
                    <a:lnTo>
                      <a:pt x="914400" y="921729"/>
                    </a:lnTo>
                    <a:lnTo>
                      <a:pt x="909869" y="916291"/>
                    </a:lnTo>
                    <a:lnTo>
                      <a:pt x="908459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h4691"/>
              <p:cNvSpPr/>
              <p:nvPr/>
            </p:nvSpPr>
            <p:spPr>
              <a:xfrm>
                <a:off x="3130675" y="1675838"/>
                <a:ext cx="923840" cy="93137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37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373"/>
                    </a:lnTo>
                    <a:lnTo>
                      <a:pt x="919905" y="927663"/>
                    </a:lnTo>
                    <a:lnTo>
                      <a:pt x="914808" y="922219"/>
                    </a:lnTo>
                    <a:lnTo>
                      <a:pt x="914400" y="92172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h4692"/>
              <p:cNvSpPr/>
              <p:nvPr/>
            </p:nvSpPr>
            <p:spPr>
              <a:xfrm>
                <a:off x="314011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32" y="931969"/>
                    </a:lnTo>
                    <a:lnTo>
                      <a:pt x="914400" y="931373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h4693"/>
              <p:cNvSpPr/>
              <p:nvPr/>
            </p:nvSpPr>
            <p:spPr>
              <a:xfrm>
                <a:off x="314955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h4694"/>
              <p:cNvSpPr/>
              <p:nvPr/>
            </p:nvSpPr>
            <p:spPr>
              <a:xfrm>
                <a:off x="315899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h4695"/>
              <p:cNvSpPr/>
              <p:nvPr/>
            </p:nvSpPr>
            <p:spPr>
              <a:xfrm>
                <a:off x="316843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h4696"/>
              <p:cNvSpPr/>
              <p:nvPr/>
            </p:nvSpPr>
            <p:spPr>
              <a:xfrm>
                <a:off x="317787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h4697"/>
              <p:cNvSpPr/>
              <p:nvPr/>
            </p:nvSpPr>
            <p:spPr>
              <a:xfrm>
                <a:off x="318731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h4698"/>
              <p:cNvSpPr/>
              <p:nvPr/>
            </p:nvSpPr>
            <p:spPr>
              <a:xfrm>
                <a:off x="319675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h4699"/>
              <p:cNvSpPr/>
              <p:nvPr/>
            </p:nvSpPr>
            <p:spPr>
              <a:xfrm>
                <a:off x="320619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h4700"/>
              <p:cNvSpPr/>
              <p:nvPr/>
            </p:nvSpPr>
            <p:spPr>
              <a:xfrm>
                <a:off x="321563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h4701"/>
              <p:cNvSpPr/>
              <p:nvPr/>
            </p:nvSpPr>
            <p:spPr>
              <a:xfrm>
                <a:off x="322507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h4702"/>
              <p:cNvSpPr/>
              <p:nvPr/>
            </p:nvSpPr>
            <p:spPr>
              <a:xfrm>
                <a:off x="323451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h4703"/>
              <p:cNvSpPr/>
              <p:nvPr/>
            </p:nvSpPr>
            <p:spPr>
              <a:xfrm>
                <a:off x="324395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h4704"/>
              <p:cNvSpPr/>
              <p:nvPr/>
            </p:nvSpPr>
            <p:spPr>
              <a:xfrm>
                <a:off x="325339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h4705"/>
              <p:cNvSpPr/>
              <p:nvPr/>
            </p:nvSpPr>
            <p:spPr>
              <a:xfrm>
                <a:off x="326283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h4706"/>
              <p:cNvSpPr/>
              <p:nvPr/>
            </p:nvSpPr>
            <p:spPr>
              <a:xfrm>
                <a:off x="327227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h4707"/>
              <p:cNvSpPr/>
              <p:nvPr/>
            </p:nvSpPr>
            <p:spPr>
              <a:xfrm>
                <a:off x="328171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h4708"/>
              <p:cNvSpPr/>
              <p:nvPr/>
            </p:nvSpPr>
            <p:spPr>
              <a:xfrm>
                <a:off x="329115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h4709"/>
              <p:cNvSpPr/>
              <p:nvPr/>
            </p:nvSpPr>
            <p:spPr>
              <a:xfrm>
                <a:off x="330059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h4710"/>
              <p:cNvSpPr/>
              <p:nvPr/>
            </p:nvSpPr>
            <p:spPr>
              <a:xfrm>
                <a:off x="331004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h4711"/>
              <p:cNvSpPr/>
              <p:nvPr/>
            </p:nvSpPr>
            <p:spPr>
              <a:xfrm>
                <a:off x="331948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h4712"/>
              <p:cNvSpPr/>
              <p:nvPr/>
            </p:nvSpPr>
            <p:spPr>
              <a:xfrm>
                <a:off x="332892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h4713"/>
              <p:cNvSpPr/>
              <p:nvPr/>
            </p:nvSpPr>
            <p:spPr>
              <a:xfrm>
                <a:off x="333836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h4714"/>
              <p:cNvSpPr/>
              <p:nvPr/>
            </p:nvSpPr>
            <p:spPr>
              <a:xfrm>
                <a:off x="334780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h4715"/>
              <p:cNvSpPr/>
              <p:nvPr/>
            </p:nvSpPr>
            <p:spPr>
              <a:xfrm>
                <a:off x="335724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h4716"/>
              <p:cNvSpPr/>
              <p:nvPr/>
            </p:nvSpPr>
            <p:spPr>
              <a:xfrm>
                <a:off x="336668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h4717"/>
              <p:cNvSpPr/>
              <p:nvPr/>
            </p:nvSpPr>
            <p:spPr>
              <a:xfrm>
                <a:off x="337612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h4718"/>
              <p:cNvSpPr/>
              <p:nvPr/>
            </p:nvSpPr>
            <p:spPr>
              <a:xfrm>
                <a:off x="338556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h4719"/>
              <p:cNvSpPr/>
              <p:nvPr/>
            </p:nvSpPr>
            <p:spPr>
              <a:xfrm>
                <a:off x="339500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h4720"/>
              <p:cNvSpPr/>
              <p:nvPr/>
            </p:nvSpPr>
            <p:spPr>
              <a:xfrm>
                <a:off x="3404442" y="169340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313"/>
                    </a:lnTo>
                    <a:lnTo>
                      <a:pt x="922708" y="906121"/>
                    </a:lnTo>
                    <a:lnTo>
                      <a:pt x="918988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h4721"/>
              <p:cNvSpPr/>
              <p:nvPr/>
            </p:nvSpPr>
            <p:spPr>
              <a:xfrm>
                <a:off x="3413882" y="1675838"/>
                <a:ext cx="916997" cy="920883"/>
              </a:xfrm>
              <a:custGeom>
                <a:avLst/>
                <a:gdLst/>
                <a:ahLst/>
                <a:cxnLst/>
                <a:rect l="0" t="0" r="0" b="0"/>
                <a:pathLst>
                  <a:path w="916997" h="920883">
                    <a:moveTo>
                      <a:pt x="914400" y="914400"/>
                    </a:moveTo>
                    <a:lnTo>
                      <a:pt x="916997" y="914400"/>
                    </a:lnTo>
                    <a:lnTo>
                      <a:pt x="916861" y="914775"/>
                    </a:lnTo>
                    <a:lnTo>
                      <a:pt x="914400" y="920883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h4722"/>
              <p:cNvSpPr/>
              <p:nvPr/>
            </p:nvSpPr>
            <p:spPr>
              <a:xfrm>
                <a:off x="2148890" y="165826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41" y="931969"/>
                    </a:lnTo>
                    <a:lnTo>
                      <a:pt x="911429" y="925764"/>
                    </a:lnTo>
                    <a:lnTo>
                      <a:pt x="909552" y="915320"/>
                    </a:lnTo>
                    <a:lnTo>
                      <a:pt x="909415" y="914400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h4723"/>
              <p:cNvSpPr/>
              <p:nvPr/>
            </p:nvSpPr>
            <p:spPr>
              <a:xfrm>
                <a:off x="214889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h4724"/>
              <p:cNvSpPr/>
              <p:nvPr/>
            </p:nvSpPr>
            <p:spPr>
              <a:xfrm>
                <a:off x="215833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h4725"/>
              <p:cNvSpPr/>
              <p:nvPr/>
            </p:nvSpPr>
            <p:spPr>
              <a:xfrm>
                <a:off x="216777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h4726"/>
              <p:cNvSpPr/>
              <p:nvPr/>
            </p:nvSpPr>
            <p:spPr>
              <a:xfrm>
                <a:off x="217721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h4727"/>
              <p:cNvSpPr/>
              <p:nvPr/>
            </p:nvSpPr>
            <p:spPr>
              <a:xfrm>
                <a:off x="218665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h4728"/>
              <p:cNvSpPr/>
              <p:nvPr/>
            </p:nvSpPr>
            <p:spPr>
              <a:xfrm>
                <a:off x="219609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h4729"/>
              <p:cNvSpPr/>
              <p:nvPr/>
            </p:nvSpPr>
            <p:spPr>
              <a:xfrm>
                <a:off x="220553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h4730"/>
              <p:cNvSpPr/>
              <p:nvPr/>
            </p:nvSpPr>
            <p:spPr>
              <a:xfrm>
                <a:off x="221497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h4731"/>
              <p:cNvSpPr/>
              <p:nvPr/>
            </p:nvSpPr>
            <p:spPr>
              <a:xfrm>
                <a:off x="222441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h4732"/>
              <p:cNvSpPr/>
              <p:nvPr/>
            </p:nvSpPr>
            <p:spPr>
              <a:xfrm>
                <a:off x="223385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ph4733"/>
              <p:cNvSpPr/>
              <p:nvPr/>
            </p:nvSpPr>
            <p:spPr>
              <a:xfrm>
                <a:off x="224329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ph4734"/>
              <p:cNvSpPr/>
              <p:nvPr/>
            </p:nvSpPr>
            <p:spPr>
              <a:xfrm>
                <a:off x="225273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ph4735"/>
              <p:cNvSpPr/>
              <p:nvPr/>
            </p:nvSpPr>
            <p:spPr>
              <a:xfrm>
                <a:off x="226217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ph4736"/>
              <p:cNvSpPr/>
              <p:nvPr/>
            </p:nvSpPr>
            <p:spPr>
              <a:xfrm>
                <a:off x="227161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ph4737"/>
              <p:cNvSpPr/>
              <p:nvPr/>
            </p:nvSpPr>
            <p:spPr>
              <a:xfrm>
                <a:off x="228105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8" name="ph4738"/>
              <p:cNvSpPr/>
              <p:nvPr/>
            </p:nvSpPr>
            <p:spPr>
              <a:xfrm>
                <a:off x="229049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9" name="ph4739"/>
              <p:cNvSpPr/>
              <p:nvPr/>
            </p:nvSpPr>
            <p:spPr>
              <a:xfrm>
                <a:off x="229993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0" name="ph4740"/>
              <p:cNvSpPr/>
              <p:nvPr/>
            </p:nvSpPr>
            <p:spPr>
              <a:xfrm>
                <a:off x="230937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1" name="ph4741"/>
              <p:cNvSpPr/>
              <p:nvPr/>
            </p:nvSpPr>
            <p:spPr>
              <a:xfrm>
                <a:off x="231881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2" name="ph4742"/>
              <p:cNvSpPr/>
              <p:nvPr/>
            </p:nvSpPr>
            <p:spPr>
              <a:xfrm>
                <a:off x="232825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935C">
                  <a:alpha val="100000"/>
                </a:srgbClr>
              </a:solidFill>
              <a:ln w="5420" cap="flat">
                <a:solidFill>
                  <a:srgbClr val="FD9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3" name="ph4743"/>
              <p:cNvSpPr/>
              <p:nvPr/>
            </p:nvSpPr>
            <p:spPr>
              <a:xfrm>
                <a:off x="233769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925C">
                  <a:alpha val="100000"/>
                </a:srgbClr>
              </a:solidFill>
              <a:ln w="5420" cap="flat">
                <a:solidFill>
                  <a:srgbClr val="FD9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4" name="ph4744"/>
              <p:cNvSpPr/>
              <p:nvPr/>
            </p:nvSpPr>
            <p:spPr>
              <a:xfrm>
                <a:off x="234713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5" name="ph4745"/>
              <p:cNvSpPr/>
              <p:nvPr/>
            </p:nvSpPr>
            <p:spPr>
              <a:xfrm>
                <a:off x="235657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915B">
                  <a:alpha val="100000"/>
                </a:srgbClr>
              </a:solidFill>
              <a:ln w="5420" cap="flat">
                <a:solidFill>
                  <a:srgbClr val="FC91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6" name="ph4746"/>
              <p:cNvSpPr/>
              <p:nvPr/>
            </p:nvSpPr>
            <p:spPr>
              <a:xfrm>
                <a:off x="236601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7" name="ph4747"/>
              <p:cNvSpPr/>
              <p:nvPr/>
            </p:nvSpPr>
            <p:spPr>
              <a:xfrm>
                <a:off x="237545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A">
                  <a:alpha val="100000"/>
                </a:srgbClr>
              </a:solidFill>
              <a:ln w="5420" cap="flat">
                <a:solidFill>
                  <a:srgbClr val="FC8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8" name="ph4748"/>
              <p:cNvSpPr/>
              <p:nvPr/>
            </p:nvSpPr>
            <p:spPr>
              <a:xfrm>
                <a:off x="238489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9" name="ph4749"/>
              <p:cNvSpPr/>
              <p:nvPr/>
            </p:nvSpPr>
            <p:spPr>
              <a:xfrm>
                <a:off x="239433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0" name="ph4750"/>
              <p:cNvSpPr/>
              <p:nvPr/>
            </p:nvSpPr>
            <p:spPr>
              <a:xfrm>
                <a:off x="240377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1" name="ph4751"/>
              <p:cNvSpPr/>
              <p:nvPr/>
            </p:nvSpPr>
            <p:spPr>
              <a:xfrm>
                <a:off x="241321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2" name="ph4752"/>
              <p:cNvSpPr/>
              <p:nvPr/>
            </p:nvSpPr>
            <p:spPr>
              <a:xfrm>
                <a:off x="242265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3" name="ph4753"/>
              <p:cNvSpPr/>
              <p:nvPr/>
            </p:nvSpPr>
            <p:spPr>
              <a:xfrm>
                <a:off x="243209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4" name="ph4754"/>
              <p:cNvSpPr/>
              <p:nvPr/>
            </p:nvSpPr>
            <p:spPr>
              <a:xfrm>
                <a:off x="2441538" y="1675838"/>
                <a:ext cx="919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278" y="896830"/>
                    </a:lnTo>
                    <a:lnTo>
                      <a:pt x="918127" y="905934"/>
                    </a:lnTo>
                    <a:lnTo>
                      <a:pt x="919578" y="914400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5" name="ph4755"/>
              <p:cNvSpPr/>
              <p:nvPr/>
            </p:nvSpPr>
            <p:spPr>
              <a:xfrm>
                <a:off x="3121235" y="1658268"/>
                <a:ext cx="914399" cy="92725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252">
                    <a:moveTo>
                      <a:pt x="914399" y="914400"/>
                    </a:moveTo>
                    <a:lnTo>
                      <a:pt x="914399" y="927252"/>
                    </a:lnTo>
                    <a:lnTo>
                      <a:pt x="909959" y="920616"/>
                    </a:lnTo>
                    <a:lnTo>
                      <a:pt x="906215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6" name="ph4756"/>
              <p:cNvSpPr/>
              <p:nvPr/>
            </p:nvSpPr>
            <p:spPr>
              <a:xfrm>
                <a:off x="312123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99" y="931969"/>
                    </a:lnTo>
                    <a:lnTo>
                      <a:pt x="914542" y="927464"/>
                    </a:lnTo>
                    <a:lnTo>
                      <a:pt x="914399" y="927252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7" name="ph4757"/>
              <p:cNvSpPr/>
              <p:nvPr/>
            </p:nvSpPr>
            <p:spPr>
              <a:xfrm>
                <a:off x="313067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8" name="ph4758"/>
              <p:cNvSpPr/>
              <p:nvPr/>
            </p:nvSpPr>
            <p:spPr>
              <a:xfrm>
                <a:off x="314011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9" name="ph4759"/>
              <p:cNvSpPr/>
              <p:nvPr/>
            </p:nvSpPr>
            <p:spPr>
              <a:xfrm>
                <a:off x="314955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0" name="ph4760"/>
              <p:cNvSpPr/>
              <p:nvPr/>
            </p:nvSpPr>
            <p:spPr>
              <a:xfrm>
                <a:off x="315899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1" name="ph4761"/>
              <p:cNvSpPr/>
              <p:nvPr/>
            </p:nvSpPr>
            <p:spPr>
              <a:xfrm>
                <a:off x="316843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2" name="ph4762"/>
              <p:cNvSpPr/>
              <p:nvPr/>
            </p:nvSpPr>
            <p:spPr>
              <a:xfrm>
                <a:off x="317787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3" name="ph4763"/>
              <p:cNvSpPr/>
              <p:nvPr/>
            </p:nvSpPr>
            <p:spPr>
              <a:xfrm>
                <a:off x="318731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4" name="ph4764"/>
              <p:cNvSpPr/>
              <p:nvPr/>
            </p:nvSpPr>
            <p:spPr>
              <a:xfrm>
                <a:off x="319675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5" name="ph4765"/>
              <p:cNvSpPr/>
              <p:nvPr/>
            </p:nvSpPr>
            <p:spPr>
              <a:xfrm>
                <a:off x="320619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6" name="ph4766"/>
              <p:cNvSpPr/>
              <p:nvPr/>
            </p:nvSpPr>
            <p:spPr>
              <a:xfrm>
                <a:off x="321563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7" name="ph4767"/>
              <p:cNvSpPr/>
              <p:nvPr/>
            </p:nvSpPr>
            <p:spPr>
              <a:xfrm>
                <a:off x="322507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8" name="ph4768"/>
              <p:cNvSpPr/>
              <p:nvPr/>
            </p:nvSpPr>
            <p:spPr>
              <a:xfrm>
                <a:off x="323451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9" name="ph4769"/>
              <p:cNvSpPr/>
              <p:nvPr/>
            </p:nvSpPr>
            <p:spPr>
              <a:xfrm>
                <a:off x="324395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0" name="ph4770"/>
              <p:cNvSpPr/>
              <p:nvPr/>
            </p:nvSpPr>
            <p:spPr>
              <a:xfrm>
                <a:off x="325339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1" name="ph4771"/>
              <p:cNvSpPr/>
              <p:nvPr/>
            </p:nvSpPr>
            <p:spPr>
              <a:xfrm>
                <a:off x="326283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2" name="ph4772"/>
              <p:cNvSpPr/>
              <p:nvPr/>
            </p:nvSpPr>
            <p:spPr>
              <a:xfrm>
                <a:off x="327227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3" name="ph4773"/>
              <p:cNvSpPr/>
              <p:nvPr/>
            </p:nvSpPr>
            <p:spPr>
              <a:xfrm>
                <a:off x="328171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4" name="ph4774"/>
              <p:cNvSpPr/>
              <p:nvPr/>
            </p:nvSpPr>
            <p:spPr>
              <a:xfrm>
                <a:off x="329115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5" name="ph4775"/>
              <p:cNvSpPr/>
              <p:nvPr/>
            </p:nvSpPr>
            <p:spPr>
              <a:xfrm>
                <a:off x="330059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6" name="ph4776"/>
              <p:cNvSpPr/>
              <p:nvPr/>
            </p:nvSpPr>
            <p:spPr>
              <a:xfrm>
                <a:off x="331004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7" name="ph4777"/>
              <p:cNvSpPr/>
              <p:nvPr/>
            </p:nvSpPr>
            <p:spPr>
              <a:xfrm>
                <a:off x="331948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8" name="ph4778"/>
              <p:cNvSpPr/>
              <p:nvPr/>
            </p:nvSpPr>
            <p:spPr>
              <a:xfrm>
                <a:off x="332892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9" name="ph4779"/>
              <p:cNvSpPr/>
              <p:nvPr/>
            </p:nvSpPr>
            <p:spPr>
              <a:xfrm>
                <a:off x="333836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0" name="ph4780"/>
              <p:cNvSpPr/>
              <p:nvPr/>
            </p:nvSpPr>
            <p:spPr>
              <a:xfrm>
                <a:off x="334780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1" name="ph4781"/>
              <p:cNvSpPr/>
              <p:nvPr/>
            </p:nvSpPr>
            <p:spPr>
              <a:xfrm>
                <a:off x="335724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2" name="ph4782"/>
              <p:cNvSpPr/>
              <p:nvPr/>
            </p:nvSpPr>
            <p:spPr>
              <a:xfrm>
                <a:off x="336668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3" name="ph4783"/>
              <p:cNvSpPr/>
              <p:nvPr/>
            </p:nvSpPr>
            <p:spPr>
              <a:xfrm>
                <a:off x="337612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4" name="ph4784"/>
              <p:cNvSpPr/>
              <p:nvPr/>
            </p:nvSpPr>
            <p:spPr>
              <a:xfrm>
                <a:off x="338556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5" name="ph4785"/>
              <p:cNvSpPr/>
              <p:nvPr/>
            </p:nvSpPr>
            <p:spPr>
              <a:xfrm>
                <a:off x="339500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6" name="ph4786"/>
              <p:cNvSpPr/>
              <p:nvPr/>
            </p:nvSpPr>
            <p:spPr>
              <a:xfrm>
                <a:off x="340444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h4787"/>
              <p:cNvSpPr/>
              <p:nvPr/>
            </p:nvSpPr>
            <p:spPr>
              <a:xfrm>
                <a:off x="3413882" y="167583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0519"/>
                    </a:lnTo>
                    <a:lnTo>
                      <a:pt x="922420" y="901269"/>
                    </a:lnTo>
                    <a:lnTo>
                      <a:pt x="921383" y="901817"/>
                    </a:lnTo>
                    <a:lnTo>
                      <a:pt x="920196" y="905519"/>
                    </a:lnTo>
                    <a:lnTo>
                      <a:pt x="916997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h4788"/>
              <p:cNvSpPr/>
              <p:nvPr/>
            </p:nvSpPr>
            <p:spPr>
              <a:xfrm>
                <a:off x="3423322" y="1658268"/>
                <a:ext cx="921388" cy="918088"/>
              </a:xfrm>
              <a:custGeom>
                <a:avLst/>
                <a:gdLst/>
                <a:ahLst/>
                <a:cxnLst/>
                <a:rect l="0" t="0" r="0" b="0"/>
                <a:pathLst>
                  <a:path w="921388" h="918088">
                    <a:moveTo>
                      <a:pt x="914400" y="914400"/>
                    </a:moveTo>
                    <a:lnTo>
                      <a:pt x="921388" y="914400"/>
                    </a:lnTo>
                    <a:lnTo>
                      <a:pt x="920163" y="915046"/>
                    </a:lnTo>
                    <a:lnTo>
                      <a:pt x="918726" y="915804"/>
                    </a:lnTo>
                    <a:lnTo>
                      <a:pt x="917289" y="916563"/>
                    </a:lnTo>
                    <a:lnTo>
                      <a:pt x="915852" y="917321"/>
                    </a:lnTo>
                    <a:lnTo>
                      <a:pt x="914400" y="91808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h4789"/>
              <p:cNvSpPr/>
              <p:nvPr/>
            </p:nvSpPr>
            <p:spPr>
              <a:xfrm>
                <a:off x="2148890" y="164069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415" y="931969"/>
                    </a:lnTo>
                    <a:lnTo>
                      <a:pt x="907972" y="922277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h4790"/>
              <p:cNvSpPr/>
              <p:nvPr/>
            </p:nvSpPr>
            <p:spPr>
              <a:xfrm>
                <a:off x="214889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h4791"/>
              <p:cNvSpPr/>
              <p:nvPr/>
            </p:nvSpPr>
            <p:spPr>
              <a:xfrm>
                <a:off x="215833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h4792"/>
              <p:cNvSpPr/>
              <p:nvPr/>
            </p:nvSpPr>
            <p:spPr>
              <a:xfrm>
                <a:off x="216777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h4793"/>
              <p:cNvSpPr/>
              <p:nvPr/>
            </p:nvSpPr>
            <p:spPr>
              <a:xfrm>
                <a:off x="217721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h4794"/>
              <p:cNvSpPr/>
              <p:nvPr/>
            </p:nvSpPr>
            <p:spPr>
              <a:xfrm>
                <a:off x="218665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h4795"/>
              <p:cNvSpPr/>
              <p:nvPr/>
            </p:nvSpPr>
            <p:spPr>
              <a:xfrm>
                <a:off x="219609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h4796"/>
              <p:cNvSpPr/>
              <p:nvPr/>
            </p:nvSpPr>
            <p:spPr>
              <a:xfrm>
                <a:off x="220553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h4797"/>
              <p:cNvSpPr/>
              <p:nvPr/>
            </p:nvSpPr>
            <p:spPr>
              <a:xfrm>
                <a:off x="221497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8" name="ph4798"/>
              <p:cNvSpPr/>
              <p:nvPr/>
            </p:nvSpPr>
            <p:spPr>
              <a:xfrm>
                <a:off x="222441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9" name="ph4799"/>
              <p:cNvSpPr/>
              <p:nvPr/>
            </p:nvSpPr>
            <p:spPr>
              <a:xfrm>
                <a:off x="223385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0" name="ph4800"/>
              <p:cNvSpPr/>
              <p:nvPr/>
            </p:nvSpPr>
            <p:spPr>
              <a:xfrm>
                <a:off x="224329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ph4801"/>
              <p:cNvSpPr/>
              <p:nvPr/>
            </p:nvSpPr>
            <p:spPr>
              <a:xfrm>
                <a:off x="225273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2" name="ph4802"/>
              <p:cNvSpPr/>
              <p:nvPr/>
            </p:nvSpPr>
            <p:spPr>
              <a:xfrm>
                <a:off x="226217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3" name="ph4803"/>
              <p:cNvSpPr/>
              <p:nvPr/>
            </p:nvSpPr>
            <p:spPr>
              <a:xfrm>
                <a:off x="227161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4" name="ph4804"/>
              <p:cNvSpPr/>
              <p:nvPr/>
            </p:nvSpPr>
            <p:spPr>
              <a:xfrm>
                <a:off x="228105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5" name="ph4805"/>
              <p:cNvSpPr/>
              <p:nvPr/>
            </p:nvSpPr>
            <p:spPr>
              <a:xfrm>
                <a:off x="229049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6" name="ph4806"/>
              <p:cNvSpPr/>
              <p:nvPr/>
            </p:nvSpPr>
            <p:spPr>
              <a:xfrm>
                <a:off x="229993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7" name="ph4807"/>
              <p:cNvSpPr/>
              <p:nvPr/>
            </p:nvSpPr>
            <p:spPr>
              <a:xfrm>
                <a:off x="230937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8" name="ph4808"/>
              <p:cNvSpPr/>
              <p:nvPr/>
            </p:nvSpPr>
            <p:spPr>
              <a:xfrm>
                <a:off x="231881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B">
                  <a:alpha val="100000"/>
                </a:srgbClr>
              </a:solidFill>
              <a:ln w="5420" cap="flat">
                <a:solidFill>
                  <a:srgbClr val="FC90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9" name="ph4809"/>
              <p:cNvSpPr/>
              <p:nvPr/>
            </p:nvSpPr>
            <p:spPr>
              <a:xfrm>
                <a:off x="232825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905A">
                  <a:alpha val="100000"/>
                </a:srgbClr>
              </a:solidFill>
              <a:ln w="5420" cap="flat">
                <a:solidFill>
                  <a:srgbClr val="FC90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0" name="ph4810"/>
              <p:cNvSpPr/>
              <p:nvPr/>
            </p:nvSpPr>
            <p:spPr>
              <a:xfrm>
                <a:off x="233769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1" name="ph4811"/>
              <p:cNvSpPr/>
              <p:nvPr/>
            </p:nvSpPr>
            <p:spPr>
              <a:xfrm>
                <a:off x="234713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F5A">
                  <a:alpha val="100000"/>
                </a:srgbClr>
              </a:solidFill>
              <a:ln w="5420" cap="flat">
                <a:solidFill>
                  <a:srgbClr val="FC8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2" name="ph4812"/>
              <p:cNvSpPr/>
              <p:nvPr/>
            </p:nvSpPr>
            <p:spPr>
              <a:xfrm>
                <a:off x="235657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E59">
                  <a:alpha val="100000"/>
                </a:srgbClr>
              </a:solidFill>
              <a:ln w="5420" cap="flat">
                <a:solidFill>
                  <a:srgbClr val="FC8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3" name="ph4813"/>
              <p:cNvSpPr/>
              <p:nvPr/>
            </p:nvSpPr>
            <p:spPr>
              <a:xfrm>
                <a:off x="236601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4" name="ph4814"/>
              <p:cNvSpPr/>
              <p:nvPr/>
            </p:nvSpPr>
            <p:spPr>
              <a:xfrm>
                <a:off x="237545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5" name="ph4815"/>
              <p:cNvSpPr/>
              <p:nvPr/>
            </p:nvSpPr>
            <p:spPr>
              <a:xfrm>
                <a:off x="238489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6" name="ph4816"/>
              <p:cNvSpPr/>
              <p:nvPr/>
            </p:nvSpPr>
            <p:spPr>
              <a:xfrm>
                <a:off x="239433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7" name="ph4817"/>
              <p:cNvSpPr/>
              <p:nvPr/>
            </p:nvSpPr>
            <p:spPr>
              <a:xfrm>
                <a:off x="240377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8" name="ph4818"/>
              <p:cNvSpPr/>
              <p:nvPr/>
            </p:nvSpPr>
            <p:spPr>
              <a:xfrm>
                <a:off x="241321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9" name="ph4819"/>
              <p:cNvSpPr/>
              <p:nvPr/>
            </p:nvSpPr>
            <p:spPr>
              <a:xfrm>
                <a:off x="242265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0" name="ph4820"/>
              <p:cNvSpPr/>
              <p:nvPr/>
            </p:nvSpPr>
            <p:spPr>
              <a:xfrm>
                <a:off x="2441538" y="165826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959" y="896830"/>
                    </a:lnTo>
                    <a:lnTo>
                      <a:pt x="913608" y="902919"/>
                    </a:lnTo>
                    <a:lnTo>
                      <a:pt x="914400" y="906267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1" name="ph4821"/>
              <p:cNvSpPr/>
              <p:nvPr/>
            </p:nvSpPr>
            <p:spPr>
              <a:xfrm>
                <a:off x="2441538" y="1658268"/>
                <a:ext cx="9162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78" h="914400">
                    <a:moveTo>
                      <a:pt x="914400" y="914400"/>
                    </a:moveTo>
                    <a:lnTo>
                      <a:pt x="914400" y="906267"/>
                    </a:lnTo>
                    <a:lnTo>
                      <a:pt x="916014" y="913100"/>
                    </a:lnTo>
                    <a:lnTo>
                      <a:pt x="916278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2" name="ph4822"/>
              <p:cNvSpPr/>
              <p:nvPr/>
            </p:nvSpPr>
            <p:spPr>
              <a:xfrm>
                <a:off x="3111795" y="1640698"/>
                <a:ext cx="914399" cy="92977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9772">
                    <a:moveTo>
                      <a:pt x="914399" y="914400"/>
                    </a:moveTo>
                    <a:lnTo>
                      <a:pt x="914399" y="929772"/>
                    </a:lnTo>
                    <a:lnTo>
                      <a:pt x="910837" y="923210"/>
                    </a:lnTo>
                    <a:lnTo>
                      <a:pt x="906880" y="915122"/>
                    </a:lnTo>
                    <a:lnTo>
                      <a:pt x="906562" y="914400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3" name="ph4823"/>
              <p:cNvSpPr/>
              <p:nvPr/>
            </p:nvSpPr>
            <p:spPr>
              <a:xfrm>
                <a:off x="311179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5" y="931969"/>
                    </a:lnTo>
                    <a:lnTo>
                      <a:pt x="915014" y="930904"/>
                    </a:lnTo>
                    <a:lnTo>
                      <a:pt x="914399" y="929772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4" name="ph4824"/>
              <p:cNvSpPr/>
              <p:nvPr/>
            </p:nvSpPr>
            <p:spPr>
              <a:xfrm>
                <a:off x="312123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5" name="ph4825"/>
              <p:cNvSpPr/>
              <p:nvPr/>
            </p:nvSpPr>
            <p:spPr>
              <a:xfrm>
                <a:off x="313067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6" name="ph4826"/>
              <p:cNvSpPr/>
              <p:nvPr/>
            </p:nvSpPr>
            <p:spPr>
              <a:xfrm>
                <a:off x="314011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7" name="ph4827"/>
              <p:cNvSpPr/>
              <p:nvPr/>
            </p:nvSpPr>
            <p:spPr>
              <a:xfrm>
                <a:off x="314955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8" name="ph4828"/>
              <p:cNvSpPr/>
              <p:nvPr/>
            </p:nvSpPr>
            <p:spPr>
              <a:xfrm>
                <a:off x="315899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9" name="ph4829"/>
              <p:cNvSpPr/>
              <p:nvPr/>
            </p:nvSpPr>
            <p:spPr>
              <a:xfrm>
                <a:off x="316843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0" name="ph4830"/>
              <p:cNvSpPr/>
              <p:nvPr/>
            </p:nvSpPr>
            <p:spPr>
              <a:xfrm>
                <a:off x="317787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1" name="ph4831"/>
              <p:cNvSpPr/>
              <p:nvPr/>
            </p:nvSpPr>
            <p:spPr>
              <a:xfrm>
                <a:off x="318731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2" name="ph4832"/>
              <p:cNvSpPr/>
              <p:nvPr/>
            </p:nvSpPr>
            <p:spPr>
              <a:xfrm>
                <a:off x="319675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3" name="ph4833"/>
              <p:cNvSpPr/>
              <p:nvPr/>
            </p:nvSpPr>
            <p:spPr>
              <a:xfrm>
                <a:off x="320619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4" name="ph4834"/>
              <p:cNvSpPr/>
              <p:nvPr/>
            </p:nvSpPr>
            <p:spPr>
              <a:xfrm>
                <a:off x="321563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5" name="ph4835"/>
              <p:cNvSpPr/>
              <p:nvPr/>
            </p:nvSpPr>
            <p:spPr>
              <a:xfrm>
                <a:off x="322507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6" name="ph4836"/>
              <p:cNvSpPr/>
              <p:nvPr/>
            </p:nvSpPr>
            <p:spPr>
              <a:xfrm>
                <a:off x="323451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7" name="ph4837"/>
              <p:cNvSpPr/>
              <p:nvPr/>
            </p:nvSpPr>
            <p:spPr>
              <a:xfrm>
                <a:off x="324395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8" name="ph4838"/>
              <p:cNvSpPr/>
              <p:nvPr/>
            </p:nvSpPr>
            <p:spPr>
              <a:xfrm>
                <a:off x="325339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9" name="ph4839"/>
              <p:cNvSpPr/>
              <p:nvPr/>
            </p:nvSpPr>
            <p:spPr>
              <a:xfrm>
                <a:off x="326283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0" name="ph4840"/>
              <p:cNvSpPr/>
              <p:nvPr/>
            </p:nvSpPr>
            <p:spPr>
              <a:xfrm>
                <a:off x="327227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1" name="ph4841"/>
              <p:cNvSpPr/>
              <p:nvPr/>
            </p:nvSpPr>
            <p:spPr>
              <a:xfrm>
                <a:off x="328171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2" name="ph4842"/>
              <p:cNvSpPr/>
              <p:nvPr/>
            </p:nvSpPr>
            <p:spPr>
              <a:xfrm>
                <a:off x="329115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3" name="ph4843"/>
              <p:cNvSpPr/>
              <p:nvPr/>
            </p:nvSpPr>
            <p:spPr>
              <a:xfrm>
                <a:off x="330059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4" name="ph4844"/>
              <p:cNvSpPr/>
              <p:nvPr/>
            </p:nvSpPr>
            <p:spPr>
              <a:xfrm>
                <a:off x="331004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5" name="ph4845"/>
              <p:cNvSpPr/>
              <p:nvPr/>
            </p:nvSpPr>
            <p:spPr>
              <a:xfrm>
                <a:off x="331948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6" name="ph4846"/>
              <p:cNvSpPr/>
              <p:nvPr/>
            </p:nvSpPr>
            <p:spPr>
              <a:xfrm>
                <a:off x="332892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7" name="ph4847"/>
              <p:cNvSpPr/>
              <p:nvPr/>
            </p:nvSpPr>
            <p:spPr>
              <a:xfrm>
                <a:off x="333836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8" name="ph4848"/>
              <p:cNvSpPr/>
              <p:nvPr/>
            </p:nvSpPr>
            <p:spPr>
              <a:xfrm>
                <a:off x="334780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9" name="ph4849"/>
              <p:cNvSpPr/>
              <p:nvPr/>
            </p:nvSpPr>
            <p:spPr>
              <a:xfrm>
                <a:off x="335724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0" name="ph4850"/>
              <p:cNvSpPr/>
              <p:nvPr/>
            </p:nvSpPr>
            <p:spPr>
              <a:xfrm>
                <a:off x="336668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1" name="ph4851"/>
              <p:cNvSpPr/>
              <p:nvPr/>
            </p:nvSpPr>
            <p:spPr>
              <a:xfrm>
                <a:off x="337612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2" name="ph4852"/>
              <p:cNvSpPr/>
              <p:nvPr/>
            </p:nvSpPr>
            <p:spPr>
              <a:xfrm>
                <a:off x="338556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3" name="ph4853"/>
              <p:cNvSpPr/>
              <p:nvPr/>
            </p:nvSpPr>
            <p:spPr>
              <a:xfrm>
                <a:off x="339500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4" name="ph4854"/>
              <p:cNvSpPr/>
              <p:nvPr/>
            </p:nvSpPr>
            <p:spPr>
              <a:xfrm>
                <a:off x="340444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5" name="ph4855"/>
              <p:cNvSpPr/>
              <p:nvPr/>
            </p:nvSpPr>
            <p:spPr>
              <a:xfrm>
                <a:off x="341388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6" name="ph4856"/>
              <p:cNvSpPr/>
              <p:nvPr/>
            </p:nvSpPr>
            <p:spPr>
              <a:xfrm>
                <a:off x="3423322" y="165826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107"/>
                    </a:lnTo>
                    <a:lnTo>
                      <a:pt x="923037" y="913530"/>
                    </a:lnTo>
                    <a:lnTo>
                      <a:pt x="921600" y="914288"/>
                    </a:lnTo>
                    <a:lnTo>
                      <a:pt x="921388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7" name="ph4857"/>
              <p:cNvSpPr/>
              <p:nvPr/>
            </p:nvSpPr>
            <p:spPr>
              <a:xfrm>
                <a:off x="3432763" y="1640698"/>
                <a:ext cx="923840" cy="9306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127"/>
                    </a:lnTo>
                    <a:lnTo>
                      <a:pt x="921816" y="926502"/>
                    </a:lnTo>
                    <a:lnTo>
                      <a:pt x="916477" y="929582"/>
                    </a:lnTo>
                    <a:lnTo>
                      <a:pt x="915035" y="930342"/>
                    </a:lnTo>
                    <a:lnTo>
                      <a:pt x="914400" y="930677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8" name="ph4858"/>
              <p:cNvSpPr/>
              <p:nvPr/>
            </p:nvSpPr>
            <p:spPr>
              <a:xfrm>
                <a:off x="3442203" y="1640698"/>
                <a:ext cx="923840" cy="92512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12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938"/>
                    </a:lnTo>
                    <a:lnTo>
                      <a:pt x="922775" y="918892"/>
                    </a:lnTo>
                    <a:lnTo>
                      <a:pt x="917625" y="922936"/>
                    </a:lnTo>
                    <a:lnTo>
                      <a:pt x="914400" y="925127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9" name="ph4859"/>
              <p:cNvSpPr/>
              <p:nvPr/>
            </p:nvSpPr>
            <p:spPr>
              <a:xfrm>
                <a:off x="3451643" y="1640698"/>
                <a:ext cx="918350" cy="917938"/>
              </a:xfrm>
              <a:custGeom>
                <a:avLst/>
                <a:gdLst/>
                <a:ahLst/>
                <a:cxnLst/>
                <a:rect l="0" t="0" r="0" b="0"/>
                <a:pathLst>
                  <a:path w="918350" h="917938">
                    <a:moveTo>
                      <a:pt x="914400" y="914400"/>
                    </a:moveTo>
                    <a:lnTo>
                      <a:pt x="918350" y="914400"/>
                    </a:lnTo>
                    <a:lnTo>
                      <a:pt x="914400" y="91793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0" name="ph4860"/>
              <p:cNvSpPr/>
              <p:nvPr/>
            </p:nvSpPr>
            <p:spPr>
              <a:xfrm>
                <a:off x="2148890" y="162312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33" y="931969"/>
                    </a:lnTo>
                    <a:lnTo>
                      <a:pt x="906691" y="929095"/>
                    </a:lnTo>
                    <a:lnTo>
                      <a:pt x="905713" y="918233"/>
                    </a:lnTo>
                    <a:lnTo>
                      <a:pt x="905478" y="914400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1" name="ph4861"/>
              <p:cNvSpPr/>
              <p:nvPr/>
            </p:nvSpPr>
            <p:spPr>
              <a:xfrm>
                <a:off x="214889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2" name="ph4862"/>
              <p:cNvSpPr/>
              <p:nvPr/>
            </p:nvSpPr>
            <p:spPr>
              <a:xfrm>
                <a:off x="215833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3" name="ph4863"/>
              <p:cNvSpPr/>
              <p:nvPr/>
            </p:nvSpPr>
            <p:spPr>
              <a:xfrm>
                <a:off x="216777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4" name="ph4864"/>
              <p:cNvSpPr/>
              <p:nvPr/>
            </p:nvSpPr>
            <p:spPr>
              <a:xfrm>
                <a:off x="217721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5" name="ph4865"/>
              <p:cNvSpPr/>
              <p:nvPr/>
            </p:nvSpPr>
            <p:spPr>
              <a:xfrm>
                <a:off x="218665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6" name="ph4866"/>
              <p:cNvSpPr/>
              <p:nvPr/>
            </p:nvSpPr>
            <p:spPr>
              <a:xfrm>
                <a:off x="219609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7" name="ph4867"/>
              <p:cNvSpPr/>
              <p:nvPr/>
            </p:nvSpPr>
            <p:spPr>
              <a:xfrm>
                <a:off x="220553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8" name="ph4868"/>
              <p:cNvSpPr/>
              <p:nvPr/>
            </p:nvSpPr>
            <p:spPr>
              <a:xfrm>
                <a:off x="221497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9" name="ph4869"/>
              <p:cNvSpPr/>
              <p:nvPr/>
            </p:nvSpPr>
            <p:spPr>
              <a:xfrm>
                <a:off x="222441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0" name="ph4870"/>
              <p:cNvSpPr/>
              <p:nvPr/>
            </p:nvSpPr>
            <p:spPr>
              <a:xfrm>
                <a:off x="223385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1" name="ph4871"/>
              <p:cNvSpPr/>
              <p:nvPr/>
            </p:nvSpPr>
            <p:spPr>
              <a:xfrm>
                <a:off x="224329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2" name="ph4872"/>
              <p:cNvSpPr/>
              <p:nvPr/>
            </p:nvSpPr>
            <p:spPr>
              <a:xfrm>
                <a:off x="225273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3" name="ph4873"/>
              <p:cNvSpPr/>
              <p:nvPr/>
            </p:nvSpPr>
            <p:spPr>
              <a:xfrm>
                <a:off x="226217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4" name="ph4874"/>
              <p:cNvSpPr/>
              <p:nvPr/>
            </p:nvSpPr>
            <p:spPr>
              <a:xfrm>
                <a:off x="227161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5" name="ph4875"/>
              <p:cNvSpPr/>
              <p:nvPr/>
            </p:nvSpPr>
            <p:spPr>
              <a:xfrm>
                <a:off x="228105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6" name="ph4876"/>
              <p:cNvSpPr/>
              <p:nvPr/>
            </p:nvSpPr>
            <p:spPr>
              <a:xfrm>
                <a:off x="229049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7" name="ph4877"/>
              <p:cNvSpPr/>
              <p:nvPr/>
            </p:nvSpPr>
            <p:spPr>
              <a:xfrm>
                <a:off x="229993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8" name="ph4878"/>
              <p:cNvSpPr/>
              <p:nvPr/>
            </p:nvSpPr>
            <p:spPr>
              <a:xfrm>
                <a:off x="230937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9" name="ph4879"/>
              <p:cNvSpPr/>
              <p:nvPr/>
            </p:nvSpPr>
            <p:spPr>
              <a:xfrm>
                <a:off x="231881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0" name="ph4880"/>
              <p:cNvSpPr/>
              <p:nvPr/>
            </p:nvSpPr>
            <p:spPr>
              <a:xfrm>
                <a:off x="232825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1" name="ph4881"/>
              <p:cNvSpPr/>
              <p:nvPr/>
            </p:nvSpPr>
            <p:spPr>
              <a:xfrm>
                <a:off x="233769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2" name="ph4882"/>
              <p:cNvSpPr/>
              <p:nvPr/>
            </p:nvSpPr>
            <p:spPr>
              <a:xfrm>
                <a:off x="234713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3" name="ph4883"/>
              <p:cNvSpPr/>
              <p:nvPr/>
            </p:nvSpPr>
            <p:spPr>
              <a:xfrm>
                <a:off x="235657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4" name="ph4884"/>
              <p:cNvSpPr/>
              <p:nvPr/>
            </p:nvSpPr>
            <p:spPr>
              <a:xfrm>
                <a:off x="236601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5" name="ph4885"/>
              <p:cNvSpPr/>
              <p:nvPr/>
            </p:nvSpPr>
            <p:spPr>
              <a:xfrm>
                <a:off x="237545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6" name="ph4886"/>
              <p:cNvSpPr/>
              <p:nvPr/>
            </p:nvSpPr>
            <p:spPr>
              <a:xfrm>
                <a:off x="238489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7" name="ph4887"/>
              <p:cNvSpPr/>
              <p:nvPr/>
            </p:nvSpPr>
            <p:spPr>
              <a:xfrm>
                <a:off x="239433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8" name="ph4888"/>
              <p:cNvSpPr/>
              <p:nvPr/>
            </p:nvSpPr>
            <p:spPr>
              <a:xfrm>
                <a:off x="240377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9" name="ph4889"/>
              <p:cNvSpPr/>
              <p:nvPr/>
            </p:nvSpPr>
            <p:spPr>
              <a:xfrm>
                <a:off x="241321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0" name="ph4890"/>
              <p:cNvSpPr/>
              <p:nvPr/>
            </p:nvSpPr>
            <p:spPr>
              <a:xfrm>
                <a:off x="242265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1" name="ph4891"/>
              <p:cNvSpPr/>
              <p:nvPr/>
            </p:nvSpPr>
            <p:spPr>
              <a:xfrm>
                <a:off x="2432097" y="1640698"/>
                <a:ext cx="921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9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5980" y="896830"/>
                    </a:lnTo>
                    <a:lnTo>
                      <a:pt x="917390" y="900903"/>
                    </a:lnTo>
                    <a:lnTo>
                      <a:pt x="920358" y="910557"/>
                    </a:lnTo>
                    <a:lnTo>
                      <a:pt x="921399" y="914400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2" name="ph4892"/>
              <p:cNvSpPr/>
              <p:nvPr/>
            </p:nvSpPr>
            <p:spPr>
              <a:xfrm>
                <a:off x="3102354" y="1623128"/>
                <a:ext cx="914400" cy="92833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330">
                    <a:moveTo>
                      <a:pt x="914400" y="914400"/>
                    </a:moveTo>
                    <a:lnTo>
                      <a:pt x="914400" y="928330"/>
                    </a:lnTo>
                    <a:lnTo>
                      <a:pt x="912595" y="924233"/>
                    </a:lnTo>
                    <a:lnTo>
                      <a:pt x="909109" y="915426"/>
                    </a:lnTo>
                    <a:lnTo>
                      <a:pt x="908746" y="914400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3" name="ph4893"/>
              <p:cNvSpPr/>
              <p:nvPr/>
            </p:nvSpPr>
            <p:spPr>
              <a:xfrm>
                <a:off x="310235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03" y="931969"/>
                    </a:lnTo>
                    <a:lnTo>
                      <a:pt x="914400" y="928330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4" name="ph4894"/>
              <p:cNvSpPr/>
              <p:nvPr/>
            </p:nvSpPr>
            <p:spPr>
              <a:xfrm>
                <a:off x="311179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5" name="ph4895"/>
              <p:cNvSpPr/>
              <p:nvPr/>
            </p:nvSpPr>
            <p:spPr>
              <a:xfrm>
                <a:off x="312123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6" name="ph4896"/>
              <p:cNvSpPr/>
              <p:nvPr/>
            </p:nvSpPr>
            <p:spPr>
              <a:xfrm>
                <a:off x="313067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7" name="ph4897"/>
              <p:cNvSpPr/>
              <p:nvPr/>
            </p:nvSpPr>
            <p:spPr>
              <a:xfrm>
                <a:off x="314011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8" name="ph4898"/>
              <p:cNvSpPr/>
              <p:nvPr/>
            </p:nvSpPr>
            <p:spPr>
              <a:xfrm>
                <a:off x="314955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9" name="ph4899"/>
              <p:cNvSpPr/>
              <p:nvPr/>
            </p:nvSpPr>
            <p:spPr>
              <a:xfrm>
                <a:off x="315899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0" name="ph4900"/>
              <p:cNvSpPr/>
              <p:nvPr/>
            </p:nvSpPr>
            <p:spPr>
              <a:xfrm>
                <a:off x="316843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1" name="ph4901"/>
              <p:cNvSpPr/>
              <p:nvPr/>
            </p:nvSpPr>
            <p:spPr>
              <a:xfrm>
                <a:off x="317787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2" name="ph4902"/>
              <p:cNvSpPr/>
              <p:nvPr/>
            </p:nvSpPr>
            <p:spPr>
              <a:xfrm>
                <a:off x="318731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3" name="ph4903"/>
              <p:cNvSpPr/>
              <p:nvPr/>
            </p:nvSpPr>
            <p:spPr>
              <a:xfrm>
                <a:off x="319675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4" name="ph4904"/>
              <p:cNvSpPr/>
              <p:nvPr/>
            </p:nvSpPr>
            <p:spPr>
              <a:xfrm>
                <a:off x="320619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5" name="ph4905"/>
              <p:cNvSpPr/>
              <p:nvPr/>
            </p:nvSpPr>
            <p:spPr>
              <a:xfrm>
                <a:off x="321563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6" name="ph4906"/>
              <p:cNvSpPr/>
              <p:nvPr/>
            </p:nvSpPr>
            <p:spPr>
              <a:xfrm>
                <a:off x="322507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7" name="ph4907"/>
              <p:cNvSpPr/>
              <p:nvPr/>
            </p:nvSpPr>
            <p:spPr>
              <a:xfrm>
                <a:off x="323451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8" name="ph4908"/>
              <p:cNvSpPr/>
              <p:nvPr/>
            </p:nvSpPr>
            <p:spPr>
              <a:xfrm>
                <a:off x="324395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9" name="ph4909"/>
              <p:cNvSpPr/>
              <p:nvPr/>
            </p:nvSpPr>
            <p:spPr>
              <a:xfrm>
                <a:off x="325339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0" name="ph4910"/>
              <p:cNvSpPr/>
              <p:nvPr/>
            </p:nvSpPr>
            <p:spPr>
              <a:xfrm>
                <a:off x="326283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1" name="ph4911"/>
              <p:cNvSpPr/>
              <p:nvPr/>
            </p:nvSpPr>
            <p:spPr>
              <a:xfrm>
                <a:off x="327227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2" name="ph4912"/>
              <p:cNvSpPr/>
              <p:nvPr/>
            </p:nvSpPr>
            <p:spPr>
              <a:xfrm>
                <a:off x="328171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3" name="ph4913"/>
              <p:cNvSpPr/>
              <p:nvPr/>
            </p:nvSpPr>
            <p:spPr>
              <a:xfrm>
                <a:off x="329115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4" name="ph4914"/>
              <p:cNvSpPr/>
              <p:nvPr/>
            </p:nvSpPr>
            <p:spPr>
              <a:xfrm>
                <a:off x="330059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5" name="ph4915"/>
              <p:cNvSpPr/>
              <p:nvPr/>
            </p:nvSpPr>
            <p:spPr>
              <a:xfrm>
                <a:off x="331004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6" name="ph4916"/>
              <p:cNvSpPr/>
              <p:nvPr/>
            </p:nvSpPr>
            <p:spPr>
              <a:xfrm>
                <a:off x="331948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7" name="ph4917"/>
              <p:cNvSpPr/>
              <p:nvPr/>
            </p:nvSpPr>
            <p:spPr>
              <a:xfrm>
                <a:off x="332892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8" name="ph4918"/>
              <p:cNvSpPr/>
              <p:nvPr/>
            </p:nvSpPr>
            <p:spPr>
              <a:xfrm>
                <a:off x="333836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9" name="ph4919"/>
              <p:cNvSpPr/>
              <p:nvPr/>
            </p:nvSpPr>
            <p:spPr>
              <a:xfrm>
                <a:off x="334780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0" name="ph4920"/>
              <p:cNvSpPr/>
              <p:nvPr/>
            </p:nvSpPr>
            <p:spPr>
              <a:xfrm>
                <a:off x="335724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1" name="ph4921"/>
              <p:cNvSpPr/>
              <p:nvPr/>
            </p:nvSpPr>
            <p:spPr>
              <a:xfrm>
                <a:off x="336668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2" name="ph4922"/>
              <p:cNvSpPr/>
              <p:nvPr/>
            </p:nvSpPr>
            <p:spPr>
              <a:xfrm>
                <a:off x="337612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3" name="ph4923"/>
              <p:cNvSpPr/>
              <p:nvPr/>
            </p:nvSpPr>
            <p:spPr>
              <a:xfrm>
                <a:off x="338556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4" name="ph4924"/>
              <p:cNvSpPr/>
              <p:nvPr/>
            </p:nvSpPr>
            <p:spPr>
              <a:xfrm>
                <a:off x="339500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5" name="ph4925"/>
              <p:cNvSpPr/>
              <p:nvPr/>
            </p:nvSpPr>
            <p:spPr>
              <a:xfrm>
                <a:off x="340444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6" name="ph4926"/>
              <p:cNvSpPr/>
              <p:nvPr/>
            </p:nvSpPr>
            <p:spPr>
              <a:xfrm>
                <a:off x="341388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7" name="ph4927"/>
              <p:cNvSpPr/>
              <p:nvPr/>
            </p:nvSpPr>
            <p:spPr>
              <a:xfrm>
                <a:off x="342332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8" name="ph4928"/>
              <p:cNvSpPr/>
              <p:nvPr/>
            </p:nvSpPr>
            <p:spPr>
              <a:xfrm>
                <a:off x="343276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9" name="ph4929"/>
              <p:cNvSpPr/>
              <p:nvPr/>
            </p:nvSpPr>
            <p:spPr>
              <a:xfrm>
                <a:off x="344220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0" name="ph4930"/>
              <p:cNvSpPr/>
              <p:nvPr/>
            </p:nvSpPr>
            <p:spPr>
              <a:xfrm>
                <a:off x="3451643" y="164069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779"/>
                    </a:lnTo>
                    <a:lnTo>
                      <a:pt x="923281" y="909413"/>
                    </a:lnTo>
                    <a:lnTo>
                      <a:pt x="918350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1" name="ph4931"/>
              <p:cNvSpPr/>
              <p:nvPr/>
            </p:nvSpPr>
            <p:spPr>
              <a:xfrm>
                <a:off x="3461083" y="1623128"/>
                <a:ext cx="923840" cy="9263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3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21"/>
                    </a:lnTo>
                    <a:lnTo>
                      <a:pt x="923236" y="915726"/>
                    </a:lnTo>
                    <a:lnTo>
                      <a:pt x="918613" y="921570"/>
                    </a:lnTo>
                    <a:lnTo>
                      <a:pt x="914400" y="926348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2" name="ph4932"/>
              <p:cNvSpPr/>
              <p:nvPr/>
            </p:nvSpPr>
            <p:spPr>
              <a:xfrm>
                <a:off x="3470524" y="1623128"/>
                <a:ext cx="914791" cy="914921"/>
              </a:xfrm>
              <a:custGeom>
                <a:avLst/>
                <a:gdLst/>
                <a:ahLst/>
                <a:cxnLst/>
                <a:rect l="0" t="0" r="0" b="0"/>
                <a:pathLst>
                  <a:path w="914791" h="914921">
                    <a:moveTo>
                      <a:pt x="914400" y="914400"/>
                    </a:moveTo>
                    <a:lnTo>
                      <a:pt x="914791" y="914400"/>
                    </a:lnTo>
                    <a:lnTo>
                      <a:pt x="914400" y="914921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3" name="ph4933"/>
              <p:cNvSpPr/>
              <p:nvPr/>
            </p:nvSpPr>
            <p:spPr>
              <a:xfrm>
                <a:off x="2139450" y="1605559"/>
                <a:ext cx="914400" cy="9223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71">
                    <a:moveTo>
                      <a:pt x="914400" y="914400"/>
                    </a:moveTo>
                    <a:lnTo>
                      <a:pt x="914400" y="922371"/>
                    </a:lnTo>
                    <a:lnTo>
                      <a:pt x="914136" y="91440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4" name="ph4934"/>
              <p:cNvSpPr/>
              <p:nvPr/>
            </p:nvSpPr>
            <p:spPr>
              <a:xfrm>
                <a:off x="213945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18" y="931969"/>
                    </a:lnTo>
                    <a:lnTo>
                      <a:pt x="914482" y="924861"/>
                    </a:lnTo>
                    <a:lnTo>
                      <a:pt x="914400" y="922371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5" name="ph4935"/>
              <p:cNvSpPr/>
              <p:nvPr/>
            </p:nvSpPr>
            <p:spPr>
              <a:xfrm>
                <a:off x="214889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6" name="ph4936"/>
              <p:cNvSpPr/>
              <p:nvPr/>
            </p:nvSpPr>
            <p:spPr>
              <a:xfrm>
                <a:off x="215833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7" name="ph4937"/>
              <p:cNvSpPr/>
              <p:nvPr/>
            </p:nvSpPr>
            <p:spPr>
              <a:xfrm>
                <a:off x="216777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8" name="ph4938"/>
              <p:cNvSpPr/>
              <p:nvPr/>
            </p:nvSpPr>
            <p:spPr>
              <a:xfrm>
                <a:off x="217721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9" name="ph4939"/>
              <p:cNvSpPr/>
              <p:nvPr/>
            </p:nvSpPr>
            <p:spPr>
              <a:xfrm>
                <a:off x="218665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0" name="ph4940"/>
              <p:cNvSpPr/>
              <p:nvPr/>
            </p:nvSpPr>
            <p:spPr>
              <a:xfrm>
                <a:off x="219609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1" name="ph4941"/>
              <p:cNvSpPr/>
              <p:nvPr/>
            </p:nvSpPr>
            <p:spPr>
              <a:xfrm>
                <a:off x="220553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2" name="ph4942"/>
              <p:cNvSpPr/>
              <p:nvPr/>
            </p:nvSpPr>
            <p:spPr>
              <a:xfrm>
                <a:off x="221497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3" name="ph4943"/>
              <p:cNvSpPr/>
              <p:nvPr/>
            </p:nvSpPr>
            <p:spPr>
              <a:xfrm>
                <a:off x="222441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4" name="ph4944"/>
              <p:cNvSpPr/>
              <p:nvPr/>
            </p:nvSpPr>
            <p:spPr>
              <a:xfrm>
                <a:off x="223385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5" name="ph4945"/>
              <p:cNvSpPr/>
              <p:nvPr/>
            </p:nvSpPr>
            <p:spPr>
              <a:xfrm>
                <a:off x="224329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6" name="ph4946"/>
              <p:cNvSpPr/>
              <p:nvPr/>
            </p:nvSpPr>
            <p:spPr>
              <a:xfrm>
                <a:off x="225273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7" name="ph4947"/>
              <p:cNvSpPr/>
              <p:nvPr/>
            </p:nvSpPr>
            <p:spPr>
              <a:xfrm>
                <a:off x="226217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8" name="ph4948"/>
              <p:cNvSpPr/>
              <p:nvPr/>
            </p:nvSpPr>
            <p:spPr>
              <a:xfrm>
                <a:off x="227161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9" name="ph4949"/>
              <p:cNvSpPr/>
              <p:nvPr/>
            </p:nvSpPr>
            <p:spPr>
              <a:xfrm>
                <a:off x="228105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0" name="ph4950"/>
              <p:cNvSpPr/>
              <p:nvPr/>
            </p:nvSpPr>
            <p:spPr>
              <a:xfrm>
                <a:off x="229049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1" name="ph4951"/>
              <p:cNvSpPr/>
              <p:nvPr/>
            </p:nvSpPr>
            <p:spPr>
              <a:xfrm>
                <a:off x="229993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2" name="ph4952"/>
              <p:cNvSpPr/>
              <p:nvPr/>
            </p:nvSpPr>
            <p:spPr>
              <a:xfrm>
                <a:off x="230937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3" name="ph4953"/>
              <p:cNvSpPr/>
              <p:nvPr/>
            </p:nvSpPr>
            <p:spPr>
              <a:xfrm>
                <a:off x="231881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4" name="ph4954"/>
              <p:cNvSpPr/>
              <p:nvPr/>
            </p:nvSpPr>
            <p:spPr>
              <a:xfrm>
                <a:off x="232825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5" name="ph4955"/>
              <p:cNvSpPr/>
              <p:nvPr/>
            </p:nvSpPr>
            <p:spPr>
              <a:xfrm>
                <a:off x="233769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6" name="ph4956"/>
              <p:cNvSpPr/>
              <p:nvPr/>
            </p:nvSpPr>
            <p:spPr>
              <a:xfrm>
                <a:off x="234713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7" name="ph4957"/>
              <p:cNvSpPr/>
              <p:nvPr/>
            </p:nvSpPr>
            <p:spPr>
              <a:xfrm>
                <a:off x="235657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8" name="ph4958"/>
              <p:cNvSpPr/>
              <p:nvPr/>
            </p:nvSpPr>
            <p:spPr>
              <a:xfrm>
                <a:off x="236601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9" name="ph4959"/>
              <p:cNvSpPr/>
              <p:nvPr/>
            </p:nvSpPr>
            <p:spPr>
              <a:xfrm>
                <a:off x="237545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0" name="ph4960"/>
              <p:cNvSpPr/>
              <p:nvPr/>
            </p:nvSpPr>
            <p:spPr>
              <a:xfrm>
                <a:off x="238489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1" name="ph4961"/>
              <p:cNvSpPr/>
              <p:nvPr/>
            </p:nvSpPr>
            <p:spPr>
              <a:xfrm>
                <a:off x="239433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2" name="ph4962"/>
              <p:cNvSpPr/>
              <p:nvPr/>
            </p:nvSpPr>
            <p:spPr>
              <a:xfrm>
                <a:off x="240377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3" name="ph4963"/>
              <p:cNvSpPr/>
              <p:nvPr/>
            </p:nvSpPr>
            <p:spPr>
              <a:xfrm>
                <a:off x="241321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4" name="ph4964"/>
              <p:cNvSpPr/>
              <p:nvPr/>
            </p:nvSpPr>
            <p:spPr>
              <a:xfrm>
                <a:off x="2432097" y="1623128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37" y="896830"/>
                    </a:lnTo>
                    <a:lnTo>
                      <a:pt x="910655" y="900106"/>
                    </a:lnTo>
                    <a:lnTo>
                      <a:pt x="914153" y="909124"/>
                    </a:lnTo>
                    <a:lnTo>
                      <a:pt x="914399" y="909837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5" name="ph4965"/>
              <p:cNvSpPr/>
              <p:nvPr/>
            </p:nvSpPr>
            <p:spPr>
              <a:xfrm>
                <a:off x="2432097" y="1623128"/>
                <a:ext cx="9159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80" h="914400">
                    <a:moveTo>
                      <a:pt x="914399" y="914400"/>
                    </a:moveTo>
                    <a:lnTo>
                      <a:pt x="914399" y="909837"/>
                    </a:lnTo>
                    <a:lnTo>
                      <a:pt x="915980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6" name="ph4966"/>
              <p:cNvSpPr/>
              <p:nvPr/>
            </p:nvSpPr>
            <p:spPr>
              <a:xfrm>
                <a:off x="3092914" y="1605559"/>
                <a:ext cx="914400" cy="9209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965">
                    <a:moveTo>
                      <a:pt x="914400" y="914400"/>
                    </a:moveTo>
                    <a:lnTo>
                      <a:pt x="914400" y="920965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7" name="ph4967"/>
              <p:cNvSpPr/>
              <p:nvPr/>
            </p:nvSpPr>
            <p:spPr>
              <a:xfrm>
                <a:off x="309291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186" y="931969"/>
                    </a:lnTo>
                    <a:lnTo>
                      <a:pt x="915314" y="923864"/>
                    </a:lnTo>
                    <a:lnTo>
                      <a:pt x="914400" y="920965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8" name="ph4968"/>
              <p:cNvSpPr/>
              <p:nvPr/>
            </p:nvSpPr>
            <p:spPr>
              <a:xfrm>
                <a:off x="310235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9" name="ph4969"/>
              <p:cNvSpPr/>
              <p:nvPr/>
            </p:nvSpPr>
            <p:spPr>
              <a:xfrm>
                <a:off x="311179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0" name="ph4970"/>
              <p:cNvSpPr/>
              <p:nvPr/>
            </p:nvSpPr>
            <p:spPr>
              <a:xfrm>
                <a:off x="312123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1" name="ph4971"/>
              <p:cNvSpPr/>
              <p:nvPr/>
            </p:nvSpPr>
            <p:spPr>
              <a:xfrm>
                <a:off x="313067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2" name="ph4972"/>
              <p:cNvSpPr/>
              <p:nvPr/>
            </p:nvSpPr>
            <p:spPr>
              <a:xfrm>
                <a:off x="314011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3" name="ph4973"/>
              <p:cNvSpPr/>
              <p:nvPr/>
            </p:nvSpPr>
            <p:spPr>
              <a:xfrm>
                <a:off x="314955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4" name="ph4974"/>
              <p:cNvSpPr/>
              <p:nvPr/>
            </p:nvSpPr>
            <p:spPr>
              <a:xfrm>
                <a:off x="315899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5" name="ph4975"/>
              <p:cNvSpPr/>
              <p:nvPr/>
            </p:nvSpPr>
            <p:spPr>
              <a:xfrm>
                <a:off x="316843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6" name="ph4976"/>
              <p:cNvSpPr/>
              <p:nvPr/>
            </p:nvSpPr>
            <p:spPr>
              <a:xfrm>
                <a:off x="317787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7" name="ph4977"/>
              <p:cNvSpPr/>
              <p:nvPr/>
            </p:nvSpPr>
            <p:spPr>
              <a:xfrm>
                <a:off x="318731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8" name="ph4978"/>
              <p:cNvSpPr/>
              <p:nvPr/>
            </p:nvSpPr>
            <p:spPr>
              <a:xfrm>
                <a:off x="319675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9" name="ph4979"/>
              <p:cNvSpPr/>
              <p:nvPr/>
            </p:nvSpPr>
            <p:spPr>
              <a:xfrm>
                <a:off x="320619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0" name="ph4980"/>
              <p:cNvSpPr/>
              <p:nvPr/>
            </p:nvSpPr>
            <p:spPr>
              <a:xfrm>
                <a:off x="321563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1" name="ph4981"/>
              <p:cNvSpPr/>
              <p:nvPr/>
            </p:nvSpPr>
            <p:spPr>
              <a:xfrm>
                <a:off x="322507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2" name="ph4982"/>
              <p:cNvSpPr/>
              <p:nvPr/>
            </p:nvSpPr>
            <p:spPr>
              <a:xfrm>
                <a:off x="323451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3" name="ph4983"/>
              <p:cNvSpPr/>
              <p:nvPr/>
            </p:nvSpPr>
            <p:spPr>
              <a:xfrm>
                <a:off x="324395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4" name="ph4984"/>
              <p:cNvSpPr/>
              <p:nvPr/>
            </p:nvSpPr>
            <p:spPr>
              <a:xfrm>
                <a:off x="325339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5" name="ph4985"/>
              <p:cNvSpPr/>
              <p:nvPr/>
            </p:nvSpPr>
            <p:spPr>
              <a:xfrm>
                <a:off x="326283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6" name="ph4986"/>
              <p:cNvSpPr/>
              <p:nvPr/>
            </p:nvSpPr>
            <p:spPr>
              <a:xfrm>
                <a:off x="327227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7" name="ph4987"/>
              <p:cNvSpPr/>
              <p:nvPr/>
            </p:nvSpPr>
            <p:spPr>
              <a:xfrm>
                <a:off x="328171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8" name="ph4988"/>
              <p:cNvSpPr/>
              <p:nvPr/>
            </p:nvSpPr>
            <p:spPr>
              <a:xfrm>
                <a:off x="329115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9" name="ph4989"/>
              <p:cNvSpPr/>
              <p:nvPr/>
            </p:nvSpPr>
            <p:spPr>
              <a:xfrm>
                <a:off x="330059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0" name="ph4990"/>
              <p:cNvSpPr/>
              <p:nvPr/>
            </p:nvSpPr>
            <p:spPr>
              <a:xfrm>
                <a:off x="331004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1" name="ph4991"/>
              <p:cNvSpPr/>
              <p:nvPr/>
            </p:nvSpPr>
            <p:spPr>
              <a:xfrm>
                <a:off x="331948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2" name="ph4992"/>
              <p:cNvSpPr/>
              <p:nvPr/>
            </p:nvSpPr>
            <p:spPr>
              <a:xfrm>
                <a:off x="332892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3" name="ph4993"/>
              <p:cNvSpPr/>
              <p:nvPr/>
            </p:nvSpPr>
            <p:spPr>
              <a:xfrm>
                <a:off x="333836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4" name="ph4994"/>
              <p:cNvSpPr/>
              <p:nvPr/>
            </p:nvSpPr>
            <p:spPr>
              <a:xfrm>
                <a:off x="334780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5" name="ph4995"/>
              <p:cNvSpPr/>
              <p:nvPr/>
            </p:nvSpPr>
            <p:spPr>
              <a:xfrm>
                <a:off x="335724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6" name="ph4996"/>
              <p:cNvSpPr/>
              <p:nvPr/>
            </p:nvSpPr>
            <p:spPr>
              <a:xfrm>
                <a:off x="336668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7" name="ph4997"/>
              <p:cNvSpPr/>
              <p:nvPr/>
            </p:nvSpPr>
            <p:spPr>
              <a:xfrm>
                <a:off x="337612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8" name="ph4998"/>
              <p:cNvSpPr/>
              <p:nvPr/>
            </p:nvSpPr>
            <p:spPr>
              <a:xfrm>
                <a:off x="338556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9" name="ph4999"/>
              <p:cNvSpPr/>
              <p:nvPr/>
            </p:nvSpPr>
            <p:spPr>
              <a:xfrm>
                <a:off x="339500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0" name="ph5000"/>
              <p:cNvSpPr/>
              <p:nvPr/>
            </p:nvSpPr>
            <p:spPr>
              <a:xfrm>
                <a:off x="340444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1" name="ph5001"/>
              <p:cNvSpPr/>
              <p:nvPr/>
            </p:nvSpPr>
            <p:spPr>
              <a:xfrm>
                <a:off x="341388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2" name="ph5002"/>
              <p:cNvSpPr/>
              <p:nvPr/>
            </p:nvSpPr>
            <p:spPr>
              <a:xfrm>
                <a:off x="342332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3" name="ph5003"/>
              <p:cNvSpPr/>
              <p:nvPr/>
            </p:nvSpPr>
            <p:spPr>
              <a:xfrm>
                <a:off x="343276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4" name="ph5004"/>
              <p:cNvSpPr/>
              <p:nvPr/>
            </p:nvSpPr>
            <p:spPr>
              <a:xfrm>
                <a:off x="344220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5" name="ph5005"/>
              <p:cNvSpPr/>
              <p:nvPr/>
            </p:nvSpPr>
            <p:spPr>
              <a:xfrm>
                <a:off x="345164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6" name="ph5006"/>
              <p:cNvSpPr/>
              <p:nvPr/>
            </p:nvSpPr>
            <p:spPr>
              <a:xfrm>
                <a:off x="346108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7" name="ph5007"/>
              <p:cNvSpPr/>
              <p:nvPr/>
            </p:nvSpPr>
            <p:spPr>
              <a:xfrm>
                <a:off x="3470524" y="162312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78"/>
                    </a:lnTo>
                    <a:lnTo>
                      <a:pt x="923212" y="907695"/>
                    </a:lnTo>
                    <a:lnTo>
                      <a:pt x="921963" y="908325"/>
                    </a:lnTo>
                    <a:lnTo>
                      <a:pt x="920715" y="908956"/>
                    </a:lnTo>
                    <a:lnTo>
                      <a:pt x="919467" y="909586"/>
                    </a:lnTo>
                    <a:lnTo>
                      <a:pt x="918219" y="910217"/>
                    </a:lnTo>
                    <a:lnTo>
                      <a:pt x="917756" y="910451"/>
                    </a:lnTo>
                    <a:lnTo>
                      <a:pt x="917612" y="910643"/>
                    </a:lnTo>
                    <a:lnTo>
                      <a:pt x="916342" y="912334"/>
                    </a:lnTo>
                    <a:lnTo>
                      <a:pt x="915073" y="914025"/>
                    </a:lnTo>
                    <a:lnTo>
                      <a:pt x="914791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8" name="ph5008"/>
              <p:cNvSpPr/>
              <p:nvPr/>
            </p:nvSpPr>
            <p:spPr>
              <a:xfrm>
                <a:off x="3479964" y="1605559"/>
                <a:ext cx="923840" cy="9249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9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64" y="920227"/>
                    </a:lnTo>
                    <a:lnTo>
                      <a:pt x="922514" y="920856"/>
                    </a:lnTo>
                    <a:lnTo>
                      <a:pt x="921265" y="921485"/>
                    </a:lnTo>
                    <a:lnTo>
                      <a:pt x="920016" y="922115"/>
                    </a:lnTo>
                    <a:lnTo>
                      <a:pt x="918767" y="922745"/>
                    </a:lnTo>
                    <a:lnTo>
                      <a:pt x="917518" y="923375"/>
                    </a:lnTo>
                    <a:lnTo>
                      <a:pt x="916269" y="924005"/>
                    </a:lnTo>
                    <a:lnTo>
                      <a:pt x="915020" y="924635"/>
                    </a:lnTo>
                    <a:lnTo>
                      <a:pt x="914400" y="924948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9" name="ph5009"/>
              <p:cNvSpPr/>
              <p:nvPr/>
            </p:nvSpPr>
            <p:spPr>
              <a:xfrm>
                <a:off x="3489404" y="1605559"/>
                <a:ext cx="923840" cy="92018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8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201"/>
                    </a:lnTo>
                    <a:lnTo>
                      <a:pt x="919327" y="917708"/>
                    </a:lnTo>
                    <a:lnTo>
                      <a:pt x="918073" y="918339"/>
                    </a:lnTo>
                    <a:lnTo>
                      <a:pt x="916823" y="918968"/>
                    </a:lnTo>
                    <a:lnTo>
                      <a:pt x="915573" y="919597"/>
                    </a:lnTo>
                    <a:lnTo>
                      <a:pt x="914400" y="920188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0" name="ph5010"/>
              <p:cNvSpPr/>
              <p:nvPr/>
            </p:nvSpPr>
            <p:spPr>
              <a:xfrm>
                <a:off x="3498844" y="1605559"/>
                <a:ext cx="915793" cy="915201"/>
              </a:xfrm>
              <a:custGeom>
                <a:avLst/>
                <a:gdLst/>
                <a:ahLst/>
                <a:cxnLst/>
                <a:rect l="0" t="0" r="0" b="0"/>
                <a:pathLst>
                  <a:path w="915793" h="915201">
                    <a:moveTo>
                      <a:pt x="914400" y="914400"/>
                    </a:moveTo>
                    <a:lnTo>
                      <a:pt x="915793" y="914400"/>
                    </a:lnTo>
                    <a:lnTo>
                      <a:pt x="915535" y="914571"/>
                    </a:lnTo>
                    <a:lnTo>
                      <a:pt x="914400" y="915201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1" name="ph5011"/>
              <p:cNvSpPr/>
              <p:nvPr/>
            </p:nvSpPr>
            <p:spPr>
              <a:xfrm>
                <a:off x="2139450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136" y="931969"/>
                    </a:lnTo>
                    <a:lnTo>
                      <a:pt x="914118" y="931438"/>
                    </a:lnTo>
                    <a:lnTo>
                      <a:pt x="914064" y="920426"/>
                    </a:lnTo>
                    <a:lnTo>
                      <a:pt x="914203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2" name="ph5012"/>
              <p:cNvSpPr/>
              <p:nvPr/>
            </p:nvSpPr>
            <p:spPr>
              <a:xfrm>
                <a:off x="213945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3" name="ph5013"/>
              <p:cNvSpPr/>
              <p:nvPr/>
            </p:nvSpPr>
            <p:spPr>
              <a:xfrm>
                <a:off x="214889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4" name="ph5014"/>
              <p:cNvSpPr/>
              <p:nvPr/>
            </p:nvSpPr>
            <p:spPr>
              <a:xfrm>
                <a:off x="215833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5" name="ph5015"/>
              <p:cNvSpPr/>
              <p:nvPr/>
            </p:nvSpPr>
            <p:spPr>
              <a:xfrm>
                <a:off x="216777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6" name="ph5016"/>
              <p:cNvSpPr/>
              <p:nvPr/>
            </p:nvSpPr>
            <p:spPr>
              <a:xfrm>
                <a:off x="217721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7" name="ph5017"/>
              <p:cNvSpPr/>
              <p:nvPr/>
            </p:nvSpPr>
            <p:spPr>
              <a:xfrm>
                <a:off x="218665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8" name="ph5018"/>
              <p:cNvSpPr/>
              <p:nvPr/>
            </p:nvSpPr>
            <p:spPr>
              <a:xfrm>
                <a:off x="219609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9" name="ph5019"/>
              <p:cNvSpPr/>
              <p:nvPr/>
            </p:nvSpPr>
            <p:spPr>
              <a:xfrm>
                <a:off x="220553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0" name="ph5020"/>
              <p:cNvSpPr/>
              <p:nvPr/>
            </p:nvSpPr>
            <p:spPr>
              <a:xfrm>
                <a:off x="221497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1" name="ph5021"/>
              <p:cNvSpPr/>
              <p:nvPr/>
            </p:nvSpPr>
            <p:spPr>
              <a:xfrm>
                <a:off x="222441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2" name="ph5022"/>
              <p:cNvSpPr/>
              <p:nvPr/>
            </p:nvSpPr>
            <p:spPr>
              <a:xfrm>
                <a:off x="223385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3" name="ph5023"/>
              <p:cNvSpPr/>
              <p:nvPr/>
            </p:nvSpPr>
            <p:spPr>
              <a:xfrm>
                <a:off x="224329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4" name="ph5024"/>
              <p:cNvSpPr/>
              <p:nvPr/>
            </p:nvSpPr>
            <p:spPr>
              <a:xfrm>
                <a:off x="225273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5" name="ph5025"/>
              <p:cNvSpPr/>
              <p:nvPr/>
            </p:nvSpPr>
            <p:spPr>
              <a:xfrm>
                <a:off x="226217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6" name="ph5026"/>
              <p:cNvSpPr/>
              <p:nvPr/>
            </p:nvSpPr>
            <p:spPr>
              <a:xfrm>
                <a:off x="227161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7" name="ph5027"/>
              <p:cNvSpPr/>
              <p:nvPr/>
            </p:nvSpPr>
            <p:spPr>
              <a:xfrm>
                <a:off x="228105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8" name="ph5028"/>
              <p:cNvSpPr/>
              <p:nvPr/>
            </p:nvSpPr>
            <p:spPr>
              <a:xfrm>
                <a:off x="229049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9" name="ph5029"/>
              <p:cNvSpPr/>
              <p:nvPr/>
            </p:nvSpPr>
            <p:spPr>
              <a:xfrm>
                <a:off x="229993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0" name="ph5030"/>
              <p:cNvSpPr/>
              <p:nvPr/>
            </p:nvSpPr>
            <p:spPr>
              <a:xfrm>
                <a:off x="230937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1" name="ph5031"/>
              <p:cNvSpPr/>
              <p:nvPr/>
            </p:nvSpPr>
            <p:spPr>
              <a:xfrm>
                <a:off x="231881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2" name="ph5032"/>
              <p:cNvSpPr/>
              <p:nvPr/>
            </p:nvSpPr>
            <p:spPr>
              <a:xfrm>
                <a:off x="232825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3" name="ph5033"/>
              <p:cNvSpPr/>
              <p:nvPr/>
            </p:nvSpPr>
            <p:spPr>
              <a:xfrm>
                <a:off x="233769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4" name="ph5034"/>
              <p:cNvSpPr/>
              <p:nvPr/>
            </p:nvSpPr>
            <p:spPr>
              <a:xfrm>
                <a:off x="234713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5" name="ph5035"/>
              <p:cNvSpPr/>
              <p:nvPr/>
            </p:nvSpPr>
            <p:spPr>
              <a:xfrm>
                <a:off x="235657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6" name="ph5036"/>
              <p:cNvSpPr/>
              <p:nvPr/>
            </p:nvSpPr>
            <p:spPr>
              <a:xfrm>
                <a:off x="236601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7" name="ph5037"/>
              <p:cNvSpPr/>
              <p:nvPr/>
            </p:nvSpPr>
            <p:spPr>
              <a:xfrm>
                <a:off x="237545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8" name="ph5038"/>
              <p:cNvSpPr/>
              <p:nvPr/>
            </p:nvSpPr>
            <p:spPr>
              <a:xfrm>
                <a:off x="238489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9" name="ph5039"/>
              <p:cNvSpPr/>
              <p:nvPr/>
            </p:nvSpPr>
            <p:spPr>
              <a:xfrm>
                <a:off x="239433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0" name="ph5040"/>
              <p:cNvSpPr/>
              <p:nvPr/>
            </p:nvSpPr>
            <p:spPr>
              <a:xfrm>
                <a:off x="240377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1" name="ph5041"/>
              <p:cNvSpPr/>
              <p:nvPr/>
            </p:nvSpPr>
            <p:spPr>
              <a:xfrm>
                <a:off x="2422657" y="160555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269" y="896830"/>
                    </a:lnTo>
                    <a:lnTo>
                      <a:pt x="912358" y="900731"/>
                    </a:lnTo>
                    <a:lnTo>
                      <a:pt x="914400" y="904971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2" name="ph5042"/>
              <p:cNvSpPr/>
              <p:nvPr/>
            </p:nvSpPr>
            <p:spPr>
              <a:xfrm>
                <a:off x="2422657" y="1605559"/>
                <a:ext cx="9186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77" h="914400">
                    <a:moveTo>
                      <a:pt x="914400" y="914400"/>
                    </a:moveTo>
                    <a:lnTo>
                      <a:pt x="914400" y="904971"/>
                    </a:lnTo>
                    <a:lnTo>
                      <a:pt x="916346" y="909014"/>
                    </a:lnTo>
                    <a:lnTo>
                      <a:pt x="918677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3" name="ph5043"/>
              <p:cNvSpPr/>
              <p:nvPr/>
            </p:nvSpPr>
            <p:spPr>
              <a:xfrm>
                <a:off x="3092914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29" y="931969"/>
                    </a:lnTo>
                    <a:lnTo>
                      <a:pt x="909628" y="922297"/>
                    </a:lnTo>
                    <a:lnTo>
                      <a:pt x="907696" y="914400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4" name="ph5044"/>
              <p:cNvSpPr/>
              <p:nvPr/>
            </p:nvSpPr>
            <p:spPr>
              <a:xfrm>
                <a:off x="309291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5" name="ph5045"/>
              <p:cNvSpPr/>
              <p:nvPr/>
            </p:nvSpPr>
            <p:spPr>
              <a:xfrm>
                <a:off x="310235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6" name="ph5046"/>
              <p:cNvSpPr/>
              <p:nvPr/>
            </p:nvSpPr>
            <p:spPr>
              <a:xfrm>
                <a:off x="311179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7" name="ph5047"/>
              <p:cNvSpPr/>
              <p:nvPr/>
            </p:nvSpPr>
            <p:spPr>
              <a:xfrm>
                <a:off x="312123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8" name="ph5048"/>
              <p:cNvSpPr/>
              <p:nvPr/>
            </p:nvSpPr>
            <p:spPr>
              <a:xfrm>
                <a:off x="313067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9" name="ph5049"/>
              <p:cNvSpPr/>
              <p:nvPr/>
            </p:nvSpPr>
            <p:spPr>
              <a:xfrm>
                <a:off x="314011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0" name="ph5050"/>
              <p:cNvSpPr/>
              <p:nvPr/>
            </p:nvSpPr>
            <p:spPr>
              <a:xfrm>
                <a:off x="314955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1" name="ph5051"/>
              <p:cNvSpPr/>
              <p:nvPr/>
            </p:nvSpPr>
            <p:spPr>
              <a:xfrm>
                <a:off x="315899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2" name="ph5052"/>
              <p:cNvSpPr/>
              <p:nvPr/>
            </p:nvSpPr>
            <p:spPr>
              <a:xfrm>
                <a:off x="316843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3" name="ph5053"/>
              <p:cNvSpPr/>
              <p:nvPr/>
            </p:nvSpPr>
            <p:spPr>
              <a:xfrm>
                <a:off x="317787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4" name="ph5054"/>
              <p:cNvSpPr/>
              <p:nvPr/>
            </p:nvSpPr>
            <p:spPr>
              <a:xfrm>
                <a:off x="318731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5" name="ph5055"/>
              <p:cNvSpPr/>
              <p:nvPr/>
            </p:nvSpPr>
            <p:spPr>
              <a:xfrm>
                <a:off x="319675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6" name="ph5056"/>
              <p:cNvSpPr/>
              <p:nvPr/>
            </p:nvSpPr>
            <p:spPr>
              <a:xfrm>
                <a:off x="320619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7" name="ph5057"/>
              <p:cNvSpPr/>
              <p:nvPr/>
            </p:nvSpPr>
            <p:spPr>
              <a:xfrm>
                <a:off x="321563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8" name="ph5058"/>
              <p:cNvSpPr/>
              <p:nvPr/>
            </p:nvSpPr>
            <p:spPr>
              <a:xfrm>
                <a:off x="322507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9" name="ph5059"/>
              <p:cNvSpPr/>
              <p:nvPr/>
            </p:nvSpPr>
            <p:spPr>
              <a:xfrm>
                <a:off x="323451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0" name="ph5060"/>
              <p:cNvSpPr/>
              <p:nvPr/>
            </p:nvSpPr>
            <p:spPr>
              <a:xfrm>
                <a:off x="324395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1" name="ph5061"/>
              <p:cNvSpPr/>
              <p:nvPr/>
            </p:nvSpPr>
            <p:spPr>
              <a:xfrm>
                <a:off x="325339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2" name="ph5062"/>
              <p:cNvSpPr/>
              <p:nvPr/>
            </p:nvSpPr>
            <p:spPr>
              <a:xfrm>
                <a:off x="326283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3" name="ph5063"/>
              <p:cNvSpPr/>
              <p:nvPr/>
            </p:nvSpPr>
            <p:spPr>
              <a:xfrm>
                <a:off x="327227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4" name="ph5064"/>
              <p:cNvSpPr/>
              <p:nvPr/>
            </p:nvSpPr>
            <p:spPr>
              <a:xfrm>
                <a:off x="328171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5" name="ph5065"/>
              <p:cNvSpPr/>
              <p:nvPr/>
            </p:nvSpPr>
            <p:spPr>
              <a:xfrm>
                <a:off x="329115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6" name="ph5066"/>
              <p:cNvSpPr/>
              <p:nvPr/>
            </p:nvSpPr>
            <p:spPr>
              <a:xfrm>
                <a:off x="330059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7" name="ph5067"/>
              <p:cNvSpPr/>
              <p:nvPr/>
            </p:nvSpPr>
            <p:spPr>
              <a:xfrm>
                <a:off x="331004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8" name="ph5068"/>
              <p:cNvSpPr/>
              <p:nvPr/>
            </p:nvSpPr>
            <p:spPr>
              <a:xfrm>
                <a:off x="331948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9" name="ph5069"/>
              <p:cNvSpPr/>
              <p:nvPr/>
            </p:nvSpPr>
            <p:spPr>
              <a:xfrm>
                <a:off x="332892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0" name="ph5070"/>
              <p:cNvSpPr/>
              <p:nvPr/>
            </p:nvSpPr>
            <p:spPr>
              <a:xfrm>
                <a:off x="333836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1" name="ph5071"/>
              <p:cNvSpPr/>
              <p:nvPr/>
            </p:nvSpPr>
            <p:spPr>
              <a:xfrm>
                <a:off x="334780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2" name="ph5072"/>
              <p:cNvSpPr/>
              <p:nvPr/>
            </p:nvSpPr>
            <p:spPr>
              <a:xfrm>
                <a:off x="335724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3" name="ph5073"/>
              <p:cNvSpPr/>
              <p:nvPr/>
            </p:nvSpPr>
            <p:spPr>
              <a:xfrm>
                <a:off x="336668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4" name="ph5074"/>
              <p:cNvSpPr/>
              <p:nvPr/>
            </p:nvSpPr>
            <p:spPr>
              <a:xfrm>
                <a:off x="337612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5" name="ph5075"/>
              <p:cNvSpPr/>
              <p:nvPr/>
            </p:nvSpPr>
            <p:spPr>
              <a:xfrm>
                <a:off x="338556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6" name="ph5076"/>
              <p:cNvSpPr/>
              <p:nvPr/>
            </p:nvSpPr>
            <p:spPr>
              <a:xfrm>
                <a:off x="339500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7" name="ph5077"/>
              <p:cNvSpPr/>
              <p:nvPr/>
            </p:nvSpPr>
            <p:spPr>
              <a:xfrm>
                <a:off x="340444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8" name="ph5078"/>
              <p:cNvSpPr/>
              <p:nvPr/>
            </p:nvSpPr>
            <p:spPr>
              <a:xfrm>
                <a:off x="341388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9" name="ph5079"/>
              <p:cNvSpPr/>
              <p:nvPr/>
            </p:nvSpPr>
            <p:spPr>
              <a:xfrm>
                <a:off x="342332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0" name="ph5080"/>
              <p:cNvSpPr/>
              <p:nvPr/>
            </p:nvSpPr>
            <p:spPr>
              <a:xfrm>
                <a:off x="343276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1" name="ph5081"/>
              <p:cNvSpPr/>
              <p:nvPr/>
            </p:nvSpPr>
            <p:spPr>
              <a:xfrm>
                <a:off x="344220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2" name="ph5082"/>
              <p:cNvSpPr/>
              <p:nvPr/>
            </p:nvSpPr>
            <p:spPr>
              <a:xfrm>
                <a:off x="345164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3" name="ph5083"/>
              <p:cNvSpPr/>
              <p:nvPr/>
            </p:nvSpPr>
            <p:spPr>
              <a:xfrm>
                <a:off x="346108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4" name="ph5084"/>
              <p:cNvSpPr/>
              <p:nvPr/>
            </p:nvSpPr>
            <p:spPr>
              <a:xfrm>
                <a:off x="347052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5" name="ph5085"/>
              <p:cNvSpPr/>
              <p:nvPr/>
            </p:nvSpPr>
            <p:spPr>
              <a:xfrm>
                <a:off x="347996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6" name="ph5086"/>
              <p:cNvSpPr/>
              <p:nvPr/>
            </p:nvSpPr>
            <p:spPr>
              <a:xfrm>
                <a:off x="348940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7" name="ph5087"/>
              <p:cNvSpPr/>
              <p:nvPr/>
            </p:nvSpPr>
            <p:spPr>
              <a:xfrm>
                <a:off x="3498844" y="160555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984"/>
                    </a:lnTo>
                    <a:lnTo>
                      <a:pt x="922292" y="910365"/>
                    </a:lnTo>
                    <a:lnTo>
                      <a:pt x="921644" y="910460"/>
                    </a:lnTo>
                    <a:lnTo>
                      <a:pt x="921088" y="910891"/>
                    </a:lnTo>
                    <a:lnTo>
                      <a:pt x="915793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8" name="ph5088"/>
              <p:cNvSpPr/>
              <p:nvPr/>
            </p:nvSpPr>
            <p:spPr>
              <a:xfrm>
                <a:off x="3508285" y="1587989"/>
                <a:ext cx="923840" cy="9275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715"/>
                    </a:lnTo>
                    <a:lnTo>
                      <a:pt x="918875" y="926449"/>
                    </a:lnTo>
                    <a:lnTo>
                      <a:pt x="914400" y="927553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9" name="ph5089"/>
              <p:cNvSpPr/>
              <p:nvPr/>
            </p:nvSpPr>
            <p:spPr>
              <a:xfrm>
                <a:off x="3517725" y="1587989"/>
                <a:ext cx="923840" cy="9247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7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265"/>
                    </a:lnTo>
                    <a:lnTo>
                      <a:pt x="921309" y="921685"/>
                    </a:lnTo>
                    <a:lnTo>
                      <a:pt x="915406" y="924363"/>
                    </a:lnTo>
                    <a:lnTo>
                      <a:pt x="914400" y="924715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0" name="ph5090"/>
              <p:cNvSpPr/>
              <p:nvPr/>
            </p:nvSpPr>
            <p:spPr>
              <a:xfrm>
                <a:off x="3527165" y="1587989"/>
                <a:ext cx="923840" cy="92026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26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633"/>
                    </a:lnTo>
                    <a:lnTo>
                      <a:pt x="922803" y="915270"/>
                    </a:lnTo>
                    <a:lnTo>
                      <a:pt x="921099" y="916319"/>
                    </a:lnTo>
                    <a:lnTo>
                      <a:pt x="919395" y="917368"/>
                    </a:lnTo>
                    <a:lnTo>
                      <a:pt x="917686" y="918421"/>
                    </a:lnTo>
                    <a:lnTo>
                      <a:pt x="914400" y="920265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1" name="ph5091"/>
              <p:cNvSpPr/>
              <p:nvPr/>
            </p:nvSpPr>
            <p:spPr>
              <a:xfrm>
                <a:off x="3536605" y="1587989"/>
                <a:ext cx="914779" cy="914633"/>
              </a:xfrm>
              <a:custGeom>
                <a:avLst/>
                <a:gdLst/>
                <a:ahLst/>
                <a:cxnLst/>
                <a:rect l="0" t="0" r="0" b="0"/>
                <a:pathLst>
                  <a:path w="914779" h="914633">
                    <a:moveTo>
                      <a:pt x="914400" y="914400"/>
                    </a:moveTo>
                    <a:lnTo>
                      <a:pt x="914779" y="914400"/>
                    </a:lnTo>
                    <a:lnTo>
                      <a:pt x="914400" y="914633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2" name="ph5092"/>
              <p:cNvSpPr/>
              <p:nvPr/>
            </p:nvSpPr>
            <p:spPr>
              <a:xfrm>
                <a:off x="2139450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3" y="914400"/>
                    </a:lnTo>
                    <a:lnTo>
                      <a:pt x="914318" y="909423"/>
                    </a:lnTo>
                    <a:lnTo>
                      <a:pt x="914340" y="908820"/>
                    </a:lnTo>
                    <a:lnTo>
                      <a:pt x="914363" y="908215"/>
                    </a:lnTo>
                    <a:lnTo>
                      <a:pt x="914385" y="907611"/>
                    </a:lnTo>
                    <a:lnTo>
                      <a:pt x="914400" y="907231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3" name="ph5093"/>
              <p:cNvSpPr/>
              <p:nvPr/>
            </p:nvSpPr>
            <p:spPr>
              <a:xfrm>
                <a:off x="2148890" y="157041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01"/>
                    </a:lnTo>
                    <a:lnTo>
                      <a:pt x="904968" y="924576"/>
                    </a:lnTo>
                    <a:lnTo>
                      <a:pt x="904990" y="923971"/>
                    </a:lnTo>
                    <a:lnTo>
                      <a:pt x="905013" y="923367"/>
                    </a:lnTo>
                    <a:lnTo>
                      <a:pt x="905035" y="922762"/>
                    </a:lnTo>
                    <a:lnTo>
                      <a:pt x="905058" y="922157"/>
                    </a:lnTo>
                    <a:lnTo>
                      <a:pt x="905080" y="921553"/>
                    </a:lnTo>
                    <a:lnTo>
                      <a:pt x="905103" y="920948"/>
                    </a:lnTo>
                    <a:lnTo>
                      <a:pt x="905125" y="920343"/>
                    </a:lnTo>
                    <a:lnTo>
                      <a:pt x="905148" y="919739"/>
                    </a:lnTo>
                    <a:lnTo>
                      <a:pt x="905170" y="919134"/>
                    </a:lnTo>
                    <a:lnTo>
                      <a:pt x="905193" y="918530"/>
                    </a:lnTo>
                    <a:lnTo>
                      <a:pt x="905215" y="917925"/>
                    </a:lnTo>
                    <a:lnTo>
                      <a:pt x="905238" y="917320"/>
                    </a:lnTo>
                    <a:lnTo>
                      <a:pt x="905260" y="916716"/>
                    </a:lnTo>
                    <a:lnTo>
                      <a:pt x="905283" y="916111"/>
                    </a:lnTo>
                    <a:lnTo>
                      <a:pt x="905305" y="915506"/>
                    </a:lnTo>
                    <a:lnTo>
                      <a:pt x="905328" y="914902"/>
                    </a:lnTo>
                    <a:lnTo>
                      <a:pt x="905347" y="91439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4" name="ph5094"/>
              <p:cNvSpPr/>
              <p:nvPr/>
            </p:nvSpPr>
            <p:spPr>
              <a:xfrm>
                <a:off x="214889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5" name="ph5095"/>
              <p:cNvSpPr/>
              <p:nvPr/>
            </p:nvSpPr>
            <p:spPr>
              <a:xfrm>
                <a:off x="215833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6" name="ph5096"/>
              <p:cNvSpPr/>
              <p:nvPr/>
            </p:nvSpPr>
            <p:spPr>
              <a:xfrm>
                <a:off x="216777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7" name="ph5097"/>
              <p:cNvSpPr/>
              <p:nvPr/>
            </p:nvSpPr>
            <p:spPr>
              <a:xfrm>
                <a:off x="217721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8" name="ph5098"/>
              <p:cNvSpPr/>
              <p:nvPr/>
            </p:nvSpPr>
            <p:spPr>
              <a:xfrm>
                <a:off x="218665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9" name="ph5099"/>
              <p:cNvSpPr/>
              <p:nvPr/>
            </p:nvSpPr>
            <p:spPr>
              <a:xfrm>
                <a:off x="219609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0" name="ph5100"/>
              <p:cNvSpPr/>
              <p:nvPr/>
            </p:nvSpPr>
            <p:spPr>
              <a:xfrm>
                <a:off x="220553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1" name="ph5101"/>
              <p:cNvSpPr/>
              <p:nvPr/>
            </p:nvSpPr>
            <p:spPr>
              <a:xfrm>
                <a:off x="221497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2" name="ph5102"/>
              <p:cNvSpPr/>
              <p:nvPr/>
            </p:nvSpPr>
            <p:spPr>
              <a:xfrm>
                <a:off x="222441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3" name="ph5103"/>
              <p:cNvSpPr/>
              <p:nvPr/>
            </p:nvSpPr>
            <p:spPr>
              <a:xfrm>
                <a:off x="223385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4" name="ph5104"/>
              <p:cNvSpPr/>
              <p:nvPr/>
            </p:nvSpPr>
            <p:spPr>
              <a:xfrm>
                <a:off x="224329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5" name="ph5105"/>
              <p:cNvSpPr/>
              <p:nvPr/>
            </p:nvSpPr>
            <p:spPr>
              <a:xfrm>
                <a:off x="225273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6" name="ph5106"/>
              <p:cNvSpPr/>
              <p:nvPr/>
            </p:nvSpPr>
            <p:spPr>
              <a:xfrm>
                <a:off x="226217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7" name="ph5107"/>
              <p:cNvSpPr/>
              <p:nvPr/>
            </p:nvSpPr>
            <p:spPr>
              <a:xfrm>
                <a:off x="227161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8" name="ph5108"/>
              <p:cNvSpPr/>
              <p:nvPr/>
            </p:nvSpPr>
            <p:spPr>
              <a:xfrm>
                <a:off x="228105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9" name="ph5109"/>
              <p:cNvSpPr/>
              <p:nvPr/>
            </p:nvSpPr>
            <p:spPr>
              <a:xfrm>
                <a:off x="229049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0" name="ph5110"/>
              <p:cNvSpPr/>
              <p:nvPr/>
            </p:nvSpPr>
            <p:spPr>
              <a:xfrm>
                <a:off x="229993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1" name="ph5111"/>
              <p:cNvSpPr/>
              <p:nvPr/>
            </p:nvSpPr>
            <p:spPr>
              <a:xfrm>
                <a:off x="230937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2" name="ph5112"/>
              <p:cNvSpPr/>
              <p:nvPr/>
            </p:nvSpPr>
            <p:spPr>
              <a:xfrm>
                <a:off x="231881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3" name="ph5113"/>
              <p:cNvSpPr/>
              <p:nvPr/>
            </p:nvSpPr>
            <p:spPr>
              <a:xfrm>
                <a:off x="232825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4" name="ph5114"/>
              <p:cNvSpPr/>
              <p:nvPr/>
            </p:nvSpPr>
            <p:spPr>
              <a:xfrm>
                <a:off x="233769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5" name="ph5115"/>
              <p:cNvSpPr/>
              <p:nvPr/>
            </p:nvSpPr>
            <p:spPr>
              <a:xfrm>
                <a:off x="234713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6" name="ph5116"/>
              <p:cNvSpPr/>
              <p:nvPr/>
            </p:nvSpPr>
            <p:spPr>
              <a:xfrm>
                <a:off x="235657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7" name="ph5117"/>
              <p:cNvSpPr/>
              <p:nvPr/>
            </p:nvSpPr>
            <p:spPr>
              <a:xfrm>
                <a:off x="236601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8" name="ph5118"/>
              <p:cNvSpPr/>
              <p:nvPr/>
            </p:nvSpPr>
            <p:spPr>
              <a:xfrm>
                <a:off x="237545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9" name="ph5119"/>
              <p:cNvSpPr/>
              <p:nvPr/>
            </p:nvSpPr>
            <p:spPr>
              <a:xfrm>
                <a:off x="238489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0" name="ph5120"/>
              <p:cNvSpPr/>
              <p:nvPr/>
            </p:nvSpPr>
            <p:spPr>
              <a:xfrm>
                <a:off x="239433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1" name="ph5121"/>
              <p:cNvSpPr/>
              <p:nvPr/>
            </p:nvSpPr>
            <p:spPr>
              <a:xfrm>
                <a:off x="2413217" y="1587989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81" y="896830"/>
                    </a:lnTo>
                    <a:lnTo>
                      <a:pt x="913145" y="902967"/>
                    </a:lnTo>
                    <a:lnTo>
                      <a:pt x="914399" y="905076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2" name="ph5122"/>
              <p:cNvSpPr/>
              <p:nvPr/>
            </p:nvSpPr>
            <p:spPr>
              <a:xfrm>
                <a:off x="2413217" y="1587989"/>
                <a:ext cx="919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9" h="914400">
                    <a:moveTo>
                      <a:pt x="914399" y="914400"/>
                    </a:moveTo>
                    <a:lnTo>
                      <a:pt x="914399" y="905076"/>
                    </a:lnTo>
                    <a:lnTo>
                      <a:pt x="917580" y="910422"/>
                    </a:lnTo>
                    <a:lnTo>
                      <a:pt x="919709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3" name="ph5123"/>
              <p:cNvSpPr/>
              <p:nvPr/>
            </p:nvSpPr>
            <p:spPr>
              <a:xfrm>
                <a:off x="3083474" y="1570419"/>
                <a:ext cx="914400" cy="9192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98">
                    <a:moveTo>
                      <a:pt x="914400" y="914399"/>
                    </a:moveTo>
                    <a:lnTo>
                      <a:pt x="914400" y="919298"/>
                    </a:lnTo>
                    <a:lnTo>
                      <a:pt x="913517" y="91439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4" name="ph5124"/>
              <p:cNvSpPr/>
              <p:nvPr/>
            </p:nvSpPr>
            <p:spPr>
              <a:xfrm>
                <a:off x="308347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137" y="931969"/>
                    </a:lnTo>
                    <a:lnTo>
                      <a:pt x="916633" y="929912"/>
                    </a:lnTo>
                    <a:lnTo>
                      <a:pt x="914478" y="919736"/>
                    </a:lnTo>
                    <a:lnTo>
                      <a:pt x="914400" y="919298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5" name="ph5125"/>
              <p:cNvSpPr/>
              <p:nvPr/>
            </p:nvSpPr>
            <p:spPr>
              <a:xfrm>
                <a:off x="309291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6" name="ph5126"/>
              <p:cNvSpPr/>
              <p:nvPr/>
            </p:nvSpPr>
            <p:spPr>
              <a:xfrm>
                <a:off x="310235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7" name="ph5127"/>
              <p:cNvSpPr/>
              <p:nvPr/>
            </p:nvSpPr>
            <p:spPr>
              <a:xfrm>
                <a:off x="311179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8" name="ph5128"/>
              <p:cNvSpPr/>
              <p:nvPr/>
            </p:nvSpPr>
            <p:spPr>
              <a:xfrm>
                <a:off x="312123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9" name="ph5129"/>
              <p:cNvSpPr/>
              <p:nvPr/>
            </p:nvSpPr>
            <p:spPr>
              <a:xfrm>
                <a:off x="313067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0" name="ph5130"/>
              <p:cNvSpPr/>
              <p:nvPr/>
            </p:nvSpPr>
            <p:spPr>
              <a:xfrm>
                <a:off x="314011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1" name="ph5131"/>
              <p:cNvSpPr/>
              <p:nvPr/>
            </p:nvSpPr>
            <p:spPr>
              <a:xfrm>
                <a:off x="314955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2" name="ph5132"/>
              <p:cNvSpPr/>
              <p:nvPr/>
            </p:nvSpPr>
            <p:spPr>
              <a:xfrm>
                <a:off x="315899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3" name="ph5133"/>
              <p:cNvSpPr/>
              <p:nvPr/>
            </p:nvSpPr>
            <p:spPr>
              <a:xfrm>
                <a:off x="316843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4" name="ph5134"/>
              <p:cNvSpPr/>
              <p:nvPr/>
            </p:nvSpPr>
            <p:spPr>
              <a:xfrm>
                <a:off x="317787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5" name="ph5135"/>
              <p:cNvSpPr/>
              <p:nvPr/>
            </p:nvSpPr>
            <p:spPr>
              <a:xfrm>
                <a:off x="318731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6" name="ph5136"/>
              <p:cNvSpPr/>
              <p:nvPr/>
            </p:nvSpPr>
            <p:spPr>
              <a:xfrm>
                <a:off x="319675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7" name="ph5137"/>
              <p:cNvSpPr/>
              <p:nvPr/>
            </p:nvSpPr>
            <p:spPr>
              <a:xfrm>
                <a:off x="320619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8" name="ph5138"/>
              <p:cNvSpPr/>
              <p:nvPr/>
            </p:nvSpPr>
            <p:spPr>
              <a:xfrm>
                <a:off x="321563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9" name="ph5139"/>
              <p:cNvSpPr/>
              <p:nvPr/>
            </p:nvSpPr>
            <p:spPr>
              <a:xfrm>
                <a:off x="322507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0" name="ph5140"/>
              <p:cNvSpPr/>
              <p:nvPr/>
            </p:nvSpPr>
            <p:spPr>
              <a:xfrm>
                <a:off x="323451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1" name="ph5141"/>
              <p:cNvSpPr/>
              <p:nvPr/>
            </p:nvSpPr>
            <p:spPr>
              <a:xfrm>
                <a:off x="324395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2" name="ph5142"/>
              <p:cNvSpPr/>
              <p:nvPr/>
            </p:nvSpPr>
            <p:spPr>
              <a:xfrm>
                <a:off x="325339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3" name="ph5143"/>
              <p:cNvSpPr/>
              <p:nvPr/>
            </p:nvSpPr>
            <p:spPr>
              <a:xfrm>
                <a:off x="326283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4" name="ph5144"/>
              <p:cNvSpPr/>
              <p:nvPr/>
            </p:nvSpPr>
            <p:spPr>
              <a:xfrm>
                <a:off x="327227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5" name="ph5145"/>
              <p:cNvSpPr/>
              <p:nvPr/>
            </p:nvSpPr>
            <p:spPr>
              <a:xfrm>
                <a:off x="328171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6" name="ph5146"/>
              <p:cNvSpPr/>
              <p:nvPr/>
            </p:nvSpPr>
            <p:spPr>
              <a:xfrm>
                <a:off x="329115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7" name="ph5147"/>
              <p:cNvSpPr/>
              <p:nvPr/>
            </p:nvSpPr>
            <p:spPr>
              <a:xfrm>
                <a:off x="330059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8" name="ph5148"/>
              <p:cNvSpPr/>
              <p:nvPr/>
            </p:nvSpPr>
            <p:spPr>
              <a:xfrm>
                <a:off x="331004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9" name="ph5149"/>
              <p:cNvSpPr/>
              <p:nvPr/>
            </p:nvSpPr>
            <p:spPr>
              <a:xfrm>
                <a:off x="331948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0" name="ph5150"/>
              <p:cNvSpPr/>
              <p:nvPr/>
            </p:nvSpPr>
            <p:spPr>
              <a:xfrm>
                <a:off x="332892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1" name="ph5151"/>
              <p:cNvSpPr/>
              <p:nvPr/>
            </p:nvSpPr>
            <p:spPr>
              <a:xfrm>
                <a:off x="333836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2" name="ph5152"/>
              <p:cNvSpPr/>
              <p:nvPr/>
            </p:nvSpPr>
            <p:spPr>
              <a:xfrm>
                <a:off x="334780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3" name="ph5153"/>
              <p:cNvSpPr/>
              <p:nvPr/>
            </p:nvSpPr>
            <p:spPr>
              <a:xfrm>
                <a:off x="335724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4" name="ph5154"/>
              <p:cNvSpPr/>
              <p:nvPr/>
            </p:nvSpPr>
            <p:spPr>
              <a:xfrm>
                <a:off x="336668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5" name="ph5155"/>
              <p:cNvSpPr/>
              <p:nvPr/>
            </p:nvSpPr>
            <p:spPr>
              <a:xfrm>
                <a:off x="337612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6" name="ph5156"/>
              <p:cNvSpPr/>
              <p:nvPr/>
            </p:nvSpPr>
            <p:spPr>
              <a:xfrm>
                <a:off x="338556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7" name="ph5157"/>
              <p:cNvSpPr/>
              <p:nvPr/>
            </p:nvSpPr>
            <p:spPr>
              <a:xfrm>
                <a:off x="339500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8" name="ph5158"/>
              <p:cNvSpPr/>
              <p:nvPr/>
            </p:nvSpPr>
            <p:spPr>
              <a:xfrm>
                <a:off x="340444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9" name="ph5159"/>
              <p:cNvSpPr/>
              <p:nvPr/>
            </p:nvSpPr>
            <p:spPr>
              <a:xfrm>
                <a:off x="341388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0" name="ph5160"/>
              <p:cNvSpPr/>
              <p:nvPr/>
            </p:nvSpPr>
            <p:spPr>
              <a:xfrm>
                <a:off x="342332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1" name="ph5161"/>
              <p:cNvSpPr/>
              <p:nvPr/>
            </p:nvSpPr>
            <p:spPr>
              <a:xfrm>
                <a:off x="343276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2" name="ph5162"/>
              <p:cNvSpPr/>
              <p:nvPr/>
            </p:nvSpPr>
            <p:spPr>
              <a:xfrm>
                <a:off x="344220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3" name="ph5163"/>
              <p:cNvSpPr/>
              <p:nvPr/>
            </p:nvSpPr>
            <p:spPr>
              <a:xfrm>
                <a:off x="345164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4" name="ph5164"/>
              <p:cNvSpPr/>
              <p:nvPr/>
            </p:nvSpPr>
            <p:spPr>
              <a:xfrm>
                <a:off x="346108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5" name="ph5165"/>
              <p:cNvSpPr/>
              <p:nvPr/>
            </p:nvSpPr>
            <p:spPr>
              <a:xfrm>
                <a:off x="347052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6" name="ph5166"/>
              <p:cNvSpPr/>
              <p:nvPr/>
            </p:nvSpPr>
            <p:spPr>
              <a:xfrm>
                <a:off x="347996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7" name="ph5167"/>
              <p:cNvSpPr/>
              <p:nvPr/>
            </p:nvSpPr>
            <p:spPr>
              <a:xfrm>
                <a:off x="348940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8" name="ph5168"/>
              <p:cNvSpPr/>
              <p:nvPr/>
            </p:nvSpPr>
            <p:spPr>
              <a:xfrm>
                <a:off x="349884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9" name="ph5169"/>
              <p:cNvSpPr/>
              <p:nvPr/>
            </p:nvSpPr>
            <p:spPr>
              <a:xfrm>
                <a:off x="350828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0" name="ph5170"/>
              <p:cNvSpPr/>
              <p:nvPr/>
            </p:nvSpPr>
            <p:spPr>
              <a:xfrm>
                <a:off x="351772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1" name="ph5171"/>
              <p:cNvSpPr/>
              <p:nvPr/>
            </p:nvSpPr>
            <p:spPr>
              <a:xfrm>
                <a:off x="352716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2" name="ph5172"/>
              <p:cNvSpPr/>
              <p:nvPr/>
            </p:nvSpPr>
            <p:spPr>
              <a:xfrm>
                <a:off x="3536605" y="158798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831"/>
                    </a:lnTo>
                    <a:lnTo>
                      <a:pt x="923594" y="908982"/>
                    </a:lnTo>
                    <a:lnTo>
                      <a:pt x="921889" y="910029"/>
                    </a:lnTo>
                    <a:lnTo>
                      <a:pt x="920183" y="911077"/>
                    </a:lnTo>
                    <a:lnTo>
                      <a:pt x="918478" y="912125"/>
                    </a:lnTo>
                    <a:lnTo>
                      <a:pt x="916772" y="913173"/>
                    </a:lnTo>
                    <a:lnTo>
                      <a:pt x="915068" y="914222"/>
                    </a:lnTo>
                    <a:lnTo>
                      <a:pt x="914779" y="914400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3" name="ph5173"/>
              <p:cNvSpPr/>
              <p:nvPr/>
            </p:nvSpPr>
            <p:spPr>
              <a:xfrm>
                <a:off x="3546046" y="1570419"/>
                <a:ext cx="923840" cy="92640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40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612"/>
                    </a:lnTo>
                    <a:lnTo>
                      <a:pt x="922688" y="921317"/>
                    </a:lnTo>
                    <a:lnTo>
                      <a:pt x="920981" y="922364"/>
                    </a:lnTo>
                    <a:lnTo>
                      <a:pt x="919274" y="923410"/>
                    </a:lnTo>
                    <a:lnTo>
                      <a:pt x="917567" y="924457"/>
                    </a:lnTo>
                    <a:lnTo>
                      <a:pt x="915860" y="925504"/>
                    </a:lnTo>
                    <a:lnTo>
                      <a:pt x="914400" y="926401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4" name="ph5174"/>
              <p:cNvSpPr/>
              <p:nvPr/>
            </p:nvSpPr>
            <p:spPr>
              <a:xfrm>
                <a:off x="3555486" y="1570419"/>
                <a:ext cx="923669" cy="920612"/>
              </a:xfrm>
              <a:custGeom>
                <a:avLst/>
                <a:gdLst/>
                <a:ahLst/>
                <a:cxnLst/>
                <a:rect l="0" t="0" r="0" b="0"/>
                <a:pathLst>
                  <a:path w="923669" h="920612">
                    <a:moveTo>
                      <a:pt x="914400" y="914399"/>
                    </a:moveTo>
                    <a:lnTo>
                      <a:pt x="923669" y="914399"/>
                    </a:lnTo>
                    <a:lnTo>
                      <a:pt x="921408" y="916102"/>
                    </a:lnTo>
                    <a:lnTo>
                      <a:pt x="916670" y="919222"/>
                    </a:lnTo>
                    <a:lnTo>
                      <a:pt x="914956" y="920271"/>
                    </a:lnTo>
                    <a:lnTo>
                      <a:pt x="914400" y="920612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5" name="ph5175"/>
              <p:cNvSpPr/>
              <p:nvPr/>
            </p:nvSpPr>
            <p:spPr>
              <a:xfrm>
                <a:off x="2148890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50" y="931867"/>
                    </a:lnTo>
                    <a:lnTo>
                      <a:pt x="905373" y="931262"/>
                    </a:lnTo>
                    <a:lnTo>
                      <a:pt x="905395" y="930658"/>
                    </a:lnTo>
                    <a:lnTo>
                      <a:pt x="905418" y="930053"/>
                    </a:lnTo>
                    <a:lnTo>
                      <a:pt x="905441" y="929448"/>
                    </a:lnTo>
                    <a:lnTo>
                      <a:pt x="905463" y="928844"/>
                    </a:lnTo>
                    <a:lnTo>
                      <a:pt x="905486" y="928239"/>
                    </a:lnTo>
                    <a:lnTo>
                      <a:pt x="905508" y="927635"/>
                    </a:lnTo>
                    <a:lnTo>
                      <a:pt x="905531" y="927030"/>
                    </a:lnTo>
                    <a:lnTo>
                      <a:pt x="905553" y="926425"/>
                    </a:lnTo>
                    <a:lnTo>
                      <a:pt x="905576" y="925821"/>
                    </a:lnTo>
                    <a:lnTo>
                      <a:pt x="905598" y="925216"/>
                    </a:lnTo>
                    <a:lnTo>
                      <a:pt x="905832" y="920589"/>
                    </a:lnTo>
                    <a:lnTo>
                      <a:pt x="905813" y="920436"/>
                    </a:lnTo>
                    <a:lnTo>
                      <a:pt x="905532" y="918209"/>
                    </a:lnTo>
                    <a:lnTo>
                      <a:pt x="905252" y="915983"/>
                    </a:lnTo>
                    <a:lnTo>
                      <a:pt x="905052" y="91439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6" name="ph5176"/>
              <p:cNvSpPr/>
              <p:nvPr/>
            </p:nvSpPr>
            <p:spPr>
              <a:xfrm>
                <a:off x="214889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7" name="ph5177"/>
              <p:cNvSpPr/>
              <p:nvPr/>
            </p:nvSpPr>
            <p:spPr>
              <a:xfrm>
                <a:off x="215833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8" name="ph5178"/>
              <p:cNvSpPr/>
              <p:nvPr/>
            </p:nvSpPr>
            <p:spPr>
              <a:xfrm>
                <a:off x="216777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9" name="ph5179"/>
              <p:cNvSpPr/>
              <p:nvPr/>
            </p:nvSpPr>
            <p:spPr>
              <a:xfrm>
                <a:off x="217721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0" name="ph5180"/>
              <p:cNvSpPr/>
              <p:nvPr/>
            </p:nvSpPr>
            <p:spPr>
              <a:xfrm>
                <a:off x="218665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1" name="ph5181"/>
              <p:cNvSpPr/>
              <p:nvPr/>
            </p:nvSpPr>
            <p:spPr>
              <a:xfrm>
                <a:off x="219609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2" name="ph5182"/>
              <p:cNvSpPr/>
              <p:nvPr/>
            </p:nvSpPr>
            <p:spPr>
              <a:xfrm>
                <a:off x="220553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3" name="ph5183"/>
              <p:cNvSpPr/>
              <p:nvPr/>
            </p:nvSpPr>
            <p:spPr>
              <a:xfrm>
                <a:off x="221497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4" name="ph5184"/>
              <p:cNvSpPr/>
              <p:nvPr/>
            </p:nvSpPr>
            <p:spPr>
              <a:xfrm>
                <a:off x="222441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5" name="ph5185"/>
              <p:cNvSpPr/>
              <p:nvPr/>
            </p:nvSpPr>
            <p:spPr>
              <a:xfrm>
                <a:off x="223385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6" name="ph5186"/>
              <p:cNvSpPr/>
              <p:nvPr/>
            </p:nvSpPr>
            <p:spPr>
              <a:xfrm>
                <a:off x="224329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7" name="ph5187"/>
              <p:cNvSpPr/>
              <p:nvPr/>
            </p:nvSpPr>
            <p:spPr>
              <a:xfrm>
                <a:off x="225273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8" name="ph5188"/>
              <p:cNvSpPr/>
              <p:nvPr/>
            </p:nvSpPr>
            <p:spPr>
              <a:xfrm>
                <a:off x="226217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9" name="ph5189"/>
              <p:cNvSpPr/>
              <p:nvPr/>
            </p:nvSpPr>
            <p:spPr>
              <a:xfrm>
                <a:off x="227161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0" name="ph5190"/>
              <p:cNvSpPr/>
              <p:nvPr/>
            </p:nvSpPr>
            <p:spPr>
              <a:xfrm>
                <a:off x="228105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1" name="ph5191"/>
              <p:cNvSpPr/>
              <p:nvPr/>
            </p:nvSpPr>
            <p:spPr>
              <a:xfrm>
                <a:off x="229049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2" name="ph5192"/>
              <p:cNvSpPr/>
              <p:nvPr/>
            </p:nvSpPr>
            <p:spPr>
              <a:xfrm>
                <a:off x="229993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3" name="ph5193"/>
              <p:cNvSpPr/>
              <p:nvPr/>
            </p:nvSpPr>
            <p:spPr>
              <a:xfrm>
                <a:off x="230937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4" name="ph5194"/>
              <p:cNvSpPr/>
              <p:nvPr/>
            </p:nvSpPr>
            <p:spPr>
              <a:xfrm>
                <a:off x="231881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5" name="ph5195"/>
              <p:cNvSpPr/>
              <p:nvPr/>
            </p:nvSpPr>
            <p:spPr>
              <a:xfrm>
                <a:off x="232825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6" name="ph5196"/>
              <p:cNvSpPr/>
              <p:nvPr/>
            </p:nvSpPr>
            <p:spPr>
              <a:xfrm>
                <a:off x="233769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7" name="ph5197"/>
              <p:cNvSpPr/>
              <p:nvPr/>
            </p:nvSpPr>
            <p:spPr>
              <a:xfrm>
                <a:off x="234713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8" name="ph5198"/>
              <p:cNvSpPr/>
              <p:nvPr/>
            </p:nvSpPr>
            <p:spPr>
              <a:xfrm>
                <a:off x="235657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9" name="ph5199"/>
              <p:cNvSpPr/>
              <p:nvPr/>
            </p:nvSpPr>
            <p:spPr>
              <a:xfrm>
                <a:off x="236601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0" name="ph5200"/>
              <p:cNvSpPr/>
              <p:nvPr/>
            </p:nvSpPr>
            <p:spPr>
              <a:xfrm>
                <a:off x="237545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1" name="ph5201"/>
              <p:cNvSpPr/>
              <p:nvPr/>
            </p:nvSpPr>
            <p:spPr>
              <a:xfrm>
                <a:off x="238489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2" name="ph5202"/>
              <p:cNvSpPr/>
              <p:nvPr/>
            </p:nvSpPr>
            <p:spPr>
              <a:xfrm>
                <a:off x="2403777" y="157041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6937" y="896830"/>
                    </a:lnTo>
                    <a:lnTo>
                      <a:pt x="907436" y="900211"/>
                    </a:lnTo>
                    <a:lnTo>
                      <a:pt x="908101" y="900925"/>
                    </a:lnTo>
                    <a:lnTo>
                      <a:pt x="913112" y="906985"/>
                    </a:lnTo>
                    <a:lnTo>
                      <a:pt x="914400" y="908728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3" name="ph5203"/>
              <p:cNvSpPr/>
              <p:nvPr/>
            </p:nvSpPr>
            <p:spPr>
              <a:xfrm>
                <a:off x="2403777" y="1570419"/>
                <a:ext cx="91852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21" h="914399">
                    <a:moveTo>
                      <a:pt x="914400" y="914399"/>
                    </a:moveTo>
                    <a:lnTo>
                      <a:pt x="914400" y="908728"/>
                    </a:lnTo>
                    <a:lnTo>
                      <a:pt x="917945" y="913529"/>
                    </a:lnTo>
                    <a:lnTo>
                      <a:pt x="918521" y="91439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4" name="ph5204"/>
              <p:cNvSpPr/>
              <p:nvPr/>
            </p:nvSpPr>
            <p:spPr>
              <a:xfrm>
                <a:off x="3083474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3517" y="931969"/>
                    </a:lnTo>
                    <a:lnTo>
                      <a:pt x="912610" y="926935"/>
                    </a:lnTo>
                    <a:lnTo>
                      <a:pt x="911033" y="916398"/>
                    </a:lnTo>
                    <a:lnTo>
                      <a:pt x="910793" y="91439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5" name="ph5205"/>
              <p:cNvSpPr/>
              <p:nvPr/>
            </p:nvSpPr>
            <p:spPr>
              <a:xfrm>
                <a:off x="308347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6" name="ph5206"/>
              <p:cNvSpPr/>
              <p:nvPr/>
            </p:nvSpPr>
            <p:spPr>
              <a:xfrm>
                <a:off x="309291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7" name="ph5207"/>
              <p:cNvSpPr/>
              <p:nvPr/>
            </p:nvSpPr>
            <p:spPr>
              <a:xfrm>
                <a:off x="310235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8" name="ph5208"/>
              <p:cNvSpPr/>
              <p:nvPr/>
            </p:nvSpPr>
            <p:spPr>
              <a:xfrm>
                <a:off x="311179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9" name="ph5209"/>
              <p:cNvSpPr/>
              <p:nvPr/>
            </p:nvSpPr>
            <p:spPr>
              <a:xfrm>
                <a:off x="312123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0" name="ph5210"/>
              <p:cNvSpPr/>
              <p:nvPr/>
            </p:nvSpPr>
            <p:spPr>
              <a:xfrm>
                <a:off x="313067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1" name="ph5211"/>
              <p:cNvSpPr/>
              <p:nvPr/>
            </p:nvSpPr>
            <p:spPr>
              <a:xfrm>
                <a:off x="314011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2" name="ph5212"/>
              <p:cNvSpPr/>
              <p:nvPr/>
            </p:nvSpPr>
            <p:spPr>
              <a:xfrm>
                <a:off x="314955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3" name="ph5213"/>
              <p:cNvSpPr/>
              <p:nvPr/>
            </p:nvSpPr>
            <p:spPr>
              <a:xfrm>
                <a:off x="315899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4" name="ph5214"/>
              <p:cNvSpPr/>
              <p:nvPr/>
            </p:nvSpPr>
            <p:spPr>
              <a:xfrm>
                <a:off x="316843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5" name="ph5215"/>
              <p:cNvSpPr/>
              <p:nvPr/>
            </p:nvSpPr>
            <p:spPr>
              <a:xfrm>
                <a:off x="317787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6" name="ph5216"/>
              <p:cNvSpPr/>
              <p:nvPr/>
            </p:nvSpPr>
            <p:spPr>
              <a:xfrm>
                <a:off x="318731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7" name="ph5217"/>
              <p:cNvSpPr/>
              <p:nvPr/>
            </p:nvSpPr>
            <p:spPr>
              <a:xfrm>
                <a:off x="319675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8" name="ph5218"/>
              <p:cNvSpPr/>
              <p:nvPr/>
            </p:nvSpPr>
            <p:spPr>
              <a:xfrm>
                <a:off x="320619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9" name="ph5219"/>
              <p:cNvSpPr/>
              <p:nvPr/>
            </p:nvSpPr>
            <p:spPr>
              <a:xfrm>
                <a:off x="321563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0" name="ph5220"/>
              <p:cNvSpPr/>
              <p:nvPr/>
            </p:nvSpPr>
            <p:spPr>
              <a:xfrm>
                <a:off x="322507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1" name="ph5221"/>
              <p:cNvSpPr/>
              <p:nvPr/>
            </p:nvSpPr>
            <p:spPr>
              <a:xfrm>
                <a:off x="323451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2" name="ph5222"/>
              <p:cNvSpPr/>
              <p:nvPr/>
            </p:nvSpPr>
            <p:spPr>
              <a:xfrm>
                <a:off x="324395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3" name="ph5223"/>
              <p:cNvSpPr/>
              <p:nvPr/>
            </p:nvSpPr>
            <p:spPr>
              <a:xfrm>
                <a:off x="325339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4" name="ph5224"/>
              <p:cNvSpPr/>
              <p:nvPr/>
            </p:nvSpPr>
            <p:spPr>
              <a:xfrm>
                <a:off x="326283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5" name="ph5225"/>
              <p:cNvSpPr/>
              <p:nvPr/>
            </p:nvSpPr>
            <p:spPr>
              <a:xfrm>
                <a:off x="327227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6" name="ph5226"/>
              <p:cNvSpPr/>
              <p:nvPr/>
            </p:nvSpPr>
            <p:spPr>
              <a:xfrm>
                <a:off x="328171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7" name="ph5227"/>
              <p:cNvSpPr/>
              <p:nvPr/>
            </p:nvSpPr>
            <p:spPr>
              <a:xfrm>
                <a:off x="329115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8" name="ph5228"/>
              <p:cNvSpPr/>
              <p:nvPr/>
            </p:nvSpPr>
            <p:spPr>
              <a:xfrm>
                <a:off x="330059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9" name="ph5229"/>
              <p:cNvSpPr/>
              <p:nvPr/>
            </p:nvSpPr>
            <p:spPr>
              <a:xfrm>
                <a:off x="331004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0" name="ph5230"/>
              <p:cNvSpPr/>
              <p:nvPr/>
            </p:nvSpPr>
            <p:spPr>
              <a:xfrm>
                <a:off x="331948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1" name="ph5231"/>
              <p:cNvSpPr/>
              <p:nvPr/>
            </p:nvSpPr>
            <p:spPr>
              <a:xfrm>
                <a:off x="332892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2" name="ph5232"/>
              <p:cNvSpPr/>
              <p:nvPr/>
            </p:nvSpPr>
            <p:spPr>
              <a:xfrm>
                <a:off x="333836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3" name="ph5233"/>
              <p:cNvSpPr/>
              <p:nvPr/>
            </p:nvSpPr>
            <p:spPr>
              <a:xfrm>
                <a:off x="334780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4" name="ph5234"/>
              <p:cNvSpPr/>
              <p:nvPr/>
            </p:nvSpPr>
            <p:spPr>
              <a:xfrm>
                <a:off x="335724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5" name="ph5235"/>
              <p:cNvSpPr/>
              <p:nvPr/>
            </p:nvSpPr>
            <p:spPr>
              <a:xfrm>
                <a:off x="336668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6" name="ph5236"/>
              <p:cNvSpPr/>
              <p:nvPr/>
            </p:nvSpPr>
            <p:spPr>
              <a:xfrm>
                <a:off x="337612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7" name="ph5237"/>
              <p:cNvSpPr/>
              <p:nvPr/>
            </p:nvSpPr>
            <p:spPr>
              <a:xfrm>
                <a:off x="338556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8" name="ph5238"/>
              <p:cNvSpPr/>
              <p:nvPr/>
            </p:nvSpPr>
            <p:spPr>
              <a:xfrm>
                <a:off x="339500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9" name="ph5239"/>
              <p:cNvSpPr/>
              <p:nvPr/>
            </p:nvSpPr>
            <p:spPr>
              <a:xfrm>
                <a:off x="340444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0" name="ph5240"/>
              <p:cNvSpPr/>
              <p:nvPr/>
            </p:nvSpPr>
            <p:spPr>
              <a:xfrm>
                <a:off x="341388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1" name="ph5241"/>
              <p:cNvSpPr/>
              <p:nvPr/>
            </p:nvSpPr>
            <p:spPr>
              <a:xfrm>
                <a:off x="342332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2" name="ph5242"/>
              <p:cNvSpPr/>
              <p:nvPr/>
            </p:nvSpPr>
            <p:spPr>
              <a:xfrm>
                <a:off x="343276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3" name="ph5243"/>
              <p:cNvSpPr/>
              <p:nvPr/>
            </p:nvSpPr>
            <p:spPr>
              <a:xfrm>
                <a:off x="344220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4" name="ph5244"/>
              <p:cNvSpPr/>
              <p:nvPr/>
            </p:nvSpPr>
            <p:spPr>
              <a:xfrm>
                <a:off x="345164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5" name="ph5245"/>
              <p:cNvSpPr/>
              <p:nvPr/>
            </p:nvSpPr>
            <p:spPr>
              <a:xfrm>
                <a:off x="346108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6" name="ph5246"/>
              <p:cNvSpPr/>
              <p:nvPr/>
            </p:nvSpPr>
            <p:spPr>
              <a:xfrm>
                <a:off x="347052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7" name="ph5247"/>
              <p:cNvSpPr/>
              <p:nvPr/>
            </p:nvSpPr>
            <p:spPr>
              <a:xfrm>
                <a:off x="347996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8" name="ph5248"/>
              <p:cNvSpPr/>
              <p:nvPr/>
            </p:nvSpPr>
            <p:spPr>
              <a:xfrm>
                <a:off x="348940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9" name="ph5249"/>
              <p:cNvSpPr/>
              <p:nvPr/>
            </p:nvSpPr>
            <p:spPr>
              <a:xfrm>
                <a:off x="349884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0" name="ph5250"/>
              <p:cNvSpPr/>
              <p:nvPr/>
            </p:nvSpPr>
            <p:spPr>
              <a:xfrm>
                <a:off x="350828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1" name="ph5251"/>
              <p:cNvSpPr/>
              <p:nvPr/>
            </p:nvSpPr>
            <p:spPr>
              <a:xfrm>
                <a:off x="351772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2" name="ph5252"/>
              <p:cNvSpPr/>
              <p:nvPr/>
            </p:nvSpPr>
            <p:spPr>
              <a:xfrm>
                <a:off x="352716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3" name="ph5253"/>
              <p:cNvSpPr/>
              <p:nvPr/>
            </p:nvSpPr>
            <p:spPr>
              <a:xfrm>
                <a:off x="353660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4" name="ph5254"/>
              <p:cNvSpPr/>
              <p:nvPr/>
            </p:nvSpPr>
            <p:spPr>
              <a:xfrm>
                <a:off x="354604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5" name="ph5255"/>
              <p:cNvSpPr/>
              <p:nvPr/>
            </p:nvSpPr>
            <p:spPr>
              <a:xfrm>
                <a:off x="3555486" y="157041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71"/>
                    </a:lnTo>
                    <a:lnTo>
                      <a:pt x="923669" y="91439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6" name="ph5256"/>
              <p:cNvSpPr/>
              <p:nvPr/>
            </p:nvSpPr>
            <p:spPr>
              <a:xfrm>
                <a:off x="3564926" y="1552849"/>
                <a:ext cx="923840" cy="93184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4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3894"/>
                    </a:lnTo>
                    <a:lnTo>
                      <a:pt x="922645" y="924970"/>
                    </a:lnTo>
                    <a:lnTo>
                      <a:pt x="921196" y="926276"/>
                    </a:lnTo>
                    <a:lnTo>
                      <a:pt x="916626" y="930164"/>
                    </a:lnTo>
                    <a:lnTo>
                      <a:pt x="914400" y="931841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7" name="ph5257"/>
              <p:cNvSpPr/>
              <p:nvPr/>
            </p:nvSpPr>
            <p:spPr>
              <a:xfrm>
                <a:off x="3574366" y="1552849"/>
                <a:ext cx="923840" cy="92389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9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399"/>
                    </a:lnTo>
                    <a:lnTo>
                      <a:pt x="923306" y="915879"/>
                    </a:lnTo>
                    <a:lnTo>
                      <a:pt x="921862" y="917177"/>
                    </a:lnTo>
                    <a:lnTo>
                      <a:pt x="920418" y="918476"/>
                    </a:lnTo>
                    <a:lnTo>
                      <a:pt x="918975" y="919774"/>
                    </a:lnTo>
                    <a:lnTo>
                      <a:pt x="917532" y="921073"/>
                    </a:lnTo>
                    <a:lnTo>
                      <a:pt x="916089" y="922372"/>
                    </a:lnTo>
                    <a:lnTo>
                      <a:pt x="914647" y="923671"/>
                    </a:lnTo>
                    <a:lnTo>
                      <a:pt x="914400" y="923894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8" name="ph5258"/>
              <p:cNvSpPr/>
              <p:nvPr/>
            </p:nvSpPr>
            <p:spPr>
              <a:xfrm>
                <a:off x="3583807" y="1552849"/>
                <a:ext cx="915873" cy="915399"/>
              </a:xfrm>
              <a:custGeom>
                <a:avLst/>
                <a:gdLst/>
                <a:ahLst/>
                <a:cxnLst/>
                <a:rect l="0" t="0" r="0" b="0"/>
                <a:pathLst>
                  <a:path w="915873" h="915399">
                    <a:moveTo>
                      <a:pt x="914400" y="914399"/>
                    </a:moveTo>
                    <a:lnTo>
                      <a:pt x="915873" y="914399"/>
                    </a:lnTo>
                    <a:lnTo>
                      <a:pt x="915119" y="914753"/>
                    </a:lnTo>
                    <a:lnTo>
                      <a:pt x="914400" y="91539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9" name="ph5259"/>
              <p:cNvSpPr/>
              <p:nvPr/>
            </p:nvSpPr>
            <p:spPr>
              <a:xfrm>
                <a:off x="2139450" y="1535279"/>
                <a:ext cx="914400" cy="9312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29">
                    <a:moveTo>
                      <a:pt x="914400" y="914400"/>
                    </a:moveTo>
                    <a:lnTo>
                      <a:pt x="914400" y="931229"/>
                    </a:lnTo>
                    <a:lnTo>
                      <a:pt x="914131" y="929099"/>
                    </a:lnTo>
                    <a:lnTo>
                      <a:pt x="913850" y="926873"/>
                    </a:lnTo>
                    <a:lnTo>
                      <a:pt x="913570" y="924646"/>
                    </a:lnTo>
                    <a:lnTo>
                      <a:pt x="913289" y="922420"/>
                    </a:lnTo>
                    <a:lnTo>
                      <a:pt x="913008" y="920193"/>
                    </a:lnTo>
                    <a:lnTo>
                      <a:pt x="912726" y="917967"/>
                    </a:lnTo>
                    <a:lnTo>
                      <a:pt x="912444" y="915732"/>
                    </a:lnTo>
                    <a:lnTo>
                      <a:pt x="912294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0" name="ph5260"/>
              <p:cNvSpPr/>
              <p:nvPr/>
            </p:nvSpPr>
            <p:spPr>
              <a:xfrm>
                <a:off x="213945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93" y="931969"/>
                    </a:lnTo>
                    <a:lnTo>
                      <a:pt x="914400" y="93122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1" name="ph5261"/>
              <p:cNvSpPr/>
              <p:nvPr/>
            </p:nvSpPr>
            <p:spPr>
              <a:xfrm>
                <a:off x="214889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2" name="ph5262"/>
              <p:cNvSpPr/>
              <p:nvPr/>
            </p:nvSpPr>
            <p:spPr>
              <a:xfrm>
                <a:off x="215833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3" name="ph5263"/>
              <p:cNvSpPr/>
              <p:nvPr/>
            </p:nvSpPr>
            <p:spPr>
              <a:xfrm>
                <a:off x="216777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4" name="ph5264"/>
              <p:cNvSpPr/>
              <p:nvPr/>
            </p:nvSpPr>
            <p:spPr>
              <a:xfrm>
                <a:off x="217721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5" name="ph5265"/>
              <p:cNvSpPr/>
              <p:nvPr/>
            </p:nvSpPr>
            <p:spPr>
              <a:xfrm>
                <a:off x="218665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6" name="ph5266"/>
              <p:cNvSpPr/>
              <p:nvPr/>
            </p:nvSpPr>
            <p:spPr>
              <a:xfrm>
                <a:off x="219609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7" name="ph5267"/>
              <p:cNvSpPr/>
              <p:nvPr/>
            </p:nvSpPr>
            <p:spPr>
              <a:xfrm>
                <a:off x="220553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8" name="ph5268"/>
              <p:cNvSpPr/>
              <p:nvPr/>
            </p:nvSpPr>
            <p:spPr>
              <a:xfrm>
                <a:off x="221497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9" name="ph5269"/>
              <p:cNvSpPr/>
              <p:nvPr/>
            </p:nvSpPr>
            <p:spPr>
              <a:xfrm>
                <a:off x="222441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0" name="ph5270"/>
              <p:cNvSpPr/>
              <p:nvPr/>
            </p:nvSpPr>
            <p:spPr>
              <a:xfrm>
                <a:off x="223385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1" name="ph5271"/>
              <p:cNvSpPr/>
              <p:nvPr/>
            </p:nvSpPr>
            <p:spPr>
              <a:xfrm>
                <a:off x="224329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2" name="ph5272"/>
              <p:cNvSpPr/>
              <p:nvPr/>
            </p:nvSpPr>
            <p:spPr>
              <a:xfrm>
                <a:off x="225273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3" name="ph5273"/>
              <p:cNvSpPr/>
              <p:nvPr/>
            </p:nvSpPr>
            <p:spPr>
              <a:xfrm>
                <a:off x="226217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4" name="ph5274"/>
              <p:cNvSpPr/>
              <p:nvPr/>
            </p:nvSpPr>
            <p:spPr>
              <a:xfrm>
                <a:off x="227161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5" name="ph5275"/>
              <p:cNvSpPr/>
              <p:nvPr/>
            </p:nvSpPr>
            <p:spPr>
              <a:xfrm>
                <a:off x="228105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6" name="ph5276"/>
              <p:cNvSpPr/>
              <p:nvPr/>
            </p:nvSpPr>
            <p:spPr>
              <a:xfrm>
                <a:off x="229049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7" name="ph5277"/>
              <p:cNvSpPr/>
              <p:nvPr/>
            </p:nvSpPr>
            <p:spPr>
              <a:xfrm>
                <a:off x="229993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8" name="ph5278"/>
              <p:cNvSpPr/>
              <p:nvPr/>
            </p:nvSpPr>
            <p:spPr>
              <a:xfrm>
                <a:off x="230937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9" name="ph5279"/>
              <p:cNvSpPr/>
              <p:nvPr/>
            </p:nvSpPr>
            <p:spPr>
              <a:xfrm>
                <a:off x="231881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0" name="ph5280"/>
              <p:cNvSpPr/>
              <p:nvPr/>
            </p:nvSpPr>
            <p:spPr>
              <a:xfrm>
                <a:off x="232825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1" name="ph5281"/>
              <p:cNvSpPr/>
              <p:nvPr/>
            </p:nvSpPr>
            <p:spPr>
              <a:xfrm>
                <a:off x="233769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2" name="ph5282"/>
              <p:cNvSpPr/>
              <p:nvPr/>
            </p:nvSpPr>
            <p:spPr>
              <a:xfrm>
                <a:off x="234713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3" name="ph5283"/>
              <p:cNvSpPr/>
              <p:nvPr/>
            </p:nvSpPr>
            <p:spPr>
              <a:xfrm>
                <a:off x="235657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4" name="ph5284"/>
              <p:cNvSpPr/>
              <p:nvPr/>
            </p:nvSpPr>
            <p:spPr>
              <a:xfrm>
                <a:off x="236601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5" name="ph5285"/>
              <p:cNvSpPr/>
              <p:nvPr/>
            </p:nvSpPr>
            <p:spPr>
              <a:xfrm>
                <a:off x="237545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6" name="ph5286"/>
              <p:cNvSpPr/>
              <p:nvPr/>
            </p:nvSpPr>
            <p:spPr>
              <a:xfrm>
                <a:off x="2394336" y="1552849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07" y="896830"/>
                    </a:lnTo>
                    <a:lnTo>
                      <a:pt x="913575" y="897626"/>
                    </a:lnTo>
                    <a:lnTo>
                      <a:pt x="914399" y="902244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7" name="ph5287"/>
              <p:cNvSpPr/>
              <p:nvPr/>
            </p:nvSpPr>
            <p:spPr>
              <a:xfrm>
                <a:off x="2394336" y="1552849"/>
                <a:ext cx="916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77" h="914399">
                    <a:moveTo>
                      <a:pt x="914399" y="914399"/>
                    </a:moveTo>
                    <a:lnTo>
                      <a:pt x="914399" y="902244"/>
                    </a:lnTo>
                    <a:lnTo>
                      <a:pt x="915461" y="908190"/>
                    </a:lnTo>
                    <a:lnTo>
                      <a:pt x="916377" y="91439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8" name="ph5288"/>
              <p:cNvSpPr/>
              <p:nvPr/>
            </p:nvSpPr>
            <p:spPr>
              <a:xfrm>
                <a:off x="3083474" y="15352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93" y="931969"/>
                    </a:lnTo>
                    <a:lnTo>
                      <a:pt x="909752" y="923293"/>
                    </a:lnTo>
                    <a:lnTo>
                      <a:pt x="908942" y="914400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9" name="ph5289"/>
              <p:cNvSpPr/>
              <p:nvPr/>
            </p:nvSpPr>
            <p:spPr>
              <a:xfrm>
                <a:off x="308347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0" name="ph5290"/>
              <p:cNvSpPr/>
              <p:nvPr/>
            </p:nvSpPr>
            <p:spPr>
              <a:xfrm>
                <a:off x="309291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1" name="ph5291"/>
              <p:cNvSpPr/>
              <p:nvPr/>
            </p:nvSpPr>
            <p:spPr>
              <a:xfrm>
                <a:off x="310235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2" name="ph5292"/>
              <p:cNvSpPr/>
              <p:nvPr/>
            </p:nvSpPr>
            <p:spPr>
              <a:xfrm>
                <a:off x="311179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3" name="ph5293"/>
              <p:cNvSpPr/>
              <p:nvPr/>
            </p:nvSpPr>
            <p:spPr>
              <a:xfrm>
                <a:off x="312123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4" name="ph5294"/>
              <p:cNvSpPr/>
              <p:nvPr/>
            </p:nvSpPr>
            <p:spPr>
              <a:xfrm>
                <a:off x="313067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5" name="ph5295"/>
              <p:cNvSpPr/>
              <p:nvPr/>
            </p:nvSpPr>
            <p:spPr>
              <a:xfrm>
                <a:off x="314011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6" name="ph5296"/>
              <p:cNvSpPr/>
              <p:nvPr/>
            </p:nvSpPr>
            <p:spPr>
              <a:xfrm>
                <a:off x="314955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7" name="ph5297"/>
              <p:cNvSpPr/>
              <p:nvPr/>
            </p:nvSpPr>
            <p:spPr>
              <a:xfrm>
                <a:off x="315899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8" name="ph5298"/>
              <p:cNvSpPr/>
              <p:nvPr/>
            </p:nvSpPr>
            <p:spPr>
              <a:xfrm>
                <a:off x="316843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9" name="ph5299"/>
              <p:cNvSpPr/>
              <p:nvPr/>
            </p:nvSpPr>
            <p:spPr>
              <a:xfrm>
                <a:off x="317787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0" name="ph5300"/>
              <p:cNvSpPr/>
              <p:nvPr/>
            </p:nvSpPr>
            <p:spPr>
              <a:xfrm>
                <a:off x="318731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1" name="ph5301"/>
              <p:cNvSpPr/>
              <p:nvPr/>
            </p:nvSpPr>
            <p:spPr>
              <a:xfrm>
                <a:off x="319675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2" name="ph5302"/>
              <p:cNvSpPr/>
              <p:nvPr/>
            </p:nvSpPr>
            <p:spPr>
              <a:xfrm>
                <a:off x="320619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3" name="ph5303"/>
              <p:cNvSpPr/>
              <p:nvPr/>
            </p:nvSpPr>
            <p:spPr>
              <a:xfrm>
                <a:off x="321563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4" name="ph5304"/>
              <p:cNvSpPr/>
              <p:nvPr/>
            </p:nvSpPr>
            <p:spPr>
              <a:xfrm>
                <a:off x="322507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5" name="ph5305"/>
              <p:cNvSpPr/>
              <p:nvPr/>
            </p:nvSpPr>
            <p:spPr>
              <a:xfrm>
                <a:off x="323451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6" name="ph5306"/>
              <p:cNvSpPr/>
              <p:nvPr/>
            </p:nvSpPr>
            <p:spPr>
              <a:xfrm>
                <a:off x="324395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7" name="ph5307"/>
              <p:cNvSpPr/>
              <p:nvPr/>
            </p:nvSpPr>
            <p:spPr>
              <a:xfrm>
                <a:off x="325339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8" name="ph5308"/>
              <p:cNvSpPr/>
              <p:nvPr/>
            </p:nvSpPr>
            <p:spPr>
              <a:xfrm>
                <a:off x="326283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9" name="ph5309"/>
              <p:cNvSpPr/>
              <p:nvPr/>
            </p:nvSpPr>
            <p:spPr>
              <a:xfrm>
                <a:off x="327227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0" name="ph5310"/>
              <p:cNvSpPr/>
              <p:nvPr/>
            </p:nvSpPr>
            <p:spPr>
              <a:xfrm>
                <a:off x="328171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1" name="ph5311"/>
              <p:cNvSpPr/>
              <p:nvPr/>
            </p:nvSpPr>
            <p:spPr>
              <a:xfrm>
                <a:off x="329115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2" name="ph5312"/>
              <p:cNvSpPr/>
              <p:nvPr/>
            </p:nvSpPr>
            <p:spPr>
              <a:xfrm>
                <a:off x="330059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3" name="ph5313"/>
              <p:cNvSpPr/>
              <p:nvPr/>
            </p:nvSpPr>
            <p:spPr>
              <a:xfrm>
                <a:off x="331004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4" name="ph5314"/>
              <p:cNvSpPr/>
              <p:nvPr/>
            </p:nvSpPr>
            <p:spPr>
              <a:xfrm>
                <a:off x="331948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5" name="ph5315"/>
              <p:cNvSpPr/>
              <p:nvPr/>
            </p:nvSpPr>
            <p:spPr>
              <a:xfrm>
                <a:off x="332892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6" name="ph5316"/>
              <p:cNvSpPr/>
              <p:nvPr/>
            </p:nvSpPr>
            <p:spPr>
              <a:xfrm>
                <a:off x="333836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7" name="ph5317"/>
              <p:cNvSpPr/>
              <p:nvPr/>
            </p:nvSpPr>
            <p:spPr>
              <a:xfrm>
                <a:off x="334780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8" name="ph5318"/>
              <p:cNvSpPr/>
              <p:nvPr/>
            </p:nvSpPr>
            <p:spPr>
              <a:xfrm>
                <a:off x="335724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9" name="ph5319"/>
              <p:cNvSpPr/>
              <p:nvPr/>
            </p:nvSpPr>
            <p:spPr>
              <a:xfrm>
                <a:off x="336668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0" name="ph5320"/>
              <p:cNvSpPr/>
              <p:nvPr/>
            </p:nvSpPr>
            <p:spPr>
              <a:xfrm>
                <a:off x="337612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1" name="ph5321"/>
              <p:cNvSpPr/>
              <p:nvPr/>
            </p:nvSpPr>
            <p:spPr>
              <a:xfrm>
                <a:off x="338556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2" name="ph5322"/>
              <p:cNvSpPr/>
              <p:nvPr/>
            </p:nvSpPr>
            <p:spPr>
              <a:xfrm>
                <a:off x="339500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3" name="ph5323"/>
              <p:cNvSpPr/>
              <p:nvPr/>
            </p:nvSpPr>
            <p:spPr>
              <a:xfrm>
                <a:off x="340444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4" name="ph5324"/>
              <p:cNvSpPr/>
              <p:nvPr/>
            </p:nvSpPr>
            <p:spPr>
              <a:xfrm>
                <a:off x="341388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5" name="ph5325"/>
              <p:cNvSpPr/>
              <p:nvPr/>
            </p:nvSpPr>
            <p:spPr>
              <a:xfrm>
                <a:off x="342332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6" name="ph5326"/>
              <p:cNvSpPr/>
              <p:nvPr/>
            </p:nvSpPr>
            <p:spPr>
              <a:xfrm>
                <a:off x="343276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7" name="ph5327"/>
              <p:cNvSpPr/>
              <p:nvPr/>
            </p:nvSpPr>
            <p:spPr>
              <a:xfrm>
                <a:off x="344220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8" name="ph5328"/>
              <p:cNvSpPr/>
              <p:nvPr/>
            </p:nvSpPr>
            <p:spPr>
              <a:xfrm>
                <a:off x="345164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9" name="ph5329"/>
              <p:cNvSpPr/>
              <p:nvPr/>
            </p:nvSpPr>
            <p:spPr>
              <a:xfrm>
                <a:off x="346108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0" name="ph5330"/>
              <p:cNvSpPr/>
              <p:nvPr/>
            </p:nvSpPr>
            <p:spPr>
              <a:xfrm>
                <a:off x="347052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1" name="ph5331"/>
              <p:cNvSpPr/>
              <p:nvPr/>
            </p:nvSpPr>
            <p:spPr>
              <a:xfrm>
                <a:off x="347996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2" name="ph5332"/>
              <p:cNvSpPr/>
              <p:nvPr/>
            </p:nvSpPr>
            <p:spPr>
              <a:xfrm>
                <a:off x="348940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3" name="ph5333"/>
              <p:cNvSpPr/>
              <p:nvPr/>
            </p:nvSpPr>
            <p:spPr>
              <a:xfrm>
                <a:off x="349884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4" name="ph5334"/>
              <p:cNvSpPr/>
              <p:nvPr/>
            </p:nvSpPr>
            <p:spPr>
              <a:xfrm>
                <a:off x="350828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5" name="ph5335"/>
              <p:cNvSpPr/>
              <p:nvPr/>
            </p:nvSpPr>
            <p:spPr>
              <a:xfrm>
                <a:off x="351772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6" name="ph5336"/>
              <p:cNvSpPr/>
              <p:nvPr/>
            </p:nvSpPr>
            <p:spPr>
              <a:xfrm>
                <a:off x="352716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7" name="ph5337"/>
              <p:cNvSpPr/>
              <p:nvPr/>
            </p:nvSpPr>
            <p:spPr>
              <a:xfrm>
                <a:off x="353660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8" name="ph5338"/>
              <p:cNvSpPr/>
              <p:nvPr/>
            </p:nvSpPr>
            <p:spPr>
              <a:xfrm>
                <a:off x="354604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9" name="ph5339"/>
              <p:cNvSpPr/>
              <p:nvPr/>
            </p:nvSpPr>
            <p:spPr>
              <a:xfrm>
                <a:off x="355548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0" name="ph5340"/>
              <p:cNvSpPr/>
              <p:nvPr/>
            </p:nvSpPr>
            <p:spPr>
              <a:xfrm>
                <a:off x="356492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1" name="ph5341"/>
              <p:cNvSpPr/>
              <p:nvPr/>
            </p:nvSpPr>
            <p:spPr>
              <a:xfrm>
                <a:off x="357436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2" name="ph5342"/>
              <p:cNvSpPr/>
              <p:nvPr/>
            </p:nvSpPr>
            <p:spPr>
              <a:xfrm>
                <a:off x="3583807" y="155284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48" y="910713"/>
                    </a:lnTo>
                    <a:lnTo>
                      <a:pt x="922650" y="911226"/>
                    </a:lnTo>
                    <a:lnTo>
                      <a:pt x="921552" y="911740"/>
                    </a:lnTo>
                    <a:lnTo>
                      <a:pt x="920455" y="912254"/>
                    </a:lnTo>
                    <a:lnTo>
                      <a:pt x="919357" y="912768"/>
                    </a:lnTo>
                    <a:lnTo>
                      <a:pt x="918260" y="913281"/>
                    </a:lnTo>
                    <a:lnTo>
                      <a:pt x="917162" y="913795"/>
                    </a:lnTo>
                    <a:lnTo>
                      <a:pt x="916065" y="914310"/>
                    </a:lnTo>
                    <a:lnTo>
                      <a:pt x="915873" y="91439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3" name="ph5343"/>
              <p:cNvSpPr/>
              <p:nvPr/>
            </p:nvSpPr>
            <p:spPr>
              <a:xfrm>
                <a:off x="3593247" y="1535279"/>
                <a:ext cx="923840" cy="9282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2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829"/>
                    </a:lnTo>
                    <a:lnTo>
                      <a:pt x="923093" y="924178"/>
                    </a:lnTo>
                    <a:lnTo>
                      <a:pt x="921995" y="924691"/>
                    </a:lnTo>
                    <a:lnTo>
                      <a:pt x="920896" y="925203"/>
                    </a:lnTo>
                    <a:lnTo>
                      <a:pt x="919798" y="925716"/>
                    </a:lnTo>
                    <a:lnTo>
                      <a:pt x="918700" y="926229"/>
                    </a:lnTo>
                    <a:lnTo>
                      <a:pt x="917601" y="926743"/>
                    </a:lnTo>
                    <a:lnTo>
                      <a:pt x="916503" y="927256"/>
                    </a:lnTo>
                    <a:lnTo>
                      <a:pt x="915405" y="927769"/>
                    </a:lnTo>
                    <a:lnTo>
                      <a:pt x="914400" y="92824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4" name="ph5344"/>
              <p:cNvSpPr/>
              <p:nvPr/>
            </p:nvSpPr>
            <p:spPr>
              <a:xfrm>
                <a:off x="3602687" y="1535279"/>
                <a:ext cx="923840" cy="9238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242"/>
                    </a:lnTo>
                    <a:lnTo>
                      <a:pt x="920250" y="921101"/>
                    </a:lnTo>
                    <a:lnTo>
                      <a:pt x="919147" y="921615"/>
                    </a:lnTo>
                    <a:lnTo>
                      <a:pt x="918048" y="922127"/>
                    </a:lnTo>
                    <a:lnTo>
                      <a:pt x="916949" y="922640"/>
                    </a:lnTo>
                    <a:lnTo>
                      <a:pt x="915851" y="923152"/>
                    </a:lnTo>
                    <a:lnTo>
                      <a:pt x="914752" y="923665"/>
                    </a:lnTo>
                    <a:lnTo>
                      <a:pt x="914400" y="92382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5" name="ph5345"/>
              <p:cNvSpPr/>
              <p:nvPr/>
            </p:nvSpPr>
            <p:spPr>
              <a:xfrm>
                <a:off x="3612127" y="1535279"/>
                <a:ext cx="922453" cy="919242"/>
              </a:xfrm>
              <a:custGeom>
                <a:avLst/>
                <a:gdLst/>
                <a:ahLst/>
                <a:cxnLst/>
                <a:rect l="0" t="0" r="0" b="0"/>
                <a:pathLst>
                  <a:path w="922453" h="919242">
                    <a:moveTo>
                      <a:pt x="914400" y="914400"/>
                    </a:moveTo>
                    <a:lnTo>
                      <a:pt x="922453" y="914400"/>
                    </a:lnTo>
                    <a:lnTo>
                      <a:pt x="922098" y="914660"/>
                    </a:lnTo>
                    <a:lnTo>
                      <a:pt x="916499" y="918154"/>
                    </a:lnTo>
                    <a:lnTo>
                      <a:pt x="914400" y="919242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6" name="ph5346"/>
              <p:cNvSpPr/>
              <p:nvPr/>
            </p:nvSpPr>
            <p:spPr>
              <a:xfrm>
                <a:off x="2139450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294" y="931969"/>
                    </a:lnTo>
                    <a:lnTo>
                      <a:pt x="911312" y="923249"/>
                    </a:lnTo>
                    <a:lnTo>
                      <a:pt x="910556" y="914400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7" name="ph5347"/>
              <p:cNvSpPr/>
              <p:nvPr/>
            </p:nvSpPr>
            <p:spPr>
              <a:xfrm>
                <a:off x="213945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8" name="ph5348"/>
              <p:cNvSpPr/>
              <p:nvPr/>
            </p:nvSpPr>
            <p:spPr>
              <a:xfrm>
                <a:off x="214889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9" name="ph5349"/>
              <p:cNvSpPr/>
              <p:nvPr/>
            </p:nvSpPr>
            <p:spPr>
              <a:xfrm>
                <a:off x="215833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0" name="ph5350"/>
              <p:cNvSpPr/>
              <p:nvPr/>
            </p:nvSpPr>
            <p:spPr>
              <a:xfrm>
                <a:off x="216777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1" name="ph5351"/>
              <p:cNvSpPr/>
              <p:nvPr/>
            </p:nvSpPr>
            <p:spPr>
              <a:xfrm>
                <a:off x="217721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2" name="ph5352"/>
              <p:cNvSpPr/>
              <p:nvPr/>
            </p:nvSpPr>
            <p:spPr>
              <a:xfrm>
                <a:off x="218665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3" name="ph5353"/>
              <p:cNvSpPr/>
              <p:nvPr/>
            </p:nvSpPr>
            <p:spPr>
              <a:xfrm>
                <a:off x="219609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4" name="ph5354"/>
              <p:cNvSpPr/>
              <p:nvPr/>
            </p:nvSpPr>
            <p:spPr>
              <a:xfrm>
                <a:off x="220553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5" name="ph5355"/>
              <p:cNvSpPr/>
              <p:nvPr/>
            </p:nvSpPr>
            <p:spPr>
              <a:xfrm>
                <a:off x="221497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6" name="ph5356"/>
              <p:cNvSpPr/>
              <p:nvPr/>
            </p:nvSpPr>
            <p:spPr>
              <a:xfrm>
                <a:off x="222441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7" name="ph5357"/>
              <p:cNvSpPr/>
              <p:nvPr/>
            </p:nvSpPr>
            <p:spPr>
              <a:xfrm>
                <a:off x="223385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8" name="ph5358"/>
              <p:cNvSpPr/>
              <p:nvPr/>
            </p:nvSpPr>
            <p:spPr>
              <a:xfrm>
                <a:off x="224329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9" name="ph5359"/>
              <p:cNvSpPr/>
              <p:nvPr/>
            </p:nvSpPr>
            <p:spPr>
              <a:xfrm>
                <a:off x="225273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0" name="ph5360"/>
              <p:cNvSpPr/>
              <p:nvPr/>
            </p:nvSpPr>
            <p:spPr>
              <a:xfrm>
                <a:off x="226217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1" name="ph5361"/>
              <p:cNvSpPr/>
              <p:nvPr/>
            </p:nvSpPr>
            <p:spPr>
              <a:xfrm>
                <a:off x="227161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2" name="ph5362"/>
              <p:cNvSpPr/>
              <p:nvPr/>
            </p:nvSpPr>
            <p:spPr>
              <a:xfrm>
                <a:off x="228105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3" name="ph5363"/>
              <p:cNvSpPr/>
              <p:nvPr/>
            </p:nvSpPr>
            <p:spPr>
              <a:xfrm>
                <a:off x="229049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4" name="ph5364"/>
              <p:cNvSpPr/>
              <p:nvPr/>
            </p:nvSpPr>
            <p:spPr>
              <a:xfrm>
                <a:off x="229993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5" name="ph5365"/>
              <p:cNvSpPr/>
              <p:nvPr/>
            </p:nvSpPr>
            <p:spPr>
              <a:xfrm>
                <a:off x="230937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6" name="ph5366"/>
              <p:cNvSpPr/>
              <p:nvPr/>
            </p:nvSpPr>
            <p:spPr>
              <a:xfrm>
                <a:off x="231881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7" name="ph5367"/>
              <p:cNvSpPr/>
              <p:nvPr/>
            </p:nvSpPr>
            <p:spPr>
              <a:xfrm>
                <a:off x="232825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8" name="ph5368"/>
              <p:cNvSpPr/>
              <p:nvPr/>
            </p:nvSpPr>
            <p:spPr>
              <a:xfrm>
                <a:off x="233769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9" name="ph5369"/>
              <p:cNvSpPr/>
              <p:nvPr/>
            </p:nvSpPr>
            <p:spPr>
              <a:xfrm>
                <a:off x="234713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0" name="ph5370"/>
              <p:cNvSpPr/>
              <p:nvPr/>
            </p:nvSpPr>
            <p:spPr>
              <a:xfrm>
                <a:off x="235657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1" name="ph5371"/>
              <p:cNvSpPr/>
              <p:nvPr/>
            </p:nvSpPr>
            <p:spPr>
              <a:xfrm>
                <a:off x="236601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2" name="ph5372"/>
              <p:cNvSpPr/>
              <p:nvPr/>
            </p:nvSpPr>
            <p:spPr>
              <a:xfrm>
                <a:off x="237545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3" name="ph5373"/>
              <p:cNvSpPr/>
              <p:nvPr/>
            </p:nvSpPr>
            <p:spPr>
              <a:xfrm>
                <a:off x="2384896" y="1535279"/>
                <a:ext cx="9228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79" y="896830"/>
                    </a:lnTo>
                    <a:lnTo>
                      <a:pt x="920832" y="904832"/>
                    </a:lnTo>
                    <a:lnTo>
                      <a:pt x="922848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4" name="ph5374"/>
              <p:cNvSpPr/>
              <p:nvPr/>
            </p:nvSpPr>
            <p:spPr>
              <a:xfrm>
                <a:off x="3083474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42" y="931969"/>
                    </a:lnTo>
                    <a:lnTo>
                      <a:pt x="908770" y="930078"/>
                    </a:lnTo>
                    <a:lnTo>
                      <a:pt x="908090" y="919214"/>
                    </a:lnTo>
                    <a:lnTo>
                      <a:pt x="907924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5" name="ph5375"/>
              <p:cNvSpPr/>
              <p:nvPr/>
            </p:nvSpPr>
            <p:spPr>
              <a:xfrm>
                <a:off x="308347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6" name="ph5376"/>
              <p:cNvSpPr/>
              <p:nvPr/>
            </p:nvSpPr>
            <p:spPr>
              <a:xfrm>
                <a:off x="309291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7" name="ph5377"/>
              <p:cNvSpPr/>
              <p:nvPr/>
            </p:nvSpPr>
            <p:spPr>
              <a:xfrm>
                <a:off x="310235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8" name="ph5378"/>
              <p:cNvSpPr/>
              <p:nvPr/>
            </p:nvSpPr>
            <p:spPr>
              <a:xfrm>
                <a:off x="311179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9" name="ph5379"/>
              <p:cNvSpPr/>
              <p:nvPr/>
            </p:nvSpPr>
            <p:spPr>
              <a:xfrm>
                <a:off x="312123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0" name="ph5380"/>
              <p:cNvSpPr/>
              <p:nvPr/>
            </p:nvSpPr>
            <p:spPr>
              <a:xfrm>
                <a:off x="313067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1" name="ph5381"/>
              <p:cNvSpPr/>
              <p:nvPr/>
            </p:nvSpPr>
            <p:spPr>
              <a:xfrm>
                <a:off x="314011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2" name="ph5382"/>
              <p:cNvSpPr/>
              <p:nvPr/>
            </p:nvSpPr>
            <p:spPr>
              <a:xfrm>
                <a:off x="314955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3" name="ph5383"/>
              <p:cNvSpPr/>
              <p:nvPr/>
            </p:nvSpPr>
            <p:spPr>
              <a:xfrm>
                <a:off x="315899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4" name="ph5384"/>
              <p:cNvSpPr/>
              <p:nvPr/>
            </p:nvSpPr>
            <p:spPr>
              <a:xfrm>
                <a:off x="316843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5" name="ph5385"/>
              <p:cNvSpPr/>
              <p:nvPr/>
            </p:nvSpPr>
            <p:spPr>
              <a:xfrm>
                <a:off x="317787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6" name="ph5386"/>
              <p:cNvSpPr/>
              <p:nvPr/>
            </p:nvSpPr>
            <p:spPr>
              <a:xfrm>
                <a:off x="318731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7" name="ph5387"/>
              <p:cNvSpPr/>
              <p:nvPr/>
            </p:nvSpPr>
            <p:spPr>
              <a:xfrm>
                <a:off x="319675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8" name="ph5388"/>
              <p:cNvSpPr/>
              <p:nvPr/>
            </p:nvSpPr>
            <p:spPr>
              <a:xfrm>
                <a:off x="320619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9" name="ph5389"/>
              <p:cNvSpPr/>
              <p:nvPr/>
            </p:nvSpPr>
            <p:spPr>
              <a:xfrm>
                <a:off x="321563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0" name="ph5390"/>
              <p:cNvSpPr/>
              <p:nvPr/>
            </p:nvSpPr>
            <p:spPr>
              <a:xfrm>
                <a:off x="322507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1" name="ph5391"/>
              <p:cNvSpPr/>
              <p:nvPr/>
            </p:nvSpPr>
            <p:spPr>
              <a:xfrm>
                <a:off x="323451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2" name="ph5392"/>
              <p:cNvSpPr/>
              <p:nvPr/>
            </p:nvSpPr>
            <p:spPr>
              <a:xfrm>
                <a:off x="324395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3" name="ph5393"/>
              <p:cNvSpPr/>
              <p:nvPr/>
            </p:nvSpPr>
            <p:spPr>
              <a:xfrm>
                <a:off x="325339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4" name="ph5394"/>
              <p:cNvSpPr/>
              <p:nvPr/>
            </p:nvSpPr>
            <p:spPr>
              <a:xfrm>
                <a:off x="326283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5" name="ph5395"/>
              <p:cNvSpPr/>
              <p:nvPr/>
            </p:nvSpPr>
            <p:spPr>
              <a:xfrm>
                <a:off x="327227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6" name="ph5396"/>
              <p:cNvSpPr/>
              <p:nvPr/>
            </p:nvSpPr>
            <p:spPr>
              <a:xfrm>
                <a:off x="328171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7" name="ph5397"/>
              <p:cNvSpPr/>
              <p:nvPr/>
            </p:nvSpPr>
            <p:spPr>
              <a:xfrm>
                <a:off x="329115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8" name="ph5398"/>
              <p:cNvSpPr/>
              <p:nvPr/>
            </p:nvSpPr>
            <p:spPr>
              <a:xfrm>
                <a:off x="330059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9" name="ph5399"/>
              <p:cNvSpPr/>
              <p:nvPr/>
            </p:nvSpPr>
            <p:spPr>
              <a:xfrm>
                <a:off x="331004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0" name="ph5400"/>
              <p:cNvSpPr/>
              <p:nvPr/>
            </p:nvSpPr>
            <p:spPr>
              <a:xfrm>
                <a:off x="331948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1" name="ph5401"/>
              <p:cNvSpPr/>
              <p:nvPr/>
            </p:nvSpPr>
            <p:spPr>
              <a:xfrm>
                <a:off x="332892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2" name="ph5402"/>
              <p:cNvSpPr/>
              <p:nvPr/>
            </p:nvSpPr>
            <p:spPr>
              <a:xfrm>
                <a:off x="333836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3" name="ph5403"/>
              <p:cNvSpPr/>
              <p:nvPr/>
            </p:nvSpPr>
            <p:spPr>
              <a:xfrm>
                <a:off x="334780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4" name="ph5404"/>
              <p:cNvSpPr/>
              <p:nvPr/>
            </p:nvSpPr>
            <p:spPr>
              <a:xfrm>
                <a:off x="335724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5" name="ph5405"/>
              <p:cNvSpPr/>
              <p:nvPr/>
            </p:nvSpPr>
            <p:spPr>
              <a:xfrm>
                <a:off x="336668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6" name="ph5406"/>
              <p:cNvSpPr/>
              <p:nvPr/>
            </p:nvSpPr>
            <p:spPr>
              <a:xfrm>
                <a:off x="337612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7" name="ph5407"/>
              <p:cNvSpPr/>
              <p:nvPr/>
            </p:nvSpPr>
            <p:spPr>
              <a:xfrm>
                <a:off x="338556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8" name="ph5408"/>
              <p:cNvSpPr/>
              <p:nvPr/>
            </p:nvSpPr>
            <p:spPr>
              <a:xfrm>
                <a:off x="339500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9" name="ph5409"/>
              <p:cNvSpPr/>
              <p:nvPr/>
            </p:nvSpPr>
            <p:spPr>
              <a:xfrm>
                <a:off x="340444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0" name="ph5410"/>
              <p:cNvSpPr/>
              <p:nvPr/>
            </p:nvSpPr>
            <p:spPr>
              <a:xfrm>
                <a:off x="341388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1" name="ph5411"/>
              <p:cNvSpPr/>
              <p:nvPr/>
            </p:nvSpPr>
            <p:spPr>
              <a:xfrm>
                <a:off x="342332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2" name="ph5412"/>
              <p:cNvSpPr/>
              <p:nvPr/>
            </p:nvSpPr>
            <p:spPr>
              <a:xfrm>
                <a:off x="343276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3" name="ph5413"/>
              <p:cNvSpPr/>
              <p:nvPr/>
            </p:nvSpPr>
            <p:spPr>
              <a:xfrm>
                <a:off x="344220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4" name="ph5414"/>
              <p:cNvSpPr/>
              <p:nvPr/>
            </p:nvSpPr>
            <p:spPr>
              <a:xfrm>
                <a:off x="345164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5" name="ph5415"/>
              <p:cNvSpPr/>
              <p:nvPr/>
            </p:nvSpPr>
            <p:spPr>
              <a:xfrm>
                <a:off x="346108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6" name="ph5416"/>
              <p:cNvSpPr/>
              <p:nvPr/>
            </p:nvSpPr>
            <p:spPr>
              <a:xfrm>
                <a:off x="347052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7" name="ph5417"/>
              <p:cNvSpPr/>
              <p:nvPr/>
            </p:nvSpPr>
            <p:spPr>
              <a:xfrm>
                <a:off x="347996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8" name="ph5418"/>
              <p:cNvSpPr/>
              <p:nvPr/>
            </p:nvSpPr>
            <p:spPr>
              <a:xfrm>
                <a:off x="348940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9" name="ph5419"/>
              <p:cNvSpPr/>
              <p:nvPr/>
            </p:nvSpPr>
            <p:spPr>
              <a:xfrm>
                <a:off x="349884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0" name="ph5420"/>
              <p:cNvSpPr/>
              <p:nvPr/>
            </p:nvSpPr>
            <p:spPr>
              <a:xfrm>
                <a:off x="350828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1" name="ph5421"/>
              <p:cNvSpPr/>
              <p:nvPr/>
            </p:nvSpPr>
            <p:spPr>
              <a:xfrm>
                <a:off x="351772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2" name="ph5422"/>
              <p:cNvSpPr/>
              <p:nvPr/>
            </p:nvSpPr>
            <p:spPr>
              <a:xfrm>
                <a:off x="352716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3" name="ph5423"/>
              <p:cNvSpPr/>
              <p:nvPr/>
            </p:nvSpPr>
            <p:spPr>
              <a:xfrm>
                <a:off x="353660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4" name="ph5424"/>
              <p:cNvSpPr/>
              <p:nvPr/>
            </p:nvSpPr>
            <p:spPr>
              <a:xfrm>
                <a:off x="354604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5" name="ph5425"/>
              <p:cNvSpPr/>
              <p:nvPr/>
            </p:nvSpPr>
            <p:spPr>
              <a:xfrm>
                <a:off x="355548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6" name="ph5426"/>
              <p:cNvSpPr/>
              <p:nvPr/>
            </p:nvSpPr>
            <p:spPr>
              <a:xfrm>
                <a:off x="356492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7" name="ph5427"/>
              <p:cNvSpPr/>
              <p:nvPr/>
            </p:nvSpPr>
            <p:spPr>
              <a:xfrm>
                <a:off x="357436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8" name="ph5428"/>
              <p:cNvSpPr/>
              <p:nvPr/>
            </p:nvSpPr>
            <p:spPr>
              <a:xfrm>
                <a:off x="358380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9" name="ph5429"/>
              <p:cNvSpPr/>
              <p:nvPr/>
            </p:nvSpPr>
            <p:spPr>
              <a:xfrm>
                <a:off x="359324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0" name="ph5430"/>
              <p:cNvSpPr/>
              <p:nvPr/>
            </p:nvSpPr>
            <p:spPr>
              <a:xfrm>
                <a:off x="360268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1" name="ph5431"/>
              <p:cNvSpPr/>
              <p:nvPr/>
            </p:nvSpPr>
            <p:spPr>
              <a:xfrm>
                <a:off x="3612127" y="153527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381"/>
                    </a:lnTo>
                    <a:lnTo>
                      <a:pt x="922453" y="914400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2" name="ph5432"/>
              <p:cNvSpPr/>
              <p:nvPr/>
            </p:nvSpPr>
            <p:spPr>
              <a:xfrm>
                <a:off x="3621568" y="1517710"/>
                <a:ext cx="923840" cy="93095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951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331"/>
                    </a:lnTo>
                    <a:lnTo>
                      <a:pt x="923525" y="923636"/>
                    </a:lnTo>
                    <a:lnTo>
                      <a:pt x="918152" y="928197"/>
                    </a:lnTo>
                    <a:lnTo>
                      <a:pt x="914400" y="930951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3" name="ph5433"/>
              <p:cNvSpPr/>
              <p:nvPr/>
            </p:nvSpPr>
            <p:spPr>
              <a:xfrm>
                <a:off x="3631008" y="1517710"/>
                <a:ext cx="923121" cy="923331"/>
              </a:xfrm>
              <a:custGeom>
                <a:avLst/>
                <a:gdLst/>
                <a:ahLst/>
                <a:cxnLst/>
                <a:rect l="0" t="0" r="0" b="0"/>
                <a:pathLst>
                  <a:path w="923121" h="923331">
                    <a:moveTo>
                      <a:pt x="914400" y="914400"/>
                    </a:moveTo>
                    <a:lnTo>
                      <a:pt x="923121" y="914400"/>
                    </a:lnTo>
                    <a:lnTo>
                      <a:pt x="919323" y="918561"/>
                    </a:lnTo>
                    <a:lnTo>
                      <a:pt x="914400" y="923331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4" name="ph5434"/>
              <p:cNvSpPr/>
              <p:nvPr/>
            </p:nvSpPr>
            <p:spPr>
              <a:xfrm>
                <a:off x="2130010" y="1500140"/>
                <a:ext cx="914400" cy="9195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31">
                    <a:moveTo>
                      <a:pt x="914400" y="914400"/>
                    </a:moveTo>
                    <a:lnTo>
                      <a:pt x="914400" y="919531"/>
                    </a:lnTo>
                    <a:lnTo>
                      <a:pt x="911974" y="917627"/>
                    </a:lnTo>
                    <a:lnTo>
                      <a:pt x="908386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5" name="ph5435"/>
              <p:cNvSpPr/>
              <p:nvPr/>
            </p:nvSpPr>
            <p:spPr>
              <a:xfrm>
                <a:off x="213001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996" y="931969"/>
                    </a:lnTo>
                    <a:lnTo>
                      <a:pt x="919885" y="930675"/>
                    </a:lnTo>
                    <a:lnTo>
                      <a:pt x="919449" y="923260"/>
                    </a:lnTo>
                    <a:lnTo>
                      <a:pt x="917319" y="921822"/>
                    </a:lnTo>
                    <a:lnTo>
                      <a:pt x="914400" y="919531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6" name="ph5436"/>
              <p:cNvSpPr/>
              <p:nvPr/>
            </p:nvSpPr>
            <p:spPr>
              <a:xfrm>
                <a:off x="213945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7" name="ph5437"/>
              <p:cNvSpPr/>
              <p:nvPr/>
            </p:nvSpPr>
            <p:spPr>
              <a:xfrm>
                <a:off x="214889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8" name="ph5438"/>
              <p:cNvSpPr/>
              <p:nvPr/>
            </p:nvSpPr>
            <p:spPr>
              <a:xfrm>
                <a:off x="215833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9" name="ph5439"/>
              <p:cNvSpPr/>
              <p:nvPr/>
            </p:nvSpPr>
            <p:spPr>
              <a:xfrm>
                <a:off x="216777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0" name="ph5440"/>
              <p:cNvSpPr/>
              <p:nvPr/>
            </p:nvSpPr>
            <p:spPr>
              <a:xfrm>
                <a:off x="217721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1" name="ph5441"/>
              <p:cNvSpPr/>
              <p:nvPr/>
            </p:nvSpPr>
            <p:spPr>
              <a:xfrm>
                <a:off x="218665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2" name="ph5442"/>
              <p:cNvSpPr/>
              <p:nvPr/>
            </p:nvSpPr>
            <p:spPr>
              <a:xfrm>
                <a:off x="219609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3" name="ph5443"/>
              <p:cNvSpPr/>
              <p:nvPr/>
            </p:nvSpPr>
            <p:spPr>
              <a:xfrm>
                <a:off x="220553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4" name="ph5444"/>
              <p:cNvSpPr/>
              <p:nvPr/>
            </p:nvSpPr>
            <p:spPr>
              <a:xfrm>
                <a:off x="221497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5" name="ph5445"/>
              <p:cNvSpPr/>
              <p:nvPr/>
            </p:nvSpPr>
            <p:spPr>
              <a:xfrm>
                <a:off x="222441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6" name="ph5446"/>
              <p:cNvSpPr/>
              <p:nvPr/>
            </p:nvSpPr>
            <p:spPr>
              <a:xfrm>
                <a:off x="223385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7" name="ph5447"/>
              <p:cNvSpPr/>
              <p:nvPr/>
            </p:nvSpPr>
            <p:spPr>
              <a:xfrm>
                <a:off x="224329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8" name="ph5448"/>
              <p:cNvSpPr/>
              <p:nvPr/>
            </p:nvSpPr>
            <p:spPr>
              <a:xfrm>
                <a:off x="225273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9" name="ph5449"/>
              <p:cNvSpPr/>
              <p:nvPr/>
            </p:nvSpPr>
            <p:spPr>
              <a:xfrm>
                <a:off x="226217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0" name="ph5450"/>
              <p:cNvSpPr/>
              <p:nvPr/>
            </p:nvSpPr>
            <p:spPr>
              <a:xfrm>
                <a:off x="227161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1" name="ph5451"/>
              <p:cNvSpPr/>
              <p:nvPr/>
            </p:nvSpPr>
            <p:spPr>
              <a:xfrm>
                <a:off x="228105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2" name="ph5452"/>
              <p:cNvSpPr/>
              <p:nvPr/>
            </p:nvSpPr>
            <p:spPr>
              <a:xfrm>
                <a:off x="229049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3" name="ph5453"/>
              <p:cNvSpPr/>
              <p:nvPr/>
            </p:nvSpPr>
            <p:spPr>
              <a:xfrm>
                <a:off x="229993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4" name="ph5454"/>
              <p:cNvSpPr/>
              <p:nvPr/>
            </p:nvSpPr>
            <p:spPr>
              <a:xfrm>
                <a:off x="230937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5" name="ph5455"/>
              <p:cNvSpPr/>
              <p:nvPr/>
            </p:nvSpPr>
            <p:spPr>
              <a:xfrm>
                <a:off x="231881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6" name="ph5456"/>
              <p:cNvSpPr/>
              <p:nvPr/>
            </p:nvSpPr>
            <p:spPr>
              <a:xfrm>
                <a:off x="232825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7" name="ph5457"/>
              <p:cNvSpPr/>
              <p:nvPr/>
            </p:nvSpPr>
            <p:spPr>
              <a:xfrm>
                <a:off x="233769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8" name="ph5458"/>
              <p:cNvSpPr/>
              <p:nvPr/>
            </p:nvSpPr>
            <p:spPr>
              <a:xfrm>
                <a:off x="234713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9" name="ph5459"/>
              <p:cNvSpPr/>
              <p:nvPr/>
            </p:nvSpPr>
            <p:spPr>
              <a:xfrm>
                <a:off x="235657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0" name="ph5460"/>
              <p:cNvSpPr/>
              <p:nvPr/>
            </p:nvSpPr>
            <p:spPr>
              <a:xfrm>
                <a:off x="236601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1" name="ph5461"/>
              <p:cNvSpPr/>
              <p:nvPr/>
            </p:nvSpPr>
            <p:spPr>
              <a:xfrm>
                <a:off x="2384896" y="1517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843" y="896830"/>
                    </a:lnTo>
                    <a:lnTo>
                      <a:pt x="914400" y="898590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2" name="ph5462"/>
              <p:cNvSpPr/>
              <p:nvPr/>
            </p:nvSpPr>
            <p:spPr>
              <a:xfrm>
                <a:off x="2384896" y="1517710"/>
                <a:ext cx="918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79" h="914400">
                    <a:moveTo>
                      <a:pt x="914400" y="914400"/>
                    </a:moveTo>
                    <a:lnTo>
                      <a:pt x="914400" y="898590"/>
                    </a:lnTo>
                    <a:lnTo>
                      <a:pt x="915601" y="902389"/>
                    </a:lnTo>
                    <a:lnTo>
                      <a:pt x="918359" y="912267"/>
                    </a:lnTo>
                    <a:lnTo>
                      <a:pt x="918879" y="914400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3" name="ph5463"/>
              <p:cNvSpPr/>
              <p:nvPr/>
            </p:nvSpPr>
            <p:spPr>
              <a:xfrm>
                <a:off x="3083474" y="150014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924" y="931969"/>
                    </a:lnTo>
                    <a:lnTo>
                      <a:pt x="907714" y="925868"/>
                    </a:lnTo>
                    <a:lnTo>
                      <a:pt x="907642" y="914931"/>
                    </a:lnTo>
                    <a:lnTo>
                      <a:pt x="907653" y="914400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4" name="ph5464"/>
              <p:cNvSpPr/>
              <p:nvPr/>
            </p:nvSpPr>
            <p:spPr>
              <a:xfrm>
                <a:off x="308347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5" name="ph5465"/>
              <p:cNvSpPr/>
              <p:nvPr/>
            </p:nvSpPr>
            <p:spPr>
              <a:xfrm>
                <a:off x="309291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6" name="ph5466"/>
              <p:cNvSpPr/>
              <p:nvPr/>
            </p:nvSpPr>
            <p:spPr>
              <a:xfrm>
                <a:off x="310235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7" name="ph5467"/>
              <p:cNvSpPr/>
              <p:nvPr/>
            </p:nvSpPr>
            <p:spPr>
              <a:xfrm>
                <a:off x="311179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8" name="ph5468"/>
              <p:cNvSpPr/>
              <p:nvPr/>
            </p:nvSpPr>
            <p:spPr>
              <a:xfrm>
                <a:off x="312123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9" name="ph5469"/>
              <p:cNvSpPr/>
              <p:nvPr/>
            </p:nvSpPr>
            <p:spPr>
              <a:xfrm>
                <a:off x="313067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0" name="ph5470"/>
              <p:cNvSpPr/>
              <p:nvPr/>
            </p:nvSpPr>
            <p:spPr>
              <a:xfrm>
                <a:off x="314011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1" name="ph5471"/>
              <p:cNvSpPr/>
              <p:nvPr/>
            </p:nvSpPr>
            <p:spPr>
              <a:xfrm>
                <a:off x="314955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2" name="ph5472"/>
              <p:cNvSpPr/>
              <p:nvPr/>
            </p:nvSpPr>
            <p:spPr>
              <a:xfrm>
                <a:off x="315899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3" name="ph5473"/>
              <p:cNvSpPr/>
              <p:nvPr/>
            </p:nvSpPr>
            <p:spPr>
              <a:xfrm>
                <a:off x="316843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4" name="ph5474"/>
              <p:cNvSpPr/>
              <p:nvPr/>
            </p:nvSpPr>
            <p:spPr>
              <a:xfrm>
                <a:off x="317787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5" name="ph5475"/>
              <p:cNvSpPr/>
              <p:nvPr/>
            </p:nvSpPr>
            <p:spPr>
              <a:xfrm>
                <a:off x="318731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6" name="ph5476"/>
              <p:cNvSpPr/>
              <p:nvPr/>
            </p:nvSpPr>
            <p:spPr>
              <a:xfrm>
                <a:off x="319675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7" name="ph5477"/>
              <p:cNvSpPr/>
              <p:nvPr/>
            </p:nvSpPr>
            <p:spPr>
              <a:xfrm>
                <a:off x="320619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8" name="ph5478"/>
              <p:cNvSpPr/>
              <p:nvPr/>
            </p:nvSpPr>
            <p:spPr>
              <a:xfrm>
                <a:off x="321563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9" name="ph5479"/>
              <p:cNvSpPr/>
              <p:nvPr/>
            </p:nvSpPr>
            <p:spPr>
              <a:xfrm>
                <a:off x="322507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0" name="ph5480"/>
              <p:cNvSpPr/>
              <p:nvPr/>
            </p:nvSpPr>
            <p:spPr>
              <a:xfrm>
                <a:off x="323451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1" name="ph5481"/>
              <p:cNvSpPr/>
              <p:nvPr/>
            </p:nvSpPr>
            <p:spPr>
              <a:xfrm>
                <a:off x="324395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2" name="ph5482"/>
              <p:cNvSpPr/>
              <p:nvPr/>
            </p:nvSpPr>
            <p:spPr>
              <a:xfrm>
                <a:off x="325339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3" name="ph5483"/>
              <p:cNvSpPr/>
              <p:nvPr/>
            </p:nvSpPr>
            <p:spPr>
              <a:xfrm>
                <a:off x="326283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4" name="ph5484"/>
              <p:cNvSpPr/>
              <p:nvPr/>
            </p:nvSpPr>
            <p:spPr>
              <a:xfrm>
                <a:off x="327227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5" name="ph5485"/>
              <p:cNvSpPr/>
              <p:nvPr/>
            </p:nvSpPr>
            <p:spPr>
              <a:xfrm>
                <a:off x="328171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6" name="ph5486"/>
              <p:cNvSpPr/>
              <p:nvPr/>
            </p:nvSpPr>
            <p:spPr>
              <a:xfrm>
                <a:off x="329115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7" name="ph5487"/>
              <p:cNvSpPr/>
              <p:nvPr/>
            </p:nvSpPr>
            <p:spPr>
              <a:xfrm>
                <a:off x="330059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8" name="ph5488"/>
              <p:cNvSpPr/>
              <p:nvPr/>
            </p:nvSpPr>
            <p:spPr>
              <a:xfrm>
                <a:off x="331004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9" name="ph5489"/>
              <p:cNvSpPr/>
              <p:nvPr/>
            </p:nvSpPr>
            <p:spPr>
              <a:xfrm>
                <a:off x="331948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0" name="ph5490"/>
              <p:cNvSpPr/>
              <p:nvPr/>
            </p:nvSpPr>
            <p:spPr>
              <a:xfrm>
                <a:off x="332892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1" name="ph5491"/>
              <p:cNvSpPr/>
              <p:nvPr/>
            </p:nvSpPr>
            <p:spPr>
              <a:xfrm>
                <a:off x="333836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2" name="ph5492"/>
              <p:cNvSpPr/>
              <p:nvPr/>
            </p:nvSpPr>
            <p:spPr>
              <a:xfrm>
                <a:off x="334780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3" name="ph5493"/>
              <p:cNvSpPr/>
              <p:nvPr/>
            </p:nvSpPr>
            <p:spPr>
              <a:xfrm>
                <a:off x="335724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4" name="ph5494"/>
              <p:cNvSpPr/>
              <p:nvPr/>
            </p:nvSpPr>
            <p:spPr>
              <a:xfrm>
                <a:off x="336668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5" name="ph5495"/>
              <p:cNvSpPr/>
              <p:nvPr/>
            </p:nvSpPr>
            <p:spPr>
              <a:xfrm>
                <a:off x="337612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6" name="ph5496"/>
              <p:cNvSpPr/>
              <p:nvPr/>
            </p:nvSpPr>
            <p:spPr>
              <a:xfrm>
                <a:off x="338556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7" name="ph5497"/>
              <p:cNvSpPr/>
              <p:nvPr/>
            </p:nvSpPr>
            <p:spPr>
              <a:xfrm>
                <a:off x="339500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8" name="ph5498"/>
              <p:cNvSpPr/>
              <p:nvPr/>
            </p:nvSpPr>
            <p:spPr>
              <a:xfrm>
                <a:off x="340444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9" name="ph5499"/>
              <p:cNvSpPr/>
              <p:nvPr/>
            </p:nvSpPr>
            <p:spPr>
              <a:xfrm>
                <a:off x="341388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0" name="ph5500"/>
              <p:cNvSpPr/>
              <p:nvPr/>
            </p:nvSpPr>
            <p:spPr>
              <a:xfrm>
                <a:off x="342332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1" name="ph5501"/>
              <p:cNvSpPr/>
              <p:nvPr/>
            </p:nvSpPr>
            <p:spPr>
              <a:xfrm>
                <a:off x="343276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2" name="ph5502"/>
              <p:cNvSpPr/>
              <p:nvPr/>
            </p:nvSpPr>
            <p:spPr>
              <a:xfrm>
                <a:off x="344220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3" name="ph5503"/>
              <p:cNvSpPr/>
              <p:nvPr/>
            </p:nvSpPr>
            <p:spPr>
              <a:xfrm>
                <a:off x="345164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4" name="ph5504"/>
              <p:cNvSpPr/>
              <p:nvPr/>
            </p:nvSpPr>
            <p:spPr>
              <a:xfrm>
                <a:off x="346108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5" name="ph5505"/>
              <p:cNvSpPr/>
              <p:nvPr/>
            </p:nvSpPr>
            <p:spPr>
              <a:xfrm>
                <a:off x="347052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6" name="ph5506"/>
              <p:cNvSpPr/>
              <p:nvPr/>
            </p:nvSpPr>
            <p:spPr>
              <a:xfrm>
                <a:off x="347996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7" name="ph5507"/>
              <p:cNvSpPr/>
              <p:nvPr/>
            </p:nvSpPr>
            <p:spPr>
              <a:xfrm>
                <a:off x="348940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8" name="ph5508"/>
              <p:cNvSpPr/>
              <p:nvPr/>
            </p:nvSpPr>
            <p:spPr>
              <a:xfrm>
                <a:off x="349884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9" name="ph5509"/>
              <p:cNvSpPr/>
              <p:nvPr/>
            </p:nvSpPr>
            <p:spPr>
              <a:xfrm>
                <a:off x="350828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0" name="ph5510"/>
              <p:cNvSpPr/>
              <p:nvPr/>
            </p:nvSpPr>
            <p:spPr>
              <a:xfrm>
                <a:off x="351772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1" name="ph5511"/>
              <p:cNvSpPr/>
              <p:nvPr/>
            </p:nvSpPr>
            <p:spPr>
              <a:xfrm>
                <a:off x="352716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2" name="ph5512"/>
              <p:cNvSpPr/>
              <p:nvPr/>
            </p:nvSpPr>
            <p:spPr>
              <a:xfrm>
                <a:off x="353660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3" name="ph5513"/>
              <p:cNvSpPr/>
              <p:nvPr/>
            </p:nvSpPr>
            <p:spPr>
              <a:xfrm>
                <a:off x="354604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4" name="ph5514"/>
              <p:cNvSpPr/>
              <p:nvPr/>
            </p:nvSpPr>
            <p:spPr>
              <a:xfrm>
                <a:off x="355548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5" name="ph5515"/>
              <p:cNvSpPr/>
              <p:nvPr/>
            </p:nvSpPr>
            <p:spPr>
              <a:xfrm>
                <a:off x="356492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6" name="ph5516"/>
              <p:cNvSpPr/>
              <p:nvPr/>
            </p:nvSpPr>
            <p:spPr>
              <a:xfrm>
                <a:off x="357436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7" name="ph5517"/>
              <p:cNvSpPr/>
              <p:nvPr/>
            </p:nvSpPr>
            <p:spPr>
              <a:xfrm>
                <a:off x="358380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8" name="ph5518"/>
              <p:cNvSpPr/>
              <p:nvPr/>
            </p:nvSpPr>
            <p:spPr>
              <a:xfrm>
                <a:off x="359324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9" name="ph5519"/>
              <p:cNvSpPr/>
              <p:nvPr/>
            </p:nvSpPr>
            <p:spPr>
              <a:xfrm>
                <a:off x="360268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0" name="ph5520"/>
              <p:cNvSpPr/>
              <p:nvPr/>
            </p:nvSpPr>
            <p:spPr>
              <a:xfrm>
                <a:off x="361212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1" name="ph5521"/>
              <p:cNvSpPr/>
              <p:nvPr/>
            </p:nvSpPr>
            <p:spPr>
              <a:xfrm>
                <a:off x="362156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2" name="ph5522"/>
              <p:cNvSpPr/>
              <p:nvPr/>
            </p:nvSpPr>
            <p:spPr>
              <a:xfrm>
                <a:off x="3631008" y="15177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612"/>
                    </a:lnTo>
                    <a:lnTo>
                      <a:pt x="923121" y="91440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3" name="ph5523"/>
              <p:cNvSpPr/>
              <p:nvPr/>
            </p:nvSpPr>
            <p:spPr>
              <a:xfrm>
                <a:off x="3640448" y="1500140"/>
                <a:ext cx="923840" cy="93118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18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130"/>
                    </a:lnTo>
                    <a:lnTo>
                      <a:pt x="921828" y="922592"/>
                    </a:lnTo>
                    <a:lnTo>
                      <a:pt x="920108" y="924588"/>
                    </a:lnTo>
                    <a:lnTo>
                      <a:pt x="918399" y="926573"/>
                    </a:lnTo>
                    <a:lnTo>
                      <a:pt x="916690" y="928558"/>
                    </a:lnTo>
                    <a:lnTo>
                      <a:pt x="914972" y="930554"/>
                    </a:lnTo>
                    <a:lnTo>
                      <a:pt x="914400" y="931182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4" name="ph5524"/>
              <p:cNvSpPr/>
              <p:nvPr/>
            </p:nvSpPr>
            <p:spPr>
              <a:xfrm>
                <a:off x="3649888" y="1500140"/>
                <a:ext cx="918873" cy="920130"/>
              </a:xfrm>
              <a:custGeom>
                <a:avLst/>
                <a:gdLst/>
                <a:ahLst/>
                <a:cxnLst/>
                <a:rect l="0" t="0" r="0" b="0"/>
                <a:pathLst>
                  <a:path w="918873" h="920130">
                    <a:moveTo>
                      <a:pt x="914400" y="914400"/>
                    </a:moveTo>
                    <a:lnTo>
                      <a:pt x="918873" y="914400"/>
                    </a:lnTo>
                    <a:lnTo>
                      <a:pt x="916940" y="917021"/>
                    </a:lnTo>
                    <a:lnTo>
                      <a:pt x="914400" y="92013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5" name="ph5525"/>
              <p:cNvSpPr/>
              <p:nvPr/>
            </p:nvSpPr>
            <p:spPr>
              <a:xfrm>
                <a:off x="2111129" y="1482570"/>
                <a:ext cx="914400" cy="9180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89">
                    <a:moveTo>
                      <a:pt x="914400" y="914400"/>
                    </a:moveTo>
                    <a:lnTo>
                      <a:pt x="914400" y="918089"/>
                    </a:lnTo>
                    <a:lnTo>
                      <a:pt x="911526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6" name="ph5526"/>
              <p:cNvSpPr/>
              <p:nvPr/>
            </p:nvSpPr>
            <p:spPr>
              <a:xfrm>
                <a:off x="2111129" y="1482570"/>
                <a:ext cx="923840" cy="92867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67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670"/>
                    </a:lnTo>
                    <a:lnTo>
                      <a:pt x="920545" y="925308"/>
                    </a:lnTo>
                    <a:lnTo>
                      <a:pt x="915608" y="919640"/>
                    </a:lnTo>
                    <a:lnTo>
                      <a:pt x="914400" y="91808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7" name="ph5527"/>
              <p:cNvSpPr/>
              <p:nvPr/>
            </p:nvSpPr>
            <p:spPr>
              <a:xfrm>
                <a:off x="212056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26" y="931969"/>
                    </a:lnTo>
                    <a:lnTo>
                      <a:pt x="916191" y="930498"/>
                    </a:lnTo>
                    <a:lnTo>
                      <a:pt x="914400" y="92867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8" name="ph5528"/>
              <p:cNvSpPr/>
              <p:nvPr/>
            </p:nvSpPr>
            <p:spPr>
              <a:xfrm>
                <a:off x="213001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9" name="ph5529"/>
              <p:cNvSpPr/>
              <p:nvPr/>
            </p:nvSpPr>
            <p:spPr>
              <a:xfrm>
                <a:off x="213945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0" name="ph5530"/>
              <p:cNvSpPr/>
              <p:nvPr/>
            </p:nvSpPr>
            <p:spPr>
              <a:xfrm>
                <a:off x="214889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1" name="ph5531"/>
              <p:cNvSpPr/>
              <p:nvPr/>
            </p:nvSpPr>
            <p:spPr>
              <a:xfrm>
                <a:off x="215833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2" name="ph5532"/>
              <p:cNvSpPr/>
              <p:nvPr/>
            </p:nvSpPr>
            <p:spPr>
              <a:xfrm>
                <a:off x="216777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3" name="ph5533"/>
              <p:cNvSpPr/>
              <p:nvPr/>
            </p:nvSpPr>
            <p:spPr>
              <a:xfrm>
                <a:off x="217721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4" name="ph5534"/>
              <p:cNvSpPr/>
              <p:nvPr/>
            </p:nvSpPr>
            <p:spPr>
              <a:xfrm>
                <a:off x="218665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5" name="ph5535"/>
              <p:cNvSpPr/>
              <p:nvPr/>
            </p:nvSpPr>
            <p:spPr>
              <a:xfrm>
                <a:off x="219609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6" name="ph5536"/>
              <p:cNvSpPr/>
              <p:nvPr/>
            </p:nvSpPr>
            <p:spPr>
              <a:xfrm>
                <a:off x="220553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7" name="ph5537"/>
              <p:cNvSpPr/>
              <p:nvPr/>
            </p:nvSpPr>
            <p:spPr>
              <a:xfrm>
                <a:off x="221497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8" name="ph5538"/>
              <p:cNvSpPr/>
              <p:nvPr/>
            </p:nvSpPr>
            <p:spPr>
              <a:xfrm>
                <a:off x="222441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9" name="ph5539"/>
              <p:cNvSpPr/>
              <p:nvPr/>
            </p:nvSpPr>
            <p:spPr>
              <a:xfrm>
                <a:off x="223385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0" name="ph5540"/>
              <p:cNvSpPr/>
              <p:nvPr/>
            </p:nvSpPr>
            <p:spPr>
              <a:xfrm>
                <a:off x="224329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1" name="ph5541"/>
              <p:cNvSpPr/>
              <p:nvPr/>
            </p:nvSpPr>
            <p:spPr>
              <a:xfrm>
                <a:off x="225273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2" name="ph5542"/>
              <p:cNvSpPr/>
              <p:nvPr/>
            </p:nvSpPr>
            <p:spPr>
              <a:xfrm>
                <a:off x="226217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3" name="ph5543"/>
              <p:cNvSpPr/>
              <p:nvPr/>
            </p:nvSpPr>
            <p:spPr>
              <a:xfrm>
                <a:off x="227161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4" name="ph5544"/>
              <p:cNvSpPr/>
              <p:nvPr/>
            </p:nvSpPr>
            <p:spPr>
              <a:xfrm>
                <a:off x="228105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5" name="ph5545"/>
              <p:cNvSpPr/>
              <p:nvPr/>
            </p:nvSpPr>
            <p:spPr>
              <a:xfrm>
                <a:off x="229049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6" name="ph5546"/>
              <p:cNvSpPr/>
              <p:nvPr/>
            </p:nvSpPr>
            <p:spPr>
              <a:xfrm>
                <a:off x="229993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7" name="ph5547"/>
              <p:cNvSpPr/>
              <p:nvPr/>
            </p:nvSpPr>
            <p:spPr>
              <a:xfrm>
                <a:off x="230937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8" name="ph5548"/>
              <p:cNvSpPr/>
              <p:nvPr/>
            </p:nvSpPr>
            <p:spPr>
              <a:xfrm>
                <a:off x="231881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9" name="ph5549"/>
              <p:cNvSpPr/>
              <p:nvPr/>
            </p:nvSpPr>
            <p:spPr>
              <a:xfrm>
                <a:off x="232825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0" name="ph5550"/>
              <p:cNvSpPr/>
              <p:nvPr/>
            </p:nvSpPr>
            <p:spPr>
              <a:xfrm>
                <a:off x="233769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1" name="ph5551"/>
              <p:cNvSpPr/>
              <p:nvPr/>
            </p:nvSpPr>
            <p:spPr>
              <a:xfrm>
                <a:off x="234713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2" name="ph5552"/>
              <p:cNvSpPr/>
              <p:nvPr/>
            </p:nvSpPr>
            <p:spPr>
              <a:xfrm>
                <a:off x="235657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3" name="ph5553"/>
              <p:cNvSpPr/>
              <p:nvPr/>
            </p:nvSpPr>
            <p:spPr>
              <a:xfrm>
                <a:off x="236601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4" name="ph5554"/>
              <p:cNvSpPr/>
              <p:nvPr/>
            </p:nvSpPr>
            <p:spPr>
              <a:xfrm>
                <a:off x="2375456" y="1500140"/>
                <a:ext cx="9232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83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12" y="896830"/>
                    </a:lnTo>
                    <a:lnTo>
                      <a:pt x="918705" y="901084"/>
                    </a:lnTo>
                    <a:lnTo>
                      <a:pt x="922007" y="910366"/>
                    </a:lnTo>
                    <a:lnTo>
                      <a:pt x="923283" y="914400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5" name="ph5555"/>
              <p:cNvSpPr/>
              <p:nvPr/>
            </p:nvSpPr>
            <p:spPr>
              <a:xfrm>
                <a:off x="3083474" y="148257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653" y="931969"/>
                    </a:lnTo>
                    <a:lnTo>
                      <a:pt x="907875" y="921571"/>
                    </a:lnTo>
                    <a:lnTo>
                      <a:pt x="908229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6" name="ph5556"/>
              <p:cNvSpPr/>
              <p:nvPr/>
            </p:nvSpPr>
            <p:spPr>
              <a:xfrm>
                <a:off x="308347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7" name="ph5557"/>
              <p:cNvSpPr/>
              <p:nvPr/>
            </p:nvSpPr>
            <p:spPr>
              <a:xfrm>
                <a:off x="309291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8" name="ph5558"/>
              <p:cNvSpPr/>
              <p:nvPr/>
            </p:nvSpPr>
            <p:spPr>
              <a:xfrm>
                <a:off x="310235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9" name="ph5559"/>
              <p:cNvSpPr/>
              <p:nvPr/>
            </p:nvSpPr>
            <p:spPr>
              <a:xfrm>
                <a:off x="311179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0" name="ph5560"/>
              <p:cNvSpPr/>
              <p:nvPr/>
            </p:nvSpPr>
            <p:spPr>
              <a:xfrm>
                <a:off x="312123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1" name="ph5561"/>
              <p:cNvSpPr/>
              <p:nvPr/>
            </p:nvSpPr>
            <p:spPr>
              <a:xfrm>
                <a:off x="313067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2" name="ph5562"/>
              <p:cNvSpPr/>
              <p:nvPr/>
            </p:nvSpPr>
            <p:spPr>
              <a:xfrm>
                <a:off x="314011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3" name="ph5563"/>
              <p:cNvSpPr/>
              <p:nvPr/>
            </p:nvSpPr>
            <p:spPr>
              <a:xfrm>
                <a:off x="314955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4" name="ph5564"/>
              <p:cNvSpPr/>
              <p:nvPr/>
            </p:nvSpPr>
            <p:spPr>
              <a:xfrm>
                <a:off x="315899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5" name="ph5565"/>
              <p:cNvSpPr/>
              <p:nvPr/>
            </p:nvSpPr>
            <p:spPr>
              <a:xfrm>
                <a:off x="316843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6" name="ph5566"/>
              <p:cNvSpPr/>
              <p:nvPr/>
            </p:nvSpPr>
            <p:spPr>
              <a:xfrm>
                <a:off x="317787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7" name="ph5567"/>
              <p:cNvSpPr/>
              <p:nvPr/>
            </p:nvSpPr>
            <p:spPr>
              <a:xfrm>
                <a:off x="318731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8" name="ph5568"/>
              <p:cNvSpPr/>
              <p:nvPr/>
            </p:nvSpPr>
            <p:spPr>
              <a:xfrm>
                <a:off x="319675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9" name="ph5569"/>
              <p:cNvSpPr/>
              <p:nvPr/>
            </p:nvSpPr>
            <p:spPr>
              <a:xfrm>
                <a:off x="320619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0" name="ph5570"/>
              <p:cNvSpPr/>
              <p:nvPr/>
            </p:nvSpPr>
            <p:spPr>
              <a:xfrm>
                <a:off x="321563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1" name="ph5571"/>
              <p:cNvSpPr/>
              <p:nvPr/>
            </p:nvSpPr>
            <p:spPr>
              <a:xfrm>
                <a:off x="322507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2" name="ph5572"/>
              <p:cNvSpPr/>
              <p:nvPr/>
            </p:nvSpPr>
            <p:spPr>
              <a:xfrm>
                <a:off x="323451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3" name="ph5573"/>
              <p:cNvSpPr/>
              <p:nvPr/>
            </p:nvSpPr>
            <p:spPr>
              <a:xfrm>
                <a:off x="324395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4" name="ph5574"/>
              <p:cNvSpPr/>
              <p:nvPr/>
            </p:nvSpPr>
            <p:spPr>
              <a:xfrm>
                <a:off x="325339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5" name="ph5575"/>
              <p:cNvSpPr/>
              <p:nvPr/>
            </p:nvSpPr>
            <p:spPr>
              <a:xfrm>
                <a:off x="326283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6" name="ph5576"/>
              <p:cNvSpPr/>
              <p:nvPr/>
            </p:nvSpPr>
            <p:spPr>
              <a:xfrm>
                <a:off x="327227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7" name="ph5577"/>
              <p:cNvSpPr/>
              <p:nvPr/>
            </p:nvSpPr>
            <p:spPr>
              <a:xfrm>
                <a:off x="328171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8" name="ph5578"/>
              <p:cNvSpPr/>
              <p:nvPr/>
            </p:nvSpPr>
            <p:spPr>
              <a:xfrm>
                <a:off x="329115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9" name="ph5579"/>
              <p:cNvSpPr/>
              <p:nvPr/>
            </p:nvSpPr>
            <p:spPr>
              <a:xfrm>
                <a:off x="330059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0" name="ph5580"/>
              <p:cNvSpPr/>
              <p:nvPr/>
            </p:nvSpPr>
            <p:spPr>
              <a:xfrm>
                <a:off x="331004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1" name="ph5581"/>
              <p:cNvSpPr/>
              <p:nvPr/>
            </p:nvSpPr>
            <p:spPr>
              <a:xfrm>
                <a:off x="331948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2" name="ph5582"/>
              <p:cNvSpPr/>
              <p:nvPr/>
            </p:nvSpPr>
            <p:spPr>
              <a:xfrm>
                <a:off x="332892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3" name="ph5583"/>
              <p:cNvSpPr/>
              <p:nvPr/>
            </p:nvSpPr>
            <p:spPr>
              <a:xfrm>
                <a:off x="333836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4" name="ph5584"/>
              <p:cNvSpPr/>
              <p:nvPr/>
            </p:nvSpPr>
            <p:spPr>
              <a:xfrm>
                <a:off x="334780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5" name="ph5585"/>
              <p:cNvSpPr/>
              <p:nvPr/>
            </p:nvSpPr>
            <p:spPr>
              <a:xfrm>
                <a:off x="335724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6" name="ph5586"/>
              <p:cNvSpPr/>
              <p:nvPr/>
            </p:nvSpPr>
            <p:spPr>
              <a:xfrm>
                <a:off x="336668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7" name="ph5587"/>
              <p:cNvSpPr/>
              <p:nvPr/>
            </p:nvSpPr>
            <p:spPr>
              <a:xfrm>
                <a:off x="337612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8" name="ph5588"/>
              <p:cNvSpPr/>
              <p:nvPr/>
            </p:nvSpPr>
            <p:spPr>
              <a:xfrm>
                <a:off x="338556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9" name="ph5589"/>
              <p:cNvSpPr/>
              <p:nvPr/>
            </p:nvSpPr>
            <p:spPr>
              <a:xfrm>
                <a:off x="339500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0" name="ph5590"/>
              <p:cNvSpPr/>
              <p:nvPr/>
            </p:nvSpPr>
            <p:spPr>
              <a:xfrm>
                <a:off x="340444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1" name="ph5591"/>
              <p:cNvSpPr/>
              <p:nvPr/>
            </p:nvSpPr>
            <p:spPr>
              <a:xfrm>
                <a:off x="341388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2" name="ph5592"/>
              <p:cNvSpPr/>
              <p:nvPr/>
            </p:nvSpPr>
            <p:spPr>
              <a:xfrm>
                <a:off x="342332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3" name="ph5593"/>
              <p:cNvSpPr/>
              <p:nvPr/>
            </p:nvSpPr>
            <p:spPr>
              <a:xfrm>
                <a:off x="343276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4" name="ph5594"/>
              <p:cNvSpPr/>
              <p:nvPr/>
            </p:nvSpPr>
            <p:spPr>
              <a:xfrm>
                <a:off x="344220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5" name="ph5595"/>
              <p:cNvSpPr/>
              <p:nvPr/>
            </p:nvSpPr>
            <p:spPr>
              <a:xfrm>
                <a:off x="345164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6" name="ph5596"/>
              <p:cNvSpPr/>
              <p:nvPr/>
            </p:nvSpPr>
            <p:spPr>
              <a:xfrm>
                <a:off x="346108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7" name="ph5597"/>
              <p:cNvSpPr/>
              <p:nvPr/>
            </p:nvSpPr>
            <p:spPr>
              <a:xfrm>
                <a:off x="347052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8" name="ph5598"/>
              <p:cNvSpPr/>
              <p:nvPr/>
            </p:nvSpPr>
            <p:spPr>
              <a:xfrm>
                <a:off x="347996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9" name="ph5599"/>
              <p:cNvSpPr/>
              <p:nvPr/>
            </p:nvSpPr>
            <p:spPr>
              <a:xfrm>
                <a:off x="348940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0" name="ph5600"/>
              <p:cNvSpPr/>
              <p:nvPr/>
            </p:nvSpPr>
            <p:spPr>
              <a:xfrm>
                <a:off x="349884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1" name="ph5601"/>
              <p:cNvSpPr/>
              <p:nvPr/>
            </p:nvSpPr>
            <p:spPr>
              <a:xfrm>
                <a:off x="350828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2" name="ph5602"/>
              <p:cNvSpPr/>
              <p:nvPr/>
            </p:nvSpPr>
            <p:spPr>
              <a:xfrm>
                <a:off x="351772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3" name="ph5603"/>
              <p:cNvSpPr/>
              <p:nvPr/>
            </p:nvSpPr>
            <p:spPr>
              <a:xfrm>
                <a:off x="352716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4" name="ph5604"/>
              <p:cNvSpPr/>
              <p:nvPr/>
            </p:nvSpPr>
            <p:spPr>
              <a:xfrm>
                <a:off x="353660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5" name="ph5605"/>
              <p:cNvSpPr/>
              <p:nvPr/>
            </p:nvSpPr>
            <p:spPr>
              <a:xfrm>
                <a:off x="354604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6" name="ph5606"/>
              <p:cNvSpPr/>
              <p:nvPr/>
            </p:nvSpPr>
            <p:spPr>
              <a:xfrm>
                <a:off x="355548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7" name="ph5607"/>
              <p:cNvSpPr/>
              <p:nvPr/>
            </p:nvSpPr>
            <p:spPr>
              <a:xfrm>
                <a:off x="356492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8" name="ph5608"/>
              <p:cNvSpPr/>
              <p:nvPr/>
            </p:nvSpPr>
            <p:spPr>
              <a:xfrm>
                <a:off x="357436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9" name="ph5609"/>
              <p:cNvSpPr/>
              <p:nvPr/>
            </p:nvSpPr>
            <p:spPr>
              <a:xfrm>
                <a:off x="358380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0" name="ph5610"/>
              <p:cNvSpPr/>
              <p:nvPr/>
            </p:nvSpPr>
            <p:spPr>
              <a:xfrm>
                <a:off x="359324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1" name="ph5611"/>
              <p:cNvSpPr/>
              <p:nvPr/>
            </p:nvSpPr>
            <p:spPr>
              <a:xfrm>
                <a:off x="360268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2" name="ph5612"/>
              <p:cNvSpPr/>
              <p:nvPr/>
            </p:nvSpPr>
            <p:spPr>
              <a:xfrm>
                <a:off x="361212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3" name="ph5613"/>
              <p:cNvSpPr/>
              <p:nvPr/>
            </p:nvSpPr>
            <p:spPr>
              <a:xfrm>
                <a:off x="362156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4" name="ph5614"/>
              <p:cNvSpPr/>
              <p:nvPr/>
            </p:nvSpPr>
            <p:spPr>
              <a:xfrm>
                <a:off x="363100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5" name="ph5615"/>
              <p:cNvSpPr/>
              <p:nvPr/>
            </p:nvSpPr>
            <p:spPr>
              <a:xfrm>
                <a:off x="364044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6" name="ph5616"/>
              <p:cNvSpPr/>
              <p:nvPr/>
            </p:nvSpPr>
            <p:spPr>
              <a:xfrm>
                <a:off x="3649888" y="150014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09"/>
                    </a:lnTo>
                    <a:lnTo>
                      <a:pt x="921343" y="911050"/>
                    </a:lnTo>
                    <a:lnTo>
                      <a:pt x="918873" y="914400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7" name="ph5617"/>
              <p:cNvSpPr/>
              <p:nvPr/>
            </p:nvSpPr>
            <p:spPr>
              <a:xfrm>
                <a:off x="3659328" y="1482570"/>
                <a:ext cx="920873" cy="924879"/>
              </a:xfrm>
              <a:custGeom>
                <a:avLst/>
                <a:gdLst/>
                <a:ahLst/>
                <a:cxnLst/>
                <a:rect l="0" t="0" r="0" b="0"/>
                <a:pathLst>
                  <a:path w="920873" h="924879">
                    <a:moveTo>
                      <a:pt x="914400" y="914400"/>
                    </a:moveTo>
                    <a:lnTo>
                      <a:pt x="920873" y="914400"/>
                    </a:lnTo>
                    <a:lnTo>
                      <a:pt x="920220" y="915532"/>
                    </a:lnTo>
                    <a:lnTo>
                      <a:pt x="916146" y="922262"/>
                    </a:lnTo>
                    <a:lnTo>
                      <a:pt x="914400" y="92487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8" name="ph5618"/>
              <p:cNvSpPr/>
              <p:nvPr/>
            </p:nvSpPr>
            <p:spPr>
              <a:xfrm>
                <a:off x="2101689" y="1465000"/>
                <a:ext cx="914400" cy="92247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78">
                    <a:moveTo>
                      <a:pt x="914400" y="914400"/>
                    </a:moveTo>
                    <a:lnTo>
                      <a:pt x="914400" y="922478"/>
                    </a:lnTo>
                    <a:lnTo>
                      <a:pt x="911260" y="917493"/>
                    </a:lnTo>
                    <a:lnTo>
                      <a:pt x="909503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9" name="ph5619"/>
              <p:cNvSpPr/>
              <p:nvPr/>
            </p:nvSpPr>
            <p:spPr>
              <a:xfrm>
                <a:off x="210168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967" y="931969"/>
                    </a:lnTo>
                    <a:lnTo>
                      <a:pt x="920273" y="931078"/>
                    </a:lnTo>
                    <a:lnTo>
                      <a:pt x="915673" y="924500"/>
                    </a:lnTo>
                    <a:lnTo>
                      <a:pt x="914400" y="92247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0" name="ph5620"/>
              <p:cNvSpPr/>
              <p:nvPr/>
            </p:nvSpPr>
            <p:spPr>
              <a:xfrm>
                <a:off x="211112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1" name="ph5621"/>
              <p:cNvSpPr/>
              <p:nvPr/>
            </p:nvSpPr>
            <p:spPr>
              <a:xfrm>
                <a:off x="212056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2" name="ph5622"/>
              <p:cNvSpPr/>
              <p:nvPr/>
            </p:nvSpPr>
            <p:spPr>
              <a:xfrm>
                <a:off x="213001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3" name="ph5623"/>
              <p:cNvSpPr/>
              <p:nvPr/>
            </p:nvSpPr>
            <p:spPr>
              <a:xfrm>
                <a:off x="213945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4" name="ph5624"/>
              <p:cNvSpPr/>
              <p:nvPr/>
            </p:nvSpPr>
            <p:spPr>
              <a:xfrm>
                <a:off x="214889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5" name="ph5625"/>
              <p:cNvSpPr/>
              <p:nvPr/>
            </p:nvSpPr>
            <p:spPr>
              <a:xfrm>
                <a:off x="215833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6" name="ph5626"/>
              <p:cNvSpPr/>
              <p:nvPr/>
            </p:nvSpPr>
            <p:spPr>
              <a:xfrm>
                <a:off x="216777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7" name="ph5627"/>
              <p:cNvSpPr/>
              <p:nvPr/>
            </p:nvSpPr>
            <p:spPr>
              <a:xfrm>
                <a:off x="217721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8" name="ph5628"/>
              <p:cNvSpPr/>
              <p:nvPr/>
            </p:nvSpPr>
            <p:spPr>
              <a:xfrm>
                <a:off x="218665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9" name="ph5629"/>
              <p:cNvSpPr/>
              <p:nvPr/>
            </p:nvSpPr>
            <p:spPr>
              <a:xfrm>
                <a:off x="219609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0" name="ph5630"/>
              <p:cNvSpPr/>
              <p:nvPr/>
            </p:nvSpPr>
            <p:spPr>
              <a:xfrm>
                <a:off x="220553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1" name="ph5631"/>
              <p:cNvSpPr/>
              <p:nvPr/>
            </p:nvSpPr>
            <p:spPr>
              <a:xfrm>
                <a:off x="221497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2" name="ph5632"/>
              <p:cNvSpPr/>
              <p:nvPr/>
            </p:nvSpPr>
            <p:spPr>
              <a:xfrm>
                <a:off x="222441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3" name="ph5633"/>
              <p:cNvSpPr/>
              <p:nvPr/>
            </p:nvSpPr>
            <p:spPr>
              <a:xfrm>
                <a:off x="223385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4" name="ph5634"/>
              <p:cNvSpPr/>
              <p:nvPr/>
            </p:nvSpPr>
            <p:spPr>
              <a:xfrm>
                <a:off x="224329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5" name="ph5635"/>
              <p:cNvSpPr/>
              <p:nvPr/>
            </p:nvSpPr>
            <p:spPr>
              <a:xfrm>
                <a:off x="225273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6" name="ph5636"/>
              <p:cNvSpPr/>
              <p:nvPr/>
            </p:nvSpPr>
            <p:spPr>
              <a:xfrm>
                <a:off x="226217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7" name="ph5637"/>
              <p:cNvSpPr/>
              <p:nvPr/>
            </p:nvSpPr>
            <p:spPr>
              <a:xfrm>
                <a:off x="227161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8" name="ph5638"/>
              <p:cNvSpPr/>
              <p:nvPr/>
            </p:nvSpPr>
            <p:spPr>
              <a:xfrm>
                <a:off x="228105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9" name="ph5639"/>
              <p:cNvSpPr/>
              <p:nvPr/>
            </p:nvSpPr>
            <p:spPr>
              <a:xfrm>
                <a:off x="229049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0" name="ph5640"/>
              <p:cNvSpPr/>
              <p:nvPr/>
            </p:nvSpPr>
            <p:spPr>
              <a:xfrm>
                <a:off x="229993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1" name="ph5641"/>
              <p:cNvSpPr/>
              <p:nvPr/>
            </p:nvSpPr>
            <p:spPr>
              <a:xfrm>
                <a:off x="230937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2" name="ph5642"/>
              <p:cNvSpPr/>
              <p:nvPr/>
            </p:nvSpPr>
            <p:spPr>
              <a:xfrm>
                <a:off x="231881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3" name="ph5643"/>
              <p:cNvSpPr/>
              <p:nvPr/>
            </p:nvSpPr>
            <p:spPr>
              <a:xfrm>
                <a:off x="232825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4" name="ph5644"/>
              <p:cNvSpPr/>
              <p:nvPr/>
            </p:nvSpPr>
            <p:spPr>
              <a:xfrm>
                <a:off x="233769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5" name="ph5645"/>
              <p:cNvSpPr/>
              <p:nvPr/>
            </p:nvSpPr>
            <p:spPr>
              <a:xfrm>
                <a:off x="234713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6" name="ph5646"/>
              <p:cNvSpPr/>
              <p:nvPr/>
            </p:nvSpPr>
            <p:spPr>
              <a:xfrm>
                <a:off x="235657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7" name="ph5647"/>
              <p:cNvSpPr/>
              <p:nvPr/>
            </p:nvSpPr>
            <p:spPr>
              <a:xfrm>
                <a:off x="2375456" y="148257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399" y="896830"/>
                    </a:lnTo>
                    <a:lnTo>
                      <a:pt x="914399" y="904815"/>
                    </a:lnTo>
                    <a:lnTo>
                      <a:pt x="913804" y="906688"/>
                    </a:lnTo>
                    <a:lnTo>
                      <a:pt x="914399" y="90803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8" name="ph5648"/>
              <p:cNvSpPr/>
              <p:nvPr/>
            </p:nvSpPr>
            <p:spPr>
              <a:xfrm>
                <a:off x="2375456" y="1482570"/>
                <a:ext cx="9170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12" h="914400">
                    <a:moveTo>
                      <a:pt x="914399" y="914400"/>
                    </a:moveTo>
                    <a:lnTo>
                      <a:pt x="914399" y="908030"/>
                    </a:lnTo>
                    <a:lnTo>
                      <a:pt x="915145" y="909709"/>
                    </a:lnTo>
                    <a:lnTo>
                      <a:pt x="917012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9" name="ph5649"/>
              <p:cNvSpPr/>
              <p:nvPr/>
            </p:nvSpPr>
            <p:spPr>
              <a:xfrm>
                <a:off x="2375456" y="1465000"/>
                <a:ext cx="916914" cy="922385"/>
              </a:xfrm>
              <a:custGeom>
                <a:avLst/>
                <a:gdLst/>
                <a:ahLst/>
                <a:cxnLst/>
                <a:rect l="0" t="0" r="0" b="0"/>
                <a:pathLst>
                  <a:path w="916914" h="922385">
                    <a:moveTo>
                      <a:pt x="914399" y="914400"/>
                    </a:moveTo>
                    <a:lnTo>
                      <a:pt x="916914" y="914400"/>
                    </a:lnTo>
                    <a:lnTo>
                      <a:pt x="916719" y="915091"/>
                    </a:lnTo>
                    <a:lnTo>
                      <a:pt x="914399" y="922385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0" name="ph5650"/>
              <p:cNvSpPr/>
              <p:nvPr/>
            </p:nvSpPr>
            <p:spPr>
              <a:xfrm>
                <a:off x="3083474" y="146500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229" y="931969"/>
                    </a:lnTo>
                    <a:lnTo>
                      <a:pt x="908412" y="928249"/>
                    </a:lnTo>
                    <a:lnTo>
                      <a:pt x="909252" y="917423"/>
                    </a:lnTo>
                    <a:lnTo>
                      <a:pt x="909574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1" name="ph5651"/>
              <p:cNvSpPr/>
              <p:nvPr/>
            </p:nvSpPr>
            <p:spPr>
              <a:xfrm>
                <a:off x="308347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2" name="ph5652"/>
              <p:cNvSpPr/>
              <p:nvPr/>
            </p:nvSpPr>
            <p:spPr>
              <a:xfrm>
                <a:off x="309291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3" name="ph5653"/>
              <p:cNvSpPr/>
              <p:nvPr/>
            </p:nvSpPr>
            <p:spPr>
              <a:xfrm>
                <a:off x="310235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4" name="ph5654"/>
              <p:cNvSpPr/>
              <p:nvPr/>
            </p:nvSpPr>
            <p:spPr>
              <a:xfrm>
                <a:off x="311179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5" name="ph5655"/>
              <p:cNvSpPr/>
              <p:nvPr/>
            </p:nvSpPr>
            <p:spPr>
              <a:xfrm>
                <a:off x="312123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6" name="ph5656"/>
              <p:cNvSpPr/>
              <p:nvPr/>
            </p:nvSpPr>
            <p:spPr>
              <a:xfrm>
                <a:off x="313067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7" name="ph5657"/>
              <p:cNvSpPr/>
              <p:nvPr/>
            </p:nvSpPr>
            <p:spPr>
              <a:xfrm>
                <a:off x="314011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8" name="ph5658"/>
              <p:cNvSpPr/>
              <p:nvPr/>
            </p:nvSpPr>
            <p:spPr>
              <a:xfrm>
                <a:off x="314955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9" name="ph5659"/>
              <p:cNvSpPr/>
              <p:nvPr/>
            </p:nvSpPr>
            <p:spPr>
              <a:xfrm>
                <a:off x="315899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0" name="ph5660"/>
              <p:cNvSpPr/>
              <p:nvPr/>
            </p:nvSpPr>
            <p:spPr>
              <a:xfrm>
                <a:off x="316843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1" name="ph5661"/>
              <p:cNvSpPr/>
              <p:nvPr/>
            </p:nvSpPr>
            <p:spPr>
              <a:xfrm>
                <a:off x="317787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2" name="ph5662"/>
              <p:cNvSpPr/>
              <p:nvPr/>
            </p:nvSpPr>
            <p:spPr>
              <a:xfrm>
                <a:off x="318731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3" name="ph5663"/>
              <p:cNvSpPr/>
              <p:nvPr/>
            </p:nvSpPr>
            <p:spPr>
              <a:xfrm>
                <a:off x="319675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4" name="ph5664"/>
              <p:cNvSpPr/>
              <p:nvPr/>
            </p:nvSpPr>
            <p:spPr>
              <a:xfrm>
                <a:off x="320619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5" name="ph5665"/>
              <p:cNvSpPr/>
              <p:nvPr/>
            </p:nvSpPr>
            <p:spPr>
              <a:xfrm>
                <a:off x="321563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6" name="ph5666"/>
              <p:cNvSpPr/>
              <p:nvPr/>
            </p:nvSpPr>
            <p:spPr>
              <a:xfrm>
                <a:off x="322507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7" name="ph5667"/>
              <p:cNvSpPr/>
              <p:nvPr/>
            </p:nvSpPr>
            <p:spPr>
              <a:xfrm>
                <a:off x="323451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8" name="ph5668"/>
              <p:cNvSpPr/>
              <p:nvPr/>
            </p:nvSpPr>
            <p:spPr>
              <a:xfrm>
                <a:off x="324395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9" name="ph5669"/>
              <p:cNvSpPr/>
              <p:nvPr/>
            </p:nvSpPr>
            <p:spPr>
              <a:xfrm>
                <a:off x="325339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0" name="ph5670"/>
              <p:cNvSpPr/>
              <p:nvPr/>
            </p:nvSpPr>
            <p:spPr>
              <a:xfrm>
                <a:off x="326283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1" name="ph5671"/>
              <p:cNvSpPr/>
              <p:nvPr/>
            </p:nvSpPr>
            <p:spPr>
              <a:xfrm>
                <a:off x="327227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2" name="ph5672"/>
              <p:cNvSpPr/>
              <p:nvPr/>
            </p:nvSpPr>
            <p:spPr>
              <a:xfrm>
                <a:off x="328171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3" name="ph5673"/>
              <p:cNvSpPr/>
              <p:nvPr/>
            </p:nvSpPr>
            <p:spPr>
              <a:xfrm>
                <a:off x="329115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4" name="ph5674"/>
              <p:cNvSpPr/>
              <p:nvPr/>
            </p:nvSpPr>
            <p:spPr>
              <a:xfrm>
                <a:off x="330059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5" name="ph5675"/>
              <p:cNvSpPr/>
              <p:nvPr/>
            </p:nvSpPr>
            <p:spPr>
              <a:xfrm>
                <a:off x="331004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6" name="ph5676"/>
              <p:cNvSpPr/>
              <p:nvPr/>
            </p:nvSpPr>
            <p:spPr>
              <a:xfrm>
                <a:off x="331948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7" name="ph5677"/>
              <p:cNvSpPr/>
              <p:nvPr/>
            </p:nvSpPr>
            <p:spPr>
              <a:xfrm>
                <a:off x="332892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8" name="ph5678"/>
              <p:cNvSpPr/>
              <p:nvPr/>
            </p:nvSpPr>
            <p:spPr>
              <a:xfrm>
                <a:off x="333836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9" name="ph5679"/>
              <p:cNvSpPr/>
              <p:nvPr/>
            </p:nvSpPr>
            <p:spPr>
              <a:xfrm>
                <a:off x="334780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0" name="ph5680"/>
              <p:cNvSpPr/>
              <p:nvPr/>
            </p:nvSpPr>
            <p:spPr>
              <a:xfrm>
                <a:off x="335724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1" name="ph5681"/>
              <p:cNvSpPr/>
              <p:nvPr/>
            </p:nvSpPr>
            <p:spPr>
              <a:xfrm>
                <a:off x="336668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2" name="ph5682"/>
              <p:cNvSpPr/>
              <p:nvPr/>
            </p:nvSpPr>
            <p:spPr>
              <a:xfrm>
                <a:off x="337612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3" name="ph5683"/>
              <p:cNvSpPr/>
              <p:nvPr/>
            </p:nvSpPr>
            <p:spPr>
              <a:xfrm>
                <a:off x="338556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4" name="ph5684"/>
              <p:cNvSpPr/>
              <p:nvPr/>
            </p:nvSpPr>
            <p:spPr>
              <a:xfrm>
                <a:off x="339500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5" name="ph5685"/>
              <p:cNvSpPr/>
              <p:nvPr/>
            </p:nvSpPr>
            <p:spPr>
              <a:xfrm>
                <a:off x="340444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6" name="ph5686"/>
              <p:cNvSpPr/>
              <p:nvPr/>
            </p:nvSpPr>
            <p:spPr>
              <a:xfrm>
                <a:off x="341388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7" name="ph5687"/>
              <p:cNvSpPr/>
              <p:nvPr/>
            </p:nvSpPr>
            <p:spPr>
              <a:xfrm>
                <a:off x="342332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8" name="ph5688"/>
              <p:cNvSpPr/>
              <p:nvPr/>
            </p:nvSpPr>
            <p:spPr>
              <a:xfrm>
                <a:off x="343276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9" name="ph5689"/>
              <p:cNvSpPr/>
              <p:nvPr/>
            </p:nvSpPr>
            <p:spPr>
              <a:xfrm>
                <a:off x="344220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0" name="ph5690"/>
              <p:cNvSpPr/>
              <p:nvPr/>
            </p:nvSpPr>
            <p:spPr>
              <a:xfrm>
                <a:off x="345164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1" name="ph5691"/>
              <p:cNvSpPr/>
              <p:nvPr/>
            </p:nvSpPr>
            <p:spPr>
              <a:xfrm>
                <a:off x="346108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2" name="ph5692"/>
              <p:cNvSpPr/>
              <p:nvPr/>
            </p:nvSpPr>
            <p:spPr>
              <a:xfrm>
                <a:off x="347052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3" name="ph5693"/>
              <p:cNvSpPr/>
              <p:nvPr/>
            </p:nvSpPr>
            <p:spPr>
              <a:xfrm>
                <a:off x="347996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4" name="ph5694"/>
              <p:cNvSpPr/>
              <p:nvPr/>
            </p:nvSpPr>
            <p:spPr>
              <a:xfrm>
                <a:off x="348940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5" name="ph5695"/>
              <p:cNvSpPr/>
              <p:nvPr/>
            </p:nvSpPr>
            <p:spPr>
              <a:xfrm>
                <a:off x="349884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6" name="ph5696"/>
              <p:cNvSpPr/>
              <p:nvPr/>
            </p:nvSpPr>
            <p:spPr>
              <a:xfrm>
                <a:off x="350828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7" name="ph5697"/>
              <p:cNvSpPr/>
              <p:nvPr/>
            </p:nvSpPr>
            <p:spPr>
              <a:xfrm>
                <a:off x="351772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8" name="ph5698"/>
              <p:cNvSpPr/>
              <p:nvPr/>
            </p:nvSpPr>
            <p:spPr>
              <a:xfrm>
                <a:off x="352716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9" name="ph5699"/>
              <p:cNvSpPr/>
              <p:nvPr/>
            </p:nvSpPr>
            <p:spPr>
              <a:xfrm>
                <a:off x="353660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0" name="ph5700"/>
              <p:cNvSpPr/>
              <p:nvPr/>
            </p:nvSpPr>
            <p:spPr>
              <a:xfrm>
                <a:off x="354604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1" name="ph5701"/>
              <p:cNvSpPr/>
              <p:nvPr/>
            </p:nvSpPr>
            <p:spPr>
              <a:xfrm>
                <a:off x="355548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2" name="ph5702"/>
              <p:cNvSpPr/>
              <p:nvPr/>
            </p:nvSpPr>
            <p:spPr>
              <a:xfrm>
                <a:off x="356492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3" name="ph5703"/>
              <p:cNvSpPr/>
              <p:nvPr/>
            </p:nvSpPr>
            <p:spPr>
              <a:xfrm>
                <a:off x="357436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4" name="ph5704"/>
              <p:cNvSpPr/>
              <p:nvPr/>
            </p:nvSpPr>
            <p:spPr>
              <a:xfrm>
                <a:off x="358380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5" name="ph5705"/>
              <p:cNvSpPr/>
              <p:nvPr/>
            </p:nvSpPr>
            <p:spPr>
              <a:xfrm>
                <a:off x="359324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6" name="ph5706"/>
              <p:cNvSpPr/>
              <p:nvPr/>
            </p:nvSpPr>
            <p:spPr>
              <a:xfrm>
                <a:off x="360268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7" name="ph5707"/>
              <p:cNvSpPr/>
              <p:nvPr/>
            </p:nvSpPr>
            <p:spPr>
              <a:xfrm>
                <a:off x="361212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8" name="ph5708"/>
              <p:cNvSpPr/>
              <p:nvPr/>
            </p:nvSpPr>
            <p:spPr>
              <a:xfrm>
                <a:off x="362156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9" name="ph5709"/>
              <p:cNvSpPr/>
              <p:nvPr/>
            </p:nvSpPr>
            <p:spPr>
              <a:xfrm>
                <a:off x="363100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0" name="ph5710"/>
              <p:cNvSpPr/>
              <p:nvPr/>
            </p:nvSpPr>
            <p:spPr>
              <a:xfrm>
                <a:off x="364044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1" name="ph5711"/>
              <p:cNvSpPr/>
              <p:nvPr/>
            </p:nvSpPr>
            <p:spPr>
              <a:xfrm>
                <a:off x="364988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2" name="ph5712"/>
              <p:cNvSpPr/>
              <p:nvPr/>
            </p:nvSpPr>
            <p:spPr>
              <a:xfrm>
                <a:off x="3659328" y="148257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9342"/>
                    </a:lnTo>
                    <a:lnTo>
                      <a:pt x="922604" y="911400"/>
                    </a:lnTo>
                    <a:lnTo>
                      <a:pt x="921416" y="913459"/>
                    </a:lnTo>
                    <a:lnTo>
                      <a:pt x="920873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3" name="ph5713"/>
              <p:cNvSpPr/>
              <p:nvPr/>
            </p:nvSpPr>
            <p:spPr>
              <a:xfrm>
                <a:off x="3668769" y="1465000"/>
                <a:ext cx="921520" cy="926829"/>
              </a:xfrm>
              <a:custGeom>
                <a:avLst/>
                <a:gdLst/>
                <a:ahLst/>
                <a:cxnLst/>
                <a:rect l="0" t="0" r="0" b="0"/>
                <a:pathLst>
                  <a:path w="921520" h="926829">
                    <a:moveTo>
                      <a:pt x="914400" y="914400"/>
                    </a:moveTo>
                    <a:lnTo>
                      <a:pt x="921520" y="914400"/>
                    </a:lnTo>
                    <a:lnTo>
                      <a:pt x="920307" y="916607"/>
                    </a:lnTo>
                    <a:lnTo>
                      <a:pt x="919109" y="918679"/>
                    </a:lnTo>
                    <a:lnTo>
                      <a:pt x="917919" y="920737"/>
                    </a:lnTo>
                    <a:lnTo>
                      <a:pt x="916729" y="922795"/>
                    </a:lnTo>
                    <a:lnTo>
                      <a:pt x="915540" y="924853"/>
                    </a:lnTo>
                    <a:lnTo>
                      <a:pt x="914400" y="926829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4" name="ph5714"/>
              <p:cNvSpPr/>
              <p:nvPr/>
            </p:nvSpPr>
            <p:spPr>
              <a:xfrm>
                <a:off x="2092249" y="1447430"/>
                <a:ext cx="914400" cy="9235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75">
                    <a:moveTo>
                      <a:pt x="914400" y="914400"/>
                    </a:moveTo>
                    <a:lnTo>
                      <a:pt x="914400" y="923575"/>
                    </a:lnTo>
                    <a:lnTo>
                      <a:pt x="912481" y="919833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5" name="ph5715"/>
              <p:cNvSpPr/>
              <p:nvPr/>
            </p:nvSpPr>
            <p:spPr>
              <a:xfrm>
                <a:off x="209224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943" y="931969"/>
                    </a:lnTo>
                    <a:lnTo>
                      <a:pt x="916486" y="927644"/>
                    </a:lnTo>
                    <a:lnTo>
                      <a:pt x="914400" y="923575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6" name="ph5716"/>
              <p:cNvSpPr/>
              <p:nvPr/>
            </p:nvSpPr>
            <p:spPr>
              <a:xfrm>
                <a:off x="210168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7" name="ph5717"/>
              <p:cNvSpPr/>
              <p:nvPr/>
            </p:nvSpPr>
            <p:spPr>
              <a:xfrm>
                <a:off x="211112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8" name="ph5718"/>
              <p:cNvSpPr/>
              <p:nvPr/>
            </p:nvSpPr>
            <p:spPr>
              <a:xfrm>
                <a:off x="212056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9" name="ph5719"/>
              <p:cNvSpPr/>
              <p:nvPr/>
            </p:nvSpPr>
            <p:spPr>
              <a:xfrm>
                <a:off x="213001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0" name="ph5720"/>
              <p:cNvSpPr/>
              <p:nvPr/>
            </p:nvSpPr>
            <p:spPr>
              <a:xfrm>
                <a:off x="213945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1" name="ph5721"/>
              <p:cNvSpPr/>
              <p:nvPr/>
            </p:nvSpPr>
            <p:spPr>
              <a:xfrm>
                <a:off x="214889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2" name="ph5722"/>
              <p:cNvSpPr/>
              <p:nvPr/>
            </p:nvSpPr>
            <p:spPr>
              <a:xfrm>
                <a:off x="215833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3" name="ph5723"/>
              <p:cNvSpPr/>
              <p:nvPr/>
            </p:nvSpPr>
            <p:spPr>
              <a:xfrm>
                <a:off x="216777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4" name="ph5724"/>
              <p:cNvSpPr/>
              <p:nvPr/>
            </p:nvSpPr>
            <p:spPr>
              <a:xfrm>
                <a:off x="217721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5" name="ph5725"/>
              <p:cNvSpPr/>
              <p:nvPr/>
            </p:nvSpPr>
            <p:spPr>
              <a:xfrm>
                <a:off x="218665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6" name="ph5726"/>
              <p:cNvSpPr/>
              <p:nvPr/>
            </p:nvSpPr>
            <p:spPr>
              <a:xfrm>
                <a:off x="219609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7" name="ph5727"/>
              <p:cNvSpPr/>
              <p:nvPr/>
            </p:nvSpPr>
            <p:spPr>
              <a:xfrm>
                <a:off x="220553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8" name="ph5728"/>
              <p:cNvSpPr/>
              <p:nvPr/>
            </p:nvSpPr>
            <p:spPr>
              <a:xfrm>
                <a:off x="221497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9" name="ph5729"/>
              <p:cNvSpPr/>
              <p:nvPr/>
            </p:nvSpPr>
            <p:spPr>
              <a:xfrm>
                <a:off x="222441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0" name="ph5730"/>
              <p:cNvSpPr/>
              <p:nvPr/>
            </p:nvSpPr>
            <p:spPr>
              <a:xfrm>
                <a:off x="223385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1" name="ph5731"/>
              <p:cNvSpPr/>
              <p:nvPr/>
            </p:nvSpPr>
            <p:spPr>
              <a:xfrm>
                <a:off x="224329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2" name="ph5732"/>
              <p:cNvSpPr/>
              <p:nvPr/>
            </p:nvSpPr>
            <p:spPr>
              <a:xfrm>
                <a:off x="225273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3" name="ph5733"/>
              <p:cNvSpPr/>
              <p:nvPr/>
            </p:nvSpPr>
            <p:spPr>
              <a:xfrm>
                <a:off x="226217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4" name="ph5734"/>
              <p:cNvSpPr/>
              <p:nvPr/>
            </p:nvSpPr>
            <p:spPr>
              <a:xfrm>
                <a:off x="227161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5" name="ph5735"/>
              <p:cNvSpPr/>
              <p:nvPr/>
            </p:nvSpPr>
            <p:spPr>
              <a:xfrm>
                <a:off x="228105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6" name="ph5736"/>
              <p:cNvSpPr/>
              <p:nvPr/>
            </p:nvSpPr>
            <p:spPr>
              <a:xfrm>
                <a:off x="229049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7" name="ph5737"/>
              <p:cNvSpPr/>
              <p:nvPr/>
            </p:nvSpPr>
            <p:spPr>
              <a:xfrm>
                <a:off x="229993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8" name="ph5738"/>
              <p:cNvSpPr/>
              <p:nvPr/>
            </p:nvSpPr>
            <p:spPr>
              <a:xfrm>
                <a:off x="230937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9" name="ph5739"/>
              <p:cNvSpPr/>
              <p:nvPr/>
            </p:nvSpPr>
            <p:spPr>
              <a:xfrm>
                <a:off x="231881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0" name="ph5740"/>
              <p:cNvSpPr/>
              <p:nvPr/>
            </p:nvSpPr>
            <p:spPr>
              <a:xfrm>
                <a:off x="232825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1" name="ph5741"/>
              <p:cNvSpPr/>
              <p:nvPr/>
            </p:nvSpPr>
            <p:spPr>
              <a:xfrm>
                <a:off x="233769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2" name="ph5742"/>
              <p:cNvSpPr/>
              <p:nvPr/>
            </p:nvSpPr>
            <p:spPr>
              <a:xfrm>
                <a:off x="234713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3" name="ph5743"/>
              <p:cNvSpPr/>
              <p:nvPr/>
            </p:nvSpPr>
            <p:spPr>
              <a:xfrm>
                <a:off x="235657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4" name="ph5744"/>
              <p:cNvSpPr/>
              <p:nvPr/>
            </p:nvSpPr>
            <p:spPr>
              <a:xfrm>
                <a:off x="236601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5" name="ph5745"/>
              <p:cNvSpPr/>
              <p:nvPr/>
            </p:nvSpPr>
            <p:spPr>
              <a:xfrm>
                <a:off x="2375456" y="1465000"/>
                <a:ext cx="921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6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1561" y="896830"/>
                    </a:lnTo>
                    <a:lnTo>
                      <a:pt x="919451" y="905383"/>
                    </a:lnTo>
                    <a:lnTo>
                      <a:pt x="916914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6" name="ph5746"/>
              <p:cNvSpPr/>
              <p:nvPr/>
            </p:nvSpPr>
            <p:spPr>
              <a:xfrm>
                <a:off x="3083474" y="14474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574" y="931969"/>
                    </a:lnTo>
                    <a:lnTo>
                      <a:pt x="910393" y="924263"/>
                    </a:lnTo>
                    <a:lnTo>
                      <a:pt x="911730" y="914400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7" name="ph5747"/>
              <p:cNvSpPr/>
              <p:nvPr/>
            </p:nvSpPr>
            <p:spPr>
              <a:xfrm>
                <a:off x="308347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8" name="ph5748"/>
              <p:cNvSpPr/>
              <p:nvPr/>
            </p:nvSpPr>
            <p:spPr>
              <a:xfrm>
                <a:off x="309291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9" name="ph5749"/>
              <p:cNvSpPr/>
              <p:nvPr/>
            </p:nvSpPr>
            <p:spPr>
              <a:xfrm>
                <a:off x="310235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0" name="ph5750"/>
              <p:cNvSpPr/>
              <p:nvPr/>
            </p:nvSpPr>
            <p:spPr>
              <a:xfrm>
                <a:off x="311179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1" name="ph5751"/>
              <p:cNvSpPr/>
              <p:nvPr/>
            </p:nvSpPr>
            <p:spPr>
              <a:xfrm>
                <a:off x="312123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2" name="ph5752"/>
              <p:cNvSpPr/>
              <p:nvPr/>
            </p:nvSpPr>
            <p:spPr>
              <a:xfrm>
                <a:off x="313067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3" name="ph5753"/>
              <p:cNvSpPr/>
              <p:nvPr/>
            </p:nvSpPr>
            <p:spPr>
              <a:xfrm>
                <a:off x="314011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4" name="ph5754"/>
              <p:cNvSpPr/>
              <p:nvPr/>
            </p:nvSpPr>
            <p:spPr>
              <a:xfrm>
                <a:off x="314955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5" name="ph5755"/>
              <p:cNvSpPr/>
              <p:nvPr/>
            </p:nvSpPr>
            <p:spPr>
              <a:xfrm>
                <a:off x="315899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6" name="ph5756"/>
              <p:cNvSpPr/>
              <p:nvPr/>
            </p:nvSpPr>
            <p:spPr>
              <a:xfrm>
                <a:off x="316843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7" name="ph5757"/>
              <p:cNvSpPr/>
              <p:nvPr/>
            </p:nvSpPr>
            <p:spPr>
              <a:xfrm>
                <a:off x="317787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8" name="ph5758"/>
              <p:cNvSpPr/>
              <p:nvPr/>
            </p:nvSpPr>
            <p:spPr>
              <a:xfrm>
                <a:off x="318731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9" name="ph5759"/>
              <p:cNvSpPr/>
              <p:nvPr/>
            </p:nvSpPr>
            <p:spPr>
              <a:xfrm>
                <a:off x="319675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0" name="ph5760"/>
              <p:cNvSpPr/>
              <p:nvPr/>
            </p:nvSpPr>
            <p:spPr>
              <a:xfrm>
                <a:off x="320619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1" name="ph5761"/>
              <p:cNvSpPr/>
              <p:nvPr/>
            </p:nvSpPr>
            <p:spPr>
              <a:xfrm>
                <a:off x="321563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2" name="ph5762"/>
              <p:cNvSpPr/>
              <p:nvPr/>
            </p:nvSpPr>
            <p:spPr>
              <a:xfrm>
                <a:off x="322507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3" name="ph5763"/>
              <p:cNvSpPr/>
              <p:nvPr/>
            </p:nvSpPr>
            <p:spPr>
              <a:xfrm>
                <a:off x="323451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4" name="ph5764"/>
              <p:cNvSpPr/>
              <p:nvPr/>
            </p:nvSpPr>
            <p:spPr>
              <a:xfrm>
                <a:off x="324395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5" name="ph5765"/>
              <p:cNvSpPr/>
              <p:nvPr/>
            </p:nvSpPr>
            <p:spPr>
              <a:xfrm>
                <a:off x="325339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6" name="ph5766"/>
              <p:cNvSpPr/>
              <p:nvPr/>
            </p:nvSpPr>
            <p:spPr>
              <a:xfrm>
                <a:off x="326283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7" name="ph5767"/>
              <p:cNvSpPr/>
              <p:nvPr/>
            </p:nvSpPr>
            <p:spPr>
              <a:xfrm>
                <a:off x="327227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8" name="ph5768"/>
              <p:cNvSpPr/>
              <p:nvPr/>
            </p:nvSpPr>
            <p:spPr>
              <a:xfrm>
                <a:off x="328171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9" name="ph5769"/>
              <p:cNvSpPr/>
              <p:nvPr/>
            </p:nvSpPr>
            <p:spPr>
              <a:xfrm>
                <a:off x="329115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0" name="ph5770"/>
              <p:cNvSpPr/>
              <p:nvPr/>
            </p:nvSpPr>
            <p:spPr>
              <a:xfrm>
                <a:off x="330059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1" name="ph5771"/>
              <p:cNvSpPr/>
              <p:nvPr/>
            </p:nvSpPr>
            <p:spPr>
              <a:xfrm>
                <a:off x="331004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2" name="ph5772"/>
              <p:cNvSpPr/>
              <p:nvPr/>
            </p:nvSpPr>
            <p:spPr>
              <a:xfrm>
                <a:off x="331948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3" name="ph5773"/>
              <p:cNvSpPr/>
              <p:nvPr/>
            </p:nvSpPr>
            <p:spPr>
              <a:xfrm>
                <a:off x="332892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4" name="ph5774"/>
              <p:cNvSpPr/>
              <p:nvPr/>
            </p:nvSpPr>
            <p:spPr>
              <a:xfrm>
                <a:off x="333836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5" name="ph5775"/>
              <p:cNvSpPr/>
              <p:nvPr/>
            </p:nvSpPr>
            <p:spPr>
              <a:xfrm>
                <a:off x="334780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6" name="ph5776"/>
              <p:cNvSpPr/>
              <p:nvPr/>
            </p:nvSpPr>
            <p:spPr>
              <a:xfrm>
                <a:off x="335724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7" name="ph5777"/>
              <p:cNvSpPr/>
              <p:nvPr/>
            </p:nvSpPr>
            <p:spPr>
              <a:xfrm>
                <a:off x="336668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8" name="ph5778"/>
              <p:cNvSpPr/>
              <p:nvPr/>
            </p:nvSpPr>
            <p:spPr>
              <a:xfrm>
                <a:off x="337612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9" name="ph5779"/>
              <p:cNvSpPr/>
              <p:nvPr/>
            </p:nvSpPr>
            <p:spPr>
              <a:xfrm>
                <a:off x="338556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0" name="ph5780"/>
              <p:cNvSpPr/>
              <p:nvPr/>
            </p:nvSpPr>
            <p:spPr>
              <a:xfrm>
                <a:off x="339500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1" name="ph5781"/>
              <p:cNvSpPr/>
              <p:nvPr/>
            </p:nvSpPr>
            <p:spPr>
              <a:xfrm>
                <a:off x="340444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2" name="ph5782"/>
              <p:cNvSpPr/>
              <p:nvPr/>
            </p:nvSpPr>
            <p:spPr>
              <a:xfrm>
                <a:off x="341388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3" name="ph5783"/>
              <p:cNvSpPr/>
              <p:nvPr/>
            </p:nvSpPr>
            <p:spPr>
              <a:xfrm>
                <a:off x="342332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4" name="ph5784"/>
              <p:cNvSpPr/>
              <p:nvPr/>
            </p:nvSpPr>
            <p:spPr>
              <a:xfrm>
                <a:off x="343276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5" name="ph5785"/>
              <p:cNvSpPr/>
              <p:nvPr/>
            </p:nvSpPr>
            <p:spPr>
              <a:xfrm>
                <a:off x="344220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6" name="ph5786"/>
              <p:cNvSpPr/>
              <p:nvPr/>
            </p:nvSpPr>
            <p:spPr>
              <a:xfrm>
                <a:off x="345164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7" name="ph5787"/>
              <p:cNvSpPr/>
              <p:nvPr/>
            </p:nvSpPr>
            <p:spPr>
              <a:xfrm>
                <a:off x="346108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8" name="ph5788"/>
              <p:cNvSpPr/>
              <p:nvPr/>
            </p:nvSpPr>
            <p:spPr>
              <a:xfrm>
                <a:off x="347052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9" name="ph5789"/>
              <p:cNvSpPr/>
              <p:nvPr/>
            </p:nvSpPr>
            <p:spPr>
              <a:xfrm>
                <a:off x="347996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0" name="ph5790"/>
              <p:cNvSpPr/>
              <p:nvPr/>
            </p:nvSpPr>
            <p:spPr>
              <a:xfrm>
                <a:off x="348940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1" name="ph5791"/>
              <p:cNvSpPr/>
              <p:nvPr/>
            </p:nvSpPr>
            <p:spPr>
              <a:xfrm>
                <a:off x="349884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2" name="ph5792"/>
              <p:cNvSpPr/>
              <p:nvPr/>
            </p:nvSpPr>
            <p:spPr>
              <a:xfrm>
                <a:off x="350828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3" name="ph5793"/>
              <p:cNvSpPr/>
              <p:nvPr/>
            </p:nvSpPr>
            <p:spPr>
              <a:xfrm>
                <a:off x="351772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4" name="ph5794"/>
              <p:cNvSpPr/>
              <p:nvPr/>
            </p:nvSpPr>
            <p:spPr>
              <a:xfrm>
                <a:off x="352716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5" name="ph5795"/>
              <p:cNvSpPr/>
              <p:nvPr/>
            </p:nvSpPr>
            <p:spPr>
              <a:xfrm>
                <a:off x="353660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6" name="ph5796"/>
              <p:cNvSpPr/>
              <p:nvPr/>
            </p:nvSpPr>
            <p:spPr>
              <a:xfrm>
                <a:off x="354604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7" name="ph5797"/>
              <p:cNvSpPr/>
              <p:nvPr/>
            </p:nvSpPr>
            <p:spPr>
              <a:xfrm>
                <a:off x="355548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8" name="ph5798"/>
              <p:cNvSpPr/>
              <p:nvPr/>
            </p:nvSpPr>
            <p:spPr>
              <a:xfrm>
                <a:off x="356492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9" name="ph5799"/>
              <p:cNvSpPr/>
              <p:nvPr/>
            </p:nvSpPr>
            <p:spPr>
              <a:xfrm>
                <a:off x="357436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0" name="ph5800"/>
              <p:cNvSpPr/>
              <p:nvPr/>
            </p:nvSpPr>
            <p:spPr>
              <a:xfrm>
                <a:off x="358380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1" name="ph5801"/>
              <p:cNvSpPr/>
              <p:nvPr/>
            </p:nvSpPr>
            <p:spPr>
              <a:xfrm>
                <a:off x="359324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2" name="ph5802"/>
              <p:cNvSpPr/>
              <p:nvPr/>
            </p:nvSpPr>
            <p:spPr>
              <a:xfrm>
                <a:off x="360268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3" name="ph5803"/>
              <p:cNvSpPr/>
              <p:nvPr/>
            </p:nvSpPr>
            <p:spPr>
              <a:xfrm>
                <a:off x="361212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4" name="ph5804"/>
              <p:cNvSpPr/>
              <p:nvPr/>
            </p:nvSpPr>
            <p:spPr>
              <a:xfrm>
                <a:off x="362156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5" name="ph5805"/>
              <p:cNvSpPr/>
              <p:nvPr/>
            </p:nvSpPr>
            <p:spPr>
              <a:xfrm>
                <a:off x="363100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6" name="ph5806"/>
              <p:cNvSpPr/>
              <p:nvPr/>
            </p:nvSpPr>
            <p:spPr>
              <a:xfrm>
                <a:off x="364044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7" name="ph5807"/>
              <p:cNvSpPr/>
              <p:nvPr/>
            </p:nvSpPr>
            <p:spPr>
              <a:xfrm>
                <a:off x="364988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8" name="ph5808"/>
              <p:cNvSpPr/>
              <p:nvPr/>
            </p:nvSpPr>
            <p:spPr>
              <a:xfrm>
                <a:off x="365932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9" name="ph5809"/>
              <p:cNvSpPr/>
              <p:nvPr/>
            </p:nvSpPr>
            <p:spPr>
              <a:xfrm>
                <a:off x="3668769" y="146500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137"/>
                    </a:lnTo>
                    <a:lnTo>
                      <a:pt x="923051" y="911612"/>
                    </a:lnTo>
                    <a:lnTo>
                      <a:pt x="921520" y="914400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0" name="ph5810"/>
              <p:cNvSpPr/>
              <p:nvPr/>
            </p:nvSpPr>
            <p:spPr>
              <a:xfrm>
                <a:off x="3678209" y="1447430"/>
                <a:ext cx="923840" cy="9287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7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261"/>
                    </a:lnTo>
                    <a:lnTo>
                      <a:pt x="923109" y="922864"/>
                    </a:lnTo>
                    <a:lnTo>
                      <a:pt x="917573" y="926799"/>
                    </a:lnTo>
                    <a:lnTo>
                      <a:pt x="914400" y="928707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1" name="ph5811"/>
              <p:cNvSpPr/>
              <p:nvPr/>
            </p:nvSpPr>
            <p:spPr>
              <a:xfrm>
                <a:off x="3687649" y="1447430"/>
                <a:ext cx="923319" cy="922261"/>
              </a:xfrm>
              <a:custGeom>
                <a:avLst/>
                <a:gdLst/>
                <a:ahLst/>
                <a:cxnLst/>
                <a:rect l="0" t="0" r="0" b="0"/>
                <a:pathLst>
                  <a:path w="923319" h="922261">
                    <a:moveTo>
                      <a:pt x="914400" y="914400"/>
                    </a:moveTo>
                    <a:lnTo>
                      <a:pt x="923319" y="914400"/>
                    </a:lnTo>
                    <a:lnTo>
                      <a:pt x="919086" y="918396"/>
                    </a:lnTo>
                    <a:lnTo>
                      <a:pt x="914400" y="922261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2" name="ph5812"/>
              <p:cNvSpPr/>
              <p:nvPr/>
            </p:nvSpPr>
            <p:spPr>
              <a:xfrm>
                <a:off x="2082808" y="1429861"/>
                <a:ext cx="914400" cy="9207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717">
                    <a:moveTo>
                      <a:pt x="914400" y="914400"/>
                    </a:moveTo>
                    <a:lnTo>
                      <a:pt x="914400" y="920717"/>
                    </a:lnTo>
                    <a:lnTo>
                      <a:pt x="913864" y="919499"/>
                    </a:lnTo>
                    <a:lnTo>
                      <a:pt x="912797" y="917073"/>
                    </a:lnTo>
                    <a:lnTo>
                      <a:pt x="911729" y="914648"/>
                    </a:lnTo>
                    <a:lnTo>
                      <a:pt x="911620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3" name="ph5813"/>
              <p:cNvSpPr/>
              <p:nvPr/>
            </p:nvSpPr>
            <p:spPr>
              <a:xfrm>
                <a:off x="208280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407" y="931969"/>
                    </a:lnTo>
                    <a:lnTo>
                      <a:pt x="918136" y="929221"/>
                    </a:lnTo>
                    <a:lnTo>
                      <a:pt x="917063" y="926777"/>
                    </a:lnTo>
                    <a:lnTo>
                      <a:pt x="915997" y="924351"/>
                    </a:lnTo>
                    <a:lnTo>
                      <a:pt x="914931" y="921925"/>
                    </a:lnTo>
                    <a:lnTo>
                      <a:pt x="914400" y="920717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4" name="ph5814"/>
              <p:cNvSpPr/>
              <p:nvPr/>
            </p:nvSpPr>
            <p:spPr>
              <a:xfrm>
                <a:off x="209224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5" name="ph5815"/>
              <p:cNvSpPr/>
              <p:nvPr/>
            </p:nvSpPr>
            <p:spPr>
              <a:xfrm>
                <a:off x="210168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6" name="ph5816"/>
              <p:cNvSpPr/>
              <p:nvPr/>
            </p:nvSpPr>
            <p:spPr>
              <a:xfrm>
                <a:off x="211112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7" name="ph5817"/>
              <p:cNvSpPr/>
              <p:nvPr/>
            </p:nvSpPr>
            <p:spPr>
              <a:xfrm>
                <a:off x="212056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8" name="ph5818"/>
              <p:cNvSpPr/>
              <p:nvPr/>
            </p:nvSpPr>
            <p:spPr>
              <a:xfrm>
                <a:off x="213001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9" name="ph5819"/>
              <p:cNvSpPr/>
              <p:nvPr/>
            </p:nvSpPr>
            <p:spPr>
              <a:xfrm>
                <a:off x="213945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0" name="ph5820"/>
              <p:cNvSpPr/>
              <p:nvPr/>
            </p:nvSpPr>
            <p:spPr>
              <a:xfrm>
                <a:off x="214889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1" name="ph5821"/>
              <p:cNvSpPr/>
              <p:nvPr/>
            </p:nvSpPr>
            <p:spPr>
              <a:xfrm>
                <a:off x="215833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2" name="ph5822"/>
              <p:cNvSpPr/>
              <p:nvPr/>
            </p:nvSpPr>
            <p:spPr>
              <a:xfrm>
                <a:off x="216777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3" name="ph5823"/>
              <p:cNvSpPr/>
              <p:nvPr/>
            </p:nvSpPr>
            <p:spPr>
              <a:xfrm>
                <a:off x="217721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4" name="ph5824"/>
              <p:cNvSpPr/>
              <p:nvPr/>
            </p:nvSpPr>
            <p:spPr>
              <a:xfrm>
                <a:off x="218665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5" name="ph5825"/>
              <p:cNvSpPr/>
              <p:nvPr/>
            </p:nvSpPr>
            <p:spPr>
              <a:xfrm>
                <a:off x="219609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6" name="ph5826"/>
              <p:cNvSpPr/>
              <p:nvPr/>
            </p:nvSpPr>
            <p:spPr>
              <a:xfrm>
                <a:off x="220553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7" name="ph5827"/>
              <p:cNvSpPr/>
              <p:nvPr/>
            </p:nvSpPr>
            <p:spPr>
              <a:xfrm>
                <a:off x="221497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8" name="ph5828"/>
              <p:cNvSpPr/>
              <p:nvPr/>
            </p:nvSpPr>
            <p:spPr>
              <a:xfrm>
                <a:off x="222441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9" name="ph5829"/>
              <p:cNvSpPr/>
              <p:nvPr/>
            </p:nvSpPr>
            <p:spPr>
              <a:xfrm>
                <a:off x="223385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0" name="ph5830"/>
              <p:cNvSpPr/>
              <p:nvPr/>
            </p:nvSpPr>
            <p:spPr>
              <a:xfrm>
                <a:off x="224329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1" name="ph5831"/>
              <p:cNvSpPr/>
              <p:nvPr/>
            </p:nvSpPr>
            <p:spPr>
              <a:xfrm>
                <a:off x="225273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2" name="ph5832"/>
              <p:cNvSpPr/>
              <p:nvPr/>
            </p:nvSpPr>
            <p:spPr>
              <a:xfrm>
                <a:off x="226217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3" name="ph5833"/>
              <p:cNvSpPr/>
              <p:nvPr/>
            </p:nvSpPr>
            <p:spPr>
              <a:xfrm>
                <a:off x="227161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4" name="ph5834"/>
              <p:cNvSpPr/>
              <p:nvPr/>
            </p:nvSpPr>
            <p:spPr>
              <a:xfrm>
                <a:off x="228105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5" name="ph5835"/>
              <p:cNvSpPr/>
              <p:nvPr/>
            </p:nvSpPr>
            <p:spPr>
              <a:xfrm>
                <a:off x="229049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6" name="ph5836"/>
              <p:cNvSpPr/>
              <p:nvPr/>
            </p:nvSpPr>
            <p:spPr>
              <a:xfrm>
                <a:off x="229993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7" name="ph5837"/>
              <p:cNvSpPr/>
              <p:nvPr/>
            </p:nvSpPr>
            <p:spPr>
              <a:xfrm>
                <a:off x="230937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8" name="ph5838"/>
              <p:cNvSpPr/>
              <p:nvPr/>
            </p:nvSpPr>
            <p:spPr>
              <a:xfrm>
                <a:off x="231881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9" name="ph5839"/>
              <p:cNvSpPr/>
              <p:nvPr/>
            </p:nvSpPr>
            <p:spPr>
              <a:xfrm>
                <a:off x="232825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0" name="ph5840"/>
              <p:cNvSpPr/>
              <p:nvPr/>
            </p:nvSpPr>
            <p:spPr>
              <a:xfrm>
                <a:off x="233769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1" name="ph5841"/>
              <p:cNvSpPr/>
              <p:nvPr/>
            </p:nvSpPr>
            <p:spPr>
              <a:xfrm>
                <a:off x="234713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2" name="ph5842"/>
              <p:cNvSpPr/>
              <p:nvPr/>
            </p:nvSpPr>
            <p:spPr>
              <a:xfrm>
                <a:off x="235657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3" name="ph5843"/>
              <p:cNvSpPr/>
              <p:nvPr/>
            </p:nvSpPr>
            <p:spPr>
              <a:xfrm>
                <a:off x="236601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4" name="ph5844"/>
              <p:cNvSpPr/>
              <p:nvPr/>
            </p:nvSpPr>
            <p:spPr>
              <a:xfrm>
                <a:off x="2375456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3950"/>
                    </a:lnTo>
                    <a:lnTo>
                      <a:pt x="921908" y="912993"/>
                    </a:lnTo>
                    <a:lnTo>
                      <a:pt x="921561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5" name="ph5845"/>
              <p:cNvSpPr/>
              <p:nvPr/>
            </p:nvSpPr>
            <p:spPr>
              <a:xfrm>
                <a:off x="2384896" y="1429861"/>
                <a:ext cx="915731" cy="921520"/>
              </a:xfrm>
              <a:custGeom>
                <a:avLst/>
                <a:gdLst/>
                <a:ahLst/>
                <a:cxnLst/>
                <a:rect l="0" t="0" r="0" b="0"/>
                <a:pathLst>
                  <a:path w="915731" h="921520">
                    <a:moveTo>
                      <a:pt x="914400" y="914400"/>
                    </a:moveTo>
                    <a:lnTo>
                      <a:pt x="915731" y="914400"/>
                    </a:lnTo>
                    <a:lnTo>
                      <a:pt x="914643" y="920380"/>
                    </a:lnTo>
                    <a:lnTo>
                      <a:pt x="914400" y="92152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6" name="ph5846"/>
              <p:cNvSpPr/>
              <p:nvPr/>
            </p:nvSpPr>
            <p:spPr>
              <a:xfrm>
                <a:off x="3083474" y="14474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30" y="914400"/>
                    </a:lnTo>
                    <a:lnTo>
                      <a:pt x="911831" y="913657"/>
                    </a:lnTo>
                    <a:lnTo>
                      <a:pt x="913562" y="903205"/>
                    </a:lnTo>
                    <a:lnTo>
                      <a:pt x="914400" y="89895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7" name="ph5847"/>
              <p:cNvSpPr/>
              <p:nvPr/>
            </p:nvSpPr>
            <p:spPr>
              <a:xfrm>
                <a:off x="3092914" y="14298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20"/>
                    </a:lnTo>
                    <a:lnTo>
                      <a:pt x="905376" y="914400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8" name="ph5848"/>
              <p:cNvSpPr/>
              <p:nvPr/>
            </p:nvSpPr>
            <p:spPr>
              <a:xfrm>
                <a:off x="309291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9" name="ph5849"/>
              <p:cNvSpPr/>
              <p:nvPr/>
            </p:nvSpPr>
            <p:spPr>
              <a:xfrm>
                <a:off x="310235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0" name="ph5850"/>
              <p:cNvSpPr/>
              <p:nvPr/>
            </p:nvSpPr>
            <p:spPr>
              <a:xfrm>
                <a:off x="311179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1" name="ph5851"/>
              <p:cNvSpPr/>
              <p:nvPr/>
            </p:nvSpPr>
            <p:spPr>
              <a:xfrm>
                <a:off x="312123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2" name="ph5852"/>
              <p:cNvSpPr/>
              <p:nvPr/>
            </p:nvSpPr>
            <p:spPr>
              <a:xfrm>
                <a:off x="313067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3" name="ph5853"/>
              <p:cNvSpPr/>
              <p:nvPr/>
            </p:nvSpPr>
            <p:spPr>
              <a:xfrm>
                <a:off x="314011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4" name="ph5854"/>
              <p:cNvSpPr/>
              <p:nvPr/>
            </p:nvSpPr>
            <p:spPr>
              <a:xfrm>
                <a:off x="314955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5" name="ph5855"/>
              <p:cNvSpPr/>
              <p:nvPr/>
            </p:nvSpPr>
            <p:spPr>
              <a:xfrm>
                <a:off x="315899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6" name="ph5856"/>
              <p:cNvSpPr/>
              <p:nvPr/>
            </p:nvSpPr>
            <p:spPr>
              <a:xfrm>
                <a:off x="316843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7" name="ph5857"/>
              <p:cNvSpPr/>
              <p:nvPr/>
            </p:nvSpPr>
            <p:spPr>
              <a:xfrm>
                <a:off x="317787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8" name="ph5858"/>
              <p:cNvSpPr/>
              <p:nvPr/>
            </p:nvSpPr>
            <p:spPr>
              <a:xfrm>
                <a:off x="318731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9" name="ph5859"/>
              <p:cNvSpPr/>
              <p:nvPr/>
            </p:nvSpPr>
            <p:spPr>
              <a:xfrm>
                <a:off x="319675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0" name="ph5860"/>
              <p:cNvSpPr/>
              <p:nvPr/>
            </p:nvSpPr>
            <p:spPr>
              <a:xfrm>
                <a:off x="320619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1" name="ph5861"/>
              <p:cNvSpPr/>
              <p:nvPr/>
            </p:nvSpPr>
            <p:spPr>
              <a:xfrm>
                <a:off x="321563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2" name="ph5862"/>
              <p:cNvSpPr/>
              <p:nvPr/>
            </p:nvSpPr>
            <p:spPr>
              <a:xfrm>
                <a:off x="322507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3" name="ph5863"/>
              <p:cNvSpPr/>
              <p:nvPr/>
            </p:nvSpPr>
            <p:spPr>
              <a:xfrm>
                <a:off x="323451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4" name="ph5864"/>
              <p:cNvSpPr/>
              <p:nvPr/>
            </p:nvSpPr>
            <p:spPr>
              <a:xfrm>
                <a:off x="324395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5" name="ph5865"/>
              <p:cNvSpPr/>
              <p:nvPr/>
            </p:nvSpPr>
            <p:spPr>
              <a:xfrm>
                <a:off x="325339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6" name="ph5866"/>
              <p:cNvSpPr/>
              <p:nvPr/>
            </p:nvSpPr>
            <p:spPr>
              <a:xfrm>
                <a:off x="326283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7" name="ph5867"/>
              <p:cNvSpPr/>
              <p:nvPr/>
            </p:nvSpPr>
            <p:spPr>
              <a:xfrm>
                <a:off x="327227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8" name="ph5868"/>
              <p:cNvSpPr/>
              <p:nvPr/>
            </p:nvSpPr>
            <p:spPr>
              <a:xfrm>
                <a:off x="328171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9" name="ph5869"/>
              <p:cNvSpPr/>
              <p:nvPr/>
            </p:nvSpPr>
            <p:spPr>
              <a:xfrm>
                <a:off x="329115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0" name="ph5870"/>
              <p:cNvSpPr/>
              <p:nvPr/>
            </p:nvSpPr>
            <p:spPr>
              <a:xfrm>
                <a:off x="330059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1" name="ph5871"/>
              <p:cNvSpPr/>
              <p:nvPr/>
            </p:nvSpPr>
            <p:spPr>
              <a:xfrm>
                <a:off x="331004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2" name="ph5872"/>
              <p:cNvSpPr/>
              <p:nvPr/>
            </p:nvSpPr>
            <p:spPr>
              <a:xfrm>
                <a:off x="331948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3" name="ph5873"/>
              <p:cNvSpPr/>
              <p:nvPr/>
            </p:nvSpPr>
            <p:spPr>
              <a:xfrm>
                <a:off x="332892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4" name="ph5874"/>
              <p:cNvSpPr/>
              <p:nvPr/>
            </p:nvSpPr>
            <p:spPr>
              <a:xfrm>
                <a:off x="333836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5" name="ph5875"/>
              <p:cNvSpPr/>
              <p:nvPr/>
            </p:nvSpPr>
            <p:spPr>
              <a:xfrm>
                <a:off x="334780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6" name="ph5876"/>
              <p:cNvSpPr/>
              <p:nvPr/>
            </p:nvSpPr>
            <p:spPr>
              <a:xfrm>
                <a:off x="335724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7" name="ph5877"/>
              <p:cNvSpPr/>
              <p:nvPr/>
            </p:nvSpPr>
            <p:spPr>
              <a:xfrm>
                <a:off x="336668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8" name="ph5878"/>
              <p:cNvSpPr/>
              <p:nvPr/>
            </p:nvSpPr>
            <p:spPr>
              <a:xfrm>
                <a:off x="337612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9" name="ph5879"/>
              <p:cNvSpPr/>
              <p:nvPr/>
            </p:nvSpPr>
            <p:spPr>
              <a:xfrm>
                <a:off x="338556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0" name="ph5880"/>
              <p:cNvSpPr/>
              <p:nvPr/>
            </p:nvSpPr>
            <p:spPr>
              <a:xfrm>
                <a:off x="339500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1" name="ph5881"/>
              <p:cNvSpPr/>
              <p:nvPr/>
            </p:nvSpPr>
            <p:spPr>
              <a:xfrm>
                <a:off x="340444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2" name="ph5882"/>
              <p:cNvSpPr/>
              <p:nvPr/>
            </p:nvSpPr>
            <p:spPr>
              <a:xfrm>
                <a:off x="341388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3" name="ph5883"/>
              <p:cNvSpPr/>
              <p:nvPr/>
            </p:nvSpPr>
            <p:spPr>
              <a:xfrm>
                <a:off x="342332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4" name="ph5884"/>
              <p:cNvSpPr/>
              <p:nvPr/>
            </p:nvSpPr>
            <p:spPr>
              <a:xfrm>
                <a:off x="343276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5" name="ph5885"/>
              <p:cNvSpPr/>
              <p:nvPr/>
            </p:nvSpPr>
            <p:spPr>
              <a:xfrm>
                <a:off x="344220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6" name="ph5886"/>
              <p:cNvSpPr/>
              <p:nvPr/>
            </p:nvSpPr>
            <p:spPr>
              <a:xfrm>
                <a:off x="345164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7" name="ph5887"/>
              <p:cNvSpPr/>
              <p:nvPr/>
            </p:nvSpPr>
            <p:spPr>
              <a:xfrm>
                <a:off x="346108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8" name="ph5888"/>
              <p:cNvSpPr/>
              <p:nvPr/>
            </p:nvSpPr>
            <p:spPr>
              <a:xfrm>
                <a:off x="347052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9" name="ph5889"/>
              <p:cNvSpPr/>
              <p:nvPr/>
            </p:nvSpPr>
            <p:spPr>
              <a:xfrm>
                <a:off x="347996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0" name="ph5890"/>
              <p:cNvSpPr/>
              <p:nvPr/>
            </p:nvSpPr>
            <p:spPr>
              <a:xfrm>
                <a:off x="348940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1" name="ph5891"/>
              <p:cNvSpPr/>
              <p:nvPr/>
            </p:nvSpPr>
            <p:spPr>
              <a:xfrm>
                <a:off x="349884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2" name="ph5892"/>
              <p:cNvSpPr/>
              <p:nvPr/>
            </p:nvSpPr>
            <p:spPr>
              <a:xfrm>
                <a:off x="350828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3" name="ph5893"/>
              <p:cNvSpPr/>
              <p:nvPr/>
            </p:nvSpPr>
            <p:spPr>
              <a:xfrm>
                <a:off x="351772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4" name="ph5894"/>
              <p:cNvSpPr/>
              <p:nvPr/>
            </p:nvSpPr>
            <p:spPr>
              <a:xfrm>
                <a:off x="352716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5" name="ph5895"/>
              <p:cNvSpPr/>
              <p:nvPr/>
            </p:nvSpPr>
            <p:spPr>
              <a:xfrm>
                <a:off x="353660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6" name="ph5896"/>
              <p:cNvSpPr/>
              <p:nvPr/>
            </p:nvSpPr>
            <p:spPr>
              <a:xfrm>
                <a:off x="354604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7" name="ph5897"/>
              <p:cNvSpPr/>
              <p:nvPr/>
            </p:nvSpPr>
            <p:spPr>
              <a:xfrm>
                <a:off x="355548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8" name="ph5898"/>
              <p:cNvSpPr/>
              <p:nvPr/>
            </p:nvSpPr>
            <p:spPr>
              <a:xfrm>
                <a:off x="356492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9" name="ph5899"/>
              <p:cNvSpPr/>
              <p:nvPr/>
            </p:nvSpPr>
            <p:spPr>
              <a:xfrm>
                <a:off x="357436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0" name="ph5900"/>
              <p:cNvSpPr/>
              <p:nvPr/>
            </p:nvSpPr>
            <p:spPr>
              <a:xfrm>
                <a:off x="358380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1" name="ph5901"/>
              <p:cNvSpPr/>
              <p:nvPr/>
            </p:nvSpPr>
            <p:spPr>
              <a:xfrm>
                <a:off x="359324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2" name="ph5902"/>
              <p:cNvSpPr/>
              <p:nvPr/>
            </p:nvSpPr>
            <p:spPr>
              <a:xfrm>
                <a:off x="360268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3" name="ph5903"/>
              <p:cNvSpPr/>
              <p:nvPr/>
            </p:nvSpPr>
            <p:spPr>
              <a:xfrm>
                <a:off x="361212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4" name="ph5904"/>
              <p:cNvSpPr/>
              <p:nvPr/>
            </p:nvSpPr>
            <p:spPr>
              <a:xfrm>
                <a:off x="362156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5" name="ph5905"/>
              <p:cNvSpPr/>
              <p:nvPr/>
            </p:nvSpPr>
            <p:spPr>
              <a:xfrm>
                <a:off x="363100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6" name="ph5906"/>
              <p:cNvSpPr/>
              <p:nvPr/>
            </p:nvSpPr>
            <p:spPr>
              <a:xfrm>
                <a:off x="364044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7" name="ph5907"/>
              <p:cNvSpPr/>
              <p:nvPr/>
            </p:nvSpPr>
            <p:spPr>
              <a:xfrm>
                <a:off x="364988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8" name="ph5908"/>
              <p:cNvSpPr/>
              <p:nvPr/>
            </p:nvSpPr>
            <p:spPr>
              <a:xfrm>
                <a:off x="365932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9" name="ph5909"/>
              <p:cNvSpPr/>
              <p:nvPr/>
            </p:nvSpPr>
            <p:spPr>
              <a:xfrm>
                <a:off x="366876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0" name="ph5910"/>
              <p:cNvSpPr/>
              <p:nvPr/>
            </p:nvSpPr>
            <p:spPr>
              <a:xfrm>
                <a:off x="367820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1" name="ph5911"/>
              <p:cNvSpPr/>
              <p:nvPr/>
            </p:nvSpPr>
            <p:spPr>
              <a:xfrm>
                <a:off x="3687649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907"/>
                    </a:lnTo>
                    <a:lnTo>
                      <a:pt x="923319" y="914400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2" name="ph5912"/>
              <p:cNvSpPr/>
              <p:nvPr/>
            </p:nvSpPr>
            <p:spPr>
              <a:xfrm>
                <a:off x="3697089" y="1429861"/>
                <a:ext cx="923840" cy="9314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4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939"/>
                    </a:lnTo>
                    <a:lnTo>
                      <a:pt x="920068" y="925479"/>
                    </a:lnTo>
                    <a:lnTo>
                      <a:pt x="914930" y="930976"/>
                    </a:lnTo>
                    <a:lnTo>
                      <a:pt x="914400" y="931477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3" name="ph5913"/>
              <p:cNvSpPr/>
              <p:nvPr/>
            </p:nvSpPr>
            <p:spPr>
              <a:xfrm>
                <a:off x="3706530" y="1429861"/>
                <a:ext cx="919383" cy="920939"/>
              </a:xfrm>
              <a:custGeom>
                <a:avLst/>
                <a:gdLst/>
                <a:ahLst/>
                <a:cxnLst/>
                <a:rect l="0" t="0" r="0" b="0"/>
                <a:pathLst>
                  <a:path w="919383" h="920939">
                    <a:moveTo>
                      <a:pt x="914400" y="914400"/>
                    </a:moveTo>
                    <a:lnTo>
                      <a:pt x="919383" y="914400"/>
                    </a:lnTo>
                    <a:lnTo>
                      <a:pt x="915603" y="919490"/>
                    </a:lnTo>
                    <a:lnTo>
                      <a:pt x="914400" y="92093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4" name="ph5914"/>
              <p:cNvSpPr/>
              <p:nvPr/>
            </p:nvSpPr>
            <p:spPr>
              <a:xfrm>
                <a:off x="2073368" y="1412291"/>
                <a:ext cx="914400" cy="91702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025">
                    <a:moveTo>
                      <a:pt x="914400" y="914399"/>
                    </a:moveTo>
                    <a:lnTo>
                      <a:pt x="914400" y="917025"/>
                    </a:lnTo>
                    <a:lnTo>
                      <a:pt x="913924" y="916179"/>
                    </a:lnTo>
                    <a:lnTo>
                      <a:pt x="912923" y="91439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5" name="ph5915"/>
              <p:cNvSpPr/>
              <p:nvPr/>
            </p:nvSpPr>
            <p:spPr>
              <a:xfrm>
                <a:off x="20733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1060" y="931969"/>
                    </a:lnTo>
                    <a:lnTo>
                      <a:pt x="920102" y="929792"/>
                    </a:lnTo>
                    <a:lnTo>
                      <a:pt x="919033" y="927367"/>
                    </a:lnTo>
                    <a:lnTo>
                      <a:pt x="917964" y="924941"/>
                    </a:lnTo>
                    <a:lnTo>
                      <a:pt x="916895" y="922516"/>
                    </a:lnTo>
                    <a:lnTo>
                      <a:pt x="915825" y="920091"/>
                    </a:lnTo>
                    <a:lnTo>
                      <a:pt x="914738" y="917627"/>
                    </a:lnTo>
                    <a:lnTo>
                      <a:pt x="914400" y="917025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6" name="ph5916"/>
              <p:cNvSpPr/>
              <p:nvPr/>
            </p:nvSpPr>
            <p:spPr>
              <a:xfrm>
                <a:off x="208280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7" name="ph5917"/>
              <p:cNvSpPr/>
              <p:nvPr/>
            </p:nvSpPr>
            <p:spPr>
              <a:xfrm>
                <a:off x="209224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8" name="ph5918"/>
              <p:cNvSpPr/>
              <p:nvPr/>
            </p:nvSpPr>
            <p:spPr>
              <a:xfrm>
                <a:off x="210168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9" name="ph5919"/>
              <p:cNvSpPr/>
              <p:nvPr/>
            </p:nvSpPr>
            <p:spPr>
              <a:xfrm>
                <a:off x="211112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0" name="ph5920"/>
              <p:cNvSpPr/>
              <p:nvPr/>
            </p:nvSpPr>
            <p:spPr>
              <a:xfrm>
                <a:off x="212056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1" name="ph5921"/>
              <p:cNvSpPr/>
              <p:nvPr/>
            </p:nvSpPr>
            <p:spPr>
              <a:xfrm>
                <a:off x="213001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2" name="ph5922"/>
              <p:cNvSpPr/>
              <p:nvPr/>
            </p:nvSpPr>
            <p:spPr>
              <a:xfrm>
                <a:off x="213945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3" name="ph5923"/>
              <p:cNvSpPr/>
              <p:nvPr/>
            </p:nvSpPr>
            <p:spPr>
              <a:xfrm>
                <a:off x="214889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4" name="ph5924"/>
              <p:cNvSpPr/>
              <p:nvPr/>
            </p:nvSpPr>
            <p:spPr>
              <a:xfrm>
                <a:off x="215833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5" name="ph5925"/>
              <p:cNvSpPr/>
              <p:nvPr/>
            </p:nvSpPr>
            <p:spPr>
              <a:xfrm>
                <a:off x="216777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6" name="ph5926"/>
              <p:cNvSpPr/>
              <p:nvPr/>
            </p:nvSpPr>
            <p:spPr>
              <a:xfrm>
                <a:off x="217721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7" name="ph5927"/>
              <p:cNvSpPr/>
              <p:nvPr/>
            </p:nvSpPr>
            <p:spPr>
              <a:xfrm>
                <a:off x="218665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8" name="ph5928"/>
              <p:cNvSpPr/>
              <p:nvPr/>
            </p:nvSpPr>
            <p:spPr>
              <a:xfrm>
                <a:off x="219609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9" name="ph5929"/>
              <p:cNvSpPr/>
              <p:nvPr/>
            </p:nvSpPr>
            <p:spPr>
              <a:xfrm>
                <a:off x="220553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0" name="ph5930"/>
              <p:cNvSpPr/>
              <p:nvPr/>
            </p:nvSpPr>
            <p:spPr>
              <a:xfrm>
                <a:off x="221497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1" name="ph5931"/>
              <p:cNvSpPr/>
              <p:nvPr/>
            </p:nvSpPr>
            <p:spPr>
              <a:xfrm>
                <a:off x="222441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2" name="ph5932"/>
              <p:cNvSpPr/>
              <p:nvPr/>
            </p:nvSpPr>
            <p:spPr>
              <a:xfrm>
                <a:off x="223385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3" name="ph5933"/>
              <p:cNvSpPr/>
              <p:nvPr/>
            </p:nvSpPr>
            <p:spPr>
              <a:xfrm>
                <a:off x="224329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4" name="ph5934"/>
              <p:cNvSpPr/>
              <p:nvPr/>
            </p:nvSpPr>
            <p:spPr>
              <a:xfrm>
                <a:off x="225273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5" name="ph5935"/>
              <p:cNvSpPr/>
              <p:nvPr/>
            </p:nvSpPr>
            <p:spPr>
              <a:xfrm>
                <a:off x="226217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6" name="ph5936"/>
              <p:cNvSpPr/>
              <p:nvPr/>
            </p:nvSpPr>
            <p:spPr>
              <a:xfrm>
                <a:off x="227161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7" name="ph5937"/>
              <p:cNvSpPr/>
              <p:nvPr/>
            </p:nvSpPr>
            <p:spPr>
              <a:xfrm>
                <a:off x="228105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8" name="ph5938"/>
              <p:cNvSpPr/>
              <p:nvPr/>
            </p:nvSpPr>
            <p:spPr>
              <a:xfrm>
                <a:off x="229049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9" name="ph5939"/>
              <p:cNvSpPr/>
              <p:nvPr/>
            </p:nvSpPr>
            <p:spPr>
              <a:xfrm>
                <a:off x="229993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0" name="ph5940"/>
              <p:cNvSpPr/>
              <p:nvPr/>
            </p:nvSpPr>
            <p:spPr>
              <a:xfrm>
                <a:off x="230937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1" name="ph5941"/>
              <p:cNvSpPr/>
              <p:nvPr/>
            </p:nvSpPr>
            <p:spPr>
              <a:xfrm>
                <a:off x="231881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2" name="ph5942"/>
              <p:cNvSpPr/>
              <p:nvPr/>
            </p:nvSpPr>
            <p:spPr>
              <a:xfrm>
                <a:off x="232825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3" name="ph5943"/>
              <p:cNvSpPr/>
              <p:nvPr/>
            </p:nvSpPr>
            <p:spPr>
              <a:xfrm>
                <a:off x="233769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4" name="ph5944"/>
              <p:cNvSpPr/>
              <p:nvPr/>
            </p:nvSpPr>
            <p:spPr>
              <a:xfrm>
                <a:off x="234713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5" name="ph5945"/>
              <p:cNvSpPr/>
              <p:nvPr/>
            </p:nvSpPr>
            <p:spPr>
              <a:xfrm>
                <a:off x="235657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6" name="ph5946"/>
              <p:cNvSpPr/>
              <p:nvPr/>
            </p:nvSpPr>
            <p:spPr>
              <a:xfrm>
                <a:off x="236601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7" name="ph5947"/>
              <p:cNvSpPr/>
              <p:nvPr/>
            </p:nvSpPr>
            <p:spPr>
              <a:xfrm>
                <a:off x="237545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8" name="ph5948"/>
              <p:cNvSpPr/>
              <p:nvPr/>
            </p:nvSpPr>
            <p:spPr>
              <a:xfrm>
                <a:off x="2384896" y="1429861"/>
                <a:ext cx="91844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4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46" y="896830"/>
                    </a:lnTo>
                    <a:lnTo>
                      <a:pt x="918127" y="899451"/>
                    </a:lnTo>
                    <a:lnTo>
                      <a:pt x="916531" y="910000"/>
                    </a:lnTo>
                    <a:lnTo>
                      <a:pt x="915731" y="914400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9" name="ph5949"/>
              <p:cNvSpPr/>
              <p:nvPr/>
            </p:nvSpPr>
            <p:spPr>
              <a:xfrm>
                <a:off x="3092914" y="141229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76" y="931969"/>
                    </a:lnTo>
                    <a:lnTo>
                      <a:pt x="906143" y="928073"/>
                    </a:lnTo>
                    <a:lnTo>
                      <a:pt x="908447" y="918011"/>
                    </a:lnTo>
                    <a:lnTo>
                      <a:pt x="909396" y="91439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0" name="ph5950"/>
              <p:cNvSpPr/>
              <p:nvPr/>
            </p:nvSpPr>
            <p:spPr>
              <a:xfrm>
                <a:off x="309291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1" name="ph5951"/>
              <p:cNvSpPr/>
              <p:nvPr/>
            </p:nvSpPr>
            <p:spPr>
              <a:xfrm>
                <a:off x="310235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2" name="ph5952"/>
              <p:cNvSpPr/>
              <p:nvPr/>
            </p:nvSpPr>
            <p:spPr>
              <a:xfrm>
                <a:off x="311179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3" name="ph5953"/>
              <p:cNvSpPr/>
              <p:nvPr/>
            </p:nvSpPr>
            <p:spPr>
              <a:xfrm>
                <a:off x="312123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4" name="ph5954"/>
              <p:cNvSpPr/>
              <p:nvPr/>
            </p:nvSpPr>
            <p:spPr>
              <a:xfrm>
                <a:off x="313067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5" name="ph5955"/>
              <p:cNvSpPr/>
              <p:nvPr/>
            </p:nvSpPr>
            <p:spPr>
              <a:xfrm>
                <a:off x="314011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6" name="ph5956"/>
              <p:cNvSpPr/>
              <p:nvPr/>
            </p:nvSpPr>
            <p:spPr>
              <a:xfrm>
                <a:off x="314955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7" name="ph5957"/>
              <p:cNvSpPr/>
              <p:nvPr/>
            </p:nvSpPr>
            <p:spPr>
              <a:xfrm>
                <a:off x="315899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8" name="ph5958"/>
              <p:cNvSpPr/>
              <p:nvPr/>
            </p:nvSpPr>
            <p:spPr>
              <a:xfrm>
                <a:off x="316843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9" name="ph5959"/>
              <p:cNvSpPr/>
              <p:nvPr/>
            </p:nvSpPr>
            <p:spPr>
              <a:xfrm>
                <a:off x="317787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0" name="ph5960"/>
              <p:cNvSpPr/>
              <p:nvPr/>
            </p:nvSpPr>
            <p:spPr>
              <a:xfrm>
                <a:off x="318731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1" name="ph5961"/>
              <p:cNvSpPr/>
              <p:nvPr/>
            </p:nvSpPr>
            <p:spPr>
              <a:xfrm>
                <a:off x="319675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2" name="ph5962"/>
              <p:cNvSpPr/>
              <p:nvPr/>
            </p:nvSpPr>
            <p:spPr>
              <a:xfrm>
                <a:off x="320619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3" name="ph5963"/>
              <p:cNvSpPr/>
              <p:nvPr/>
            </p:nvSpPr>
            <p:spPr>
              <a:xfrm>
                <a:off x="321563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4" name="ph5964"/>
              <p:cNvSpPr/>
              <p:nvPr/>
            </p:nvSpPr>
            <p:spPr>
              <a:xfrm>
                <a:off x="322507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5" name="ph5965"/>
              <p:cNvSpPr/>
              <p:nvPr/>
            </p:nvSpPr>
            <p:spPr>
              <a:xfrm>
                <a:off x="323451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6" name="ph5966"/>
              <p:cNvSpPr/>
              <p:nvPr/>
            </p:nvSpPr>
            <p:spPr>
              <a:xfrm>
                <a:off x="324395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7" name="ph5967"/>
              <p:cNvSpPr/>
              <p:nvPr/>
            </p:nvSpPr>
            <p:spPr>
              <a:xfrm>
                <a:off x="325339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8" name="ph5968"/>
              <p:cNvSpPr/>
              <p:nvPr/>
            </p:nvSpPr>
            <p:spPr>
              <a:xfrm>
                <a:off x="326283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9" name="ph5969"/>
              <p:cNvSpPr/>
              <p:nvPr/>
            </p:nvSpPr>
            <p:spPr>
              <a:xfrm>
                <a:off x="327227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0" name="ph5970"/>
              <p:cNvSpPr/>
              <p:nvPr/>
            </p:nvSpPr>
            <p:spPr>
              <a:xfrm>
                <a:off x="328171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1" name="ph5971"/>
              <p:cNvSpPr/>
              <p:nvPr/>
            </p:nvSpPr>
            <p:spPr>
              <a:xfrm>
                <a:off x="329115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2" name="ph5972"/>
              <p:cNvSpPr/>
              <p:nvPr/>
            </p:nvSpPr>
            <p:spPr>
              <a:xfrm>
                <a:off x="330059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3" name="ph5973"/>
              <p:cNvSpPr/>
              <p:nvPr/>
            </p:nvSpPr>
            <p:spPr>
              <a:xfrm>
                <a:off x="331004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4" name="ph5974"/>
              <p:cNvSpPr/>
              <p:nvPr/>
            </p:nvSpPr>
            <p:spPr>
              <a:xfrm>
                <a:off x="331948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5" name="ph5975"/>
              <p:cNvSpPr/>
              <p:nvPr/>
            </p:nvSpPr>
            <p:spPr>
              <a:xfrm>
                <a:off x="332892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6" name="ph5976"/>
              <p:cNvSpPr/>
              <p:nvPr/>
            </p:nvSpPr>
            <p:spPr>
              <a:xfrm>
                <a:off x="333836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7" name="ph5977"/>
              <p:cNvSpPr/>
              <p:nvPr/>
            </p:nvSpPr>
            <p:spPr>
              <a:xfrm>
                <a:off x="334780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8" name="ph5978"/>
              <p:cNvSpPr/>
              <p:nvPr/>
            </p:nvSpPr>
            <p:spPr>
              <a:xfrm>
                <a:off x="335724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9" name="ph5979"/>
              <p:cNvSpPr/>
              <p:nvPr/>
            </p:nvSpPr>
            <p:spPr>
              <a:xfrm>
                <a:off x="336668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0" name="ph5980"/>
              <p:cNvSpPr/>
              <p:nvPr/>
            </p:nvSpPr>
            <p:spPr>
              <a:xfrm>
                <a:off x="33761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1" name="ph5981"/>
              <p:cNvSpPr/>
              <p:nvPr/>
            </p:nvSpPr>
            <p:spPr>
              <a:xfrm>
                <a:off x="338556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2" name="ph5982"/>
              <p:cNvSpPr/>
              <p:nvPr/>
            </p:nvSpPr>
            <p:spPr>
              <a:xfrm>
                <a:off x="339500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3" name="ph5983"/>
              <p:cNvSpPr/>
              <p:nvPr/>
            </p:nvSpPr>
            <p:spPr>
              <a:xfrm>
                <a:off x="340444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4" name="ph5984"/>
              <p:cNvSpPr/>
              <p:nvPr/>
            </p:nvSpPr>
            <p:spPr>
              <a:xfrm>
                <a:off x="341388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5" name="ph5985"/>
              <p:cNvSpPr/>
              <p:nvPr/>
            </p:nvSpPr>
            <p:spPr>
              <a:xfrm>
                <a:off x="342332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6" name="ph5986"/>
              <p:cNvSpPr/>
              <p:nvPr/>
            </p:nvSpPr>
            <p:spPr>
              <a:xfrm>
                <a:off x="343276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7" name="ph5987"/>
              <p:cNvSpPr/>
              <p:nvPr/>
            </p:nvSpPr>
            <p:spPr>
              <a:xfrm>
                <a:off x="344220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D">
                  <a:alpha val="100000"/>
                </a:srgbClr>
              </a:solidFill>
              <a:ln w="5420" cap="flat">
                <a:solidFill>
                  <a:srgbClr val="F5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8" name="ph5988"/>
              <p:cNvSpPr/>
              <p:nvPr/>
            </p:nvSpPr>
            <p:spPr>
              <a:xfrm>
                <a:off x="345164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9" name="ph5989"/>
              <p:cNvSpPr/>
              <p:nvPr/>
            </p:nvSpPr>
            <p:spPr>
              <a:xfrm>
                <a:off x="346108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0" name="ph5990"/>
              <p:cNvSpPr/>
              <p:nvPr/>
            </p:nvSpPr>
            <p:spPr>
              <a:xfrm>
                <a:off x="347052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1" name="ph5991"/>
              <p:cNvSpPr/>
              <p:nvPr/>
            </p:nvSpPr>
            <p:spPr>
              <a:xfrm>
                <a:off x="347996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2" name="ph5992"/>
              <p:cNvSpPr/>
              <p:nvPr/>
            </p:nvSpPr>
            <p:spPr>
              <a:xfrm>
                <a:off x="348940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3" name="ph5993"/>
              <p:cNvSpPr/>
              <p:nvPr/>
            </p:nvSpPr>
            <p:spPr>
              <a:xfrm>
                <a:off x="349884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4" name="ph5994"/>
              <p:cNvSpPr/>
              <p:nvPr/>
            </p:nvSpPr>
            <p:spPr>
              <a:xfrm>
                <a:off x="350828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5" name="ph5995"/>
              <p:cNvSpPr/>
              <p:nvPr/>
            </p:nvSpPr>
            <p:spPr>
              <a:xfrm>
                <a:off x="351772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6" name="ph5996"/>
              <p:cNvSpPr/>
              <p:nvPr/>
            </p:nvSpPr>
            <p:spPr>
              <a:xfrm>
                <a:off x="352716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7" name="ph5997"/>
              <p:cNvSpPr/>
              <p:nvPr/>
            </p:nvSpPr>
            <p:spPr>
              <a:xfrm>
                <a:off x="353660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8" name="ph5998"/>
              <p:cNvSpPr/>
              <p:nvPr/>
            </p:nvSpPr>
            <p:spPr>
              <a:xfrm>
                <a:off x="354604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9" name="ph5999"/>
              <p:cNvSpPr/>
              <p:nvPr/>
            </p:nvSpPr>
            <p:spPr>
              <a:xfrm>
                <a:off x="355548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0" name="ph6000"/>
              <p:cNvSpPr/>
              <p:nvPr/>
            </p:nvSpPr>
            <p:spPr>
              <a:xfrm>
                <a:off x="356492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1" name="ph6001"/>
              <p:cNvSpPr/>
              <p:nvPr/>
            </p:nvSpPr>
            <p:spPr>
              <a:xfrm>
                <a:off x="357436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2" name="ph6002"/>
              <p:cNvSpPr/>
              <p:nvPr/>
            </p:nvSpPr>
            <p:spPr>
              <a:xfrm>
                <a:off x="358380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3" name="ph6003"/>
              <p:cNvSpPr/>
              <p:nvPr/>
            </p:nvSpPr>
            <p:spPr>
              <a:xfrm>
                <a:off x="359324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4" name="ph6004"/>
              <p:cNvSpPr/>
              <p:nvPr/>
            </p:nvSpPr>
            <p:spPr>
              <a:xfrm>
                <a:off x="360268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5" name="ph6005"/>
              <p:cNvSpPr/>
              <p:nvPr/>
            </p:nvSpPr>
            <p:spPr>
              <a:xfrm>
                <a:off x="361212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6" name="ph6006"/>
              <p:cNvSpPr/>
              <p:nvPr/>
            </p:nvSpPr>
            <p:spPr>
              <a:xfrm>
                <a:off x="36215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7" name="ph6007"/>
              <p:cNvSpPr/>
              <p:nvPr/>
            </p:nvSpPr>
            <p:spPr>
              <a:xfrm>
                <a:off x="363100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8" name="ph6008"/>
              <p:cNvSpPr/>
              <p:nvPr/>
            </p:nvSpPr>
            <p:spPr>
              <a:xfrm>
                <a:off x="364044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9" name="ph6009"/>
              <p:cNvSpPr/>
              <p:nvPr/>
            </p:nvSpPr>
            <p:spPr>
              <a:xfrm>
                <a:off x="364988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0" name="ph6010"/>
              <p:cNvSpPr/>
              <p:nvPr/>
            </p:nvSpPr>
            <p:spPr>
              <a:xfrm>
                <a:off x="365932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1" name="ph6011"/>
              <p:cNvSpPr/>
              <p:nvPr/>
            </p:nvSpPr>
            <p:spPr>
              <a:xfrm>
                <a:off x="366876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2" name="ph6012"/>
              <p:cNvSpPr/>
              <p:nvPr/>
            </p:nvSpPr>
            <p:spPr>
              <a:xfrm>
                <a:off x="367820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3" name="ph6013"/>
              <p:cNvSpPr/>
              <p:nvPr/>
            </p:nvSpPr>
            <p:spPr>
              <a:xfrm>
                <a:off x="368764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4" name="ph6014"/>
              <p:cNvSpPr/>
              <p:nvPr/>
            </p:nvSpPr>
            <p:spPr>
              <a:xfrm>
                <a:off x="369708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5" name="ph6015"/>
              <p:cNvSpPr/>
              <p:nvPr/>
            </p:nvSpPr>
            <p:spPr>
              <a:xfrm>
                <a:off x="3706530" y="142986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867"/>
                    </a:lnTo>
                    <a:lnTo>
                      <a:pt x="920404" y="913025"/>
                    </a:lnTo>
                    <a:lnTo>
                      <a:pt x="919383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6" name="ph6016"/>
              <p:cNvSpPr/>
              <p:nvPr/>
            </p:nvSpPr>
            <p:spPr>
              <a:xfrm>
                <a:off x="3715970" y="1412291"/>
                <a:ext cx="921017" cy="925437"/>
              </a:xfrm>
              <a:custGeom>
                <a:avLst/>
                <a:gdLst/>
                <a:ahLst/>
                <a:cxnLst/>
                <a:rect l="0" t="0" r="0" b="0"/>
                <a:pathLst>
                  <a:path w="921017" h="925437">
                    <a:moveTo>
                      <a:pt x="914400" y="914399"/>
                    </a:moveTo>
                    <a:lnTo>
                      <a:pt x="921017" y="914399"/>
                    </a:lnTo>
                    <a:lnTo>
                      <a:pt x="919987" y="916308"/>
                    </a:lnTo>
                    <a:lnTo>
                      <a:pt x="915576" y="923671"/>
                    </a:lnTo>
                    <a:lnTo>
                      <a:pt x="914400" y="925437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7" name="ph6017"/>
              <p:cNvSpPr/>
              <p:nvPr/>
            </p:nvSpPr>
            <p:spPr>
              <a:xfrm>
                <a:off x="2063928" y="1394721"/>
                <a:ext cx="914400" cy="9178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829">
                    <a:moveTo>
                      <a:pt x="914400" y="914400"/>
                    </a:moveTo>
                    <a:lnTo>
                      <a:pt x="914400" y="917829"/>
                    </a:lnTo>
                    <a:lnTo>
                      <a:pt x="914270" y="917600"/>
                    </a:lnTo>
                    <a:lnTo>
                      <a:pt x="913132" y="915582"/>
                    </a:lnTo>
                    <a:lnTo>
                      <a:pt x="912465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8" name="ph6018"/>
              <p:cNvSpPr/>
              <p:nvPr/>
            </p:nvSpPr>
            <p:spPr>
              <a:xfrm>
                <a:off x="206392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364" y="931969"/>
                    </a:lnTo>
                    <a:lnTo>
                      <a:pt x="922229" y="931730"/>
                    </a:lnTo>
                    <a:lnTo>
                      <a:pt x="921093" y="929711"/>
                    </a:lnTo>
                    <a:lnTo>
                      <a:pt x="919957" y="927692"/>
                    </a:lnTo>
                    <a:lnTo>
                      <a:pt x="918820" y="925673"/>
                    </a:lnTo>
                    <a:lnTo>
                      <a:pt x="917683" y="923655"/>
                    </a:lnTo>
                    <a:lnTo>
                      <a:pt x="916546" y="921636"/>
                    </a:lnTo>
                    <a:lnTo>
                      <a:pt x="915408" y="919618"/>
                    </a:lnTo>
                    <a:lnTo>
                      <a:pt x="914400" y="91782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9" name="ph6019"/>
              <p:cNvSpPr/>
              <p:nvPr/>
            </p:nvSpPr>
            <p:spPr>
              <a:xfrm>
                <a:off x="20733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0" name="ph6020"/>
              <p:cNvSpPr/>
              <p:nvPr/>
            </p:nvSpPr>
            <p:spPr>
              <a:xfrm>
                <a:off x="208280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1" name="ph6021"/>
              <p:cNvSpPr/>
              <p:nvPr/>
            </p:nvSpPr>
            <p:spPr>
              <a:xfrm>
                <a:off x="209224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2" name="ph6022"/>
              <p:cNvSpPr/>
              <p:nvPr/>
            </p:nvSpPr>
            <p:spPr>
              <a:xfrm>
                <a:off x="210168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3" name="ph6023"/>
              <p:cNvSpPr/>
              <p:nvPr/>
            </p:nvSpPr>
            <p:spPr>
              <a:xfrm>
                <a:off x="211112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4" name="ph6024"/>
              <p:cNvSpPr/>
              <p:nvPr/>
            </p:nvSpPr>
            <p:spPr>
              <a:xfrm>
                <a:off x="212056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5" name="ph6025"/>
              <p:cNvSpPr/>
              <p:nvPr/>
            </p:nvSpPr>
            <p:spPr>
              <a:xfrm>
                <a:off x="213001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6" name="ph6026"/>
              <p:cNvSpPr/>
              <p:nvPr/>
            </p:nvSpPr>
            <p:spPr>
              <a:xfrm>
                <a:off x="213945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7" name="ph6027"/>
              <p:cNvSpPr/>
              <p:nvPr/>
            </p:nvSpPr>
            <p:spPr>
              <a:xfrm>
                <a:off x="214889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8" name="ph6028"/>
              <p:cNvSpPr/>
              <p:nvPr/>
            </p:nvSpPr>
            <p:spPr>
              <a:xfrm>
                <a:off x="215833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9" name="ph6029"/>
              <p:cNvSpPr/>
              <p:nvPr/>
            </p:nvSpPr>
            <p:spPr>
              <a:xfrm>
                <a:off x="216777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0" name="ph6030"/>
              <p:cNvSpPr/>
              <p:nvPr/>
            </p:nvSpPr>
            <p:spPr>
              <a:xfrm>
                <a:off x="217721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1" name="ph6031"/>
              <p:cNvSpPr/>
              <p:nvPr/>
            </p:nvSpPr>
            <p:spPr>
              <a:xfrm>
                <a:off x="218665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2" name="ph6032"/>
              <p:cNvSpPr/>
              <p:nvPr/>
            </p:nvSpPr>
            <p:spPr>
              <a:xfrm>
                <a:off x="219609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3" name="ph6033"/>
              <p:cNvSpPr/>
              <p:nvPr/>
            </p:nvSpPr>
            <p:spPr>
              <a:xfrm>
                <a:off x="220553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4" name="ph6034"/>
              <p:cNvSpPr/>
              <p:nvPr/>
            </p:nvSpPr>
            <p:spPr>
              <a:xfrm>
                <a:off x="221497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5" name="ph6035"/>
              <p:cNvSpPr/>
              <p:nvPr/>
            </p:nvSpPr>
            <p:spPr>
              <a:xfrm>
                <a:off x="222441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6" name="ph6036"/>
              <p:cNvSpPr/>
              <p:nvPr/>
            </p:nvSpPr>
            <p:spPr>
              <a:xfrm>
                <a:off x="223385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7" name="ph6037"/>
              <p:cNvSpPr/>
              <p:nvPr/>
            </p:nvSpPr>
            <p:spPr>
              <a:xfrm>
                <a:off x="224329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8" name="ph6038"/>
              <p:cNvSpPr/>
              <p:nvPr/>
            </p:nvSpPr>
            <p:spPr>
              <a:xfrm>
                <a:off x="225273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9" name="ph6039"/>
              <p:cNvSpPr/>
              <p:nvPr/>
            </p:nvSpPr>
            <p:spPr>
              <a:xfrm>
                <a:off x="226217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0" name="ph6040"/>
              <p:cNvSpPr/>
              <p:nvPr/>
            </p:nvSpPr>
            <p:spPr>
              <a:xfrm>
                <a:off x="227161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1" name="ph6041"/>
              <p:cNvSpPr/>
              <p:nvPr/>
            </p:nvSpPr>
            <p:spPr>
              <a:xfrm>
                <a:off x="228105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2" name="ph6042"/>
              <p:cNvSpPr/>
              <p:nvPr/>
            </p:nvSpPr>
            <p:spPr>
              <a:xfrm>
                <a:off x="229049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3" name="ph6043"/>
              <p:cNvSpPr/>
              <p:nvPr/>
            </p:nvSpPr>
            <p:spPr>
              <a:xfrm>
                <a:off x="229993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4" name="ph6044"/>
              <p:cNvSpPr/>
              <p:nvPr/>
            </p:nvSpPr>
            <p:spPr>
              <a:xfrm>
                <a:off x="230937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5" name="ph6045"/>
              <p:cNvSpPr/>
              <p:nvPr/>
            </p:nvSpPr>
            <p:spPr>
              <a:xfrm>
                <a:off x="231881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6" name="ph6046"/>
              <p:cNvSpPr/>
              <p:nvPr/>
            </p:nvSpPr>
            <p:spPr>
              <a:xfrm>
                <a:off x="232825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7" name="ph6047"/>
              <p:cNvSpPr/>
              <p:nvPr/>
            </p:nvSpPr>
            <p:spPr>
              <a:xfrm>
                <a:off x="233769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8" name="ph6048"/>
              <p:cNvSpPr/>
              <p:nvPr/>
            </p:nvSpPr>
            <p:spPr>
              <a:xfrm>
                <a:off x="234713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9" name="ph6049"/>
              <p:cNvSpPr/>
              <p:nvPr/>
            </p:nvSpPr>
            <p:spPr>
              <a:xfrm>
                <a:off x="235657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0" name="ph6050"/>
              <p:cNvSpPr/>
              <p:nvPr/>
            </p:nvSpPr>
            <p:spPr>
              <a:xfrm>
                <a:off x="236601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1" name="ph6051"/>
              <p:cNvSpPr/>
              <p:nvPr/>
            </p:nvSpPr>
            <p:spPr>
              <a:xfrm>
                <a:off x="237545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2" name="ph6052"/>
              <p:cNvSpPr/>
              <p:nvPr/>
            </p:nvSpPr>
            <p:spPr>
              <a:xfrm>
                <a:off x="2384896" y="1412291"/>
                <a:ext cx="92030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06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306" y="896830"/>
                    </a:lnTo>
                    <a:lnTo>
                      <a:pt x="919427" y="906332"/>
                    </a:lnTo>
                    <a:lnTo>
                      <a:pt x="918446" y="91439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3" name="ph6053"/>
              <p:cNvSpPr/>
              <p:nvPr/>
            </p:nvSpPr>
            <p:spPr>
              <a:xfrm>
                <a:off x="3092914" y="141229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396" y="914399"/>
                    </a:lnTo>
                    <a:lnTo>
                      <a:pt x="911028" y="908185"/>
                    </a:lnTo>
                    <a:lnTo>
                      <a:pt x="913880" y="898621"/>
                    </a:lnTo>
                    <a:lnTo>
                      <a:pt x="914400" y="897073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4" name="ph6054"/>
              <p:cNvSpPr/>
              <p:nvPr/>
            </p:nvSpPr>
            <p:spPr>
              <a:xfrm>
                <a:off x="3102354" y="139472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643"/>
                    </a:lnTo>
                    <a:lnTo>
                      <a:pt x="905041" y="914400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5" name="ph6055"/>
              <p:cNvSpPr/>
              <p:nvPr/>
            </p:nvSpPr>
            <p:spPr>
              <a:xfrm>
                <a:off x="310235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6" name="ph6056"/>
              <p:cNvSpPr/>
              <p:nvPr/>
            </p:nvSpPr>
            <p:spPr>
              <a:xfrm>
                <a:off x="311179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7" name="ph6057"/>
              <p:cNvSpPr/>
              <p:nvPr/>
            </p:nvSpPr>
            <p:spPr>
              <a:xfrm>
                <a:off x="312123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8" name="ph6058"/>
              <p:cNvSpPr/>
              <p:nvPr/>
            </p:nvSpPr>
            <p:spPr>
              <a:xfrm>
                <a:off x="313067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9" name="ph6059"/>
              <p:cNvSpPr/>
              <p:nvPr/>
            </p:nvSpPr>
            <p:spPr>
              <a:xfrm>
                <a:off x="314011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0" name="ph6060"/>
              <p:cNvSpPr/>
              <p:nvPr/>
            </p:nvSpPr>
            <p:spPr>
              <a:xfrm>
                <a:off x="314955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1" name="ph6061"/>
              <p:cNvSpPr/>
              <p:nvPr/>
            </p:nvSpPr>
            <p:spPr>
              <a:xfrm>
                <a:off x="315899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2" name="ph6062"/>
              <p:cNvSpPr/>
              <p:nvPr/>
            </p:nvSpPr>
            <p:spPr>
              <a:xfrm>
                <a:off x="316843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3" name="ph6063"/>
              <p:cNvSpPr/>
              <p:nvPr/>
            </p:nvSpPr>
            <p:spPr>
              <a:xfrm>
                <a:off x="317787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4" name="ph6064"/>
              <p:cNvSpPr/>
              <p:nvPr/>
            </p:nvSpPr>
            <p:spPr>
              <a:xfrm>
                <a:off x="318731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5" name="ph6065"/>
              <p:cNvSpPr/>
              <p:nvPr/>
            </p:nvSpPr>
            <p:spPr>
              <a:xfrm>
                <a:off x="319675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6" name="ph6066"/>
              <p:cNvSpPr/>
              <p:nvPr/>
            </p:nvSpPr>
            <p:spPr>
              <a:xfrm>
                <a:off x="320619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7" name="ph6067"/>
              <p:cNvSpPr/>
              <p:nvPr/>
            </p:nvSpPr>
            <p:spPr>
              <a:xfrm>
                <a:off x="321563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8" name="ph6068"/>
              <p:cNvSpPr/>
              <p:nvPr/>
            </p:nvSpPr>
            <p:spPr>
              <a:xfrm>
                <a:off x="322507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9" name="ph6069"/>
              <p:cNvSpPr/>
              <p:nvPr/>
            </p:nvSpPr>
            <p:spPr>
              <a:xfrm>
                <a:off x="323451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0" name="ph6070"/>
              <p:cNvSpPr/>
              <p:nvPr/>
            </p:nvSpPr>
            <p:spPr>
              <a:xfrm>
                <a:off x="324395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1" name="ph6071"/>
              <p:cNvSpPr/>
              <p:nvPr/>
            </p:nvSpPr>
            <p:spPr>
              <a:xfrm>
                <a:off x="325339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2" name="ph6072"/>
              <p:cNvSpPr/>
              <p:nvPr/>
            </p:nvSpPr>
            <p:spPr>
              <a:xfrm>
                <a:off x="326283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3" name="ph6073"/>
              <p:cNvSpPr/>
              <p:nvPr/>
            </p:nvSpPr>
            <p:spPr>
              <a:xfrm>
                <a:off x="327227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4" name="ph6074"/>
              <p:cNvSpPr/>
              <p:nvPr/>
            </p:nvSpPr>
            <p:spPr>
              <a:xfrm>
                <a:off x="328171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5" name="ph6075"/>
              <p:cNvSpPr/>
              <p:nvPr/>
            </p:nvSpPr>
            <p:spPr>
              <a:xfrm>
                <a:off x="329115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6" name="ph6076"/>
              <p:cNvSpPr/>
              <p:nvPr/>
            </p:nvSpPr>
            <p:spPr>
              <a:xfrm>
                <a:off x="330059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7" name="ph6077"/>
              <p:cNvSpPr/>
              <p:nvPr/>
            </p:nvSpPr>
            <p:spPr>
              <a:xfrm>
                <a:off x="331004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8" name="ph6078"/>
              <p:cNvSpPr/>
              <p:nvPr/>
            </p:nvSpPr>
            <p:spPr>
              <a:xfrm>
                <a:off x="331948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9" name="ph6079"/>
              <p:cNvSpPr/>
              <p:nvPr/>
            </p:nvSpPr>
            <p:spPr>
              <a:xfrm>
                <a:off x="332892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0" name="ph6080"/>
              <p:cNvSpPr/>
              <p:nvPr/>
            </p:nvSpPr>
            <p:spPr>
              <a:xfrm>
                <a:off x="333836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1" name="ph6081"/>
              <p:cNvSpPr/>
              <p:nvPr/>
            </p:nvSpPr>
            <p:spPr>
              <a:xfrm>
                <a:off x="334780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2" name="ph6082"/>
              <p:cNvSpPr/>
              <p:nvPr/>
            </p:nvSpPr>
            <p:spPr>
              <a:xfrm>
                <a:off x="335724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3" name="ph6083"/>
              <p:cNvSpPr/>
              <p:nvPr/>
            </p:nvSpPr>
            <p:spPr>
              <a:xfrm>
                <a:off x="336668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4" name="ph6084"/>
              <p:cNvSpPr/>
              <p:nvPr/>
            </p:nvSpPr>
            <p:spPr>
              <a:xfrm>
                <a:off x="33761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5" name="ph6085"/>
              <p:cNvSpPr/>
              <p:nvPr/>
            </p:nvSpPr>
            <p:spPr>
              <a:xfrm>
                <a:off x="338556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6" name="ph6086"/>
              <p:cNvSpPr/>
              <p:nvPr/>
            </p:nvSpPr>
            <p:spPr>
              <a:xfrm>
                <a:off x="339500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7" name="ph6087"/>
              <p:cNvSpPr/>
              <p:nvPr/>
            </p:nvSpPr>
            <p:spPr>
              <a:xfrm>
                <a:off x="340444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8" name="ph6088"/>
              <p:cNvSpPr/>
              <p:nvPr/>
            </p:nvSpPr>
            <p:spPr>
              <a:xfrm>
                <a:off x="341388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9" name="ph6089"/>
              <p:cNvSpPr/>
              <p:nvPr/>
            </p:nvSpPr>
            <p:spPr>
              <a:xfrm>
                <a:off x="342332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0" name="ph6090"/>
              <p:cNvSpPr/>
              <p:nvPr/>
            </p:nvSpPr>
            <p:spPr>
              <a:xfrm>
                <a:off x="343276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1" name="ph6091"/>
              <p:cNvSpPr/>
              <p:nvPr/>
            </p:nvSpPr>
            <p:spPr>
              <a:xfrm>
                <a:off x="344220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2" name="ph6092"/>
              <p:cNvSpPr/>
              <p:nvPr/>
            </p:nvSpPr>
            <p:spPr>
              <a:xfrm>
                <a:off x="345164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3" name="ph6093"/>
              <p:cNvSpPr/>
              <p:nvPr/>
            </p:nvSpPr>
            <p:spPr>
              <a:xfrm>
                <a:off x="346108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4" name="ph6094"/>
              <p:cNvSpPr/>
              <p:nvPr/>
            </p:nvSpPr>
            <p:spPr>
              <a:xfrm>
                <a:off x="347052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5" name="ph6095"/>
              <p:cNvSpPr/>
              <p:nvPr/>
            </p:nvSpPr>
            <p:spPr>
              <a:xfrm>
                <a:off x="347996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6" name="ph6096"/>
              <p:cNvSpPr/>
              <p:nvPr/>
            </p:nvSpPr>
            <p:spPr>
              <a:xfrm>
                <a:off x="348940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7" name="ph6097"/>
              <p:cNvSpPr/>
              <p:nvPr/>
            </p:nvSpPr>
            <p:spPr>
              <a:xfrm>
                <a:off x="349884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8" name="ph6098"/>
              <p:cNvSpPr/>
              <p:nvPr/>
            </p:nvSpPr>
            <p:spPr>
              <a:xfrm>
                <a:off x="350828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9" name="ph6099"/>
              <p:cNvSpPr/>
              <p:nvPr/>
            </p:nvSpPr>
            <p:spPr>
              <a:xfrm>
                <a:off x="351772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0" name="ph6100"/>
              <p:cNvSpPr/>
              <p:nvPr/>
            </p:nvSpPr>
            <p:spPr>
              <a:xfrm>
                <a:off x="352716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1" name="ph6101"/>
              <p:cNvSpPr/>
              <p:nvPr/>
            </p:nvSpPr>
            <p:spPr>
              <a:xfrm>
                <a:off x="353660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2" name="ph6102"/>
              <p:cNvSpPr/>
              <p:nvPr/>
            </p:nvSpPr>
            <p:spPr>
              <a:xfrm>
                <a:off x="354604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3" name="ph6103"/>
              <p:cNvSpPr/>
              <p:nvPr/>
            </p:nvSpPr>
            <p:spPr>
              <a:xfrm>
                <a:off x="355548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4" name="ph6104"/>
              <p:cNvSpPr/>
              <p:nvPr/>
            </p:nvSpPr>
            <p:spPr>
              <a:xfrm>
                <a:off x="356492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5" name="ph6105"/>
              <p:cNvSpPr/>
              <p:nvPr/>
            </p:nvSpPr>
            <p:spPr>
              <a:xfrm>
                <a:off x="357436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6" name="ph6106"/>
              <p:cNvSpPr/>
              <p:nvPr/>
            </p:nvSpPr>
            <p:spPr>
              <a:xfrm>
                <a:off x="358380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7" name="ph6107"/>
              <p:cNvSpPr/>
              <p:nvPr/>
            </p:nvSpPr>
            <p:spPr>
              <a:xfrm>
                <a:off x="359324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8" name="ph6108"/>
              <p:cNvSpPr/>
              <p:nvPr/>
            </p:nvSpPr>
            <p:spPr>
              <a:xfrm>
                <a:off x="360268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9" name="ph6109"/>
              <p:cNvSpPr/>
              <p:nvPr/>
            </p:nvSpPr>
            <p:spPr>
              <a:xfrm>
                <a:off x="361212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0" name="ph6110"/>
              <p:cNvSpPr/>
              <p:nvPr/>
            </p:nvSpPr>
            <p:spPr>
              <a:xfrm>
                <a:off x="36215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1" name="ph6111"/>
              <p:cNvSpPr/>
              <p:nvPr/>
            </p:nvSpPr>
            <p:spPr>
              <a:xfrm>
                <a:off x="363100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2" name="ph6112"/>
              <p:cNvSpPr/>
              <p:nvPr/>
            </p:nvSpPr>
            <p:spPr>
              <a:xfrm>
                <a:off x="364044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3" name="ph6113"/>
              <p:cNvSpPr/>
              <p:nvPr/>
            </p:nvSpPr>
            <p:spPr>
              <a:xfrm>
                <a:off x="364988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4" name="ph6114"/>
              <p:cNvSpPr/>
              <p:nvPr/>
            </p:nvSpPr>
            <p:spPr>
              <a:xfrm>
                <a:off x="365932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5" name="ph6115"/>
              <p:cNvSpPr/>
              <p:nvPr/>
            </p:nvSpPr>
            <p:spPr>
              <a:xfrm>
                <a:off x="366876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6" name="ph6116"/>
              <p:cNvSpPr/>
              <p:nvPr/>
            </p:nvSpPr>
            <p:spPr>
              <a:xfrm>
                <a:off x="367820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7" name="ph6117"/>
              <p:cNvSpPr/>
              <p:nvPr/>
            </p:nvSpPr>
            <p:spPr>
              <a:xfrm>
                <a:off x="368764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8" name="ph6118"/>
              <p:cNvSpPr/>
              <p:nvPr/>
            </p:nvSpPr>
            <p:spPr>
              <a:xfrm>
                <a:off x="369708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9" name="ph6119"/>
              <p:cNvSpPr/>
              <p:nvPr/>
            </p:nvSpPr>
            <p:spPr>
              <a:xfrm>
                <a:off x="370653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0" name="ph6120"/>
              <p:cNvSpPr/>
              <p:nvPr/>
            </p:nvSpPr>
            <p:spPr>
              <a:xfrm>
                <a:off x="3715970" y="1412291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168"/>
                    </a:lnTo>
                    <a:lnTo>
                      <a:pt x="921017" y="91439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1" name="ph6121"/>
              <p:cNvSpPr/>
              <p:nvPr/>
            </p:nvSpPr>
            <p:spPr>
              <a:xfrm>
                <a:off x="3725410" y="1394721"/>
                <a:ext cx="920257" cy="926738"/>
              </a:xfrm>
              <a:custGeom>
                <a:avLst/>
                <a:gdLst/>
                <a:ahLst/>
                <a:cxnLst/>
                <a:rect l="0" t="0" r="0" b="0"/>
                <a:pathLst>
                  <a:path w="920257" h="926738">
                    <a:moveTo>
                      <a:pt x="914400" y="914400"/>
                    </a:moveTo>
                    <a:lnTo>
                      <a:pt x="920257" y="914400"/>
                    </a:lnTo>
                    <a:lnTo>
                      <a:pt x="918720" y="917915"/>
                    </a:lnTo>
                    <a:lnTo>
                      <a:pt x="914746" y="926095"/>
                    </a:lnTo>
                    <a:lnTo>
                      <a:pt x="914400" y="926738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2" name="ph6122"/>
              <p:cNvSpPr/>
              <p:nvPr/>
            </p:nvSpPr>
            <p:spPr>
              <a:xfrm>
                <a:off x="2054488" y="1377151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2775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3" name="ph6123"/>
              <p:cNvSpPr/>
              <p:nvPr/>
            </p:nvSpPr>
            <p:spPr>
              <a:xfrm>
                <a:off x="20544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905" y="931969"/>
                    </a:lnTo>
                    <a:lnTo>
                      <a:pt x="921433" y="931134"/>
                    </a:lnTo>
                    <a:lnTo>
                      <a:pt x="920286" y="929101"/>
                    </a:lnTo>
                    <a:lnTo>
                      <a:pt x="916122" y="921332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4" name="ph6124"/>
              <p:cNvSpPr/>
              <p:nvPr/>
            </p:nvSpPr>
            <p:spPr>
              <a:xfrm>
                <a:off x="206392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5" name="ph6125"/>
              <p:cNvSpPr/>
              <p:nvPr/>
            </p:nvSpPr>
            <p:spPr>
              <a:xfrm>
                <a:off x="20733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6" name="ph6126"/>
              <p:cNvSpPr/>
              <p:nvPr/>
            </p:nvSpPr>
            <p:spPr>
              <a:xfrm>
                <a:off x="208280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7" name="ph6127"/>
              <p:cNvSpPr/>
              <p:nvPr/>
            </p:nvSpPr>
            <p:spPr>
              <a:xfrm>
                <a:off x="209224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8" name="ph6128"/>
              <p:cNvSpPr/>
              <p:nvPr/>
            </p:nvSpPr>
            <p:spPr>
              <a:xfrm>
                <a:off x="210168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9" name="ph6129"/>
              <p:cNvSpPr/>
              <p:nvPr/>
            </p:nvSpPr>
            <p:spPr>
              <a:xfrm>
                <a:off x="211112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0" name="ph6130"/>
              <p:cNvSpPr/>
              <p:nvPr/>
            </p:nvSpPr>
            <p:spPr>
              <a:xfrm>
                <a:off x="212056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1" name="ph6131"/>
              <p:cNvSpPr/>
              <p:nvPr/>
            </p:nvSpPr>
            <p:spPr>
              <a:xfrm>
                <a:off x="213001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2" name="ph6132"/>
              <p:cNvSpPr/>
              <p:nvPr/>
            </p:nvSpPr>
            <p:spPr>
              <a:xfrm>
                <a:off x="213945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3" name="ph6133"/>
              <p:cNvSpPr/>
              <p:nvPr/>
            </p:nvSpPr>
            <p:spPr>
              <a:xfrm>
                <a:off x="214889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4" name="ph6134"/>
              <p:cNvSpPr/>
              <p:nvPr/>
            </p:nvSpPr>
            <p:spPr>
              <a:xfrm>
                <a:off x="215833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5" name="ph6135"/>
              <p:cNvSpPr/>
              <p:nvPr/>
            </p:nvSpPr>
            <p:spPr>
              <a:xfrm>
                <a:off x="216777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6" name="ph6136"/>
              <p:cNvSpPr/>
              <p:nvPr/>
            </p:nvSpPr>
            <p:spPr>
              <a:xfrm>
                <a:off x="217721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7" name="ph6137"/>
              <p:cNvSpPr/>
              <p:nvPr/>
            </p:nvSpPr>
            <p:spPr>
              <a:xfrm>
                <a:off x="218665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8" name="ph6138"/>
              <p:cNvSpPr/>
              <p:nvPr/>
            </p:nvSpPr>
            <p:spPr>
              <a:xfrm>
                <a:off x="219609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9" name="ph6139"/>
              <p:cNvSpPr/>
              <p:nvPr/>
            </p:nvSpPr>
            <p:spPr>
              <a:xfrm>
                <a:off x="220553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0" name="ph6140"/>
              <p:cNvSpPr/>
              <p:nvPr/>
            </p:nvSpPr>
            <p:spPr>
              <a:xfrm>
                <a:off x="221497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1" name="ph6141"/>
              <p:cNvSpPr/>
              <p:nvPr/>
            </p:nvSpPr>
            <p:spPr>
              <a:xfrm>
                <a:off x="222441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2" name="ph6142"/>
              <p:cNvSpPr/>
              <p:nvPr/>
            </p:nvSpPr>
            <p:spPr>
              <a:xfrm>
                <a:off x="223385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3" name="ph6143"/>
              <p:cNvSpPr/>
              <p:nvPr/>
            </p:nvSpPr>
            <p:spPr>
              <a:xfrm>
                <a:off x="224329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4" name="ph6144"/>
              <p:cNvSpPr/>
              <p:nvPr/>
            </p:nvSpPr>
            <p:spPr>
              <a:xfrm>
                <a:off x="225273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5" name="ph6145"/>
              <p:cNvSpPr/>
              <p:nvPr/>
            </p:nvSpPr>
            <p:spPr>
              <a:xfrm>
                <a:off x="226217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6" name="ph6146"/>
              <p:cNvSpPr/>
              <p:nvPr/>
            </p:nvSpPr>
            <p:spPr>
              <a:xfrm>
                <a:off x="227161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7" name="ph6147"/>
              <p:cNvSpPr/>
              <p:nvPr/>
            </p:nvSpPr>
            <p:spPr>
              <a:xfrm>
                <a:off x="228105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8" name="ph6148"/>
              <p:cNvSpPr/>
              <p:nvPr/>
            </p:nvSpPr>
            <p:spPr>
              <a:xfrm>
                <a:off x="229049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9" name="ph6149"/>
              <p:cNvSpPr/>
              <p:nvPr/>
            </p:nvSpPr>
            <p:spPr>
              <a:xfrm>
                <a:off x="229993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0" name="ph6150"/>
              <p:cNvSpPr/>
              <p:nvPr/>
            </p:nvSpPr>
            <p:spPr>
              <a:xfrm>
                <a:off x="230937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1" name="ph6151"/>
              <p:cNvSpPr/>
              <p:nvPr/>
            </p:nvSpPr>
            <p:spPr>
              <a:xfrm>
                <a:off x="231881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2" name="ph6152"/>
              <p:cNvSpPr/>
              <p:nvPr/>
            </p:nvSpPr>
            <p:spPr>
              <a:xfrm>
                <a:off x="232825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3" name="ph6153"/>
              <p:cNvSpPr/>
              <p:nvPr/>
            </p:nvSpPr>
            <p:spPr>
              <a:xfrm>
                <a:off x="233769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4" name="ph6154"/>
              <p:cNvSpPr/>
              <p:nvPr/>
            </p:nvSpPr>
            <p:spPr>
              <a:xfrm>
                <a:off x="23471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5" name="ph6155"/>
              <p:cNvSpPr/>
              <p:nvPr/>
            </p:nvSpPr>
            <p:spPr>
              <a:xfrm>
                <a:off x="235657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6" name="ph6156"/>
              <p:cNvSpPr/>
              <p:nvPr/>
            </p:nvSpPr>
            <p:spPr>
              <a:xfrm>
                <a:off x="236601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7" name="ph6157"/>
              <p:cNvSpPr/>
              <p:nvPr/>
            </p:nvSpPr>
            <p:spPr>
              <a:xfrm>
                <a:off x="237545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8" name="ph6158"/>
              <p:cNvSpPr/>
              <p:nvPr/>
            </p:nvSpPr>
            <p:spPr>
              <a:xfrm>
                <a:off x="2384896" y="1394721"/>
                <a:ext cx="921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1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315" y="896830"/>
                    </a:lnTo>
                    <a:lnTo>
                      <a:pt x="921122" y="902220"/>
                    </a:lnTo>
                    <a:lnTo>
                      <a:pt x="920426" y="913102"/>
                    </a:lnTo>
                    <a:lnTo>
                      <a:pt x="920306" y="914400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9" name="ph6159"/>
              <p:cNvSpPr/>
              <p:nvPr/>
            </p:nvSpPr>
            <p:spPr>
              <a:xfrm>
                <a:off x="3102354" y="137715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041" y="931969"/>
                    </a:lnTo>
                    <a:lnTo>
                      <a:pt x="907554" y="924484"/>
                    </a:lnTo>
                    <a:lnTo>
                      <a:pt x="910923" y="915522"/>
                    </a:lnTo>
                    <a:lnTo>
                      <a:pt x="911393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0" name="ph6160"/>
              <p:cNvSpPr/>
              <p:nvPr/>
            </p:nvSpPr>
            <p:spPr>
              <a:xfrm>
                <a:off x="310235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1" name="ph6161"/>
              <p:cNvSpPr/>
              <p:nvPr/>
            </p:nvSpPr>
            <p:spPr>
              <a:xfrm>
                <a:off x="311179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2" name="ph6162"/>
              <p:cNvSpPr/>
              <p:nvPr/>
            </p:nvSpPr>
            <p:spPr>
              <a:xfrm>
                <a:off x="31212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3" name="ph6163"/>
              <p:cNvSpPr/>
              <p:nvPr/>
            </p:nvSpPr>
            <p:spPr>
              <a:xfrm>
                <a:off x="313067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4" name="ph6164"/>
              <p:cNvSpPr/>
              <p:nvPr/>
            </p:nvSpPr>
            <p:spPr>
              <a:xfrm>
                <a:off x="314011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5" name="ph6165"/>
              <p:cNvSpPr/>
              <p:nvPr/>
            </p:nvSpPr>
            <p:spPr>
              <a:xfrm>
                <a:off x="314955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6" name="ph6166"/>
              <p:cNvSpPr/>
              <p:nvPr/>
            </p:nvSpPr>
            <p:spPr>
              <a:xfrm>
                <a:off x="315899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7" name="ph6167"/>
              <p:cNvSpPr/>
              <p:nvPr/>
            </p:nvSpPr>
            <p:spPr>
              <a:xfrm>
                <a:off x="316843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8" name="ph6168"/>
              <p:cNvSpPr/>
              <p:nvPr/>
            </p:nvSpPr>
            <p:spPr>
              <a:xfrm>
                <a:off x="317787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9" name="ph6169"/>
              <p:cNvSpPr/>
              <p:nvPr/>
            </p:nvSpPr>
            <p:spPr>
              <a:xfrm>
                <a:off x="318731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0" name="ph6170"/>
              <p:cNvSpPr/>
              <p:nvPr/>
            </p:nvSpPr>
            <p:spPr>
              <a:xfrm>
                <a:off x="319675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1" name="ph6171"/>
              <p:cNvSpPr/>
              <p:nvPr/>
            </p:nvSpPr>
            <p:spPr>
              <a:xfrm>
                <a:off x="320619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2" name="ph6172"/>
              <p:cNvSpPr/>
              <p:nvPr/>
            </p:nvSpPr>
            <p:spPr>
              <a:xfrm>
                <a:off x="321563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3" name="ph6173"/>
              <p:cNvSpPr/>
              <p:nvPr/>
            </p:nvSpPr>
            <p:spPr>
              <a:xfrm>
                <a:off x="322507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4" name="ph6174"/>
              <p:cNvSpPr/>
              <p:nvPr/>
            </p:nvSpPr>
            <p:spPr>
              <a:xfrm>
                <a:off x="323451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5" name="ph6175"/>
              <p:cNvSpPr/>
              <p:nvPr/>
            </p:nvSpPr>
            <p:spPr>
              <a:xfrm>
                <a:off x="324395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6" name="ph6176"/>
              <p:cNvSpPr/>
              <p:nvPr/>
            </p:nvSpPr>
            <p:spPr>
              <a:xfrm>
                <a:off x="325339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7" name="ph6177"/>
              <p:cNvSpPr/>
              <p:nvPr/>
            </p:nvSpPr>
            <p:spPr>
              <a:xfrm>
                <a:off x="326283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8" name="ph6178"/>
              <p:cNvSpPr/>
              <p:nvPr/>
            </p:nvSpPr>
            <p:spPr>
              <a:xfrm>
                <a:off x="327227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9" name="ph6179"/>
              <p:cNvSpPr/>
              <p:nvPr/>
            </p:nvSpPr>
            <p:spPr>
              <a:xfrm>
                <a:off x="328171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0" name="ph6180"/>
              <p:cNvSpPr/>
              <p:nvPr/>
            </p:nvSpPr>
            <p:spPr>
              <a:xfrm>
                <a:off x="329115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1" name="ph6181"/>
              <p:cNvSpPr/>
              <p:nvPr/>
            </p:nvSpPr>
            <p:spPr>
              <a:xfrm>
                <a:off x="330059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2" name="ph6182"/>
              <p:cNvSpPr/>
              <p:nvPr/>
            </p:nvSpPr>
            <p:spPr>
              <a:xfrm>
                <a:off x="331004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3" name="ph6183"/>
              <p:cNvSpPr/>
              <p:nvPr/>
            </p:nvSpPr>
            <p:spPr>
              <a:xfrm>
                <a:off x="331948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4" name="ph6184"/>
              <p:cNvSpPr/>
              <p:nvPr/>
            </p:nvSpPr>
            <p:spPr>
              <a:xfrm>
                <a:off x="332892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5" name="ph6185"/>
              <p:cNvSpPr/>
              <p:nvPr/>
            </p:nvSpPr>
            <p:spPr>
              <a:xfrm>
                <a:off x="33383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6" name="ph6186"/>
              <p:cNvSpPr/>
              <p:nvPr/>
            </p:nvSpPr>
            <p:spPr>
              <a:xfrm>
                <a:off x="334780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7" name="ph6187"/>
              <p:cNvSpPr/>
              <p:nvPr/>
            </p:nvSpPr>
            <p:spPr>
              <a:xfrm>
                <a:off x="335724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8" name="ph6188"/>
              <p:cNvSpPr/>
              <p:nvPr/>
            </p:nvSpPr>
            <p:spPr>
              <a:xfrm>
                <a:off x="336668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9" name="ph6189"/>
              <p:cNvSpPr/>
              <p:nvPr/>
            </p:nvSpPr>
            <p:spPr>
              <a:xfrm>
                <a:off x="33761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0" name="ph6190"/>
              <p:cNvSpPr/>
              <p:nvPr/>
            </p:nvSpPr>
            <p:spPr>
              <a:xfrm>
                <a:off x="338556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1" name="ph6191"/>
              <p:cNvSpPr/>
              <p:nvPr/>
            </p:nvSpPr>
            <p:spPr>
              <a:xfrm>
                <a:off x="339500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2" name="ph6192"/>
              <p:cNvSpPr/>
              <p:nvPr/>
            </p:nvSpPr>
            <p:spPr>
              <a:xfrm>
                <a:off x="340444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3" name="ph6193"/>
              <p:cNvSpPr/>
              <p:nvPr/>
            </p:nvSpPr>
            <p:spPr>
              <a:xfrm>
                <a:off x="341388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4" name="ph6194"/>
              <p:cNvSpPr/>
              <p:nvPr/>
            </p:nvSpPr>
            <p:spPr>
              <a:xfrm>
                <a:off x="342332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5" name="ph6195"/>
              <p:cNvSpPr/>
              <p:nvPr/>
            </p:nvSpPr>
            <p:spPr>
              <a:xfrm>
                <a:off x="343276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6" name="ph6196"/>
              <p:cNvSpPr/>
              <p:nvPr/>
            </p:nvSpPr>
            <p:spPr>
              <a:xfrm>
                <a:off x="344220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7" name="ph6197"/>
              <p:cNvSpPr/>
              <p:nvPr/>
            </p:nvSpPr>
            <p:spPr>
              <a:xfrm>
                <a:off x="345164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8" name="ph6198"/>
              <p:cNvSpPr/>
              <p:nvPr/>
            </p:nvSpPr>
            <p:spPr>
              <a:xfrm>
                <a:off x="346108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9" name="ph6199"/>
              <p:cNvSpPr/>
              <p:nvPr/>
            </p:nvSpPr>
            <p:spPr>
              <a:xfrm>
                <a:off x="347052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0" name="ph6200"/>
              <p:cNvSpPr/>
              <p:nvPr/>
            </p:nvSpPr>
            <p:spPr>
              <a:xfrm>
                <a:off x="347996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1" name="ph6201"/>
              <p:cNvSpPr/>
              <p:nvPr/>
            </p:nvSpPr>
            <p:spPr>
              <a:xfrm>
                <a:off x="348940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2" name="ph6202"/>
              <p:cNvSpPr/>
              <p:nvPr/>
            </p:nvSpPr>
            <p:spPr>
              <a:xfrm>
                <a:off x="349884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3" name="ph6203"/>
              <p:cNvSpPr/>
              <p:nvPr/>
            </p:nvSpPr>
            <p:spPr>
              <a:xfrm>
                <a:off x="350828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4" name="ph6204"/>
              <p:cNvSpPr/>
              <p:nvPr/>
            </p:nvSpPr>
            <p:spPr>
              <a:xfrm>
                <a:off x="351772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5" name="ph6205"/>
              <p:cNvSpPr/>
              <p:nvPr/>
            </p:nvSpPr>
            <p:spPr>
              <a:xfrm>
                <a:off x="352716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6" name="ph6206"/>
              <p:cNvSpPr/>
              <p:nvPr/>
            </p:nvSpPr>
            <p:spPr>
              <a:xfrm>
                <a:off x="353660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7" name="ph6207"/>
              <p:cNvSpPr/>
              <p:nvPr/>
            </p:nvSpPr>
            <p:spPr>
              <a:xfrm>
                <a:off x="354604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8" name="ph6208"/>
              <p:cNvSpPr/>
              <p:nvPr/>
            </p:nvSpPr>
            <p:spPr>
              <a:xfrm>
                <a:off x="355548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9" name="ph6209"/>
              <p:cNvSpPr/>
              <p:nvPr/>
            </p:nvSpPr>
            <p:spPr>
              <a:xfrm>
                <a:off x="356492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0" name="ph6210"/>
              <p:cNvSpPr/>
              <p:nvPr/>
            </p:nvSpPr>
            <p:spPr>
              <a:xfrm>
                <a:off x="357436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1" name="ph6211"/>
              <p:cNvSpPr/>
              <p:nvPr/>
            </p:nvSpPr>
            <p:spPr>
              <a:xfrm>
                <a:off x="358380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2" name="ph6212"/>
              <p:cNvSpPr/>
              <p:nvPr/>
            </p:nvSpPr>
            <p:spPr>
              <a:xfrm>
                <a:off x="359324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3" name="ph6213"/>
              <p:cNvSpPr/>
              <p:nvPr/>
            </p:nvSpPr>
            <p:spPr>
              <a:xfrm>
                <a:off x="360268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4" name="ph6214"/>
              <p:cNvSpPr/>
              <p:nvPr/>
            </p:nvSpPr>
            <p:spPr>
              <a:xfrm>
                <a:off x="361212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5" name="ph6215"/>
              <p:cNvSpPr/>
              <p:nvPr/>
            </p:nvSpPr>
            <p:spPr>
              <a:xfrm>
                <a:off x="36215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6" name="ph6216"/>
              <p:cNvSpPr/>
              <p:nvPr/>
            </p:nvSpPr>
            <p:spPr>
              <a:xfrm>
                <a:off x="363100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7" name="ph6217"/>
              <p:cNvSpPr/>
              <p:nvPr/>
            </p:nvSpPr>
            <p:spPr>
              <a:xfrm>
                <a:off x="364044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8" name="ph6218"/>
              <p:cNvSpPr/>
              <p:nvPr/>
            </p:nvSpPr>
            <p:spPr>
              <a:xfrm>
                <a:off x="36498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9" name="ph6219"/>
              <p:cNvSpPr/>
              <p:nvPr/>
            </p:nvSpPr>
            <p:spPr>
              <a:xfrm>
                <a:off x="365932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0" name="ph6220"/>
              <p:cNvSpPr/>
              <p:nvPr/>
            </p:nvSpPr>
            <p:spPr>
              <a:xfrm>
                <a:off x="366876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1" name="ph6221"/>
              <p:cNvSpPr/>
              <p:nvPr/>
            </p:nvSpPr>
            <p:spPr>
              <a:xfrm>
                <a:off x="367820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2" name="ph6222"/>
              <p:cNvSpPr/>
              <p:nvPr/>
            </p:nvSpPr>
            <p:spPr>
              <a:xfrm>
                <a:off x="368764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3" name="ph6223"/>
              <p:cNvSpPr/>
              <p:nvPr/>
            </p:nvSpPr>
            <p:spPr>
              <a:xfrm>
                <a:off x="369708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4" name="ph6224"/>
              <p:cNvSpPr/>
              <p:nvPr/>
            </p:nvSpPr>
            <p:spPr>
              <a:xfrm>
                <a:off x="370653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5" name="ph6225"/>
              <p:cNvSpPr/>
              <p:nvPr/>
            </p:nvSpPr>
            <p:spPr>
              <a:xfrm>
                <a:off x="371597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6" name="ph6226"/>
              <p:cNvSpPr/>
              <p:nvPr/>
            </p:nvSpPr>
            <p:spPr>
              <a:xfrm>
                <a:off x="3725410" y="139472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39"/>
                    </a:lnTo>
                    <a:lnTo>
                      <a:pt x="922459" y="909359"/>
                    </a:lnTo>
                    <a:lnTo>
                      <a:pt x="920257" y="914400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7" name="ph6227"/>
              <p:cNvSpPr/>
              <p:nvPr/>
            </p:nvSpPr>
            <p:spPr>
              <a:xfrm>
                <a:off x="3734850" y="1377151"/>
                <a:ext cx="917782" cy="923409"/>
              </a:xfrm>
              <a:custGeom>
                <a:avLst/>
                <a:gdLst/>
                <a:ahLst/>
                <a:cxnLst/>
                <a:rect l="0" t="0" r="0" b="0"/>
                <a:pathLst>
                  <a:path w="917782" h="923409">
                    <a:moveTo>
                      <a:pt x="914400" y="914400"/>
                    </a:moveTo>
                    <a:lnTo>
                      <a:pt x="917782" y="914400"/>
                    </a:lnTo>
                    <a:lnTo>
                      <a:pt x="916513" y="918021"/>
                    </a:lnTo>
                    <a:lnTo>
                      <a:pt x="914400" y="92340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8" name="ph6228"/>
              <p:cNvSpPr/>
              <p:nvPr/>
            </p:nvSpPr>
            <p:spPr>
              <a:xfrm>
                <a:off x="2054488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75" y="931969"/>
                    </a:lnTo>
                    <a:lnTo>
                      <a:pt x="912181" y="930739"/>
                    </a:lnTo>
                    <a:lnTo>
                      <a:pt x="908473" y="922206"/>
                    </a:lnTo>
                    <a:lnTo>
                      <a:pt x="905428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9" name="ph6229"/>
              <p:cNvSpPr/>
              <p:nvPr/>
            </p:nvSpPr>
            <p:spPr>
              <a:xfrm>
                <a:off x="20544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0" name="ph6230"/>
              <p:cNvSpPr/>
              <p:nvPr/>
            </p:nvSpPr>
            <p:spPr>
              <a:xfrm>
                <a:off x="206392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1" name="ph6231"/>
              <p:cNvSpPr/>
              <p:nvPr/>
            </p:nvSpPr>
            <p:spPr>
              <a:xfrm>
                <a:off x="20733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2" name="ph6232"/>
              <p:cNvSpPr/>
              <p:nvPr/>
            </p:nvSpPr>
            <p:spPr>
              <a:xfrm>
                <a:off x="208280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3" name="ph6233"/>
              <p:cNvSpPr/>
              <p:nvPr/>
            </p:nvSpPr>
            <p:spPr>
              <a:xfrm>
                <a:off x="209224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4" name="ph6234"/>
              <p:cNvSpPr/>
              <p:nvPr/>
            </p:nvSpPr>
            <p:spPr>
              <a:xfrm>
                <a:off x="210168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5" name="ph6235"/>
              <p:cNvSpPr/>
              <p:nvPr/>
            </p:nvSpPr>
            <p:spPr>
              <a:xfrm>
                <a:off x="211112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6" name="ph6236"/>
              <p:cNvSpPr/>
              <p:nvPr/>
            </p:nvSpPr>
            <p:spPr>
              <a:xfrm>
                <a:off x="212056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7" name="ph6237"/>
              <p:cNvSpPr/>
              <p:nvPr/>
            </p:nvSpPr>
            <p:spPr>
              <a:xfrm>
                <a:off x="213001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8" name="ph6238"/>
              <p:cNvSpPr/>
              <p:nvPr/>
            </p:nvSpPr>
            <p:spPr>
              <a:xfrm>
                <a:off x="213945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9" name="ph6239"/>
              <p:cNvSpPr/>
              <p:nvPr/>
            </p:nvSpPr>
            <p:spPr>
              <a:xfrm>
                <a:off x="214889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0" name="ph6240"/>
              <p:cNvSpPr/>
              <p:nvPr/>
            </p:nvSpPr>
            <p:spPr>
              <a:xfrm>
                <a:off x="215833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1" name="ph6241"/>
              <p:cNvSpPr/>
              <p:nvPr/>
            </p:nvSpPr>
            <p:spPr>
              <a:xfrm>
                <a:off x="216777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2" name="ph6242"/>
              <p:cNvSpPr/>
              <p:nvPr/>
            </p:nvSpPr>
            <p:spPr>
              <a:xfrm>
                <a:off x="217721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3" name="ph6243"/>
              <p:cNvSpPr/>
              <p:nvPr/>
            </p:nvSpPr>
            <p:spPr>
              <a:xfrm>
                <a:off x="218665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4" name="ph6244"/>
              <p:cNvSpPr/>
              <p:nvPr/>
            </p:nvSpPr>
            <p:spPr>
              <a:xfrm>
                <a:off x="219609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5" name="ph6245"/>
              <p:cNvSpPr/>
              <p:nvPr/>
            </p:nvSpPr>
            <p:spPr>
              <a:xfrm>
                <a:off x="220553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6" name="ph6246"/>
              <p:cNvSpPr/>
              <p:nvPr/>
            </p:nvSpPr>
            <p:spPr>
              <a:xfrm>
                <a:off x="221497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7" name="ph6247"/>
              <p:cNvSpPr/>
              <p:nvPr/>
            </p:nvSpPr>
            <p:spPr>
              <a:xfrm>
                <a:off x="222441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8" name="ph6248"/>
              <p:cNvSpPr/>
              <p:nvPr/>
            </p:nvSpPr>
            <p:spPr>
              <a:xfrm>
                <a:off x="223385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9" name="ph6249"/>
              <p:cNvSpPr/>
              <p:nvPr/>
            </p:nvSpPr>
            <p:spPr>
              <a:xfrm>
                <a:off x="224329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0" name="ph6250"/>
              <p:cNvSpPr/>
              <p:nvPr/>
            </p:nvSpPr>
            <p:spPr>
              <a:xfrm>
                <a:off x="225273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1" name="ph6251"/>
              <p:cNvSpPr/>
              <p:nvPr/>
            </p:nvSpPr>
            <p:spPr>
              <a:xfrm>
                <a:off x="226217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2" name="ph6252"/>
              <p:cNvSpPr/>
              <p:nvPr/>
            </p:nvSpPr>
            <p:spPr>
              <a:xfrm>
                <a:off x="227161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3" name="ph6253"/>
              <p:cNvSpPr/>
              <p:nvPr/>
            </p:nvSpPr>
            <p:spPr>
              <a:xfrm>
                <a:off x="228105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4" name="ph6254"/>
              <p:cNvSpPr/>
              <p:nvPr/>
            </p:nvSpPr>
            <p:spPr>
              <a:xfrm>
                <a:off x="229049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5" name="ph6255"/>
              <p:cNvSpPr/>
              <p:nvPr/>
            </p:nvSpPr>
            <p:spPr>
              <a:xfrm>
                <a:off x="229993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6" name="ph6256"/>
              <p:cNvSpPr/>
              <p:nvPr/>
            </p:nvSpPr>
            <p:spPr>
              <a:xfrm>
                <a:off x="230937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7" name="ph6257"/>
              <p:cNvSpPr/>
              <p:nvPr/>
            </p:nvSpPr>
            <p:spPr>
              <a:xfrm>
                <a:off x="231881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8" name="ph6258"/>
              <p:cNvSpPr/>
              <p:nvPr/>
            </p:nvSpPr>
            <p:spPr>
              <a:xfrm>
                <a:off x="232825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9" name="ph6259"/>
              <p:cNvSpPr/>
              <p:nvPr/>
            </p:nvSpPr>
            <p:spPr>
              <a:xfrm>
                <a:off x="233769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0" name="ph6260"/>
              <p:cNvSpPr/>
              <p:nvPr/>
            </p:nvSpPr>
            <p:spPr>
              <a:xfrm>
                <a:off x="23471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1" name="ph6261"/>
              <p:cNvSpPr/>
              <p:nvPr/>
            </p:nvSpPr>
            <p:spPr>
              <a:xfrm>
                <a:off x="235657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2" name="ph6262"/>
              <p:cNvSpPr/>
              <p:nvPr/>
            </p:nvSpPr>
            <p:spPr>
              <a:xfrm>
                <a:off x="236601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3" name="ph6263"/>
              <p:cNvSpPr/>
              <p:nvPr/>
            </p:nvSpPr>
            <p:spPr>
              <a:xfrm>
                <a:off x="237545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4" name="ph6264"/>
              <p:cNvSpPr/>
              <p:nvPr/>
            </p:nvSpPr>
            <p:spPr>
              <a:xfrm>
                <a:off x="2384896" y="1377151"/>
                <a:ext cx="9216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78" y="896830"/>
                    </a:lnTo>
                    <a:lnTo>
                      <a:pt x="921600" y="897898"/>
                    </a:lnTo>
                    <a:lnTo>
                      <a:pt x="921514" y="908855"/>
                    </a:lnTo>
                    <a:lnTo>
                      <a:pt x="921315" y="914400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5" name="ph6265"/>
              <p:cNvSpPr/>
              <p:nvPr/>
            </p:nvSpPr>
            <p:spPr>
              <a:xfrm>
                <a:off x="3102354" y="137715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93" y="914400"/>
                    </a:lnTo>
                    <a:lnTo>
                      <a:pt x="914400" y="907223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6" name="ph6266"/>
              <p:cNvSpPr/>
              <p:nvPr/>
            </p:nvSpPr>
            <p:spPr>
              <a:xfrm>
                <a:off x="3111795" y="135958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4793"/>
                    </a:lnTo>
                    <a:lnTo>
                      <a:pt x="905096" y="924466"/>
                    </a:lnTo>
                    <a:lnTo>
                      <a:pt x="908946" y="916201"/>
                    </a:lnTo>
                    <a:lnTo>
                      <a:pt x="909877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7" name="ph6267"/>
              <p:cNvSpPr/>
              <p:nvPr/>
            </p:nvSpPr>
            <p:spPr>
              <a:xfrm>
                <a:off x="311179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8" name="ph6268"/>
              <p:cNvSpPr/>
              <p:nvPr/>
            </p:nvSpPr>
            <p:spPr>
              <a:xfrm>
                <a:off x="31212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9" name="ph6269"/>
              <p:cNvSpPr/>
              <p:nvPr/>
            </p:nvSpPr>
            <p:spPr>
              <a:xfrm>
                <a:off x="313067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0" name="ph6270"/>
              <p:cNvSpPr/>
              <p:nvPr/>
            </p:nvSpPr>
            <p:spPr>
              <a:xfrm>
                <a:off x="314011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1" name="ph6271"/>
              <p:cNvSpPr/>
              <p:nvPr/>
            </p:nvSpPr>
            <p:spPr>
              <a:xfrm>
                <a:off x="314955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2" name="ph6272"/>
              <p:cNvSpPr/>
              <p:nvPr/>
            </p:nvSpPr>
            <p:spPr>
              <a:xfrm>
                <a:off x="315899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3" name="ph6273"/>
              <p:cNvSpPr/>
              <p:nvPr/>
            </p:nvSpPr>
            <p:spPr>
              <a:xfrm>
                <a:off x="316843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4" name="ph6274"/>
              <p:cNvSpPr/>
              <p:nvPr/>
            </p:nvSpPr>
            <p:spPr>
              <a:xfrm>
                <a:off x="317787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5" name="ph6275"/>
              <p:cNvSpPr/>
              <p:nvPr/>
            </p:nvSpPr>
            <p:spPr>
              <a:xfrm>
                <a:off x="318731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6" name="ph6276"/>
              <p:cNvSpPr/>
              <p:nvPr/>
            </p:nvSpPr>
            <p:spPr>
              <a:xfrm>
                <a:off x="319675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7" name="ph6277"/>
              <p:cNvSpPr/>
              <p:nvPr/>
            </p:nvSpPr>
            <p:spPr>
              <a:xfrm>
                <a:off x="320619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8" name="ph6278"/>
              <p:cNvSpPr/>
              <p:nvPr/>
            </p:nvSpPr>
            <p:spPr>
              <a:xfrm>
                <a:off x="321563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9" name="ph6279"/>
              <p:cNvSpPr/>
              <p:nvPr/>
            </p:nvSpPr>
            <p:spPr>
              <a:xfrm>
                <a:off x="322507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0" name="ph6280"/>
              <p:cNvSpPr/>
              <p:nvPr/>
            </p:nvSpPr>
            <p:spPr>
              <a:xfrm>
                <a:off x="323451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1" name="ph6281"/>
              <p:cNvSpPr/>
              <p:nvPr/>
            </p:nvSpPr>
            <p:spPr>
              <a:xfrm>
                <a:off x="324395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2" name="ph6282"/>
              <p:cNvSpPr/>
              <p:nvPr/>
            </p:nvSpPr>
            <p:spPr>
              <a:xfrm>
                <a:off x="325339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3" name="ph6283"/>
              <p:cNvSpPr/>
              <p:nvPr/>
            </p:nvSpPr>
            <p:spPr>
              <a:xfrm>
                <a:off x="326283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4" name="ph6284"/>
              <p:cNvSpPr/>
              <p:nvPr/>
            </p:nvSpPr>
            <p:spPr>
              <a:xfrm>
                <a:off x="327227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5" name="ph6285"/>
              <p:cNvSpPr/>
              <p:nvPr/>
            </p:nvSpPr>
            <p:spPr>
              <a:xfrm>
                <a:off x="328171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6" name="ph6286"/>
              <p:cNvSpPr/>
              <p:nvPr/>
            </p:nvSpPr>
            <p:spPr>
              <a:xfrm>
                <a:off x="329115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7" name="ph6287"/>
              <p:cNvSpPr/>
              <p:nvPr/>
            </p:nvSpPr>
            <p:spPr>
              <a:xfrm>
                <a:off x="330059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8" name="ph6288"/>
              <p:cNvSpPr/>
              <p:nvPr/>
            </p:nvSpPr>
            <p:spPr>
              <a:xfrm>
                <a:off x="331004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9" name="ph6289"/>
              <p:cNvSpPr/>
              <p:nvPr/>
            </p:nvSpPr>
            <p:spPr>
              <a:xfrm>
                <a:off x="331948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0" name="ph6290"/>
              <p:cNvSpPr/>
              <p:nvPr/>
            </p:nvSpPr>
            <p:spPr>
              <a:xfrm>
                <a:off x="332892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1" name="ph6291"/>
              <p:cNvSpPr/>
              <p:nvPr/>
            </p:nvSpPr>
            <p:spPr>
              <a:xfrm>
                <a:off x="33383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2" name="ph6292"/>
              <p:cNvSpPr/>
              <p:nvPr/>
            </p:nvSpPr>
            <p:spPr>
              <a:xfrm>
                <a:off x="334780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3" name="ph6293"/>
              <p:cNvSpPr/>
              <p:nvPr/>
            </p:nvSpPr>
            <p:spPr>
              <a:xfrm>
                <a:off x="335724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4" name="ph6294"/>
              <p:cNvSpPr/>
              <p:nvPr/>
            </p:nvSpPr>
            <p:spPr>
              <a:xfrm>
                <a:off x="336668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5" name="ph6295"/>
              <p:cNvSpPr/>
              <p:nvPr/>
            </p:nvSpPr>
            <p:spPr>
              <a:xfrm>
                <a:off x="33761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6" name="ph6296"/>
              <p:cNvSpPr/>
              <p:nvPr/>
            </p:nvSpPr>
            <p:spPr>
              <a:xfrm>
                <a:off x="338556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7" name="ph6297"/>
              <p:cNvSpPr/>
              <p:nvPr/>
            </p:nvSpPr>
            <p:spPr>
              <a:xfrm>
                <a:off x="339500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8" name="ph6298"/>
              <p:cNvSpPr/>
              <p:nvPr/>
            </p:nvSpPr>
            <p:spPr>
              <a:xfrm>
                <a:off x="340444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9" name="ph6299"/>
              <p:cNvSpPr/>
              <p:nvPr/>
            </p:nvSpPr>
            <p:spPr>
              <a:xfrm>
                <a:off x="341388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0" name="ph6300"/>
              <p:cNvSpPr/>
              <p:nvPr/>
            </p:nvSpPr>
            <p:spPr>
              <a:xfrm>
                <a:off x="342332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1" name="ph6301"/>
              <p:cNvSpPr/>
              <p:nvPr/>
            </p:nvSpPr>
            <p:spPr>
              <a:xfrm>
                <a:off x="343276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2" name="ph6302"/>
              <p:cNvSpPr/>
              <p:nvPr/>
            </p:nvSpPr>
            <p:spPr>
              <a:xfrm>
                <a:off x="344220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3" name="ph6303"/>
              <p:cNvSpPr/>
              <p:nvPr/>
            </p:nvSpPr>
            <p:spPr>
              <a:xfrm>
                <a:off x="345164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4" name="ph6304"/>
              <p:cNvSpPr/>
              <p:nvPr/>
            </p:nvSpPr>
            <p:spPr>
              <a:xfrm>
                <a:off x="346108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5" name="ph6305"/>
              <p:cNvSpPr/>
              <p:nvPr/>
            </p:nvSpPr>
            <p:spPr>
              <a:xfrm>
                <a:off x="347052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6" name="ph6306"/>
              <p:cNvSpPr/>
              <p:nvPr/>
            </p:nvSpPr>
            <p:spPr>
              <a:xfrm>
                <a:off x="347996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7" name="ph6307"/>
              <p:cNvSpPr/>
              <p:nvPr/>
            </p:nvSpPr>
            <p:spPr>
              <a:xfrm>
                <a:off x="348940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8" name="ph6308"/>
              <p:cNvSpPr/>
              <p:nvPr/>
            </p:nvSpPr>
            <p:spPr>
              <a:xfrm>
                <a:off x="349884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9" name="ph6309"/>
              <p:cNvSpPr/>
              <p:nvPr/>
            </p:nvSpPr>
            <p:spPr>
              <a:xfrm>
                <a:off x="350828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0" name="ph6310"/>
              <p:cNvSpPr/>
              <p:nvPr/>
            </p:nvSpPr>
            <p:spPr>
              <a:xfrm>
                <a:off x="351772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1" name="ph6311"/>
              <p:cNvSpPr/>
              <p:nvPr/>
            </p:nvSpPr>
            <p:spPr>
              <a:xfrm>
                <a:off x="352716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2" name="ph6312"/>
              <p:cNvSpPr/>
              <p:nvPr/>
            </p:nvSpPr>
            <p:spPr>
              <a:xfrm>
                <a:off x="353660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3" name="ph6313"/>
              <p:cNvSpPr/>
              <p:nvPr/>
            </p:nvSpPr>
            <p:spPr>
              <a:xfrm>
                <a:off x="354604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4" name="ph6314"/>
              <p:cNvSpPr/>
              <p:nvPr/>
            </p:nvSpPr>
            <p:spPr>
              <a:xfrm>
                <a:off x="355548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5" name="ph6315"/>
              <p:cNvSpPr/>
              <p:nvPr/>
            </p:nvSpPr>
            <p:spPr>
              <a:xfrm>
                <a:off x="356492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6" name="ph6316"/>
              <p:cNvSpPr/>
              <p:nvPr/>
            </p:nvSpPr>
            <p:spPr>
              <a:xfrm>
                <a:off x="357436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7" name="ph6317"/>
              <p:cNvSpPr/>
              <p:nvPr/>
            </p:nvSpPr>
            <p:spPr>
              <a:xfrm>
                <a:off x="358380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8" name="ph6318"/>
              <p:cNvSpPr/>
              <p:nvPr/>
            </p:nvSpPr>
            <p:spPr>
              <a:xfrm>
                <a:off x="359324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9" name="ph6319"/>
              <p:cNvSpPr/>
              <p:nvPr/>
            </p:nvSpPr>
            <p:spPr>
              <a:xfrm>
                <a:off x="360268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0" name="ph6320"/>
              <p:cNvSpPr/>
              <p:nvPr/>
            </p:nvSpPr>
            <p:spPr>
              <a:xfrm>
                <a:off x="361212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1" name="ph6321"/>
              <p:cNvSpPr/>
              <p:nvPr/>
            </p:nvSpPr>
            <p:spPr>
              <a:xfrm>
                <a:off x="36215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2" name="ph6322"/>
              <p:cNvSpPr/>
              <p:nvPr/>
            </p:nvSpPr>
            <p:spPr>
              <a:xfrm>
                <a:off x="363100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3" name="ph6323"/>
              <p:cNvSpPr/>
              <p:nvPr/>
            </p:nvSpPr>
            <p:spPr>
              <a:xfrm>
                <a:off x="364044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4" name="ph6324"/>
              <p:cNvSpPr/>
              <p:nvPr/>
            </p:nvSpPr>
            <p:spPr>
              <a:xfrm>
                <a:off x="36498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5" name="ph6325"/>
              <p:cNvSpPr/>
              <p:nvPr/>
            </p:nvSpPr>
            <p:spPr>
              <a:xfrm>
                <a:off x="365932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6" name="ph6326"/>
              <p:cNvSpPr/>
              <p:nvPr/>
            </p:nvSpPr>
            <p:spPr>
              <a:xfrm>
                <a:off x="366876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7" name="ph6327"/>
              <p:cNvSpPr/>
              <p:nvPr/>
            </p:nvSpPr>
            <p:spPr>
              <a:xfrm>
                <a:off x="367820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8" name="ph6328"/>
              <p:cNvSpPr/>
              <p:nvPr/>
            </p:nvSpPr>
            <p:spPr>
              <a:xfrm>
                <a:off x="368764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9" name="ph6329"/>
              <p:cNvSpPr/>
              <p:nvPr/>
            </p:nvSpPr>
            <p:spPr>
              <a:xfrm>
                <a:off x="369708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0" name="ph6330"/>
              <p:cNvSpPr/>
              <p:nvPr/>
            </p:nvSpPr>
            <p:spPr>
              <a:xfrm>
                <a:off x="370653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1" name="ph6331"/>
              <p:cNvSpPr/>
              <p:nvPr/>
            </p:nvSpPr>
            <p:spPr>
              <a:xfrm>
                <a:off x="371597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2" name="ph6332"/>
              <p:cNvSpPr/>
              <p:nvPr/>
            </p:nvSpPr>
            <p:spPr>
              <a:xfrm>
                <a:off x="372541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3" name="ph6333"/>
              <p:cNvSpPr/>
              <p:nvPr/>
            </p:nvSpPr>
            <p:spPr>
              <a:xfrm>
                <a:off x="3734850" y="1377151"/>
                <a:ext cx="923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9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91" y="896830"/>
                    </a:lnTo>
                    <a:lnTo>
                      <a:pt x="922726" y="899247"/>
                    </a:lnTo>
                    <a:lnTo>
                      <a:pt x="919751" y="908785"/>
                    </a:lnTo>
                    <a:lnTo>
                      <a:pt x="917782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4" name="ph6334"/>
              <p:cNvSpPr/>
              <p:nvPr/>
            </p:nvSpPr>
            <p:spPr>
              <a:xfrm>
                <a:off x="2045047" y="1342012"/>
                <a:ext cx="914400" cy="9307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52">
                    <a:moveTo>
                      <a:pt x="914400" y="914399"/>
                    </a:moveTo>
                    <a:lnTo>
                      <a:pt x="914400" y="930752"/>
                    </a:lnTo>
                    <a:lnTo>
                      <a:pt x="912479" y="925248"/>
                    </a:lnTo>
                    <a:lnTo>
                      <a:pt x="910843" y="923002"/>
                    </a:lnTo>
                    <a:lnTo>
                      <a:pt x="906262" y="915992"/>
                    </a:lnTo>
                    <a:lnTo>
                      <a:pt x="905325" y="91439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5" name="ph6335"/>
              <p:cNvSpPr/>
              <p:nvPr/>
            </p:nvSpPr>
            <p:spPr>
              <a:xfrm>
                <a:off x="204504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869" y="931969"/>
                    </a:lnTo>
                    <a:lnTo>
                      <a:pt x="914449" y="930895"/>
                    </a:lnTo>
                    <a:lnTo>
                      <a:pt x="914400" y="930752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6" name="ph6336"/>
              <p:cNvSpPr/>
              <p:nvPr/>
            </p:nvSpPr>
            <p:spPr>
              <a:xfrm>
                <a:off x="20544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7" name="ph6337"/>
              <p:cNvSpPr/>
              <p:nvPr/>
            </p:nvSpPr>
            <p:spPr>
              <a:xfrm>
                <a:off x="206392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8" name="ph6338"/>
              <p:cNvSpPr/>
              <p:nvPr/>
            </p:nvSpPr>
            <p:spPr>
              <a:xfrm>
                <a:off x="20733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9" name="ph6339"/>
              <p:cNvSpPr/>
              <p:nvPr/>
            </p:nvSpPr>
            <p:spPr>
              <a:xfrm>
                <a:off x="208280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0" name="ph6340"/>
              <p:cNvSpPr/>
              <p:nvPr/>
            </p:nvSpPr>
            <p:spPr>
              <a:xfrm>
                <a:off x="209224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1" name="ph6341"/>
              <p:cNvSpPr/>
              <p:nvPr/>
            </p:nvSpPr>
            <p:spPr>
              <a:xfrm>
                <a:off x="210168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2" name="ph6342"/>
              <p:cNvSpPr/>
              <p:nvPr/>
            </p:nvSpPr>
            <p:spPr>
              <a:xfrm>
                <a:off x="211112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3" name="ph6343"/>
              <p:cNvSpPr/>
              <p:nvPr/>
            </p:nvSpPr>
            <p:spPr>
              <a:xfrm>
                <a:off x="212056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4" name="ph6344"/>
              <p:cNvSpPr/>
              <p:nvPr/>
            </p:nvSpPr>
            <p:spPr>
              <a:xfrm>
                <a:off x="213001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5" name="ph6345"/>
              <p:cNvSpPr/>
              <p:nvPr/>
            </p:nvSpPr>
            <p:spPr>
              <a:xfrm>
                <a:off x="213945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6" name="ph6346"/>
              <p:cNvSpPr/>
              <p:nvPr/>
            </p:nvSpPr>
            <p:spPr>
              <a:xfrm>
                <a:off x="214889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7" name="ph6347"/>
              <p:cNvSpPr/>
              <p:nvPr/>
            </p:nvSpPr>
            <p:spPr>
              <a:xfrm>
                <a:off x="215833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8" name="ph6348"/>
              <p:cNvSpPr/>
              <p:nvPr/>
            </p:nvSpPr>
            <p:spPr>
              <a:xfrm>
                <a:off x="216777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9" name="ph6349"/>
              <p:cNvSpPr/>
              <p:nvPr/>
            </p:nvSpPr>
            <p:spPr>
              <a:xfrm>
                <a:off x="217721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0" name="ph6350"/>
              <p:cNvSpPr/>
              <p:nvPr/>
            </p:nvSpPr>
            <p:spPr>
              <a:xfrm>
                <a:off x="218665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1" name="ph6351"/>
              <p:cNvSpPr/>
              <p:nvPr/>
            </p:nvSpPr>
            <p:spPr>
              <a:xfrm>
                <a:off x="219609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2" name="ph6352"/>
              <p:cNvSpPr/>
              <p:nvPr/>
            </p:nvSpPr>
            <p:spPr>
              <a:xfrm>
                <a:off x="220553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3" name="ph6353"/>
              <p:cNvSpPr/>
              <p:nvPr/>
            </p:nvSpPr>
            <p:spPr>
              <a:xfrm>
                <a:off x="221497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4" name="ph6354"/>
              <p:cNvSpPr/>
              <p:nvPr/>
            </p:nvSpPr>
            <p:spPr>
              <a:xfrm>
                <a:off x="222441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5" name="ph6355"/>
              <p:cNvSpPr/>
              <p:nvPr/>
            </p:nvSpPr>
            <p:spPr>
              <a:xfrm>
                <a:off x="223385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6" name="ph6356"/>
              <p:cNvSpPr/>
              <p:nvPr/>
            </p:nvSpPr>
            <p:spPr>
              <a:xfrm>
                <a:off x="224329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7" name="ph6357"/>
              <p:cNvSpPr/>
              <p:nvPr/>
            </p:nvSpPr>
            <p:spPr>
              <a:xfrm>
                <a:off x="225273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8" name="ph6358"/>
              <p:cNvSpPr/>
              <p:nvPr/>
            </p:nvSpPr>
            <p:spPr>
              <a:xfrm>
                <a:off x="226217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9" name="ph6359"/>
              <p:cNvSpPr/>
              <p:nvPr/>
            </p:nvSpPr>
            <p:spPr>
              <a:xfrm>
                <a:off x="227161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0" name="ph6360"/>
              <p:cNvSpPr/>
              <p:nvPr/>
            </p:nvSpPr>
            <p:spPr>
              <a:xfrm>
                <a:off x="228105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1" name="ph6361"/>
              <p:cNvSpPr/>
              <p:nvPr/>
            </p:nvSpPr>
            <p:spPr>
              <a:xfrm>
                <a:off x="229049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2" name="ph6362"/>
              <p:cNvSpPr/>
              <p:nvPr/>
            </p:nvSpPr>
            <p:spPr>
              <a:xfrm>
                <a:off x="229993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3" name="ph6363"/>
              <p:cNvSpPr/>
              <p:nvPr/>
            </p:nvSpPr>
            <p:spPr>
              <a:xfrm>
                <a:off x="230937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4" name="ph6364"/>
              <p:cNvSpPr/>
              <p:nvPr/>
            </p:nvSpPr>
            <p:spPr>
              <a:xfrm>
                <a:off x="231881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5" name="ph6365"/>
              <p:cNvSpPr/>
              <p:nvPr/>
            </p:nvSpPr>
            <p:spPr>
              <a:xfrm>
                <a:off x="232825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6" name="ph6366"/>
              <p:cNvSpPr/>
              <p:nvPr/>
            </p:nvSpPr>
            <p:spPr>
              <a:xfrm>
                <a:off x="233769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7" name="ph6367"/>
              <p:cNvSpPr/>
              <p:nvPr/>
            </p:nvSpPr>
            <p:spPr>
              <a:xfrm>
                <a:off x="23471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8" name="ph6368"/>
              <p:cNvSpPr/>
              <p:nvPr/>
            </p:nvSpPr>
            <p:spPr>
              <a:xfrm>
                <a:off x="235657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9" name="ph6369"/>
              <p:cNvSpPr/>
              <p:nvPr/>
            </p:nvSpPr>
            <p:spPr>
              <a:xfrm>
                <a:off x="236601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0" name="ph6370"/>
              <p:cNvSpPr/>
              <p:nvPr/>
            </p:nvSpPr>
            <p:spPr>
              <a:xfrm>
                <a:off x="237545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1" name="ph6371"/>
              <p:cNvSpPr/>
              <p:nvPr/>
            </p:nvSpPr>
            <p:spPr>
              <a:xfrm>
                <a:off x="2384896" y="1359581"/>
                <a:ext cx="921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117" y="896830"/>
                    </a:lnTo>
                    <a:lnTo>
                      <a:pt x="921127" y="897125"/>
                    </a:lnTo>
                    <a:lnTo>
                      <a:pt x="921138" y="897447"/>
                    </a:lnTo>
                    <a:lnTo>
                      <a:pt x="921149" y="897768"/>
                    </a:lnTo>
                    <a:lnTo>
                      <a:pt x="921160" y="898089"/>
                    </a:lnTo>
                    <a:lnTo>
                      <a:pt x="921171" y="898411"/>
                    </a:lnTo>
                    <a:lnTo>
                      <a:pt x="921182" y="898732"/>
                    </a:lnTo>
                    <a:lnTo>
                      <a:pt x="921193" y="899053"/>
                    </a:lnTo>
                    <a:lnTo>
                      <a:pt x="921204" y="899375"/>
                    </a:lnTo>
                    <a:lnTo>
                      <a:pt x="921215" y="899696"/>
                    </a:lnTo>
                    <a:lnTo>
                      <a:pt x="921226" y="900017"/>
                    </a:lnTo>
                    <a:lnTo>
                      <a:pt x="921237" y="900339"/>
                    </a:lnTo>
                    <a:lnTo>
                      <a:pt x="921248" y="900660"/>
                    </a:lnTo>
                    <a:lnTo>
                      <a:pt x="921259" y="900981"/>
                    </a:lnTo>
                    <a:lnTo>
                      <a:pt x="921270" y="901303"/>
                    </a:lnTo>
                    <a:lnTo>
                      <a:pt x="921281" y="901624"/>
                    </a:lnTo>
                    <a:lnTo>
                      <a:pt x="921292" y="901945"/>
                    </a:lnTo>
                    <a:lnTo>
                      <a:pt x="921303" y="902267"/>
                    </a:lnTo>
                    <a:lnTo>
                      <a:pt x="921314" y="902588"/>
                    </a:lnTo>
                    <a:lnTo>
                      <a:pt x="921325" y="902909"/>
                    </a:lnTo>
                    <a:lnTo>
                      <a:pt x="921336" y="903231"/>
                    </a:lnTo>
                    <a:lnTo>
                      <a:pt x="921346" y="903552"/>
                    </a:lnTo>
                    <a:lnTo>
                      <a:pt x="921357" y="903873"/>
                    </a:lnTo>
                    <a:lnTo>
                      <a:pt x="921368" y="904195"/>
                    </a:lnTo>
                    <a:lnTo>
                      <a:pt x="921379" y="904516"/>
                    </a:lnTo>
                    <a:lnTo>
                      <a:pt x="921578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2" name="ph6372"/>
              <p:cNvSpPr/>
              <p:nvPr/>
            </p:nvSpPr>
            <p:spPr>
              <a:xfrm>
                <a:off x="3111795" y="135958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877" y="914400"/>
                    </a:lnTo>
                    <a:lnTo>
                      <a:pt x="913020" y="908318"/>
                    </a:lnTo>
                    <a:lnTo>
                      <a:pt x="914399" y="905913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3" name="ph6373"/>
              <p:cNvSpPr/>
              <p:nvPr/>
            </p:nvSpPr>
            <p:spPr>
              <a:xfrm>
                <a:off x="3121235" y="134201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483"/>
                    </a:lnTo>
                    <a:lnTo>
                      <a:pt x="907869" y="918409"/>
                    </a:lnTo>
                    <a:lnTo>
                      <a:pt x="910421" y="91439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4" name="ph6374"/>
              <p:cNvSpPr/>
              <p:nvPr/>
            </p:nvSpPr>
            <p:spPr>
              <a:xfrm>
                <a:off x="31212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5" name="ph6375"/>
              <p:cNvSpPr/>
              <p:nvPr/>
            </p:nvSpPr>
            <p:spPr>
              <a:xfrm>
                <a:off x="313067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6" name="ph6376"/>
              <p:cNvSpPr/>
              <p:nvPr/>
            </p:nvSpPr>
            <p:spPr>
              <a:xfrm>
                <a:off x="314011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7" name="ph6377"/>
              <p:cNvSpPr/>
              <p:nvPr/>
            </p:nvSpPr>
            <p:spPr>
              <a:xfrm>
                <a:off x="314955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8" name="ph6378"/>
              <p:cNvSpPr/>
              <p:nvPr/>
            </p:nvSpPr>
            <p:spPr>
              <a:xfrm>
                <a:off x="315899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9" name="ph6379"/>
              <p:cNvSpPr/>
              <p:nvPr/>
            </p:nvSpPr>
            <p:spPr>
              <a:xfrm>
                <a:off x="316843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0" name="ph6380"/>
              <p:cNvSpPr/>
              <p:nvPr/>
            </p:nvSpPr>
            <p:spPr>
              <a:xfrm>
                <a:off x="317787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1" name="ph6381"/>
              <p:cNvSpPr/>
              <p:nvPr/>
            </p:nvSpPr>
            <p:spPr>
              <a:xfrm>
                <a:off x="318731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2" name="ph6382"/>
              <p:cNvSpPr/>
              <p:nvPr/>
            </p:nvSpPr>
            <p:spPr>
              <a:xfrm>
                <a:off x="319675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3" name="ph6383"/>
              <p:cNvSpPr/>
              <p:nvPr/>
            </p:nvSpPr>
            <p:spPr>
              <a:xfrm>
                <a:off x="320619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4" name="ph6384"/>
              <p:cNvSpPr/>
              <p:nvPr/>
            </p:nvSpPr>
            <p:spPr>
              <a:xfrm>
                <a:off x="321563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5" name="ph6385"/>
              <p:cNvSpPr/>
              <p:nvPr/>
            </p:nvSpPr>
            <p:spPr>
              <a:xfrm>
                <a:off x="322507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6" name="ph6386"/>
              <p:cNvSpPr/>
              <p:nvPr/>
            </p:nvSpPr>
            <p:spPr>
              <a:xfrm>
                <a:off x="323451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7" name="ph6387"/>
              <p:cNvSpPr/>
              <p:nvPr/>
            </p:nvSpPr>
            <p:spPr>
              <a:xfrm>
                <a:off x="324395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8" name="ph6388"/>
              <p:cNvSpPr/>
              <p:nvPr/>
            </p:nvSpPr>
            <p:spPr>
              <a:xfrm>
                <a:off x="325339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9" name="ph6389"/>
              <p:cNvSpPr/>
              <p:nvPr/>
            </p:nvSpPr>
            <p:spPr>
              <a:xfrm>
                <a:off x="326283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0" name="ph6390"/>
              <p:cNvSpPr/>
              <p:nvPr/>
            </p:nvSpPr>
            <p:spPr>
              <a:xfrm>
                <a:off x="327227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1" name="ph6391"/>
              <p:cNvSpPr/>
              <p:nvPr/>
            </p:nvSpPr>
            <p:spPr>
              <a:xfrm>
                <a:off x="328171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2" name="ph6392"/>
              <p:cNvSpPr/>
              <p:nvPr/>
            </p:nvSpPr>
            <p:spPr>
              <a:xfrm>
                <a:off x="329115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3" name="ph6393"/>
              <p:cNvSpPr/>
              <p:nvPr/>
            </p:nvSpPr>
            <p:spPr>
              <a:xfrm>
                <a:off x="330059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4" name="ph6394"/>
              <p:cNvSpPr/>
              <p:nvPr/>
            </p:nvSpPr>
            <p:spPr>
              <a:xfrm>
                <a:off x="331004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5" name="ph6395"/>
              <p:cNvSpPr/>
              <p:nvPr/>
            </p:nvSpPr>
            <p:spPr>
              <a:xfrm>
                <a:off x="331948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6" name="ph6396"/>
              <p:cNvSpPr/>
              <p:nvPr/>
            </p:nvSpPr>
            <p:spPr>
              <a:xfrm>
                <a:off x="332892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7" name="ph6397"/>
              <p:cNvSpPr/>
              <p:nvPr/>
            </p:nvSpPr>
            <p:spPr>
              <a:xfrm>
                <a:off x="33383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8" name="ph6398"/>
              <p:cNvSpPr/>
              <p:nvPr/>
            </p:nvSpPr>
            <p:spPr>
              <a:xfrm>
                <a:off x="334780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9" name="ph6399"/>
              <p:cNvSpPr/>
              <p:nvPr/>
            </p:nvSpPr>
            <p:spPr>
              <a:xfrm>
                <a:off x="335724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0" name="ph6400"/>
              <p:cNvSpPr/>
              <p:nvPr/>
            </p:nvSpPr>
            <p:spPr>
              <a:xfrm>
                <a:off x="336668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1" name="ph6401"/>
              <p:cNvSpPr/>
              <p:nvPr/>
            </p:nvSpPr>
            <p:spPr>
              <a:xfrm>
                <a:off x="33761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2" name="ph6402"/>
              <p:cNvSpPr/>
              <p:nvPr/>
            </p:nvSpPr>
            <p:spPr>
              <a:xfrm>
                <a:off x="338556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3" name="ph6403"/>
              <p:cNvSpPr/>
              <p:nvPr/>
            </p:nvSpPr>
            <p:spPr>
              <a:xfrm>
                <a:off x="339500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4" name="ph6404"/>
              <p:cNvSpPr/>
              <p:nvPr/>
            </p:nvSpPr>
            <p:spPr>
              <a:xfrm>
                <a:off x="340444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5" name="ph6405"/>
              <p:cNvSpPr/>
              <p:nvPr/>
            </p:nvSpPr>
            <p:spPr>
              <a:xfrm>
                <a:off x="341388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6" name="ph6406"/>
              <p:cNvSpPr/>
              <p:nvPr/>
            </p:nvSpPr>
            <p:spPr>
              <a:xfrm>
                <a:off x="342332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7" name="ph6407"/>
              <p:cNvSpPr/>
              <p:nvPr/>
            </p:nvSpPr>
            <p:spPr>
              <a:xfrm>
                <a:off x="343276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8" name="ph6408"/>
              <p:cNvSpPr/>
              <p:nvPr/>
            </p:nvSpPr>
            <p:spPr>
              <a:xfrm>
                <a:off x="344220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9" name="ph6409"/>
              <p:cNvSpPr/>
              <p:nvPr/>
            </p:nvSpPr>
            <p:spPr>
              <a:xfrm>
                <a:off x="345164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0" name="ph6410"/>
              <p:cNvSpPr/>
              <p:nvPr/>
            </p:nvSpPr>
            <p:spPr>
              <a:xfrm>
                <a:off x="346108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1" name="ph6411"/>
              <p:cNvSpPr/>
              <p:nvPr/>
            </p:nvSpPr>
            <p:spPr>
              <a:xfrm>
                <a:off x="347052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2" name="ph6412"/>
              <p:cNvSpPr/>
              <p:nvPr/>
            </p:nvSpPr>
            <p:spPr>
              <a:xfrm>
                <a:off x="347996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3" name="ph6413"/>
              <p:cNvSpPr/>
              <p:nvPr/>
            </p:nvSpPr>
            <p:spPr>
              <a:xfrm>
                <a:off x="348940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4" name="ph6414"/>
              <p:cNvSpPr/>
              <p:nvPr/>
            </p:nvSpPr>
            <p:spPr>
              <a:xfrm>
                <a:off x="349884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5" name="ph6415"/>
              <p:cNvSpPr/>
              <p:nvPr/>
            </p:nvSpPr>
            <p:spPr>
              <a:xfrm>
                <a:off x="350828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6" name="ph6416"/>
              <p:cNvSpPr/>
              <p:nvPr/>
            </p:nvSpPr>
            <p:spPr>
              <a:xfrm>
                <a:off x="351772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7" name="ph6417"/>
              <p:cNvSpPr/>
              <p:nvPr/>
            </p:nvSpPr>
            <p:spPr>
              <a:xfrm>
                <a:off x="352716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8" name="ph6418"/>
              <p:cNvSpPr/>
              <p:nvPr/>
            </p:nvSpPr>
            <p:spPr>
              <a:xfrm>
                <a:off x="353660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9" name="ph6419"/>
              <p:cNvSpPr/>
              <p:nvPr/>
            </p:nvSpPr>
            <p:spPr>
              <a:xfrm>
                <a:off x="354604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0" name="ph6420"/>
              <p:cNvSpPr/>
              <p:nvPr/>
            </p:nvSpPr>
            <p:spPr>
              <a:xfrm>
                <a:off x="355548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1" name="ph6421"/>
              <p:cNvSpPr/>
              <p:nvPr/>
            </p:nvSpPr>
            <p:spPr>
              <a:xfrm>
                <a:off x="356492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2" name="ph6422"/>
              <p:cNvSpPr/>
              <p:nvPr/>
            </p:nvSpPr>
            <p:spPr>
              <a:xfrm>
                <a:off x="357436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3" name="ph6423"/>
              <p:cNvSpPr/>
              <p:nvPr/>
            </p:nvSpPr>
            <p:spPr>
              <a:xfrm>
                <a:off x="358380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4" name="ph6424"/>
              <p:cNvSpPr/>
              <p:nvPr/>
            </p:nvSpPr>
            <p:spPr>
              <a:xfrm>
                <a:off x="359324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5" name="ph6425"/>
              <p:cNvSpPr/>
              <p:nvPr/>
            </p:nvSpPr>
            <p:spPr>
              <a:xfrm>
                <a:off x="360268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6" name="ph6426"/>
              <p:cNvSpPr/>
              <p:nvPr/>
            </p:nvSpPr>
            <p:spPr>
              <a:xfrm>
                <a:off x="361212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7" name="ph6427"/>
              <p:cNvSpPr/>
              <p:nvPr/>
            </p:nvSpPr>
            <p:spPr>
              <a:xfrm>
                <a:off x="36215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8" name="ph6428"/>
              <p:cNvSpPr/>
              <p:nvPr/>
            </p:nvSpPr>
            <p:spPr>
              <a:xfrm>
                <a:off x="363100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9" name="ph6429"/>
              <p:cNvSpPr/>
              <p:nvPr/>
            </p:nvSpPr>
            <p:spPr>
              <a:xfrm>
                <a:off x="364044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0" name="ph6430"/>
              <p:cNvSpPr/>
              <p:nvPr/>
            </p:nvSpPr>
            <p:spPr>
              <a:xfrm>
                <a:off x="36498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1" name="ph6431"/>
              <p:cNvSpPr/>
              <p:nvPr/>
            </p:nvSpPr>
            <p:spPr>
              <a:xfrm>
                <a:off x="365932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2" name="ph6432"/>
              <p:cNvSpPr/>
              <p:nvPr/>
            </p:nvSpPr>
            <p:spPr>
              <a:xfrm>
                <a:off x="366876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3" name="ph6433"/>
              <p:cNvSpPr/>
              <p:nvPr/>
            </p:nvSpPr>
            <p:spPr>
              <a:xfrm>
                <a:off x="367820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4" name="ph6434"/>
              <p:cNvSpPr/>
              <p:nvPr/>
            </p:nvSpPr>
            <p:spPr>
              <a:xfrm>
                <a:off x="368764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5" name="ph6435"/>
              <p:cNvSpPr/>
              <p:nvPr/>
            </p:nvSpPr>
            <p:spPr>
              <a:xfrm>
                <a:off x="369708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6" name="ph6436"/>
              <p:cNvSpPr/>
              <p:nvPr/>
            </p:nvSpPr>
            <p:spPr>
              <a:xfrm>
                <a:off x="370653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7" name="ph6437"/>
              <p:cNvSpPr/>
              <p:nvPr/>
            </p:nvSpPr>
            <p:spPr>
              <a:xfrm>
                <a:off x="371597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8" name="ph6438"/>
              <p:cNvSpPr/>
              <p:nvPr/>
            </p:nvSpPr>
            <p:spPr>
              <a:xfrm>
                <a:off x="372541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9" name="ph6439"/>
              <p:cNvSpPr/>
              <p:nvPr/>
            </p:nvSpPr>
            <p:spPr>
              <a:xfrm>
                <a:off x="3734850" y="135958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770"/>
                    </a:lnTo>
                    <a:lnTo>
                      <a:pt x="923391" y="91440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0" name="ph6440"/>
              <p:cNvSpPr/>
              <p:nvPr/>
            </p:nvSpPr>
            <p:spPr>
              <a:xfrm>
                <a:off x="3744291" y="1342012"/>
                <a:ext cx="918411" cy="930340"/>
              </a:xfrm>
              <a:custGeom>
                <a:avLst/>
                <a:gdLst/>
                <a:ahLst/>
                <a:cxnLst/>
                <a:rect l="0" t="0" r="0" b="0"/>
                <a:pathLst>
                  <a:path w="918411" h="930340">
                    <a:moveTo>
                      <a:pt x="914400" y="914399"/>
                    </a:moveTo>
                    <a:lnTo>
                      <a:pt x="918411" y="914507"/>
                    </a:lnTo>
                    <a:lnTo>
                      <a:pt x="915988" y="924572"/>
                    </a:lnTo>
                    <a:lnTo>
                      <a:pt x="914400" y="93034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1" name="ph6441"/>
              <p:cNvSpPr/>
              <p:nvPr/>
            </p:nvSpPr>
            <p:spPr>
              <a:xfrm>
                <a:off x="2035607" y="1324442"/>
                <a:ext cx="914400" cy="93134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7">
                    <a:moveTo>
                      <a:pt x="914400" y="914399"/>
                    </a:moveTo>
                    <a:lnTo>
                      <a:pt x="914400" y="931347"/>
                    </a:lnTo>
                    <a:lnTo>
                      <a:pt x="911324" y="926116"/>
                    </a:lnTo>
                    <a:lnTo>
                      <a:pt x="907161" y="918254"/>
                    </a:lnTo>
                    <a:lnTo>
                      <a:pt x="905323" y="91439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2" name="ph6442"/>
              <p:cNvSpPr/>
              <p:nvPr/>
            </p:nvSpPr>
            <p:spPr>
              <a:xfrm>
                <a:off x="203560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765" y="931969"/>
                    </a:lnTo>
                    <a:lnTo>
                      <a:pt x="914400" y="931347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3" name="ph6443"/>
              <p:cNvSpPr/>
              <p:nvPr/>
            </p:nvSpPr>
            <p:spPr>
              <a:xfrm>
                <a:off x="204504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4" name="ph6444"/>
              <p:cNvSpPr/>
              <p:nvPr/>
            </p:nvSpPr>
            <p:spPr>
              <a:xfrm>
                <a:off x="20544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5" name="ph6445"/>
              <p:cNvSpPr/>
              <p:nvPr/>
            </p:nvSpPr>
            <p:spPr>
              <a:xfrm>
                <a:off x="206392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6" name="ph6446"/>
              <p:cNvSpPr/>
              <p:nvPr/>
            </p:nvSpPr>
            <p:spPr>
              <a:xfrm>
                <a:off x="20733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7" name="ph6447"/>
              <p:cNvSpPr/>
              <p:nvPr/>
            </p:nvSpPr>
            <p:spPr>
              <a:xfrm>
                <a:off x="208280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8" name="ph6448"/>
              <p:cNvSpPr/>
              <p:nvPr/>
            </p:nvSpPr>
            <p:spPr>
              <a:xfrm>
                <a:off x="209224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9" name="ph6449"/>
              <p:cNvSpPr/>
              <p:nvPr/>
            </p:nvSpPr>
            <p:spPr>
              <a:xfrm>
                <a:off x="210168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0" name="ph6450"/>
              <p:cNvSpPr/>
              <p:nvPr/>
            </p:nvSpPr>
            <p:spPr>
              <a:xfrm>
                <a:off x="211112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1" name="ph6451"/>
              <p:cNvSpPr/>
              <p:nvPr/>
            </p:nvSpPr>
            <p:spPr>
              <a:xfrm>
                <a:off x="212056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2" name="ph6452"/>
              <p:cNvSpPr/>
              <p:nvPr/>
            </p:nvSpPr>
            <p:spPr>
              <a:xfrm>
                <a:off x="213001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3" name="ph6453"/>
              <p:cNvSpPr/>
              <p:nvPr/>
            </p:nvSpPr>
            <p:spPr>
              <a:xfrm>
                <a:off x="213945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4" name="ph6454"/>
              <p:cNvSpPr/>
              <p:nvPr/>
            </p:nvSpPr>
            <p:spPr>
              <a:xfrm>
                <a:off x="214889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5" name="ph6455"/>
              <p:cNvSpPr/>
              <p:nvPr/>
            </p:nvSpPr>
            <p:spPr>
              <a:xfrm>
                <a:off x="215833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6" name="ph6456"/>
              <p:cNvSpPr/>
              <p:nvPr/>
            </p:nvSpPr>
            <p:spPr>
              <a:xfrm>
                <a:off x="216777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7" name="ph6457"/>
              <p:cNvSpPr/>
              <p:nvPr/>
            </p:nvSpPr>
            <p:spPr>
              <a:xfrm>
                <a:off x="217721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8" name="ph6458"/>
              <p:cNvSpPr/>
              <p:nvPr/>
            </p:nvSpPr>
            <p:spPr>
              <a:xfrm>
                <a:off x="218665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9" name="ph6459"/>
              <p:cNvSpPr/>
              <p:nvPr/>
            </p:nvSpPr>
            <p:spPr>
              <a:xfrm>
                <a:off x="219609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0" name="ph6460"/>
              <p:cNvSpPr/>
              <p:nvPr/>
            </p:nvSpPr>
            <p:spPr>
              <a:xfrm>
                <a:off x="220553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1" name="ph6461"/>
              <p:cNvSpPr/>
              <p:nvPr/>
            </p:nvSpPr>
            <p:spPr>
              <a:xfrm>
                <a:off x="221497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2" name="ph6462"/>
              <p:cNvSpPr/>
              <p:nvPr/>
            </p:nvSpPr>
            <p:spPr>
              <a:xfrm>
                <a:off x="222441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3" name="ph6463"/>
              <p:cNvSpPr/>
              <p:nvPr/>
            </p:nvSpPr>
            <p:spPr>
              <a:xfrm>
                <a:off x="223385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4" name="ph6464"/>
              <p:cNvSpPr/>
              <p:nvPr/>
            </p:nvSpPr>
            <p:spPr>
              <a:xfrm>
                <a:off x="224329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5" name="ph6465"/>
              <p:cNvSpPr/>
              <p:nvPr/>
            </p:nvSpPr>
            <p:spPr>
              <a:xfrm>
                <a:off x="225273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6" name="ph6466"/>
              <p:cNvSpPr/>
              <p:nvPr/>
            </p:nvSpPr>
            <p:spPr>
              <a:xfrm>
                <a:off x="226217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7" name="ph6467"/>
              <p:cNvSpPr/>
              <p:nvPr/>
            </p:nvSpPr>
            <p:spPr>
              <a:xfrm>
                <a:off x="227161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8" name="ph6468"/>
              <p:cNvSpPr/>
              <p:nvPr/>
            </p:nvSpPr>
            <p:spPr>
              <a:xfrm>
                <a:off x="228105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9" name="ph6469"/>
              <p:cNvSpPr/>
              <p:nvPr/>
            </p:nvSpPr>
            <p:spPr>
              <a:xfrm>
                <a:off x="229049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0" name="ph6470"/>
              <p:cNvSpPr/>
              <p:nvPr/>
            </p:nvSpPr>
            <p:spPr>
              <a:xfrm>
                <a:off x="229993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1" name="ph6471"/>
              <p:cNvSpPr/>
              <p:nvPr/>
            </p:nvSpPr>
            <p:spPr>
              <a:xfrm>
                <a:off x="230937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2" name="ph6472"/>
              <p:cNvSpPr/>
              <p:nvPr/>
            </p:nvSpPr>
            <p:spPr>
              <a:xfrm>
                <a:off x="231881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3" name="ph6473"/>
              <p:cNvSpPr/>
              <p:nvPr/>
            </p:nvSpPr>
            <p:spPr>
              <a:xfrm>
                <a:off x="232825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4" name="ph6474"/>
              <p:cNvSpPr/>
              <p:nvPr/>
            </p:nvSpPr>
            <p:spPr>
              <a:xfrm>
                <a:off x="233769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5" name="ph6475"/>
              <p:cNvSpPr/>
              <p:nvPr/>
            </p:nvSpPr>
            <p:spPr>
              <a:xfrm>
                <a:off x="234713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6" name="ph6476"/>
              <p:cNvSpPr/>
              <p:nvPr/>
            </p:nvSpPr>
            <p:spPr>
              <a:xfrm>
                <a:off x="235657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7" name="ph6477"/>
              <p:cNvSpPr/>
              <p:nvPr/>
            </p:nvSpPr>
            <p:spPr>
              <a:xfrm>
                <a:off x="236601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8" name="ph6478"/>
              <p:cNvSpPr/>
              <p:nvPr/>
            </p:nvSpPr>
            <p:spPr>
              <a:xfrm>
                <a:off x="237545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9" name="ph6479"/>
              <p:cNvSpPr/>
              <p:nvPr/>
            </p:nvSpPr>
            <p:spPr>
              <a:xfrm>
                <a:off x="2384896" y="1342012"/>
                <a:ext cx="92111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117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191" y="896830"/>
                    </a:lnTo>
                    <a:lnTo>
                      <a:pt x="920492" y="900727"/>
                    </a:lnTo>
                    <a:lnTo>
                      <a:pt x="921028" y="911804"/>
                    </a:lnTo>
                    <a:lnTo>
                      <a:pt x="921039" y="912124"/>
                    </a:lnTo>
                    <a:lnTo>
                      <a:pt x="921050" y="912446"/>
                    </a:lnTo>
                    <a:lnTo>
                      <a:pt x="921061" y="912767"/>
                    </a:lnTo>
                    <a:lnTo>
                      <a:pt x="921072" y="913088"/>
                    </a:lnTo>
                    <a:lnTo>
                      <a:pt x="921083" y="913410"/>
                    </a:lnTo>
                    <a:lnTo>
                      <a:pt x="921094" y="913731"/>
                    </a:lnTo>
                    <a:lnTo>
                      <a:pt x="921105" y="914052"/>
                    </a:lnTo>
                    <a:lnTo>
                      <a:pt x="921117" y="91439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0" name="ph6480"/>
              <p:cNvSpPr/>
              <p:nvPr/>
            </p:nvSpPr>
            <p:spPr>
              <a:xfrm>
                <a:off x="3121235" y="1342012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10421" y="914399"/>
                    </a:lnTo>
                    <a:lnTo>
                      <a:pt x="912360" y="911355"/>
                    </a:lnTo>
                    <a:lnTo>
                      <a:pt x="914399" y="908474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1" name="ph6481"/>
              <p:cNvSpPr/>
              <p:nvPr/>
            </p:nvSpPr>
            <p:spPr>
              <a:xfrm>
                <a:off x="3130675" y="132444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044"/>
                    </a:lnTo>
                    <a:lnTo>
                      <a:pt x="907601" y="922313"/>
                    </a:lnTo>
                    <a:lnTo>
                      <a:pt x="912461" y="916162"/>
                    </a:lnTo>
                    <a:lnTo>
                      <a:pt x="914022" y="91439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2" name="ph6482"/>
              <p:cNvSpPr/>
              <p:nvPr/>
            </p:nvSpPr>
            <p:spPr>
              <a:xfrm>
                <a:off x="313067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3" name="ph6483"/>
              <p:cNvSpPr/>
              <p:nvPr/>
            </p:nvSpPr>
            <p:spPr>
              <a:xfrm>
                <a:off x="314011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4" name="ph6484"/>
              <p:cNvSpPr/>
              <p:nvPr/>
            </p:nvSpPr>
            <p:spPr>
              <a:xfrm>
                <a:off x="314955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5" name="ph6485"/>
              <p:cNvSpPr/>
              <p:nvPr/>
            </p:nvSpPr>
            <p:spPr>
              <a:xfrm>
                <a:off x="315899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6" name="ph6486"/>
              <p:cNvSpPr/>
              <p:nvPr/>
            </p:nvSpPr>
            <p:spPr>
              <a:xfrm>
                <a:off x="316843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7" name="ph6487"/>
              <p:cNvSpPr/>
              <p:nvPr/>
            </p:nvSpPr>
            <p:spPr>
              <a:xfrm>
                <a:off x="317787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8" name="ph6488"/>
              <p:cNvSpPr/>
              <p:nvPr/>
            </p:nvSpPr>
            <p:spPr>
              <a:xfrm>
                <a:off x="318731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9" name="ph6489"/>
              <p:cNvSpPr/>
              <p:nvPr/>
            </p:nvSpPr>
            <p:spPr>
              <a:xfrm>
                <a:off x="319675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0" name="ph6490"/>
              <p:cNvSpPr/>
              <p:nvPr/>
            </p:nvSpPr>
            <p:spPr>
              <a:xfrm>
                <a:off x="320619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1" name="ph6491"/>
              <p:cNvSpPr/>
              <p:nvPr/>
            </p:nvSpPr>
            <p:spPr>
              <a:xfrm>
                <a:off x="321563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2" name="ph6492"/>
              <p:cNvSpPr/>
              <p:nvPr/>
            </p:nvSpPr>
            <p:spPr>
              <a:xfrm>
                <a:off x="322507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3" name="ph6493"/>
              <p:cNvSpPr/>
              <p:nvPr/>
            </p:nvSpPr>
            <p:spPr>
              <a:xfrm>
                <a:off x="323451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4" name="ph6494"/>
              <p:cNvSpPr/>
              <p:nvPr/>
            </p:nvSpPr>
            <p:spPr>
              <a:xfrm>
                <a:off x="324395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5" name="ph6495"/>
              <p:cNvSpPr/>
              <p:nvPr/>
            </p:nvSpPr>
            <p:spPr>
              <a:xfrm>
                <a:off x="325339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6" name="ph6496"/>
              <p:cNvSpPr/>
              <p:nvPr/>
            </p:nvSpPr>
            <p:spPr>
              <a:xfrm>
                <a:off x="326283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7" name="ph6497"/>
              <p:cNvSpPr/>
              <p:nvPr/>
            </p:nvSpPr>
            <p:spPr>
              <a:xfrm>
                <a:off x="327227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8" name="ph6498"/>
              <p:cNvSpPr/>
              <p:nvPr/>
            </p:nvSpPr>
            <p:spPr>
              <a:xfrm>
                <a:off x="328171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9" name="ph6499"/>
              <p:cNvSpPr/>
              <p:nvPr/>
            </p:nvSpPr>
            <p:spPr>
              <a:xfrm>
                <a:off x="329115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0" name="ph6500"/>
              <p:cNvSpPr/>
              <p:nvPr/>
            </p:nvSpPr>
            <p:spPr>
              <a:xfrm>
                <a:off x="330059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1" name="ph6501"/>
              <p:cNvSpPr/>
              <p:nvPr/>
            </p:nvSpPr>
            <p:spPr>
              <a:xfrm>
                <a:off x="331004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2" name="ph6502"/>
              <p:cNvSpPr/>
              <p:nvPr/>
            </p:nvSpPr>
            <p:spPr>
              <a:xfrm>
                <a:off x="33194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3" name="ph6503"/>
              <p:cNvSpPr/>
              <p:nvPr/>
            </p:nvSpPr>
            <p:spPr>
              <a:xfrm>
                <a:off x="332892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4" name="ph6504"/>
              <p:cNvSpPr/>
              <p:nvPr/>
            </p:nvSpPr>
            <p:spPr>
              <a:xfrm>
                <a:off x="33383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5" name="ph6505"/>
              <p:cNvSpPr/>
              <p:nvPr/>
            </p:nvSpPr>
            <p:spPr>
              <a:xfrm>
                <a:off x="334780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6" name="ph6506"/>
              <p:cNvSpPr/>
              <p:nvPr/>
            </p:nvSpPr>
            <p:spPr>
              <a:xfrm>
                <a:off x="335724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7" name="ph6507"/>
              <p:cNvSpPr/>
              <p:nvPr/>
            </p:nvSpPr>
            <p:spPr>
              <a:xfrm>
                <a:off x="336668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8" name="ph6508"/>
              <p:cNvSpPr/>
              <p:nvPr/>
            </p:nvSpPr>
            <p:spPr>
              <a:xfrm>
                <a:off x="33761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9" name="ph6509"/>
              <p:cNvSpPr/>
              <p:nvPr/>
            </p:nvSpPr>
            <p:spPr>
              <a:xfrm>
                <a:off x="338556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0" name="ph6510"/>
              <p:cNvSpPr/>
              <p:nvPr/>
            </p:nvSpPr>
            <p:spPr>
              <a:xfrm>
                <a:off x="339500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1" name="ph6511"/>
              <p:cNvSpPr/>
              <p:nvPr/>
            </p:nvSpPr>
            <p:spPr>
              <a:xfrm>
                <a:off x="340444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2" name="ph6512"/>
              <p:cNvSpPr/>
              <p:nvPr/>
            </p:nvSpPr>
            <p:spPr>
              <a:xfrm>
                <a:off x="341388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3" name="ph6513"/>
              <p:cNvSpPr/>
              <p:nvPr/>
            </p:nvSpPr>
            <p:spPr>
              <a:xfrm>
                <a:off x="342332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4" name="ph6514"/>
              <p:cNvSpPr/>
              <p:nvPr/>
            </p:nvSpPr>
            <p:spPr>
              <a:xfrm>
                <a:off x="343276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5" name="ph6515"/>
              <p:cNvSpPr/>
              <p:nvPr/>
            </p:nvSpPr>
            <p:spPr>
              <a:xfrm>
                <a:off x="344220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6" name="ph6516"/>
              <p:cNvSpPr/>
              <p:nvPr/>
            </p:nvSpPr>
            <p:spPr>
              <a:xfrm>
                <a:off x="345164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7" name="ph6517"/>
              <p:cNvSpPr/>
              <p:nvPr/>
            </p:nvSpPr>
            <p:spPr>
              <a:xfrm>
                <a:off x="346108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8" name="ph6518"/>
              <p:cNvSpPr/>
              <p:nvPr/>
            </p:nvSpPr>
            <p:spPr>
              <a:xfrm>
                <a:off x="347052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9" name="ph6519"/>
              <p:cNvSpPr/>
              <p:nvPr/>
            </p:nvSpPr>
            <p:spPr>
              <a:xfrm>
                <a:off x="347996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0" name="ph6520"/>
              <p:cNvSpPr/>
              <p:nvPr/>
            </p:nvSpPr>
            <p:spPr>
              <a:xfrm>
                <a:off x="348940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1" name="ph6521"/>
              <p:cNvSpPr/>
              <p:nvPr/>
            </p:nvSpPr>
            <p:spPr>
              <a:xfrm>
                <a:off x="349884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2" name="ph6522"/>
              <p:cNvSpPr/>
              <p:nvPr/>
            </p:nvSpPr>
            <p:spPr>
              <a:xfrm>
                <a:off x="350828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3" name="ph6523"/>
              <p:cNvSpPr/>
              <p:nvPr/>
            </p:nvSpPr>
            <p:spPr>
              <a:xfrm>
                <a:off x="351772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6">
                  <a:alpha val="100000"/>
                </a:srgbClr>
              </a:solidFill>
              <a:ln w="5420" cap="flat">
                <a:solidFill>
                  <a:srgbClr val="F070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4" name="ph6524"/>
              <p:cNvSpPr/>
              <p:nvPr/>
            </p:nvSpPr>
            <p:spPr>
              <a:xfrm>
                <a:off x="352716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5" name="ph6525"/>
              <p:cNvSpPr/>
              <p:nvPr/>
            </p:nvSpPr>
            <p:spPr>
              <a:xfrm>
                <a:off x="353660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6" name="ph6526"/>
              <p:cNvSpPr/>
              <p:nvPr/>
            </p:nvSpPr>
            <p:spPr>
              <a:xfrm>
                <a:off x="354604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7" name="ph6527"/>
              <p:cNvSpPr/>
              <p:nvPr/>
            </p:nvSpPr>
            <p:spPr>
              <a:xfrm>
                <a:off x="355548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8" name="ph6528"/>
              <p:cNvSpPr/>
              <p:nvPr/>
            </p:nvSpPr>
            <p:spPr>
              <a:xfrm>
                <a:off x="356492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9" name="ph6529"/>
              <p:cNvSpPr/>
              <p:nvPr/>
            </p:nvSpPr>
            <p:spPr>
              <a:xfrm>
                <a:off x="357436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0" name="ph6530"/>
              <p:cNvSpPr/>
              <p:nvPr/>
            </p:nvSpPr>
            <p:spPr>
              <a:xfrm>
                <a:off x="358380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1" name="ph6531"/>
              <p:cNvSpPr/>
              <p:nvPr/>
            </p:nvSpPr>
            <p:spPr>
              <a:xfrm>
                <a:off x="359324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2" name="ph6532"/>
              <p:cNvSpPr/>
              <p:nvPr/>
            </p:nvSpPr>
            <p:spPr>
              <a:xfrm>
                <a:off x="360268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3" name="ph6533"/>
              <p:cNvSpPr/>
              <p:nvPr/>
            </p:nvSpPr>
            <p:spPr>
              <a:xfrm>
                <a:off x="361212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4" name="ph6534"/>
              <p:cNvSpPr/>
              <p:nvPr/>
            </p:nvSpPr>
            <p:spPr>
              <a:xfrm>
                <a:off x="36215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5" name="ph6535"/>
              <p:cNvSpPr/>
              <p:nvPr/>
            </p:nvSpPr>
            <p:spPr>
              <a:xfrm>
                <a:off x="363100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6" name="ph6536"/>
              <p:cNvSpPr/>
              <p:nvPr/>
            </p:nvSpPr>
            <p:spPr>
              <a:xfrm>
                <a:off x="364044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7" name="ph6537"/>
              <p:cNvSpPr/>
              <p:nvPr/>
            </p:nvSpPr>
            <p:spPr>
              <a:xfrm>
                <a:off x="36498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8" name="ph6538"/>
              <p:cNvSpPr/>
              <p:nvPr/>
            </p:nvSpPr>
            <p:spPr>
              <a:xfrm>
                <a:off x="365932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9" name="ph6539"/>
              <p:cNvSpPr/>
              <p:nvPr/>
            </p:nvSpPr>
            <p:spPr>
              <a:xfrm>
                <a:off x="366876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0" name="ph6540"/>
              <p:cNvSpPr/>
              <p:nvPr/>
            </p:nvSpPr>
            <p:spPr>
              <a:xfrm>
                <a:off x="367820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1" name="ph6541"/>
              <p:cNvSpPr/>
              <p:nvPr/>
            </p:nvSpPr>
            <p:spPr>
              <a:xfrm>
                <a:off x="368764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2" name="ph6542"/>
              <p:cNvSpPr/>
              <p:nvPr/>
            </p:nvSpPr>
            <p:spPr>
              <a:xfrm>
                <a:off x="369708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3" name="ph6543"/>
              <p:cNvSpPr/>
              <p:nvPr/>
            </p:nvSpPr>
            <p:spPr>
              <a:xfrm>
                <a:off x="370653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4" name="ph6544"/>
              <p:cNvSpPr/>
              <p:nvPr/>
            </p:nvSpPr>
            <p:spPr>
              <a:xfrm>
                <a:off x="371597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5" name="ph6545"/>
              <p:cNvSpPr/>
              <p:nvPr/>
            </p:nvSpPr>
            <p:spPr>
              <a:xfrm>
                <a:off x="372541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6" name="ph6546"/>
              <p:cNvSpPr/>
              <p:nvPr/>
            </p:nvSpPr>
            <p:spPr>
              <a:xfrm>
                <a:off x="373485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7" name="ph6547"/>
              <p:cNvSpPr/>
              <p:nvPr/>
            </p:nvSpPr>
            <p:spPr>
              <a:xfrm>
                <a:off x="3744291" y="1342012"/>
                <a:ext cx="92184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4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49" y="896830"/>
                    </a:lnTo>
                    <a:lnTo>
                      <a:pt x="920548" y="904221"/>
                    </a:lnTo>
                    <a:lnTo>
                      <a:pt x="918433" y="91439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8" name="ph6548"/>
              <p:cNvSpPr/>
              <p:nvPr/>
            </p:nvSpPr>
            <p:spPr>
              <a:xfrm>
                <a:off x="2026167" y="1306872"/>
                <a:ext cx="914400" cy="9312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06">
                    <a:moveTo>
                      <a:pt x="914400" y="914400"/>
                    </a:moveTo>
                    <a:lnTo>
                      <a:pt x="914400" y="931206"/>
                    </a:lnTo>
                    <a:lnTo>
                      <a:pt x="912665" y="927568"/>
                    </a:lnTo>
                    <a:lnTo>
                      <a:pt x="908966" y="918939"/>
                    </a:lnTo>
                    <a:lnTo>
                      <a:pt x="907221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9" name="ph6549"/>
              <p:cNvSpPr/>
              <p:nvPr/>
            </p:nvSpPr>
            <p:spPr>
              <a:xfrm>
                <a:off x="202616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763" y="931969"/>
                    </a:lnTo>
                    <a:lnTo>
                      <a:pt x="914400" y="931206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0" name="ph6550"/>
              <p:cNvSpPr/>
              <p:nvPr/>
            </p:nvSpPr>
            <p:spPr>
              <a:xfrm>
                <a:off x="203560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1" name="ph6551"/>
              <p:cNvSpPr/>
              <p:nvPr/>
            </p:nvSpPr>
            <p:spPr>
              <a:xfrm>
                <a:off x="204504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2" name="ph6552"/>
              <p:cNvSpPr/>
              <p:nvPr/>
            </p:nvSpPr>
            <p:spPr>
              <a:xfrm>
                <a:off x="205448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3" name="ph6553"/>
              <p:cNvSpPr/>
              <p:nvPr/>
            </p:nvSpPr>
            <p:spPr>
              <a:xfrm>
                <a:off x="206392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4" name="ph6554"/>
              <p:cNvSpPr/>
              <p:nvPr/>
            </p:nvSpPr>
            <p:spPr>
              <a:xfrm>
                <a:off x="20733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5" name="ph6555"/>
              <p:cNvSpPr/>
              <p:nvPr/>
            </p:nvSpPr>
            <p:spPr>
              <a:xfrm>
                <a:off x="208280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6" name="ph6556"/>
              <p:cNvSpPr/>
              <p:nvPr/>
            </p:nvSpPr>
            <p:spPr>
              <a:xfrm>
                <a:off x="209224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7" name="ph6557"/>
              <p:cNvSpPr/>
              <p:nvPr/>
            </p:nvSpPr>
            <p:spPr>
              <a:xfrm>
                <a:off x="210168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8" name="ph6558"/>
              <p:cNvSpPr/>
              <p:nvPr/>
            </p:nvSpPr>
            <p:spPr>
              <a:xfrm>
                <a:off x="211112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9" name="ph6559"/>
              <p:cNvSpPr/>
              <p:nvPr/>
            </p:nvSpPr>
            <p:spPr>
              <a:xfrm>
                <a:off x="212056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0" name="ph6560"/>
              <p:cNvSpPr/>
              <p:nvPr/>
            </p:nvSpPr>
            <p:spPr>
              <a:xfrm>
                <a:off x="213001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1" name="ph6561"/>
              <p:cNvSpPr/>
              <p:nvPr/>
            </p:nvSpPr>
            <p:spPr>
              <a:xfrm>
                <a:off x="213945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2" name="ph6562"/>
              <p:cNvSpPr/>
              <p:nvPr/>
            </p:nvSpPr>
            <p:spPr>
              <a:xfrm>
                <a:off x="214889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3" name="ph6563"/>
              <p:cNvSpPr/>
              <p:nvPr/>
            </p:nvSpPr>
            <p:spPr>
              <a:xfrm>
                <a:off x="215833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4" name="ph6564"/>
              <p:cNvSpPr/>
              <p:nvPr/>
            </p:nvSpPr>
            <p:spPr>
              <a:xfrm>
                <a:off x="216777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5" name="ph6565"/>
              <p:cNvSpPr/>
              <p:nvPr/>
            </p:nvSpPr>
            <p:spPr>
              <a:xfrm>
                <a:off x="217721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6" name="ph6566"/>
              <p:cNvSpPr/>
              <p:nvPr/>
            </p:nvSpPr>
            <p:spPr>
              <a:xfrm>
                <a:off x="218665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7" name="ph6567"/>
              <p:cNvSpPr/>
              <p:nvPr/>
            </p:nvSpPr>
            <p:spPr>
              <a:xfrm>
                <a:off x="219609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8" name="ph6568"/>
              <p:cNvSpPr/>
              <p:nvPr/>
            </p:nvSpPr>
            <p:spPr>
              <a:xfrm>
                <a:off x="220553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9" name="ph6569"/>
              <p:cNvSpPr/>
              <p:nvPr/>
            </p:nvSpPr>
            <p:spPr>
              <a:xfrm>
                <a:off x="221497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0" name="ph6570"/>
              <p:cNvSpPr/>
              <p:nvPr/>
            </p:nvSpPr>
            <p:spPr>
              <a:xfrm>
                <a:off x="222441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1" name="ph6571"/>
              <p:cNvSpPr/>
              <p:nvPr/>
            </p:nvSpPr>
            <p:spPr>
              <a:xfrm>
                <a:off x="223385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2" name="ph6572"/>
              <p:cNvSpPr/>
              <p:nvPr/>
            </p:nvSpPr>
            <p:spPr>
              <a:xfrm>
                <a:off x="224329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3" name="ph6573"/>
              <p:cNvSpPr/>
              <p:nvPr/>
            </p:nvSpPr>
            <p:spPr>
              <a:xfrm>
                <a:off x="225273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4" name="ph6574"/>
              <p:cNvSpPr/>
              <p:nvPr/>
            </p:nvSpPr>
            <p:spPr>
              <a:xfrm>
                <a:off x="226217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5" name="ph6575"/>
              <p:cNvSpPr/>
              <p:nvPr/>
            </p:nvSpPr>
            <p:spPr>
              <a:xfrm>
                <a:off x="227161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6" name="ph6576"/>
              <p:cNvSpPr/>
              <p:nvPr/>
            </p:nvSpPr>
            <p:spPr>
              <a:xfrm>
                <a:off x="228105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7" name="ph6577"/>
              <p:cNvSpPr/>
              <p:nvPr/>
            </p:nvSpPr>
            <p:spPr>
              <a:xfrm>
                <a:off x="229049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8" name="ph6578"/>
              <p:cNvSpPr/>
              <p:nvPr/>
            </p:nvSpPr>
            <p:spPr>
              <a:xfrm>
                <a:off x="229993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9" name="ph6579"/>
              <p:cNvSpPr/>
              <p:nvPr/>
            </p:nvSpPr>
            <p:spPr>
              <a:xfrm>
                <a:off x="230937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0" name="ph6580"/>
              <p:cNvSpPr/>
              <p:nvPr/>
            </p:nvSpPr>
            <p:spPr>
              <a:xfrm>
                <a:off x="231881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1" name="ph6581"/>
              <p:cNvSpPr/>
              <p:nvPr/>
            </p:nvSpPr>
            <p:spPr>
              <a:xfrm>
                <a:off x="232825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2" name="ph6582"/>
              <p:cNvSpPr/>
              <p:nvPr/>
            </p:nvSpPr>
            <p:spPr>
              <a:xfrm>
                <a:off x="233769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3" name="ph6583"/>
              <p:cNvSpPr/>
              <p:nvPr/>
            </p:nvSpPr>
            <p:spPr>
              <a:xfrm>
                <a:off x="234713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4" name="ph6584"/>
              <p:cNvSpPr/>
              <p:nvPr/>
            </p:nvSpPr>
            <p:spPr>
              <a:xfrm>
                <a:off x="235657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5" name="ph6585"/>
              <p:cNvSpPr/>
              <p:nvPr/>
            </p:nvSpPr>
            <p:spPr>
              <a:xfrm>
                <a:off x="236601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6" name="ph6586"/>
              <p:cNvSpPr/>
              <p:nvPr/>
            </p:nvSpPr>
            <p:spPr>
              <a:xfrm>
                <a:off x="237545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7" name="ph6587"/>
              <p:cNvSpPr/>
              <p:nvPr/>
            </p:nvSpPr>
            <p:spPr>
              <a:xfrm>
                <a:off x="2384896" y="1324442"/>
                <a:ext cx="92019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191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8530" y="896830"/>
                    </a:lnTo>
                    <a:lnTo>
                      <a:pt x="919642" y="907288"/>
                    </a:lnTo>
                    <a:lnTo>
                      <a:pt x="920191" y="91439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8" name="ph6588"/>
              <p:cNvSpPr/>
              <p:nvPr/>
            </p:nvSpPr>
            <p:spPr>
              <a:xfrm>
                <a:off x="3130675" y="132444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4022" y="914399"/>
                    </a:lnTo>
                    <a:lnTo>
                      <a:pt x="914400" y="913973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9" name="ph6589"/>
              <p:cNvSpPr/>
              <p:nvPr/>
            </p:nvSpPr>
            <p:spPr>
              <a:xfrm>
                <a:off x="3140115" y="132444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13973"/>
                    </a:lnTo>
                    <a:lnTo>
                      <a:pt x="908046" y="910489"/>
                    </a:lnTo>
                    <a:lnTo>
                      <a:pt x="913221" y="905308"/>
                    </a:lnTo>
                    <a:lnTo>
                      <a:pt x="914400" y="904271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0" name="ph6590"/>
              <p:cNvSpPr/>
              <p:nvPr/>
            </p:nvSpPr>
            <p:spPr>
              <a:xfrm>
                <a:off x="3149556" y="130687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1841"/>
                    </a:lnTo>
                    <a:lnTo>
                      <a:pt x="909095" y="918203"/>
                    </a:lnTo>
                    <a:lnTo>
                      <a:pt x="914071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1" name="ph6591"/>
              <p:cNvSpPr/>
              <p:nvPr/>
            </p:nvSpPr>
            <p:spPr>
              <a:xfrm>
                <a:off x="314955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2" name="ph6592"/>
              <p:cNvSpPr/>
              <p:nvPr/>
            </p:nvSpPr>
            <p:spPr>
              <a:xfrm>
                <a:off x="315899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3" name="ph6593"/>
              <p:cNvSpPr/>
              <p:nvPr/>
            </p:nvSpPr>
            <p:spPr>
              <a:xfrm>
                <a:off x="316843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4" name="ph6594"/>
              <p:cNvSpPr/>
              <p:nvPr/>
            </p:nvSpPr>
            <p:spPr>
              <a:xfrm>
                <a:off x="317787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0">
                  <a:alpha val="100000"/>
                </a:srgbClr>
              </a:solidFill>
              <a:ln w="5420" cap="flat">
                <a:solidFill>
                  <a:srgbClr val="F7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5" name="ph6595"/>
              <p:cNvSpPr/>
              <p:nvPr/>
            </p:nvSpPr>
            <p:spPr>
              <a:xfrm>
                <a:off x="318731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6" name="ph6596"/>
              <p:cNvSpPr/>
              <p:nvPr/>
            </p:nvSpPr>
            <p:spPr>
              <a:xfrm>
                <a:off x="319675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7" name="ph6597"/>
              <p:cNvSpPr/>
              <p:nvPr/>
            </p:nvSpPr>
            <p:spPr>
              <a:xfrm>
                <a:off x="320619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8" name="ph6598"/>
              <p:cNvSpPr/>
              <p:nvPr/>
            </p:nvSpPr>
            <p:spPr>
              <a:xfrm>
                <a:off x="321563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9" name="ph6599"/>
              <p:cNvSpPr/>
              <p:nvPr/>
            </p:nvSpPr>
            <p:spPr>
              <a:xfrm>
                <a:off x="322507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0" name="ph6600"/>
              <p:cNvSpPr/>
              <p:nvPr/>
            </p:nvSpPr>
            <p:spPr>
              <a:xfrm>
                <a:off x="323451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1" name="ph6601"/>
              <p:cNvSpPr/>
              <p:nvPr/>
            </p:nvSpPr>
            <p:spPr>
              <a:xfrm>
                <a:off x="324395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2" name="ph6602"/>
              <p:cNvSpPr/>
              <p:nvPr/>
            </p:nvSpPr>
            <p:spPr>
              <a:xfrm>
                <a:off x="325339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3" name="ph6603"/>
              <p:cNvSpPr/>
              <p:nvPr/>
            </p:nvSpPr>
            <p:spPr>
              <a:xfrm>
                <a:off x="326283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4" name="ph6604"/>
              <p:cNvSpPr/>
              <p:nvPr/>
            </p:nvSpPr>
            <p:spPr>
              <a:xfrm>
                <a:off x="327227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5" name="ph6605"/>
              <p:cNvSpPr/>
              <p:nvPr/>
            </p:nvSpPr>
            <p:spPr>
              <a:xfrm>
                <a:off x="328171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6" name="ph6606"/>
              <p:cNvSpPr/>
              <p:nvPr/>
            </p:nvSpPr>
            <p:spPr>
              <a:xfrm>
                <a:off x="329115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7" name="ph6607"/>
              <p:cNvSpPr/>
              <p:nvPr/>
            </p:nvSpPr>
            <p:spPr>
              <a:xfrm>
                <a:off x="330059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8" name="ph6608"/>
              <p:cNvSpPr/>
              <p:nvPr/>
            </p:nvSpPr>
            <p:spPr>
              <a:xfrm>
                <a:off x="331004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9" name="ph6609"/>
              <p:cNvSpPr/>
              <p:nvPr/>
            </p:nvSpPr>
            <p:spPr>
              <a:xfrm>
                <a:off x="331948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0" name="ph6610"/>
              <p:cNvSpPr/>
              <p:nvPr/>
            </p:nvSpPr>
            <p:spPr>
              <a:xfrm>
                <a:off x="332892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1" name="ph6611"/>
              <p:cNvSpPr/>
              <p:nvPr/>
            </p:nvSpPr>
            <p:spPr>
              <a:xfrm>
                <a:off x="33383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2" name="ph6612"/>
              <p:cNvSpPr/>
              <p:nvPr/>
            </p:nvSpPr>
            <p:spPr>
              <a:xfrm>
                <a:off x="334780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3" name="ph6613"/>
              <p:cNvSpPr/>
              <p:nvPr/>
            </p:nvSpPr>
            <p:spPr>
              <a:xfrm>
                <a:off x="335724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4" name="ph6614"/>
              <p:cNvSpPr/>
              <p:nvPr/>
            </p:nvSpPr>
            <p:spPr>
              <a:xfrm>
                <a:off x="336668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5" name="ph6615"/>
              <p:cNvSpPr/>
              <p:nvPr/>
            </p:nvSpPr>
            <p:spPr>
              <a:xfrm>
                <a:off x="33761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6" name="ph6616"/>
              <p:cNvSpPr/>
              <p:nvPr/>
            </p:nvSpPr>
            <p:spPr>
              <a:xfrm>
                <a:off x="338556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7" name="ph6617"/>
              <p:cNvSpPr/>
              <p:nvPr/>
            </p:nvSpPr>
            <p:spPr>
              <a:xfrm>
                <a:off x="339500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8" name="ph6618"/>
              <p:cNvSpPr/>
              <p:nvPr/>
            </p:nvSpPr>
            <p:spPr>
              <a:xfrm>
                <a:off x="340444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9" name="ph6619"/>
              <p:cNvSpPr/>
              <p:nvPr/>
            </p:nvSpPr>
            <p:spPr>
              <a:xfrm>
                <a:off x="341388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0" name="ph6620"/>
              <p:cNvSpPr/>
              <p:nvPr/>
            </p:nvSpPr>
            <p:spPr>
              <a:xfrm>
                <a:off x="342332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1" name="ph6621"/>
              <p:cNvSpPr/>
              <p:nvPr/>
            </p:nvSpPr>
            <p:spPr>
              <a:xfrm>
                <a:off x="343276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2" name="ph6622"/>
              <p:cNvSpPr/>
              <p:nvPr/>
            </p:nvSpPr>
            <p:spPr>
              <a:xfrm>
                <a:off x="344220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3" name="ph6623"/>
              <p:cNvSpPr/>
              <p:nvPr/>
            </p:nvSpPr>
            <p:spPr>
              <a:xfrm>
                <a:off x="345164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4" name="ph6624"/>
              <p:cNvSpPr/>
              <p:nvPr/>
            </p:nvSpPr>
            <p:spPr>
              <a:xfrm>
                <a:off x="346108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5" name="ph6625"/>
              <p:cNvSpPr/>
              <p:nvPr/>
            </p:nvSpPr>
            <p:spPr>
              <a:xfrm>
                <a:off x="347052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6" name="ph6626"/>
              <p:cNvSpPr/>
              <p:nvPr/>
            </p:nvSpPr>
            <p:spPr>
              <a:xfrm>
                <a:off x="347996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7" name="ph6627"/>
              <p:cNvSpPr/>
              <p:nvPr/>
            </p:nvSpPr>
            <p:spPr>
              <a:xfrm>
                <a:off x="348940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8" name="ph6628"/>
              <p:cNvSpPr/>
              <p:nvPr/>
            </p:nvSpPr>
            <p:spPr>
              <a:xfrm>
                <a:off x="349884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9" name="ph6629"/>
              <p:cNvSpPr/>
              <p:nvPr/>
            </p:nvSpPr>
            <p:spPr>
              <a:xfrm>
                <a:off x="350828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0" name="ph6630"/>
              <p:cNvSpPr/>
              <p:nvPr/>
            </p:nvSpPr>
            <p:spPr>
              <a:xfrm>
                <a:off x="351772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1" name="ph6631"/>
              <p:cNvSpPr/>
              <p:nvPr/>
            </p:nvSpPr>
            <p:spPr>
              <a:xfrm>
                <a:off x="352716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2" name="ph6632"/>
              <p:cNvSpPr/>
              <p:nvPr/>
            </p:nvSpPr>
            <p:spPr>
              <a:xfrm>
                <a:off x="353660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3" name="ph6633"/>
              <p:cNvSpPr/>
              <p:nvPr/>
            </p:nvSpPr>
            <p:spPr>
              <a:xfrm>
                <a:off x="354604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4" name="ph6634"/>
              <p:cNvSpPr/>
              <p:nvPr/>
            </p:nvSpPr>
            <p:spPr>
              <a:xfrm>
                <a:off x="355548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5" name="ph6635"/>
              <p:cNvSpPr/>
              <p:nvPr/>
            </p:nvSpPr>
            <p:spPr>
              <a:xfrm>
                <a:off x="356492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6" name="ph6636"/>
              <p:cNvSpPr/>
              <p:nvPr/>
            </p:nvSpPr>
            <p:spPr>
              <a:xfrm>
                <a:off x="357436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7" name="ph6637"/>
              <p:cNvSpPr/>
              <p:nvPr/>
            </p:nvSpPr>
            <p:spPr>
              <a:xfrm>
                <a:off x="358380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8" name="ph6638"/>
              <p:cNvSpPr/>
              <p:nvPr/>
            </p:nvSpPr>
            <p:spPr>
              <a:xfrm>
                <a:off x="359324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9" name="ph6639"/>
              <p:cNvSpPr/>
              <p:nvPr/>
            </p:nvSpPr>
            <p:spPr>
              <a:xfrm>
                <a:off x="360268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0" name="ph6640"/>
              <p:cNvSpPr/>
              <p:nvPr/>
            </p:nvSpPr>
            <p:spPr>
              <a:xfrm>
                <a:off x="361212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1" name="ph6641"/>
              <p:cNvSpPr/>
              <p:nvPr/>
            </p:nvSpPr>
            <p:spPr>
              <a:xfrm>
                <a:off x="36215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2" name="ph6642"/>
              <p:cNvSpPr/>
              <p:nvPr/>
            </p:nvSpPr>
            <p:spPr>
              <a:xfrm>
                <a:off x="363100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3" name="ph6643"/>
              <p:cNvSpPr/>
              <p:nvPr/>
            </p:nvSpPr>
            <p:spPr>
              <a:xfrm>
                <a:off x="364044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4" name="ph6644"/>
              <p:cNvSpPr/>
              <p:nvPr/>
            </p:nvSpPr>
            <p:spPr>
              <a:xfrm>
                <a:off x="364988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5" name="ph6645"/>
              <p:cNvSpPr/>
              <p:nvPr/>
            </p:nvSpPr>
            <p:spPr>
              <a:xfrm>
                <a:off x="365932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6" name="ph6646"/>
              <p:cNvSpPr/>
              <p:nvPr/>
            </p:nvSpPr>
            <p:spPr>
              <a:xfrm>
                <a:off x="366876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7" name="ph6647"/>
              <p:cNvSpPr/>
              <p:nvPr/>
            </p:nvSpPr>
            <p:spPr>
              <a:xfrm>
                <a:off x="367820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8" name="ph6648"/>
              <p:cNvSpPr/>
              <p:nvPr/>
            </p:nvSpPr>
            <p:spPr>
              <a:xfrm>
                <a:off x="368764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9" name="ph6649"/>
              <p:cNvSpPr/>
              <p:nvPr/>
            </p:nvSpPr>
            <p:spPr>
              <a:xfrm>
                <a:off x="369708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0" name="ph6650"/>
              <p:cNvSpPr/>
              <p:nvPr/>
            </p:nvSpPr>
            <p:spPr>
              <a:xfrm>
                <a:off x="370653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1" name="ph6651"/>
              <p:cNvSpPr/>
              <p:nvPr/>
            </p:nvSpPr>
            <p:spPr>
              <a:xfrm>
                <a:off x="371597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2" name="ph6652"/>
              <p:cNvSpPr/>
              <p:nvPr/>
            </p:nvSpPr>
            <p:spPr>
              <a:xfrm>
                <a:off x="372541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3" name="ph6653"/>
              <p:cNvSpPr/>
              <p:nvPr/>
            </p:nvSpPr>
            <p:spPr>
              <a:xfrm>
                <a:off x="373485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4" name="ph6654"/>
              <p:cNvSpPr/>
              <p:nvPr/>
            </p:nvSpPr>
            <p:spPr>
              <a:xfrm>
                <a:off x="3744291" y="1324442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360"/>
                    </a:lnTo>
                    <a:lnTo>
                      <a:pt x="922393" y="911310"/>
                    </a:lnTo>
                    <a:lnTo>
                      <a:pt x="921849" y="91439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5" name="ph6655"/>
              <p:cNvSpPr/>
              <p:nvPr/>
            </p:nvSpPr>
            <p:spPr>
              <a:xfrm>
                <a:off x="3753731" y="1306872"/>
                <a:ext cx="914944" cy="918930"/>
              </a:xfrm>
              <a:custGeom>
                <a:avLst/>
                <a:gdLst/>
                <a:ahLst/>
                <a:cxnLst/>
                <a:rect l="0" t="0" r="0" b="0"/>
                <a:pathLst>
                  <a:path w="914944" h="918930">
                    <a:moveTo>
                      <a:pt x="914400" y="914400"/>
                    </a:moveTo>
                    <a:lnTo>
                      <a:pt x="914944" y="914400"/>
                    </a:lnTo>
                    <a:lnTo>
                      <a:pt x="914501" y="918234"/>
                    </a:lnTo>
                    <a:lnTo>
                      <a:pt x="914400" y="91893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6" name="ph6656"/>
              <p:cNvSpPr/>
              <p:nvPr/>
            </p:nvSpPr>
            <p:spPr>
              <a:xfrm>
                <a:off x="2016727" y="1289302"/>
                <a:ext cx="914400" cy="925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912">
                    <a:moveTo>
                      <a:pt x="914400" y="914400"/>
                    </a:moveTo>
                    <a:lnTo>
                      <a:pt x="914400" y="925912"/>
                    </a:lnTo>
                    <a:lnTo>
                      <a:pt x="911762" y="918230"/>
                    </a:lnTo>
                    <a:lnTo>
                      <a:pt x="910594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7" name="ph6657"/>
              <p:cNvSpPr/>
              <p:nvPr/>
            </p:nvSpPr>
            <p:spPr>
              <a:xfrm>
                <a:off x="201672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662" y="931969"/>
                    </a:lnTo>
                    <a:lnTo>
                      <a:pt x="914956" y="927531"/>
                    </a:lnTo>
                    <a:lnTo>
                      <a:pt x="914400" y="925912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8" name="ph6658"/>
              <p:cNvSpPr/>
              <p:nvPr/>
            </p:nvSpPr>
            <p:spPr>
              <a:xfrm>
                <a:off x="202616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9" name="ph6659"/>
              <p:cNvSpPr/>
              <p:nvPr/>
            </p:nvSpPr>
            <p:spPr>
              <a:xfrm>
                <a:off x="203560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0" name="ph6660"/>
              <p:cNvSpPr/>
              <p:nvPr/>
            </p:nvSpPr>
            <p:spPr>
              <a:xfrm>
                <a:off x="204504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1" name="ph6661"/>
              <p:cNvSpPr/>
              <p:nvPr/>
            </p:nvSpPr>
            <p:spPr>
              <a:xfrm>
                <a:off x="205448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2" name="ph6662"/>
              <p:cNvSpPr/>
              <p:nvPr/>
            </p:nvSpPr>
            <p:spPr>
              <a:xfrm>
                <a:off x="206392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3" name="ph6663"/>
              <p:cNvSpPr/>
              <p:nvPr/>
            </p:nvSpPr>
            <p:spPr>
              <a:xfrm>
                <a:off x="207336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4" name="ph6664"/>
              <p:cNvSpPr/>
              <p:nvPr/>
            </p:nvSpPr>
            <p:spPr>
              <a:xfrm>
                <a:off x="208280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5" name="ph6665"/>
              <p:cNvSpPr/>
              <p:nvPr/>
            </p:nvSpPr>
            <p:spPr>
              <a:xfrm>
                <a:off x="209224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6" name="ph6666"/>
              <p:cNvSpPr/>
              <p:nvPr/>
            </p:nvSpPr>
            <p:spPr>
              <a:xfrm>
                <a:off x="210168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7" name="ph6667"/>
              <p:cNvSpPr/>
              <p:nvPr/>
            </p:nvSpPr>
            <p:spPr>
              <a:xfrm>
                <a:off x="211112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8" name="ph6668"/>
              <p:cNvSpPr/>
              <p:nvPr/>
            </p:nvSpPr>
            <p:spPr>
              <a:xfrm>
                <a:off x="212056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9" name="ph6669"/>
              <p:cNvSpPr/>
              <p:nvPr/>
            </p:nvSpPr>
            <p:spPr>
              <a:xfrm>
                <a:off x="213001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0" name="ph6670"/>
              <p:cNvSpPr/>
              <p:nvPr/>
            </p:nvSpPr>
            <p:spPr>
              <a:xfrm>
                <a:off x="213945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1" name="ph6671"/>
              <p:cNvSpPr/>
              <p:nvPr/>
            </p:nvSpPr>
            <p:spPr>
              <a:xfrm>
                <a:off x="214889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2" name="ph6672"/>
              <p:cNvSpPr/>
              <p:nvPr/>
            </p:nvSpPr>
            <p:spPr>
              <a:xfrm>
                <a:off x="215833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3" name="ph6673"/>
              <p:cNvSpPr/>
              <p:nvPr/>
            </p:nvSpPr>
            <p:spPr>
              <a:xfrm>
                <a:off x="216777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4" name="ph6674"/>
              <p:cNvSpPr/>
              <p:nvPr/>
            </p:nvSpPr>
            <p:spPr>
              <a:xfrm>
                <a:off x="217721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5" name="ph6675"/>
              <p:cNvSpPr/>
              <p:nvPr/>
            </p:nvSpPr>
            <p:spPr>
              <a:xfrm>
                <a:off x="218665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6" name="ph6676"/>
              <p:cNvSpPr/>
              <p:nvPr/>
            </p:nvSpPr>
            <p:spPr>
              <a:xfrm>
                <a:off x="219609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7" name="ph6677"/>
              <p:cNvSpPr/>
              <p:nvPr/>
            </p:nvSpPr>
            <p:spPr>
              <a:xfrm>
                <a:off x="220553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8" name="ph6678"/>
              <p:cNvSpPr/>
              <p:nvPr/>
            </p:nvSpPr>
            <p:spPr>
              <a:xfrm>
                <a:off x="221497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9" name="ph6679"/>
              <p:cNvSpPr/>
              <p:nvPr/>
            </p:nvSpPr>
            <p:spPr>
              <a:xfrm>
                <a:off x="222441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0" name="ph6680"/>
              <p:cNvSpPr/>
              <p:nvPr/>
            </p:nvSpPr>
            <p:spPr>
              <a:xfrm>
                <a:off x="223385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1" name="ph6681"/>
              <p:cNvSpPr/>
              <p:nvPr/>
            </p:nvSpPr>
            <p:spPr>
              <a:xfrm>
                <a:off x="224329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2" name="ph6682"/>
              <p:cNvSpPr/>
              <p:nvPr/>
            </p:nvSpPr>
            <p:spPr>
              <a:xfrm>
                <a:off x="225273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3" name="ph6683"/>
              <p:cNvSpPr/>
              <p:nvPr/>
            </p:nvSpPr>
            <p:spPr>
              <a:xfrm>
                <a:off x="226217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4" name="ph6684"/>
              <p:cNvSpPr/>
              <p:nvPr/>
            </p:nvSpPr>
            <p:spPr>
              <a:xfrm>
                <a:off x="227161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5" name="ph6685"/>
              <p:cNvSpPr/>
              <p:nvPr/>
            </p:nvSpPr>
            <p:spPr>
              <a:xfrm>
                <a:off x="228105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6" name="ph6686"/>
              <p:cNvSpPr/>
              <p:nvPr/>
            </p:nvSpPr>
            <p:spPr>
              <a:xfrm>
                <a:off x="229049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7" name="ph6687"/>
              <p:cNvSpPr/>
              <p:nvPr/>
            </p:nvSpPr>
            <p:spPr>
              <a:xfrm>
                <a:off x="229993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8" name="ph6688"/>
              <p:cNvSpPr/>
              <p:nvPr/>
            </p:nvSpPr>
            <p:spPr>
              <a:xfrm>
                <a:off x="230937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9" name="ph6689"/>
              <p:cNvSpPr/>
              <p:nvPr/>
            </p:nvSpPr>
            <p:spPr>
              <a:xfrm>
                <a:off x="231881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0" name="ph6690"/>
              <p:cNvSpPr/>
              <p:nvPr/>
            </p:nvSpPr>
            <p:spPr>
              <a:xfrm>
                <a:off x="232825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1" name="ph6691"/>
              <p:cNvSpPr/>
              <p:nvPr/>
            </p:nvSpPr>
            <p:spPr>
              <a:xfrm>
                <a:off x="233769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2" name="ph6692"/>
              <p:cNvSpPr/>
              <p:nvPr/>
            </p:nvSpPr>
            <p:spPr>
              <a:xfrm>
                <a:off x="234713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3" name="ph6693"/>
              <p:cNvSpPr/>
              <p:nvPr/>
            </p:nvSpPr>
            <p:spPr>
              <a:xfrm>
                <a:off x="235657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4" name="ph6694"/>
              <p:cNvSpPr/>
              <p:nvPr/>
            </p:nvSpPr>
            <p:spPr>
              <a:xfrm>
                <a:off x="236601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5" name="ph6695"/>
              <p:cNvSpPr/>
              <p:nvPr/>
            </p:nvSpPr>
            <p:spPr>
              <a:xfrm>
                <a:off x="237545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6" name="ph6696"/>
              <p:cNvSpPr/>
              <p:nvPr/>
            </p:nvSpPr>
            <p:spPr>
              <a:xfrm>
                <a:off x="2384896" y="1306872"/>
                <a:ext cx="9185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58" y="896830"/>
                    </a:lnTo>
                    <a:lnTo>
                      <a:pt x="917014" y="903166"/>
                    </a:lnTo>
                    <a:lnTo>
                      <a:pt x="918482" y="913947"/>
                    </a:lnTo>
                    <a:lnTo>
                      <a:pt x="918530" y="914400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7" name="ph6697"/>
              <p:cNvSpPr/>
              <p:nvPr/>
            </p:nvSpPr>
            <p:spPr>
              <a:xfrm>
                <a:off x="3149556" y="130687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4071" y="914400"/>
                    </a:lnTo>
                    <a:lnTo>
                      <a:pt x="914399" y="91414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8" name="ph6698"/>
              <p:cNvSpPr/>
              <p:nvPr/>
            </p:nvSpPr>
            <p:spPr>
              <a:xfrm>
                <a:off x="3158996" y="130687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4149"/>
                    </a:lnTo>
                    <a:lnTo>
                      <a:pt x="905091" y="914048"/>
                    </a:lnTo>
                    <a:lnTo>
                      <a:pt x="910636" y="910423"/>
                    </a:lnTo>
                    <a:lnTo>
                      <a:pt x="914399" y="908364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9" name="ph6699"/>
              <p:cNvSpPr/>
              <p:nvPr/>
            </p:nvSpPr>
            <p:spPr>
              <a:xfrm>
                <a:off x="3168436" y="130687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8364"/>
                    </a:lnTo>
                    <a:lnTo>
                      <a:pt x="906834" y="907339"/>
                    </a:lnTo>
                    <a:lnTo>
                      <a:pt x="907133" y="907190"/>
                    </a:lnTo>
                    <a:lnTo>
                      <a:pt x="907434" y="907041"/>
                    </a:lnTo>
                    <a:lnTo>
                      <a:pt x="907736" y="906892"/>
                    </a:lnTo>
                    <a:lnTo>
                      <a:pt x="908037" y="906743"/>
                    </a:lnTo>
                    <a:lnTo>
                      <a:pt x="908338" y="906594"/>
                    </a:lnTo>
                    <a:lnTo>
                      <a:pt x="908640" y="906445"/>
                    </a:lnTo>
                    <a:lnTo>
                      <a:pt x="908941" y="906296"/>
                    </a:lnTo>
                    <a:lnTo>
                      <a:pt x="909242" y="906146"/>
                    </a:lnTo>
                    <a:lnTo>
                      <a:pt x="909544" y="905997"/>
                    </a:lnTo>
                    <a:lnTo>
                      <a:pt x="909845" y="905848"/>
                    </a:lnTo>
                    <a:lnTo>
                      <a:pt x="910147" y="905699"/>
                    </a:lnTo>
                    <a:lnTo>
                      <a:pt x="910448" y="905550"/>
                    </a:lnTo>
                    <a:lnTo>
                      <a:pt x="910749" y="905401"/>
                    </a:lnTo>
                    <a:lnTo>
                      <a:pt x="911051" y="905252"/>
                    </a:lnTo>
                    <a:lnTo>
                      <a:pt x="911352" y="905103"/>
                    </a:lnTo>
                    <a:lnTo>
                      <a:pt x="911654" y="904954"/>
                    </a:lnTo>
                    <a:lnTo>
                      <a:pt x="911955" y="904805"/>
                    </a:lnTo>
                    <a:lnTo>
                      <a:pt x="912256" y="904656"/>
                    </a:lnTo>
                    <a:lnTo>
                      <a:pt x="912558" y="904507"/>
                    </a:lnTo>
                    <a:lnTo>
                      <a:pt x="912859" y="904358"/>
                    </a:lnTo>
                    <a:lnTo>
                      <a:pt x="913161" y="904209"/>
                    </a:lnTo>
                    <a:lnTo>
                      <a:pt x="913462" y="904060"/>
                    </a:lnTo>
                    <a:lnTo>
                      <a:pt x="913764" y="903911"/>
                    </a:lnTo>
                    <a:lnTo>
                      <a:pt x="914065" y="903762"/>
                    </a:lnTo>
                    <a:lnTo>
                      <a:pt x="914399" y="903597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0" name="ph6700"/>
              <p:cNvSpPr/>
              <p:nvPr/>
            </p:nvSpPr>
            <p:spPr>
              <a:xfrm>
                <a:off x="3177876" y="130687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3597"/>
                    </a:lnTo>
                    <a:lnTo>
                      <a:pt x="905228" y="903464"/>
                    </a:lnTo>
                    <a:lnTo>
                      <a:pt x="905529" y="903315"/>
                    </a:lnTo>
                    <a:lnTo>
                      <a:pt x="905831" y="903166"/>
                    </a:lnTo>
                    <a:lnTo>
                      <a:pt x="906132" y="903017"/>
                    </a:lnTo>
                    <a:lnTo>
                      <a:pt x="906434" y="902868"/>
                    </a:lnTo>
                    <a:lnTo>
                      <a:pt x="906735" y="902719"/>
                    </a:lnTo>
                    <a:lnTo>
                      <a:pt x="907037" y="902570"/>
                    </a:lnTo>
                    <a:lnTo>
                      <a:pt x="907338" y="902421"/>
                    </a:lnTo>
                    <a:lnTo>
                      <a:pt x="907640" y="902272"/>
                    </a:lnTo>
                    <a:lnTo>
                      <a:pt x="907942" y="902123"/>
                    </a:lnTo>
                    <a:lnTo>
                      <a:pt x="908243" y="901974"/>
                    </a:lnTo>
                    <a:lnTo>
                      <a:pt x="908545" y="901826"/>
                    </a:lnTo>
                    <a:lnTo>
                      <a:pt x="908846" y="901677"/>
                    </a:lnTo>
                    <a:lnTo>
                      <a:pt x="909148" y="901528"/>
                    </a:lnTo>
                    <a:lnTo>
                      <a:pt x="909449" y="901379"/>
                    </a:lnTo>
                    <a:lnTo>
                      <a:pt x="909751" y="901230"/>
                    </a:lnTo>
                    <a:lnTo>
                      <a:pt x="910053" y="901081"/>
                    </a:lnTo>
                    <a:lnTo>
                      <a:pt x="910354" y="900932"/>
                    </a:lnTo>
                    <a:lnTo>
                      <a:pt x="910656" y="900783"/>
                    </a:lnTo>
                    <a:lnTo>
                      <a:pt x="910957" y="900635"/>
                    </a:lnTo>
                    <a:lnTo>
                      <a:pt x="911259" y="900486"/>
                    </a:lnTo>
                    <a:lnTo>
                      <a:pt x="911561" y="900337"/>
                    </a:lnTo>
                    <a:lnTo>
                      <a:pt x="911862" y="900188"/>
                    </a:lnTo>
                    <a:lnTo>
                      <a:pt x="912164" y="900039"/>
                    </a:lnTo>
                    <a:lnTo>
                      <a:pt x="912466" y="899890"/>
                    </a:lnTo>
                    <a:lnTo>
                      <a:pt x="912767" y="899742"/>
                    </a:lnTo>
                    <a:lnTo>
                      <a:pt x="913069" y="899593"/>
                    </a:lnTo>
                    <a:lnTo>
                      <a:pt x="913371" y="899444"/>
                    </a:lnTo>
                    <a:lnTo>
                      <a:pt x="913672" y="899295"/>
                    </a:lnTo>
                    <a:lnTo>
                      <a:pt x="913974" y="899146"/>
                    </a:lnTo>
                    <a:lnTo>
                      <a:pt x="914399" y="898937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1" name="ph6701"/>
              <p:cNvSpPr/>
              <p:nvPr/>
            </p:nvSpPr>
            <p:spPr>
              <a:xfrm>
                <a:off x="3187316" y="128930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06"/>
                    </a:lnTo>
                    <a:lnTo>
                      <a:pt x="905137" y="916419"/>
                    </a:lnTo>
                    <a:lnTo>
                      <a:pt x="905439" y="916270"/>
                    </a:lnTo>
                    <a:lnTo>
                      <a:pt x="905741" y="916121"/>
                    </a:lnTo>
                    <a:lnTo>
                      <a:pt x="906042" y="915972"/>
                    </a:lnTo>
                    <a:lnTo>
                      <a:pt x="906344" y="915824"/>
                    </a:lnTo>
                    <a:lnTo>
                      <a:pt x="906646" y="915675"/>
                    </a:lnTo>
                    <a:lnTo>
                      <a:pt x="906948" y="915526"/>
                    </a:lnTo>
                    <a:lnTo>
                      <a:pt x="907249" y="915378"/>
                    </a:lnTo>
                    <a:lnTo>
                      <a:pt x="909452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2" name="ph6702"/>
              <p:cNvSpPr/>
              <p:nvPr/>
            </p:nvSpPr>
            <p:spPr>
              <a:xfrm>
                <a:off x="318731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3" name="ph6703"/>
              <p:cNvSpPr/>
              <p:nvPr/>
            </p:nvSpPr>
            <p:spPr>
              <a:xfrm>
                <a:off x="319675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4" name="ph6704"/>
              <p:cNvSpPr/>
              <p:nvPr/>
            </p:nvSpPr>
            <p:spPr>
              <a:xfrm>
                <a:off x="320619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5" name="ph6705"/>
              <p:cNvSpPr/>
              <p:nvPr/>
            </p:nvSpPr>
            <p:spPr>
              <a:xfrm>
                <a:off x="321563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6" name="ph6706"/>
              <p:cNvSpPr/>
              <p:nvPr/>
            </p:nvSpPr>
            <p:spPr>
              <a:xfrm>
                <a:off x="322507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7" name="ph6707"/>
              <p:cNvSpPr/>
              <p:nvPr/>
            </p:nvSpPr>
            <p:spPr>
              <a:xfrm>
                <a:off x="323451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8" name="ph6708"/>
              <p:cNvSpPr/>
              <p:nvPr/>
            </p:nvSpPr>
            <p:spPr>
              <a:xfrm>
                <a:off x="324395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9" name="ph6709"/>
              <p:cNvSpPr/>
              <p:nvPr/>
            </p:nvSpPr>
            <p:spPr>
              <a:xfrm>
                <a:off x="325339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0" name="ph6710"/>
              <p:cNvSpPr/>
              <p:nvPr/>
            </p:nvSpPr>
            <p:spPr>
              <a:xfrm>
                <a:off x="326283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1" name="ph6711"/>
              <p:cNvSpPr/>
              <p:nvPr/>
            </p:nvSpPr>
            <p:spPr>
              <a:xfrm>
                <a:off x="327227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2" name="ph6712"/>
              <p:cNvSpPr/>
              <p:nvPr/>
            </p:nvSpPr>
            <p:spPr>
              <a:xfrm>
                <a:off x="328171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3" name="ph6713"/>
              <p:cNvSpPr/>
              <p:nvPr/>
            </p:nvSpPr>
            <p:spPr>
              <a:xfrm>
                <a:off x="329115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4" name="ph6714"/>
              <p:cNvSpPr/>
              <p:nvPr/>
            </p:nvSpPr>
            <p:spPr>
              <a:xfrm>
                <a:off x="330059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5" name="ph6715"/>
              <p:cNvSpPr/>
              <p:nvPr/>
            </p:nvSpPr>
            <p:spPr>
              <a:xfrm>
                <a:off x="331004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6" name="ph6716"/>
              <p:cNvSpPr/>
              <p:nvPr/>
            </p:nvSpPr>
            <p:spPr>
              <a:xfrm>
                <a:off x="331948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7" name="ph6717"/>
              <p:cNvSpPr/>
              <p:nvPr/>
            </p:nvSpPr>
            <p:spPr>
              <a:xfrm>
                <a:off x="332892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8" name="ph6718"/>
              <p:cNvSpPr/>
              <p:nvPr/>
            </p:nvSpPr>
            <p:spPr>
              <a:xfrm>
                <a:off x="333836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9" name="ph6719"/>
              <p:cNvSpPr/>
              <p:nvPr/>
            </p:nvSpPr>
            <p:spPr>
              <a:xfrm>
                <a:off x="334780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0" name="ph6720"/>
              <p:cNvSpPr/>
              <p:nvPr/>
            </p:nvSpPr>
            <p:spPr>
              <a:xfrm>
                <a:off x="335724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1" name="ph6721"/>
              <p:cNvSpPr/>
              <p:nvPr/>
            </p:nvSpPr>
            <p:spPr>
              <a:xfrm>
                <a:off x="336668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2" name="ph6722"/>
              <p:cNvSpPr/>
              <p:nvPr/>
            </p:nvSpPr>
            <p:spPr>
              <a:xfrm>
                <a:off x="33761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3" name="ph6723"/>
              <p:cNvSpPr/>
              <p:nvPr/>
            </p:nvSpPr>
            <p:spPr>
              <a:xfrm>
                <a:off x="338556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4" name="ph6724"/>
              <p:cNvSpPr/>
              <p:nvPr/>
            </p:nvSpPr>
            <p:spPr>
              <a:xfrm>
                <a:off x="339500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5" name="ph6725"/>
              <p:cNvSpPr/>
              <p:nvPr/>
            </p:nvSpPr>
            <p:spPr>
              <a:xfrm>
                <a:off x="340444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6" name="ph6726"/>
              <p:cNvSpPr/>
              <p:nvPr/>
            </p:nvSpPr>
            <p:spPr>
              <a:xfrm>
                <a:off x="341388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7" name="ph6727"/>
              <p:cNvSpPr/>
              <p:nvPr/>
            </p:nvSpPr>
            <p:spPr>
              <a:xfrm>
                <a:off x="342332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8" name="ph6728"/>
              <p:cNvSpPr/>
              <p:nvPr/>
            </p:nvSpPr>
            <p:spPr>
              <a:xfrm>
                <a:off x="343276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9" name="ph6729"/>
              <p:cNvSpPr/>
              <p:nvPr/>
            </p:nvSpPr>
            <p:spPr>
              <a:xfrm>
                <a:off x="344220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0" name="ph6730"/>
              <p:cNvSpPr/>
              <p:nvPr/>
            </p:nvSpPr>
            <p:spPr>
              <a:xfrm>
                <a:off x="345164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1" name="ph6731"/>
              <p:cNvSpPr/>
              <p:nvPr/>
            </p:nvSpPr>
            <p:spPr>
              <a:xfrm>
                <a:off x="346108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2" name="ph6732"/>
              <p:cNvSpPr/>
              <p:nvPr/>
            </p:nvSpPr>
            <p:spPr>
              <a:xfrm>
                <a:off x="347052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3" name="ph6733"/>
              <p:cNvSpPr/>
              <p:nvPr/>
            </p:nvSpPr>
            <p:spPr>
              <a:xfrm>
                <a:off x="347996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4" name="ph6734"/>
              <p:cNvSpPr/>
              <p:nvPr/>
            </p:nvSpPr>
            <p:spPr>
              <a:xfrm>
                <a:off x="348940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5" name="ph6735"/>
              <p:cNvSpPr/>
              <p:nvPr/>
            </p:nvSpPr>
            <p:spPr>
              <a:xfrm>
                <a:off x="349884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6" name="ph6736"/>
              <p:cNvSpPr/>
              <p:nvPr/>
            </p:nvSpPr>
            <p:spPr>
              <a:xfrm>
                <a:off x="350828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7" name="ph6737"/>
              <p:cNvSpPr/>
              <p:nvPr/>
            </p:nvSpPr>
            <p:spPr>
              <a:xfrm>
                <a:off x="351772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8" name="ph6738"/>
              <p:cNvSpPr/>
              <p:nvPr/>
            </p:nvSpPr>
            <p:spPr>
              <a:xfrm>
                <a:off x="352716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9" name="ph6739"/>
              <p:cNvSpPr/>
              <p:nvPr/>
            </p:nvSpPr>
            <p:spPr>
              <a:xfrm>
                <a:off x="353660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0" name="ph6740"/>
              <p:cNvSpPr/>
              <p:nvPr/>
            </p:nvSpPr>
            <p:spPr>
              <a:xfrm>
                <a:off x="354604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1" name="ph6741"/>
              <p:cNvSpPr/>
              <p:nvPr/>
            </p:nvSpPr>
            <p:spPr>
              <a:xfrm>
                <a:off x="355548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2" name="ph6742"/>
              <p:cNvSpPr/>
              <p:nvPr/>
            </p:nvSpPr>
            <p:spPr>
              <a:xfrm>
                <a:off x="356492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3" name="ph6743"/>
              <p:cNvSpPr/>
              <p:nvPr/>
            </p:nvSpPr>
            <p:spPr>
              <a:xfrm>
                <a:off x="357436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4" name="ph6744"/>
              <p:cNvSpPr/>
              <p:nvPr/>
            </p:nvSpPr>
            <p:spPr>
              <a:xfrm>
                <a:off x="358380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5" name="ph6745"/>
              <p:cNvSpPr/>
              <p:nvPr/>
            </p:nvSpPr>
            <p:spPr>
              <a:xfrm>
                <a:off x="359324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6" name="ph6746"/>
              <p:cNvSpPr/>
              <p:nvPr/>
            </p:nvSpPr>
            <p:spPr>
              <a:xfrm>
                <a:off x="360268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7" name="ph6747"/>
              <p:cNvSpPr/>
              <p:nvPr/>
            </p:nvSpPr>
            <p:spPr>
              <a:xfrm>
                <a:off x="361212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8" name="ph6748"/>
              <p:cNvSpPr/>
              <p:nvPr/>
            </p:nvSpPr>
            <p:spPr>
              <a:xfrm>
                <a:off x="362156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9" name="ph6749"/>
              <p:cNvSpPr/>
              <p:nvPr/>
            </p:nvSpPr>
            <p:spPr>
              <a:xfrm>
                <a:off x="363100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0" name="ph6750"/>
              <p:cNvSpPr/>
              <p:nvPr/>
            </p:nvSpPr>
            <p:spPr>
              <a:xfrm>
                <a:off x="364044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1" name="ph6751"/>
              <p:cNvSpPr/>
              <p:nvPr/>
            </p:nvSpPr>
            <p:spPr>
              <a:xfrm>
                <a:off x="364988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2" name="ph6752"/>
              <p:cNvSpPr/>
              <p:nvPr/>
            </p:nvSpPr>
            <p:spPr>
              <a:xfrm>
                <a:off x="365932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3" name="ph6753"/>
              <p:cNvSpPr/>
              <p:nvPr/>
            </p:nvSpPr>
            <p:spPr>
              <a:xfrm>
                <a:off x="366876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4" name="ph6754"/>
              <p:cNvSpPr/>
              <p:nvPr/>
            </p:nvSpPr>
            <p:spPr>
              <a:xfrm>
                <a:off x="367820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5" name="ph6755"/>
              <p:cNvSpPr/>
              <p:nvPr/>
            </p:nvSpPr>
            <p:spPr>
              <a:xfrm>
                <a:off x="368764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6" name="ph6756"/>
              <p:cNvSpPr/>
              <p:nvPr/>
            </p:nvSpPr>
            <p:spPr>
              <a:xfrm>
                <a:off x="369708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7" name="ph6757"/>
              <p:cNvSpPr/>
              <p:nvPr/>
            </p:nvSpPr>
            <p:spPr>
              <a:xfrm>
                <a:off x="370653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8" name="ph6758"/>
              <p:cNvSpPr/>
              <p:nvPr/>
            </p:nvSpPr>
            <p:spPr>
              <a:xfrm>
                <a:off x="371597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9" name="ph6759"/>
              <p:cNvSpPr/>
              <p:nvPr/>
            </p:nvSpPr>
            <p:spPr>
              <a:xfrm>
                <a:off x="372541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0" name="ph6760"/>
              <p:cNvSpPr/>
              <p:nvPr/>
            </p:nvSpPr>
            <p:spPr>
              <a:xfrm>
                <a:off x="373485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1" name="ph6761"/>
              <p:cNvSpPr/>
              <p:nvPr/>
            </p:nvSpPr>
            <p:spPr>
              <a:xfrm>
                <a:off x="374429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2" name="ph6762"/>
              <p:cNvSpPr/>
              <p:nvPr/>
            </p:nvSpPr>
            <p:spPr>
              <a:xfrm>
                <a:off x="3753731" y="130687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809"/>
                    </a:lnTo>
                    <a:lnTo>
                      <a:pt x="922167" y="905486"/>
                    </a:lnTo>
                    <a:lnTo>
                      <a:pt x="916870" y="910155"/>
                    </a:lnTo>
                    <a:lnTo>
                      <a:pt x="915296" y="911361"/>
                    </a:lnTo>
                    <a:lnTo>
                      <a:pt x="914944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3" name="ph6763"/>
              <p:cNvSpPr/>
              <p:nvPr/>
            </p:nvSpPr>
            <p:spPr>
              <a:xfrm>
                <a:off x="3763171" y="1289302"/>
                <a:ext cx="920969" cy="921379"/>
              </a:xfrm>
              <a:custGeom>
                <a:avLst/>
                <a:gdLst/>
                <a:ahLst/>
                <a:cxnLst/>
                <a:rect l="0" t="0" r="0" b="0"/>
                <a:pathLst>
                  <a:path w="920969" h="921379">
                    <a:moveTo>
                      <a:pt x="914400" y="914400"/>
                    </a:moveTo>
                    <a:lnTo>
                      <a:pt x="920969" y="914400"/>
                    </a:lnTo>
                    <a:lnTo>
                      <a:pt x="917887" y="917883"/>
                    </a:lnTo>
                    <a:lnTo>
                      <a:pt x="914400" y="92137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4" name="ph6764"/>
              <p:cNvSpPr/>
              <p:nvPr/>
            </p:nvSpPr>
            <p:spPr>
              <a:xfrm>
                <a:off x="2016727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594" y="931969"/>
                    </a:lnTo>
                    <a:lnTo>
                      <a:pt x="908834" y="926200"/>
                    </a:lnTo>
                    <a:lnTo>
                      <a:pt x="906180" y="916329"/>
                    </a:lnTo>
                    <a:lnTo>
                      <a:pt x="905728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5" name="ph6765"/>
              <p:cNvSpPr/>
              <p:nvPr/>
            </p:nvSpPr>
            <p:spPr>
              <a:xfrm>
                <a:off x="201672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6" name="ph6766"/>
              <p:cNvSpPr/>
              <p:nvPr/>
            </p:nvSpPr>
            <p:spPr>
              <a:xfrm>
                <a:off x="202616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7" name="ph6767"/>
              <p:cNvSpPr/>
              <p:nvPr/>
            </p:nvSpPr>
            <p:spPr>
              <a:xfrm>
                <a:off x="203560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8" name="ph6768"/>
              <p:cNvSpPr/>
              <p:nvPr/>
            </p:nvSpPr>
            <p:spPr>
              <a:xfrm>
                <a:off x="204504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9" name="ph6769"/>
              <p:cNvSpPr/>
              <p:nvPr/>
            </p:nvSpPr>
            <p:spPr>
              <a:xfrm>
                <a:off x="205448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0" name="ph6770"/>
              <p:cNvSpPr/>
              <p:nvPr/>
            </p:nvSpPr>
            <p:spPr>
              <a:xfrm>
                <a:off x="206392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1" name="ph6771"/>
              <p:cNvSpPr/>
              <p:nvPr/>
            </p:nvSpPr>
            <p:spPr>
              <a:xfrm>
                <a:off x="207336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2" name="ph6772"/>
              <p:cNvSpPr/>
              <p:nvPr/>
            </p:nvSpPr>
            <p:spPr>
              <a:xfrm>
                <a:off x="208280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3" name="ph6773"/>
              <p:cNvSpPr/>
              <p:nvPr/>
            </p:nvSpPr>
            <p:spPr>
              <a:xfrm>
                <a:off x="209224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4" name="ph6774"/>
              <p:cNvSpPr/>
              <p:nvPr/>
            </p:nvSpPr>
            <p:spPr>
              <a:xfrm>
                <a:off x="210168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5" name="ph6775"/>
              <p:cNvSpPr/>
              <p:nvPr/>
            </p:nvSpPr>
            <p:spPr>
              <a:xfrm>
                <a:off x="211112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6" name="ph6776"/>
              <p:cNvSpPr/>
              <p:nvPr/>
            </p:nvSpPr>
            <p:spPr>
              <a:xfrm>
                <a:off x="212056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7" name="ph6777"/>
              <p:cNvSpPr/>
              <p:nvPr/>
            </p:nvSpPr>
            <p:spPr>
              <a:xfrm>
                <a:off x="213001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8" name="ph6778"/>
              <p:cNvSpPr/>
              <p:nvPr/>
            </p:nvSpPr>
            <p:spPr>
              <a:xfrm>
                <a:off x="213945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9" name="ph6779"/>
              <p:cNvSpPr/>
              <p:nvPr/>
            </p:nvSpPr>
            <p:spPr>
              <a:xfrm>
                <a:off x="214889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0" name="ph6780"/>
              <p:cNvSpPr/>
              <p:nvPr/>
            </p:nvSpPr>
            <p:spPr>
              <a:xfrm>
                <a:off x="215833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1" name="ph6781"/>
              <p:cNvSpPr/>
              <p:nvPr/>
            </p:nvSpPr>
            <p:spPr>
              <a:xfrm>
                <a:off x="216777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2" name="ph6782"/>
              <p:cNvSpPr/>
              <p:nvPr/>
            </p:nvSpPr>
            <p:spPr>
              <a:xfrm>
                <a:off x="217721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3" name="ph6783"/>
              <p:cNvSpPr/>
              <p:nvPr/>
            </p:nvSpPr>
            <p:spPr>
              <a:xfrm>
                <a:off x="218665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4" name="ph6784"/>
              <p:cNvSpPr/>
              <p:nvPr/>
            </p:nvSpPr>
            <p:spPr>
              <a:xfrm>
                <a:off x="219609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5" name="ph6785"/>
              <p:cNvSpPr/>
              <p:nvPr/>
            </p:nvSpPr>
            <p:spPr>
              <a:xfrm>
                <a:off x="220553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6" name="ph6786"/>
              <p:cNvSpPr/>
              <p:nvPr/>
            </p:nvSpPr>
            <p:spPr>
              <a:xfrm>
                <a:off x="221497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7" name="ph6787"/>
              <p:cNvSpPr/>
              <p:nvPr/>
            </p:nvSpPr>
            <p:spPr>
              <a:xfrm>
                <a:off x="222441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8" name="ph6788"/>
              <p:cNvSpPr/>
              <p:nvPr/>
            </p:nvSpPr>
            <p:spPr>
              <a:xfrm>
                <a:off x="223385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9" name="ph6789"/>
              <p:cNvSpPr/>
              <p:nvPr/>
            </p:nvSpPr>
            <p:spPr>
              <a:xfrm>
                <a:off x="224329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0" name="ph6790"/>
              <p:cNvSpPr/>
              <p:nvPr/>
            </p:nvSpPr>
            <p:spPr>
              <a:xfrm>
                <a:off x="225273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1" name="ph6791"/>
              <p:cNvSpPr/>
              <p:nvPr/>
            </p:nvSpPr>
            <p:spPr>
              <a:xfrm>
                <a:off x="226217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2" name="ph6792"/>
              <p:cNvSpPr/>
              <p:nvPr/>
            </p:nvSpPr>
            <p:spPr>
              <a:xfrm>
                <a:off x="227161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3" name="ph6793"/>
              <p:cNvSpPr/>
              <p:nvPr/>
            </p:nvSpPr>
            <p:spPr>
              <a:xfrm>
                <a:off x="228105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4" name="ph6794"/>
              <p:cNvSpPr/>
              <p:nvPr/>
            </p:nvSpPr>
            <p:spPr>
              <a:xfrm>
                <a:off x="229049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5" name="ph6795"/>
              <p:cNvSpPr/>
              <p:nvPr/>
            </p:nvSpPr>
            <p:spPr>
              <a:xfrm>
                <a:off x="229993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6" name="ph6796"/>
              <p:cNvSpPr/>
              <p:nvPr/>
            </p:nvSpPr>
            <p:spPr>
              <a:xfrm>
                <a:off x="230937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7" name="ph6797"/>
              <p:cNvSpPr/>
              <p:nvPr/>
            </p:nvSpPr>
            <p:spPr>
              <a:xfrm>
                <a:off x="231881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8" name="ph6798"/>
              <p:cNvSpPr/>
              <p:nvPr/>
            </p:nvSpPr>
            <p:spPr>
              <a:xfrm>
                <a:off x="232825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9" name="ph6799"/>
              <p:cNvSpPr/>
              <p:nvPr/>
            </p:nvSpPr>
            <p:spPr>
              <a:xfrm>
                <a:off x="233769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0" name="ph6800"/>
              <p:cNvSpPr/>
              <p:nvPr/>
            </p:nvSpPr>
            <p:spPr>
              <a:xfrm>
                <a:off x="234713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1" name="ph6801"/>
              <p:cNvSpPr/>
              <p:nvPr/>
            </p:nvSpPr>
            <p:spPr>
              <a:xfrm>
                <a:off x="235657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2" name="ph6802"/>
              <p:cNvSpPr/>
              <p:nvPr/>
            </p:nvSpPr>
            <p:spPr>
              <a:xfrm>
                <a:off x="236601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3" name="ph6803"/>
              <p:cNvSpPr/>
              <p:nvPr/>
            </p:nvSpPr>
            <p:spPr>
              <a:xfrm>
                <a:off x="2384896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514" y="896830"/>
                    </a:lnTo>
                    <a:lnTo>
                      <a:pt x="913174" y="899681"/>
                    </a:lnTo>
                    <a:lnTo>
                      <a:pt x="914400" y="905861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4" name="ph6804"/>
              <p:cNvSpPr/>
              <p:nvPr/>
            </p:nvSpPr>
            <p:spPr>
              <a:xfrm>
                <a:off x="2384896" y="1289302"/>
                <a:ext cx="9159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8" h="914400">
                    <a:moveTo>
                      <a:pt x="914400" y="914400"/>
                    </a:moveTo>
                    <a:lnTo>
                      <a:pt x="914400" y="905861"/>
                    </a:lnTo>
                    <a:lnTo>
                      <a:pt x="915243" y="910114"/>
                    </a:lnTo>
                    <a:lnTo>
                      <a:pt x="915958" y="914400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5" name="ph6805"/>
              <p:cNvSpPr/>
              <p:nvPr/>
            </p:nvSpPr>
            <p:spPr>
              <a:xfrm>
                <a:off x="3187316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452" y="914400"/>
                    </a:lnTo>
                    <a:lnTo>
                      <a:pt x="912686" y="912964"/>
                    </a:lnTo>
                    <a:lnTo>
                      <a:pt x="914400" y="912367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6" name="ph6806"/>
              <p:cNvSpPr/>
              <p:nvPr/>
            </p:nvSpPr>
            <p:spPr>
              <a:xfrm>
                <a:off x="3196757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367"/>
                    </a:lnTo>
                    <a:lnTo>
                      <a:pt x="908740" y="911052"/>
                    </a:lnTo>
                    <a:lnTo>
                      <a:pt x="914400" y="909627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7" name="ph6807"/>
              <p:cNvSpPr/>
              <p:nvPr/>
            </p:nvSpPr>
            <p:spPr>
              <a:xfrm>
                <a:off x="3206197" y="128930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9627"/>
                    </a:lnTo>
                    <a:lnTo>
                      <a:pt x="910406" y="908752"/>
                    </a:lnTo>
                    <a:lnTo>
                      <a:pt x="914399" y="908478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8" name="ph6808"/>
              <p:cNvSpPr/>
              <p:nvPr/>
            </p:nvSpPr>
            <p:spPr>
              <a:xfrm>
                <a:off x="3215637" y="128930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8478"/>
                    </a:lnTo>
                    <a:lnTo>
                      <a:pt x="906551" y="908369"/>
                    </a:lnTo>
                    <a:lnTo>
                      <a:pt x="912140" y="908499"/>
                    </a:lnTo>
                    <a:lnTo>
                      <a:pt x="912618" y="908532"/>
                    </a:lnTo>
                    <a:lnTo>
                      <a:pt x="913097" y="908566"/>
                    </a:lnTo>
                    <a:lnTo>
                      <a:pt x="913577" y="908599"/>
                    </a:lnTo>
                    <a:lnTo>
                      <a:pt x="914057" y="908632"/>
                    </a:lnTo>
                    <a:lnTo>
                      <a:pt x="914399" y="908656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9" name="ph6809"/>
              <p:cNvSpPr/>
              <p:nvPr/>
            </p:nvSpPr>
            <p:spPr>
              <a:xfrm>
                <a:off x="3225077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56"/>
                    </a:lnTo>
                    <a:lnTo>
                      <a:pt x="905096" y="908665"/>
                    </a:lnTo>
                    <a:lnTo>
                      <a:pt x="905576" y="908699"/>
                    </a:lnTo>
                    <a:lnTo>
                      <a:pt x="906055" y="908732"/>
                    </a:lnTo>
                    <a:lnTo>
                      <a:pt x="906535" y="908765"/>
                    </a:lnTo>
                    <a:lnTo>
                      <a:pt x="907014" y="908799"/>
                    </a:lnTo>
                    <a:lnTo>
                      <a:pt x="907494" y="908832"/>
                    </a:lnTo>
                    <a:lnTo>
                      <a:pt x="907974" y="908866"/>
                    </a:lnTo>
                    <a:lnTo>
                      <a:pt x="908453" y="908899"/>
                    </a:lnTo>
                    <a:lnTo>
                      <a:pt x="908933" y="908932"/>
                    </a:lnTo>
                    <a:lnTo>
                      <a:pt x="909412" y="908966"/>
                    </a:lnTo>
                    <a:lnTo>
                      <a:pt x="909892" y="908999"/>
                    </a:lnTo>
                    <a:lnTo>
                      <a:pt x="910372" y="909033"/>
                    </a:lnTo>
                    <a:lnTo>
                      <a:pt x="910851" y="909066"/>
                    </a:lnTo>
                    <a:lnTo>
                      <a:pt x="911331" y="909100"/>
                    </a:lnTo>
                    <a:lnTo>
                      <a:pt x="911810" y="909133"/>
                    </a:lnTo>
                    <a:lnTo>
                      <a:pt x="912290" y="909167"/>
                    </a:lnTo>
                    <a:lnTo>
                      <a:pt x="912770" y="909201"/>
                    </a:lnTo>
                    <a:lnTo>
                      <a:pt x="913249" y="909234"/>
                    </a:lnTo>
                    <a:lnTo>
                      <a:pt x="913729" y="909268"/>
                    </a:lnTo>
                    <a:lnTo>
                      <a:pt x="914208" y="909301"/>
                    </a:lnTo>
                    <a:lnTo>
                      <a:pt x="914400" y="909315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0" name="ph6810"/>
              <p:cNvSpPr/>
              <p:nvPr/>
            </p:nvSpPr>
            <p:spPr>
              <a:xfrm>
                <a:off x="3234518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15"/>
                    </a:lnTo>
                    <a:lnTo>
                      <a:pt x="905248" y="909335"/>
                    </a:lnTo>
                    <a:lnTo>
                      <a:pt x="905727" y="909369"/>
                    </a:lnTo>
                    <a:lnTo>
                      <a:pt x="906207" y="909402"/>
                    </a:lnTo>
                    <a:lnTo>
                      <a:pt x="906686" y="909436"/>
                    </a:lnTo>
                    <a:lnTo>
                      <a:pt x="907166" y="909470"/>
                    </a:lnTo>
                    <a:lnTo>
                      <a:pt x="907645" y="909504"/>
                    </a:lnTo>
                    <a:lnTo>
                      <a:pt x="908125" y="909537"/>
                    </a:lnTo>
                    <a:lnTo>
                      <a:pt x="908605" y="909571"/>
                    </a:lnTo>
                    <a:lnTo>
                      <a:pt x="909084" y="909605"/>
                    </a:lnTo>
                    <a:lnTo>
                      <a:pt x="909564" y="909639"/>
                    </a:lnTo>
                    <a:lnTo>
                      <a:pt x="910043" y="909673"/>
                    </a:lnTo>
                    <a:lnTo>
                      <a:pt x="910523" y="909706"/>
                    </a:lnTo>
                    <a:lnTo>
                      <a:pt x="911002" y="909740"/>
                    </a:lnTo>
                    <a:lnTo>
                      <a:pt x="911482" y="909774"/>
                    </a:lnTo>
                    <a:lnTo>
                      <a:pt x="911961" y="909808"/>
                    </a:lnTo>
                    <a:lnTo>
                      <a:pt x="912441" y="909842"/>
                    </a:lnTo>
                    <a:lnTo>
                      <a:pt x="912920" y="909876"/>
                    </a:lnTo>
                    <a:lnTo>
                      <a:pt x="913400" y="909910"/>
                    </a:lnTo>
                    <a:lnTo>
                      <a:pt x="913879" y="909944"/>
                    </a:lnTo>
                    <a:lnTo>
                      <a:pt x="914400" y="909981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1" name="ph6811"/>
              <p:cNvSpPr/>
              <p:nvPr/>
            </p:nvSpPr>
            <p:spPr>
              <a:xfrm>
                <a:off x="3243958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1"/>
                    </a:lnTo>
                    <a:lnTo>
                      <a:pt x="905398" y="910012"/>
                    </a:lnTo>
                    <a:lnTo>
                      <a:pt x="905878" y="910046"/>
                    </a:lnTo>
                    <a:lnTo>
                      <a:pt x="906357" y="910080"/>
                    </a:lnTo>
                    <a:lnTo>
                      <a:pt x="906837" y="910114"/>
                    </a:lnTo>
                    <a:lnTo>
                      <a:pt x="907316" y="910148"/>
                    </a:lnTo>
                    <a:lnTo>
                      <a:pt x="907796" y="910182"/>
                    </a:lnTo>
                    <a:lnTo>
                      <a:pt x="908275" y="910216"/>
                    </a:lnTo>
                    <a:lnTo>
                      <a:pt x="908755" y="910250"/>
                    </a:lnTo>
                    <a:lnTo>
                      <a:pt x="909234" y="910284"/>
                    </a:lnTo>
                    <a:lnTo>
                      <a:pt x="909714" y="910319"/>
                    </a:lnTo>
                    <a:lnTo>
                      <a:pt x="910193" y="910353"/>
                    </a:lnTo>
                    <a:lnTo>
                      <a:pt x="910673" y="910387"/>
                    </a:lnTo>
                    <a:lnTo>
                      <a:pt x="914400" y="910653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2" name="ph6812"/>
              <p:cNvSpPr/>
              <p:nvPr/>
            </p:nvSpPr>
            <p:spPr>
              <a:xfrm>
                <a:off x="3253398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653"/>
                    </a:lnTo>
                    <a:lnTo>
                      <a:pt x="914400" y="911326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3" name="ph6813"/>
              <p:cNvSpPr/>
              <p:nvPr/>
            </p:nvSpPr>
            <p:spPr>
              <a:xfrm>
                <a:off x="3262838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26"/>
                    </a:lnTo>
                    <a:lnTo>
                      <a:pt x="914400" y="912000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4" name="ph6814"/>
              <p:cNvSpPr/>
              <p:nvPr/>
            </p:nvSpPr>
            <p:spPr>
              <a:xfrm>
                <a:off x="327227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00"/>
                    </a:lnTo>
                    <a:lnTo>
                      <a:pt x="914400" y="912673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5" name="ph6815"/>
              <p:cNvSpPr/>
              <p:nvPr/>
            </p:nvSpPr>
            <p:spPr>
              <a:xfrm>
                <a:off x="328171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673"/>
                    </a:lnTo>
                    <a:lnTo>
                      <a:pt x="914400" y="912474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6" name="ph6816"/>
              <p:cNvSpPr/>
              <p:nvPr/>
            </p:nvSpPr>
            <p:spPr>
              <a:xfrm>
                <a:off x="329115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474"/>
                    </a:lnTo>
                    <a:lnTo>
                      <a:pt x="914400" y="912274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7" name="ph6817"/>
              <p:cNvSpPr/>
              <p:nvPr/>
            </p:nvSpPr>
            <p:spPr>
              <a:xfrm>
                <a:off x="330059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274"/>
                    </a:lnTo>
                    <a:lnTo>
                      <a:pt x="914400" y="912075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8" name="ph6818"/>
              <p:cNvSpPr/>
              <p:nvPr/>
            </p:nvSpPr>
            <p:spPr>
              <a:xfrm>
                <a:off x="331004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75"/>
                    </a:lnTo>
                    <a:lnTo>
                      <a:pt x="913851" y="911830"/>
                    </a:lnTo>
                    <a:lnTo>
                      <a:pt x="914223" y="911516"/>
                    </a:lnTo>
                    <a:lnTo>
                      <a:pt x="914400" y="911367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9" name="ph6819"/>
              <p:cNvSpPr/>
              <p:nvPr/>
            </p:nvSpPr>
            <p:spPr>
              <a:xfrm>
                <a:off x="331948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67"/>
                    </a:lnTo>
                    <a:lnTo>
                      <a:pt x="905155" y="911203"/>
                    </a:lnTo>
                    <a:lnTo>
                      <a:pt x="905526" y="910889"/>
                    </a:lnTo>
                    <a:lnTo>
                      <a:pt x="905898" y="910575"/>
                    </a:lnTo>
                    <a:lnTo>
                      <a:pt x="910960" y="906577"/>
                    </a:lnTo>
                    <a:lnTo>
                      <a:pt x="914400" y="90421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0" name="ph6820"/>
              <p:cNvSpPr/>
              <p:nvPr/>
            </p:nvSpPr>
            <p:spPr>
              <a:xfrm>
                <a:off x="332892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219"/>
                    </a:lnTo>
                    <a:lnTo>
                      <a:pt x="906680" y="903040"/>
                    </a:lnTo>
                    <a:lnTo>
                      <a:pt x="911926" y="899974"/>
                    </a:lnTo>
                    <a:lnTo>
                      <a:pt x="914400" y="89865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1" name="ph6821"/>
              <p:cNvSpPr/>
              <p:nvPr/>
            </p:nvSpPr>
            <p:spPr>
              <a:xfrm>
                <a:off x="3338360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20"/>
                    </a:lnTo>
                    <a:lnTo>
                      <a:pt x="908360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2" name="ph6822"/>
              <p:cNvSpPr/>
              <p:nvPr/>
            </p:nvSpPr>
            <p:spPr>
              <a:xfrm>
                <a:off x="333836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3" name="ph6823"/>
              <p:cNvSpPr/>
              <p:nvPr/>
            </p:nvSpPr>
            <p:spPr>
              <a:xfrm>
                <a:off x="334780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4" name="ph6824"/>
              <p:cNvSpPr/>
              <p:nvPr/>
            </p:nvSpPr>
            <p:spPr>
              <a:xfrm>
                <a:off x="335724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5" name="ph6825"/>
              <p:cNvSpPr/>
              <p:nvPr/>
            </p:nvSpPr>
            <p:spPr>
              <a:xfrm>
                <a:off x="336668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6" name="ph6826"/>
              <p:cNvSpPr/>
              <p:nvPr/>
            </p:nvSpPr>
            <p:spPr>
              <a:xfrm>
                <a:off x="337612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7" name="ph6827"/>
              <p:cNvSpPr/>
              <p:nvPr/>
            </p:nvSpPr>
            <p:spPr>
              <a:xfrm>
                <a:off x="338556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8" name="ph6828"/>
              <p:cNvSpPr/>
              <p:nvPr/>
            </p:nvSpPr>
            <p:spPr>
              <a:xfrm>
                <a:off x="339500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9" name="ph6829"/>
              <p:cNvSpPr/>
              <p:nvPr/>
            </p:nvSpPr>
            <p:spPr>
              <a:xfrm>
                <a:off x="340444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0" name="ph6830"/>
              <p:cNvSpPr/>
              <p:nvPr/>
            </p:nvSpPr>
            <p:spPr>
              <a:xfrm>
                <a:off x="341388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1" name="ph6831"/>
              <p:cNvSpPr/>
              <p:nvPr/>
            </p:nvSpPr>
            <p:spPr>
              <a:xfrm>
                <a:off x="342332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2" name="ph6832"/>
              <p:cNvSpPr/>
              <p:nvPr/>
            </p:nvSpPr>
            <p:spPr>
              <a:xfrm>
                <a:off x="343276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3" name="ph6833"/>
              <p:cNvSpPr/>
              <p:nvPr/>
            </p:nvSpPr>
            <p:spPr>
              <a:xfrm>
                <a:off x="344220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4" name="ph6834"/>
              <p:cNvSpPr/>
              <p:nvPr/>
            </p:nvSpPr>
            <p:spPr>
              <a:xfrm>
                <a:off x="345164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5" name="ph6835"/>
              <p:cNvSpPr/>
              <p:nvPr/>
            </p:nvSpPr>
            <p:spPr>
              <a:xfrm>
                <a:off x="346108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6" name="ph6836"/>
              <p:cNvSpPr/>
              <p:nvPr/>
            </p:nvSpPr>
            <p:spPr>
              <a:xfrm>
                <a:off x="347052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7" name="ph6837"/>
              <p:cNvSpPr/>
              <p:nvPr/>
            </p:nvSpPr>
            <p:spPr>
              <a:xfrm>
                <a:off x="347996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8" name="ph6838"/>
              <p:cNvSpPr/>
              <p:nvPr/>
            </p:nvSpPr>
            <p:spPr>
              <a:xfrm>
                <a:off x="348940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9" name="ph6839"/>
              <p:cNvSpPr/>
              <p:nvPr/>
            </p:nvSpPr>
            <p:spPr>
              <a:xfrm>
                <a:off x="349884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0" name="ph6840"/>
              <p:cNvSpPr/>
              <p:nvPr/>
            </p:nvSpPr>
            <p:spPr>
              <a:xfrm>
                <a:off x="350828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1" name="ph6841"/>
              <p:cNvSpPr/>
              <p:nvPr/>
            </p:nvSpPr>
            <p:spPr>
              <a:xfrm>
                <a:off x="351772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2" name="ph6842"/>
              <p:cNvSpPr/>
              <p:nvPr/>
            </p:nvSpPr>
            <p:spPr>
              <a:xfrm>
                <a:off x="352716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3" name="ph6843"/>
              <p:cNvSpPr/>
              <p:nvPr/>
            </p:nvSpPr>
            <p:spPr>
              <a:xfrm>
                <a:off x="353660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4" name="ph6844"/>
              <p:cNvSpPr/>
              <p:nvPr/>
            </p:nvSpPr>
            <p:spPr>
              <a:xfrm>
                <a:off x="354604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5" name="ph6845"/>
              <p:cNvSpPr/>
              <p:nvPr/>
            </p:nvSpPr>
            <p:spPr>
              <a:xfrm>
                <a:off x="355548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6" name="ph6846"/>
              <p:cNvSpPr/>
              <p:nvPr/>
            </p:nvSpPr>
            <p:spPr>
              <a:xfrm>
                <a:off x="356492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7" name="ph6847"/>
              <p:cNvSpPr/>
              <p:nvPr/>
            </p:nvSpPr>
            <p:spPr>
              <a:xfrm>
                <a:off x="357436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8" name="ph6848"/>
              <p:cNvSpPr/>
              <p:nvPr/>
            </p:nvSpPr>
            <p:spPr>
              <a:xfrm>
                <a:off x="358380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9" name="ph6849"/>
              <p:cNvSpPr/>
              <p:nvPr/>
            </p:nvSpPr>
            <p:spPr>
              <a:xfrm>
                <a:off x="359324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0" name="ph6850"/>
              <p:cNvSpPr/>
              <p:nvPr/>
            </p:nvSpPr>
            <p:spPr>
              <a:xfrm>
                <a:off x="360268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1" name="ph6851"/>
              <p:cNvSpPr/>
              <p:nvPr/>
            </p:nvSpPr>
            <p:spPr>
              <a:xfrm>
                <a:off x="361212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2" name="ph6852"/>
              <p:cNvSpPr/>
              <p:nvPr/>
            </p:nvSpPr>
            <p:spPr>
              <a:xfrm>
                <a:off x="362156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3" name="ph6853"/>
              <p:cNvSpPr/>
              <p:nvPr/>
            </p:nvSpPr>
            <p:spPr>
              <a:xfrm>
                <a:off x="363100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4" name="ph6854"/>
              <p:cNvSpPr/>
              <p:nvPr/>
            </p:nvSpPr>
            <p:spPr>
              <a:xfrm>
                <a:off x="364044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5" name="ph6855"/>
              <p:cNvSpPr/>
              <p:nvPr/>
            </p:nvSpPr>
            <p:spPr>
              <a:xfrm>
                <a:off x="364988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6" name="ph6856"/>
              <p:cNvSpPr/>
              <p:nvPr/>
            </p:nvSpPr>
            <p:spPr>
              <a:xfrm>
                <a:off x="365932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7" name="ph6857"/>
              <p:cNvSpPr/>
              <p:nvPr/>
            </p:nvSpPr>
            <p:spPr>
              <a:xfrm>
                <a:off x="366876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8" name="ph6858"/>
              <p:cNvSpPr/>
              <p:nvPr/>
            </p:nvSpPr>
            <p:spPr>
              <a:xfrm>
                <a:off x="367820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9" name="ph6859"/>
              <p:cNvSpPr/>
              <p:nvPr/>
            </p:nvSpPr>
            <p:spPr>
              <a:xfrm>
                <a:off x="368764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0" name="ph6860"/>
              <p:cNvSpPr/>
              <p:nvPr/>
            </p:nvSpPr>
            <p:spPr>
              <a:xfrm>
                <a:off x="369708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1" name="ph6861"/>
              <p:cNvSpPr/>
              <p:nvPr/>
            </p:nvSpPr>
            <p:spPr>
              <a:xfrm>
                <a:off x="370653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2" name="ph6862"/>
              <p:cNvSpPr/>
              <p:nvPr/>
            </p:nvSpPr>
            <p:spPr>
              <a:xfrm>
                <a:off x="371597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3" name="ph6863"/>
              <p:cNvSpPr/>
              <p:nvPr/>
            </p:nvSpPr>
            <p:spPr>
              <a:xfrm>
                <a:off x="372541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4" name="ph6864"/>
              <p:cNvSpPr/>
              <p:nvPr/>
            </p:nvSpPr>
            <p:spPr>
              <a:xfrm>
                <a:off x="373485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5" name="ph6865"/>
              <p:cNvSpPr/>
              <p:nvPr/>
            </p:nvSpPr>
            <p:spPr>
              <a:xfrm>
                <a:off x="374429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6" name="ph6866"/>
              <p:cNvSpPr/>
              <p:nvPr/>
            </p:nvSpPr>
            <p:spPr>
              <a:xfrm>
                <a:off x="375373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7" name="ph6867"/>
              <p:cNvSpPr/>
              <p:nvPr/>
            </p:nvSpPr>
            <p:spPr>
              <a:xfrm>
                <a:off x="3763171" y="128930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027"/>
                    </a:lnTo>
                    <a:lnTo>
                      <a:pt x="922897" y="912220"/>
                    </a:lnTo>
                    <a:lnTo>
                      <a:pt x="920969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8" name="ph6868"/>
              <p:cNvSpPr/>
              <p:nvPr/>
            </p:nvSpPr>
            <p:spPr>
              <a:xfrm>
                <a:off x="3772611" y="1271733"/>
                <a:ext cx="923840" cy="9285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5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4"/>
                    </a:lnTo>
                    <a:lnTo>
                      <a:pt x="922972" y="917057"/>
                    </a:lnTo>
                    <a:lnTo>
                      <a:pt x="918303" y="923653"/>
                    </a:lnTo>
                    <a:lnTo>
                      <a:pt x="914400" y="928597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9" name="ph6869"/>
              <p:cNvSpPr/>
              <p:nvPr/>
            </p:nvSpPr>
            <p:spPr>
              <a:xfrm>
                <a:off x="3782052" y="1271733"/>
                <a:ext cx="915223" cy="915694"/>
              </a:xfrm>
              <a:custGeom>
                <a:avLst/>
                <a:gdLst/>
                <a:ahLst/>
                <a:cxnLst/>
                <a:rect l="0" t="0" r="0" b="0"/>
                <a:pathLst>
                  <a:path w="915223" h="915694">
                    <a:moveTo>
                      <a:pt x="914400" y="914400"/>
                    </a:moveTo>
                    <a:lnTo>
                      <a:pt x="915223" y="914400"/>
                    </a:lnTo>
                    <a:lnTo>
                      <a:pt x="914400" y="915694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0" name="ph6870"/>
              <p:cNvSpPr/>
              <p:nvPr/>
            </p:nvSpPr>
            <p:spPr>
              <a:xfrm>
                <a:off x="2007287" y="1254163"/>
                <a:ext cx="914400" cy="92869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92">
                    <a:moveTo>
                      <a:pt x="914400" y="914400"/>
                    </a:moveTo>
                    <a:lnTo>
                      <a:pt x="914400" y="928692"/>
                    </a:lnTo>
                    <a:lnTo>
                      <a:pt x="913248" y="923782"/>
                    </a:lnTo>
                    <a:lnTo>
                      <a:pt x="911355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1" name="ph6871"/>
              <p:cNvSpPr/>
              <p:nvPr/>
            </p:nvSpPr>
            <p:spPr>
              <a:xfrm>
                <a:off x="200728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168" y="931969"/>
                    </a:lnTo>
                    <a:lnTo>
                      <a:pt x="914400" y="928692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2" name="ph6872"/>
              <p:cNvSpPr/>
              <p:nvPr/>
            </p:nvSpPr>
            <p:spPr>
              <a:xfrm>
                <a:off x="201672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3" name="ph6873"/>
              <p:cNvSpPr/>
              <p:nvPr/>
            </p:nvSpPr>
            <p:spPr>
              <a:xfrm>
                <a:off x="202616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4" name="ph6874"/>
              <p:cNvSpPr/>
              <p:nvPr/>
            </p:nvSpPr>
            <p:spPr>
              <a:xfrm>
                <a:off x="203560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5" name="ph6875"/>
              <p:cNvSpPr/>
              <p:nvPr/>
            </p:nvSpPr>
            <p:spPr>
              <a:xfrm>
                <a:off x="204504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6" name="ph6876"/>
              <p:cNvSpPr/>
              <p:nvPr/>
            </p:nvSpPr>
            <p:spPr>
              <a:xfrm>
                <a:off x="205448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7" name="ph6877"/>
              <p:cNvSpPr/>
              <p:nvPr/>
            </p:nvSpPr>
            <p:spPr>
              <a:xfrm>
                <a:off x="206392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8" name="ph6878"/>
              <p:cNvSpPr/>
              <p:nvPr/>
            </p:nvSpPr>
            <p:spPr>
              <a:xfrm>
                <a:off x="207336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9" name="ph6879"/>
              <p:cNvSpPr/>
              <p:nvPr/>
            </p:nvSpPr>
            <p:spPr>
              <a:xfrm>
                <a:off x="208280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0" name="ph6880"/>
              <p:cNvSpPr/>
              <p:nvPr/>
            </p:nvSpPr>
            <p:spPr>
              <a:xfrm>
                <a:off x="209224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1" name="ph6881"/>
              <p:cNvSpPr/>
              <p:nvPr/>
            </p:nvSpPr>
            <p:spPr>
              <a:xfrm>
                <a:off x="210168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2" name="ph6882"/>
              <p:cNvSpPr/>
              <p:nvPr/>
            </p:nvSpPr>
            <p:spPr>
              <a:xfrm>
                <a:off x="211112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3" name="ph6883"/>
              <p:cNvSpPr/>
              <p:nvPr/>
            </p:nvSpPr>
            <p:spPr>
              <a:xfrm>
                <a:off x="212056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4" name="ph6884"/>
              <p:cNvSpPr/>
              <p:nvPr/>
            </p:nvSpPr>
            <p:spPr>
              <a:xfrm>
                <a:off x="213001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5" name="ph6885"/>
              <p:cNvSpPr/>
              <p:nvPr/>
            </p:nvSpPr>
            <p:spPr>
              <a:xfrm>
                <a:off x="213945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6" name="ph6886"/>
              <p:cNvSpPr/>
              <p:nvPr/>
            </p:nvSpPr>
            <p:spPr>
              <a:xfrm>
                <a:off x="214889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7" name="ph6887"/>
              <p:cNvSpPr/>
              <p:nvPr/>
            </p:nvSpPr>
            <p:spPr>
              <a:xfrm>
                <a:off x="215833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8" name="ph6888"/>
              <p:cNvSpPr/>
              <p:nvPr/>
            </p:nvSpPr>
            <p:spPr>
              <a:xfrm>
                <a:off x="216777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9" name="ph6889"/>
              <p:cNvSpPr/>
              <p:nvPr/>
            </p:nvSpPr>
            <p:spPr>
              <a:xfrm>
                <a:off x="217721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0" name="ph6890"/>
              <p:cNvSpPr/>
              <p:nvPr/>
            </p:nvSpPr>
            <p:spPr>
              <a:xfrm>
                <a:off x="218665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1" name="ph6891"/>
              <p:cNvSpPr/>
              <p:nvPr/>
            </p:nvSpPr>
            <p:spPr>
              <a:xfrm>
                <a:off x="219609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2" name="ph6892"/>
              <p:cNvSpPr/>
              <p:nvPr/>
            </p:nvSpPr>
            <p:spPr>
              <a:xfrm>
                <a:off x="220553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3" name="ph6893"/>
              <p:cNvSpPr/>
              <p:nvPr/>
            </p:nvSpPr>
            <p:spPr>
              <a:xfrm>
                <a:off x="221497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4" name="ph6894"/>
              <p:cNvSpPr/>
              <p:nvPr/>
            </p:nvSpPr>
            <p:spPr>
              <a:xfrm>
                <a:off x="222441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5" name="ph6895"/>
              <p:cNvSpPr/>
              <p:nvPr/>
            </p:nvSpPr>
            <p:spPr>
              <a:xfrm>
                <a:off x="223385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6" name="ph6896"/>
              <p:cNvSpPr/>
              <p:nvPr/>
            </p:nvSpPr>
            <p:spPr>
              <a:xfrm>
                <a:off x="224329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7" name="ph6897"/>
              <p:cNvSpPr/>
              <p:nvPr/>
            </p:nvSpPr>
            <p:spPr>
              <a:xfrm>
                <a:off x="225273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8" name="ph6898"/>
              <p:cNvSpPr/>
              <p:nvPr/>
            </p:nvSpPr>
            <p:spPr>
              <a:xfrm>
                <a:off x="226217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9" name="ph6899"/>
              <p:cNvSpPr/>
              <p:nvPr/>
            </p:nvSpPr>
            <p:spPr>
              <a:xfrm>
                <a:off x="227161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0" name="ph6900"/>
              <p:cNvSpPr/>
              <p:nvPr/>
            </p:nvSpPr>
            <p:spPr>
              <a:xfrm>
                <a:off x="228105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1" name="ph6901"/>
              <p:cNvSpPr/>
              <p:nvPr/>
            </p:nvSpPr>
            <p:spPr>
              <a:xfrm>
                <a:off x="229049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2" name="ph6902"/>
              <p:cNvSpPr/>
              <p:nvPr/>
            </p:nvSpPr>
            <p:spPr>
              <a:xfrm>
                <a:off x="229993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3" name="ph6903"/>
              <p:cNvSpPr/>
              <p:nvPr/>
            </p:nvSpPr>
            <p:spPr>
              <a:xfrm>
                <a:off x="230937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4" name="ph6904"/>
              <p:cNvSpPr/>
              <p:nvPr/>
            </p:nvSpPr>
            <p:spPr>
              <a:xfrm>
                <a:off x="231881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5" name="ph6905"/>
              <p:cNvSpPr/>
              <p:nvPr/>
            </p:nvSpPr>
            <p:spPr>
              <a:xfrm>
                <a:off x="232825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6" name="ph6906"/>
              <p:cNvSpPr/>
              <p:nvPr/>
            </p:nvSpPr>
            <p:spPr>
              <a:xfrm>
                <a:off x="233769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7" name="ph6907"/>
              <p:cNvSpPr/>
              <p:nvPr/>
            </p:nvSpPr>
            <p:spPr>
              <a:xfrm>
                <a:off x="234713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8" name="ph6908"/>
              <p:cNvSpPr/>
              <p:nvPr/>
            </p:nvSpPr>
            <p:spPr>
              <a:xfrm>
                <a:off x="235657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9" name="ph6909"/>
              <p:cNvSpPr/>
              <p:nvPr/>
            </p:nvSpPr>
            <p:spPr>
              <a:xfrm>
                <a:off x="236601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0" name="ph6910"/>
              <p:cNvSpPr/>
              <p:nvPr/>
            </p:nvSpPr>
            <p:spPr>
              <a:xfrm>
                <a:off x="2375456" y="1271733"/>
                <a:ext cx="9219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54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536" y="896830"/>
                    </a:lnTo>
                    <a:lnTo>
                      <a:pt x="917603" y="897065"/>
                    </a:lnTo>
                    <a:lnTo>
                      <a:pt x="920251" y="907035"/>
                    </a:lnTo>
                    <a:lnTo>
                      <a:pt x="921954" y="914400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1" name="ph6911"/>
              <p:cNvSpPr/>
              <p:nvPr/>
            </p:nvSpPr>
            <p:spPr>
              <a:xfrm>
                <a:off x="3338360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60" y="914400"/>
                    </a:lnTo>
                    <a:lnTo>
                      <a:pt x="914400" y="911167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2" name="ph6912"/>
              <p:cNvSpPr/>
              <p:nvPr/>
            </p:nvSpPr>
            <p:spPr>
              <a:xfrm>
                <a:off x="3347801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167"/>
                    </a:lnTo>
                    <a:lnTo>
                      <a:pt x="914400" y="906114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3" name="ph6913"/>
              <p:cNvSpPr/>
              <p:nvPr/>
            </p:nvSpPr>
            <p:spPr>
              <a:xfrm>
                <a:off x="3357241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114"/>
                    </a:lnTo>
                    <a:lnTo>
                      <a:pt x="911463" y="902620"/>
                    </a:lnTo>
                    <a:lnTo>
                      <a:pt x="911789" y="902187"/>
                    </a:lnTo>
                    <a:lnTo>
                      <a:pt x="912115" y="901755"/>
                    </a:lnTo>
                    <a:lnTo>
                      <a:pt x="912441" y="901322"/>
                    </a:lnTo>
                    <a:lnTo>
                      <a:pt x="912767" y="900889"/>
                    </a:lnTo>
                    <a:lnTo>
                      <a:pt x="913094" y="900457"/>
                    </a:lnTo>
                    <a:lnTo>
                      <a:pt x="913420" y="900024"/>
                    </a:lnTo>
                    <a:lnTo>
                      <a:pt x="913746" y="899592"/>
                    </a:lnTo>
                    <a:lnTo>
                      <a:pt x="914072" y="899159"/>
                    </a:lnTo>
                    <a:lnTo>
                      <a:pt x="914400" y="898725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4" name="ph6914"/>
              <p:cNvSpPr/>
              <p:nvPr/>
            </p:nvSpPr>
            <p:spPr>
              <a:xfrm>
                <a:off x="3366681" y="125416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95"/>
                    </a:lnTo>
                    <a:lnTo>
                      <a:pt x="905285" y="915864"/>
                    </a:lnTo>
                    <a:lnTo>
                      <a:pt x="905611" y="915432"/>
                    </a:lnTo>
                    <a:lnTo>
                      <a:pt x="905937" y="914999"/>
                    </a:lnTo>
                    <a:lnTo>
                      <a:pt x="906264" y="914567"/>
                    </a:lnTo>
                    <a:lnTo>
                      <a:pt x="906390" y="914400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5" name="ph6915"/>
              <p:cNvSpPr/>
              <p:nvPr/>
            </p:nvSpPr>
            <p:spPr>
              <a:xfrm>
                <a:off x="336668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6" name="ph6916"/>
              <p:cNvSpPr/>
              <p:nvPr/>
            </p:nvSpPr>
            <p:spPr>
              <a:xfrm>
                <a:off x="337612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7" name="ph6917"/>
              <p:cNvSpPr/>
              <p:nvPr/>
            </p:nvSpPr>
            <p:spPr>
              <a:xfrm>
                <a:off x="338556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8" name="ph6918"/>
              <p:cNvSpPr/>
              <p:nvPr/>
            </p:nvSpPr>
            <p:spPr>
              <a:xfrm>
                <a:off x="339500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9" name="ph6919"/>
              <p:cNvSpPr/>
              <p:nvPr/>
            </p:nvSpPr>
            <p:spPr>
              <a:xfrm>
                <a:off x="340444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0" name="ph6920"/>
              <p:cNvSpPr/>
              <p:nvPr/>
            </p:nvSpPr>
            <p:spPr>
              <a:xfrm>
                <a:off x="341388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1" name="ph6921"/>
              <p:cNvSpPr/>
              <p:nvPr/>
            </p:nvSpPr>
            <p:spPr>
              <a:xfrm>
                <a:off x="342332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2" name="ph6922"/>
              <p:cNvSpPr/>
              <p:nvPr/>
            </p:nvSpPr>
            <p:spPr>
              <a:xfrm>
                <a:off x="343276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3" name="ph6923"/>
              <p:cNvSpPr/>
              <p:nvPr/>
            </p:nvSpPr>
            <p:spPr>
              <a:xfrm>
                <a:off x="344220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4" name="ph6924"/>
              <p:cNvSpPr/>
              <p:nvPr/>
            </p:nvSpPr>
            <p:spPr>
              <a:xfrm>
                <a:off x="345164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5" name="ph6925"/>
              <p:cNvSpPr/>
              <p:nvPr/>
            </p:nvSpPr>
            <p:spPr>
              <a:xfrm>
                <a:off x="346108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6" name="ph6926"/>
              <p:cNvSpPr/>
              <p:nvPr/>
            </p:nvSpPr>
            <p:spPr>
              <a:xfrm>
                <a:off x="347052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7" name="ph6927"/>
              <p:cNvSpPr/>
              <p:nvPr/>
            </p:nvSpPr>
            <p:spPr>
              <a:xfrm>
                <a:off x="347996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8" name="ph6928"/>
              <p:cNvSpPr/>
              <p:nvPr/>
            </p:nvSpPr>
            <p:spPr>
              <a:xfrm>
                <a:off x="348940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9" name="ph6929"/>
              <p:cNvSpPr/>
              <p:nvPr/>
            </p:nvSpPr>
            <p:spPr>
              <a:xfrm>
                <a:off x="349884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0" name="ph6930"/>
              <p:cNvSpPr/>
              <p:nvPr/>
            </p:nvSpPr>
            <p:spPr>
              <a:xfrm>
                <a:off x="350828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1" name="ph6931"/>
              <p:cNvSpPr/>
              <p:nvPr/>
            </p:nvSpPr>
            <p:spPr>
              <a:xfrm>
                <a:off x="351772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2" name="ph6932"/>
              <p:cNvSpPr/>
              <p:nvPr/>
            </p:nvSpPr>
            <p:spPr>
              <a:xfrm>
                <a:off x="352716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3" name="ph6933"/>
              <p:cNvSpPr/>
              <p:nvPr/>
            </p:nvSpPr>
            <p:spPr>
              <a:xfrm>
                <a:off x="353660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4" name="ph6934"/>
              <p:cNvSpPr/>
              <p:nvPr/>
            </p:nvSpPr>
            <p:spPr>
              <a:xfrm>
                <a:off x="354604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5" name="ph6935"/>
              <p:cNvSpPr/>
              <p:nvPr/>
            </p:nvSpPr>
            <p:spPr>
              <a:xfrm>
                <a:off x="355548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6" name="ph6936"/>
              <p:cNvSpPr/>
              <p:nvPr/>
            </p:nvSpPr>
            <p:spPr>
              <a:xfrm>
                <a:off x="356492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7" name="ph6937"/>
              <p:cNvSpPr/>
              <p:nvPr/>
            </p:nvSpPr>
            <p:spPr>
              <a:xfrm>
                <a:off x="357436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8" name="ph6938"/>
              <p:cNvSpPr/>
              <p:nvPr/>
            </p:nvSpPr>
            <p:spPr>
              <a:xfrm>
                <a:off x="358380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9" name="ph6939"/>
              <p:cNvSpPr/>
              <p:nvPr/>
            </p:nvSpPr>
            <p:spPr>
              <a:xfrm>
                <a:off x="359324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0" name="ph6940"/>
              <p:cNvSpPr/>
              <p:nvPr/>
            </p:nvSpPr>
            <p:spPr>
              <a:xfrm>
                <a:off x="360268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1" name="ph6941"/>
              <p:cNvSpPr/>
              <p:nvPr/>
            </p:nvSpPr>
            <p:spPr>
              <a:xfrm>
                <a:off x="361212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2" name="ph6942"/>
              <p:cNvSpPr/>
              <p:nvPr/>
            </p:nvSpPr>
            <p:spPr>
              <a:xfrm>
                <a:off x="362156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3" name="ph6943"/>
              <p:cNvSpPr/>
              <p:nvPr/>
            </p:nvSpPr>
            <p:spPr>
              <a:xfrm>
                <a:off x="363100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4" name="ph6944"/>
              <p:cNvSpPr/>
              <p:nvPr/>
            </p:nvSpPr>
            <p:spPr>
              <a:xfrm>
                <a:off x="364044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5" name="ph6945"/>
              <p:cNvSpPr/>
              <p:nvPr/>
            </p:nvSpPr>
            <p:spPr>
              <a:xfrm>
                <a:off x="364988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6" name="ph6946"/>
              <p:cNvSpPr/>
              <p:nvPr/>
            </p:nvSpPr>
            <p:spPr>
              <a:xfrm>
                <a:off x="365932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7" name="ph6947"/>
              <p:cNvSpPr/>
              <p:nvPr/>
            </p:nvSpPr>
            <p:spPr>
              <a:xfrm>
                <a:off x="366876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8" name="ph6948"/>
              <p:cNvSpPr/>
              <p:nvPr/>
            </p:nvSpPr>
            <p:spPr>
              <a:xfrm>
                <a:off x="367820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9" name="ph6949"/>
              <p:cNvSpPr/>
              <p:nvPr/>
            </p:nvSpPr>
            <p:spPr>
              <a:xfrm>
                <a:off x="368764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0" name="ph6950"/>
              <p:cNvSpPr/>
              <p:nvPr/>
            </p:nvSpPr>
            <p:spPr>
              <a:xfrm>
                <a:off x="369708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1" name="ph6951"/>
              <p:cNvSpPr/>
              <p:nvPr/>
            </p:nvSpPr>
            <p:spPr>
              <a:xfrm>
                <a:off x="370653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2" name="ph6952"/>
              <p:cNvSpPr/>
              <p:nvPr/>
            </p:nvSpPr>
            <p:spPr>
              <a:xfrm>
                <a:off x="371597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3" name="ph6953"/>
              <p:cNvSpPr/>
              <p:nvPr/>
            </p:nvSpPr>
            <p:spPr>
              <a:xfrm>
                <a:off x="372541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4" name="ph6954"/>
              <p:cNvSpPr/>
              <p:nvPr/>
            </p:nvSpPr>
            <p:spPr>
              <a:xfrm>
                <a:off x="373485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5" name="ph6955"/>
              <p:cNvSpPr/>
              <p:nvPr/>
            </p:nvSpPr>
            <p:spPr>
              <a:xfrm>
                <a:off x="374429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6" name="ph6956"/>
              <p:cNvSpPr/>
              <p:nvPr/>
            </p:nvSpPr>
            <p:spPr>
              <a:xfrm>
                <a:off x="375373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7" name="ph6957"/>
              <p:cNvSpPr/>
              <p:nvPr/>
            </p:nvSpPr>
            <p:spPr>
              <a:xfrm>
                <a:off x="376317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8" name="ph6958"/>
              <p:cNvSpPr/>
              <p:nvPr/>
            </p:nvSpPr>
            <p:spPr>
              <a:xfrm>
                <a:off x="377261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9" name="ph6959"/>
              <p:cNvSpPr/>
              <p:nvPr/>
            </p:nvSpPr>
            <p:spPr>
              <a:xfrm>
                <a:off x="3782052" y="127173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563"/>
                    </a:lnTo>
                    <a:lnTo>
                      <a:pt x="922288" y="902563"/>
                    </a:lnTo>
                    <a:lnTo>
                      <a:pt x="918011" y="910021"/>
                    </a:lnTo>
                    <a:lnTo>
                      <a:pt x="915223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0" name="ph6960"/>
              <p:cNvSpPr/>
              <p:nvPr/>
            </p:nvSpPr>
            <p:spPr>
              <a:xfrm>
                <a:off x="3791492" y="1254163"/>
                <a:ext cx="915813" cy="917133"/>
              </a:xfrm>
              <a:custGeom>
                <a:avLst/>
                <a:gdLst/>
                <a:ahLst/>
                <a:cxnLst/>
                <a:rect l="0" t="0" r="0" b="0"/>
                <a:pathLst>
                  <a:path w="915813" h="917133">
                    <a:moveTo>
                      <a:pt x="914400" y="914400"/>
                    </a:moveTo>
                    <a:lnTo>
                      <a:pt x="915813" y="914400"/>
                    </a:lnTo>
                    <a:lnTo>
                      <a:pt x="914400" y="917133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1" name="ph6961"/>
              <p:cNvSpPr/>
              <p:nvPr/>
            </p:nvSpPr>
            <p:spPr>
              <a:xfrm>
                <a:off x="2007287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55" y="931969"/>
                    </a:lnTo>
                    <a:lnTo>
                      <a:pt x="911163" y="931018"/>
                    </a:lnTo>
                    <a:lnTo>
                      <a:pt x="909372" y="920496"/>
                    </a:lnTo>
                    <a:lnTo>
                      <a:pt x="908520" y="914400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2" name="ph6962"/>
              <p:cNvSpPr/>
              <p:nvPr/>
            </p:nvSpPr>
            <p:spPr>
              <a:xfrm>
                <a:off x="200728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3" name="ph6963"/>
              <p:cNvSpPr/>
              <p:nvPr/>
            </p:nvSpPr>
            <p:spPr>
              <a:xfrm>
                <a:off x="201672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4" name="ph6964"/>
              <p:cNvSpPr/>
              <p:nvPr/>
            </p:nvSpPr>
            <p:spPr>
              <a:xfrm>
                <a:off x="202616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5" name="ph6965"/>
              <p:cNvSpPr/>
              <p:nvPr/>
            </p:nvSpPr>
            <p:spPr>
              <a:xfrm>
                <a:off x="203560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6" name="ph6966"/>
              <p:cNvSpPr/>
              <p:nvPr/>
            </p:nvSpPr>
            <p:spPr>
              <a:xfrm>
                <a:off x="204504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7" name="ph6967"/>
              <p:cNvSpPr/>
              <p:nvPr/>
            </p:nvSpPr>
            <p:spPr>
              <a:xfrm>
                <a:off x="205448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8" name="ph6968"/>
              <p:cNvSpPr/>
              <p:nvPr/>
            </p:nvSpPr>
            <p:spPr>
              <a:xfrm>
                <a:off x="206392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9" name="ph6969"/>
              <p:cNvSpPr/>
              <p:nvPr/>
            </p:nvSpPr>
            <p:spPr>
              <a:xfrm>
                <a:off x="207336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0" name="ph6970"/>
              <p:cNvSpPr/>
              <p:nvPr/>
            </p:nvSpPr>
            <p:spPr>
              <a:xfrm>
                <a:off x="208280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1" name="ph6971"/>
              <p:cNvSpPr/>
              <p:nvPr/>
            </p:nvSpPr>
            <p:spPr>
              <a:xfrm>
                <a:off x="209224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2" name="ph6972"/>
              <p:cNvSpPr/>
              <p:nvPr/>
            </p:nvSpPr>
            <p:spPr>
              <a:xfrm>
                <a:off x="210168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3" name="ph6973"/>
              <p:cNvSpPr/>
              <p:nvPr/>
            </p:nvSpPr>
            <p:spPr>
              <a:xfrm>
                <a:off x="211112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4" name="ph6974"/>
              <p:cNvSpPr/>
              <p:nvPr/>
            </p:nvSpPr>
            <p:spPr>
              <a:xfrm>
                <a:off x="212056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5" name="ph6975"/>
              <p:cNvSpPr/>
              <p:nvPr/>
            </p:nvSpPr>
            <p:spPr>
              <a:xfrm>
                <a:off x="213001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6" name="ph6976"/>
              <p:cNvSpPr/>
              <p:nvPr/>
            </p:nvSpPr>
            <p:spPr>
              <a:xfrm>
                <a:off x="213945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7" name="ph6977"/>
              <p:cNvSpPr/>
              <p:nvPr/>
            </p:nvSpPr>
            <p:spPr>
              <a:xfrm>
                <a:off x="214889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8" name="ph6978"/>
              <p:cNvSpPr/>
              <p:nvPr/>
            </p:nvSpPr>
            <p:spPr>
              <a:xfrm>
                <a:off x="215833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9" name="ph6979"/>
              <p:cNvSpPr/>
              <p:nvPr/>
            </p:nvSpPr>
            <p:spPr>
              <a:xfrm>
                <a:off x="216777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0" name="ph6980"/>
              <p:cNvSpPr/>
              <p:nvPr/>
            </p:nvSpPr>
            <p:spPr>
              <a:xfrm>
                <a:off x="217721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1" name="ph6981"/>
              <p:cNvSpPr/>
              <p:nvPr/>
            </p:nvSpPr>
            <p:spPr>
              <a:xfrm>
                <a:off x="218665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2" name="ph6982"/>
              <p:cNvSpPr/>
              <p:nvPr/>
            </p:nvSpPr>
            <p:spPr>
              <a:xfrm>
                <a:off x="219609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3" name="ph6983"/>
              <p:cNvSpPr/>
              <p:nvPr/>
            </p:nvSpPr>
            <p:spPr>
              <a:xfrm>
                <a:off x="220553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4" name="ph6984"/>
              <p:cNvSpPr/>
              <p:nvPr/>
            </p:nvSpPr>
            <p:spPr>
              <a:xfrm>
                <a:off x="221497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5" name="ph6985"/>
              <p:cNvSpPr/>
              <p:nvPr/>
            </p:nvSpPr>
            <p:spPr>
              <a:xfrm>
                <a:off x="222441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6" name="ph6986"/>
              <p:cNvSpPr/>
              <p:nvPr/>
            </p:nvSpPr>
            <p:spPr>
              <a:xfrm>
                <a:off x="223385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7" name="ph6987"/>
              <p:cNvSpPr/>
              <p:nvPr/>
            </p:nvSpPr>
            <p:spPr>
              <a:xfrm>
                <a:off x="224329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8" name="ph6988"/>
              <p:cNvSpPr/>
              <p:nvPr/>
            </p:nvSpPr>
            <p:spPr>
              <a:xfrm>
                <a:off x="225273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9" name="ph6989"/>
              <p:cNvSpPr/>
              <p:nvPr/>
            </p:nvSpPr>
            <p:spPr>
              <a:xfrm>
                <a:off x="226217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0" name="ph6990"/>
              <p:cNvSpPr/>
              <p:nvPr/>
            </p:nvSpPr>
            <p:spPr>
              <a:xfrm>
                <a:off x="227161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1" name="ph6991"/>
              <p:cNvSpPr/>
              <p:nvPr/>
            </p:nvSpPr>
            <p:spPr>
              <a:xfrm>
                <a:off x="228105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2" name="ph6992"/>
              <p:cNvSpPr/>
              <p:nvPr/>
            </p:nvSpPr>
            <p:spPr>
              <a:xfrm>
                <a:off x="229049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3" name="ph6993"/>
              <p:cNvSpPr/>
              <p:nvPr/>
            </p:nvSpPr>
            <p:spPr>
              <a:xfrm>
                <a:off x="229993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4" name="ph6994"/>
              <p:cNvSpPr/>
              <p:nvPr/>
            </p:nvSpPr>
            <p:spPr>
              <a:xfrm>
                <a:off x="230937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5" name="ph6995"/>
              <p:cNvSpPr/>
              <p:nvPr/>
            </p:nvSpPr>
            <p:spPr>
              <a:xfrm>
                <a:off x="231881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6" name="ph6996"/>
              <p:cNvSpPr/>
              <p:nvPr/>
            </p:nvSpPr>
            <p:spPr>
              <a:xfrm>
                <a:off x="232825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7" name="ph6997"/>
              <p:cNvSpPr/>
              <p:nvPr/>
            </p:nvSpPr>
            <p:spPr>
              <a:xfrm>
                <a:off x="233769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8" name="ph6998"/>
              <p:cNvSpPr/>
              <p:nvPr/>
            </p:nvSpPr>
            <p:spPr>
              <a:xfrm>
                <a:off x="234713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9" name="ph6999"/>
              <p:cNvSpPr/>
              <p:nvPr/>
            </p:nvSpPr>
            <p:spPr>
              <a:xfrm>
                <a:off x="235657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0" name="ph7000"/>
              <p:cNvSpPr/>
              <p:nvPr/>
            </p:nvSpPr>
            <p:spPr>
              <a:xfrm>
                <a:off x="2375456" y="125416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476" y="896830"/>
                    </a:lnTo>
                    <a:lnTo>
                      <a:pt x="913681" y="900819"/>
                    </a:lnTo>
                    <a:lnTo>
                      <a:pt x="913802" y="901246"/>
                    </a:lnTo>
                    <a:lnTo>
                      <a:pt x="913925" y="901678"/>
                    </a:lnTo>
                    <a:lnTo>
                      <a:pt x="914048" y="902110"/>
                    </a:lnTo>
                    <a:lnTo>
                      <a:pt x="914170" y="902541"/>
                    </a:lnTo>
                    <a:lnTo>
                      <a:pt x="914293" y="902973"/>
                    </a:lnTo>
                    <a:lnTo>
                      <a:pt x="914399" y="903348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1" name="ph7001"/>
              <p:cNvSpPr/>
              <p:nvPr/>
            </p:nvSpPr>
            <p:spPr>
              <a:xfrm>
                <a:off x="2375456" y="1254163"/>
                <a:ext cx="9175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36" h="914400">
                    <a:moveTo>
                      <a:pt x="914399" y="914400"/>
                    </a:moveTo>
                    <a:lnTo>
                      <a:pt x="914416" y="903405"/>
                    </a:lnTo>
                    <a:lnTo>
                      <a:pt x="914539" y="903837"/>
                    </a:lnTo>
                    <a:lnTo>
                      <a:pt x="914661" y="904269"/>
                    </a:lnTo>
                    <a:lnTo>
                      <a:pt x="914784" y="904701"/>
                    </a:lnTo>
                    <a:lnTo>
                      <a:pt x="914907" y="905133"/>
                    </a:lnTo>
                    <a:lnTo>
                      <a:pt x="915029" y="905565"/>
                    </a:lnTo>
                    <a:lnTo>
                      <a:pt x="915152" y="905997"/>
                    </a:lnTo>
                    <a:lnTo>
                      <a:pt x="915275" y="906429"/>
                    </a:lnTo>
                    <a:lnTo>
                      <a:pt x="915397" y="906861"/>
                    </a:lnTo>
                    <a:lnTo>
                      <a:pt x="915520" y="907292"/>
                    </a:lnTo>
                    <a:lnTo>
                      <a:pt x="915642" y="907724"/>
                    </a:lnTo>
                    <a:lnTo>
                      <a:pt x="915765" y="908156"/>
                    </a:lnTo>
                    <a:lnTo>
                      <a:pt x="915888" y="908588"/>
                    </a:lnTo>
                    <a:lnTo>
                      <a:pt x="916010" y="909020"/>
                    </a:lnTo>
                    <a:lnTo>
                      <a:pt x="916133" y="909452"/>
                    </a:lnTo>
                    <a:lnTo>
                      <a:pt x="916255" y="909884"/>
                    </a:lnTo>
                    <a:lnTo>
                      <a:pt x="916378" y="910316"/>
                    </a:lnTo>
                    <a:lnTo>
                      <a:pt x="916500" y="910748"/>
                    </a:lnTo>
                    <a:lnTo>
                      <a:pt x="916623" y="911180"/>
                    </a:lnTo>
                    <a:lnTo>
                      <a:pt x="916745" y="911612"/>
                    </a:lnTo>
                    <a:lnTo>
                      <a:pt x="916868" y="912044"/>
                    </a:lnTo>
                    <a:lnTo>
                      <a:pt x="916990" y="912475"/>
                    </a:lnTo>
                    <a:lnTo>
                      <a:pt x="917113" y="912907"/>
                    </a:lnTo>
                    <a:lnTo>
                      <a:pt x="917235" y="913339"/>
                    </a:lnTo>
                    <a:lnTo>
                      <a:pt x="917358" y="913771"/>
                    </a:lnTo>
                    <a:lnTo>
                      <a:pt x="917480" y="914203"/>
                    </a:lnTo>
                    <a:lnTo>
                      <a:pt x="917536" y="914400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2" name="ph7002"/>
              <p:cNvSpPr/>
              <p:nvPr/>
            </p:nvSpPr>
            <p:spPr>
              <a:xfrm>
                <a:off x="3366681" y="12541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390" y="914400"/>
                    </a:lnTo>
                    <a:lnTo>
                      <a:pt x="906590" y="914134"/>
                    </a:lnTo>
                    <a:lnTo>
                      <a:pt x="911312" y="908205"/>
                    </a:lnTo>
                    <a:lnTo>
                      <a:pt x="914400" y="904734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3" name="ph7003"/>
              <p:cNvSpPr/>
              <p:nvPr/>
            </p:nvSpPr>
            <p:spPr>
              <a:xfrm>
                <a:off x="3376121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04"/>
                    </a:lnTo>
                    <a:lnTo>
                      <a:pt x="906747" y="920294"/>
                    </a:lnTo>
                    <a:lnTo>
                      <a:pt x="911765" y="915277"/>
                    </a:lnTo>
                    <a:lnTo>
                      <a:pt x="912759" y="914400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4" name="ph7004"/>
              <p:cNvSpPr/>
              <p:nvPr/>
            </p:nvSpPr>
            <p:spPr>
              <a:xfrm>
                <a:off x="337612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5" name="ph7005"/>
              <p:cNvSpPr/>
              <p:nvPr/>
            </p:nvSpPr>
            <p:spPr>
              <a:xfrm>
                <a:off x="338556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6" name="ph7006"/>
              <p:cNvSpPr/>
              <p:nvPr/>
            </p:nvSpPr>
            <p:spPr>
              <a:xfrm>
                <a:off x="339500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7" name="ph7007"/>
              <p:cNvSpPr/>
              <p:nvPr/>
            </p:nvSpPr>
            <p:spPr>
              <a:xfrm>
                <a:off x="340444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8" name="ph7008"/>
              <p:cNvSpPr/>
              <p:nvPr/>
            </p:nvSpPr>
            <p:spPr>
              <a:xfrm>
                <a:off x="341388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9" name="ph7009"/>
              <p:cNvSpPr/>
              <p:nvPr/>
            </p:nvSpPr>
            <p:spPr>
              <a:xfrm>
                <a:off x="342332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0" name="ph7010"/>
              <p:cNvSpPr/>
              <p:nvPr/>
            </p:nvSpPr>
            <p:spPr>
              <a:xfrm>
                <a:off x="343276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1" name="ph7011"/>
              <p:cNvSpPr/>
              <p:nvPr/>
            </p:nvSpPr>
            <p:spPr>
              <a:xfrm>
                <a:off x="344220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2" name="ph7012"/>
              <p:cNvSpPr/>
              <p:nvPr/>
            </p:nvSpPr>
            <p:spPr>
              <a:xfrm>
                <a:off x="345164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3" name="ph7013"/>
              <p:cNvSpPr/>
              <p:nvPr/>
            </p:nvSpPr>
            <p:spPr>
              <a:xfrm>
                <a:off x="346108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4" name="ph7014"/>
              <p:cNvSpPr/>
              <p:nvPr/>
            </p:nvSpPr>
            <p:spPr>
              <a:xfrm>
                <a:off x="347052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5" name="ph7015"/>
              <p:cNvSpPr/>
              <p:nvPr/>
            </p:nvSpPr>
            <p:spPr>
              <a:xfrm>
                <a:off x="347996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6" name="ph7016"/>
              <p:cNvSpPr/>
              <p:nvPr/>
            </p:nvSpPr>
            <p:spPr>
              <a:xfrm>
                <a:off x="348940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7" name="ph7017"/>
              <p:cNvSpPr/>
              <p:nvPr/>
            </p:nvSpPr>
            <p:spPr>
              <a:xfrm>
                <a:off x="349884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8" name="ph7018"/>
              <p:cNvSpPr/>
              <p:nvPr/>
            </p:nvSpPr>
            <p:spPr>
              <a:xfrm>
                <a:off x="350828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9" name="ph7019"/>
              <p:cNvSpPr/>
              <p:nvPr/>
            </p:nvSpPr>
            <p:spPr>
              <a:xfrm>
                <a:off x="351772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0" name="ph7020"/>
              <p:cNvSpPr/>
              <p:nvPr/>
            </p:nvSpPr>
            <p:spPr>
              <a:xfrm>
                <a:off x="352716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1" name="ph7021"/>
              <p:cNvSpPr/>
              <p:nvPr/>
            </p:nvSpPr>
            <p:spPr>
              <a:xfrm>
                <a:off x="353660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2" name="ph7022"/>
              <p:cNvSpPr/>
              <p:nvPr/>
            </p:nvSpPr>
            <p:spPr>
              <a:xfrm>
                <a:off x="354604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3" name="ph7023"/>
              <p:cNvSpPr/>
              <p:nvPr/>
            </p:nvSpPr>
            <p:spPr>
              <a:xfrm>
                <a:off x="355548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4" name="ph7024"/>
              <p:cNvSpPr/>
              <p:nvPr/>
            </p:nvSpPr>
            <p:spPr>
              <a:xfrm>
                <a:off x="356492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5" name="ph7025"/>
              <p:cNvSpPr/>
              <p:nvPr/>
            </p:nvSpPr>
            <p:spPr>
              <a:xfrm>
                <a:off x="357436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6" name="ph7026"/>
              <p:cNvSpPr/>
              <p:nvPr/>
            </p:nvSpPr>
            <p:spPr>
              <a:xfrm>
                <a:off x="358380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7" name="ph7027"/>
              <p:cNvSpPr/>
              <p:nvPr/>
            </p:nvSpPr>
            <p:spPr>
              <a:xfrm>
                <a:off x="359324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8" name="ph7028"/>
              <p:cNvSpPr/>
              <p:nvPr/>
            </p:nvSpPr>
            <p:spPr>
              <a:xfrm>
                <a:off x="360268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9" name="ph7029"/>
              <p:cNvSpPr/>
              <p:nvPr/>
            </p:nvSpPr>
            <p:spPr>
              <a:xfrm>
                <a:off x="361212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0" name="ph7030"/>
              <p:cNvSpPr/>
              <p:nvPr/>
            </p:nvSpPr>
            <p:spPr>
              <a:xfrm>
                <a:off x="362156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1" name="ph7031"/>
              <p:cNvSpPr/>
              <p:nvPr/>
            </p:nvSpPr>
            <p:spPr>
              <a:xfrm>
                <a:off x="363100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2" name="ph7032"/>
              <p:cNvSpPr/>
              <p:nvPr/>
            </p:nvSpPr>
            <p:spPr>
              <a:xfrm>
                <a:off x="364044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3" name="ph7033"/>
              <p:cNvSpPr/>
              <p:nvPr/>
            </p:nvSpPr>
            <p:spPr>
              <a:xfrm>
                <a:off x="364988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4" name="ph7034"/>
              <p:cNvSpPr/>
              <p:nvPr/>
            </p:nvSpPr>
            <p:spPr>
              <a:xfrm>
                <a:off x="365932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5" name="ph7035"/>
              <p:cNvSpPr/>
              <p:nvPr/>
            </p:nvSpPr>
            <p:spPr>
              <a:xfrm>
                <a:off x="366876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6" name="ph7036"/>
              <p:cNvSpPr/>
              <p:nvPr/>
            </p:nvSpPr>
            <p:spPr>
              <a:xfrm>
                <a:off x="367820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7" name="ph7037"/>
              <p:cNvSpPr/>
              <p:nvPr/>
            </p:nvSpPr>
            <p:spPr>
              <a:xfrm>
                <a:off x="368764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8" name="ph7038"/>
              <p:cNvSpPr/>
              <p:nvPr/>
            </p:nvSpPr>
            <p:spPr>
              <a:xfrm>
                <a:off x="369708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9" name="ph7039"/>
              <p:cNvSpPr/>
              <p:nvPr/>
            </p:nvSpPr>
            <p:spPr>
              <a:xfrm>
                <a:off x="370653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0" name="ph7040"/>
              <p:cNvSpPr/>
              <p:nvPr/>
            </p:nvSpPr>
            <p:spPr>
              <a:xfrm>
                <a:off x="371597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1" name="ph7041"/>
              <p:cNvSpPr/>
              <p:nvPr/>
            </p:nvSpPr>
            <p:spPr>
              <a:xfrm>
                <a:off x="372541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2" name="ph7042"/>
              <p:cNvSpPr/>
              <p:nvPr/>
            </p:nvSpPr>
            <p:spPr>
              <a:xfrm>
                <a:off x="373485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3" name="ph7043"/>
              <p:cNvSpPr/>
              <p:nvPr/>
            </p:nvSpPr>
            <p:spPr>
              <a:xfrm>
                <a:off x="374429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4" name="ph7044"/>
              <p:cNvSpPr/>
              <p:nvPr/>
            </p:nvSpPr>
            <p:spPr>
              <a:xfrm>
                <a:off x="375373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5" name="ph7045"/>
              <p:cNvSpPr/>
              <p:nvPr/>
            </p:nvSpPr>
            <p:spPr>
              <a:xfrm>
                <a:off x="376317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6" name="ph7046"/>
              <p:cNvSpPr/>
              <p:nvPr/>
            </p:nvSpPr>
            <p:spPr>
              <a:xfrm>
                <a:off x="377261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7" name="ph7047"/>
              <p:cNvSpPr/>
              <p:nvPr/>
            </p:nvSpPr>
            <p:spPr>
              <a:xfrm>
                <a:off x="378205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8" name="ph7048"/>
              <p:cNvSpPr/>
              <p:nvPr/>
            </p:nvSpPr>
            <p:spPr>
              <a:xfrm>
                <a:off x="3791492" y="1254163"/>
                <a:ext cx="9237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7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75" y="896830"/>
                    </a:lnTo>
                    <a:lnTo>
                      <a:pt x="920754" y="904033"/>
                    </a:lnTo>
                    <a:lnTo>
                      <a:pt x="916913" y="912273"/>
                    </a:lnTo>
                    <a:lnTo>
                      <a:pt x="915813" y="914400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9" name="ph7049"/>
              <p:cNvSpPr/>
              <p:nvPr/>
            </p:nvSpPr>
            <p:spPr>
              <a:xfrm>
                <a:off x="2007287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520" y="931969"/>
                    </a:lnTo>
                    <a:lnTo>
                      <a:pt x="907879" y="927383"/>
                    </a:lnTo>
                    <a:lnTo>
                      <a:pt x="906688" y="916570"/>
                    </a:lnTo>
                    <a:lnTo>
                      <a:pt x="906512" y="914400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0" name="ph7050"/>
              <p:cNvSpPr/>
              <p:nvPr/>
            </p:nvSpPr>
            <p:spPr>
              <a:xfrm>
                <a:off x="200728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1" name="ph7051"/>
              <p:cNvSpPr/>
              <p:nvPr/>
            </p:nvSpPr>
            <p:spPr>
              <a:xfrm>
                <a:off x="201672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2" name="ph7052"/>
              <p:cNvSpPr/>
              <p:nvPr/>
            </p:nvSpPr>
            <p:spPr>
              <a:xfrm>
                <a:off x="202616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3" name="ph7053"/>
              <p:cNvSpPr/>
              <p:nvPr/>
            </p:nvSpPr>
            <p:spPr>
              <a:xfrm>
                <a:off x="203560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4" name="ph7054"/>
              <p:cNvSpPr/>
              <p:nvPr/>
            </p:nvSpPr>
            <p:spPr>
              <a:xfrm>
                <a:off x="204504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5" name="ph7055"/>
              <p:cNvSpPr/>
              <p:nvPr/>
            </p:nvSpPr>
            <p:spPr>
              <a:xfrm>
                <a:off x="205448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6" name="ph7056"/>
              <p:cNvSpPr/>
              <p:nvPr/>
            </p:nvSpPr>
            <p:spPr>
              <a:xfrm>
                <a:off x="206392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7" name="ph7057"/>
              <p:cNvSpPr/>
              <p:nvPr/>
            </p:nvSpPr>
            <p:spPr>
              <a:xfrm>
                <a:off x="207336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8" name="ph7058"/>
              <p:cNvSpPr/>
              <p:nvPr/>
            </p:nvSpPr>
            <p:spPr>
              <a:xfrm>
                <a:off x="208280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9" name="ph7059"/>
              <p:cNvSpPr/>
              <p:nvPr/>
            </p:nvSpPr>
            <p:spPr>
              <a:xfrm>
                <a:off x="209224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0" name="ph7060"/>
              <p:cNvSpPr/>
              <p:nvPr/>
            </p:nvSpPr>
            <p:spPr>
              <a:xfrm>
                <a:off x="210168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1" name="ph7061"/>
              <p:cNvSpPr/>
              <p:nvPr/>
            </p:nvSpPr>
            <p:spPr>
              <a:xfrm>
                <a:off x="211112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2" name="ph7062"/>
              <p:cNvSpPr/>
              <p:nvPr/>
            </p:nvSpPr>
            <p:spPr>
              <a:xfrm>
                <a:off x="212056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3" name="ph7063"/>
              <p:cNvSpPr/>
              <p:nvPr/>
            </p:nvSpPr>
            <p:spPr>
              <a:xfrm>
                <a:off x="213001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4" name="ph7064"/>
              <p:cNvSpPr/>
              <p:nvPr/>
            </p:nvSpPr>
            <p:spPr>
              <a:xfrm>
                <a:off x="213945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5" name="ph7065"/>
              <p:cNvSpPr/>
              <p:nvPr/>
            </p:nvSpPr>
            <p:spPr>
              <a:xfrm>
                <a:off x="214889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6" name="ph7066"/>
              <p:cNvSpPr/>
              <p:nvPr/>
            </p:nvSpPr>
            <p:spPr>
              <a:xfrm>
                <a:off x="215833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7" name="ph7067"/>
              <p:cNvSpPr/>
              <p:nvPr/>
            </p:nvSpPr>
            <p:spPr>
              <a:xfrm>
                <a:off x="216777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8" name="ph7068"/>
              <p:cNvSpPr/>
              <p:nvPr/>
            </p:nvSpPr>
            <p:spPr>
              <a:xfrm>
                <a:off x="217721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9" name="ph7069"/>
              <p:cNvSpPr/>
              <p:nvPr/>
            </p:nvSpPr>
            <p:spPr>
              <a:xfrm>
                <a:off x="218665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0" name="ph7070"/>
              <p:cNvSpPr/>
              <p:nvPr/>
            </p:nvSpPr>
            <p:spPr>
              <a:xfrm>
                <a:off x="219609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1" name="ph7071"/>
              <p:cNvSpPr/>
              <p:nvPr/>
            </p:nvSpPr>
            <p:spPr>
              <a:xfrm>
                <a:off x="220553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2" name="ph7072"/>
              <p:cNvSpPr/>
              <p:nvPr/>
            </p:nvSpPr>
            <p:spPr>
              <a:xfrm>
                <a:off x="221497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3" name="ph7073"/>
              <p:cNvSpPr/>
              <p:nvPr/>
            </p:nvSpPr>
            <p:spPr>
              <a:xfrm>
                <a:off x="222441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4" name="ph7074"/>
              <p:cNvSpPr/>
              <p:nvPr/>
            </p:nvSpPr>
            <p:spPr>
              <a:xfrm>
                <a:off x="223385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5" name="ph7075"/>
              <p:cNvSpPr/>
              <p:nvPr/>
            </p:nvSpPr>
            <p:spPr>
              <a:xfrm>
                <a:off x="224329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6" name="ph7076"/>
              <p:cNvSpPr/>
              <p:nvPr/>
            </p:nvSpPr>
            <p:spPr>
              <a:xfrm>
                <a:off x="225273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7" name="ph7077"/>
              <p:cNvSpPr/>
              <p:nvPr/>
            </p:nvSpPr>
            <p:spPr>
              <a:xfrm>
                <a:off x="226217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8" name="ph7078"/>
              <p:cNvSpPr/>
              <p:nvPr/>
            </p:nvSpPr>
            <p:spPr>
              <a:xfrm>
                <a:off x="227161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9" name="ph7079"/>
              <p:cNvSpPr/>
              <p:nvPr/>
            </p:nvSpPr>
            <p:spPr>
              <a:xfrm>
                <a:off x="228105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0" name="ph7080"/>
              <p:cNvSpPr/>
              <p:nvPr/>
            </p:nvSpPr>
            <p:spPr>
              <a:xfrm>
                <a:off x="229049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1" name="ph7081"/>
              <p:cNvSpPr/>
              <p:nvPr/>
            </p:nvSpPr>
            <p:spPr>
              <a:xfrm>
                <a:off x="229993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2" name="ph7082"/>
              <p:cNvSpPr/>
              <p:nvPr/>
            </p:nvSpPr>
            <p:spPr>
              <a:xfrm>
                <a:off x="230937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3" name="ph7083"/>
              <p:cNvSpPr/>
              <p:nvPr/>
            </p:nvSpPr>
            <p:spPr>
              <a:xfrm>
                <a:off x="231881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4" name="ph7084"/>
              <p:cNvSpPr/>
              <p:nvPr/>
            </p:nvSpPr>
            <p:spPr>
              <a:xfrm>
                <a:off x="232825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5" name="ph7085"/>
              <p:cNvSpPr/>
              <p:nvPr/>
            </p:nvSpPr>
            <p:spPr>
              <a:xfrm>
                <a:off x="233769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6" name="ph7086"/>
              <p:cNvSpPr/>
              <p:nvPr/>
            </p:nvSpPr>
            <p:spPr>
              <a:xfrm>
                <a:off x="234713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7" name="ph7087"/>
              <p:cNvSpPr/>
              <p:nvPr/>
            </p:nvSpPr>
            <p:spPr>
              <a:xfrm>
                <a:off x="235657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8" name="ph7088"/>
              <p:cNvSpPr/>
              <p:nvPr/>
            </p:nvSpPr>
            <p:spPr>
              <a:xfrm>
                <a:off x="2366016" y="1236593"/>
                <a:ext cx="92191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1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036" y="896830"/>
                    </a:lnTo>
                    <a:lnTo>
                      <a:pt x="917199" y="899899"/>
                    </a:lnTo>
                    <a:lnTo>
                      <a:pt x="920287" y="909003"/>
                    </a:lnTo>
                    <a:lnTo>
                      <a:pt x="921917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9" name="ph7089"/>
              <p:cNvSpPr/>
              <p:nvPr/>
            </p:nvSpPr>
            <p:spPr>
              <a:xfrm>
                <a:off x="3376121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759" y="914400"/>
                    </a:lnTo>
                    <a:lnTo>
                      <a:pt x="914400" y="912952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0" name="ph7090"/>
              <p:cNvSpPr/>
              <p:nvPr/>
            </p:nvSpPr>
            <p:spPr>
              <a:xfrm>
                <a:off x="3385562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952"/>
                    </a:lnTo>
                    <a:lnTo>
                      <a:pt x="907471" y="910736"/>
                    </a:lnTo>
                    <a:lnTo>
                      <a:pt x="912734" y="906681"/>
                    </a:lnTo>
                    <a:lnTo>
                      <a:pt x="914400" y="905577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1" name="ph7091"/>
              <p:cNvSpPr/>
              <p:nvPr/>
            </p:nvSpPr>
            <p:spPr>
              <a:xfrm>
                <a:off x="3395002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577"/>
                    </a:lnTo>
                    <a:lnTo>
                      <a:pt x="908660" y="903125"/>
                    </a:lnTo>
                    <a:lnTo>
                      <a:pt x="914115" y="900074"/>
                    </a:lnTo>
                    <a:lnTo>
                      <a:pt x="914400" y="89993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2" name="ph7092"/>
              <p:cNvSpPr/>
              <p:nvPr/>
            </p:nvSpPr>
            <p:spPr>
              <a:xfrm>
                <a:off x="3404442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499"/>
                    </a:lnTo>
                    <a:lnTo>
                      <a:pt x="911055" y="914400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3" name="ph7093"/>
              <p:cNvSpPr/>
              <p:nvPr/>
            </p:nvSpPr>
            <p:spPr>
              <a:xfrm>
                <a:off x="340444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4" name="ph7094"/>
              <p:cNvSpPr/>
              <p:nvPr/>
            </p:nvSpPr>
            <p:spPr>
              <a:xfrm>
                <a:off x="341388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5" name="ph7095"/>
              <p:cNvSpPr/>
              <p:nvPr/>
            </p:nvSpPr>
            <p:spPr>
              <a:xfrm>
                <a:off x="342332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6" name="ph7096"/>
              <p:cNvSpPr/>
              <p:nvPr/>
            </p:nvSpPr>
            <p:spPr>
              <a:xfrm>
                <a:off x="343276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7" name="ph7097"/>
              <p:cNvSpPr/>
              <p:nvPr/>
            </p:nvSpPr>
            <p:spPr>
              <a:xfrm>
                <a:off x="344220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8" name="ph7098"/>
              <p:cNvSpPr/>
              <p:nvPr/>
            </p:nvSpPr>
            <p:spPr>
              <a:xfrm>
                <a:off x="345164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9" name="ph7099"/>
              <p:cNvSpPr/>
              <p:nvPr/>
            </p:nvSpPr>
            <p:spPr>
              <a:xfrm>
                <a:off x="346108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0" name="ph7100"/>
              <p:cNvSpPr/>
              <p:nvPr/>
            </p:nvSpPr>
            <p:spPr>
              <a:xfrm>
                <a:off x="347052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1" name="ph7101"/>
              <p:cNvSpPr/>
              <p:nvPr/>
            </p:nvSpPr>
            <p:spPr>
              <a:xfrm>
                <a:off x="347996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2" name="ph7102"/>
              <p:cNvSpPr/>
              <p:nvPr/>
            </p:nvSpPr>
            <p:spPr>
              <a:xfrm>
                <a:off x="348940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3" name="ph7103"/>
              <p:cNvSpPr/>
              <p:nvPr/>
            </p:nvSpPr>
            <p:spPr>
              <a:xfrm>
                <a:off x="349884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4" name="ph7104"/>
              <p:cNvSpPr/>
              <p:nvPr/>
            </p:nvSpPr>
            <p:spPr>
              <a:xfrm>
                <a:off x="350828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5" name="ph7105"/>
              <p:cNvSpPr/>
              <p:nvPr/>
            </p:nvSpPr>
            <p:spPr>
              <a:xfrm>
                <a:off x="351772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6" name="ph7106"/>
              <p:cNvSpPr/>
              <p:nvPr/>
            </p:nvSpPr>
            <p:spPr>
              <a:xfrm>
                <a:off x="352716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7" name="ph7107"/>
              <p:cNvSpPr/>
              <p:nvPr/>
            </p:nvSpPr>
            <p:spPr>
              <a:xfrm>
                <a:off x="353660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8" name="ph7108"/>
              <p:cNvSpPr/>
              <p:nvPr/>
            </p:nvSpPr>
            <p:spPr>
              <a:xfrm>
                <a:off x="354604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9" name="ph7109"/>
              <p:cNvSpPr/>
              <p:nvPr/>
            </p:nvSpPr>
            <p:spPr>
              <a:xfrm>
                <a:off x="355548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0" name="ph7110"/>
              <p:cNvSpPr/>
              <p:nvPr/>
            </p:nvSpPr>
            <p:spPr>
              <a:xfrm>
                <a:off x="356492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1" name="ph7111"/>
              <p:cNvSpPr/>
              <p:nvPr/>
            </p:nvSpPr>
            <p:spPr>
              <a:xfrm>
                <a:off x="357436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2" name="ph7112"/>
              <p:cNvSpPr/>
              <p:nvPr/>
            </p:nvSpPr>
            <p:spPr>
              <a:xfrm>
                <a:off x="358380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3" name="ph7113"/>
              <p:cNvSpPr/>
              <p:nvPr/>
            </p:nvSpPr>
            <p:spPr>
              <a:xfrm>
                <a:off x="359324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4" name="ph7114"/>
              <p:cNvSpPr/>
              <p:nvPr/>
            </p:nvSpPr>
            <p:spPr>
              <a:xfrm>
                <a:off x="360268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5" name="ph7115"/>
              <p:cNvSpPr/>
              <p:nvPr/>
            </p:nvSpPr>
            <p:spPr>
              <a:xfrm>
                <a:off x="361212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6" name="ph7116"/>
              <p:cNvSpPr/>
              <p:nvPr/>
            </p:nvSpPr>
            <p:spPr>
              <a:xfrm>
                <a:off x="362156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7" name="ph7117"/>
              <p:cNvSpPr/>
              <p:nvPr/>
            </p:nvSpPr>
            <p:spPr>
              <a:xfrm>
                <a:off x="363100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8" name="ph7118"/>
              <p:cNvSpPr/>
              <p:nvPr/>
            </p:nvSpPr>
            <p:spPr>
              <a:xfrm>
                <a:off x="364044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9" name="ph7119"/>
              <p:cNvSpPr/>
              <p:nvPr/>
            </p:nvSpPr>
            <p:spPr>
              <a:xfrm>
                <a:off x="364988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0" name="ph7120"/>
              <p:cNvSpPr/>
              <p:nvPr/>
            </p:nvSpPr>
            <p:spPr>
              <a:xfrm>
                <a:off x="365932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1" name="ph7121"/>
              <p:cNvSpPr/>
              <p:nvPr/>
            </p:nvSpPr>
            <p:spPr>
              <a:xfrm>
                <a:off x="366876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2" name="ph7122"/>
              <p:cNvSpPr/>
              <p:nvPr/>
            </p:nvSpPr>
            <p:spPr>
              <a:xfrm>
                <a:off x="367820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3" name="ph7123"/>
              <p:cNvSpPr/>
              <p:nvPr/>
            </p:nvSpPr>
            <p:spPr>
              <a:xfrm>
                <a:off x="368764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4" name="ph7124"/>
              <p:cNvSpPr/>
              <p:nvPr/>
            </p:nvSpPr>
            <p:spPr>
              <a:xfrm>
                <a:off x="369708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5" name="ph7125"/>
              <p:cNvSpPr/>
              <p:nvPr/>
            </p:nvSpPr>
            <p:spPr>
              <a:xfrm>
                <a:off x="370653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6" name="ph7126"/>
              <p:cNvSpPr/>
              <p:nvPr/>
            </p:nvSpPr>
            <p:spPr>
              <a:xfrm>
                <a:off x="371597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7" name="ph7127"/>
              <p:cNvSpPr/>
              <p:nvPr/>
            </p:nvSpPr>
            <p:spPr>
              <a:xfrm>
                <a:off x="372541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8" name="ph7128"/>
              <p:cNvSpPr/>
              <p:nvPr/>
            </p:nvSpPr>
            <p:spPr>
              <a:xfrm>
                <a:off x="373485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9" name="ph7129"/>
              <p:cNvSpPr/>
              <p:nvPr/>
            </p:nvSpPr>
            <p:spPr>
              <a:xfrm>
                <a:off x="374429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0" name="ph7130"/>
              <p:cNvSpPr/>
              <p:nvPr/>
            </p:nvSpPr>
            <p:spPr>
              <a:xfrm>
                <a:off x="375373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1" name="ph7131"/>
              <p:cNvSpPr/>
              <p:nvPr/>
            </p:nvSpPr>
            <p:spPr>
              <a:xfrm>
                <a:off x="376317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2" name="ph7132"/>
              <p:cNvSpPr/>
              <p:nvPr/>
            </p:nvSpPr>
            <p:spPr>
              <a:xfrm>
                <a:off x="377261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3" name="ph7133"/>
              <p:cNvSpPr/>
              <p:nvPr/>
            </p:nvSpPr>
            <p:spPr>
              <a:xfrm>
                <a:off x="378205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4" name="ph7134"/>
              <p:cNvSpPr/>
              <p:nvPr/>
            </p:nvSpPr>
            <p:spPr>
              <a:xfrm>
                <a:off x="3791492" y="123659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45"/>
                    </a:lnTo>
                    <a:lnTo>
                      <a:pt x="923775" y="914400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5" name="ph7135"/>
              <p:cNvSpPr/>
              <p:nvPr/>
            </p:nvSpPr>
            <p:spPr>
              <a:xfrm>
                <a:off x="3800932" y="1219023"/>
                <a:ext cx="920718" cy="931814"/>
              </a:xfrm>
              <a:custGeom>
                <a:avLst/>
                <a:gdLst/>
                <a:ahLst/>
                <a:cxnLst/>
                <a:rect l="0" t="0" r="0" b="0"/>
                <a:pathLst>
                  <a:path w="920718" h="931814">
                    <a:moveTo>
                      <a:pt x="914400" y="914400"/>
                    </a:moveTo>
                    <a:lnTo>
                      <a:pt x="920718" y="914400"/>
                    </a:lnTo>
                    <a:lnTo>
                      <a:pt x="918283" y="921638"/>
                    </a:lnTo>
                    <a:lnTo>
                      <a:pt x="914920" y="930573"/>
                    </a:lnTo>
                    <a:lnTo>
                      <a:pt x="914400" y="931814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6" name="ph7136"/>
              <p:cNvSpPr/>
              <p:nvPr/>
            </p:nvSpPr>
            <p:spPr>
              <a:xfrm>
                <a:off x="2007287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12" y="931969"/>
                    </a:lnTo>
                    <a:lnTo>
                      <a:pt x="905803" y="923225"/>
                    </a:lnTo>
                    <a:lnTo>
                      <a:pt x="905340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7" name="ph7137"/>
              <p:cNvSpPr/>
              <p:nvPr/>
            </p:nvSpPr>
            <p:spPr>
              <a:xfrm>
                <a:off x="200728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8" name="ph7138"/>
              <p:cNvSpPr/>
              <p:nvPr/>
            </p:nvSpPr>
            <p:spPr>
              <a:xfrm>
                <a:off x="201672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9" name="ph7139"/>
              <p:cNvSpPr/>
              <p:nvPr/>
            </p:nvSpPr>
            <p:spPr>
              <a:xfrm>
                <a:off x="202616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0" name="ph7140"/>
              <p:cNvSpPr/>
              <p:nvPr/>
            </p:nvSpPr>
            <p:spPr>
              <a:xfrm>
                <a:off x="203560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1" name="ph7141"/>
              <p:cNvSpPr/>
              <p:nvPr/>
            </p:nvSpPr>
            <p:spPr>
              <a:xfrm>
                <a:off x="204504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2" name="ph7142"/>
              <p:cNvSpPr/>
              <p:nvPr/>
            </p:nvSpPr>
            <p:spPr>
              <a:xfrm>
                <a:off x="205448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3" name="ph7143"/>
              <p:cNvSpPr/>
              <p:nvPr/>
            </p:nvSpPr>
            <p:spPr>
              <a:xfrm>
                <a:off x="206392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4" name="ph7144"/>
              <p:cNvSpPr/>
              <p:nvPr/>
            </p:nvSpPr>
            <p:spPr>
              <a:xfrm>
                <a:off x="207336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5" name="ph7145"/>
              <p:cNvSpPr/>
              <p:nvPr/>
            </p:nvSpPr>
            <p:spPr>
              <a:xfrm>
                <a:off x="208280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6" name="ph7146"/>
              <p:cNvSpPr/>
              <p:nvPr/>
            </p:nvSpPr>
            <p:spPr>
              <a:xfrm>
                <a:off x="209224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7" name="ph7147"/>
              <p:cNvSpPr/>
              <p:nvPr/>
            </p:nvSpPr>
            <p:spPr>
              <a:xfrm>
                <a:off x="210168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8" name="ph7148"/>
              <p:cNvSpPr/>
              <p:nvPr/>
            </p:nvSpPr>
            <p:spPr>
              <a:xfrm>
                <a:off x="211112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9" name="ph7149"/>
              <p:cNvSpPr/>
              <p:nvPr/>
            </p:nvSpPr>
            <p:spPr>
              <a:xfrm>
                <a:off x="212056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0" name="ph7150"/>
              <p:cNvSpPr/>
              <p:nvPr/>
            </p:nvSpPr>
            <p:spPr>
              <a:xfrm>
                <a:off x="213001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1" name="ph7151"/>
              <p:cNvSpPr/>
              <p:nvPr/>
            </p:nvSpPr>
            <p:spPr>
              <a:xfrm>
                <a:off x="213945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2" name="ph7152"/>
              <p:cNvSpPr/>
              <p:nvPr/>
            </p:nvSpPr>
            <p:spPr>
              <a:xfrm>
                <a:off x="214889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3" name="ph7153"/>
              <p:cNvSpPr/>
              <p:nvPr/>
            </p:nvSpPr>
            <p:spPr>
              <a:xfrm>
                <a:off x="215833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4" name="ph7154"/>
              <p:cNvSpPr/>
              <p:nvPr/>
            </p:nvSpPr>
            <p:spPr>
              <a:xfrm>
                <a:off x="216777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5" name="ph7155"/>
              <p:cNvSpPr/>
              <p:nvPr/>
            </p:nvSpPr>
            <p:spPr>
              <a:xfrm>
                <a:off x="217721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6" name="ph7156"/>
              <p:cNvSpPr/>
              <p:nvPr/>
            </p:nvSpPr>
            <p:spPr>
              <a:xfrm>
                <a:off x="218665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7" name="ph7157"/>
              <p:cNvSpPr/>
              <p:nvPr/>
            </p:nvSpPr>
            <p:spPr>
              <a:xfrm>
                <a:off x="219609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8" name="ph7158"/>
              <p:cNvSpPr/>
              <p:nvPr/>
            </p:nvSpPr>
            <p:spPr>
              <a:xfrm>
                <a:off x="220553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9" name="ph7159"/>
              <p:cNvSpPr/>
              <p:nvPr/>
            </p:nvSpPr>
            <p:spPr>
              <a:xfrm>
                <a:off x="221497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0" name="ph7160"/>
              <p:cNvSpPr/>
              <p:nvPr/>
            </p:nvSpPr>
            <p:spPr>
              <a:xfrm>
                <a:off x="222441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1" name="ph7161"/>
              <p:cNvSpPr/>
              <p:nvPr/>
            </p:nvSpPr>
            <p:spPr>
              <a:xfrm>
                <a:off x="223385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2" name="ph7162"/>
              <p:cNvSpPr/>
              <p:nvPr/>
            </p:nvSpPr>
            <p:spPr>
              <a:xfrm>
                <a:off x="224329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3" name="ph7163"/>
              <p:cNvSpPr/>
              <p:nvPr/>
            </p:nvSpPr>
            <p:spPr>
              <a:xfrm>
                <a:off x="225273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4" name="ph7164"/>
              <p:cNvSpPr/>
              <p:nvPr/>
            </p:nvSpPr>
            <p:spPr>
              <a:xfrm>
                <a:off x="226217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5" name="ph7165"/>
              <p:cNvSpPr/>
              <p:nvPr/>
            </p:nvSpPr>
            <p:spPr>
              <a:xfrm>
                <a:off x="227161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6" name="ph7166"/>
              <p:cNvSpPr/>
              <p:nvPr/>
            </p:nvSpPr>
            <p:spPr>
              <a:xfrm>
                <a:off x="228105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7" name="ph7167"/>
              <p:cNvSpPr/>
              <p:nvPr/>
            </p:nvSpPr>
            <p:spPr>
              <a:xfrm>
                <a:off x="229049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8" name="ph7168"/>
              <p:cNvSpPr/>
              <p:nvPr/>
            </p:nvSpPr>
            <p:spPr>
              <a:xfrm>
                <a:off x="229993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9" name="ph7169"/>
              <p:cNvSpPr/>
              <p:nvPr/>
            </p:nvSpPr>
            <p:spPr>
              <a:xfrm>
                <a:off x="230937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0" name="ph7170"/>
              <p:cNvSpPr/>
              <p:nvPr/>
            </p:nvSpPr>
            <p:spPr>
              <a:xfrm>
                <a:off x="231881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1" name="ph7171"/>
              <p:cNvSpPr/>
              <p:nvPr/>
            </p:nvSpPr>
            <p:spPr>
              <a:xfrm>
                <a:off x="232825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2" name="ph7172"/>
              <p:cNvSpPr/>
              <p:nvPr/>
            </p:nvSpPr>
            <p:spPr>
              <a:xfrm>
                <a:off x="233769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3" name="ph7173"/>
              <p:cNvSpPr/>
              <p:nvPr/>
            </p:nvSpPr>
            <p:spPr>
              <a:xfrm>
                <a:off x="234713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4" name="ph7174"/>
              <p:cNvSpPr/>
              <p:nvPr/>
            </p:nvSpPr>
            <p:spPr>
              <a:xfrm>
                <a:off x="2366016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18" y="896830"/>
                    </a:lnTo>
                    <a:lnTo>
                      <a:pt x="910294" y="900198"/>
                    </a:lnTo>
                    <a:lnTo>
                      <a:pt x="913865" y="908669"/>
                    </a:lnTo>
                    <a:lnTo>
                      <a:pt x="914400" y="91008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5" name="ph7175"/>
              <p:cNvSpPr/>
              <p:nvPr/>
            </p:nvSpPr>
            <p:spPr>
              <a:xfrm>
                <a:off x="2366016" y="1219023"/>
                <a:ext cx="916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36" h="914400">
                    <a:moveTo>
                      <a:pt x="914400" y="914400"/>
                    </a:moveTo>
                    <a:lnTo>
                      <a:pt x="914400" y="910080"/>
                    </a:lnTo>
                    <a:lnTo>
                      <a:pt x="916036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6" name="ph7176"/>
              <p:cNvSpPr/>
              <p:nvPr/>
            </p:nvSpPr>
            <p:spPr>
              <a:xfrm>
                <a:off x="3404442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55" y="914400"/>
                    </a:lnTo>
                    <a:lnTo>
                      <a:pt x="914400" y="91269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7" name="ph7177"/>
              <p:cNvSpPr/>
              <p:nvPr/>
            </p:nvSpPr>
            <p:spPr>
              <a:xfrm>
                <a:off x="3413882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269"/>
                    </a:lnTo>
                    <a:lnTo>
                      <a:pt x="909156" y="928078"/>
                    </a:lnTo>
                    <a:lnTo>
                      <a:pt x="910298" y="917076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8" name="ph7178"/>
              <p:cNvSpPr/>
              <p:nvPr/>
            </p:nvSpPr>
            <p:spPr>
              <a:xfrm>
                <a:off x="341388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9" name="ph7179"/>
              <p:cNvSpPr/>
              <p:nvPr/>
            </p:nvSpPr>
            <p:spPr>
              <a:xfrm>
                <a:off x="342332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0" name="ph7180"/>
              <p:cNvSpPr/>
              <p:nvPr/>
            </p:nvSpPr>
            <p:spPr>
              <a:xfrm>
                <a:off x="343276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1" name="ph7181"/>
              <p:cNvSpPr/>
              <p:nvPr/>
            </p:nvSpPr>
            <p:spPr>
              <a:xfrm>
                <a:off x="344220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2" name="ph7182"/>
              <p:cNvSpPr/>
              <p:nvPr/>
            </p:nvSpPr>
            <p:spPr>
              <a:xfrm>
                <a:off x="345164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3" name="ph7183"/>
              <p:cNvSpPr/>
              <p:nvPr/>
            </p:nvSpPr>
            <p:spPr>
              <a:xfrm>
                <a:off x="346108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4" name="ph7184"/>
              <p:cNvSpPr/>
              <p:nvPr/>
            </p:nvSpPr>
            <p:spPr>
              <a:xfrm>
                <a:off x="347052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5" name="ph7185"/>
              <p:cNvSpPr/>
              <p:nvPr/>
            </p:nvSpPr>
            <p:spPr>
              <a:xfrm>
                <a:off x="347996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6" name="ph7186"/>
              <p:cNvSpPr/>
              <p:nvPr/>
            </p:nvSpPr>
            <p:spPr>
              <a:xfrm>
                <a:off x="348940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7" name="ph7187"/>
              <p:cNvSpPr/>
              <p:nvPr/>
            </p:nvSpPr>
            <p:spPr>
              <a:xfrm>
                <a:off x="349884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8" name="ph7188"/>
              <p:cNvSpPr/>
              <p:nvPr/>
            </p:nvSpPr>
            <p:spPr>
              <a:xfrm>
                <a:off x="350828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9" name="ph7189"/>
              <p:cNvSpPr/>
              <p:nvPr/>
            </p:nvSpPr>
            <p:spPr>
              <a:xfrm>
                <a:off x="351772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0" name="ph7190"/>
              <p:cNvSpPr/>
              <p:nvPr/>
            </p:nvSpPr>
            <p:spPr>
              <a:xfrm>
                <a:off x="352716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1" name="ph7191"/>
              <p:cNvSpPr/>
              <p:nvPr/>
            </p:nvSpPr>
            <p:spPr>
              <a:xfrm>
                <a:off x="353660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2" name="ph7192"/>
              <p:cNvSpPr/>
              <p:nvPr/>
            </p:nvSpPr>
            <p:spPr>
              <a:xfrm>
                <a:off x="354604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3" name="ph7193"/>
              <p:cNvSpPr/>
              <p:nvPr/>
            </p:nvSpPr>
            <p:spPr>
              <a:xfrm>
                <a:off x="355548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4" name="ph7194"/>
              <p:cNvSpPr/>
              <p:nvPr/>
            </p:nvSpPr>
            <p:spPr>
              <a:xfrm>
                <a:off x="356492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5" name="ph7195"/>
              <p:cNvSpPr/>
              <p:nvPr/>
            </p:nvSpPr>
            <p:spPr>
              <a:xfrm>
                <a:off x="357436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6" name="ph7196"/>
              <p:cNvSpPr/>
              <p:nvPr/>
            </p:nvSpPr>
            <p:spPr>
              <a:xfrm>
                <a:off x="358380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7" name="ph7197"/>
              <p:cNvSpPr/>
              <p:nvPr/>
            </p:nvSpPr>
            <p:spPr>
              <a:xfrm>
                <a:off x="359324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8" name="ph7198"/>
              <p:cNvSpPr/>
              <p:nvPr/>
            </p:nvSpPr>
            <p:spPr>
              <a:xfrm>
                <a:off x="360268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9" name="ph7199"/>
              <p:cNvSpPr/>
              <p:nvPr/>
            </p:nvSpPr>
            <p:spPr>
              <a:xfrm>
                <a:off x="361212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0" name="ph7200"/>
              <p:cNvSpPr/>
              <p:nvPr/>
            </p:nvSpPr>
            <p:spPr>
              <a:xfrm>
                <a:off x="362156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1" name="ph7201"/>
              <p:cNvSpPr/>
              <p:nvPr/>
            </p:nvSpPr>
            <p:spPr>
              <a:xfrm>
                <a:off x="363100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2" name="ph7202"/>
              <p:cNvSpPr/>
              <p:nvPr/>
            </p:nvSpPr>
            <p:spPr>
              <a:xfrm>
                <a:off x="364044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3" name="ph7203"/>
              <p:cNvSpPr/>
              <p:nvPr/>
            </p:nvSpPr>
            <p:spPr>
              <a:xfrm>
                <a:off x="364988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4" name="ph7204"/>
              <p:cNvSpPr/>
              <p:nvPr/>
            </p:nvSpPr>
            <p:spPr>
              <a:xfrm>
                <a:off x="365932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5" name="ph7205"/>
              <p:cNvSpPr/>
              <p:nvPr/>
            </p:nvSpPr>
            <p:spPr>
              <a:xfrm>
                <a:off x="366876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6" name="ph7206"/>
              <p:cNvSpPr/>
              <p:nvPr/>
            </p:nvSpPr>
            <p:spPr>
              <a:xfrm>
                <a:off x="367820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7" name="ph7207"/>
              <p:cNvSpPr/>
              <p:nvPr/>
            </p:nvSpPr>
            <p:spPr>
              <a:xfrm>
                <a:off x="368764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8" name="ph7208"/>
              <p:cNvSpPr/>
              <p:nvPr/>
            </p:nvSpPr>
            <p:spPr>
              <a:xfrm>
                <a:off x="369708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9" name="ph7209"/>
              <p:cNvSpPr/>
              <p:nvPr/>
            </p:nvSpPr>
            <p:spPr>
              <a:xfrm>
                <a:off x="370653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0" name="ph7210"/>
              <p:cNvSpPr/>
              <p:nvPr/>
            </p:nvSpPr>
            <p:spPr>
              <a:xfrm>
                <a:off x="371597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1" name="ph7211"/>
              <p:cNvSpPr/>
              <p:nvPr/>
            </p:nvSpPr>
            <p:spPr>
              <a:xfrm>
                <a:off x="372541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2" name="ph7212"/>
              <p:cNvSpPr/>
              <p:nvPr/>
            </p:nvSpPr>
            <p:spPr>
              <a:xfrm>
                <a:off x="373485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3" name="ph7213"/>
              <p:cNvSpPr/>
              <p:nvPr/>
            </p:nvSpPr>
            <p:spPr>
              <a:xfrm>
                <a:off x="374429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4" name="ph7214"/>
              <p:cNvSpPr/>
              <p:nvPr/>
            </p:nvSpPr>
            <p:spPr>
              <a:xfrm>
                <a:off x="375373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5" name="ph7215"/>
              <p:cNvSpPr/>
              <p:nvPr/>
            </p:nvSpPr>
            <p:spPr>
              <a:xfrm>
                <a:off x="376317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6" name="ph7216"/>
              <p:cNvSpPr/>
              <p:nvPr/>
            </p:nvSpPr>
            <p:spPr>
              <a:xfrm>
                <a:off x="377261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7" name="ph7217"/>
              <p:cNvSpPr/>
              <p:nvPr/>
            </p:nvSpPr>
            <p:spPr>
              <a:xfrm>
                <a:off x="378205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8" name="ph7218"/>
              <p:cNvSpPr/>
              <p:nvPr/>
            </p:nvSpPr>
            <p:spPr>
              <a:xfrm>
                <a:off x="379149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9" name="ph7219"/>
              <p:cNvSpPr/>
              <p:nvPr/>
            </p:nvSpPr>
            <p:spPr>
              <a:xfrm>
                <a:off x="3800932" y="121902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204"/>
                    </a:lnTo>
                    <a:lnTo>
                      <a:pt x="921393" y="912392"/>
                    </a:lnTo>
                    <a:lnTo>
                      <a:pt x="920718" y="914400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0" name="ph7220"/>
              <p:cNvSpPr/>
              <p:nvPr/>
            </p:nvSpPr>
            <p:spPr>
              <a:xfrm>
                <a:off x="3810372" y="1201453"/>
                <a:ext cx="916390" cy="921773"/>
              </a:xfrm>
              <a:custGeom>
                <a:avLst/>
                <a:gdLst/>
                <a:ahLst/>
                <a:cxnLst/>
                <a:rect l="0" t="0" r="0" b="0"/>
                <a:pathLst>
                  <a:path w="916390" h="921773">
                    <a:moveTo>
                      <a:pt x="914400" y="914400"/>
                    </a:moveTo>
                    <a:lnTo>
                      <a:pt x="916390" y="914400"/>
                    </a:lnTo>
                    <a:lnTo>
                      <a:pt x="914802" y="920428"/>
                    </a:lnTo>
                    <a:lnTo>
                      <a:pt x="914400" y="921773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1" name="ph7221"/>
              <p:cNvSpPr/>
              <p:nvPr/>
            </p:nvSpPr>
            <p:spPr>
              <a:xfrm>
                <a:off x="2007287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40" y="931969"/>
                    </a:lnTo>
                    <a:lnTo>
                      <a:pt x="905226" y="929809"/>
                    </a:lnTo>
                    <a:lnTo>
                      <a:pt x="904959" y="918782"/>
                    </a:lnTo>
                    <a:lnTo>
                      <a:pt x="904976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2" name="ph7222"/>
              <p:cNvSpPr/>
              <p:nvPr/>
            </p:nvSpPr>
            <p:spPr>
              <a:xfrm>
                <a:off x="200728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3" name="ph7223"/>
              <p:cNvSpPr/>
              <p:nvPr/>
            </p:nvSpPr>
            <p:spPr>
              <a:xfrm>
                <a:off x="201672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4" name="ph7224"/>
              <p:cNvSpPr/>
              <p:nvPr/>
            </p:nvSpPr>
            <p:spPr>
              <a:xfrm>
                <a:off x="202616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5" name="ph7225"/>
              <p:cNvSpPr/>
              <p:nvPr/>
            </p:nvSpPr>
            <p:spPr>
              <a:xfrm>
                <a:off x="203560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6" name="ph7226"/>
              <p:cNvSpPr/>
              <p:nvPr/>
            </p:nvSpPr>
            <p:spPr>
              <a:xfrm>
                <a:off x="204504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7" name="ph7227"/>
              <p:cNvSpPr/>
              <p:nvPr/>
            </p:nvSpPr>
            <p:spPr>
              <a:xfrm>
                <a:off x="205448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8" name="ph7228"/>
              <p:cNvSpPr/>
              <p:nvPr/>
            </p:nvSpPr>
            <p:spPr>
              <a:xfrm>
                <a:off x="206392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9" name="ph7229"/>
              <p:cNvSpPr/>
              <p:nvPr/>
            </p:nvSpPr>
            <p:spPr>
              <a:xfrm>
                <a:off x="207336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0" name="ph7230"/>
              <p:cNvSpPr/>
              <p:nvPr/>
            </p:nvSpPr>
            <p:spPr>
              <a:xfrm>
                <a:off x="208280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1" name="ph7231"/>
              <p:cNvSpPr/>
              <p:nvPr/>
            </p:nvSpPr>
            <p:spPr>
              <a:xfrm>
                <a:off x="209224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2" name="ph7232"/>
              <p:cNvSpPr/>
              <p:nvPr/>
            </p:nvSpPr>
            <p:spPr>
              <a:xfrm>
                <a:off x="210168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3" name="ph7233"/>
              <p:cNvSpPr/>
              <p:nvPr/>
            </p:nvSpPr>
            <p:spPr>
              <a:xfrm>
                <a:off x="211112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4" name="ph7234"/>
              <p:cNvSpPr/>
              <p:nvPr/>
            </p:nvSpPr>
            <p:spPr>
              <a:xfrm>
                <a:off x="212056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5" name="ph7235"/>
              <p:cNvSpPr/>
              <p:nvPr/>
            </p:nvSpPr>
            <p:spPr>
              <a:xfrm>
                <a:off x="213001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6" name="ph7236"/>
              <p:cNvSpPr/>
              <p:nvPr/>
            </p:nvSpPr>
            <p:spPr>
              <a:xfrm>
                <a:off x="213945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7" name="ph7237"/>
              <p:cNvSpPr/>
              <p:nvPr/>
            </p:nvSpPr>
            <p:spPr>
              <a:xfrm>
                <a:off x="214889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8" name="ph7238"/>
              <p:cNvSpPr/>
              <p:nvPr/>
            </p:nvSpPr>
            <p:spPr>
              <a:xfrm>
                <a:off x="215833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9" name="ph7239"/>
              <p:cNvSpPr/>
              <p:nvPr/>
            </p:nvSpPr>
            <p:spPr>
              <a:xfrm>
                <a:off x="216777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0" name="ph7240"/>
              <p:cNvSpPr/>
              <p:nvPr/>
            </p:nvSpPr>
            <p:spPr>
              <a:xfrm>
                <a:off x="217721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1" name="ph7241"/>
              <p:cNvSpPr/>
              <p:nvPr/>
            </p:nvSpPr>
            <p:spPr>
              <a:xfrm>
                <a:off x="218665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2" name="ph7242"/>
              <p:cNvSpPr/>
              <p:nvPr/>
            </p:nvSpPr>
            <p:spPr>
              <a:xfrm>
                <a:off x="219609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3" name="ph7243"/>
              <p:cNvSpPr/>
              <p:nvPr/>
            </p:nvSpPr>
            <p:spPr>
              <a:xfrm>
                <a:off x="220553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4" name="ph7244"/>
              <p:cNvSpPr/>
              <p:nvPr/>
            </p:nvSpPr>
            <p:spPr>
              <a:xfrm>
                <a:off x="221497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5" name="ph7245"/>
              <p:cNvSpPr/>
              <p:nvPr/>
            </p:nvSpPr>
            <p:spPr>
              <a:xfrm>
                <a:off x="222441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6" name="ph7246"/>
              <p:cNvSpPr/>
              <p:nvPr/>
            </p:nvSpPr>
            <p:spPr>
              <a:xfrm>
                <a:off x="223385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7" name="ph7247"/>
              <p:cNvSpPr/>
              <p:nvPr/>
            </p:nvSpPr>
            <p:spPr>
              <a:xfrm>
                <a:off x="224329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8" name="ph7248"/>
              <p:cNvSpPr/>
              <p:nvPr/>
            </p:nvSpPr>
            <p:spPr>
              <a:xfrm>
                <a:off x="225273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9" name="ph7249"/>
              <p:cNvSpPr/>
              <p:nvPr/>
            </p:nvSpPr>
            <p:spPr>
              <a:xfrm>
                <a:off x="226217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0" name="ph7250"/>
              <p:cNvSpPr/>
              <p:nvPr/>
            </p:nvSpPr>
            <p:spPr>
              <a:xfrm>
                <a:off x="227161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1" name="ph7251"/>
              <p:cNvSpPr/>
              <p:nvPr/>
            </p:nvSpPr>
            <p:spPr>
              <a:xfrm>
                <a:off x="228105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2" name="ph7252"/>
              <p:cNvSpPr/>
              <p:nvPr/>
            </p:nvSpPr>
            <p:spPr>
              <a:xfrm>
                <a:off x="229049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3" name="ph7253"/>
              <p:cNvSpPr/>
              <p:nvPr/>
            </p:nvSpPr>
            <p:spPr>
              <a:xfrm>
                <a:off x="229993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4" name="ph7254"/>
              <p:cNvSpPr/>
              <p:nvPr/>
            </p:nvSpPr>
            <p:spPr>
              <a:xfrm>
                <a:off x="230937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5" name="ph7255"/>
              <p:cNvSpPr/>
              <p:nvPr/>
            </p:nvSpPr>
            <p:spPr>
              <a:xfrm>
                <a:off x="231881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6" name="ph7256"/>
              <p:cNvSpPr/>
              <p:nvPr/>
            </p:nvSpPr>
            <p:spPr>
              <a:xfrm>
                <a:off x="232825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7" name="ph7257"/>
              <p:cNvSpPr/>
              <p:nvPr/>
            </p:nvSpPr>
            <p:spPr>
              <a:xfrm>
                <a:off x="233769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8" name="ph7258"/>
              <p:cNvSpPr/>
              <p:nvPr/>
            </p:nvSpPr>
            <p:spPr>
              <a:xfrm>
                <a:off x="2356575" y="120145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10" y="896830"/>
                    </a:lnTo>
                    <a:lnTo>
                      <a:pt x="911919" y="901898"/>
                    </a:lnTo>
                    <a:lnTo>
                      <a:pt x="914399" y="906684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9" name="ph7259"/>
              <p:cNvSpPr/>
              <p:nvPr/>
            </p:nvSpPr>
            <p:spPr>
              <a:xfrm>
                <a:off x="2356575" y="1201453"/>
                <a:ext cx="9181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9" h="914400">
                    <a:moveTo>
                      <a:pt x="914399" y="914400"/>
                    </a:moveTo>
                    <a:lnTo>
                      <a:pt x="914399" y="906684"/>
                    </a:lnTo>
                    <a:lnTo>
                      <a:pt x="915936" y="909647"/>
                    </a:lnTo>
                    <a:lnTo>
                      <a:pt x="918159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0" name="ph7260"/>
              <p:cNvSpPr/>
              <p:nvPr/>
            </p:nvSpPr>
            <p:spPr>
              <a:xfrm>
                <a:off x="3413882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656" y="931969"/>
                    </a:lnTo>
                    <a:lnTo>
                      <a:pt x="911752" y="923773"/>
                    </a:lnTo>
                    <a:lnTo>
                      <a:pt x="913295" y="914400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1" name="ph7261"/>
              <p:cNvSpPr/>
              <p:nvPr/>
            </p:nvSpPr>
            <p:spPr>
              <a:xfrm>
                <a:off x="341388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2" name="ph7262"/>
              <p:cNvSpPr/>
              <p:nvPr/>
            </p:nvSpPr>
            <p:spPr>
              <a:xfrm>
                <a:off x="342332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3" name="ph7263"/>
              <p:cNvSpPr/>
              <p:nvPr/>
            </p:nvSpPr>
            <p:spPr>
              <a:xfrm>
                <a:off x="343276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4" name="ph7264"/>
              <p:cNvSpPr/>
              <p:nvPr/>
            </p:nvSpPr>
            <p:spPr>
              <a:xfrm>
                <a:off x="344220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5" name="ph7265"/>
              <p:cNvSpPr/>
              <p:nvPr/>
            </p:nvSpPr>
            <p:spPr>
              <a:xfrm>
                <a:off x="345164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6" name="ph7266"/>
              <p:cNvSpPr/>
              <p:nvPr/>
            </p:nvSpPr>
            <p:spPr>
              <a:xfrm>
                <a:off x="346108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7" name="ph7267"/>
              <p:cNvSpPr/>
              <p:nvPr/>
            </p:nvSpPr>
            <p:spPr>
              <a:xfrm>
                <a:off x="347052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8" name="ph7268"/>
              <p:cNvSpPr/>
              <p:nvPr/>
            </p:nvSpPr>
            <p:spPr>
              <a:xfrm>
                <a:off x="347996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9" name="ph7269"/>
              <p:cNvSpPr/>
              <p:nvPr/>
            </p:nvSpPr>
            <p:spPr>
              <a:xfrm>
                <a:off x="348940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0" name="ph7270"/>
              <p:cNvSpPr/>
              <p:nvPr/>
            </p:nvSpPr>
            <p:spPr>
              <a:xfrm>
                <a:off x="349884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1" name="ph7271"/>
              <p:cNvSpPr/>
              <p:nvPr/>
            </p:nvSpPr>
            <p:spPr>
              <a:xfrm>
                <a:off x="350828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2" name="ph7272"/>
              <p:cNvSpPr/>
              <p:nvPr/>
            </p:nvSpPr>
            <p:spPr>
              <a:xfrm>
                <a:off x="351772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3" name="ph7273"/>
              <p:cNvSpPr/>
              <p:nvPr/>
            </p:nvSpPr>
            <p:spPr>
              <a:xfrm>
                <a:off x="352716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4" name="ph7274"/>
              <p:cNvSpPr/>
              <p:nvPr/>
            </p:nvSpPr>
            <p:spPr>
              <a:xfrm>
                <a:off x="353660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5" name="ph7275"/>
              <p:cNvSpPr/>
              <p:nvPr/>
            </p:nvSpPr>
            <p:spPr>
              <a:xfrm>
                <a:off x="354604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6" name="ph7276"/>
              <p:cNvSpPr/>
              <p:nvPr/>
            </p:nvSpPr>
            <p:spPr>
              <a:xfrm>
                <a:off x="355548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7" name="ph7277"/>
              <p:cNvSpPr/>
              <p:nvPr/>
            </p:nvSpPr>
            <p:spPr>
              <a:xfrm>
                <a:off x="356492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8" name="ph7278"/>
              <p:cNvSpPr/>
              <p:nvPr/>
            </p:nvSpPr>
            <p:spPr>
              <a:xfrm>
                <a:off x="357436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9" name="ph7279"/>
              <p:cNvSpPr/>
              <p:nvPr/>
            </p:nvSpPr>
            <p:spPr>
              <a:xfrm>
                <a:off x="358380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0" name="ph7280"/>
              <p:cNvSpPr/>
              <p:nvPr/>
            </p:nvSpPr>
            <p:spPr>
              <a:xfrm>
                <a:off x="359324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1" name="ph7281"/>
              <p:cNvSpPr/>
              <p:nvPr/>
            </p:nvSpPr>
            <p:spPr>
              <a:xfrm>
                <a:off x="360268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2" name="ph7282"/>
              <p:cNvSpPr/>
              <p:nvPr/>
            </p:nvSpPr>
            <p:spPr>
              <a:xfrm>
                <a:off x="361212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3" name="ph7283"/>
              <p:cNvSpPr/>
              <p:nvPr/>
            </p:nvSpPr>
            <p:spPr>
              <a:xfrm>
                <a:off x="362156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4" name="ph7284"/>
              <p:cNvSpPr/>
              <p:nvPr/>
            </p:nvSpPr>
            <p:spPr>
              <a:xfrm>
                <a:off x="363100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5" name="ph7285"/>
              <p:cNvSpPr/>
              <p:nvPr/>
            </p:nvSpPr>
            <p:spPr>
              <a:xfrm>
                <a:off x="364044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6" name="ph7286"/>
              <p:cNvSpPr/>
              <p:nvPr/>
            </p:nvSpPr>
            <p:spPr>
              <a:xfrm>
                <a:off x="364988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7" name="ph7287"/>
              <p:cNvSpPr/>
              <p:nvPr/>
            </p:nvSpPr>
            <p:spPr>
              <a:xfrm>
                <a:off x="365932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8" name="ph7288"/>
              <p:cNvSpPr/>
              <p:nvPr/>
            </p:nvSpPr>
            <p:spPr>
              <a:xfrm>
                <a:off x="366876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9" name="ph7289"/>
              <p:cNvSpPr/>
              <p:nvPr/>
            </p:nvSpPr>
            <p:spPr>
              <a:xfrm>
                <a:off x="367820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0" name="ph7290"/>
              <p:cNvSpPr/>
              <p:nvPr/>
            </p:nvSpPr>
            <p:spPr>
              <a:xfrm>
                <a:off x="368764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1" name="ph7291"/>
              <p:cNvSpPr/>
              <p:nvPr/>
            </p:nvSpPr>
            <p:spPr>
              <a:xfrm>
                <a:off x="369708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2" name="ph7292"/>
              <p:cNvSpPr/>
              <p:nvPr/>
            </p:nvSpPr>
            <p:spPr>
              <a:xfrm>
                <a:off x="370653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3" name="ph7293"/>
              <p:cNvSpPr/>
              <p:nvPr/>
            </p:nvSpPr>
            <p:spPr>
              <a:xfrm>
                <a:off x="371597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4" name="ph7294"/>
              <p:cNvSpPr/>
              <p:nvPr/>
            </p:nvSpPr>
            <p:spPr>
              <a:xfrm>
                <a:off x="372541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5" name="ph7295"/>
              <p:cNvSpPr/>
              <p:nvPr/>
            </p:nvSpPr>
            <p:spPr>
              <a:xfrm>
                <a:off x="373485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6" name="ph7296"/>
              <p:cNvSpPr/>
              <p:nvPr/>
            </p:nvSpPr>
            <p:spPr>
              <a:xfrm>
                <a:off x="374429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7" name="ph7297"/>
              <p:cNvSpPr/>
              <p:nvPr/>
            </p:nvSpPr>
            <p:spPr>
              <a:xfrm>
                <a:off x="375373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8" name="ph7298"/>
              <p:cNvSpPr/>
              <p:nvPr/>
            </p:nvSpPr>
            <p:spPr>
              <a:xfrm>
                <a:off x="376317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9" name="ph7299"/>
              <p:cNvSpPr/>
              <p:nvPr/>
            </p:nvSpPr>
            <p:spPr>
              <a:xfrm>
                <a:off x="377261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0" name="ph7300"/>
              <p:cNvSpPr/>
              <p:nvPr/>
            </p:nvSpPr>
            <p:spPr>
              <a:xfrm>
                <a:off x="378205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1" name="ph7301"/>
              <p:cNvSpPr/>
              <p:nvPr/>
            </p:nvSpPr>
            <p:spPr>
              <a:xfrm>
                <a:off x="379149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2" name="ph7302"/>
              <p:cNvSpPr/>
              <p:nvPr/>
            </p:nvSpPr>
            <p:spPr>
              <a:xfrm>
                <a:off x="380093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3" name="ph7303"/>
              <p:cNvSpPr/>
              <p:nvPr/>
            </p:nvSpPr>
            <p:spPr>
              <a:xfrm>
                <a:off x="3810372" y="1201453"/>
                <a:ext cx="9204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31" y="896830"/>
                    </a:lnTo>
                    <a:lnTo>
                      <a:pt x="919686" y="900602"/>
                    </a:lnTo>
                    <a:lnTo>
                      <a:pt x="917382" y="910633"/>
                    </a:lnTo>
                    <a:lnTo>
                      <a:pt x="916390" y="914400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4" name="ph7304"/>
              <p:cNvSpPr/>
              <p:nvPr/>
            </p:nvSpPr>
            <p:spPr>
              <a:xfrm>
                <a:off x="2007287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76" y="931969"/>
                    </a:lnTo>
                    <a:lnTo>
                      <a:pt x="905003" y="925314"/>
                    </a:lnTo>
                    <a:lnTo>
                      <a:pt x="905353" y="914400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5" name="ph7305"/>
              <p:cNvSpPr/>
              <p:nvPr/>
            </p:nvSpPr>
            <p:spPr>
              <a:xfrm>
                <a:off x="200728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6" name="ph7306"/>
              <p:cNvSpPr/>
              <p:nvPr/>
            </p:nvSpPr>
            <p:spPr>
              <a:xfrm>
                <a:off x="201672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7" name="ph7307"/>
              <p:cNvSpPr/>
              <p:nvPr/>
            </p:nvSpPr>
            <p:spPr>
              <a:xfrm>
                <a:off x="202616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8" name="ph7308"/>
              <p:cNvSpPr/>
              <p:nvPr/>
            </p:nvSpPr>
            <p:spPr>
              <a:xfrm>
                <a:off x="203560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9" name="ph7309"/>
              <p:cNvSpPr/>
              <p:nvPr/>
            </p:nvSpPr>
            <p:spPr>
              <a:xfrm>
                <a:off x="204504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0" name="ph7310"/>
              <p:cNvSpPr/>
              <p:nvPr/>
            </p:nvSpPr>
            <p:spPr>
              <a:xfrm>
                <a:off x="205448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1" name="ph7311"/>
              <p:cNvSpPr/>
              <p:nvPr/>
            </p:nvSpPr>
            <p:spPr>
              <a:xfrm>
                <a:off x="206392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2" name="ph7312"/>
              <p:cNvSpPr/>
              <p:nvPr/>
            </p:nvSpPr>
            <p:spPr>
              <a:xfrm>
                <a:off x="207336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3" name="ph7313"/>
              <p:cNvSpPr/>
              <p:nvPr/>
            </p:nvSpPr>
            <p:spPr>
              <a:xfrm>
                <a:off x="208280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4" name="ph7314"/>
              <p:cNvSpPr/>
              <p:nvPr/>
            </p:nvSpPr>
            <p:spPr>
              <a:xfrm>
                <a:off x="209224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5" name="ph7315"/>
              <p:cNvSpPr/>
              <p:nvPr/>
            </p:nvSpPr>
            <p:spPr>
              <a:xfrm>
                <a:off x="210168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6" name="ph7316"/>
              <p:cNvSpPr/>
              <p:nvPr/>
            </p:nvSpPr>
            <p:spPr>
              <a:xfrm>
                <a:off x="211112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7" name="ph7317"/>
              <p:cNvSpPr/>
              <p:nvPr/>
            </p:nvSpPr>
            <p:spPr>
              <a:xfrm>
                <a:off x="212056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8" name="ph7318"/>
              <p:cNvSpPr/>
              <p:nvPr/>
            </p:nvSpPr>
            <p:spPr>
              <a:xfrm>
                <a:off x="213001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9" name="ph7319"/>
              <p:cNvSpPr/>
              <p:nvPr/>
            </p:nvSpPr>
            <p:spPr>
              <a:xfrm>
                <a:off x="213945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0" name="ph7320"/>
              <p:cNvSpPr/>
              <p:nvPr/>
            </p:nvSpPr>
            <p:spPr>
              <a:xfrm>
                <a:off x="214889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1" name="ph7321"/>
              <p:cNvSpPr/>
              <p:nvPr/>
            </p:nvSpPr>
            <p:spPr>
              <a:xfrm>
                <a:off x="215833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2" name="ph7322"/>
              <p:cNvSpPr/>
              <p:nvPr/>
            </p:nvSpPr>
            <p:spPr>
              <a:xfrm>
                <a:off x="216777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3" name="ph7323"/>
              <p:cNvSpPr/>
              <p:nvPr/>
            </p:nvSpPr>
            <p:spPr>
              <a:xfrm>
                <a:off x="217721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4" name="ph7324"/>
              <p:cNvSpPr/>
              <p:nvPr/>
            </p:nvSpPr>
            <p:spPr>
              <a:xfrm>
                <a:off x="218665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5" name="ph7325"/>
              <p:cNvSpPr/>
              <p:nvPr/>
            </p:nvSpPr>
            <p:spPr>
              <a:xfrm>
                <a:off x="219609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6" name="ph7326"/>
              <p:cNvSpPr/>
              <p:nvPr/>
            </p:nvSpPr>
            <p:spPr>
              <a:xfrm>
                <a:off x="220553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7" name="ph7327"/>
              <p:cNvSpPr/>
              <p:nvPr/>
            </p:nvSpPr>
            <p:spPr>
              <a:xfrm>
                <a:off x="221497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8" name="ph7328"/>
              <p:cNvSpPr/>
              <p:nvPr/>
            </p:nvSpPr>
            <p:spPr>
              <a:xfrm>
                <a:off x="222441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9" name="ph7329"/>
              <p:cNvSpPr/>
              <p:nvPr/>
            </p:nvSpPr>
            <p:spPr>
              <a:xfrm>
                <a:off x="223385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0" name="ph7330"/>
              <p:cNvSpPr/>
              <p:nvPr/>
            </p:nvSpPr>
            <p:spPr>
              <a:xfrm>
                <a:off x="224329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1" name="ph7331"/>
              <p:cNvSpPr/>
              <p:nvPr/>
            </p:nvSpPr>
            <p:spPr>
              <a:xfrm>
                <a:off x="225273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2" name="ph7332"/>
              <p:cNvSpPr/>
              <p:nvPr/>
            </p:nvSpPr>
            <p:spPr>
              <a:xfrm>
                <a:off x="226217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3" name="ph7333"/>
              <p:cNvSpPr/>
              <p:nvPr/>
            </p:nvSpPr>
            <p:spPr>
              <a:xfrm>
                <a:off x="227161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4" name="ph7334"/>
              <p:cNvSpPr/>
              <p:nvPr/>
            </p:nvSpPr>
            <p:spPr>
              <a:xfrm>
                <a:off x="228105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5" name="ph7335"/>
              <p:cNvSpPr/>
              <p:nvPr/>
            </p:nvSpPr>
            <p:spPr>
              <a:xfrm>
                <a:off x="229049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6" name="ph7336"/>
              <p:cNvSpPr/>
              <p:nvPr/>
            </p:nvSpPr>
            <p:spPr>
              <a:xfrm>
                <a:off x="229993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7" name="ph7337"/>
              <p:cNvSpPr/>
              <p:nvPr/>
            </p:nvSpPr>
            <p:spPr>
              <a:xfrm>
                <a:off x="230937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8" name="ph7338"/>
              <p:cNvSpPr/>
              <p:nvPr/>
            </p:nvSpPr>
            <p:spPr>
              <a:xfrm>
                <a:off x="231881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9" name="ph7339"/>
              <p:cNvSpPr/>
              <p:nvPr/>
            </p:nvSpPr>
            <p:spPr>
              <a:xfrm>
                <a:off x="232825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0" name="ph7340"/>
              <p:cNvSpPr/>
              <p:nvPr/>
            </p:nvSpPr>
            <p:spPr>
              <a:xfrm>
                <a:off x="2347135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681" y="896830"/>
                    </a:lnTo>
                    <a:lnTo>
                      <a:pt x="908111" y="898647"/>
                    </a:lnTo>
                    <a:lnTo>
                      <a:pt x="912716" y="905164"/>
                    </a:lnTo>
                    <a:lnTo>
                      <a:pt x="914400" y="907810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1" name="ph7341"/>
              <p:cNvSpPr/>
              <p:nvPr/>
            </p:nvSpPr>
            <p:spPr>
              <a:xfrm>
                <a:off x="2347135" y="1183884"/>
                <a:ext cx="918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14400">
                    <a:moveTo>
                      <a:pt x="914400" y="914400"/>
                    </a:moveTo>
                    <a:lnTo>
                      <a:pt x="914400" y="907810"/>
                    </a:lnTo>
                    <a:lnTo>
                      <a:pt x="917136" y="912111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2" name="ph7342"/>
              <p:cNvSpPr/>
              <p:nvPr/>
            </p:nvSpPr>
            <p:spPr>
              <a:xfrm>
                <a:off x="3413882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295" y="914400"/>
                    </a:lnTo>
                    <a:lnTo>
                      <a:pt x="913515" y="913059"/>
                    </a:lnTo>
                    <a:lnTo>
                      <a:pt x="914400" y="908554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3" name="ph7343"/>
              <p:cNvSpPr/>
              <p:nvPr/>
            </p:nvSpPr>
            <p:spPr>
              <a:xfrm>
                <a:off x="3423322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123"/>
                    </a:lnTo>
                    <a:lnTo>
                      <a:pt x="906141" y="920104"/>
                    </a:lnTo>
                    <a:lnTo>
                      <a:pt x="907449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4" name="ph7344"/>
              <p:cNvSpPr/>
              <p:nvPr/>
            </p:nvSpPr>
            <p:spPr>
              <a:xfrm>
                <a:off x="342332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5" name="ph7345"/>
              <p:cNvSpPr/>
              <p:nvPr/>
            </p:nvSpPr>
            <p:spPr>
              <a:xfrm>
                <a:off x="343276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6" name="ph7346"/>
              <p:cNvSpPr/>
              <p:nvPr/>
            </p:nvSpPr>
            <p:spPr>
              <a:xfrm>
                <a:off x="344220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7" name="ph7347"/>
              <p:cNvSpPr/>
              <p:nvPr/>
            </p:nvSpPr>
            <p:spPr>
              <a:xfrm>
                <a:off x="345164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8" name="ph7348"/>
              <p:cNvSpPr/>
              <p:nvPr/>
            </p:nvSpPr>
            <p:spPr>
              <a:xfrm>
                <a:off x="346108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9" name="ph7349"/>
              <p:cNvSpPr/>
              <p:nvPr/>
            </p:nvSpPr>
            <p:spPr>
              <a:xfrm>
                <a:off x="347052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0" name="ph7350"/>
              <p:cNvSpPr/>
              <p:nvPr/>
            </p:nvSpPr>
            <p:spPr>
              <a:xfrm>
                <a:off x="347996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1" name="ph7351"/>
              <p:cNvSpPr/>
              <p:nvPr/>
            </p:nvSpPr>
            <p:spPr>
              <a:xfrm>
                <a:off x="348940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2" name="ph7352"/>
              <p:cNvSpPr/>
              <p:nvPr/>
            </p:nvSpPr>
            <p:spPr>
              <a:xfrm>
                <a:off x="349884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3" name="ph7353"/>
              <p:cNvSpPr/>
              <p:nvPr/>
            </p:nvSpPr>
            <p:spPr>
              <a:xfrm>
                <a:off x="350828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4" name="ph7354"/>
              <p:cNvSpPr/>
              <p:nvPr/>
            </p:nvSpPr>
            <p:spPr>
              <a:xfrm>
                <a:off x="351772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5" name="ph7355"/>
              <p:cNvSpPr/>
              <p:nvPr/>
            </p:nvSpPr>
            <p:spPr>
              <a:xfrm>
                <a:off x="352716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6" name="ph7356"/>
              <p:cNvSpPr/>
              <p:nvPr/>
            </p:nvSpPr>
            <p:spPr>
              <a:xfrm>
                <a:off x="353660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7" name="ph7357"/>
              <p:cNvSpPr/>
              <p:nvPr/>
            </p:nvSpPr>
            <p:spPr>
              <a:xfrm>
                <a:off x="354604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8" name="ph7358"/>
              <p:cNvSpPr/>
              <p:nvPr/>
            </p:nvSpPr>
            <p:spPr>
              <a:xfrm>
                <a:off x="355548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9" name="ph7359"/>
              <p:cNvSpPr/>
              <p:nvPr/>
            </p:nvSpPr>
            <p:spPr>
              <a:xfrm>
                <a:off x="356492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0" name="ph7360"/>
              <p:cNvSpPr/>
              <p:nvPr/>
            </p:nvSpPr>
            <p:spPr>
              <a:xfrm>
                <a:off x="357436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1" name="ph7361"/>
              <p:cNvSpPr/>
              <p:nvPr/>
            </p:nvSpPr>
            <p:spPr>
              <a:xfrm>
                <a:off x="358380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2" name="ph7362"/>
              <p:cNvSpPr/>
              <p:nvPr/>
            </p:nvSpPr>
            <p:spPr>
              <a:xfrm>
                <a:off x="359324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3" name="ph7363"/>
              <p:cNvSpPr/>
              <p:nvPr/>
            </p:nvSpPr>
            <p:spPr>
              <a:xfrm>
                <a:off x="360268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4" name="ph7364"/>
              <p:cNvSpPr/>
              <p:nvPr/>
            </p:nvSpPr>
            <p:spPr>
              <a:xfrm>
                <a:off x="361212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5" name="ph7365"/>
              <p:cNvSpPr/>
              <p:nvPr/>
            </p:nvSpPr>
            <p:spPr>
              <a:xfrm>
                <a:off x="362156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6" name="ph7366"/>
              <p:cNvSpPr/>
              <p:nvPr/>
            </p:nvSpPr>
            <p:spPr>
              <a:xfrm>
                <a:off x="363100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7" name="ph7367"/>
              <p:cNvSpPr/>
              <p:nvPr/>
            </p:nvSpPr>
            <p:spPr>
              <a:xfrm>
                <a:off x="364044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8" name="ph7368"/>
              <p:cNvSpPr/>
              <p:nvPr/>
            </p:nvSpPr>
            <p:spPr>
              <a:xfrm>
                <a:off x="364988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9" name="ph7369"/>
              <p:cNvSpPr/>
              <p:nvPr/>
            </p:nvSpPr>
            <p:spPr>
              <a:xfrm>
                <a:off x="365932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0" name="ph7370"/>
              <p:cNvSpPr/>
              <p:nvPr/>
            </p:nvSpPr>
            <p:spPr>
              <a:xfrm>
                <a:off x="366876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1" name="ph7371"/>
              <p:cNvSpPr/>
              <p:nvPr/>
            </p:nvSpPr>
            <p:spPr>
              <a:xfrm>
                <a:off x="367820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2" name="ph7372"/>
              <p:cNvSpPr/>
              <p:nvPr/>
            </p:nvSpPr>
            <p:spPr>
              <a:xfrm>
                <a:off x="368764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3" name="ph7373"/>
              <p:cNvSpPr/>
              <p:nvPr/>
            </p:nvSpPr>
            <p:spPr>
              <a:xfrm>
                <a:off x="369708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4" name="ph7374"/>
              <p:cNvSpPr/>
              <p:nvPr/>
            </p:nvSpPr>
            <p:spPr>
              <a:xfrm>
                <a:off x="370653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5" name="ph7375"/>
              <p:cNvSpPr/>
              <p:nvPr/>
            </p:nvSpPr>
            <p:spPr>
              <a:xfrm>
                <a:off x="371597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6" name="ph7376"/>
              <p:cNvSpPr/>
              <p:nvPr/>
            </p:nvSpPr>
            <p:spPr>
              <a:xfrm>
                <a:off x="372541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7" name="ph7377"/>
              <p:cNvSpPr/>
              <p:nvPr/>
            </p:nvSpPr>
            <p:spPr>
              <a:xfrm>
                <a:off x="373485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8" name="ph7378"/>
              <p:cNvSpPr/>
              <p:nvPr/>
            </p:nvSpPr>
            <p:spPr>
              <a:xfrm>
                <a:off x="374429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9" name="ph7379"/>
              <p:cNvSpPr/>
              <p:nvPr/>
            </p:nvSpPr>
            <p:spPr>
              <a:xfrm>
                <a:off x="375373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0" name="ph7380"/>
              <p:cNvSpPr/>
              <p:nvPr/>
            </p:nvSpPr>
            <p:spPr>
              <a:xfrm>
                <a:off x="376317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1" name="ph7381"/>
              <p:cNvSpPr/>
              <p:nvPr/>
            </p:nvSpPr>
            <p:spPr>
              <a:xfrm>
                <a:off x="377261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2" name="ph7382"/>
              <p:cNvSpPr/>
              <p:nvPr/>
            </p:nvSpPr>
            <p:spPr>
              <a:xfrm>
                <a:off x="378205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3" name="ph7383"/>
              <p:cNvSpPr/>
              <p:nvPr/>
            </p:nvSpPr>
            <p:spPr>
              <a:xfrm>
                <a:off x="379149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4" name="ph7384"/>
              <p:cNvSpPr/>
              <p:nvPr/>
            </p:nvSpPr>
            <p:spPr>
              <a:xfrm>
                <a:off x="380093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5" name="ph7385"/>
              <p:cNvSpPr/>
              <p:nvPr/>
            </p:nvSpPr>
            <p:spPr>
              <a:xfrm>
                <a:off x="3810372" y="1183884"/>
                <a:ext cx="9235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548" y="896830"/>
                    </a:lnTo>
                    <a:lnTo>
                      <a:pt x="923444" y="897513"/>
                    </a:lnTo>
                    <a:lnTo>
                      <a:pt x="921709" y="907933"/>
                    </a:lnTo>
                    <a:lnTo>
                      <a:pt x="920431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6" name="ph7386"/>
              <p:cNvSpPr/>
              <p:nvPr/>
            </p:nvSpPr>
            <p:spPr>
              <a:xfrm>
                <a:off x="2007287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56" y="931865"/>
                    </a:lnTo>
                    <a:lnTo>
                      <a:pt x="906019" y="920896"/>
                    </a:lnTo>
                    <a:lnTo>
                      <a:pt x="906598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7" name="ph7387"/>
              <p:cNvSpPr/>
              <p:nvPr/>
            </p:nvSpPr>
            <p:spPr>
              <a:xfrm>
                <a:off x="200728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8" name="ph7388"/>
              <p:cNvSpPr/>
              <p:nvPr/>
            </p:nvSpPr>
            <p:spPr>
              <a:xfrm>
                <a:off x="201672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9" name="ph7389"/>
              <p:cNvSpPr/>
              <p:nvPr/>
            </p:nvSpPr>
            <p:spPr>
              <a:xfrm>
                <a:off x="202616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0" name="ph7390"/>
              <p:cNvSpPr/>
              <p:nvPr/>
            </p:nvSpPr>
            <p:spPr>
              <a:xfrm>
                <a:off x="203560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1" name="ph7391"/>
              <p:cNvSpPr/>
              <p:nvPr/>
            </p:nvSpPr>
            <p:spPr>
              <a:xfrm>
                <a:off x="204504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2" name="ph7392"/>
              <p:cNvSpPr/>
              <p:nvPr/>
            </p:nvSpPr>
            <p:spPr>
              <a:xfrm>
                <a:off x="205448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3" name="ph7393"/>
              <p:cNvSpPr/>
              <p:nvPr/>
            </p:nvSpPr>
            <p:spPr>
              <a:xfrm>
                <a:off x="206392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4" name="ph7394"/>
              <p:cNvSpPr/>
              <p:nvPr/>
            </p:nvSpPr>
            <p:spPr>
              <a:xfrm>
                <a:off x="207336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5" name="ph7395"/>
              <p:cNvSpPr/>
              <p:nvPr/>
            </p:nvSpPr>
            <p:spPr>
              <a:xfrm>
                <a:off x="208280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6" name="ph7396"/>
              <p:cNvSpPr/>
              <p:nvPr/>
            </p:nvSpPr>
            <p:spPr>
              <a:xfrm>
                <a:off x="209224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7" name="ph7397"/>
              <p:cNvSpPr/>
              <p:nvPr/>
            </p:nvSpPr>
            <p:spPr>
              <a:xfrm>
                <a:off x="210168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8" name="ph7398"/>
              <p:cNvSpPr/>
              <p:nvPr/>
            </p:nvSpPr>
            <p:spPr>
              <a:xfrm>
                <a:off x="211112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9" name="ph7399"/>
              <p:cNvSpPr/>
              <p:nvPr/>
            </p:nvSpPr>
            <p:spPr>
              <a:xfrm>
                <a:off x="212056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0" name="ph7400"/>
              <p:cNvSpPr/>
              <p:nvPr/>
            </p:nvSpPr>
            <p:spPr>
              <a:xfrm>
                <a:off x="213001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1" name="ph7401"/>
              <p:cNvSpPr/>
              <p:nvPr/>
            </p:nvSpPr>
            <p:spPr>
              <a:xfrm>
                <a:off x="213945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2" name="ph7402"/>
              <p:cNvSpPr/>
              <p:nvPr/>
            </p:nvSpPr>
            <p:spPr>
              <a:xfrm>
                <a:off x="214889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3" name="ph7403"/>
              <p:cNvSpPr/>
              <p:nvPr/>
            </p:nvSpPr>
            <p:spPr>
              <a:xfrm>
                <a:off x="215833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4" name="ph7404"/>
              <p:cNvSpPr/>
              <p:nvPr/>
            </p:nvSpPr>
            <p:spPr>
              <a:xfrm>
                <a:off x="216777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5" name="ph7405"/>
              <p:cNvSpPr/>
              <p:nvPr/>
            </p:nvSpPr>
            <p:spPr>
              <a:xfrm>
                <a:off x="217721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6" name="ph7406"/>
              <p:cNvSpPr/>
              <p:nvPr/>
            </p:nvSpPr>
            <p:spPr>
              <a:xfrm>
                <a:off x="218665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7" name="ph7407"/>
              <p:cNvSpPr/>
              <p:nvPr/>
            </p:nvSpPr>
            <p:spPr>
              <a:xfrm>
                <a:off x="219609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8" name="ph7408"/>
              <p:cNvSpPr/>
              <p:nvPr/>
            </p:nvSpPr>
            <p:spPr>
              <a:xfrm>
                <a:off x="220553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9" name="ph7409"/>
              <p:cNvSpPr/>
              <p:nvPr/>
            </p:nvSpPr>
            <p:spPr>
              <a:xfrm>
                <a:off x="221497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0" name="ph7410"/>
              <p:cNvSpPr/>
              <p:nvPr/>
            </p:nvSpPr>
            <p:spPr>
              <a:xfrm>
                <a:off x="222441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1" name="ph7411"/>
              <p:cNvSpPr/>
              <p:nvPr/>
            </p:nvSpPr>
            <p:spPr>
              <a:xfrm>
                <a:off x="223385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2" name="ph7412"/>
              <p:cNvSpPr/>
              <p:nvPr/>
            </p:nvSpPr>
            <p:spPr>
              <a:xfrm>
                <a:off x="224329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3" name="ph7413"/>
              <p:cNvSpPr/>
              <p:nvPr/>
            </p:nvSpPr>
            <p:spPr>
              <a:xfrm>
                <a:off x="225273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4" name="ph7414"/>
              <p:cNvSpPr/>
              <p:nvPr/>
            </p:nvSpPr>
            <p:spPr>
              <a:xfrm>
                <a:off x="226217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5" name="ph7415"/>
              <p:cNvSpPr/>
              <p:nvPr/>
            </p:nvSpPr>
            <p:spPr>
              <a:xfrm>
                <a:off x="227161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6" name="ph7416"/>
              <p:cNvSpPr/>
              <p:nvPr/>
            </p:nvSpPr>
            <p:spPr>
              <a:xfrm>
                <a:off x="228105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7" name="ph7417"/>
              <p:cNvSpPr/>
              <p:nvPr/>
            </p:nvSpPr>
            <p:spPr>
              <a:xfrm>
                <a:off x="229049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8" name="ph7418"/>
              <p:cNvSpPr/>
              <p:nvPr/>
            </p:nvSpPr>
            <p:spPr>
              <a:xfrm>
                <a:off x="229993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9" name="ph7419"/>
              <p:cNvSpPr/>
              <p:nvPr/>
            </p:nvSpPr>
            <p:spPr>
              <a:xfrm>
                <a:off x="230937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0" name="ph7420"/>
              <p:cNvSpPr/>
              <p:nvPr/>
            </p:nvSpPr>
            <p:spPr>
              <a:xfrm>
                <a:off x="2328255" y="116631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99" y="896830"/>
                    </a:lnTo>
                    <a:lnTo>
                      <a:pt x="912191" y="899402"/>
                    </a:lnTo>
                    <a:lnTo>
                      <a:pt x="914400" y="901632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1" name="ph7421"/>
              <p:cNvSpPr/>
              <p:nvPr/>
            </p:nvSpPr>
            <p:spPr>
              <a:xfrm>
                <a:off x="2337695" y="116631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1632"/>
                    </a:lnTo>
                    <a:lnTo>
                      <a:pt x="907836" y="904535"/>
                    </a:lnTo>
                    <a:lnTo>
                      <a:pt x="912774" y="910145"/>
                    </a:lnTo>
                    <a:lnTo>
                      <a:pt x="914399" y="912211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2" name="ph7422"/>
              <p:cNvSpPr/>
              <p:nvPr/>
            </p:nvSpPr>
            <p:spPr>
              <a:xfrm>
                <a:off x="2337695" y="1166314"/>
                <a:ext cx="9161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122" h="914400">
                    <a:moveTo>
                      <a:pt x="914399" y="914400"/>
                    </a:moveTo>
                    <a:lnTo>
                      <a:pt x="914399" y="912211"/>
                    </a:lnTo>
                    <a:lnTo>
                      <a:pt x="916122" y="914400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3" name="ph7423"/>
              <p:cNvSpPr/>
              <p:nvPr/>
            </p:nvSpPr>
            <p:spPr>
              <a:xfrm>
                <a:off x="3423322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449" y="931969"/>
                    </a:lnTo>
                    <a:lnTo>
                      <a:pt x="908504" y="927369"/>
                    </a:lnTo>
                    <a:lnTo>
                      <a:pt x="911159" y="917312"/>
                    </a:lnTo>
                    <a:lnTo>
                      <a:pt x="912034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4" name="ph7424"/>
              <p:cNvSpPr/>
              <p:nvPr/>
            </p:nvSpPr>
            <p:spPr>
              <a:xfrm>
                <a:off x="342332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5" name="ph7425"/>
              <p:cNvSpPr/>
              <p:nvPr/>
            </p:nvSpPr>
            <p:spPr>
              <a:xfrm>
                <a:off x="343276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6" name="ph7426"/>
              <p:cNvSpPr/>
              <p:nvPr/>
            </p:nvSpPr>
            <p:spPr>
              <a:xfrm>
                <a:off x="344220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7" name="ph7427"/>
              <p:cNvSpPr/>
              <p:nvPr/>
            </p:nvSpPr>
            <p:spPr>
              <a:xfrm>
                <a:off x="345164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8" name="ph7428"/>
              <p:cNvSpPr/>
              <p:nvPr/>
            </p:nvSpPr>
            <p:spPr>
              <a:xfrm>
                <a:off x="346108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9" name="ph7429"/>
              <p:cNvSpPr/>
              <p:nvPr/>
            </p:nvSpPr>
            <p:spPr>
              <a:xfrm>
                <a:off x="347052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0" name="ph7430"/>
              <p:cNvSpPr/>
              <p:nvPr/>
            </p:nvSpPr>
            <p:spPr>
              <a:xfrm>
                <a:off x="347996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1" name="ph7431"/>
              <p:cNvSpPr/>
              <p:nvPr/>
            </p:nvSpPr>
            <p:spPr>
              <a:xfrm>
                <a:off x="348940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2" name="ph7432"/>
              <p:cNvSpPr/>
              <p:nvPr/>
            </p:nvSpPr>
            <p:spPr>
              <a:xfrm>
                <a:off x="349884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3" name="ph7433"/>
              <p:cNvSpPr/>
              <p:nvPr/>
            </p:nvSpPr>
            <p:spPr>
              <a:xfrm>
                <a:off x="350828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4" name="ph7434"/>
              <p:cNvSpPr/>
              <p:nvPr/>
            </p:nvSpPr>
            <p:spPr>
              <a:xfrm>
                <a:off x="351772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5" name="ph7435"/>
              <p:cNvSpPr/>
              <p:nvPr/>
            </p:nvSpPr>
            <p:spPr>
              <a:xfrm>
                <a:off x="352716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6" name="ph7436"/>
              <p:cNvSpPr/>
              <p:nvPr/>
            </p:nvSpPr>
            <p:spPr>
              <a:xfrm>
                <a:off x="353660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7" name="ph7437"/>
              <p:cNvSpPr/>
              <p:nvPr/>
            </p:nvSpPr>
            <p:spPr>
              <a:xfrm>
                <a:off x="354604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8" name="ph7438"/>
              <p:cNvSpPr/>
              <p:nvPr/>
            </p:nvSpPr>
            <p:spPr>
              <a:xfrm>
                <a:off x="355548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9" name="ph7439"/>
              <p:cNvSpPr/>
              <p:nvPr/>
            </p:nvSpPr>
            <p:spPr>
              <a:xfrm>
                <a:off x="356492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0" name="ph7440"/>
              <p:cNvSpPr/>
              <p:nvPr/>
            </p:nvSpPr>
            <p:spPr>
              <a:xfrm>
                <a:off x="357436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1" name="ph7441"/>
              <p:cNvSpPr/>
              <p:nvPr/>
            </p:nvSpPr>
            <p:spPr>
              <a:xfrm>
                <a:off x="358380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2" name="ph7442"/>
              <p:cNvSpPr/>
              <p:nvPr/>
            </p:nvSpPr>
            <p:spPr>
              <a:xfrm>
                <a:off x="359324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3" name="ph7443"/>
              <p:cNvSpPr/>
              <p:nvPr/>
            </p:nvSpPr>
            <p:spPr>
              <a:xfrm>
                <a:off x="360268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4" name="ph7444"/>
              <p:cNvSpPr/>
              <p:nvPr/>
            </p:nvSpPr>
            <p:spPr>
              <a:xfrm>
                <a:off x="361212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5" name="ph7445"/>
              <p:cNvSpPr/>
              <p:nvPr/>
            </p:nvSpPr>
            <p:spPr>
              <a:xfrm>
                <a:off x="362156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6" name="ph7446"/>
              <p:cNvSpPr/>
              <p:nvPr/>
            </p:nvSpPr>
            <p:spPr>
              <a:xfrm>
                <a:off x="363100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7" name="ph7447"/>
              <p:cNvSpPr/>
              <p:nvPr/>
            </p:nvSpPr>
            <p:spPr>
              <a:xfrm>
                <a:off x="364044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8" name="ph7448"/>
              <p:cNvSpPr/>
              <p:nvPr/>
            </p:nvSpPr>
            <p:spPr>
              <a:xfrm>
                <a:off x="364988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9" name="ph7449"/>
              <p:cNvSpPr/>
              <p:nvPr/>
            </p:nvSpPr>
            <p:spPr>
              <a:xfrm>
                <a:off x="365932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0" name="ph7450"/>
              <p:cNvSpPr/>
              <p:nvPr/>
            </p:nvSpPr>
            <p:spPr>
              <a:xfrm>
                <a:off x="366876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1" name="ph7451"/>
              <p:cNvSpPr/>
              <p:nvPr/>
            </p:nvSpPr>
            <p:spPr>
              <a:xfrm>
                <a:off x="367820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2" name="ph7452"/>
              <p:cNvSpPr/>
              <p:nvPr/>
            </p:nvSpPr>
            <p:spPr>
              <a:xfrm>
                <a:off x="368764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3" name="ph7453"/>
              <p:cNvSpPr/>
              <p:nvPr/>
            </p:nvSpPr>
            <p:spPr>
              <a:xfrm>
                <a:off x="369708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4" name="ph7454"/>
              <p:cNvSpPr/>
              <p:nvPr/>
            </p:nvSpPr>
            <p:spPr>
              <a:xfrm>
                <a:off x="370653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5" name="ph7455"/>
              <p:cNvSpPr/>
              <p:nvPr/>
            </p:nvSpPr>
            <p:spPr>
              <a:xfrm>
                <a:off x="371597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6" name="ph7456"/>
              <p:cNvSpPr/>
              <p:nvPr/>
            </p:nvSpPr>
            <p:spPr>
              <a:xfrm>
                <a:off x="372541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7" name="ph7457"/>
              <p:cNvSpPr/>
              <p:nvPr/>
            </p:nvSpPr>
            <p:spPr>
              <a:xfrm>
                <a:off x="373485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8" name="ph7458"/>
              <p:cNvSpPr/>
              <p:nvPr/>
            </p:nvSpPr>
            <p:spPr>
              <a:xfrm>
                <a:off x="374429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9" name="ph7459"/>
              <p:cNvSpPr/>
              <p:nvPr/>
            </p:nvSpPr>
            <p:spPr>
              <a:xfrm>
                <a:off x="375373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0" name="ph7460"/>
              <p:cNvSpPr/>
              <p:nvPr/>
            </p:nvSpPr>
            <p:spPr>
              <a:xfrm>
                <a:off x="376317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1" name="ph7461"/>
              <p:cNvSpPr/>
              <p:nvPr/>
            </p:nvSpPr>
            <p:spPr>
              <a:xfrm>
                <a:off x="377261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2" name="ph7462"/>
              <p:cNvSpPr/>
              <p:nvPr/>
            </p:nvSpPr>
            <p:spPr>
              <a:xfrm>
                <a:off x="378205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3" name="ph7463"/>
              <p:cNvSpPr/>
              <p:nvPr/>
            </p:nvSpPr>
            <p:spPr>
              <a:xfrm>
                <a:off x="379149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4" name="ph7464"/>
              <p:cNvSpPr/>
              <p:nvPr/>
            </p:nvSpPr>
            <p:spPr>
              <a:xfrm>
                <a:off x="380093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5" name="ph7465"/>
              <p:cNvSpPr/>
              <p:nvPr/>
            </p:nvSpPr>
            <p:spPr>
              <a:xfrm>
                <a:off x="3810372" y="116631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71"/>
                    </a:lnTo>
                    <a:lnTo>
                      <a:pt x="923548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6" name="ph7466"/>
              <p:cNvSpPr/>
              <p:nvPr/>
            </p:nvSpPr>
            <p:spPr>
              <a:xfrm>
                <a:off x="3819813" y="1148744"/>
                <a:ext cx="916772" cy="930041"/>
              </a:xfrm>
              <a:custGeom>
                <a:avLst/>
                <a:gdLst/>
                <a:ahLst/>
                <a:cxnLst/>
                <a:rect l="0" t="0" r="0" b="0"/>
                <a:pathLst>
                  <a:path w="916772" h="930041">
                    <a:moveTo>
                      <a:pt x="914400" y="914400"/>
                    </a:moveTo>
                    <a:lnTo>
                      <a:pt x="916772" y="914400"/>
                    </a:lnTo>
                    <a:lnTo>
                      <a:pt x="916334" y="917284"/>
                    </a:lnTo>
                    <a:lnTo>
                      <a:pt x="915868" y="920355"/>
                    </a:lnTo>
                    <a:lnTo>
                      <a:pt x="915402" y="923426"/>
                    </a:lnTo>
                    <a:lnTo>
                      <a:pt x="914936" y="926497"/>
                    </a:lnTo>
                    <a:lnTo>
                      <a:pt x="914471" y="929568"/>
                    </a:lnTo>
                    <a:lnTo>
                      <a:pt x="914400" y="930041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7" name="ph7467"/>
              <p:cNvSpPr/>
              <p:nvPr/>
            </p:nvSpPr>
            <p:spPr>
              <a:xfrm>
                <a:off x="2007287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98" y="931969"/>
                    </a:lnTo>
                    <a:lnTo>
                      <a:pt x="906990" y="927576"/>
                    </a:lnTo>
                    <a:lnTo>
                      <a:pt x="908265" y="916797"/>
                    </a:lnTo>
                    <a:lnTo>
                      <a:pt x="908621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8" name="ph7468"/>
              <p:cNvSpPr/>
              <p:nvPr/>
            </p:nvSpPr>
            <p:spPr>
              <a:xfrm>
                <a:off x="200728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9" name="ph7469"/>
              <p:cNvSpPr/>
              <p:nvPr/>
            </p:nvSpPr>
            <p:spPr>
              <a:xfrm>
                <a:off x="201672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0" name="ph7470"/>
              <p:cNvSpPr/>
              <p:nvPr/>
            </p:nvSpPr>
            <p:spPr>
              <a:xfrm>
                <a:off x="202616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1" name="ph7471"/>
              <p:cNvSpPr/>
              <p:nvPr/>
            </p:nvSpPr>
            <p:spPr>
              <a:xfrm>
                <a:off x="203560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2" name="ph7472"/>
              <p:cNvSpPr/>
              <p:nvPr/>
            </p:nvSpPr>
            <p:spPr>
              <a:xfrm>
                <a:off x="204504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3" name="ph7473"/>
              <p:cNvSpPr/>
              <p:nvPr/>
            </p:nvSpPr>
            <p:spPr>
              <a:xfrm>
                <a:off x="205448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4" name="ph7474"/>
              <p:cNvSpPr/>
              <p:nvPr/>
            </p:nvSpPr>
            <p:spPr>
              <a:xfrm>
                <a:off x="206392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5" name="ph7475"/>
              <p:cNvSpPr/>
              <p:nvPr/>
            </p:nvSpPr>
            <p:spPr>
              <a:xfrm>
                <a:off x="207336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6" name="ph7476"/>
              <p:cNvSpPr/>
              <p:nvPr/>
            </p:nvSpPr>
            <p:spPr>
              <a:xfrm>
                <a:off x="208280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7" name="ph7477"/>
              <p:cNvSpPr/>
              <p:nvPr/>
            </p:nvSpPr>
            <p:spPr>
              <a:xfrm>
                <a:off x="209224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8" name="ph7478"/>
              <p:cNvSpPr/>
              <p:nvPr/>
            </p:nvSpPr>
            <p:spPr>
              <a:xfrm>
                <a:off x="210168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9" name="ph7479"/>
              <p:cNvSpPr/>
              <p:nvPr/>
            </p:nvSpPr>
            <p:spPr>
              <a:xfrm>
                <a:off x="211112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0" name="ph7480"/>
              <p:cNvSpPr/>
              <p:nvPr/>
            </p:nvSpPr>
            <p:spPr>
              <a:xfrm>
                <a:off x="212056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1" name="ph7481"/>
              <p:cNvSpPr/>
              <p:nvPr/>
            </p:nvSpPr>
            <p:spPr>
              <a:xfrm>
                <a:off x="213001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2" name="ph7482"/>
              <p:cNvSpPr/>
              <p:nvPr/>
            </p:nvSpPr>
            <p:spPr>
              <a:xfrm>
                <a:off x="213945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3" name="ph7483"/>
              <p:cNvSpPr/>
              <p:nvPr/>
            </p:nvSpPr>
            <p:spPr>
              <a:xfrm>
                <a:off x="214889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4" name="ph7484"/>
              <p:cNvSpPr/>
              <p:nvPr/>
            </p:nvSpPr>
            <p:spPr>
              <a:xfrm>
                <a:off x="215833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5" name="ph7485"/>
              <p:cNvSpPr/>
              <p:nvPr/>
            </p:nvSpPr>
            <p:spPr>
              <a:xfrm>
                <a:off x="216777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6" name="ph7486"/>
              <p:cNvSpPr/>
              <p:nvPr/>
            </p:nvSpPr>
            <p:spPr>
              <a:xfrm>
                <a:off x="217721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7" name="ph7487"/>
              <p:cNvSpPr/>
              <p:nvPr/>
            </p:nvSpPr>
            <p:spPr>
              <a:xfrm>
                <a:off x="218665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8" name="ph7488"/>
              <p:cNvSpPr/>
              <p:nvPr/>
            </p:nvSpPr>
            <p:spPr>
              <a:xfrm>
                <a:off x="219609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9" name="ph7489"/>
              <p:cNvSpPr/>
              <p:nvPr/>
            </p:nvSpPr>
            <p:spPr>
              <a:xfrm>
                <a:off x="220553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0" name="ph7490"/>
              <p:cNvSpPr/>
              <p:nvPr/>
            </p:nvSpPr>
            <p:spPr>
              <a:xfrm>
                <a:off x="221497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1" name="ph7491"/>
              <p:cNvSpPr/>
              <p:nvPr/>
            </p:nvSpPr>
            <p:spPr>
              <a:xfrm>
                <a:off x="222441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2" name="ph7492"/>
              <p:cNvSpPr/>
              <p:nvPr/>
            </p:nvSpPr>
            <p:spPr>
              <a:xfrm>
                <a:off x="223385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3" name="ph7493"/>
              <p:cNvSpPr/>
              <p:nvPr/>
            </p:nvSpPr>
            <p:spPr>
              <a:xfrm>
                <a:off x="224329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4" name="ph7494"/>
              <p:cNvSpPr/>
              <p:nvPr/>
            </p:nvSpPr>
            <p:spPr>
              <a:xfrm>
                <a:off x="225273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5" name="ph7495"/>
              <p:cNvSpPr/>
              <p:nvPr/>
            </p:nvSpPr>
            <p:spPr>
              <a:xfrm>
                <a:off x="226217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6" name="ph7496"/>
              <p:cNvSpPr/>
              <p:nvPr/>
            </p:nvSpPr>
            <p:spPr>
              <a:xfrm>
                <a:off x="227161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7" name="ph7497"/>
              <p:cNvSpPr/>
              <p:nvPr/>
            </p:nvSpPr>
            <p:spPr>
              <a:xfrm>
                <a:off x="228105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8" name="ph7498"/>
              <p:cNvSpPr/>
              <p:nvPr/>
            </p:nvSpPr>
            <p:spPr>
              <a:xfrm>
                <a:off x="2299934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669" y="896838"/>
                    </a:lnTo>
                    <a:lnTo>
                      <a:pt x="913349" y="898877"/>
                    </a:lnTo>
                    <a:lnTo>
                      <a:pt x="914400" y="899358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9" name="ph7499"/>
              <p:cNvSpPr/>
              <p:nvPr/>
            </p:nvSpPr>
            <p:spPr>
              <a:xfrm>
                <a:off x="2309374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58"/>
                    </a:lnTo>
                    <a:lnTo>
                      <a:pt x="909526" y="901452"/>
                    </a:lnTo>
                    <a:lnTo>
                      <a:pt x="914400" y="904186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0" name="ph7500"/>
              <p:cNvSpPr/>
              <p:nvPr/>
            </p:nvSpPr>
            <p:spPr>
              <a:xfrm>
                <a:off x="2318814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186"/>
                    </a:lnTo>
                    <a:lnTo>
                      <a:pt x="905625" y="904559"/>
                    </a:lnTo>
                    <a:lnTo>
                      <a:pt x="911071" y="908187"/>
                    </a:lnTo>
                    <a:lnTo>
                      <a:pt x="914400" y="91076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1" name="ph7501"/>
              <p:cNvSpPr/>
              <p:nvPr/>
            </p:nvSpPr>
            <p:spPr>
              <a:xfrm>
                <a:off x="2318814" y="1148744"/>
                <a:ext cx="91873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9" h="914400">
                    <a:moveTo>
                      <a:pt x="914400" y="914400"/>
                    </a:moveTo>
                    <a:lnTo>
                      <a:pt x="914400" y="910768"/>
                    </a:lnTo>
                    <a:lnTo>
                      <a:pt x="916411" y="912329"/>
                    </a:lnTo>
                    <a:lnTo>
                      <a:pt x="918739" y="914400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2" name="ph7502"/>
              <p:cNvSpPr/>
              <p:nvPr/>
            </p:nvSpPr>
            <p:spPr>
              <a:xfrm>
                <a:off x="3423322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34" y="914400"/>
                    </a:lnTo>
                    <a:lnTo>
                      <a:pt x="914096" y="907532"/>
                    </a:lnTo>
                    <a:lnTo>
                      <a:pt x="914400" y="906637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3" name="ph7503"/>
              <p:cNvSpPr/>
              <p:nvPr/>
            </p:nvSpPr>
            <p:spPr>
              <a:xfrm>
                <a:off x="3432763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207"/>
                    </a:lnTo>
                    <a:lnTo>
                      <a:pt x="907869" y="915625"/>
                    </a:lnTo>
                    <a:lnTo>
                      <a:pt x="908335" y="914400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4" name="ph7504"/>
              <p:cNvSpPr/>
              <p:nvPr/>
            </p:nvSpPr>
            <p:spPr>
              <a:xfrm>
                <a:off x="343276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5" name="ph7505"/>
              <p:cNvSpPr/>
              <p:nvPr/>
            </p:nvSpPr>
            <p:spPr>
              <a:xfrm>
                <a:off x="344220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6" name="ph7506"/>
              <p:cNvSpPr/>
              <p:nvPr/>
            </p:nvSpPr>
            <p:spPr>
              <a:xfrm>
                <a:off x="345164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7" name="ph7507"/>
              <p:cNvSpPr/>
              <p:nvPr/>
            </p:nvSpPr>
            <p:spPr>
              <a:xfrm>
                <a:off x="346108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8" name="ph7508"/>
              <p:cNvSpPr/>
              <p:nvPr/>
            </p:nvSpPr>
            <p:spPr>
              <a:xfrm>
                <a:off x="347052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9" name="ph7509"/>
              <p:cNvSpPr/>
              <p:nvPr/>
            </p:nvSpPr>
            <p:spPr>
              <a:xfrm>
                <a:off x="347996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0" name="ph7510"/>
              <p:cNvSpPr/>
              <p:nvPr/>
            </p:nvSpPr>
            <p:spPr>
              <a:xfrm>
                <a:off x="348940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1" name="ph7511"/>
              <p:cNvSpPr/>
              <p:nvPr/>
            </p:nvSpPr>
            <p:spPr>
              <a:xfrm>
                <a:off x="349884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2" name="ph7512"/>
              <p:cNvSpPr/>
              <p:nvPr/>
            </p:nvSpPr>
            <p:spPr>
              <a:xfrm>
                <a:off x="350828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3" name="ph7513"/>
              <p:cNvSpPr/>
              <p:nvPr/>
            </p:nvSpPr>
            <p:spPr>
              <a:xfrm>
                <a:off x="351772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4" name="ph7514"/>
              <p:cNvSpPr/>
              <p:nvPr/>
            </p:nvSpPr>
            <p:spPr>
              <a:xfrm>
                <a:off x="352716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5" name="ph7515"/>
              <p:cNvSpPr/>
              <p:nvPr/>
            </p:nvSpPr>
            <p:spPr>
              <a:xfrm>
                <a:off x="353660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6" name="ph7516"/>
              <p:cNvSpPr/>
              <p:nvPr/>
            </p:nvSpPr>
            <p:spPr>
              <a:xfrm>
                <a:off x="354604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7" name="ph7517"/>
              <p:cNvSpPr/>
              <p:nvPr/>
            </p:nvSpPr>
            <p:spPr>
              <a:xfrm>
                <a:off x="355548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8" name="ph7518"/>
              <p:cNvSpPr/>
              <p:nvPr/>
            </p:nvSpPr>
            <p:spPr>
              <a:xfrm>
                <a:off x="356492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9" name="ph7519"/>
              <p:cNvSpPr/>
              <p:nvPr/>
            </p:nvSpPr>
            <p:spPr>
              <a:xfrm>
                <a:off x="357436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0" name="ph7520"/>
              <p:cNvSpPr/>
              <p:nvPr/>
            </p:nvSpPr>
            <p:spPr>
              <a:xfrm>
                <a:off x="358380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1" name="ph7521"/>
              <p:cNvSpPr/>
              <p:nvPr/>
            </p:nvSpPr>
            <p:spPr>
              <a:xfrm>
                <a:off x="359324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2" name="ph7522"/>
              <p:cNvSpPr/>
              <p:nvPr/>
            </p:nvSpPr>
            <p:spPr>
              <a:xfrm>
                <a:off x="360268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3" name="ph7523"/>
              <p:cNvSpPr/>
              <p:nvPr/>
            </p:nvSpPr>
            <p:spPr>
              <a:xfrm>
                <a:off x="361212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4" name="ph7524"/>
              <p:cNvSpPr/>
              <p:nvPr/>
            </p:nvSpPr>
            <p:spPr>
              <a:xfrm>
                <a:off x="362156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5" name="ph7525"/>
              <p:cNvSpPr/>
              <p:nvPr/>
            </p:nvSpPr>
            <p:spPr>
              <a:xfrm>
                <a:off x="363100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6" name="ph7526"/>
              <p:cNvSpPr/>
              <p:nvPr/>
            </p:nvSpPr>
            <p:spPr>
              <a:xfrm>
                <a:off x="364044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7" name="ph7527"/>
              <p:cNvSpPr/>
              <p:nvPr/>
            </p:nvSpPr>
            <p:spPr>
              <a:xfrm>
                <a:off x="364988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8" name="ph7528"/>
              <p:cNvSpPr/>
              <p:nvPr/>
            </p:nvSpPr>
            <p:spPr>
              <a:xfrm>
                <a:off x="365932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9" name="ph7529"/>
              <p:cNvSpPr/>
              <p:nvPr/>
            </p:nvSpPr>
            <p:spPr>
              <a:xfrm>
                <a:off x="366876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0" name="ph7530"/>
              <p:cNvSpPr/>
              <p:nvPr/>
            </p:nvSpPr>
            <p:spPr>
              <a:xfrm>
                <a:off x="367820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1" name="ph7531"/>
              <p:cNvSpPr/>
              <p:nvPr/>
            </p:nvSpPr>
            <p:spPr>
              <a:xfrm>
                <a:off x="368764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2" name="ph7532"/>
              <p:cNvSpPr/>
              <p:nvPr/>
            </p:nvSpPr>
            <p:spPr>
              <a:xfrm>
                <a:off x="369708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3" name="ph7533"/>
              <p:cNvSpPr/>
              <p:nvPr/>
            </p:nvSpPr>
            <p:spPr>
              <a:xfrm>
                <a:off x="370653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4" name="ph7534"/>
              <p:cNvSpPr/>
              <p:nvPr/>
            </p:nvSpPr>
            <p:spPr>
              <a:xfrm>
                <a:off x="371597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5" name="ph7535"/>
              <p:cNvSpPr/>
              <p:nvPr/>
            </p:nvSpPr>
            <p:spPr>
              <a:xfrm>
                <a:off x="372541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6" name="ph7536"/>
              <p:cNvSpPr/>
              <p:nvPr/>
            </p:nvSpPr>
            <p:spPr>
              <a:xfrm>
                <a:off x="373485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7" name="ph7537"/>
              <p:cNvSpPr/>
              <p:nvPr/>
            </p:nvSpPr>
            <p:spPr>
              <a:xfrm>
                <a:off x="374429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8" name="ph7538"/>
              <p:cNvSpPr/>
              <p:nvPr/>
            </p:nvSpPr>
            <p:spPr>
              <a:xfrm>
                <a:off x="375373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9" name="ph7539"/>
              <p:cNvSpPr/>
              <p:nvPr/>
            </p:nvSpPr>
            <p:spPr>
              <a:xfrm>
                <a:off x="376317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0" name="ph7540"/>
              <p:cNvSpPr/>
              <p:nvPr/>
            </p:nvSpPr>
            <p:spPr>
              <a:xfrm>
                <a:off x="377261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1" name="ph7541"/>
              <p:cNvSpPr/>
              <p:nvPr/>
            </p:nvSpPr>
            <p:spPr>
              <a:xfrm>
                <a:off x="378205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2" name="ph7542"/>
              <p:cNvSpPr/>
              <p:nvPr/>
            </p:nvSpPr>
            <p:spPr>
              <a:xfrm>
                <a:off x="379149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3" name="ph7543"/>
              <p:cNvSpPr/>
              <p:nvPr/>
            </p:nvSpPr>
            <p:spPr>
              <a:xfrm>
                <a:off x="380093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4" name="ph7544"/>
              <p:cNvSpPr/>
              <p:nvPr/>
            </p:nvSpPr>
            <p:spPr>
              <a:xfrm>
                <a:off x="381037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5" name="ph7545"/>
              <p:cNvSpPr/>
              <p:nvPr/>
            </p:nvSpPr>
            <p:spPr>
              <a:xfrm>
                <a:off x="3819813" y="1148744"/>
                <a:ext cx="9192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25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258" y="896830"/>
                    </a:lnTo>
                    <a:lnTo>
                      <a:pt x="919208" y="897292"/>
                    </a:lnTo>
                    <a:lnTo>
                      <a:pt x="917735" y="908058"/>
                    </a:lnTo>
                    <a:lnTo>
                      <a:pt x="917266" y="911143"/>
                    </a:lnTo>
                    <a:lnTo>
                      <a:pt x="916800" y="914214"/>
                    </a:lnTo>
                    <a:lnTo>
                      <a:pt x="916772" y="914400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6" name="ph7546"/>
              <p:cNvSpPr/>
              <p:nvPr/>
            </p:nvSpPr>
            <p:spPr>
              <a:xfrm>
                <a:off x="2007287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621" y="931969"/>
                    </a:lnTo>
                    <a:lnTo>
                      <a:pt x="909842" y="923725"/>
                    </a:lnTo>
                    <a:lnTo>
                      <a:pt x="911511" y="91439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7" name="ph7547"/>
              <p:cNvSpPr/>
              <p:nvPr/>
            </p:nvSpPr>
            <p:spPr>
              <a:xfrm>
                <a:off x="200728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8" name="ph7548"/>
              <p:cNvSpPr/>
              <p:nvPr/>
            </p:nvSpPr>
            <p:spPr>
              <a:xfrm>
                <a:off x="201672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9" name="ph7549"/>
              <p:cNvSpPr/>
              <p:nvPr/>
            </p:nvSpPr>
            <p:spPr>
              <a:xfrm>
                <a:off x="202616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0" name="ph7550"/>
              <p:cNvSpPr/>
              <p:nvPr/>
            </p:nvSpPr>
            <p:spPr>
              <a:xfrm>
                <a:off x="203560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1" name="ph7551"/>
              <p:cNvSpPr/>
              <p:nvPr/>
            </p:nvSpPr>
            <p:spPr>
              <a:xfrm>
                <a:off x="204504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2" name="ph7552"/>
              <p:cNvSpPr/>
              <p:nvPr/>
            </p:nvSpPr>
            <p:spPr>
              <a:xfrm>
                <a:off x="205448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3" name="ph7553"/>
              <p:cNvSpPr/>
              <p:nvPr/>
            </p:nvSpPr>
            <p:spPr>
              <a:xfrm>
                <a:off x="206392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4" name="ph7554"/>
              <p:cNvSpPr/>
              <p:nvPr/>
            </p:nvSpPr>
            <p:spPr>
              <a:xfrm>
                <a:off x="207336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5" name="ph7555"/>
              <p:cNvSpPr/>
              <p:nvPr/>
            </p:nvSpPr>
            <p:spPr>
              <a:xfrm>
                <a:off x="208280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6" name="ph7556"/>
              <p:cNvSpPr/>
              <p:nvPr/>
            </p:nvSpPr>
            <p:spPr>
              <a:xfrm>
                <a:off x="209224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7" name="ph7557"/>
              <p:cNvSpPr/>
              <p:nvPr/>
            </p:nvSpPr>
            <p:spPr>
              <a:xfrm>
                <a:off x="210168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8" name="ph7558"/>
              <p:cNvSpPr/>
              <p:nvPr/>
            </p:nvSpPr>
            <p:spPr>
              <a:xfrm>
                <a:off x="211112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9" name="ph7559"/>
              <p:cNvSpPr/>
              <p:nvPr/>
            </p:nvSpPr>
            <p:spPr>
              <a:xfrm>
                <a:off x="212056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0" name="ph7560"/>
              <p:cNvSpPr/>
              <p:nvPr/>
            </p:nvSpPr>
            <p:spPr>
              <a:xfrm>
                <a:off x="213001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1" name="ph7561"/>
              <p:cNvSpPr/>
              <p:nvPr/>
            </p:nvSpPr>
            <p:spPr>
              <a:xfrm>
                <a:off x="213945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2" name="ph7562"/>
              <p:cNvSpPr/>
              <p:nvPr/>
            </p:nvSpPr>
            <p:spPr>
              <a:xfrm>
                <a:off x="214889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3" name="ph7563"/>
              <p:cNvSpPr/>
              <p:nvPr/>
            </p:nvSpPr>
            <p:spPr>
              <a:xfrm>
                <a:off x="215833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4" name="ph7564"/>
              <p:cNvSpPr/>
              <p:nvPr/>
            </p:nvSpPr>
            <p:spPr>
              <a:xfrm>
                <a:off x="216777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5" name="ph7565"/>
              <p:cNvSpPr/>
              <p:nvPr/>
            </p:nvSpPr>
            <p:spPr>
              <a:xfrm>
                <a:off x="217721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6" name="ph7566"/>
              <p:cNvSpPr/>
              <p:nvPr/>
            </p:nvSpPr>
            <p:spPr>
              <a:xfrm>
                <a:off x="218665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7" name="ph7567"/>
              <p:cNvSpPr/>
              <p:nvPr/>
            </p:nvSpPr>
            <p:spPr>
              <a:xfrm>
                <a:off x="219609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8" name="ph7568"/>
              <p:cNvSpPr/>
              <p:nvPr/>
            </p:nvSpPr>
            <p:spPr>
              <a:xfrm>
                <a:off x="220553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9" name="ph7569"/>
              <p:cNvSpPr/>
              <p:nvPr/>
            </p:nvSpPr>
            <p:spPr>
              <a:xfrm>
                <a:off x="221497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0" name="ph7570"/>
              <p:cNvSpPr/>
              <p:nvPr/>
            </p:nvSpPr>
            <p:spPr>
              <a:xfrm>
                <a:off x="222441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1" name="ph7571"/>
              <p:cNvSpPr/>
              <p:nvPr/>
            </p:nvSpPr>
            <p:spPr>
              <a:xfrm>
                <a:off x="223385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2" name="ph7572"/>
              <p:cNvSpPr/>
              <p:nvPr/>
            </p:nvSpPr>
            <p:spPr>
              <a:xfrm>
                <a:off x="2252733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87" y="896830"/>
                    </a:lnTo>
                    <a:lnTo>
                      <a:pt x="908514" y="900233"/>
                    </a:lnTo>
                    <a:lnTo>
                      <a:pt x="910495" y="900746"/>
                    </a:lnTo>
                    <a:lnTo>
                      <a:pt x="910840" y="900852"/>
                    </a:lnTo>
                    <a:lnTo>
                      <a:pt x="911187" y="900958"/>
                    </a:lnTo>
                    <a:lnTo>
                      <a:pt x="911534" y="901064"/>
                    </a:lnTo>
                    <a:lnTo>
                      <a:pt x="911881" y="901170"/>
                    </a:lnTo>
                    <a:lnTo>
                      <a:pt x="912228" y="901276"/>
                    </a:lnTo>
                    <a:lnTo>
                      <a:pt x="912575" y="901383"/>
                    </a:lnTo>
                    <a:lnTo>
                      <a:pt x="912922" y="901489"/>
                    </a:lnTo>
                    <a:lnTo>
                      <a:pt x="913270" y="901595"/>
                    </a:lnTo>
                    <a:lnTo>
                      <a:pt x="913617" y="901701"/>
                    </a:lnTo>
                    <a:lnTo>
                      <a:pt x="913964" y="901808"/>
                    </a:lnTo>
                    <a:lnTo>
                      <a:pt x="914400" y="901941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3" name="ph7573"/>
              <p:cNvSpPr/>
              <p:nvPr/>
            </p:nvSpPr>
            <p:spPr>
              <a:xfrm>
                <a:off x="2262173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941"/>
                    </a:lnTo>
                    <a:lnTo>
                      <a:pt x="905217" y="902020"/>
                    </a:lnTo>
                    <a:lnTo>
                      <a:pt x="905564" y="902126"/>
                    </a:lnTo>
                    <a:lnTo>
                      <a:pt x="905911" y="902233"/>
                    </a:lnTo>
                    <a:lnTo>
                      <a:pt x="906258" y="902339"/>
                    </a:lnTo>
                    <a:lnTo>
                      <a:pt x="906605" y="902445"/>
                    </a:lnTo>
                    <a:lnTo>
                      <a:pt x="906952" y="902551"/>
                    </a:lnTo>
                    <a:lnTo>
                      <a:pt x="907299" y="902658"/>
                    </a:lnTo>
                    <a:lnTo>
                      <a:pt x="907646" y="902764"/>
                    </a:lnTo>
                    <a:lnTo>
                      <a:pt x="907993" y="902870"/>
                    </a:lnTo>
                    <a:lnTo>
                      <a:pt x="908340" y="902977"/>
                    </a:lnTo>
                    <a:lnTo>
                      <a:pt x="908687" y="903083"/>
                    </a:lnTo>
                    <a:lnTo>
                      <a:pt x="909034" y="903189"/>
                    </a:lnTo>
                    <a:lnTo>
                      <a:pt x="909381" y="903296"/>
                    </a:lnTo>
                    <a:lnTo>
                      <a:pt x="909728" y="903402"/>
                    </a:lnTo>
                    <a:lnTo>
                      <a:pt x="910075" y="903509"/>
                    </a:lnTo>
                    <a:lnTo>
                      <a:pt x="910422" y="903615"/>
                    </a:lnTo>
                    <a:lnTo>
                      <a:pt x="910769" y="903721"/>
                    </a:lnTo>
                    <a:lnTo>
                      <a:pt x="911116" y="903828"/>
                    </a:lnTo>
                    <a:lnTo>
                      <a:pt x="911463" y="903934"/>
                    </a:lnTo>
                    <a:lnTo>
                      <a:pt x="911809" y="904041"/>
                    </a:lnTo>
                    <a:lnTo>
                      <a:pt x="912156" y="904147"/>
                    </a:lnTo>
                    <a:lnTo>
                      <a:pt x="912503" y="904254"/>
                    </a:lnTo>
                    <a:lnTo>
                      <a:pt x="912850" y="904360"/>
                    </a:lnTo>
                    <a:lnTo>
                      <a:pt x="913197" y="904466"/>
                    </a:lnTo>
                    <a:lnTo>
                      <a:pt x="913544" y="904573"/>
                    </a:lnTo>
                    <a:lnTo>
                      <a:pt x="913891" y="904679"/>
                    </a:lnTo>
                    <a:lnTo>
                      <a:pt x="914238" y="904786"/>
                    </a:lnTo>
                    <a:lnTo>
                      <a:pt x="914400" y="904836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4" name="ph7574"/>
              <p:cNvSpPr/>
              <p:nvPr/>
            </p:nvSpPr>
            <p:spPr>
              <a:xfrm>
                <a:off x="2271613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836"/>
                    </a:lnTo>
                    <a:lnTo>
                      <a:pt x="905144" y="904892"/>
                    </a:lnTo>
                    <a:lnTo>
                      <a:pt x="905491" y="904999"/>
                    </a:lnTo>
                    <a:lnTo>
                      <a:pt x="905838" y="905105"/>
                    </a:lnTo>
                    <a:lnTo>
                      <a:pt x="906185" y="905212"/>
                    </a:lnTo>
                    <a:lnTo>
                      <a:pt x="906531" y="905319"/>
                    </a:lnTo>
                    <a:lnTo>
                      <a:pt x="906878" y="905425"/>
                    </a:lnTo>
                    <a:lnTo>
                      <a:pt x="907225" y="905532"/>
                    </a:lnTo>
                    <a:lnTo>
                      <a:pt x="907572" y="905638"/>
                    </a:lnTo>
                    <a:lnTo>
                      <a:pt x="907919" y="905745"/>
                    </a:lnTo>
                    <a:lnTo>
                      <a:pt x="908265" y="905851"/>
                    </a:lnTo>
                    <a:lnTo>
                      <a:pt x="908612" y="905958"/>
                    </a:lnTo>
                    <a:lnTo>
                      <a:pt x="908959" y="906065"/>
                    </a:lnTo>
                    <a:lnTo>
                      <a:pt x="909306" y="906171"/>
                    </a:lnTo>
                    <a:lnTo>
                      <a:pt x="909653" y="906278"/>
                    </a:lnTo>
                    <a:lnTo>
                      <a:pt x="909999" y="906384"/>
                    </a:lnTo>
                    <a:lnTo>
                      <a:pt x="910346" y="906491"/>
                    </a:lnTo>
                    <a:lnTo>
                      <a:pt x="910693" y="906598"/>
                    </a:lnTo>
                    <a:lnTo>
                      <a:pt x="911040" y="906704"/>
                    </a:lnTo>
                    <a:lnTo>
                      <a:pt x="911386" y="906811"/>
                    </a:lnTo>
                    <a:lnTo>
                      <a:pt x="911733" y="906918"/>
                    </a:lnTo>
                    <a:lnTo>
                      <a:pt x="912080" y="907024"/>
                    </a:lnTo>
                    <a:lnTo>
                      <a:pt x="912427" y="907131"/>
                    </a:lnTo>
                    <a:lnTo>
                      <a:pt x="912773" y="907238"/>
                    </a:lnTo>
                    <a:lnTo>
                      <a:pt x="913120" y="907344"/>
                    </a:lnTo>
                    <a:lnTo>
                      <a:pt x="913467" y="907451"/>
                    </a:lnTo>
                    <a:lnTo>
                      <a:pt x="913813" y="907558"/>
                    </a:lnTo>
                    <a:lnTo>
                      <a:pt x="914160" y="907665"/>
                    </a:lnTo>
                    <a:lnTo>
                      <a:pt x="914400" y="90773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5" name="ph7575"/>
              <p:cNvSpPr/>
              <p:nvPr/>
            </p:nvSpPr>
            <p:spPr>
              <a:xfrm>
                <a:off x="2281053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6" y="907771"/>
                    </a:lnTo>
                    <a:lnTo>
                      <a:pt x="905413" y="907878"/>
                    </a:lnTo>
                    <a:lnTo>
                      <a:pt x="905760" y="907985"/>
                    </a:lnTo>
                    <a:lnTo>
                      <a:pt x="906106" y="908092"/>
                    </a:lnTo>
                    <a:lnTo>
                      <a:pt x="906453" y="908198"/>
                    </a:lnTo>
                    <a:lnTo>
                      <a:pt x="906800" y="908305"/>
                    </a:lnTo>
                    <a:lnTo>
                      <a:pt x="907146" y="908412"/>
                    </a:lnTo>
                    <a:lnTo>
                      <a:pt x="907493" y="908519"/>
                    </a:lnTo>
                    <a:lnTo>
                      <a:pt x="907840" y="908626"/>
                    </a:lnTo>
                    <a:lnTo>
                      <a:pt x="908186" y="908733"/>
                    </a:lnTo>
                    <a:lnTo>
                      <a:pt x="908533" y="908839"/>
                    </a:lnTo>
                    <a:lnTo>
                      <a:pt x="908880" y="908946"/>
                    </a:lnTo>
                    <a:lnTo>
                      <a:pt x="909226" y="909053"/>
                    </a:lnTo>
                    <a:lnTo>
                      <a:pt x="909573" y="909160"/>
                    </a:lnTo>
                    <a:lnTo>
                      <a:pt x="909919" y="909267"/>
                    </a:lnTo>
                    <a:lnTo>
                      <a:pt x="910266" y="909374"/>
                    </a:lnTo>
                    <a:lnTo>
                      <a:pt x="910613" y="909481"/>
                    </a:lnTo>
                    <a:lnTo>
                      <a:pt x="910959" y="909587"/>
                    </a:lnTo>
                    <a:lnTo>
                      <a:pt x="911306" y="909694"/>
                    </a:lnTo>
                    <a:lnTo>
                      <a:pt x="911652" y="909801"/>
                    </a:lnTo>
                    <a:lnTo>
                      <a:pt x="911999" y="909908"/>
                    </a:lnTo>
                    <a:lnTo>
                      <a:pt x="912345" y="910015"/>
                    </a:lnTo>
                    <a:lnTo>
                      <a:pt x="912692" y="910122"/>
                    </a:lnTo>
                    <a:lnTo>
                      <a:pt x="913039" y="910229"/>
                    </a:lnTo>
                    <a:lnTo>
                      <a:pt x="913385" y="910336"/>
                    </a:lnTo>
                    <a:lnTo>
                      <a:pt x="913732" y="910443"/>
                    </a:lnTo>
                    <a:lnTo>
                      <a:pt x="914078" y="910550"/>
                    </a:lnTo>
                    <a:lnTo>
                      <a:pt x="914400" y="91064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6" name="ph7576"/>
              <p:cNvSpPr/>
              <p:nvPr/>
            </p:nvSpPr>
            <p:spPr>
              <a:xfrm>
                <a:off x="2290494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84" y="910657"/>
                    </a:lnTo>
                    <a:lnTo>
                      <a:pt x="905331" y="910764"/>
                    </a:lnTo>
                    <a:lnTo>
                      <a:pt x="905677" y="910871"/>
                    </a:lnTo>
                    <a:lnTo>
                      <a:pt x="906024" y="910978"/>
                    </a:lnTo>
                    <a:lnTo>
                      <a:pt x="906370" y="911085"/>
                    </a:lnTo>
                    <a:lnTo>
                      <a:pt x="906717" y="911192"/>
                    </a:lnTo>
                    <a:lnTo>
                      <a:pt x="907063" y="911299"/>
                    </a:lnTo>
                    <a:lnTo>
                      <a:pt x="907410" y="911406"/>
                    </a:lnTo>
                    <a:lnTo>
                      <a:pt x="907756" y="911513"/>
                    </a:lnTo>
                    <a:lnTo>
                      <a:pt x="908103" y="911620"/>
                    </a:lnTo>
                    <a:lnTo>
                      <a:pt x="908449" y="911727"/>
                    </a:lnTo>
                    <a:lnTo>
                      <a:pt x="908796" y="911834"/>
                    </a:lnTo>
                    <a:lnTo>
                      <a:pt x="909142" y="911942"/>
                    </a:lnTo>
                    <a:lnTo>
                      <a:pt x="909489" y="912049"/>
                    </a:lnTo>
                    <a:lnTo>
                      <a:pt x="909835" y="912156"/>
                    </a:lnTo>
                    <a:lnTo>
                      <a:pt x="910181" y="912263"/>
                    </a:lnTo>
                    <a:lnTo>
                      <a:pt x="910528" y="912370"/>
                    </a:lnTo>
                    <a:lnTo>
                      <a:pt x="910874" y="912477"/>
                    </a:lnTo>
                    <a:lnTo>
                      <a:pt x="911221" y="912584"/>
                    </a:lnTo>
                    <a:lnTo>
                      <a:pt x="911567" y="912692"/>
                    </a:lnTo>
                    <a:lnTo>
                      <a:pt x="911914" y="912799"/>
                    </a:lnTo>
                    <a:lnTo>
                      <a:pt x="912260" y="912906"/>
                    </a:lnTo>
                    <a:lnTo>
                      <a:pt x="912606" y="913013"/>
                    </a:lnTo>
                    <a:lnTo>
                      <a:pt x="912953" y="913120"/>
                    </a:lnTo>
                    <a:lnTo>
                      <a:pt x="913299" y="913228"/>
                    </a:lnTo>
                    <a:lnTo>
                      <a:pt x="913645" y="913335"/>
                    </a:lnTo>
                    <a:lnTo>
                      <a:pt x="913992" y="913442"/>
                    </a:lnTo>
                    <a:lnTo>
                      <a:pt x="914400" y="913568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7" name="ph7577"/>
              <p:cNvSpPr/>
              <p:nvPr/>
            </p:nvSpPr>
            <p:spPr>
              <a:xfrm>
                <a:off x="2290494" y="1131174"/>
                <a:ext cx="9170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3" h="914400">
                    <a:moveTo>
                      <a:pt x="914400" y="914400"/>
                    </a:moveTo>
                    <a:lnTo>
                      <a:pt x="914400" y="913568"/>
                    </a:lnTo>
                    <a:lnTo>
                      <a:pt x="914684" y="913656"/>
                    </a:lnTo>
                    <a:lnTo>
                      <a:pt x="915031" y="913764"/>
                    </a:lnTo>
                    <a:lnTo>
                      <a:pt x="915377" y="913871"/>
                    </a:lnTo>
                    <a:lnTo>
                      <a:pt x="915724" y="913978"/>
                    </a:lnTo>
                    <a:lnTo>
                      <a:pt x="916070" y="914086"/>
                    </a:lnTo>
                    <a:lnTo>
                      <a:pt x="916416" y="914193"/>
                    </a:lnTo>
                    <a:lnTo>
                      <a:pt x="916762" y="914300"/>
                    </a:lnTo>
                    <a:lnTo>
                      <a:pt x="917083" y="914400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8" name="ph7578"/>
              <p:cNvSpPr/>
              <p:nvPr/>
            </p:nvSpPr>
            <p:spPr>
              <a:xfrm>
                <a:off x="3432763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35" y="914400"/>
                    </a:lnTo>
                    <a:lnTo>
                      <a:pt x="911347" y="906480"/>
                    </a:lnTo>
                    <a:lnTo>
                      <a:pt x="914400" y="89929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9" name="ph7579"/>
              <p:cNvSpPr/>
              <p:nvPr/>
            </p:nvSpPr>
            <p:spPr>
              <a:xfrm>
                <a:off x="3442203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68"/>
                    </a:lnTo>
                    <a:lnTo>
                      <a:pt x="905642" y="915262"/>
                    </a:lnTo>
                    <a:lnTo>
                      <a:pt x="906050" y="91439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0" name="ph7580"/>
              <p:cNvSpPr/>
              <p:nvPr/>
            </p:nvSpPr>
            <p:spPr>
              <a:xfrm>
                <a:off x="344220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1" name="ph7581"/>
              <p:cNvSpPr/>
              <p:nvPr/>
            </p:nvSpPr>
            <p:spPr>
              <a:xfrm>
                <a:off x="345164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2" name="ph7582"/>
              <p:cNvSpPr/>
              <p:nvPr/>
            </p:nvSpPr>
            <p:spPr>
              <a:xfrm>
                <a:off x="346108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3" name="ph7583"/>
              <p:cNvSpPr/>
              <p:nvPr/>
            </p:nvSpPr>
            <p:spPr>
              <a:xfrm>
                <a:off x="347052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4" name="ph7584"/>
              <p:cNvSpPr/>
              <p:nvPr/>
            </p:nvSpPr>
            <p:spPr>
              <a:xfrm>
                <a:off x="347996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5" name="ph7585"/>
              <p:cNvSpPr/>
              <p:nvPr/>
            </p:nvSpPr>
            <p:spPr>
              <a:xfrm>
                <a:off x="348940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6" name="ph7586"/>
              <p:cNvSpPr/>
              <p:nvPr/>
            </p:nvSpPr>
            <p:spPr>
              <a:xfrm>
                <a:off x="349884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7" name="ph7587"/>
              <p:cNvSpPr/>
              <p:nvPr/>
            </p:nvSpPr>
            <p:spPr>
              <a:xfrm>
                <a:off x="350828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8" name="ph7588"/>
              <p:cNvSpPr/>
              <p:nvPr/>
            </p:nvSpPr>
            <p:spPr>
              <a:xfrm>
                <a:off x="351772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9" name="ph7589"/>
              <p:cNvSpPr/>
              <p:nvPr/>
            </p:nvSpPr>
            <p:spPr>
              <a:xfrm>
                <a:off x="352716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0" name="ph7590"/>
              <p:cNvSpPr/>
              <p:nvPr/>
            </p:nvSpPr>
            <p:spPr>
              <a:xfrm>
                <a:off x="353660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1" name="ph7591"/>
              <p:cNvSpPr/>
              <p:nvPr/>
            </p:nvSpPr>
            <p:spPr>
              <a:xfrm>
                <a:off x="354604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2" name="ph7592"/>
              <p:cNvSpPr/>
              <p:nvPr/>
            </p:nvSpPr>
            <p:spPr>
              <a:xfrm>
                <a:off x="355548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3" name="ph7593"/>
              <p:cNvSpPr/>
              <p:nvPr/>
            </p:nvSpPr>
            <p:spPr>
              <a:xfrm>
                <a:off x="356492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4" name="ph7594"/>
              <p:cNvSpPr/>
              <p:nvPr/>
            </p:nvSpPr>
            <p:spPr>
              <a:xfrm>
                <a:off x="357436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5" name="ph7595"/>
              <p:cNvSpPr/>
              <p:nvPr/>
            </p:nvSpPr>
            <p:spPr>
              <a:xfrm>
                <a:off x="358380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6" name="ph7596"/>
              <p:cNvSpPr/>
              <p:nvPr/>
            </p:nvSpPr>
            <p:spPr>
              <a:xfrm>
                <a:off x="359324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7" name="ph7597"/>
              <p:cNvSpPr/>
              <p:nvPr/>
            </p:nvSpPr>
            <p:spPr>
              <a:xfrm>
                <a:off x="360268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8" name="ph7598"/>
              <p:cNvSpPr/>
              <p:nvPr/>
            </p:nvSpPr>
            <p:spPr>
              <a:xfrm>
                <a:off x="361212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9" name="ph7599"/>
              <p:cNvSpPr/>
              <p:nvPr/>
            </p:nvSpPr>
            <p:spPr>
              <a:xfrm>
                <a:off x="362156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0" name="ph7600"/>
              <p:cNvSpPr/>
              <p:nvPr/>
            </p:nvSpPr>
            <p:spPr>
              <a:xfrm>
                <a:off x="363100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1" name="ph7601"/>
              <p:cNvSpPr/>
              <p:nvPr/>
            </p:nvSpPr>
            <p:spPr>
              <a:xfrm>
                <a:off x="364044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2" name="ph7602"/>
              <p:cNvSpPr/>
              <p:nvPr/>
            </p:nvSpPr>
            <p:spPr>
              <a:xfrm>
                <a:off x="364988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3" name="ph7603"/>
              <p:cNvSpPr/>
              <p:nvPr/>
            </p:nvSpPr>
            <p:spPr>
              <a:xfrm>
                <a:off x="365932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4" name="ph7604"/>
              <p:cNvSpPr/>
              <p:nvPr/>
            </p:nvSpPr>
            <p:spPr>
              <a:xfrm>
                <a:off x="366876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5" name="ph7605"/>
              <p:cNvSpPr/>
              <p:nvPr/>
            </p:nvSpPr>
            <p:spPr>
              <a:xfrm>
                <a:off x="367820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6" name="ph7606"/>
              <p:cNvSpPr/>
              <p:nvPr/>
            </p:nvSpPr>
            <p:spPr>
              <a:xfrm>
                <a:off x="368764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7" name="ph7607"/>
              <p:cNvSpPr/>
              <p:nvPr/>
            </p:nvSpPr>
            <p:spPr>
              <a:xfrm>
                <a:off x="369708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8" name="ph7608"/>
              <p:cNvSpPr/>
              <p:nvPr/>
            </p:nvSpPr>
            <p:spPr>
              <a:xfrm>
                <a:off x="370653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9" name="ph7609"/>
              <p:cNvSpPr/>
              <p:nvPr/>
            </p:nvSpPr>
            <p:spPr>
              <a:xfrm>
                <a:off x="371597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0" name="ph7610"/>
              <p:cNvSpPr/>
              <p:nvPr/>
            </p:nvSpPr>
            <p:spPr>
              <a:xfrm>
                <a:off x="372541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1" name="ph7611"/>
              <p:cNvSpPr/>
              <p:nvPr/>
            </p:nvSpPr>
            <p:spPr>
              <a:xfrm>
                <a:off x="373485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2" name="ph7612"/>
              <p:cNvSpPr/>
              <p:nvPr/>
            </p:nvSpPr>
            <p:spPr>
              <a:xfrm>
                <a:off x="374429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3" name="ph7613"/>
              <p:cNvSpPr/>
              <p:nvPr/>
            </p:nvSpPr>
            <p:spPr>
              <a:xfrm>
                <a:off x="375373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4" name="ph7614"/>
              <p:cNvSpPr/>
              <p:nvPr/>
            </p:nvSpPr>
            <p:spPr>
              <a:xfrm>
                <a:off x="376317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5" name="ph7615"/>
              <p:cNvSpPr/>
              <p:nvPr/>
            </p:nvSpPr>
            <p:spPr>
              <a:xfrm>
                <a:off x="377261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6" name="ph7616"/>
              <p:cNvSpPr/>
              <p:nvPr/>
            </p:nvSpPr>
            <p:spPr>
              <a:xfrm>
                <a:off x="378205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7" name="ph7617"/>
              <p:cNvSpPr/>
              <p:nvPr/>
            </p:nvSpPr>
            <p:spPr>
              <a:xfrm>
                <a:off x="379149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8" name="ph7618"/>
              <p:cNvSpPr/>
              <p:nvPr/>
            </p:nvSpPr>
            <p:spPr>
              <a:xfrm>
                <a:off x="380093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9" name="ph7619"/>
              <p:cNvSpPr/>
              <p:nvPr/>
            </p:nvSpPr>
            <p:spPr>
              <a:xfrm>
                <a:off x="381037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0" name="ph7620"/>
              <p:cNvSpPr/>
              <p:nvPr/>
            </p:nvSpPr>
            <p:spPr>
              <a:xfrm>
                <a:off x="3819813" y="1131174"/>
                <a:ext cx="9209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30" y="896830"/>
                    </a:lnTo>
                    <a:lnTo>
                      <a:pt x="920374" y="903967"/>
                    </a:lnTo>
                    <a:lnTo>
                      <a:pt x="919258" y="914400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1" name="ph7621"/>
              <p:cNvSpPr/>
              <p:nvPr/>
            </p:nvSpPr>
            <p:spPr>
              <a:xfrm>
                <a:off x="2007287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1511" y="931969"/>
                    </a:lnTo>
                    <a:lnTo>
                      <a:pt x="911716" y="930823"/>
                    </a:lnTo>
                    <a:lnTo>
                      <a:pt x="911844" y="930215"/>
                    </a:lnTo>
                    <a:lnTo>
                      <a:pt x="911909" y="928593"/>
                    </a:lnTo>
                    <a:lnTo>
                      <a:pt x="912658" y="917657"/>
                    </a:lnTo>
                    <a:lnTo>
                      <a:pt x="912974" y="91439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2" name="ph7622"/>
              <p:cNvSpPr/>
              <p:nvPr/>
            </p:nvSpPr>
            <p:spPr>
              <a:xfrm>
                <a:off x="200728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3" name="ph7623"/>
              <p:cNvSpPr/>
              <p:nvPr/>
            </p:nvSpPr>
            <p:spPr>
              <a:xfrm>
                <a:off x="201672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4" name="ph7624"/>
              <p:cNvSpPr/>
              <p:nvPr/>
            </p:nvSpPr>
            <p:spPr>
              <a:xfrm>
                <a:off x="202616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5" name="ph7625"/>
              <p:cNvSpPr/>
              <p:nvPr/>
            </p:nvSpPr>
            <p:spPr>
              <a:xfrm>
                <a:off x="203560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6" name="ph7626"/>
              <p:cNvSpPr/>
              <p:nvPr/>
            </p:nvSpPr>
            <p:spPr>
              <a:xfrm>
                <a:off x="204504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7" name="ph7627"/>
              <p:cNvSpPr/>
              <p:nvPr/>
            </p:nvSpPr>
            <p:spPr>
              <a:xfrm>
                <a:off x="205448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8" name="ph7628"/>
              <p:cNvSpPr/>
              <p:nvPr/>
            </p:nvSpPr>
            <p:spPr>
              <a:xfrm>
                <a:off x="206392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9" name="ph7629"/>
              <p:cNvSpPr/>
              <p:nvPr/>
            </p:nvSpPr>
            <p:spPr>
              <a:xfrm>
                <a:off x="207336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0" name="ph7630"/>
              <p:cNvSpPr/>
              <p:nvPr/>
            </p:nvSpPr>
            <p:spPr>
              <a:xfrm>
                <a:off x="208280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1" name="ph7631"/>
              <p:cNvSpPr/>
              <p:nvPr/>
            </p:nvSpPr>
            <p:spPr>
              <a:xfrm>
                <a:off x="209224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2" name="ph7632"/>
              <p:cNvSpPr/>
              <p:nvPr/>
            </p:nvSpPr>
            <p:spPr>
              <a:xfrm>
                <a:off x="210168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3" name="ph7633"/>
              <p:cNvSpPr/>
              <p:nvPr/>
            </p:nvSpPr>
            <p:spPr>
              <a:xfrm>
                <a:off x="211112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4" name="ph7634"/>
              <p:cNvSpPr/>
              <p:nvPr/>
            </p:nvSpPr>
            <p:spPr>
              <a:xfrm>
                <a:off x="212056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5" name="ph7635"/>
              <p:cNvSpPr/>
              <p:nvPr/>
            </p:nvSpPr>
            <p:spPr>
              <a:xfrm>
                <a:off x="213001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6" name="ph7636"/>
              <p:cNvSpPr/>
              <p:nvPr/>
            </p:nvSpPr>
            <p:spPr>
              <a:xfrm>
                <a:off x="213945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7" name="ph7637"/>
              <p:cNvSpPr/>
              <p:nvPr/>
            </p:nvSpPr>
            <p:spPr>
              <a:xfrm>
                <a:off x="214889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8" name="ph7638"/>
              <p:cNvSpPr/>
              <p:nvPr/>
            </p:nvSpPr>
            <p:spPr>
              <a:xfrm>
                <a:off x="215833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9" name="ph7639"/>
              <p:cNvSpPr/>
              <p:nvPr/>
            </p:nvSpPr>
            <p:spPr>
              <a:xfrm>
                <a:off x="216777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0" name="ph7640"/>
              <p:cNvSpPr/>
              <p:nvPr/>
            </p:nvSpPr>
            <p:spPr>
              <a:xfrm>
                <a:off x="217721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1" name="ph7641"/>
              <p:cNvSpPr/>
              <p:nvPr/>
            </p:nvSpPr>
            <p:spPr>
              <a:xfrm>
                <a:off x="218665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2" name="ph7642"/>
              <p:cNvSpPr/>
              <p:nvPr/>
            </p:nvSpPr>
            <p:spPr>
              <a:xfrm>
                <a:off x="219609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3" name="ph7643"/>
              <p:cNvSpPr/>
              <p:nvPr/>
            </p:nvSpPr>
            <p:spPr>
              <a:xfrm>
                <a:off x="220553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4" name="ph7644"/>
              <p:cNvSpPr/>
              <p:nvPr/>
            </p:nvSpPr>
            <p:spPr>
              <a:xfrm>
                <a:off x="221497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5" name="ph7645"/>
              <p:cNvSpPr/>
              <p:nvPr/>
            </p:nvSpPr>
            <p:spPr>
              <a:xfrm>
                <a:off x="222441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6" name="ph7646"/>
              <p:cNvSpPr/>
              <p:nvPr/>
            </p:nvSpPr>
            <p:spPr>
              <a:xfrm>
                <a:off x="223385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7" name="ph7647"/>
              <p:cNvSpPr/>
              <p:nvPr/>
            </p:nvSpPr>
            <p:spPr>
              <a:xfrm>
                <a:off x="2243293" y="1113604"/>
                <a:ext cx="9175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4750" y="896830"/>
                    </a:lnTo>
                    <a:lnTo>
                      <a:pt x="915404" y="900276"/>
                    </a:lnTo>
                    <a:lnTo>
                      <a:pt x="917157" y="911440"/>
                    </a:lnTo>
                    <a:lnTo>
                      <a:pt x="917528" y="91439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8" name="ph7648"/>
              <p:cNvSpPr/>
              <p:nvPr/>
            </p:nvSpPr>
            <p:spPr>
              <a:xfrm>
                <a:off x="3442203" y="111360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050" y="914399"/>
                    </a:lnTo>
                    <a:lnTo>
                      <a:pt x="909622" y="906855"/>
                    </a:lnTo>
                    <a:lnTo>
                      <a:pt x="913837" y="898854"/>
                    </a:lnTo>
                    <a:lnTo>
                      <a:pt x="914400" y="897894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9" name="ph7649"/>
              <p:cNvSpPr/>
              <p:nvPr/>
            </p:nvSpPr>
            <p:spPr>
              <a:xfrm>
                <a:off x="3451643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464"/>
                    </a:lnTo>
                    <a:lnTo>
                      <a:pt x="905583" y="91439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0" name="ph7650"/>
              <p:cNvSpPr/>
              <p:nvPr/>
            </p:nvSpPr>
            <p:spPr>
              <a:xfrm>
                <a:off x="345164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1" name="ph7651"/>
              <p:cNvSpPr/>
              <p:nvPr/>
            </p:nvSpPr>
            <p:spPr>
              <a:xfrm>
                <a:off x="346108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2" name="ph7652"/>
              <p:cNvSpPr/>
              <p:nvPr/>
            </p:nvSpPr>
            <p:spPr>
              <a:xfrm>
                <a:off x="347052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3" name="ph7653"/>
              <p:cNvSpPr/>
              <p:nvPr/>
            </p:nvSpPr>
            <p:spPr>
              <a:xfrm>
                <a:off x="347996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4" name="ph7654"/>
              <p:cNvSpPr/>
              <p:nvPr/>
            </p:nvSpPr>
            <p:spPr>
              <a:xfrm>
                <a:off x="348940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5" name="ph7655"/>
              <p:cNvSpPr/>
              <p:nvPr/>
            </p:nvSpPr>
            <p:spPr>
              <a:xfrm>
                <a:off x="349884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6" name="ph7656"/>
              <p:cNvSpPr/>
              <p:nvPr/>
            </p:nvSpPr>
            <p:spPr>
              <a:xfrm>
                <a:off x="350828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7" name="ph7657"/>
              <p:cNvSpPr/>
              <p:nvPr/>
            </p:nvSpPr>
            <p:spPr>
              <a:xfrm>
                <a:off x="351772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8" name="ph7658"/>
              <p:cNvSpPr/>
              <p:nvPr/>
            </p:nvSpPr>
            <p:spPr>
              <a:xfrm>
                <a:off x="352716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9" name="ph7659"/>
              <p:cNvSpPr/>
              <p:nvPr/>
            </p:nvSpPr>
            <p:spPr>
              <a:xfrm>
                <a:off x="353660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0" name="ph7660"/>
              <p:cNvSpPr/>
              <p:nvPr/>
            </p:nvSpPr>
            <p:spPr>
              <a:xfrm>
                <a:off x="354604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1" name="ph7661"/>
              <p:cNvSpPr/>
              <p:nvPr/>
            </p:nvSpPr>
            <p:spPr>
              <a:xfrm>
                <a:off x="355548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2" name="ph7662"/>
              <p:cNvSpPr/>
              <p:nvPr/>
            </p:nvSpPr>
            <p:spPr>
              <a:xfrm>
                <a:off x="356492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3" name="ph7663"/>
              <p:cNvSpPr/>
              <p:nvPr/>
            </p:nvSpPr>
            <p:spPr>
              <a:xfrm>
                <a:off x="357436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4" name="ph7664"/>
              <p:cNvSpPr/>
              <p:nvPr/>
            </p:nvSpPr>
            <p:spPr>
              <a:xfrm>
                <a:off x="358380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5" name="ph7665"/>
              <p:cNvSpPr/>
              <p:nvPr/>
            </p:nvSpPr>
            <p:spPr>
              <a:xfrm>
                <a:off x="359324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6" name="ph7666"/>
              <p:cNvSpPr/>
              <p:nvPr/>
            </p:nvSpPr>
            <p:spPr>
              <a:xfrm>
                <a:off x="360268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7" name="ph7667"/>
              <p:cNvSpPr/>
              <p:nvPr/>
            </p:nvSpPr>
            <p:spPr>
              <a:xfrm>
                <a:off x="361212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8" name="ph7668"/>
              <p:cNvSpPr/>
              <p:nvPr/>
            </p:nvSpPr>
            <p:spPr>
              <a:xfrm>
                <a:off x="362156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9" name="ph7669"/>
              <p:cNvSpPr/>
              <p:nvPr/>
            </p:nvSpPr>
            <p:spPr>
              <a:xfrm>
                <a:off x="363100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0" name="ph7670"/>
              <p:cNvSpPr/>
              <p:nvPr/>
            </p:nvSpPr>
            <p:spPr>
              <a:xfrm>
                <a:off x="364044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1" name="ph7671"/>
              <p:cNvSpPr/>
              <p:nvPr/>
            </p:nvSpPr>
            <p:spPr>
              <a:xfrm>
                <a:off x="364988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2" name="ph7672"/>
              <p:cNvSpPr/>
              <p:nvPr/>
            </p:nvSpPr>
            <p:spPr>
              <a:xfrm>
                <a:off x="365932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3" name="ph7673"/>
              <p:cNvSpPr/>
              <p:nvPr/>
            </p:nvSpPr>
            <p:spPr>
              <a:xfrm>
                <a:off x="366876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4" name="ph7674"/>
              <p:cNvSpPr/>
              <p:nvPr/>
            </p:nvSpPr>
            <p:spPr>
              <a:xfrm>
                <a:off x="367820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5" name="ph7675"/>
              <p:cNvSpPr/>
              <p:nvPr/>
            </p:nvSpPr>
            <p:spPr>
              <a:xfrm>
                <a:off x="368764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6" name="ph7676"/>
              <p:cNvSpPr/>
              <p:nvPr/>
            </p:nvSpPr>
            <p:spPr>
              <a:xfrm>
                <a:off x="369708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7" name="ph7677"/>
              <p:cNvSpPr/>
              <p:nvPr/>
            </p:nvSpPr>
            <p:spPr>
              <a:xfrm>
                <a:off x="370653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8" name="ph7678"/>
              <p:cNvSpPr/>
              <p:nvPr/>
            </p:nvSpPr>
            <p:spPr>
              <a:xfrm>
                <a:off x="371597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9" name="ph7679"/>
              <p:cNvSpPr/>
              <p:nvPr/>
            </p:nvSpPr>
            <p:spPr>
              <a:xfrm>
                <a:off x="372541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0" name="ph7680"/>
              <p:cNvSpPr/>
              <p:nvPr/>
            </p:nvSpPr>
            <p:spPr>
              <a:xfrm>
                <a:off x="373485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1" name="ph7681"/>
              <p:cNvSpPr/>
              <p:nvPr/>
            </p:nvSpPr>
            <p:spPr>
              <a:xfrm>
                <a:off x="374429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2" name="ph7682"/>
              <p:cNvSpPr/>
              <p:nvPr/>
            </p:nvSpPr>
            <p:spPr>
              <a:xfrm>
                <a:off x="375373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3" name="ph7683"/>
              <p:cNvSpPr/>
              <p:nvPr/>
            </p:nvSpPr>
            <p:spPr>
              <a:xfrm>
                <a:off x="376317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4" name="ph7684"/>
              <p:cNvSpPr/>
              <p:nvPr/>
            </p:nvSpPr>
            <p:spPr>
              <a:xfrm>
                <a:off x="377261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5" name="ph7685"/>
              <p:cNvSpPr/>
              <p:nvPr/>
            </p:nvSpPr>
            <p:spPr>
              <a:xfrm>
                <a:off x="378205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6" name="ph7686"/>
              <p:cNvSpPr/>
              <p:nvPr/>
            </p:nvSpPr>
            <p:spPr>
              <a:xfrm>
                <a:off x="379149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7" name="ph7687"/>
              <p:cNvSpPr/>
              <p:nvPr/>
            </p:nvSpPr>
            <p:spPr>
              <a:xfrm>
                <a:off x="380093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8" name="ph7688"/>
              <p:cNvSpPr/>
              <p:nvPr/>
            </p:nvSpPr>
            <p:spPr>
              <a:xfrm>
                <a:off x="381037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9" name="ph7689"/>
              <p:cNvSpPr/>
              <p:nvPr/>
            </p:nvSpPr>
            <p:spPr>
              <a:xfrm>
                <a:off x="3819813" y="1113604"/>
                <a:ext cx="92182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2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29" y="896830"/>
                    </a:lnTo>
                    <a:lnTo>
                      <a:pt x="921774" y="899480"/>
                    </a:lnTo>
                    <a:lnTo>
                      <a:pt x="921230" y="910543"/>
                    </a:lnTo>
                    <a:lnTo>
                      <a:pt x="920930" y="91439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0" name="ph7690"/>
              <p:cNvSpPr/>
              <p:nvPr/>
            </p:nvSpPr>
            <p:spPr>
              <a:xfrm>
                <a:off x="2007287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974" y="914399"/>
                    </a:lnTo>
                    <a:lnTo>
                      <a:pt x="913712" y="906808"/>
                    </a:lnTo>
                    <a:lnTo>
                      <a:pt x="914400" y="901376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1" name="ph7691"/>
              <p:cNvSpPr/>
              <p:nvPr/>
            </p:nvSpPr>
            <p:spPr>
              <a:xfrm>
                <a:off x="2016727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6"/>
                    </a:lnTo>
                    <a:lnTo>
                      <a:pt x="905535" y="91440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2" name="ph7692"/>
              <p:cNvSpPr/>
              <p:nvPr/>
            </p:nvSpPr>
            <p:spPr>
              <a:xfrm>
                <a:off x="201672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3" name="ph7693"/>
              <p:cNvSpPr/>
              <p:nvPr/>
            </p:nvSpPr>
            <p:spPr>
              <a:xfrm>
                <a:off x="202616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4" name="ph7694"/>
              <p:cNvSpPr/>
              <p:nvPr/>
            </p:nvSpPr>
            <p:spPr>
              <a:xfrm>
                <a:off x="203560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5" name="ph7695"/>
              <p:cNvSpPr/>
              <p:nvPr/>
            </p:nvSpPr>
            <p:spPr>
              <a:xfrm>
                <a:off x="204504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6" name="ph7696"/>
              <p:cNvSpPr/>
              <p:nvPr/>
            </p:nvSpPr>
            <p:spPr>
              <a:xfrm>
                <a:off x="205448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7" name="ph7697"/>
              <p:cNvSpPr/>
              <p:nvPr/>
            </p:nvSpPr>
            <p:spPr>
              <a:xfrm>
                <a:off x="206392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8" name="ph7698"/>
              <p:cNvSpPr/>
              <p:nvPr/>
            </p:nvSpPr>
            <p:spPr>
              <a:xfrm>
                <a:off x="207336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9" name="ph7699"/>
              <p:cNvSpPr/>
              <p:nvPr/>
            </p:nvSpPr>
            <p:spPr>
              <a:xfrm>
                <a:off x="208280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0" name="ph7700"/>
              <p:cNvSpPr/>
              <p:nvPr/>
            </p:nvSpPr>
            <p:spPr>
              <a:xfrm>
                <a:off x="209224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1" name="ph7701"/>
              <p:cNvSpPr/>
              <p:nvPr/>
            </p:nvSpPr>
            <p:spPr>
              <a:xfrm>
                <a:off x="210168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2" name="ph7702"/>
              <p:cNvSpPr/>
              <p:nvPr/>
            </p:nvSpPr>
            <p:spPr>
              <a:xfrm>
                <a:off x="211112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3" name="ph7703"/>
              <p:cNvSpPr/>
              <p:nvPr/>
            </p:nvSpPr>
            <p:spPr>
              <a:xfrm>
                <a:off x="212056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4" name="ph7704"/>
              <p:cNvSpPr/>
              <p:nvPr/>
            </p:nvSpPr>
            <p:spPr>
              <a:xfrm>
                <a:off x="213001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5" name="ph7705"/>
              <p:cNvSpPr/>
              <p:nvPr/>
            </p:nvSpPr>
            <p:spPr>
              <a:xfrm>
                <a:off x="213945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6" name="ph7706"/>
              <p:cNvSpPr/>
              <p:nvPr/>
            </p:nvSpPr>
            <p:spPr>
              <a:xfrm>
                <a:off x="214889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7" name="ph7707"/>
              <p:cNvSpPr/>
              <p:nvPr/>
            </p:nvSpPr>
            <p:spPr>
              <a:xfrm>
                <a:off x="215833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8" name="ph7708"/>
              <p:cNvSpPr/>
              <p:nvPr/>
            </p:nvSpPr>
            <p:spPr>
              <a:xfrm>
                <a:off x="216777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9" name="ph7709"/>
              <p:cNvSpPr/>
              <p:nvPr/>
            </p:nvSpPr>
            <p:spPr>
              <a:xfrm>
                <a:off x="217721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0" name="ph7710"/>
              <p:cNvSpPr/>
              <p:nvPr/>
            </p:nvSpPr>
            <p:spPr>
              <a:xfrm>
                <a:off x="218665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1" name="ph7711"/>
              <p:cNvSpPr/>
              <p:nvPr/>
            </p:nvSpPr>
            <p:spPr>
              <a:xfrm>
                <a:off x="219609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2" name="ph7712"/>
              <p:cNvSpPr/>
              <p:nvPr/>
            </p:nvSpPr>
            <p:spPr>
              <a:xfrm>
                <a:off x="220553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3" name="ph7713"/>
              <p:cNvSpPr/>
              <p:nvPr/>
            </p:nvSpPr>
            <p:spPr>
              <a:xfrm>
                <a:off x="221497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4" name="ph7714"/>
              <p:cNvSpPr/>
              <p:nvPr/>
            </p:nvSpPr>
            <p:spPr>
              <a:xfrm>
                <a:off x="222441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5" name="ph7715"/>
              <p:cNvSpPr/>
              <p:nvPr/>
            </p:nvSpPr>
            <p:spPr>
              <a:xfrm>
                <a:off x="2243293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2396" y="896830"/>
                    </a:lnTo>
                    <a:lnTo>
                      <a:pt x="912784" y="902020"/>
                    </a:lnTo>
                    <a:lnTo>
                      <a:pt x="912976" y="905200"/>
                    </a:lnTo>
                    <a:lnTo>
                      <a:pt x="913056" y="905586"/>
                    </a:lnTo>
                    <a:lnTo>
                      <a:pt x="913145" y="906017"/>
                    </a:lnTo>
                    <a:lnTo>
                      <a:pt x="913234" y="906448"/>
                    </a:lnTo>
                    <a:lnTo>
                      <a:pt x="913323" y="906878"/>
                    </a:lnTo>
                    <a:lnTo>
                      <a:pt x="914400" y="912552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6" name="ph7716"/>
              <p:cNvSpPr/>
              <p:nvPr/>
            </p:nvSpPr>
            <p:spPr>
              <a:xfrm>
                <a:off x="2243293" y="1096035"/>
                <a:ext cx="91475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750" h="914399">
                    <a:moveTo>
                      <a:pt x="914400" y="914399"/>
                    </a:moveTo>
                    <a:lnTo>
                      <a:pt x="914400" y="912552"/>
                    </a:lnTo>
                    <a:lnTo>
                      <a:pt x="914750" y="91439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7" name="ph7717"/>
              <p:cNvSpPr/>
              <p:nvPr/>
            </p:nvSpPr>
            <p:spPr>
              <a:xfrm>
                <a:off x="3451643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583" y="914399"/>
                    </a:lnTo>
                    <a:lnTo>
                      <a:pt x="908834" y="908851"/>
                    </a:lnTo>
                    <a:lnTo>
                      <a:pt x="913481" y="901727"/>
                    </a:lnTo>
                    <a:lnTo>
                      <a:pt x="914400" y="900466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8" name="ph7718"/>
              <p:cNvSpPr/>
              <p:nvPr/>
            </p:nvSpPr>
            <p:spPr>
              <a:xfrm>
                <a:off x="3461083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035"/>
                    </a:lnTo>
                    <a:lnTo>
                      <a:pt x="907606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9" name="ph7719"/>
              <p:cNvSpPr/>
              <p:nvPr/>
            </p:nvSpPr>
            <p:spPr>
              <a:xfrm>
                <a:off x="346108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0" name="ph7720"/>
              <p:cNvSpPr/>
              <p:nvPr/>
            </p:nvSpPr>
            <p:spPr>
              <a:xfrm>
                <a:off x="347052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1" name="ph7721"/>
              <p:cNvSpPr/>
              <p:nvPr/>
            </p:nvSpPr>
            <p:spPr>
              <a:xfrm>
                <a:off x="347996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2" name="ph7722"/>
              <p:cNvSpPr/>
              <p:nvPr/>
            </p:nvSpPr>
            <p:spPr>
              <a:xfrm>
                <a:off x="348940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3" name="ph7723"/>
              <p:cNvSpPr/>
              <p:nvPr/>
            </p:nvSpPr>
            <p:spPr>
              <a:xfrm>
                <a:off x="349884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4" name="ph7724"/>
              <p:cNvSpPr/>
              <p:nvPr/>
            </p:nvSpPr>
            <p:spPr>
              <a:xfrm>
                <a:off x="350828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5" name="ph7725"/>
              <p:cNvSpPr/>
              <p:nvPr/>
            </p:nvSpPr>
            <p:spPr>
              <a:xfrm>
                <a:off x="351772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6" name="ph7726"/>
              <p:cNvSpPr/>
              <p:nvPr/>
            </p:nvSpPr>
            <p:spPr>
              <a:xfrm>
                <a:off x="352716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7" name="ph7727"/>
              <p:cNvSpPr/>
              <p:nvPr/>
            </p:nvSpPr>
            <p:spPr>
              <a:xfrm>
                <a:off x="353660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8" name="ph7728"/>
              <p:cNvSpPr/>
              <p:nvPr/>
            </p:nvSpPr>
            <p:spPr>
              <a:xfrm>
                <a:off x="354604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9" name="ph7729"/>
              <p:cNvSpPr/>
              <p:nvPr/>
            </p:nvSpPr>
            <p:spPr>
              <a:xfrm>
                <a:off x="355548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0" name="ph7730"/>
              <p:cNvSpPr/>
              <p:nvPr/>
            </p:nvSpPr>
            <p:spPr>
              <a:xfrm>
                <a:off x="356492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1" name="ph7731"/>
              <p:cNvSpPr/>
              <p:nvPr/>
            </p:nvSpPr>
            <p:spPr>
              <a:xfrm>
                <a:off x="357436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2" name="ph7732"/>
              <p:cNvSpPr/>
              <p:nvPr/>
            </p:nvSpPr>
            <p:spPr>
              <a:xfrm>
                <a:off x="358380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3" name="ph7733"/>
              <p:cNvSpPr/>
              <p:nvPr/>
            </p:nvSpPr>
            <p:spPr>
              <a:xfrm>
                <a:off x="359324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4" name="ph7734"/>
              <p:cNvSpPr/>
              <p:nvPr/>
            </p:nvSpPr>
            <p:spPr>
              <a:xfrm>
                <a:off x="360268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5" name="ph7735"/>
              <p:cNvSpPr/>
              <p:nvPr/>
            </p:nvSpPr>
            <p:spPr>
              <a:xfrm>
                <a:off x="361212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6" name="ph7736"/>
              <p:cNvSpPr/>
              <p:nvPr/>
            </p:nvSpPr>
            <p:spPr>
              <a:xfrm>
                <a:off x="362156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7" name="ph7737"/>
              <p:cNvSpPr/>
              <p:nvPr/>
            </p:nvSpPr>
            <p:spPr>
              <a:xfrm>
                <a:off x="363100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8" name="ph7738"/>
              <p:cNvSpPr/>
              <p:nvPr/>
            </p:nvSpPr>
            <p:spPr>
              <a:xfrm>
                <a:off x="364044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9" name="ph7739"/>
              <p:cNvSpPr/>
              <p:nvPr/>
            </p:nvSpPr>
            <p:spPr>
              <a:xfrm>
                <a:off x="364988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0" name="ph7740"/>
              <p:cNvSpPr/>
              <p:nvPr/>
            </p:nvSpPr>
            <p:spPr>
              <a:xfrm>
                <a:off x="365932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1" name="ph7741"/>
              <p:cNvSpPr/>
              <p:nvPr/>
            </p:nvSpPr>
            <p:spPr>
              <a:xfrm>
                <a:off x="366876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2" name="ph7742"/>
              <p:cNvSpPr/>
              <p:nvPr/>
            </p:nvSpPr>
            <p:spPr>
              <a:xfrm>
                <a:off x="367820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3" name="ph7743"/>
              <p:cNvSpPr/>
              <p:nvPr/>
            </p:nvSpPr>
            <p:spPr>
              <a:xfrm>
                <a:off x="368764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4" name="ph7744"/>
              <p:cNvSpPr/>
              <p:nvPr/>
            </p:nvSpPr>
            <p:spPr>
              <a:xfrm>
                <a:off x="369708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5" name="ph7745"/>
              <p:cNvSpPr/>
              <p:nvPr/>
            </p:nvSpPr>
            <p:spPr>
              <a:xfrm>
                <a:off x="370653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6" name="ph7746"/>
              <p:cNvSpPr/>
              <p:nvPr/>
            </p:nvSpPr>
            <p:spPr>
              <a:xfrm>
                <a:off x="371597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7" name="ph7747"/>
              <p:cNvSpPr/>
              <p:nvPr/>
            </p:nvSpPr>
            <p:spPr>
              <a:xfrm>
                <a:off x="372541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8" name="ph7748"/>
              <p:cNvSpPr/>
              <p:nvPr/>
            </p:nvSpPr>
            <p:spPr>
              <a:xfrm>
                <a:off x="373485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9" name="ph7749"/>
              <p:cNvSpPr/>
              <p:nvPr/>
            </p:nvSpPr>
            <p:spPr>
              <a:xfrm>
                <a:off x="374429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0" name="ph7750"/>
              <p:cNvSpPr/>
              <p:nvPr/>
            </p:nvSpPr>
            <p:spPr>
              <a:xfrm>
                <a:off x="375373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1" name="ph7751"/>
              <p:cNvSpPr/>
              <p:nvPr/>
            </p:nvSpPr>
            <p:spPr>
              <a:xfrm>
                <a:off x="376317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2" name="ph7752"/>
              <p:cNvSpPr/>
              <p:nvPr/>
            </p:nvSpPr>
            <p:spPr>
              <a:xfrm>
                <a:off x="377261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3" name="ph7753"/>
              <p:cNvSpPr/>
              <p:nvPr/>
            </p:nvSpPr>
            <p:spPr>
              <a:xfrm>
                <a:off x="378205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4" name="ph7754"/>
              <p:cNvSpPr/>
              <p:nvPr/>
            </p:nvSpPr>
            <p:spPr>
              <a:xfrm>
                <a:off x="379149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5" name="ph7755"/>
              <p:cNvSpPr/>
              <p:nvPr/>
            </p:nvSpPr>
            <p:spPr>
              <a:xfrm>
                <a:off x="380093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6" name="ph7756"/>
              <p:cNvSpPr/>
              <p:nvPr/>
            </p:nvSpPr>
            <p:spPr>
              <a:xfrm>
                <a:off x="381037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7" name="ph7757"/>
              <p:cNvSpPr/>
              <p:nvPr/>
            </p:nvSpPr>
            <p:spPr>
              <a:xfrm>
                <a:off x="3819813" y="1096035"/>
                <a:ext cx="92200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4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935" y="896830"/>
                    </a:lnTo>
                    <a:lnTo>
                      <a:pt x="922004" y="905949"/>
                    </a:lnTo>
                    <a:lnTo>
                      <a:pt x="921829" y="91439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8" name="ph7758"/>
              <p:cNvSpPr/>
              <p:nvPr/>
            </p:nvSpPr>
            <p:spPr>
              <a:xfrm>
                <a:off x="2016727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5" y="931969"/>
                    </a:lnTo>
                    <a:lnTo>
                      <a:pt x="905630" y="931217"/>
                    </a:lnTo>
                    <a:lnTo>
                      <a:pt x="907287" y="920633"/>
                    </a:lnTo>
                    <a:lnTo>
                      <a:pt x="908456" y="914400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9" name="ph7759"/>
              <p:cNvSpPr/>
              <p:nvPr/>
            </p:nvSpPr>
            <p:spPr>
              <a:xfrm>
                <a:off x="201672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0" name="ph7760"/>
              <p:cNvSpPr/>
              <p:nvPr/>
            </p:nvSpPr>
            <p:spPr>
              <a:xfrm>
                <a:off x="202616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1" name="ph7761"/>
              <p:cNvSpPr/>
              <p:nvPr/>
            </p:nvSpPr>
            <p:spPr>
              <a:xfrm>
                <a:off x="203560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2" name="ph7762"/>
              <p:cNvSpPr/>
              <p:nvPr/>
            </p:nvSpPr>
            <p:spPr>
              <a:xfrm>
                <a:off x="204504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3" name="ph7763"/>
              <p:cNvSpPr/>
              <p:nvPr/>
            </p:nvSpPr>
            <p:spPr>
              <a:xfrm>
                <a:off x="205448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4" name="ph7764"/>
              <p:cNvSpPr/>
              <p:nvPr/>
            </p:nvSpPr>
            <p:spPr>
              <a:xfrm>
                <a:off x="206392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5" name="ph7765"/>
              <p:cNvSpPr/>
              <p:nvPr/>
            </p:nvSpPr>
            <p:spPr>
              <a:xfrm>
                <a:off x="207336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6" name="ph7766"/>
              <p:cNvSpPr/>
              <p:nvPr/>
            </p:nvSpPr>
            <p:spPr>
              <a:xfrm>
                <a:off x="208280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7" name="ph7767"/>
              <p:cNvSpPr/>
              <p:nvPr/>
            </p:nvSpPr>
            <p:spPr>
              <a:xfrm>
                <a:off x="209224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8" name="ph7768"/>
              <p:cNvSpPr/>
              <p:nvPr/>
            </p:nvSpPr>
            <p:spPr>
              <a:xfrm>
                <a:off x="210168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9" name="ph7769"/>
              <p:cNvSpPr/>
              <p:nvPr/>
            </p:nvSpPr>
            <p:spPr>
              <a:xfrm>
                <a:off x="211112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0" name="ph7770"/>
              <p:cNvSpPr/>
              <p:nvPr/>
            </p:nvSpPr>
            <p:spPr>
              <a:xfrm>
                <a:off x="212056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1" name="ph7771"/>
              <p:cNvSpPr/>
              <p:nvPr/>
            </p:nvSpPr>
            <p:spPr>
              <a:xfrm>
                <a:off x="213001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2" name="ph7772"/>
              <p:cNvSpPr/>
              <p:nvPr/>
            </p:nvSpPr>
            <p:spPr>
              <a:xfrm>
                <a:off x="213945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3" name="ph7773"/>
              <p:cNvSpPr/>
              <p:nvPr/>
            </p:nvSpPr>
            <p:spPr>
              <a:xfrm>
                <a:off x="214889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4" name="ph7774"/>
              <p:cNvSpPr/>
              <p:nvPr/>
            </p:nvSpPr>
            <p:spPr>
              <a:xfrm>
                <a:off x="215833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5" name="ph7775"/>
              <p:cNvSpPr/>
              <p:nvPr/>
            </p:nvSpPr>
            <p:spPr>
              <a:xfrm>
                <a:off x="216777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6" name="ph7776"/>
              <p:cNvSpPr/>
              <p:nvPr/>
            </p:nvSpPr>
            <p:spPr>
              <a:xfrm>
                <a:off x="217721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7" name="ph7777"/>
              <p:cNvSpPr/>
              <p:nvPr/>
            </p:nvSpPr>
            <p:spPr>
              <a:xfrm>
                <a:off x="218665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8" name="ph7778"/>
              <p:cNvSpPr/>
              <p:nvPr/>
            </p:nvSpPr>
            <p:spPr>
              <a:xfrm>
                <a:off x="219609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9" name="ph7779"/>
              <p:cNvSpPr/>
              <p:nvPr/>
            </p:nvSpPr>
            <p:spPr>
              <a:xfrm>
                <a:off x="220553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0" name="ph7780"/>
              <p:cNvSpPr/>
              <p:nvPr/>
            </p:nvSpPr>
            <p:spPr>
              <a:xfrm>
                <a:off x="221497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1" name="ph7781"/>
              <p:cNvSpPr/>
              <p:nvPr/>
            </p:nvSpPr>
            <p:spPr>
              <a:xfrm>
                <a:off x="222441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2" name="ph7782"/>
              <p:cNvSpPr/>
              <p:nvPr/>
            </p:nvSpPr>
            <p:spPr>
              <a:xfrm>
                <a:off x="2233852" y="1078465"/>
                <a:ext cx="9218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3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151" y="896830"/>
                    </a:lnTo>
                    <a:lnTo>
                      <a:pt x="920288" y="897862"/>
                    </a:lnTo>
                    <a:lnTo>
                      <a:pt x="921409" y="908679"/>
                    </a:lnTo>
                    <a:lnTo>
                      <a:pt x="921836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3" name="ph7783"/>
              <p:cNvSpPr/>
              <p:nvPr/>
            </p:nvSpPr>
            <p:spPr>
              <a:xfrm>
                <a:off x="3461083" y="107846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606" y="914400"/>
                    </a:lnTo>
                    <a:lnTo>
                      <a:pt x="908885" y="912643"/>
                    </a:lnTo>
                    <a:lnTo>
                      <a:pt x="913911" y="906477"/>
                    </a:lnTo>
                    <a:lnTo>
                      <a:pt x="914400" y="905946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4" name="ph7784"/>
              <p:cNvSpPr/>
              <p:nvPr/>
            </p:nvSpPr>
            <p:spPr>
              <a:xfrm>
                <a:off x="3470524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516"/>
                    </a:lnTo>
                    <a:lnTo>
                      <a:pt x="909667" y="918387"/>
                    </a:lnTo>
                    <a:lnTo>
                      <a:pt x="913819" y="914400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5" name="ph7785"/>
              <p:cNvSpPr/>
              <p:nvPr/>
            </p:nvSpPr>
            <p:spPr>
              <a:xfrm>
                <a:off x="347052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6" name="ph7786"/>
              <p:cNvSpPr/>
              <p:nvPr/>
            </p:nvSpPr>
            <p:spPr>
              <a:xfrm>
                <a:off x="347996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7" name="ph7787"/>
              <p:cNvSpPr/>
              <p:nvPr/>
            </p:nvSpPr>
            <p:spPr>
              <a:xfrm>
                <a:off x="348940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8" name="ph7788"/>
              <p:cNvSpPr/>
              <p:nvPr/>
            </p:nvSpPr>
            <p:spPr>
              <a:xfrm>
                <a:off x="349884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9" name="ph7789"/>
              <p:cNvSpPr/>
              <p:nvPr/>
            </p:nvSpPr>
            <p:spPr>
              <a:xfrm>
                <a:off x="350828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0" name="ph7790"/>
              <p:cNvSpPr/>
              <p:nvPr/>
            </p:nvSpPr>
            <p:spPr>
              <a:xfrm>
                <a:off x="351772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1" name="ph7791"/>
              <p:cNvSpPr/>
              <p:nvPr/>
            </p:nvSpPr>
            <p:spPr>
              <a:xfrm>
                <a:off x="352716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2" name="ph7792"/>
              <p:cNvSpPr/>
              <p:nvPr/>
            </p:nvSpPr>
            <p:spPr>
              <a:xfrm>
                <a:off x="353660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3" name="ph7793"/>
              <p:cNvSpPr/>
              <p:nvPr/>
            </p:nvSpPr>
            <p:spPr>
              <a:xfrm>
                <a:off x="354604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4" name="ph7794"/>
              <p:cNvSpPr/>
              <p:nvPr/>
            </p:nvSpPr>
            <p:spPr>
              <a:xfrm>
                <a:off x="355548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5" name="ph7795"/>
              <p:cNvSpPr/>
              <p:nvPr/>
            </p:nvSpPr>
            <p:spPr>
              <a:xfrm>
                <a:off x="356492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6" name="ph7796"/>
              <p:cNvSpPr/>
              <p:nvPr/>
            </p:nvSpPr>
            <p:spPr>
              <a:xfrm>
                <a:off x="357436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7" name="ph7797"/>
              <p:cNvSpPr/>
              <p:nvPr/>
            </p:nvSpPr>
            <p:spPr>
              <a:xfrm>
                <a:off x="358380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8" name="ph7798"/>
              <p:cNvSpPr/>
              <p:nvPr/>
            </p:nvSpPr>
            <p:spPr>
              <a:xfrm>
                <a:off x="359324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9" name="ph7799"/>
              <p:cNvSpPr/>
              <p:nvPr/>
            </p:nvSpPr>
            <p:spPr>
              <a:xfrm>
                <a:off x="360268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0" name="ph7800"/>
              <p:cNvSpPr/>
              <p:nvPr/>
            </p:nvSpPr>
            <p:spPr>
              <a:xfrm>
                <a:off x="361212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1" name="ph7801"/>
              <p:cNvSpPr/>
              <p:nvPr/>
            </p:nvSpPr>
            <p:spPr>
              <a:xfrm>
                <a:off x="362156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2" name="ph7802"/>
              <p:cNvSpPr/>
              <p:nvPr/>
            </p:nvSpPr>
            <p:spPr>
              <a:xfrm>
                <a:off x="363100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3" name="ph7803"/>
              <p:cNvSpPr/>
              <p:nvPr/>
            </p:nvSpPr>
            <p:spPr>
              <a:xfrm>
                <a:off x="364044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4" name="ph7804"/>
              <p:cNvSpPr/>
              <p:nvPr/>
            </p:nvSpPr>
            <p:spPr>
              <a:xfrm>
                <a:off x="364988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5" name="ph7805"/>
              <p:cNvSpPr/>
              <p:nvPr/>
            </p:nvSpPr>
            <p:spPr>
              <a:xfrm>
                <a:off x="365932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6" name="ph7806"/>
              <p:cNvSpPr/>
              <p:nvPr/>
            </p:nvSpPr>
            <p:spPr>
              <a:xfrm>
                <a:off x="366876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7" name="ph7807"/>
              <p:cNvSpPr/>
              <p:nvPr/>
            </p:nvSpPr>
            <p:spPr>
              <a:xfrm>
                <a:off x="367820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8" name="ph7808"/>
              <p:cNvSpPr/>
              <p:nvPr/>
            </p:nvSpPr>
            <p:spPr>
              <a:xfrm>
                <a:off x="368764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9" name="ph7809"/>
              <p:cNvSpPr/>
              <p:nvPr/>
            </p:nvSpPr>
            <p:spPr>
              <a:xfrm>
                <a:off x="369708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0" name="ph7810"/>
              <p:cNvSpPr/>
              <p:nvPr/>
            </p:nvSpPr>
            <p:spPr>
              <a:xfrm>
                <a:off x="370653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1" name="ph7811"/>
              <p:cNvSpPr/>
              <p:nvPr/>
            </p:nvSpPr>
            <p:spPr>
              <a:xfrm>
                <a:off x="371597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2" name="ph7812"/>
              <p:cNvSpPr/>
              <p:nvPr/>
            </p:nvSpPr>
            <p:spPr>
              <a:xfrm>
                <a:off x="372541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3" name="ph7813"/>
              <p:cNvSpPr/>
              <p:nvPr/>
            </p:nvSpPr>
            <p:spPr>
              <a:xfrm>
                <a:off x="373485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4" name="ph7814"/>
              <p:cNvSpPr/>
              <p:nvPr/>
            </p:nvSpPr>
            <p:spPr>
              <a:xfrm>
                <a:off x="374429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5" name="ph7815"/>
              <p:cNvSpPr/>
              <p:nvPr/>
            </p:nvSpPr>
            <p:spPr>
              <a:xfrm>
                <a:off x="375373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6" name="ph7816"/>
              <p:cNvSpPr/>
              <p:nvPr/>
            </p:nvSpPr>
            <p:spPr>
              <a:xfrm>
                <a:off x="376317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7" name="ph7817"/>
              <p:cNvSpPr/>
              <p:nvPr/>
            </p:nvSpPr>
            <p:spPr>
              <a:xfrm>
                <a:off x="377261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8" name="ph7818"/>
              <p:cNvSpPr/>
              <p:nvPr/>
            </p:nvSpPr>
            <p:spPr>
              <a:xfrm>
                <a:off x="378205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9" name="ph7819"/>
              <p:cNvSpPr/>
              <p:nvPr/>
            </p:nvSpPr>
            <p:spPr>
              <a:xfrm>
                <a:off x="379149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0" name="ph7820"/>
              <p:cNvSpPr/>
              <p:nvPr/>
            </p:nvSpPr>
            <p:spPr>
              <a:xfrm>
                <a:off x="380093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1" name="ph7821"/>
              <p:cNvSpPr/>
              <p:nvPr/>
            </p:nvSpPr>
            <p:spPr>
              <a:xfrm>
                <a:off x="381037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2" name="ph7822"/>
              <p:cNvSpPr/>
              <p:nvPr/>
            </p:nvSpPr>
            <p:spPr>
              <a:xfrm>
                <a:off x="3819813" y="1078465"/>
                <a:ext cx="921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31" y="896830"/>
                    </a:lnTo>
                    <a:lnTo>
                      <a:pt x="921521" y="901327"/>
                    </a:lnTo>
                    <a:lnTo>
                      <a:pt x="921920" y="912411"/>
                    </a:lnTo>
                    <a:lnTo>
                      <a:pt x="921935" y="914400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3" name="ph7823"/>
              <p:cNvSpPr/>
              <p:nvPr/>
            </p:nvSpPr>
            <p:spPr>
              <a:xfrm>
                <a:off x="2016727" y="104332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456" y="931969"/>
                    </a:lnTo>
                    <a:lnTo>
                      <a:pt x="909239" y="927794"/>
                    </a:lnTo>
                    <a:lnTo>
                      <a:pt x="911481" y="917590"/>
                    </a:lnTo>
                    <a:lnTo>
                      <a:pt x="912289" y="91439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4" name="ph7824"/>
              <p:cNvSpPr/>
              <p:nvPr/>
            </p:nvSpPr>
            <p:spPr>
              <a:xfrm>
                <a:off x="201672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5" name="ph7825"/>
              <p:cNvSpPr/>
              <p:nvPr/>
            </p:nvSpPr>
            <p:spPr>
              <a:xfrm>
                <a:off x="202616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6" name="ph7826"/>
              <p:cNvSpPr/>
              <p:nvPr/>
            </p:nvSpPr>
            <p:spPr>
              <a:xfrm>
                <a:off x="203560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7" name="ph7827"/>
              <p:cNvSpPr/>
              <p:nvPr/>
            </p:nvSpPr>
            <p:spPr>
              <a:xfrm>
                <a:off x="204504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8" name="ph7828"/>
              <p:cNvSpPr/>
              <p:nvPr/>
            </p:nvSpPr>
            <p:spPr>
              <a:xfrm>
                <a:off x="205448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9" name="ph7829"/>
              <p:cNvSpPr/>
              <p:nvPr/>
            </p:nvSpPr>
            <p:spPr>
              <a:xfrm>
                <a:off x="206392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0" name="ph7830"/>
              <p:cNvSpPr/>
              <p:nvPr/>
            </p:nvSpPr>
            <p:spPr>
              <a:xfrm>
                <a:off x="207336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1" name="ph7831"/>
              <p:cNvSpPr/>
              <p:nvPr/>
            </p:nvSpPr>
            <p:spPr>
              <a:xfrm>
                <a:off x="208280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2" name="ph7832"/>
              <p:cNvSpPr/>
              <p:nvPr/>
            </p:nvSpPr>
            <p:spPr>
              <a:xfrm>
                <a:off x="209224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3" name="ph7833"/>
              <p:cNvSpPr/>
              <p:nvPr/>
            </p:nvSpPr>
            <p:spPr>
              <a:xfrm>
                <a:off x="210168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4" name="ph7834"/>
              <p:cNvSpPr/>
              <p:nvPr/>
            </p:nvSpPr>
            <p:spPr>
              <a:xfrm>
                <a:off x="211112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5" name="ph7835"/>
              <p:cNvSpPr/>
              <p:nvPr/>
            </p:nvSpPr>
            <p:spPr>
              <a:xfrm>
                <a:off x="212056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6" name="ph7836"/>
              <p:cNvSpPr/>
              <p:nvPr/>
            </p:nvSpPr>
            <p:spPr>
              <a:xfrm>
                <a:off x="213001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7" name="ph7837"/>
              <p:cNvSpPr/>
              <p:nvPr/>
            </p:nvSpPr>
            <p:spPr>
              <a:xfrm>
                <a:off x="213945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8" name="ph7838"/>
              <p:cNvSpPr/>
              <p:nvPr/>
            </p:nvSpPr>
            <p:spPr>
              <a:xfrm>
                <a:off x="214889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9" name="ph7839"/>
              <p:cNvSpPr/>
              <p:nvPr/>
            </p:nvSpPr>
            <p:spPr>
              <a:xfrm>
                <a:off x="215833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0" name="ph7840"/>
              <p:cNvSpPr/>
              <p:nvPr/>
            </p:nvSpPr>
            <p:spPr>
              <a:xfrm>
                <a:off x="216777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1" name="ph7841"/>
              <p:cNvSpPr/>
              <p:nvPr/>
            </p:nvSpPr>
            <p:spPr>
              <a:xfrm>
                <a:off x="217721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2" name="ph7842"/>
              <p:cNvSpPr/>
              <p:nvPr/>
            </p:nvSpPr>
            <p:spPr>
              <a:xfrm>
                <a:off x="218665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3" name="ph7843"/>
              <p:cNvSpPr/>
              <p:nvPr/>
            </p:nvSpPr>
            <p:spPr>
              <a:xfrm>
                <a:off x="219609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4" name="ph7844"/>
              <p:cNvSpPr/>
              <p:nvPr/>
            </p:nvSpPr>
            <p:spPr>
              <a:xfrm>
                <a:off x="220553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5" name="ph7845"/>
              <p:cNvSpPr/>
              <p:nvPr/>
            </p:nvSpPr>
            <p:spPr>
              <a:xfrm>
                <a:off x="221497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6" name="ph7846"/>
              <p:cNvSpPr/>
              <p:nvPr/>
            </p:nvSpPr>
            <p:spPr>
              <a:xfrm>
                <a:off x="222441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7" name="ph7847"/>
              <p:cNvSpPr/>
              <p:nvPr/>
            </p:nvSpPr>
            <p:spPr>
              <a:xfrm>
                <a:off x="2233852" y="1060895"/>
                <a:ext cx="9201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5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575" y="896830"/>
                    </a:lnTo>
                    <a:lnTo>
                      <a:pt x="918866" y="904738"/>
                    </a:lnTo>
                    <a:lnTo>
                      <a:pt x="920151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8" name="ph7848"/>
              <p:cNvSpPr/>
              <p:nvPr/>
            </p:nvSpPr>
            <p:spPr>
              <a:xfrm>
                <a:off x="3442203" y="1043325"/>
                <a:ext cx="914400" cy="9146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9">
                    <a:moveTo>
                      <a:pt x="914400" y="914399"/>
                    </a:moveTo>
                    <a:lnTo>
                      <a:pt x="914400" y="914649"/>
                    </a:lnTo>
                    <a:lnTo>
                      <a:pt x="913660" y="91439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9" name="ph7849"/>
              <p:cNvSpPr/>
              <p:nvPr/>
            </p:nvSpPr>
            <p:spPr>
              <a:xfrm>
                <a:off x="3442203" y="1043325"/>
                <a:ext cx="923840" cy="9172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24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765" y="917249"/>
                    </a:lnTo>
                    <a:lnTo>
                      <a:pt x="917999" y="915865"/>
                    </a:lnTo>
                    <a:lnTo>
                      <a:pt x="914400" y="91464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0" name="ph7850"/>
              <p:cNvSpPr/>
              <p:nvPr/>
            </p:nvSpPr>
            <p:spPr>
              <a:xfrm>
                <a:off x="3451643" y="1043325"/>
                <a:ext cx="923840" cy="91825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57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8257"/>
                    </a:lnTo>
                    <a:lnTo>
                      <a:pt x="920121" y="918080"/>
                    </a:lnTo>
                    <a:lnTo>
                      <a:pt x="914400" y="91725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1" name="ph7851"/>
              <p:cNvSpPr/>
              <p:nvPr/>
            </p:nvSpPr>
            <p:spPr>
              <a:xfrm>
                <a:off x="3470524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19" y="914400"/>
                    </a:lnTo>
                    <a:lnTo>
                      <a:pt x="914400" y="913842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2" name="ph7852"/>
              <p:cNvSpPr/>
              <p:nvPr/>
            </p:nvSpPr>
            <p:spPr>
              <a:xfrm>
                <a:off x="3461083" y="1043325"/>
                <a:ext cx="923840" cy="9183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356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931"/>
                    </a:lnTo>
                    <a:lnTo>
                      <a:pt x="922305" y="918078"/>
                    </a:lnTo>
                    <a:lnTo>
                      <a:pt x="916493" y="918356"/>
                    </a:lnTo>
                    <a:lnTo>
                      <a:pt x="914400" y="918257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3" name="ph7853"/>
              <p:cNvSpPr/>
              <p:nvPr/>
            </p:nvSpPr>
            <p:spPr>
              <a:xfrm>
                <a:off x="3479964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842"/>
                    </a:lnTo>
                    <a:lnTo>
                      <a:pt x="905577" y="913249"/>
                    </a:lnTo>
                    <a:lnTo>
                      <a:pt x="911066" y="908647"/>
                    </a:lnTo>
                    <a:lnTo>
                      <a:pt x="914400" y="90624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4" name="ph7854"/>
              <p:cNvSpPr/>
              <p:nvPr/>
            </p:nvSpPr>
            <p:spPr>
              <a:xfrm>
                <a:off x="3470524" y="1043325"/>
                <a:ext cx="923840" cy="9179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9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030"/>
                    </a:lnTo>
                    <a:lnTo>
                      <a:pt x="922390" y="917168"/>
                    </a:lnTo>
                    <a:lnTo>
                      <a:pt x="920485" y="917349"/>
                    </a:lnTo>
                    <a:lnTo>
                      <a:pt x="918581" y="917531"/>
                    </a:lnTo>
                    <a:lnTo>
                      <a:pt x="916677" y="917713"/>
                    </a:lnTo>
                    <a:lnTo>
                      <a:pt x="914773" y="917895"/>
                    </a:lnTo>
                    <a:lnTo>
                      <a:pt x="914400" y="917931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5" name="ph7855"/>
              <p:cNvSpPr/>
              <p:nvPr/>
            </p:nvSpPr>
            <p:spPr>
              <a:xfrm>
                <a:off x="347996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lnTo>
                      <a:pt x="914400" y="923810"/>
                    </a:lnTo>
                    <a:lnTo>
                      <a:pt x="916679" y="922164"/>
                    </a:lnTo>
                    <a:lnTo>
                      <a:pt x="916972" y="921969"/>
                    </a:lnTo>
                    <a:lnTo>
                      <a:pt x="917268" y="921772"/>
                    </a:lnTo>
                    <a:lnTo>
                      <a:pt x="917563" y="921575"/>
                    </a:lnTo>
                    <a:lnTo>
                      <a:pt x="917859" y="921378"/>
                    </a:lnTo>
                    <a:lnTo>
                      <a:pt x="918155" y="921181"/>
                    </a:lnTo>
                    <a:lnTo>
                      <a:pt x="918450" y="920985"/>
                    </a:lnTo>
                    <a:lnTo>
                      <a:pt x="918746" y="920788"/>
                    </a:lnTo>
                    <a:lnTo>
                      <a:pt x="919042" y="920591"/>
                    </a:lnTo>
                    <a:lnTo>
                      <a:pt x="919337" y="920394"/>
                    </a:lnTo>
                    <a:lnTo>
                      <a:pt x="919633" y="920198"/>
                    </a:lnTo>
                    <a:lnTo>
                      <a:pt x="919929" y="920001"/>
                    </a:lnTo>
                    <a:lnTo>
                      <a:pt x="920225" y="919804"/>
                    </a:lnTo>
                    <a:lnTo>
                      <a:pt x="920520" y="919607"/>
                    </a:lnTo>
                    <a:lnTo>
                      <a:pt x="920816" y="919411"/>
                    </a:lnTo>
                    <a:lnTo>
                      <a:pt x="921112" y="919214"/>
                    </a:lnTo>
                    <a:lnTo>
                      <a:pt x="921408" y="919017"/>
                    </a:lnTo>
                    <a:lnTo>
                      <a:pt x="921703" y="918821"/>
                    </a:lnTo>
                    <a:lnTo>
                      <a:pt x="921999" y="918624"/>
                    </a:lnTo>
                    <a:lnTo>
                      <a:pt x="922221" y="918476"/>
                    </a:lnTo>
                    <a:lnTo>
                      <a:pt x="921052" y="916983"/>
                    </a:lnTo>
                    <a:lnTo>
                      <a:pt x="920560" y="916355"/>
                    </a:lnTo>
                    <a:lnTo>
                      <a:pt x="918667" y="916625"/>
                    </a:lnTo>
                    <a:lnTo>
                      <a:pt x="916758" y="916806"/>
                    </a:lnTo>
                    <a:lnTo>
                      <a:pt x="914854" y="916987"/>
                    </a:lnTo>
                    <a:lnTo>
                      <a:pt x="914400" y="91703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6" name="ph7856"/>
              <p:cNvSpPr/>
              <p:nvPr/>
            </p:nvSpPr>
            <p:spPr>
              <a:xfrm>
                <a:off x="348940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7" name="ph7857"/>
              <p:cNvSpPr/>
              <p:nvPr/>
            </p:nvSpPr>
            <p:spPr>
              <a:xfrm>
                <a:off x="349884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8" name="ph7858"/>
              <p:cNvSpPr/>
              <p:nvPr/>
            </p:nvSpPr>
            <p:spPr>
              <a:xfrm>
                <a:off x="350828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9" name="ph7859"/>
              <p:cNvSpPr/>
              <p:nvPr/>
            </p:nvSpPr>
            <p:spPr>
              <a:xfrm>
                <a:off x="351772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0" name="ph7860"/>
              <p:cNvSpPr/>
              <p:nvPr/>
            </p:nvSpPr>
            <p:spPr>
              <a:xfrm>
                <a:off x="352716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1" name="ph7861"/>
              <p:cNvSpPr/>
              <p:nvPr/>
            </p:nvSpPr>
            <p:spPr>
              <a:xfrm>
                <a:off x="353660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2" name="ph7862"/>
              <p:cNvSpPr/>
              <p:nvPr/>
            </p:nvSpPr>
            <p:spPr>
              <a:xfrm>
                <a:off x="354604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3" name="ph7863"/>
              <p:cNvSpPr/>
              <p:nvPr/>
            </p:nvSpPr>
            <p:spPr>
              <a:xfrm>
                <a:off x="355548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4" name="ph7864"/>
              <p:cNvSpPr/>
              <p:nvPr/>
            </p:nvSpPr>
            <p:spPr>
              <a:xfrm>
                <a:off x="356492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5" name="ph7865"/>
              <p:cNvSpPr/>
              <p:nvPr/>
            </p:nvSpPr>
            <p:spPr>
              <a:xfrm>
                <a:off x="357436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6" name="ph7866"/>
              <p:cNvSpPr/>
              <p:nvPr/>
            </p:nvSpPr>
            <p:spPr>
              <a:xfrm>
                <a:off x="358380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7" name="ph7867"/>
              <p:cNvSpPr/>
              <p:nvPr/>
            </p:nvSpPr>
            <p:spPr>
              <a:xfrm>
                <a:off x="359324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8" name="ph7868"/>
              <p:cNvSpPr/>
              <p:nvPr/>
            </p:nvSpPr>
            <p:spPr>
              <a:xfrm>
                <a:off x="360268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9" name="ph7869"/>
              <p:cNvSpPr/>
              <p:nvPr/>
            </p:nvSpPr>
            <p:spPr>
              <a:xfrm>
                <a:off x="361212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0" name="ph7870"/>
              <p:cNvSpPr/>
              <p:nvPr/>
            </p:nvSpPr>
            <p:spPr>
              <a:xfrm>
                <a:off x="362156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1" name="ph7871"/>
              <p:cNvSpPr/>
              <p:nvPr/>
            </p:nvSpPr>
            <p:spPr>
              <a:xfrm>
                <a:off x="363100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2" name="ph7872"/>
              <p:cNvSpPr/>
              <p:nvPr/>
            </p:nvSpPr>
            <p:spPr>
              <a:xfrm>
                <a:off x="364044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3" name="ph7873"/>
              <p:cNvSpPr/>
              <p:nvPr/>
            </p:nvSpPr>
            <p:spPr>
              <a:xfrm>
                <a:off x="364988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4" name="ph7874"/>
              <p:cNvSpPr/>
              <p:nvPr/>
            </p:nvSpPr>
            <p:spPr>
              <a:xfrm>
                <a:off x="365932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5" name="ph7875"/>
              <p:cNvSpPr/>
              <p:nvPr/>
            </p:nvSpPr>
            <p:spPr>
              <a:xfrm>
                <a:off x="366876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6" name="ph7876"/>
              <p:cNvSpPr/>
              <p:nvPr/>
            </p:nvSpPr>
            <p:spPr>
              <a:xfrm>
                <a:off x="367820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7" name="ph7877"/>
              <p:cNvSpPr/>
              <p:nvPr/>
            </p:nvSpPr>
            <p:spPr>
              <a:xfrm>
                <a:off x="368764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8" name="ph7878"/>
              <p:cNvSpPr/>
              <p:nvPr/>
            </p:nvSpPr>
            <p:spPr>
              <a:xfrm>
                <a:off x="369708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9" name="ph7879"/>
              <p:cNvSpPr/>
              <p:nvPr/>
            </p:nvSpPr>
            <p:spPr>
              <a:xfrm>
                <a:off x="370653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0" name="ph7880"/>
              <p:cNvSpPr/>
              <p:nvPr/>
            </p:nvSpPr>
            <p:spPr>
              <a:xfrm>
                <a:off x="371597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1" name="ph7881"/>
              <p:cNvSpPr/>
              <p:nvPr/>
            </p:nvSpPr>
            <p:spPr>
              <a:xfrm>
                <a:off x="372541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2" name="ph7882"/>
              <p:cNvSpPr/>
              <p:nvPr/>
            </p:nvSpPr>
            <p:spPr>
              <a:xfrm>
                <a:off x="373485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3" name="ph7883"/>
              <p:cNvSpPr/>
              <p:nvPr/>
            </p:nvSpPr>
            <p:spPr>
              <a:xfrm>
                <a:off x="374429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4" name="ph7884"/>
              <p:cNvSpPr/>
              <p:nvPr/>
            </p:nvSpPr>
            <p:spPr>
              <a:xfrm>
                <a:off x="375373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5" name="ph7885"/>
              <p:cNvSpPr/>
              <p:nvPr/>
            </p:nvSpPr>
            <p:spPr>
              <a:xfrm>
                <a:off x="376317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6" name="ph7886"/>
              <p:cNvSpPr/>
              <p:nvPr/>
            </p:nvSpPr>
            <p:spPr>
              <a:xfrm>
                <a:off x="377261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7" name="ph7887"/>
              <p:cNvSpPr/>
              <p:nvPr/>
            </p:nvSpPr>
            <p:spPr>
              <a:xfrm>
                <a:off x="378205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8" name="ph7888"/>
              <p:cNvSpPr/>
              <p:nvPr/>
            </p:nvSpPr>
            <p:spPr>
              <a:xfrm>
                <a:off x="379149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9" name="ph7889"/>
              <p:cNvSpPr/>
              <p:nvPr/>
            </p:nvSpPr>
            <p:spPr>
              <a:xfrm>
                <a:off x="380093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0" name="ph7890"/>
              <p:cNvSpPr/>
              <p:nvPr/>
            </p:nvSpPr>
            <p:spPr>
              <a:xfrm>
                <a:off x="381037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1" name="ph7891"/>
              <p:cNvSpPr/>
              <p:nvPr/>
            </p:nvSpPr>
            <p:spPr>
              <a:xfrm>
                <a:off x="3819813" y="1060895"/>
                <a:ext cx="921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786" y="896922"/>
                    </a:lnTo>
                    <a:lnTo>
                      <a:pt x="920809" y="907867"/>
                    </a:lnTo>
                    <a:lnTo>
                      <a:pt x="921231" y="914400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2" name="ph7892"/>
              <p:cNvSpPr/>
              <p:nvPr/>
            </p:nvSpPr>
            <p:spPr>
              <a:xfrm>
                <a:off x="2016727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289" y="914399"/>
                    </a:lnTo>
                    <a:lnTo>
                      <a:pt x="914007" y="907617"/>
                    </a:lnTo>
                    <a:lnTo>
                      <a:pt x="914400" y="906257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3" name="ph7893"/>
              <p:cNvSpPr/>
              <p:nvPr/>
            </p:nvSpPr>
            <p:spPr>
              <a:xfrm>
                <a:off x="2026167" y="10257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826"/>
                    </a:lnTo>
                    <a:lnTo>
                      <a:pt x="907369" y="915474"/>
                    </a:lnTo>
                    <a:lnTo>
                      <a:pt x="907719" y="91439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4" name="ph7894"/>
              <p:cNvSpPr/>
              <p:nvPr/>
            </p:nvSpPr>
            <p:spPr>
              <a:xfrm>
                <a:off x="202616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5" name="ph7895"/>
              <p:cNvSpPr/>
              <p:nvPr/>
            </p:nvSpPr>
            <p:spPr>
              <a:xfrm>
                <a:off x="203560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6" name="ph7896"/>
              <p:cNvSpPr/>
              <p:nvPr/>
            </p:nvSpPr>
            <p:spPr>
              <a:xfrm>
                <a:off x="204504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7" name="ph7897"/>
              <p:cNvSpPr/>
              <p:nvPr/>
            </p:nvSpPr>
            <p:spPr>
              <a:xfrm>
                <a:off x="205448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8" name="ph7898"/>
              <p:cNvSpPr/>
              <p:nvPr/>
            </p:nvSpPr>
            <p:spPr>
              <a:xfrm>
                <a:off x="206392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9" name="ph7899"/>
              <p:cNvSpPr/>
              <p:nvPr/>
            </p:nvSpPr>
            <p:spPr>
              <a:xfrm>
                <a:off x="207336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0" name="ph7900"/>
              <p:cNvSpPr/>
              <p:nvPr/>
            </p:nvSpPr>
            <p:spPr>
              <a:xfrm>
                <a:off x="208280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1" name="ph7901"/>
              <p:cNvSpPr/>
              <p:nvPr/>
            </p:nvSpPr>
            <p:spPr>
              <a:xfrm>
                <a:off x="209224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2" name="ph7902"/>
              <p:cNvSpPr/>
              <p:nvPr/>
            </p:nvSpPr>
            <p:spPr>
              <a:xfrm>
                <a:off x="210168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3" name="ph7903"/>
              <p:cNvSpPr/>
              <p:nvPr/>
            </p:nvSpPr>
            <p:spPr>
              <a:xfrm>
                <a:off x="211112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4" name="ph7904"/>
              <p:cNvSpPr/>
              <p:nvPr/>
            </p:nvSpPr>
            <p:spPr>
              <a:xfrm>
                <a:off x="212056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5" name="ph7905"/>
              <p:cNvSpPr/>
              <p:nvPr/>
            </p:nvSpPr>
            <p:spPr>
              <a:xfrm>
                <a:off x="213001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6" name="ph7906"/>
              <p:cNvSpPr/>
              <p:nvPr/>
            </p:nvSpPr>
            <p:spPr>
              <a:xfrm>
                <a:off x="213945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7" name="ph7907"/>
              <p:cNvSpPr/>
              <p:nvPr/>
            </p:nvSpPr>
            <p:spPr>
              <a:xfrm>
                <a:off x="214889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8" name="ph7908"/>
              <p:cNvSpPr/>
              <p:nvPr/>
            </p:nvSpPr>
            <p:spPr>
              <a:xfrm>
                <a:off x="215833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9" name="ph7909"/>
              <p:cNvSpPr/>
              <p:nvPr/>
            </p:nvSpPr>
            <p:spPr>
              <a:xfrm>
                <a:off x="216777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0" name="ph7910"/>
              <p:cNvSpPr/>
              <p:nvPr/>
            </p:nvSpPr>
            <p:spPr>
              <a:xfrm>
                <a:off x="217721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1" name="ph7911"/>
              <p:cNvSpPr/>
              <p:nvPr/>
            </p:nvSpPr>
            <p:spPr>
              <a:xfrm>
                <a:off x="218665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2" name="ph7912"/>
              <p:cNvSpPr/>
              <p:nvPr/>
            </p:nvSpPr>
            <p:spPr>
              <a:xfrm>
                <a:off x="219609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3" name="ph7913"/>
              <p:cNvSpPr/>
              <p:nvPr/>
            </p:nvSpPr>
            <p:spPr>
              <a:xfrm>
                <a:off x="220553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4" name="ph7914"/>
              <p:cNvSpPr/>
              <p:nvPr/>
            </p:nvSpPr>
            <p:spPr>
              <a:xfrm>
                <a:off x="221497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5" name="ph7915"/>
              <p:cNvSpPr/>
              <p:nvPr/>
            </p:nvSpPr>
            <p:spPr>
              <a:xfrm>
                <a:off x="2233852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092" y="896830"/>
                    </a:lnTo>
                    <a:lnTo>
                      <a:pt x="914400" y="898183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6" name="ph7916"/>
              <p:cNvSpPr/>
              <p:nvPr/>
            </p:nvSpPr>
            <p:spPr>
              <a:xfrm>
                <a:off x="2233852" y="1043325"/>
                <a:ext cx="9175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75" h="914399">
                    <a:moveTo>
                      <a:pt x="914400" y="914399"/>
                    </a:moveTo>
                    <a:lnTo>
                      <a:pt x="914400" y="898183"/>
                    </a:lnTo>
                    <a:lnTo>
                      <a:pt x="915131" y="901409"/>
                    </a:lnTo>
                    <a:lnTo>
                      <a:pt x="917145" y="911768"/>
                    </a:lnTo>
                    <a:lnTo>
                      <a:pt x="917575" y="91439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7" name="ph7917"/>
              <p:cNvSpPr/>
              <p:nvPr/>
            </p:nvSpPr>
            <p:spPr>
              <a:xfrm>
                <a:off x="3413882" y="1025756"/>
                <a:ext cx="914400" cy="9148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75">
                    <a:moveTo>
                      <a:pt x="914400" y="914399"/>
                    </a:moveTo>
                    <a:lnTo>
                      <a:pt x="914400" y="914875"/>
                    </a:lnTo>
                    <a:lnTo>
                      <a:pt x="913852" y="91439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8" name="ph7918"/>
              <p:cNvSpPr/>
              <p:nvPr/>
            </p:nvSpPr>
            <p:spPr>
              <a:xfrm>
                <a:off x="3413882" y="1025756"/>
                <a:ext cx="923840" cy="92245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45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454"/>
                    </a:lnTo>
                    <a:lnTo>
                      <a:pt x="918474" y="918409"/>
                    </a:lnTo>
                    <a:lnTo>
                      <a:pt x="914400" y="914875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9" name="ph7919"/>
              <p:cNvSpPr/>
              <p:nvPr/>
            </p:nvSpPr>
            <p:spPr>
              <a:xfrm>
                <a:off x="3423322" y="1025756"/>
                <a:ext cx="923840" cy="9281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1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8131"/>
                    </a:lnTo>
                    <a:lnTo>
                      <a:pt x="919916" y="926014"/>
                    </a:lnTo>
                    <a:lnTo>
                      <a:pt x="914400" y="922454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0" name="ph7920"/>
              <p:cNvSpPr/>
              <p:nvPr/>
            </p:nvSpPr>
            <p:spPr>
              <a:xfrm>
                <a:off x="343276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100" y="931969"/>
                    </a:lnTo>
                    <a:lnTo>
                      <a:pt x="921719" y="931503"/>
                    </a:lnTo>
                    <a:lnTo>
                      <a:pt x="916059" y="929027"/>
                    </a:lnTo>
                    <a:lnTo>
                      <a:pt x="914400" y="928131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1" name="ph7921"/>
              <p:cNvSpPr/>
              <p:nvPr/>
            </p:nvSpPr>
            <p:spPr>
              <a:xfrm>
                <a:off x="344220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2" name="ph7922"/>
              <p:cNvSpPr/>
              <p:nvPr/>
            </p:nvSpPr>
            <p:spPr>
              <a:xfrm>
                <a:off x="345164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3" name="ph7923"/>
              <p:cNvSpPr/>
              <p:nvPr/>
            </p:nvSpPr>
            <p:spPr>
              <a:xfrm>
                <a:off x="346108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4" name="ph7924"/>
              <p:cNvSpPr/>
              <p:nvPr/>
            </p:nvSpPr>
            <p:spPr>
              <a:xfrm>
                <a:off x="347052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5" name="ph7925"/>
              <p:cNvSpPr/>
              <p:nvPr/>
            </p:nvSpPr>
            <p:spPr>
              <a:xfrm>
                <a:off x="347996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6" name="ph7926"/>
              <p:cNvSpPr/>
              <p:nvPr/>
            </p:nvSpPr>
            <p:spPr>
              <a:xfrm>
                <a:off x="348940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7" name="ph7927"/>
              <p:cNvSpPr/>
              <p:nvPr/>
            </p:nvSpPr>
            <p:spPr>
              <a:xfrm>
                <a:off x="349884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8" name="ph7928"/>
              <p:cNvSpPr/>
              <p:nvPr/>
            </p:nvSpPr>
            <p:spPr>
              <a:xfrm>
                <a:off x="350828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9" name="ph7929"/>
              <p:cNvSpPr/>
              <p:nvPr/>
            </p:nvSpPr>
            <p:spPr>
              <a:xfrm>
                <a:off x="351772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0" name="ph7930"/>
              <p:cNvSpPr/>
              <p:nvPr/>
            </p:nvSpPr>
            <p:spPr>
              <a:xfrm>
                <a:off x="352716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1" name="ph7931"/>
              <p:cNvSpPr/>
              <p:nvPr/>
            </p:nvSpPr>
            <p:spPr>
              <a:xfrm>
                <a:off x="353660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2" name="ph7932"/>
              <p:cNvSpPr/>
              <p:nvPr/>
            </p:nvSpPr>
            <p:spPr>
              <a:xfrm>
                <a:off x="354604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3" name="ph7933"/>
              <p:cNvSpPr/>
              <p:nvPr/>
            </p:nvSpPr>
            <p:spPr>
              <a:xfrm>
                <a:off x="355548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4" name="ph7934"/>
              <p:cNvSpPr/>
              <p:nvPr/>
            </p:nvSpPr>
            <p:spPr>
              <a:xfrm>
                <a:off x="356492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5" name="ph7935"/>
              <p:cNvSpPr/>
              <p:nvPr/>
            </p:nvSpPr>
            <p:spPr>
              <a:xfrm>
                <a:off x="357436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6" name="ph7936"/>
              <p:cNvSpPr/>
              <p:nvPr/>
            </p:nvSpPr>
            <p:spPr>
              <a:xfrm>
                <a:off x="358380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7" name="ph7937"/>
              <p:cNvSpPr/>
              <p:nvPr/>
            </p:nvSpPr>
            <p:spPr>
              <a:xfrm>
                <a:off x="359324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8" name="ph7938"/>
              <p:cNvSpPr/>
              <p:nvPr/>
            </p:nvSpPr>
            <p:spPr>
              <a:xfrm>
                <a:off x="360268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9" name="ph7939"/>
              <p:cNvSpPr/>
              <p:nvPr/>
            </p:nvSpPr>
            <p:spPr>
              <a:xfrm>
                <a:off x="361212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0" name="ph7940"/>
              <p:cNvSpPr/>
              <p:nvPr/>
            </p:nvSpPr>
            <p:spPr>
              <a:xfrm>
                <a:off x="362156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1" name="ph7941"/>
              <p:cNvSpPr/>
              <p:nvPr/>
            </p:nvSpPr>
            <p:spPr>
              <a:xfrm>
                <a:off x="363100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2" name="ph7942"/>
              <p:cNvSpPr/>
              <p:nvPr/>
            </p:nvSpPr>
            <p:spPr>
              <a:xfrm>
                <a:off x="364044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3" name="ph7943"/>
              <p:cNvSpPr/>
              <p:nvPr/>
            </p:nvSpPr>
            <p:spPr>
              <a:xfrm>
                <a:off x="364988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4" name="ph7944"/>
              <p:cNvSpPr/>
              <p:nvPr/>
            </p:nvSpPr>
            <p:spPr>
              <a:xfrm>
                <a:off x="365932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5" name="ph7945"/>
              <p:cNvSpPr/>
              <p:nvPr/>
            </p:nvSpPr>
            <p:spPr>
              <a:xfrm>
                <a:off x="366876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6" name="ph7946"/>
              <p:cNvSpPr/>
              <p:nvPr/>
            </p:nvSpPr>
            <p:spPr>
              <a:xfrm>
                <a:off x="367820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7" name="ph7947"/>
              <p:cNvSpPr/>
              <p:nvPr/>
            </p:nvSpPr>
            <p:spPr>
              <a:xfrm>
                <a:off x="368764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8" name="ph7948"/>
              <p:cNvSpPr/>
              <p:nvPr/>
            </p:nvSpPr>
            <p:spPr>
              <a:xfrm>
                <a:off x="369708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9" name="ph7949"/>
              <p:cNvSpPr/>
              <p:nvPr/>
            </p:nvSpPr>
            <p:spPr>
              <a:xfrm>
                <a:off x="370653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0" name="ph7950"/>
              <p:cNvSpPr/>
              <p:nvPr/>
            </p:nvSpPr>
            <p:spPr>
              <a:xfrm>
                <a:off x="371597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1" name="ph7951"/>
              <p:cNvSpPr/>
              <p:nvPr/>
            </p:nvSpPr>
            <p:spPr>
              <a:xfrm>
                <a:off x="372541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2" name="ph7952"/>
              <p:cNvSpPr/>
              <p:nvPr/>
            </p:nvSpPr>
            <p:spPr>
              <a:xfrm>
                <a:off x="373485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3" name="ph7953"/>
              <p:cNvSpPr/>
              <p:nvPr/>
            </p:nvSpPr>
            <p:spPr>
              <a:xfrm>
                <a:off x="374429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4" name="ph7954"/>
              <p:cNvSpPr/>
              <p:nvPr/>
            </p:nvSpPr>
            <p:spPr>
              <a:xfrm>
                <a:off x="375373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5" name="ph7955"/>
              <p:cNvSpPr/>
              <p:nvPr/>
            </p:nvSpPr>
            <p:spPr>
              <a:xfrm>
                <a:off x="376317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6" name="ph7956"/>
              <p:cNvSpPr/>
              <p:nvPr/>
            </p:nvSpPr>
            <p:spPr>
              <a:xfrm>
                <a:off x="377261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7" name="ph7957"/>
              <p:cNvSpPr/>
              <p:nvPr/>
            </p:nvSpPr>
            <p:spPr>
              <a:xfrm>
                <a:off x="378205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8" name="ph7958"/>
              <p:cNvSpPr/>
              <p:nvPr/>
            </p:nvSpPr>
            <p:spPr>
              <a:xfrm>
                <a:off x="379149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9" name="ph7959"/>
              <p:cNvSpPr/>
              <p:nvPr/>
            </p:nvSpPr>
            <p:spPr>
              <a:xfrm>
                <a:off x="380093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0" name="ph7960"/>
              <p:cNvSpPr/>
              <p:nvPr/>
            </p:nvSpPr>
            <p:spPr>
              <a:xfrm>
                <a:off x="381037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1" name="ph7961"/>
              <p:cNvSpPr/>
              <p:nvPr/>
            </p:nvSpPr>
            <p:spPr>
              <a:xfrm>
                <a:off x="3819813" y="1043325"/>
                <a:ext cx="919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775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7409" y="896830"/>
                    </a:lnTo>
                    <a:lnTo>
                      <a:pt x="918455" y="903663"/>
                    </a:lnTo>
                    <a:lnTo>
                      <a:pt x="919775" y="91439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2" name="ph7962"/>
              <p:cNvSpPr/>
              <p:nvPr/>
            </p:nvSpPr>
            <p:spPr>
              <a:xfrm>
                <a:off x="2026167" y="100818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7719" y="931969"/>
                    </a:lnTo>
                    <a:lnTo>
                      <a:pt x="910440" y="923617"/>
                    </a:lnTo>
                    <a:lnTo>
                      <a:pt x="913813" y="91439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3" name="ph7963"/>
              <p:cNvSpPr/>
              <p:nvPr/>
            </p:nvSpPr>
            <p:spPr>
              <a:xfrm>
                <a:off x="202616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4" name="ph7964"/>
              <p:cNvSpPr/>
              <p:nvPr/>
            </p:nvSpPr>
            <p:spPr>
              <a:xfrm>
                <a:off x="203560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5" name="ph7965"/>
              <p:cNvSpPr/>
              <p:nvPr/>
            </p:nvSpPr>
            <p:spPr>
              <a:xfrm>
                <a:off x="204504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6" name="ph7966"/>
              <p:cNvSpPr/>
              <p:nvPr/>
            </p:nvSpPr>
            <p:spPr>
              <a:xfrm>
                <a:off x="205448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7" name="ph7967"/>
              <p:cNvSpPr/>
              <p:nvPr/>
            </p:nvSpPr>
            <p:spPr>
              <a:xfrm>
                <a:off x="206392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8" name="ph7968"/>
              <p:cNvSpPr/>
              <p:nvPr/>
            </p:nvSpPr>
            <p:spPr>
              <a:xfrm>
                <a:off x="207336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9" name="ph7969"/>
              <p:cNvSpPr/>
              <p:nvPr/>
            </p:nvSpPr>
            <p:spPr>
              <a:xfrm>
                <a:off x="208280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0" name="ph7970"/>
              <p:cNvSpPr/>
              <p:nvPr/>
            </p:nvSpPr>
            <p:spPr>
              <a:xfrm>
                <a:off x="209224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1" name="ph7971"/>
              <p:cNvSpPr/>
              <p:nvPr/>
            </p:nvSpPr>
            <p:spPr>
              <a:xfrm>
                <a:off x="210168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2" name="ph7972"/>
              <p:cNvSpPr/>
              <p:nvPr/>
            </p:nvSpPr>
            <p:spPr>
              <a:xfrm>
                <a:off x="211112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3" name="ph7973"/>
              <p:cNvSpPr/>
              <p:nvPr/>
            </p:nvSpPr>
            <p:spPr>
              <a:xfrm>
                <a:off x="212056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4" name="ph7974"/>
              <p:cNvSpPr/>
              <p:nvPr/>
            </p:nvSpPr>
            <p:spPr>
              <a:xfrm>
                <a:off x="213001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5" name="ph7975"/>
              <p:cNvSpPr/>
              <p:nvPr/>
            </p:nvSpPr>
            <p:spPr>
              <a:xfrm>
                <a:off x="213945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6" name="ph7976"/>
              <p:cNvSpPr/>
              <p:nvPr/>
            </p:nvSpPr>
            <p:spPr>
              <a:xfrm>
                <a:off x="214889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7" name="ph7977"/>
              <p:cNvSpPr/>
              <p:nvPr/>
            </p:nvSpPr>
            <p:spPr>
              <a:xfrm>
                <a:off x="215833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8" name="ph7978"/>
              <p:cNvSpPr/>
              <p:nvPr/>
            </p:nvSpPr>
            <p:spPr>
              <a:xfrm>
                <a:off x="216777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9" name="ph7979"/>
              <p:cNvSpPr/>
              <p:nvPr/>
            </p:nvSpPr>
            <p:spPr>
              <a:xfrm>
                <a:off x="217721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0" name="ph7980"/>
              <p:cNvSpPr/>
              <p:nvPr/>
            </p:nvSpPr>
            <p:spPr>
              <a:xfrm>
                <a:off x="218665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1" name="ph7981"/>
              <p:cNvSpPr/>
              <p:nvPr/>
            </p:nvSpPr>
            <p:spPr>
              <a:xfrm>
                <a:off x="219609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2" name="ph7982"/>
              <p:cNvSpPr/>
              <p:nvPr/>
            </p:nvSpPr>
            <p:spPr>
              <a:xfrm>
                <a:off x="220553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3" name="ph7983"/>
              <p:cNvSpPr/>
              <p:nvPr/>
            </p:nvSpPr>
            <p:spPr>
              <a:xfrm>
                <a:off x="221497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4" name="ph7984"/>
              <p:cNvSpPr/>
              <p:nvPr/>
            </p:nvSpPr>
            <p:spPr>
              <a:xfrm>
                <a:off x="2224412" y="1025756"/>
                <a:ext cx="923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33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067" y="896830"/>
                    </a:lnTo>
                    <a:lnTo>
                      <a:pt x="919686" y="898919"/>
                    </a:lnTo>
                    <a:lnTo>
                      <a:pt x="922269" y="908830"/>
                    </a:lnTo>
                    <a:lnTo>
                      <a:pt x="923533" y="91439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5" name="ph7985"/>
              <p:cNvSpPr/>
              <p:nvPr/>
            </p:nvSpPr>
            <p:spPr>
              <a:xfrm>
                <a:off x="3395002" y="1008186"/>
                <a:ext cx="914400" cy="91528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84">
                    <a:moveTo>
                      <a:pt x="914400" y="914399"/>
                    </a:moveTo>
                    <a:lnTo>
                      <a:pt x="914400" y="915284"/>
                    </a:lnTo>
                    <a:lnTo>
                      <a:pt x="910401" y="91439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6" name="ph7986"/>
              <p:cNvSpPr/>
              <p:nvPr/>
            </p:nvSpPr>
            <p:spPr>
              <a:xfrm>
                <a:off x="3395002" y="1008186"/>
                <a:ext cx="923840" cy="922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880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880"/>
                    </a:lnTo>
                    <a:lnTo>
                      <a:pt x="921958" y="920787"/>
                    </a:lnTo>
                    <a:lnTo>
                      <a:pt x="917963" y="915806"/>
                    </a:lnTo>
                    <a:lnTo>
                      <a:pt x="915211" y="915463"/>
                    </a:lnTo>
                    <a:lnTo>
                      <a:pt x="914400" y="915284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7" name="ph7987"/>
              <p:cNvSpPr/>
              <p:nvPr/>
            </p:nvSpPr>
            <p:spPr>
              <a:xfrm>
                <a:off x="340444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292" y="931969"/>
                    </a:lnTo>
                    <a:lnTo>
                      <a:pt x="922645" y="931408"/>
                    </a:lnTo>
                    <a:lnTo>
                      <a:pt x="917508" y="926339"/>
                    </a:lnTo>
                    <a:lnTo>
                      <a:pt x="914400" y="922880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8" name="ph7988"/>
              <p:cNvSpPr/>
              <p:nvPr/>
            </p:nvSpPr>
            <p:spPr>
              <a:xfrm>
                <a:off x="341388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9" name="ph7989"/>
              <p:cNvSpPr/>
              <p:nvPr/>
            </p:nvSpPr>
            <p:spPr>
              <a:xfrm>
                <a:off x="342332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0" name="ph7990"/>
              <p:cNvSpPr/>
              <p:nvPr/>
            </p:nvSpPr>
            <p:spPr>
              <a:xfrm>
                <a:off x="343276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1" name="ph7991"/>
              <p:cNvSpPr/>
              <p:nvPr/>
            </p:nvSpPr>
            <p:spPr>
              <a:xfrm>
                <a:off x="344220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2" name="ph7992"/>
              <p:cNvSpPr/>
              <p:nvPr/>
            </p:nvSpPr>
            <p:spPr>
              <a:xfrm>
                <a:off x="345164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3" name="ph7993"/>
              <p:cNvSpPr/>
              <p:nvPr/>
            </p:nvSpPr>
            <p:spPr>
              <a:xfrm>
                <a:off x="346108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4" name="ph7994"/>
              <p:cNvSpPr/>
              <p:nvPr/>
            </p:nvSpPr>
            <p:spPr>
              <a:xfrm>
                <a:off x="347052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5" name="ph7995"/>
              <p:cNvSpPr/>
              <p:nvPr/>
            </p:nvSpPr>
            <p:spPr>
              <a:xfrm>
                <a:off x="347996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6" name="ph7996"/>
              <p:cNvSpPr/>
              <p:nvPr/>
            </p:nvSpPr>
            <p:spPr>
              <a:xfrm>
                <a:off x="348940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7" name="ph7997"/>
              <p:cNvSpPr/>
              <p:nvPr/>
            </p:nvSpPr>
            <p:spPr>
              <a:xfrm>
                <a:off x="349884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8" name="ph7998"/>
              <p:cNvSpPr/>
              <p:nvPr/>
            </p:nvSpPr>
            <p:spPr>
              <a:xfrm>
                <a:off x="350828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9" name="ph7999"/>
              <p:cNvSpPr/>
              <p:nvPr/>
            </p:nvSpPr>
            <p:spPr>
              <a:xfrm>
                <a:off x="351772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0" name="ph8000"/>
              <p:cNvSpPr/>
              <p:nvPr/>
            </p:nvSpPr>
            <p:spPr>
              <a:xfrm>
                <a:off x="352716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1" name="ph8001"/>
              <p:cNvSpPr/>
              <p:nvPr/>
            </p:nvSpPr>
            <p:spPr>
              <a:xfrm>
                <a:off x="353660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2" name="ph8002"/>
              <p:cNvSpPr/>
              <p:nvPr/>
            </p:nvSpPr>
            <p:spPr>
              <a:xfrm>
                <a:off x="354604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3" name="ph8003"/>
              <p:cNvSpPr/>
              <p:nvPr/>
            </p:nvSpPr>
            <p:spPr>
              <a:xfrm>
                <a:off x="355548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4" name="ph8004"/>
              <p:cNvSpPr/>
              <p:nvPr/>
            </p:nvSpPr>
            <p:spPr>
              <a:xfrm>
                <a:off x="356492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5" name="ph8005"/>
              <p:cNvSpPr/>
              <p:nvPr/>
            </p:nvSpPr>
            <p:spPr>
              <a:xfrm>
                <a:off x="357436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6" name="ph8006"/>
              <p:cNvSpPr/>
              <p:nvPr/>
            </p:nvSpPr>
            <p:spPr>
              <a:xfrm>
                <a:off x="358380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7" name="ph8007"/>
              <p:cNvSpPr/>
              <p:nvPr/>
            </p:nvSpPr>
            <p:spPr>
              <a:xfrm>
                <a:off x="359324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8" name="ph8008"/>
              <p:cNvSpPr/>
              <p:nvPr/>
            </p:nvSpPr>
            <p:spPr>
              <a:xfrm>
                <a:off x="360268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9" name="ph8009"/>
              <p:cNvSpPr/>
              <p:nvPr/>
            </p:nvSpPr>
            <p:spPr>
              <a:xfrm>
                <a:off x="361212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0" name="ph8010"/>
              <p:cNvSpPr/>
              <p:nvPr/>
            </p:nvSpPr>
            <p:spPr>
              <a:xfrm>
                <a:off x="362156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1" name="ph8011"/>
              <p:cNvSpPr/>
              <p:nvPr/>
            </p:nvSpPr>
            <p:spPr>
              <a:xfrm>
                <a:off x="363100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2" name="ph8012"/>
              <p:cNvSpPr/>
              <p:nvPr/>
            </p:nvSpPr>
            <p:spPr>
              <a:xfrm>
                <a:off x="364044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3" name="ph8013"/>
              <p:cNvSpPr/>
              <p:nvPr/>
            </p:nvSpPr>
            <p:spPr>
              <a:xfrm>
                <a:off x="364988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4" name="ph8014"/>
              <p:cNvSpPr/>
              <p:nvPr/>
            </p:nvSpPr>
            <p:spPr>
              <a:xfrm>
                <a:off x="365932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5" name="ph8015"/>
              <p:cNvSpPr/>
              <p:nvPr/>
            </p:nvSpPr>
            <p:spPr>
              <a:xfrm>
                <a:off x="366876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6" name="ph8016"/>
              <p:cNvSpPr/>
              <p:nvPr/>
            </p:nvSpPr>
            <p:spPr>
              <a:xfrm>
                <a:off x="367820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7" name="ph8017"/>
              <p:cNvSpPr/>
              <p:nvPr/>
            </p:nvSpPr>
            <p:spPr>
              <a:xfrm>
                <a:off x="368764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8" name="ph8018"/>
              <p:cNvSpPr/>
              <p:nvPr/>
            </p:nvSpPr>
            <p:spPr>
              <a:xfrm>
                <a:off x="369708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9" name="ph8019"/>
              <p:cNvSpPr/>
              <p:nvPr/>
            </p:nvSpPr>
            <p:spPr>
              <a:xfrm>
                <a:off x="370653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0" name="ph8020"/>
              <p:cNvSpPr/>
              <p:nvPr/>
            </p:nvSpPr>
            <p:spPr>
              <a:xfrm>
                <a:off x="371597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1" name="ph8021"/>
              <p:cNvSpPr/>
              <p:nvPr/>
            </p:nvSpPr>
            <p:spPr>
              <a:xfrm>
                <a:off x="372541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2" name="ph8022"/>
              <p:cNvSpPr/>
              <p:nvPr/>
            </p:nvSpPr>
            <p:spPr>
              <a:xfrm>
                <a:off x="373485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3" name="ph8023"/>
              <p:cNvSpPr/>
              <p:nvPr/>
            </p:nvSpPr>
            <p:spPr>
              <a:xfrm>
                <a:off x="374429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4" name="ph8024"/>
              <p:cNvSpPr/>
              <p:nvPr/>
            </p:nvSpPr>
            <p:spPr>
              <a:xfrm>
                <a:off x="375373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5" name="ph8025"/>
              <p:cNvSpPr/>
              <p:nvPr/>
            </p:nvSpPr>
            <p:spPr>
              <a:xfrm>
                <a:off x="376317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6" name="ph8026"/>
              <p:cNvSpPr/>
              <p:nvPr/>
            </p:nvSpPr>
            <p:spPr>
              <a:xfrm>
                <a:off x="377261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7" name="ph8027"/>
              <p:cNvSpPr/>
              <p:nvPr/>
            </p:nvSpPr>
            <p:spPr>
              <a:xfrm>
                <a:off x="378205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8" name="ph8028"/>
              <p:cNvSpPr/>
              <p:nvPr/>
            </p:nvSpPr>
            <p:spPr>
              <a:xfrm>
                <a:off x="379149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9" name="ph8029"/>
              <p:cNvSpPr/>
              <p:nvPr/>
            </p:nvSpPr>
            <p:spPr>
              <a:xfrm>
                <a:off x="380093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0" name="ph8030"/>
              <p:cNvSpPr/>
              <p:nvPr/>
            </p:nvSpPr>
            <p:spPr>
              <a:xfrm>
                <a:off x="3819813" y="10257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188" y="896830"/>
                    </a:lnTo>
                    <a:lnTo>
                      <a:pt x="914400" y="897807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1" name="ph8031"/>
              <p:cNvSpPr/>
              <p:nvPr/>
            </p:nvSpPr>
            <p:spPr>
              <a:xfrm>
                <a:off x="3819813" y="1025756"/>
                <a:ext cx="9174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09" h="914399">
                    <a:moveTo>
                      <a:pt x="914400" y="914399"/>
                    </a:moveTo>
                    <a:lnTo>
                      <a:pt x="914400" y="897807"/>
                    </a:lnTo>
                    <a:lnTo>
                      <a:pt x="914883" y="900040"/>
                    </a:lnTo>
                    <a:lnTo>
                      <a:pt x="916819" y="910549"/>
                    </a:lnTo>
                    <a:lnTo>
                      <a:pt x="917409" y="91439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2" name="ph8032"/>
              <p:cNvSpPr/>
              <p:nvPr/>
            </p:nvSpPr>
            <p:spPr>
              <a:xfrm>
                <a:off x="2026167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813" y="914399"/>
                    </a:lnTo>
                    <a:lnTo>
                      <a:pt x="914400" y="912963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3" name="ph8033"/>
              <p:cNvSpPr/>
              <p:nvPr/>
            </p:nvSpPr>
            <p:spPr>
              <a:xfrm>
                <a:off x="2035607" y="99061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533"/>
                    </a:lnTo>
                    <a:lnTo>
                      <a:pt x="907915" y="923292"/>
                    </a:lnTo>
                    <a:lnTo>
                      <a:pt x="911739" y="914874"/>
                    </a:lnTo>
                    <a:lnTo>
                      <a:pt x="911967" y="914400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4" name="ph8034"/>
              <p:cNvSpPr/>
              <p:nvPr/>
            </p:nvSpPr>
            <p:spPr>
              <a:xfrm>
                <a:off x="203560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5" name="ph8035"/>
              <p:cNvSpPr/>
              <p:nvPr/>
            </p:nvSpPr>
            <p:spPr>
              <a:xfrm>
                <a:off x="204504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6" name="ph8036"/>
              <p:cNvSpPr/>
              <p:nvPr/>
            </p:nvSpPr>
            <p:spPr>
              <a:xfrm>
                <a:off x="205448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7" name="ph8037"/>
              <p:cNvSpPr/>
              <p:nvPr/>
            </p:nvSpPr>
            <p:spPr>
              <a:xfrm>
                <a:off x="206392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8" name="ph8038"/>
              <p:cNvSpPr/>
              <p:nvPr/>
            </p:nvSpPr>
            <p:spPr>
              <a:xfrm>
                <a:off x="207336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9" name="ph8039"/>
              <p:cNvSpPr/>
              <p:nvPr/>
            </p:nvSpPr>
            <p:spPr>
              <a:xfrm>
                <a:off x="208280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0" name="ph8040"/>
              <p:cNvSpPr/>
              <p:nvPr/>
            </p:nvSpPr>
            <p:spPr>
              <a:xfrm>
                <a:off x="209224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1" name="ph8041"/>
              <p:cNvSpPr/>
              <p:nvPr/>
            </p:nvSpPr>
            <p:spPr>
              <a:xfrm>
                <a:off x="210168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2" name="ph8042"/>
              <p:cNvSpPr/>
              <p:nvPr/>
            </p:nvSpPr>
            <p:spPr>
              <a:xfrm>
                <a:off x="211112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3" name="ph8043"/>
              <p:cNvSpPr/>
              <p:nvPr/>
            </p:nvSpPr>
            <p:spPr>
              <a:xfrm>
                <a:off x="212056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4" name="ph8044"/>
              <p:cNvSpPr/>
              <p:nvPr/>
            </p:nvSpPr>
            <p:spPr>
              <a:xfrm>
                <a:off x="213001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5" name="ph8045"/>
              <p:cNvSpPr/>
              <p:nvPr/>
            </p:nvSpPr>
            <p:spPr>
              <a:xfrm>
                <a:off x="213945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6" name="ph8046"/>
              <p:cNvSpPr/>
              <p:nvPr/>
            </p:nvSpPr>
            <p:spPr>
              <a:xfrm>
                <a:off x="214889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7" name="ph8047"/>
              <p:cNvSpPr/>
              <p:nvPr/>
            </p:nvSpPr>
            <p:spPr>
              <a:xfrm>
                <a:off x="215833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8" name="ph8048"/>
              <p:cNvSpPr/>
              <p:nvPr/>
            </p:nvSpPr>
            <p:spPr>
              <a:xfrm>
                <a:off x="216777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9" name="ph8049"/>
              <p:cNvSpPr/>
              <p:nvPr/>
            </p:nvSpPr>
            <p:spPr>
              <a:xfrm>
                <a:off x="217721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0" name="ph8050"/>
              <p:cNvSpPr/>
              <p:nvPr/>
            </p:nvSpPr>
            <p:spPr>
              <a:xfrm>
                <a:off x="218665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1" name="ph8051"/>
              <p:cNvSpPr/>
              <p:nvPr/>
            </p:nvSpPr>
            <p:spPr>
              <a:xfrm>
                <a:off x="219609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2" name="ph8052"/>
              <p:cNvSpPr/>
              <p:nvPr/>
            </p:nvSpPr>
            <p:spPr>
              <a:xfrm>
                <a:off x="220553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3" name="ph8053"/>
              <p:cNvSpPr/>
              <p:nvPr/>
            </p:nvSpPr>
            <p:spPr>
              <a:xfrm>
                <a:off x="2224412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56" y="896830"/>
                    </a:lnTo>
                    <a:lnTo>
                      <a:pt x="913702" y="897487"/>
                    </a:lnTo>
                    <a:lnTo>
                      <a:pt x="914400" y="899574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4" name="ph8054"/>
              <p:cNvSpPr/>
              <p:nvPr/>
            </p:nvSpPr>
            <p:spPr>
              <a:xfrm>
                <a:off x="2224412" y="1008186"/>
                <a:ext cx="91906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067" h="914399">
                    <a:moveTo>
                      <a:pt x="914400" y="914399"/>
                    </a:moveTo>
                    <a:lnTo>
                      <a:pt x="914400" y="899574"/>
                    </a:lnTo>
                    <a:lnTo>
                      <a:pt x="916827" y="906842"/>
                    </a:lnTo>
                    <a:lnTo>
                      <a:pt x="919067" y="91439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5" name="ph8055"/>
              <p:cNvSpPr/>
              <p:nvPr/>
            </p:nvSpPr>
            <p:spPr>
              <a:xfrm>
                <a:off x="3366681" y="990616"/>
                <a:ext cx="914400" cy="92059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6">
                    <a:moveTo>
                      <a:pt x="914400" y="914400"/>
                    </a:moveTo>
                    <a:lnTo>
                      <a:pt x="914400" y="920596"/>
                    </a:lnTo>
                    <a:lnTo>
                      <a:pt x="909739" y="917175"/>
                    </a:lnTo>
                    <a:lnTo>
                      <a:pt x="906463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6" name="ph8056"/>
              <p:cNvSpPr/>
              <p:nvPr/>
            </p:nvSpPr>
            <p:spPr>
              <a:xfrm>
                <a:off x="3366681" y="990616"/>
                <a:ext cx="923840" cy="9262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253"/>
                    </a:lnTo>
                    <a:lnTo>
                      <a:pt x="920690" y="924614"/>
                    </a:lnTo>
                    <a:lnTo>
                      <a:pt x="915163" y="921157"/>
                    </a:lnTo>
                    <a:lnTo>
                      <a:pt x="914400" y="920596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7" name="ph8057"/>
              <p:cNvSpPr/>
              <p:nvPr/>
            </p:nvSpPr>
            <p:spPr>
              <a:xfrm>
                <a:off x="3376121" y="990616"/>
                <a:ext cx="923840" cy="9303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329"/>
                    </a:lnTo>
                    <a:lnTo>
                      <a:pt x="922554" y="929919"/>
                    </a:lnTo>
                    <a:lnTo>
                      <a:pt x="916865" y="927537"/>
                    </a:lnTo>
                    <a:lnTo>
                      <a:pt x="914400" y="926253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8" name="ph8058"/>
              <p:cNvSpPr/>
              <p:nvPr/>
            </p:nvSpPr>
            <p:spPr>
              <a:xfrm>
                <a:off x="338556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42" y="931969"/>
                    </a:lnTo>
                    <a:lnTo>
                      <a:pt x="918861" y="931752"/>
                    </a:lnTo>
                    <a:lnTo>
                      <a:pt x="914400" y="93032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9" name="ph8059"/>
              <p:cNvSpPr/>
              <p:nvPr/>
            </p:nvSpPr>
            <p:spPr>
              <a:xfrm>
                <a:off x="339500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0" name="ph8060"/>
              <p:cNvSpPr/>
              <p:nvPr/>
            </p:nvSpPr>
            <p:spPr>
              <a:xfrm>
                <a:off x="340444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1" name="ph8061"/>
              <p:cNvSpPr/>
              <p:nvPr/>
            </p:nvSpPr>
            <p:spPr>
              <a:xfrm>
                <a:off x="341388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2" name="ph8062"/>
              <p:cNvSpPr/>
              <p:nvPr/>
            </p:nvSpPr>
            <p:spPr>
              <a:xfrm>
                <a:off x="342332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3" name="ph8063"/>
              <p:cNvSpPr/>
              <p:nvPr/>
            </p:nvSpPr>
            <p:spPr>
              <a:xfrm>
                <a:off x="343276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4" name="ph8064"/>
              <p:cNvSpPr/>
              <p:nvPr/>
            </p:nvSpPr>
            <p:spPr>
              <a:xfrm>
                <a:off x="344220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5" name="ph8065"/>
              <p:cNvSpPr/>
              <p:nvPr/>
            </p:nvSpPr>
            <p:spPr>
              <a:xfrm>
                <a:off x="345164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6" name="ph8066"/>
              <p:cNvSpPr/>
              <p:nvPr/>
            </p:nvSpPr>
            <p:spPr>
              <a:xfrm>
                <a:off x="346108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7" name="ph8067"/>
              <p:cNvSpPr/>
              <p:nvPr/>
            </p:nvSpPr>
            <p:spPr>
              <a:xfrm>
                <a:off x="347052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8" name="ph8068"/>
              <p:cNvSpPr/>
              <p:nvPr/>
            </p:nvSpPr>
            <p:spPr>
              <a:xfrm>
                <a:off x="347996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9" name="ph8069"/>
              <p:cNvSpPr/>
              <p:nvPr/>
            </p:nvSpPr>
            <p:spPr>
              <a:xfrm>
                <a:off x="348940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0" name="ph8070"/>
              <p:cNvSpPr/>
              <p:nvPr/>
            </p:nvSpPr>
            <p:spPr>
              <a:xfrm>
                <a:off x="349884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1" name="ph8071"/>
              <p:cNvSpPr/>
              <p:nvPr/>
            </p:nvSpPr>
            <p:spPr>
              <a:xfrm>
                <a:off x="350828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2" name="ph8072"/>
              <p:cNvSpPr/>
              <p:nvPr/>
            </p:nvSpPr>
            <p:spPr>
              <a:xfrm>
                <a:off x="351772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3" name="ph8073"/>
              <p:cNvSpPr/>
              <p:nvPr/>
            </p:nvSpPr>
            <p:spPr>
              <a:xfrm>
                <a:off x="352716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4" name="ph8074"/>
              <p:cNvSpPr/>
              <p:nvPr/>
            </p:nvSpPr>
            <p:spPr>
              <a:xfrm>
                <a:off x="353660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5" name="ph8075"/>
              <p:cNvSpPr/>
              <p:nvPr/>
            </p:nvSpPr>
            <p:spPr>
              <a:xfrm>
                <a:off x="354604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6" name="ph8076"/>
              <p:cNvSpPr/>
              <p:nvPr/>
            </p:nvSpPr>
            <p:spPr>
              <a:xfrm>
                <a:off x="355548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7" name="ph8077"/>
              <p:cNvSpPr/>
              <p:nvPr/>
            </p:nvSpPr>
            <p:spPr>
              <a:xfrm>
                <a:off x="356492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8" name="ph8078"/>
              <p:cNvSpPr/>
              <p:nvPr/>
            </p:nvSpPr>
            <p:spPr>
              <a:xfrm>
                <a:off x="357436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9" name="ph8079"/>
              <p:cNvSpPr/>
              <p:nvPr/>
            </p:nvSpPr>
            <p:spPr>
              <a:xfrm>
                <a:off x="358380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0" name="ph8080"/>
              <p:cNvSpPr/>
              <p:nvPr/>
            </p:nvSpPr>
            <p:spPr>
              <a:xfrm>
                <a:off x="359324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1" name="ph8081"/>
              <p:cNvSpPr/>
              <p:nvPr/>
            </p:nvSpPr>
            <p:spPr>
              <a:xfrm>
                <a:off x="360268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2" name="ph8082"/>
              <p:cNvSpPr/>
              <p:nvPr/>
            </p:nvSpPr>
            <p:spPr>
              <a:xfrm>
                <a:off x="361212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3" name="ph8083"/>
              <p:cNvSpPr/>
              <p:nvPr/>
            </p:nvSpPr>
            <p:spPr>
              <a:xfrm>
                <a:off x="362156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4" name="ph8084"/>
              <p:cNvSpPr/>
              <p:nvPr/>
            </p:nvSpPr>
            <p:spPr>
              <a:xfrm>
                <a:off x="363100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5" name="ph8085"/>
              <p:cNvSpPr/>
              <p:nvPr/>
            </p:nvSpPr>
            <p:spPr>
              <a:xfrm>
                <a:off x="364044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6" name="ph8086"/>
              <p:cNvSpPr/>
              <p:nvPr/>
            </p:nvSpPr>
            <p:spPr>
              <a:xfrm>
                <a:off x="364988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7" name="ph8087"/>
              <p:cNvSpPr/>
              <p:nvPr/>
            </p:nvSpPr>
            <p:spPr>
              <a:xfrm>
                <a:off x="365932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8" name="ph8088"/>
              <p:cNvSpPr/>
              <p:nvPr/>
            </p:nvSpPr>
            <p:spPr>
              <a:xfrm>
                <a:off x="366876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9" name="ph8089"/>
              <p:cNvSpPr/>
              <p:nvPr/>
            </p:nvSpPr>
            <p:spPr>
              <a:xfrm>
                <a:off x="367820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0" name="ph8090"/>
              <p:cNvSpPr/>
              <p:nvPr/>
            </p:nvSpPr>
            <p:spPr>
              <a:xfrm>
                <a:off x="368764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1" name="ph8091"/>
              <p:cNvSpPr/>
              <p:nvPr/>
            </p:nvSpPr>
            <p:spPr>
              <a:xfrm>
                <a:off x="369708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2" name="ph8092"/>
              <p:cNvSpPr/>
              <p:nvPr/>
            </p:nvSpPr>
            <p:spPr>
              <a:xfrm>
                <a:off x="370653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3" name="ph8093"/>
              <p:cNvSpPr/>
              <p:nvPr/>
            </p:nvSpPr>
            <p:spPr>
              <a:xfrm>
                <a:off x="371597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4" name="ph8094"/>
              <p:cNvSpPr/>
              <p:nvPr/>
            </p:nvSpPr>
            <p:spPr>
              <a:xfrm>
                <a:off x="372541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5" name="ph8095"/>
              <p:cNvSpPr/>
              <p:nvPr/>
            </p:nvSpPr>
            <p:spPr>
              <a:xfrm>
                <a:off x="373485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6" name="ph8096"/>
              <p:cNvSpPr/>
              <p:nvPr/>
            </p:nvSpPr>
            <p:spPr>
              <a:xfrm>
                <a:off x="374429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7" name="ph8097"/>
              <p:cNvSpPr/>
              <p:nvPr/>
            </p:nvSpPr>
            <p:spPr>
              <a:xfrm>
                <a:off x="375373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8" name="ph8098"/>
              <p:cNvSpPr/>
              <p:nvPr/>
            </p:nvSpPr>
            <p:spPr>
              <a:xfrm>
                <a:off x="376317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9" name="ph8099"/>
              <p:cNvSpPr/>
              <p:nvPr/>
            </p:nvSpPr>
            <p:spPr>
              <a:xfrm>
                <a:off x="377261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0" name="ph8100"/>
              <p:cNvSpPr/>
              <p:nvPr/>
            </p:nvSpPr>
            <p:spPr>
              <a:xfrm>
                <a:off x="378205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1" name="ph8101"/>
              <p:cNvSpPr/>
              <p:nvPr/>
            </p:nvSpPr>
            <p:spPr>
              <a:xfrm>
                <a:off x="379149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2" name="ph8102"/>
              <p:cNvSpPr/>
              <p:nvPr/>
            </p:nvSpPr>
            <p:spPr>
              <a:xfrm>
                <a:off x="380093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3" name="ph8103"/>
              <p:cNvSpPr/>
              <p:nvPr/>
            </p:nvSpPr>
            <p:spPr>
              <a:xfrm>
                <a:off x="3810372" y="1008186"/>
                <a:ext cx="9236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88" y="896916"/>
                    </a:lnTo>
                    <a:lnTo>
                      <a:pt x="919573" y="897235"/>
                    </a:lnTo>
                    <a:lnTo>
                      <a:pt x="922092" y="907306"/>
                    </a:lnTo>
                    <a:lnTo>
                      <a:pt x="923628" y="91439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4" name="ph8104"/>
              <p:cNvSpPr/>
              <p:nvPr/>
            </p:nvSpPr>
            <p:spPr>
              <a:xfrm>
                <a:off x="2035607" y="99061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967" y="914400"/>
                    </a:lnTo>
                    <a:lnTo>
                      <a:pt x="912104" y="914113"/>
                    </a:lnTo>
                    <a:lnTo>
                      <a:pt x="912287" y="913730"/>
                    </a:lnTo>
                    <a:lnTo>
                      <a:pt x="912471" y="913347"/>
                    </a:lnTo>
                    <a:lnTo>
                      <a:pt x="912654" y="912964"/>
                    </a:lnTo>
                    <a:lnTo>
                      <a:pt x="912838" y="912581"/>
                    </a:lnTo>
                    <a:lnTo>
                      <a:pt x="913021" y="912198"/>
                    </a:lnTo>
                    <a:lnTo>
                      <a:pt x="913205" y="911815"/>
                    </a:lnTo>
                    <a:lnTo>
                      <a:pt x="913388" y="911432"/>
                    </a:lnTo>
                    <a:lnTo>
                      <a:pt x="913572" y="911049"/>
                    </a:lnTo>
                    <a:lnTo>
                      <a:pt x="913756" y="910666"/>
                    </a:lnTo>
                    <a:lnTo>
                      <a:pt x="913939" y="910283"/>
                    </a:lnTo>
                    <a:lnTo>
                      <a:pt x="914123" y="909900"/>
                    </a:lnTo>
                    <a:lnTo>
                      <a:pt x="914307" y="909517"/>
                    </a:lnTo>
                    <a:lnTo>
                      <a:pt x="914400" y="909323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5" name="ph8105"/>
              <p:cNvSpPr/>
              <p:nvPr/>
            </p:nvSpPr>
            <p:spPr>
              <a:xfrm>
                <a:off x="2045047" y="97304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893"/>
                    </a:lnTo>
                    <a:lnTo>
                      <a:pt x="905050" y="926703"/>
                    </a:lnTo>
                    <a:lnTo>
                      <a:pt x="905234" y="926320"/>
                    </a:lnTo>
                    <a:lnTo>
                      <a:pt x="905417" y="925937"/>
                    </a:lnTo>
                    <a:lnTo>
                      <a:pt x="905601" y="925554"/>
                    </a:lnTo>
                    <a:lnTo>
                      <a:pt x="905785" y="925171"/>
                    </a:lnTo>
                    <a:lnTo>
                      <a:pt x="905968" y="924788"/>
                    </a:lnTo>
                    <a:lnTo>
                      <a:pt x="906152" y="924405"/>
                    </a:lnTo>
                    <a:lnTo>
                      <a:pt x="906336" y="924022"/>
                    </a:lnTo>
                    <a:lnTo>
                      <a:pt x="906520" y="923639"/>
                    </a:lnTo>
                    <a:lnTo>
                      <a:pt x="906703" y="923256"/>
                    </a:lnTo>
                    <a:lnTo>
                      <a:pt x="906887" y="922873"/>
                    </a:lnTo>
                    <a:lnTo>
                      <a:pt x="907071" y="922490"/>
                    </a:lnTo>
                    <a:lnTo>
                      <a:pt x="907255" y="922107"/>
                    </a:lnTo>
                    <a:lnTo>
                      <a:pt x="907439" y="921724"/>
                    </a:lnTo>
                    <a:lnTo>
                      <a:pt x="907622" y="921341"/>
                    </a:lnTo>
                    <a:lnTo>
                      <a:pt x="907806" y="920958"/>
                    </a:lnTo>
                    <a:lnTo>
                      <a:pt x="907990" y="920575"/>
                    </a:lnTo>
                    <a:lnTo>
                      <a:pt x="908174" y="920192"/>
                    </a:lnTo>
                    <a:lnTo>
                      <a:pt x="908358" y="919809"/>
                    </a:lnTo>
                    <a:lnTo>
                      <a:pt x="908542" y="919426"/>
                    </a:lnTo>
                    <a:lnTo>
                      <a:pt x="908726" y="919043"/>
                    </a:lnTo>
                    <a:lnTo>
                      <a:pt x="908910" y="918660"/>
                    </a:lnTo>
                    <a:lnTo>
                      <a:pt x="909093" y="918277"/>
                    </a:lnTo>
                    <a:lnTo>
                      <a:pt x="909277" y="917894"/>
                    </a:lnTo>
                    <a:lnTo>
                      <a:pt x="909461" y="917511"/>
                    </a:lnTo>
                    <a:lnTo>
                      <a:pt x="909645" y="917128"/>
                    </a:lnTo>
                    <a:lnTo>
                      <a:pt x="909829" y="916745"/>
                    </a:lnTo>
                    <a:lnTo>
                      <a:pt x="910013" y="916362"/>
                    </a:lnTo>
                    <a:lnTo>
                      <a:pt x="910197" y="915979"/>
                    </a:lnTo>
                    <a:lnTo>
                      <a:pt x="910381" y="915596"/>
                    </a:lnTo>
                    <a:lnTo>
                      <a:pt x="910565" y="915213"/>
                    </a:lnTo>
                    <a:lnTo>
                      <a:pt x="910749" y="914830"/>
                    </a:lnTo>
                    <a:lnTo>
                      <a:pt x="910956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6" name="ph8106"/>
              <p:cNvSpPr/>
              <p:nvPr/>
            </p:nvSpPr>
            <p:spPr>
              <a:xfrm>
                <a:off x="204504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7" name="ph8107"/>
              <p:cNvSpPr/>
              <p:nvPr/>
            </p:nvSpPr>
            <p:spPr>
              <a:xfrm>
                <a:off x="205448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8" name="ph8108"/>
              <p:cNvSpPr/>
              <p:nvPr/>
            </p:nvSpPr>
            <p:spPr>
              <a:xfrm>
                <a:off x="206392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9" name="ph8109"/>
              <p:cNvSpPr/>
              <p:nvPr/>
            </p:nvSpPr>
            <p:spPr>
              <a:xfrm>
                <a:off x="207336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0" name="ph8110"/>
              <p:cNvSpPr/>
              <p:nvPr/>
            </p:nvSpPr>
            <p:spPr>
              <a:xfrm>
                <a:off x="208280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1" name="ph8111"/>
              <p:cNvSpPr/>
              <p:nvPr/>
            </p:nvSpPr>
            <p:spPr>
              <a:xfrm>
                <a:off x="209224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2" name="ph8112"/>
              <p:cNvSpPr/>
              <p:nvPr/>
            </p:nvSpPr>
            <p:spPr>
              <a:xfrm>
                <a:off x="210168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3" name="ph8113"/>
              <p:cNvSpPr/>
              <p:nvPr/>
            </p:nvSpPr>
            <p:spPr>
              <a:xfrm>
                <a:off x="211112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4" name="ph8114"/>
              <p:cNvSpPr/>
              <p:nvPr/>
            </p:nvSpPr>
            <p:spPr>
              <a:xfrm>
                <a:off x="212056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5" name="ph8115"/>
              <p:cNvSpPr/>
              <p:nvPr/>
            </p:nvSpPr>
            <p:spPr>
              <a:xfrm>
                <a:off x="213001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6" name="ph8116"/>
              <p:cNvSpPr/>
              <p:nvPr/>
            </p:nvSpPr>
            <p:spPr>
              <a:xfrm>
                <a:off x="213945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7" name="ph8117"/>
              <p:cNvSpPr/>
              <p:nvPr/>
            </p:nvSpPr>
            <p:spPr>
              <a:xfrm>
                <a:off x="214889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8" name="ph8118"/>
              <p:cNvSpPr/>
              <p:nvPr/>
            </p:nvSpPr>
            <p:spPr>
              <a:xfrm>
                <a:off x="215833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9" name="ph8119"/>
              <p:cNvSpPr/>
              <p:nvPr/>
            </p:nvSpPr>
            <p:spPr>
              <a:xfrm>
                <a:off x="216777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0" name="ph8120"/>
              <p:cNvSpPr/>
              <p:nvPr/>
            </p:nvSpPr>
            <p:spPr>
              <a:xfrm>
                <a:off x="217721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1" name="ph8121"/>
              <p:cNvSpPr/>
              <p:nvPr/>
            </p:nvSpPr>
            <p:spPr>
              <a:xfrm>
                <a:off x="218665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2" name="ph8122"/>
              <p:cNvSpPr/>
              <p:nvPr/>
            </p:nvSpPr>
            <p:spPr>
              <a:xfrm>
                <a:off x="219609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3" name="ph8123"/>
              <p:cNvSpPr/>
              <p:nvPr/>
            </p:nvSpPr>
            <p:spPr>
              <a:xfrm>
                <a:off x="220553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4" name="ph8124"/>
              <p:cNvSpPr/>
              <p:nvPr/>
            </p:nvSpPr>
            <p:spPr>
              <a:xfrm>
                <a:off x="2214972" y="990616"/>
                <a:ext cx="9228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899" y="896830"/>
                    </a:lnTo>
                    <a:lnTo>
                      <a:pt x="916127" y="897320"/>
                    </a:lnTo>
                    <a:lnTo>
                      <a:pt x="919759" y="906017"/>
                    </a:lnTo>
                    <a:lnTo>
                      <a:pt x="922897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5" name="ph8125"/>
              <p:cNvSpPr/>
              <p:nvPr/>
            </p:nvSpPr>
            <p:spPr>
              <a:xfrm>
                <a:off x="3347801" y="973046"/>
                <a:ext cx="914400" cy="9213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332">
                    <a:moveTo>
                      <a:pt x="914400" y="914400"/>
                    </a:moveTo>
                    <a:lnTo>
                      <a:pt x="914322" y="921332"/>
                    </a:lnTo>
                    <a:lnTo>
                      <a:pt x="913052" y="920028"/>
                    </a:lnTo>
                    <a:lnTo>
                      <a:pt x="911781" y="918725"/>
                    </a:lnTo>
                    <a:lnTo>
                      <a:pt x="910511" y="917422"/>
                    </a:lnTo>
                    <a:lnTo>
                      <a:pt x="909240" y="916119"/>
                    </a:lnTo>
                    <a:lnTo>
                      <a:pt x="907969" y="914816"/>
                    </a:lnTo>
                    <a:lnTo>
                      <a:pt x="907563" y="914400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6" name="ph8126"/>
              <p:cNvSpPr/>
              <p:nvPr/>
            </p:nvSpPr>
            <p:spPr>
              <a:xfrm>
                <a:off x="3347801" y="973046"/>
                <a:ext cx="923840" cy="93069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9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695"/>
                    </a:lnTo>
                    <a:lnTo>
                      <a:pt x="923312" y="930248"/>
                    </a:lnTo>
                    <a:lnTo>
                      <a:pt x="918136" y="925250"/>
                    </a:lnTo>
                    <a:lnTo>
                      <a:pt x="916861" y="923939"/>
                    </a:lnTo>
                    <a:lnTo>
                      <a:pt x="915591" y="922635"/>
                    </a:lnTo>
                    <a:lnTo>
                      <a:pt x="914400" y="921412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7" name="ph8127"/>
              <p:cNvSpPr/>
              <p:nvPr/>
            </p:nvSpPr>
            <p:spPr>
              <a:xfrm>
                <a:off x="335724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903" y="931969"/>
                    </a:lnTo>
                    <a:lnTo>
                      <a:pt x="914400" y="930695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8" name="ph8128"/>
              <p:cNvSpPr/>
              <p:nvPr/>
            </p:nvSpPr>
            <p:spPr>
              <a:xfrm>
                <a:off x="336668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9" name="ph8129"/>
              <p:cNvSpPr/>
              <p:nvPr/>
            </p:nvSpPr>
            <p:spPr>
              <a:xfrm>
                <a:off x="337612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0" name="ph8130"/>
              <p:cNvSpPr/>
              <p:nvPr/>
            </p:nvSpPr>
            <p:spPr>
              <a:xfrm>
                <a:off x="338556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1" name="ph8131"/>
              <p:cNvSpPr/>
              <p:nvPr/>
            </p:nvSpPr>
            <p:spPr>
              <a:xfrm>
                <a:off x="339500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2" name="ph8132"/>
              <p:cNvSpPr/>
              <p:nvPr/>
            </p:nvSpPr>
            <p:spPr>
              <a:xfrm>
                <a:off x="340444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3" name="ph8133"/>
              <p:cNvSpPr/>
              <p:nvPr/>
            </p:nvSpPr>
            <p:spPr>
              <a:xfrm>
                <a:off x="341388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4" name="ph8134"/>
              <p:cNvSpPr/>
              <p:nvPr/>
            </p:nvSpPr>
            <p:spPr>
              <a:xfrm>
                <a:off x="342332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5" name="ph8135"/>
              <p:cNvSpPr/>
              <p:nvPr/>
            </p:nvSpPr>
            <p:spPr>
              <a:xfrm>
                <a:off x="343276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6" name="ph8136"/>
              <p:cNvSpPr/>
              <p:nvPr/>
            </p:nvSpPr>
            <p:spPr>
              <a:xfrm>
                <a:off x="344220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7" name="ph8137"/>
              <p:cNvSpPr/>
              <p:nvPr/>
            </p:nvSpPr>
            <p:spPr>
              <a:xfrm>
                <a:off x="345164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8" name="ph8138"/>
              <p:cNvSpPr/>
              <p:nvPr/>
            </p:nvSpPr>
            <p:spPr>
              <a:xfrm>
                <a:off x="346108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9" name="ph8139"/>
              <p:cNvSpPr/>
              <p:nvPr/>
            </p:nvSpPr>
            <p:spPr>
              <a:xfrm>
                <a:off x="347052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0" name="ph8140"/>
              <p:cNvSpPr/>
              <p:nvPr/>
            </p:nvSpPr>
            <p:spPr>
              <a:xfrm>
                <a:off x="347996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1" name="ph8141"/>
              <p:cNvSpPr/>
              <p:nvPr/>
            </p:nvSpPr>
            <p:spPr>
              <a:xfrm>
                <a:off x="348940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2" name="ph8142"/>
              <p:cNvSpPr/>
              <p:nvPr/>
            </p:nvSpPr>
            <p:spPr>
              <a:xfrm>
                <a:off x="349884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3" name="ph8143"/>
              <p:cNvSpPr/>
              <p:nvPr/>
            </p:nvSpPr>
            <p:spPr>
              <a:xfrm>
                <a:off x="350828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4" name="ph8144"/>
              <p:cNvSpPr/>
              <p:nvPr/>
            </p:nvSpPr>
            <p:spPr>
              <a:xfrm>
                <a:off x="351772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5" name="ph8145"/>
              <p:cNvSpPr/>
              <p:nvPr/>
            </p:nvSpPr>
            <p:spPr>
              <a:xfrm>
                <a:off x="352716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6" name="ph8146"/>
              <p:cNvSpPr/>
              <p:nvPr/>
            </p:nvSpPr>
            <p:spPr>
              <a:xfrm>
                <a:off x="353660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7" name="ph8147"/>
              <p:cNvSpPr/>
              <p:nvPr/>
            </p:nvSpPr>
            <p:spPr>
              <a:xfrm>
                <a:off x="354604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8" name="ph8148"/>
              <p:cNvSpPr/>
              <p:nvPr/>
            </p:nvSpPr>
            <p:spPr>
              <a:xfrm>
                <a:off x="355548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9" name="ph8149"/>
              <p:cNvSpPr/>
              <p:nvPr/>
            </p:nvSpPr>
            <p:spPr>
              <a:xfrm>
                <a:off x="356492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0" name="ph8150"/>
              <p:cNvSpPr/>
              <p:nvPr/>
            </p:nvSpPr>
            <p:spPr>
              <a:xfrm>
                <a:off x="357436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1" name="ph8151"/>
              <p:cNvSpPr/>
              <p:nvPr/>
            </p:nvSpPr>
            <p:spPr>
              <a:xfrm>
                <a:off x="358380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2" name="ph8152"/>
              <p:cNvSpPr/>
              <p:nvPr/>
            </p:nvSpPr>
            <p:spPr>
              <a:xfrm>
                <a:off x="359324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3" name="ph8153"/>
              <p:cNvSpPr/>
              <p:nvPr/>
            </p:nvSpPr>
            <p:spPr>
              <a:xfrm>
                <a:off x="360268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4" name="ph8154"/>
              <p:cNvSpPr/>
              <p:nvPr/>
            </p:nvSpPr>
            <p:spPr>
              <a:xfrm>
                <a:off x="361212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5" name="ph8155"/>
              <p:cNvSpPr/>
              <p:nvPr/>
            </p:nvSpPr>
            <p:spPr>
              <a:xfrm>
                <a:off x="362156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6" name="ph8156"/>
              <p:cNvSpPr/>
              <p:nvPr/>
            </p:nvSpPr>
            <p:spPr>
              <a:xfrm>
                <a:off x="363100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7" name="ph8157"/>
              <p:cNvSpPr/>
              <p:nvPr/>
            </p:nvSpPr>
            <p:spPr>
              <a:xfrm>
                <a:off x="364044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8" name="ph8158"/>
              <p:cNvSpPr/>
              <p:nvPr/>
            </p:nvSpPr>
            <p:spPr>
              <a:xfrm>
                <a:off x="364988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9" name="ph8159"/>
              <p:cNvSpPr/>
              <p:nvPr/>
            </p:nvSpPr>
            <p:spPr>
              <a:xfrm>
                <a:off x="365932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0" name="ph8160"/>
              <p:cNvSpPr/>
              <p:nvPr/>
            </p:nvSpPr>
            <p:spPr>
              <a:xfrm>
                <a:off x="366876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1" name="ph8161"/>
              <p:cNvSpPr/>
              <p:nvPr/>
            </p:nvSpPr>
            <p:spPr>
              <a:xfrm>
                <a:off x="367820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2" name="ph8162"/>
              <p:cNvSpPr/>
              <p:nvPr/>
            </p:nvSpPr>
            <p:spPr>
              <a:xfrm>
                <a:off x="368764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3" name="ph8163"/>
              <p:cNvSpPr/>
              <p:nvPr/>
            </p:nvSpPr>
            <p:spPr>
              <a:xfrm>
                <a:off x="369708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4" name="ph8164"/>
              <p:cNvSpPr/>
              <p:nvPr/>
            </p:nvSpPr>
            <p:spPr>
              <a:xfrm>
                <a:off x="370653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5" name="ph8165"/>
              <p:cNvSpPr/>
              <p:nvPr/>
            </p:nvSpPr>
            <p:spPr>
              <a:xfrm>
                <a:off x="371597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6" name="ph8166"/>
              <p:cNvSpPr/>
              <p:nvPr/>
            </p:nvSpPr>
            <p:spPr>
              <a:xfrm>
                <a:off x="372541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7" name="ph8167"/>
              <p:cNvSpPr/>
              <p:nvPr/>
            </p:nvSpPr>
            <p:spPr>
              <a:xfrm>
                <a:off x="373485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8" name="ph8168"/>
              <p:cNvSpPr/>
              <p:nvPr/>
            </p:nvSpPr>
            <p:spPr>
              <a:xfrm>
                <a:off x="374429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9" name="ph8169"/>
              <p:cNvSpPr/>
              <p:nvPr/>
            </p:nvSpPr>
            <p:spPr>
              <a:xfrm>
                <a:off x="375373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0" name="ph8170"/>
              <p:cNvSpPr/>
              <p:nvPr/>
            </p:nvSpPr>
            <p:spPr>
              <a:xfrm>
                <a:off x="376317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1" name="ph8171"/>
              <p:cNvSpPr/>
              <p:nvPr/>
            </p:nvSpPr>
            <p:spPr>
              <a:xfrm>
                <a:off x="377261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2" name="ph8172"/>
              <p:cNvSpPr/>
              <p:nvPr/>
            </p:nvSpPr>
            <p:spPr>
              <a:xfrm>
                <a:off x="378205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3" name="ph8173"/>
              <p:cNvSpPr/>
              <p:nvPr/>
            </p:nvSpPr>
            <p:spPr>
              <a:xfrm>
                <a:off x="379149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4" name="ph8174"/>
              <p:cNvSpPr/>
              <p:nvPr/>
            </p:nvSpPr>
            <p:spPr>
              <a:xfrm>
                <a:off x="380093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5" name="ph8175"/>
              <p:cNvSpPr/>
              <p:nvPr/>
            </p:nvSpPr>
            <p:spPr>
              <a:xfrm>
                <a:off x="3810372" y="990616"/>
                <a:ext cx="91946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56" y="896830"/>
                    </a:lnTo>
                    <a:lnTo>
                      <a:pt x="914793" y="896967"/>
                    </a:lnTo>
                    <a:lnTo>
                      <a:pt x="914878" y="897285"/>
                    </a:lnTo>
                    <a:lnTo>
                      <a:pt x="914964" y="897604"/>
                    </a:lnTo>
                    <a:lnTo>
                      <a:pt x="915049" y="897922"/>
                    </a:lnTo>
                    <a:lnTo>
                      <a:pt x="915135" y="898241"/>
                    </a:lnTo>
                    <a:lnTo>
                      <a:pt x="915220" y="898559"/>
                    </a:lnTo>
                    <a:lnTo>
                      <a:pt x="915305" y="898878"/>
                    </a:lnTo>
                    <a:lnTo>
                      <a:pt x="915391" y="899196"/>
                    </a:lnTo>
                    <a:lnTo>
                      <a:pt x="915476" y="899515"/>
                    </a:lnTo>
                    <a:lnTo>
                      <a:pt x="915562" y="899833"/>
                    </a:lnTo>
                    <a:lnTo>
                      <a:pt x="915647" y="900152"/>
                    </a:lnTo>
                    <a:lnTo>
                      <a:pt x="915733" y="900470"/>
                    </a:lnTo>
                    <a:lnTo>
                      <a:pt x="915818" y="900789"/>
                    </a:lnTo>
                    <a:lnTo>
                      <a:pt x="915904" y="901107"/>
                    </a:lnTo>
                    <a:lnTo>
                      <a:pt x="915989" y="901426"/>
                    </a:lnTo>
                    <a:lnTo>
                      <a:pt x="916075" y="901745"/>
                    </a:lnTo>
                    <a:lnTo>
                      <a:pt x="916160" y="902063"/>
                    </a:lnTo>
                    <a:lnTo>
                      <a:pt x="916245" y="902382"/>
                    </a:lnTo>
                    <a:lnTo>
                      <a:pt x="916331" y="902700"/>
                    </a:lnTo>
                    <a:lnTo>
                      <a:pt x="916416" y="903019"/>
                    </a:lnTo>
                    <a:lnTo>
                      <a:pt x="916502" y="903337"/>
                    </a:lnTo>
                    <a:lnTo>
                      <a:pt x="916587" y="903656"/>
                    </a:lnTo>
                    <a:lnTo>
                      <a:pt x="916672" y="903974"/>
                    </a:lnTo>
                    <a:lnTo>
                      <a:pt x="916758" y="904293"/>
                    </a:lnTo>
                    <a:lnTo>
                      <a:pt x="916843" y="904611"/>
                    </a:lnTo>
                    <a:lnTo>
                      <a:pt x="916929" y="904930"/>
                    </a:lnTo>
                    <a:lnTo>
                      <a:pt x="917014" y="905248"/>
                    </a:lnTo>
                    <a:lnTo>
                      <a:pt x="917099" y="905567"/>
                    </a:lnTo>
                    <a:lnTo>
                      <a:pt x="917185" y="905885"/>
                    </a:lnTo>
                    <a:lnTo>
                      <a:pt x="917270" y="906204"/>
                    </a:lnTo>
                    <a:lnTo>
                      <a:pt x="917355" y="906523"/>
                    </a:lnTo>
                    <a:lnTo>
                      <a:pt x="917441" y="906841"/>
                    </a:lnTo>
                    <a:lnTo>
                      <a:pt x="917526" y="907160"/>
                    </a:lnTo>
                    <a:lnTo>
                      <a:pt x="917611" y="907478"/>
                    </a:lnTo>
                    <a:lnTo>
                      <a:pt x="917697" y="907797"/>
                    </a:lnTo>
                    <a:lnTo>
                      <a:pt x="917782" y="908115"/>
                    </a:lnTo>
                    <a:lnTo>
                      <a:pt x="917867" y="908434"/>
                    </a:lnTo>
                    <a:lnTo>
                      <a:pt x="917953" y="908752"/>
                    </a:lnTo>
                    <a:lnTo>
                      <a:pt x="918038" y="909071"/>
                    </a:lnTo>
                    <a:lnTo>
                      <a:pt x="918123" y="909389"/>
                    </a:lnTo>
                    <a:lnTo>
                      <a:pt x="918209" y="909708"/>
                    </a:lnTo>
                    <a:lnTo>
                      <a:pt x="918294" y="910026"/>
                    </a:lnTo>
                    <a:lnTo>
                      <a:pt x="918379" y="910345"/>
                    </a:lnTo>
                    <a:lnTo>
                      <a:pt x="918465" y="910664"/>
                    </a:lnTo>
                    <a:lnTo>
                      <a:pt x="918550" y="910982"/>
                    </a:lnTo>
                    <a:lnTo>
                      <a:pt x="918635" y="911301"/>
                    </a:lnTo>
                    <a:lnTo>
                      <a:pt x="918721" y="911619"/>
                    </a:lnTo>
                    <a:lnTo>
                      <a:pt x="918806" y="911938"/>
                    </a:lnTo>
                    <a:lnTo>
                      <a:pt x="918891" y="912256"/>
                    </a:lnTo>
                    <a:lnTo>
                      <a:pt x="918976" y="912575"/>
                    </a:lnTo>
                    <a:lnTo>
                      <a:pt x="919062" y="912893"/>
                    </a:lnTo>
                    <a:lnTo>
                      <a:pt x="919147" y="913212"/>
                    </a:lnTo>
                    <a:lnTo>
                      <a:pt x="919232" y="913530"/>
                    </a:lnTo>
                    <a:lnTo>
                      <a:pt x="919317" y="913849"/>
                    </a:lnTo>
                    <a:lnTo>
                      <a:pt x="919403" y="914168"/>
                    </a:lnTo>
                    <a:lnTo>
                      <a:pt x="919465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6" name="ph8176"/>
              <p:cNvSpPr/>
              <p:nvPr/>
            </p:nvSpPr>
            <p:spPr>
              <a:xfrm>
                <a:off x="2045047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956" y="914400"/>
                    </a:lnTo>
                    <a:lnTo>
                      <a:pt x="911117" y="914064"/>
                    </a:lnTo>
                    <a:lnTo>
                      <a:pt x="911301" y="913681"/>
                    </a:lnTo>
                    <a:lnTo>
                      <a:pt x="911485" y="913298"/>
                    </a:lnTo>
                    <a:lnTo>
                      <a:pt x="911670" y="912915"/>
                    </a:lnTo>
                    <a:lnTo>
                      <a:pt x="911854" y="912532"/>
                    </a:lnTo>
                    <a:lnTo>
                      <a:pt x="912038" y="912150"/>
                    </a:lnTo>
                    <a:lnTo>
                      <a:pt x="912222" y="911767"/>
                    </a:lnTo>
                    <a:lnTo>
                      <a:pt x="912406" y="911384"/>
                    </a:lnTo>
                    <a:lnTo>
                      <a:pt x="912590" y="911001"/>
                    </a:lnTo>
                    <a:lnTo>
                      <a:pt x="912774" y="910618"/>
                    </a:lnTo>
                    <a:lnTo>
                      <a:pt x="912958" y="910235"/>
                    </a:lnTo>
                    <a:lnTo>
                      <a:pt x="913143" y="909852"/>
                    </a:lnTo>
                    <a:lnTo>
                      <a:pt x="913327" y="909469"/>
                    </a:lnTo>
                    <a:lnTo>
                      <a:pt x="913511" y="909086"/>
                    </a:lnTo>
                    <a:lnTo>
                      <a:pt x="913695" y="908703"/>
                    </a:lnTo>
                    <a:lnTo>
                      <a:pt x="913879" y="908320"/>
                    </a:lnTo>
                    <a:lnTo>
                      <a:pt x="914064" y="907937"/>
                    </a:lnTo>
                    <a:lnTo>
                      <a:pt x="914400" y="907275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7" name="ph8177"/>
              <p:cNvSpPr/>
              <p:nvPr/>
            </p:nvSpPr>
            <p:spPr>
              <a:xfrm>
                <a:off x="2054488" y="95547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45"/>
                    </a:lnTo>
                    <a:lnTo>
                      <a:pt x="908686" y="917495"/>
                    </a:lnTo>
                    <a:lnTo>
                      <a:pt x="910428" y="91439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8" name="ph8178"/>
              <p:cNvSpPr/>
              <p:nvPr/>
            </p:nvSpPr>
            <p:spPr>
              <a:xfrm>
                <a:off x="205448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9" name="ph8179"/>
              <p:cNvSpPr/>
              <p:nvPr/>
            </p:nvSpPr>
            <p:spPr>
              <a:xfrm>
                <a:off x="206392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0" name="ph8180"/>
              <p:cNvSpPr/>
              <p:nvPr/>
            </p:nvSpPr>
            <p:spPr>
              <a:xfrm>
                <a:off x="207336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1" name="ph8181"/>
              <p:cNvSpPr/>
              <p:nvPr/>
            </p:nvSpPr>
            <p:spPr>
              <a:xfrm>
                <a:off x="208280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2" name="ph8182"/>
              <p:cNvSpPr/>
              <p:nvPr/>
            </p:nvSpPr>
            <p:spPr>
              <a:xfrm>
                <a:off x="209224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3" name="ph8183"/>
              <p:cNvSpPr/>
              <p:nvPr/>
            </p:nvSpPr>
            <p:spPr>
              <a:xfrm>
                <a:off x="210168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4" name="ph8184"/>
              <p:cNvSpPr/>
              <p:nvPr/>
            </p:nvSpPr>
            <p:spPr>
              <a:xfrm>
                <a:off x="211112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5" name="ph8185"/>
              <p:cNvSpPr/>
              <p:nvPr/>
            </p:nvSpPr>
            <p:spPr>
              <a:xfrm>
                <a:off x="212056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6" name="ph8186"/>
              <p:cNvSpPr/>
              <p:nvPr/>
            </p:nvSpPr>
            <p:spPr>
              <a:xfrm>
                <a:off x="213001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7" name="ph8187"/>
              <p:cNvSpPr/>
              <p:nvPr/>
            </p:nvSpPr>
            <p:spPr>
              <a:xfrm>
                <a:off x="213945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8" name="ph8188"/>
              <p:cNvSpPr/>
              <p:nvPr/>
            </p:nvSpPr>
            <p:spPr>
              <a:xfrm>
                <a:off x="214889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9" name="ph8189"/>
              <p:cNvSpPr/>
              <p:nvPr/>
            </p:nvSpPr>
            <p:spPr>
              <a:xfrm>
                <a:off x="215833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0" name="ph8190"/>
              <p:cNvSpPr/>
              <p:nvPr/>
            </p:nvSpPr>
            <p:spPr>
              <a:xfrm>
                <a:off x="216777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1" name="ph8191"/>
              <p:cNvSpPr/>
              <p:nvPr/>
            </p:nvSpPr>
            <p:spPr>
              <a:xfrm>
                <a:off x="217721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2" name="ph8192"/>
              <p:cNvSpPr/>
              <p:nvPr/>
            </p:nvSpPr>
            <p:spPr>
              <a:xfrm>
                <a:off x="218665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3" name="ph8193"/>
              <p:cNvSpPr/>
              <p:nvPr/>
            </p:nvSpPr>
            <p:spPr>
              <a:xfrm>
                <a:off x="219609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4" name="ph8194"/>
              <p:cNvSpPr/>
              <p:nvPr/>
            </p:nvSpPr>
            <p:spPr>
              <a:xfrm>
                <a:off x="2214972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134" y="896830"/>
                    </a:lnTo>
                    <a:lnTo>
                      <a:pt x="908155" y="898612"/>
                    </a:lnTo>
                    <a:lnTo>
                      <a:pt x="912255" y="906557"/>
                    </a:lnTo>
                    <a:lnTo>
                      <a:pt x="914400" y="911173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5" name="ph8195"/>
              <p:cNvSpPr/>
              <p:nvPr/>
            </p:nvSpPr>
            <p:spPr>
              <a:xfrm>
                <a:off x="2214972" y="973046"/>
                <a:ext cx="9158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99" h="914400">
                    <a:moveTo>
                      <a:pt x="914400" y="914400"/>
                    </a:moveTo>
                    <a:lnTo>
                      <a:pt x="914400" y="911173"/>
                    </a:lnTo>
                    <a:lnTo>
                      <a:pt x="915899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6" name="ph8196"/>
              <p:cNvSpPr/>
              <p:nvPr/>
            </p:nvSpPr>
            <p:spPr>
              <a:xfrm>
                <a:off x="3328920" y="955476"/>
                <a:ext cx="914400" cy="91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02">
                    <a:moveTo>
                      <a:pt x="914400" y="914399"/>
                    </a:moveTo>
                    <a:lnTo>
                      <a:pt x="914400" y="919502"/>
                    </a:lnTo>
                    <a:lnTo>
                      <a:pt x="911644" y="916512"/>
                    </a:lnTo>
                    <a:lnTo>
                      <a:pt x="909909" y="91439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7" name="ph8197"/>
              <p:cNvSpPr/>
              <p:nvPr/>
            </p:nvSpPr>
            <p:spPr>
              <a:xfrm>
                <a:off x="3328920" y="955476"/>
                <a:ext cx="923840" cy="92930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302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9302"/>
                    </a:lnTo>
                    <a:lnTo>
                      <a:pt x="923034" y="928477"/>
                    </a:lnTo>
                    <a:lnTo>
                      <a:pt x="921762" y="927175"/>
                    </a:lnTo>
                    <a:lnTo>
                      <a:pt x="920489" y="925873"/>
                    </a:lnTo>
                    <a:lnTo>
                      <a:pt x="919216" y="924570"/>
                    </a:lnTo>
                    <a:lnTo>
                      <a:pt x="917943" y="923268"/>
                    </a:lnTo>
                    <a:lnTo>
                      <a:pt x="916663" y="921959"/>
                    </a:lnTo>
                    <a:lnTo>
                      <a:pt x="914400" y="919502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8" name="ph8198"/>
              <p:cNvSpPr/>
              <p:nvPr/>
            </p:nvSpPr>
            <p:spPr>
              <a:xfrm>
                <a:off x="333836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003" y="931969"/>
                    </a:lnTo>
                    <a:lnTo>
                      <a:pt x="916138" y="931083"/>
                    </a:lnTo>
                    <a:lnTo>
                      <a:pt x="914866" y="929780"/>
                    </a:lnTo>
                    <a:lnTo>
                      <a:pt x="914400" y="929302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9" name="ph8199"/>
              <p:cNvSpPr/>
              <p:nvPr/>
            </p:nvSpPr>
            <p:spPr>
              <a:xfrm>
                <a:off x="334780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0" name="ph8200"/>
              <p:cNvSpPr/>
              <p:nvPr/>
            </p:nvSpPr>
            <p:spPr>
              <a:xfrm>
                <a:off x="335724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1" name="ph8201"/>
              <p:cNvSpPr/>
              <p:nvPr/>
            </p:nvSpPr>
            <p:spPr>
              <a:xfrm>
                <a:off x="336668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2" name="ph8202"/>
              <p:cNvSpPr/>
              <p:nvPr/>
            </p:nvSpPr>
            <p:spPr>
              <a:xfrm>
                <a:off x="337612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3" name="ph8203"/>
              <p:cNvSpPr/>
              <p:nvPr/>
            </p:nvSpPr>
            <p:spPr>
              <a:xfrm>
                <a:off x="338556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4" name="ph8204"/>
              <p:cNvSpPr/>
              <p:nvPr/>
            </p:nvSpPr>
            <p:spPr>
              <a:xfrm>
                <a:off x="339500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5" name="ph8205"/>
              <p:cNvSpPr/>
              <p:nvPr/>
            </p:nvSpPr>
            <p:spPr>
              <a:xfrm>
                <a:off x="340444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6" name="ph8206"/>
              <p:cNvSpPr/>
              <p:nvPr/>
            </p:nvSpPr>
            <p:spPr>
              <a:xfrm>
                <a:off x="341388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7" name="ph8207"/>
              <p:cNvSpPr/>
              <p:nvPr/>
            </p:nvSpPr>
            <p:spPr>
              <a:xfrm>
                <a:off x="342332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8" name="ph8208"/>
              <p:cNvSpPr/>
              <p:nvPr/>
            </p:nvSpPr>
            <p:spPr>
              <a:xfrm>
                <a:off x="343276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9" name="ph8209"/>
              <p:cNvSpPr/>
              <p:nvPr/>
            </p:nvSpPr>
            <p:spPr>
              <a:xfrm>
                <a:off x="344220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0" name="ph8210"/>
              <p:cNvSpPr/>
              <p:nvPr/>
            </p:nvSpPr>
            <p:spPr>
              <a:xfrm>
                <a:off x="345164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1" name="ph8211"/>
              <p:cNvSpPr/>
              <p:nvPr/>
            </p:nvSpPr>
            <p:spPr>
              <a:xfrm>
                <a:off x="346108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2" name="ph8212"/>
              <p:cNvSpPr/>
              <p:nvPr/>
            </p:nvSpPr>
            <p:spPr>
              <a:xfrm>
                <a:off x="347052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3" name="ph8213"/>
              <p:cNvSpPr/>
              <p:nvPr/>
            </p:nvSpPr>
            <p:spPr>
              <a:xfrm>
                <a:off x="347996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4" name="ph8214"/>
              <p:cNvSpPr/>
              <p:nvPr/>
            </p:nvSpPr>
            <p:spPr>
              <a:xfrm>
                <a:off x="348940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5" name="ph8215"/>
              <p:cNvSpPr/>
              <p:nvPr/>
            </p:nvSpPr>
            <p:spPr>
              <a:xfrm>
                <a:off x="349884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6" name="ph8216"/>
              <p:cNvSpPr/>
              <p:nvPr/>
            </p:nvSpPr>
            <p:spPr>
              <a:xfrm>
                <a:off x="350828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7" name="ph8217"/>
              <p:cNvSpPr/>
              <p:nvPr/>
            </p:nvSpPr>
            <p:spPr>
              <a:xfrm>
                <a:off x="351772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8" name="ph8218"/>
              <p:cNvSpPr/>
              <p:nvPr/>
            </p:nvSpPr>
            <p:spPr>
              <a:xfrm>
                <a:off x="352716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9" name="ph8219"/>
              <p:cNvSpPr/>
              <p:nvPr/>
            </p:nvSpPr>
            <p:spPr>
              <a:xfrm>
                <a:off x="353660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0" name="ph8220"/>
              <p:cNvSpPr/>
              <p:nvPr/>
            </p:nvSpPr>
            <p:spPr>
              <a:xfrm>
                <a:off x="354604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1" name="ph8221"/>
              <p:cNvSpPr/>
              <p:nvPr/>
            </p:nvSpPr>
            <p:spPr>
              <a:xfrm>
                <a:off x="355548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2" name="ph8222"/>
              <p:cNvSpPr/>
              <p:nvPr/>
            </p:nvSpPr>
            <p:spPr>
              <a:xfrm>
                <a:off x="356492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3" name="ph8223"/>
              <p:cNvSpPr/>
              <p:nvPr/>
            </p:nvSpPr>
            <p:spPr>
              <a:xfrm>
                <a:off x="357436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4" name="ph8224"/>
              <p:cNvSpPr/>
              <p:nvPr/>
            </p:nvSpPr>
            <p:spPr>
              <a:xfrm>
                <a:off x="358380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5" name="ph8225"/>
              <p:cNvSpPr/>
              <p:nvPr/>
            </p:nvSpPr>
            <p:spPr>
              <a:xfrm>
                <a:off x="359324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6" name="ph8226"/>
              <p:cNvSpPr/>
              <p:nvPr/>
            </p:nvSpPr>
            <p:spPr>
              <a:xfrm>
                <a:off x="360268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7" name="ph8227"/>
              <p:cNvSpPr/>
              <p:nvPr/>
            </p:nvSpPr>
            <p:spPr>
              <a:xfrm>
                <a:off x="361212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8" name="ph8228"/>
              <p:cNvSpPr/>
              <p:nvPr/>
            </p:nvSpPr>
            <p:spPr>
              <a:xfrm>
                <a:off x="362156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9" name="ph8229"/>
              <p:cNvSpPr/>
              <p:nvPr/>
            </p:nvSpPr>
            <p:spPr>
              <a:xfrm>
                <a:off x="363100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0" name="ph8230"/>
              <p:cNvSpPr/>
              <p:nvPr/>
            </p:nvSpPr>
            <p:spPr>
              <a:xfrm>
                <a:off x="364044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1" name="ph8231"/>
              <p:cNvSpPr/>
              <p:nvPr/>
            </p:nvSpPr>
            <p:spPr>
              <a:xfrm>
                <a:off x="364988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2" name="ph8232"/>
              <p:cNvSpPr/>
              <p:nvPr/>
            </p:nvSpPr>
            <p:spPr>
              <a:xfrm>
                <a:off x="365932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3" name="ph8233"/>
              <p:cNvSpPr/>
              <p:nvPr/>
            </p:nvSpPr>
            <p:spPr>
              <a:xfrm>
                <a:off x="366876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4" name="ph8234"/>
              <p:cNvSpPr/>
              <p:nvPr/>
            </p:nvSpPr>
            <p:spPr>
              <a:xfrm>
                <a:off x="367820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5" name="ph8235"/>
              <p:cNvSpPr/>
              <p:nvPr/>
            </p:nvSpPr>
            <p:spPr>
              <a:xfrm>
                <a:off x="368764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6" name="ph8236"/>
              <p:cNvSpPr/>
              <p:nvPr/>
            </p:nvSpPr>
            <p:spPr>
              <a:xfrm>
                <a:off x="369708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7" name="ph8237"/>
              <p:cNvSpPr/>
              <p:nvPr/>
            </p:nvSpPr>
            <p:spPr>
              <a:xfrm>
                <a:off x="370653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8" name="ph8238"/>
              <p:cNvSpPr/>
              <p:nvPr/>
            </p:nvSpPr>
            <p:spPr>
              <a:xfrm>
                <a:off x="371597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9" name="ph8239"/>
              <p:cNvSpPr/>
              <p:nvPr/>
            </p:nvSpPr>
            <p:spPr>
              <a:xfrm>
                <a:off x="372541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0" name="ph8240"/>
              <p:cNvSpPr/>
              <p:nvPr/>
            </p:nvSpPr>
            <p:spPr>
              <a:xfrm>
                <a:off x="373485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E3D">
                  <a:alpha val="100000"/>
                </a:srgbClr>
              </a:solidFill>
              <a:ln w="5420" cap="flat">
                <a:solidFill>
                  <a:srgbClr val="E9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1" name="ph8241"/>
              <p:cNvSpPr/>
              <p:nvPr/>
            </p:nvSpPr>
            <p:spPr>
              <a:xfrm>
                <a:off x="374429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2" name="ph8242"/>
              <p:cNvSpPr/>
              <p:nvPr/>
            </p:nvSpPr>
            <p:spPr>
              <a:xfrm>
                <a:off x="375373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3" name="ph8243"/>
              <p:cNvSpPr/>
              <p:nvPr/>
            </p:nvSpPr>
            <p:spPr>
              <a:xfrm>
                <a:off x="376317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4" name="ph8244"/>
              <p:cNvSpPr/>
              <p:nvPr/>
            </p:nvSpPr>
            <p:spPr>
              <a:xfrm>
                <a:off x="377261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5" name="ph8245"/>
              <p:cNvSpPr/>
              <p:nvPr/>
            </p:nvSpPr>
            <p:spPr>
              <a:xfrm>
                <a:off x="378205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6" name="ph8246"/>
              <p:cNvSpPr/>
              <p:nvPr/>
            </p:nvSpPr>
            <p:spPr>
              <a:xfrm>
                <a:off x="379149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7" name="ph8247"/>
              <p:cNvSpPr/>
              <p:nvPr/>
            </p:nvSpPr>
            <p:spPr>
              <a:xfrm>
                <a:off x="3810372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033" y="896830"/>
                    </a:lnTo>
                    <a:lnTo>
                      <a:pt x="910083" y="897018"/>
                    </a:lnTo>
                    <a:lnTo>
                      <a:pt x="910169" y="897336"/>
                    </a:lnTo>
                    <a:lnTo>
                      <a:pt x="910255" y="897655"/>
                    </a:lnTo>
                    <a:lnTo>
                      <a:pt x="910340" y="897973"/>
                    </a:lnTo>
                    <a:lnTo>
                      <a:pt x="910426" y="898292"/>
                    </a:lnTo>
                    <a:lnTo>
                      <a:pt x="910512" y="898610"/>
                    </a:lnTo>
                    <a:lnTo>
                      <a:pt x="910598" y="898929"/>
                    </a:lnTo>
                    <a:lnTo>
                      <a:pt x="910683" y="899247"/>
                    </a:lnTo>
                    <a:lnTo>
                      <a:pt x="910769" y="899566"/>
                    </a:lnTo>
                    <a:lnTo>
                      <a:pt x="910855" y="899884"/>
                    </a:lnTo>
                    <a:lnTo>
                      <a:pt x="910940" y="900203"/>
                    </a:lnTo>
                    <a:lnTo>
                      <a:pt x="911026" y="900521"/>
                    </a:lnTo>
                    <a:lnTo>
                      <a:pt x="911112" y="900840"/>
                    </a:lnTo>
                    <a:lnTo>
                      <a:pt x="911198" y="901158"/>
                    </a:lnTo>
                    <a:lnTo>
                      <a:pt x="911283" y="901477"/>
                    </a:lnTo>
                    <a:lnTo>
                      <a:pt x="911369" y="901795"/>
                    </a:lnTo>
                    <a:lnTo>
                      <a:pt x="911455" y="902114"/>
                    </a:lnTo>
                    <a:lnTo>
                      <a:pt x="911540" y="902432"/>
                    </a:lnTo>
                    <a:lnTo>
                      <a:pt x="911626" y="902751"/>
                    </a:lnTo>
                    <a:lnTo>
                      <a:pt x="911712" y="903069"/>
                    </a:lnTo>
                    <a:lnTo>
                      <a:pt x="911797" y="903388"/>
                    </a:lnTo>
                    <a:lnTo>
                      <a:pt x="911883" y="903706"/>
                    </a:lnTo>
                    <a:lnTo>
                      <a:pt x="911969" y="904025"/>
                    </a:lnTo>
                    <a:lnTo>
                      <a:pt x="912054" y="904343"/>
                    </a:lnTo>
                    <a:lnTo>
                      <a:pt x="912140" y="904662"/>
                    </a:lnTo>
                    <a:lnTo>
                      <a:pt x="912226" y="904981"/>
                    </a:lnTo>
                    <a:lnTo>
                      <a:pt x="912311" y="905299"/>
                    </a:lnTo>
                    <a:lnTo>
                      <a:pt x="912397" y="905618"/>
                    </a:lnTo>
                    <a:lnTo>
                      <a:pt x="912482" y="905936"/>
                    </a:lnTo>
                    <a:lnTo>
                      <a:pt x="912568" y="906255"/>
                    </a:lnTo>
                    <a:lnTo>
                      <a:pt x="912654" y="906573"/>
                    </a:lnTo>
                    <a:lnTo>
                      <a:pt x="912739" y="906892"/>
                    </a:lnTo>
                    <a:lnTo>
                      <a:pt x="912825" y="907210"/>
                    </a:lnTo>
                    <a:lnTo>
                      <a:pt x="912910" y="907529"/>
                    </a:lnTo>
                    <a:lnTo>
                      <a:pt x="912996" y="907847"/>
                    </a:lnTo>
                    <a:lnTo>
                      <a:pt x="913082" y="908166"/>
                    </a:lnTo>
                    <a:lnTo>
                      <a:pt x="913167" y="908484"/>
                    </a:lnTo>
                    <a:lnTo>
                      <a:pt x="913253" y="908803"/>
                    </a:lnTo>
                    <a:lnTo>
                      <a:pt x="913338" y="909121"/>
                    </a:lnTo>
                    <a:lnTo>
                      <a:pt x="913424" y="909440"/>
                    </a:lnTo>
                    <a:lnTo>
                      <a:pt x="913510" y="909758"/>
                    </a:lnTo>
                    <a:lnTo>
                      <a:pt x="913595" y="910077"/>
                    </a:lnTo>
                    <a:lnTo>
                      <a:pt x="913681" y="910395"/>
                    </a:lnTo>
                    <a:lnTo>
                      <a:pt x="913766" y="910714"/>
                    </a:lnTo>
                    <a:lnTo>
                      <a:pt x="913852" y="911032"/>
                    </a:lnTo>
                    <a:lnTo>
                      <a:pt x="913937" y="911351"/>
                    </a:lnTo>
                    <a:lnTo>
                      <a:pt x="914023" y="911670"/>
                    </a:lnTo>
                    <a:lnTo>
                      <a:pt x="914108" y="911988"/>
                    </a:lnTo>
                    <a:lnTo>
                      <a:pt x="914194" y="912307"/>
                    </a:lnTo>
                    <a:lnTo>
                      <a:pt x="914279" y="912625"/>
                    </a:lnTo>
                    <a:lnTo>
                      <a:pt x="914365" y="912944"/>
                    </a:lnTo>
                    <a:lnTo>
                      <a:pt x="914400" y="913072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8" name="ph8248"/>
              <p:cNvSpPr/>
              <p:nvPr/>
            </p:nvSpPr>
            <p:spPr>
              <a:xfrm>
                <a:off x="3810372" y="973046"/>
                <a:ext cx="914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56" h="914400">
                    <a:moveTo>
                      <a:pt x="914400" y="914400"/>
                    </a:moveTo>
                    <a:lnTo>
                      <a:pt x="914400" y="913072"/>
                    </a:lnTo>
                    <a:lnTo>
                      <a:pt x="914451" y="913262"/>
                    </a:lnTo>
                    <a:lnTo>
                      <a:pt x="914536" y="913581"/>
                    </a:lnTo>
                    <a:lnTo>
                      <a:pt x="914622" y="913899"/>
                    </a:lnTo>
                    <a:lnTo>
                      <a:pt x="914707" y="914218"/>
                    </a:lnTo>
                    <a:lnTo>
                      <a:pt x="914756" y="914400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9" name="ph8249"/>
              <p:cNvSpPr/>
              <p:nvPr/>
            </p:nvSpPr>
            <p:spPr>
              <a:xfrm>
                <a:off x="2054488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28" y="914399"/>
                    </a:lnTo>
                    <a:lnTo>
                      <a:pt x="912967" y="909889"/>
                    </a:lnTo>
                    <a:lnTo>
                      <a:pt x="914400" y="90759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0" name="ph8250"/>
              <p:cNvSpPr/>
              <p:nvPr/>
            </p:nvSpPr>
            <p:spPr>
              <a:xfrm>
                <a:off x="2063928" y="9379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169"/>
                    </a:lnTo>
                    <a:lnTo>
                      <a:pt x="908016" y="920279"/>
                    </a:lnTo>
                    <a:lnTo>
                      <a:pt x="912107" y="91439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1" name="ph8251"/>
              <p:cNvSpPr/>
              <p:nvPr/>
            </p:nvSpPr>
            <p:spPr>
              <a:xfrm>
                <a:off x="206392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2" name="ph8252"/>
              <p:cNvSpPr/>
              <p:nvPr/>
            </p:nvSpPr>
            <p:spPr>
              <a:xfrm>
                <a:off x="207336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3" name="ph8253"/>
              <p:cNvSpPr/>
              <p:nvPr/>
            </p:nvSpPr>
            <p:spPr>
              <a:xfrm>
                <a:off x="208280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4" name="ph8254"/>
              <p:cNvSpPr/>
              <p:nvPr/>
            </p:nvSpPr>
            <p:spPr>
              <a:xfrm>
                <a:off x="209224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5" name="ph8255"/>
              <p:cNvSpPr/>
              <p:nvPr/>
            </p:nvSpPr>
            <p:spPr>
              <a:xfrm>
                <a:off x="210168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6" name="ph8256"/>
              <p:cNvSpPr/>
              <p:nvPr/>
            </p:nvSpPr>
            <p:spPr>
              <a:xfrm>
                <a:off x="211112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7" name="ph8257"/>
              <p:cNvSpPr/>
              <p:nvPr/>
            </p:nvSpPr>
            <p:spPr>
              <a:xfrm>
                <a:off x="212056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8" name="ph8258"/>
              <p:cNvSpPr/>
              <p:nvPr/>
            </p:nvSpPr>
            <p:spPr>
              <a:xfrm>
                <a:off x="213001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9" name="ph8259"/>
              <p:cNvSpPr/>
              <p:nvPr/>
            </p:nvSpPr>
            <p:spPr>
              <a:xfrm>
                <a:off x="213945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0" name="ph8260"/>
              <p:cNvSpPr/>
              <p:nvPr/>
            </p:nvSpPr>
            <p:spPr>
              <a:xfrm>
                <a:off x="214889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1" name="ph8261"/>
              <p:cNvSpPr/>
              <p:nvPr/>
            </p:nvSpPr>
            <p:spPr>
              <a:xfrm>
                <a:off x="215833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2" name="ph8262"/>
              <p:cNvSpPr/>
              <p:nvPr/>
            </p:nvSpPr>
            <p:spPr>
              <a:xfrm>
                <a:off x="216777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3" name="ph8263"/>
              <p:cNvSpPr/>
              <p:nvPr/>
            </p:nvSpPr>
            <p:spPr>
              <a:xfrm>
                <a:off x="217721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4" name="ph8264"/>
              <p:cNvSpPr/>
              <p:nvPr/>
            </p:nvSpPr>
            <p:spPr>
              <a:xfrm>
                <a:off x="218665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5" name="ph8265"/>
              <p:cNvSpPr/>
              <p:nvPr/>
            </p:nvSpPr>
            <p:spPr>
              <a:xfrm>
                <a:off x="2205532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5416" y="896830"/>
                    </a:lnTo>
                    <a:lnTo>
                      <a:pt x="908754" y="901541"/>
                    </a:lnTo>
                    <a:lnTo>
                      <a:pt x="913277" y="908646"/>
                    </a:lnTo>
                    <a:lnTo>
                      <a:pt x="914400" y="910605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6" name="ph8266"/>
              <p:cNvSpPr/>
              <p:nvPr/>
            </p:nvSpPr>
            <p:spPr>
              <a:xfrm>
                <a:off x="2205532" y="955476"/>
                <a:ext cx="9165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74" h="914399">
                    <a:moveTo>
                      <a:pt x="914400" y="914399"/>
                    </a:moveTo>
                    <a:lnTo>
                      <a:pt x="914400" y="910605"/>
                    </a:lnTo>
                    <a:lnTo>
                      <a:pt x="916574" y="91439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7" name="ph8267"/>
              <p:cNvSpPr/>
              <p:nvPr/>
            </p:nvSpPr>
            <p:spPr>
              <a:xfrm>
                <a:off x="3319480" y="937907"/>
                <a:ext cx="914400" cy="92568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86">
                    <a:moveTo>
                      <a:pt x="914400" y="914399"/>
                    </a:moveTo>
                    <a:lnTo>
                      <a:pt x="914400" y="925686"/>
                    </a:lnTo>
                    <a:lnTo>
                      <a:pt x="911530" y="921787"/>
                    </a:lnTo>
                    <a:lnTo>
                      <a:pt x="907019" y="914972"/>
                    </a:lnTo>
                    <a:lnTo>
                      <a:pt x="906677" y="91439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8" name="ph8268"/>
              <p:cNvSpPr/>
              <p:nvPr/>
            </p:nvSpPr>
            <p:spPr>
              <a:xfrm>
                <a:off x="331948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9349" y="931969"/>
                    </a:lnTo>
                    <a:lnTo>
                      <a:pt x="916222" y="928162"/>
                    </a:lnTo>
                    <a:lnTo>
                      <a:pt x="914400" y="925686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9" name="ph8269"/>
              <p:cNvSpPr/>
              <p:nvPr/>
            </p:nvSpPr>
            <p:spPr>
              <a:xfrm>
                <a:off x="332892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0" name="ph8270"/>
              <p:cNvSpPr/>
              <p:nvPr/>
            </p:nvSpPr>
            <p:spPr>
              <a:xfrm>
                <a:off x="333836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1" name="ph8271"/>
              <p:cNvSpPr/>
              <p:nvPr/>
            </p:nvSpPr>
            <p:spPr>
              <a:xfrm>
                <a:off x="334780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2" name="ph8272"/>
              <p:cNvSpPr/>
              <p:nvPr/>
            </p:nvSpPr>
            <p:spPr>
              <a:xfrm>
                <a:off x="335724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3" name="ph8273"/>
              <p:cNvSpPr/>
              <p:nvPr/>
            </p:nvSpPr>
            <p:spPr>
              <a:xfrm>
                <a:off x="336668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4" name="ph8274"/>
              <p:cNvSpPr/>
              <p:nvPr/>
            </p:nvSpPr>
            <p:spPr>
              <a:xfrm>
                <a:off x="337612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5" name="ph8275"/>
              <p:cNvSpPr/>
              <p:nvPr/>
            </p:nvSpPr>
            <p:spPr>
              <a:xfrm>
                <a:off x="338556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6" name="ph8276"/>
              <p:cNvSpPr/>
              <p:nvPr/>
            </p:nvSpPr>
            <p:spPr>
              <a:xfrm>
                <a:off x="339500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7" name="ph8277"/>
              <p:cNvSpPr/>
              <p:nvPr/>
            </p:nvSpPr>
            <p:spPr>
              <a:xfrm>
                <a:off x="340444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8" name="ph8278"/>
              <p:cNvSpPr/>
              <p:nvPr/>
            </p:nvSpPr>
            <p:spPr>
              <a:xfrm>
                <a:off x="341388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9" name="ph8279"/>
              <p:cNvSpPr/>
              <p:nvPr/>
            </p:nvSpPr>
            <p:spPr>
              <a:xfrm>
                <a:off x="342332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0" name="ph8280"/>
              <p:cNvSpPr/>
              <p:nvPr/>
            </p:nvSpPr>
            <p:spPr>
              <a:xfrm>
                <a:off x="343276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1" name="ph8281"/>
              <p:cNvSpPr/>
              <p:nvPr/>
            </p:nvSpPr>
            <p:spPr>
              <a:xfrm>
                <a:off x="344220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2" name="ph8282"/>
              <p:cNvSpPr/>
              <p:nvPr/>
            </p:nvSpPr>
            <p:spPr>
              <a:xfrm>
                <a:off x="345164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3" name="ph8283"/>
              <p:cNvSpPr/>
              <p:nvPr/>
            </p:nvSpPr>
            <p:spPr>
              <a:xfrm>
                <a:off x="346108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4" name="ph8284"/>
              <p:cNvSpPr/>
              <p:nvPr/>
            </p:nvSpPr>
            <p:spPr>
              <a:xfrm>
                <a:off x="347052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5" name="ph8285"/>
              <p:cNvSpPr/>
              <p:nvPr/>
            </p:nvSpPr>
            <p:spPr>
              <a:xfrm>
                <a:off x="347996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6" name="ph8286"/>
              <p:cNvSpPr/>
              <p:nvPr/>
            </p:nvSpPr>
            <p:spPr>
              <a:xfrm>
                <a:off x="348940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7" name="ph8287"/>
              <p:cNvSpPr/>
              <p:nvPr/>
            </p:nvSpPr>
            <p:spPr>
              <a:xfrm>
                <a:off x="349884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8" name="ph8288"/>
              <p:cNvSpPr/>
              <p:nvPr/>
            </p:nvSpPr>
            <p:spPr>
              <a:xfrm>
                <a:off x="350828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9" name="ph8289"/>
              <p:cNvSpPr/>
              <p:nvPr/>
            </p:nvSpPr>
            <p:spPr>
              <a:xfrm>
                <a:off x="351772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0" name="ph8290"/>
              <p:cNvSpPr/>
              <p:nvPr/>
            </p:nvSpPr>
            <p:spPr>
              <a:xfrm>
                <a:off x="352716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1" name="ph8291"/>
              <p:cNvSpPr/>
              <p:nvPr/>
            </p:nvSpPr>
            <p:spPr>
              <a:xfrm>
                <a:off x="353660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2" name="ph8292"/>
              <p:cNvSpPr/>
              <p:nvPr/>
            </p:nvSpPr>
            <p:spPr>
              <a:xfrm>
                <a:off x="354604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3" name="ph8293"/>
              <p:cNvSpPr/>
              <p:nvPr/>
            </p:nvSpPr>
            <p:spPr>
              <a:xfrm>
                <a:off x="355548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4" name="ph8294"/>
              <p:cNvSpPr/>
              <p:nvPr/>
            </p:nvSpPr>
            <p:spPr>
              <a:xfrm>
                <a:off x="356492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5" name="ph8295"/>
              <p:cNvSpPr/>
              <p:nvPr/>
            </p:nvSpPr>
            <p:spPr>
              <a:xfrm>
                <a:off x="357436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6" name="ph8296"/>
              <p:cNvSpPr/>
              <p:nvPr/>
            </p:nvSpPr>
            <p:spPr>
              <a:xfrm>
                <a:off x="358380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7" name="ph8297"/>
              <p:cNvSpPr/>
              <p:nvPr/>
            </p:nvSpPr>
            <p:spPr>
              <a:xfrm>
                <a:off x="359324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8" name="ph8298"/>
              <p:cNvSpPr/>
              <p:nvPr/>
            </p:nvSpPr>
            <p:spPr>
              <a:xfrm>
                <a:off x="360268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9" name="ph8299"/>
              <p:cNvSpPr/>
              <p:nvPr/>
            </p:nvSpPr>
            <p:spPr>
              <a:xfrm>
                <a:off x="361212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0" name="ph8300"/>
              <p:cNvSpPr/>
              <p:nvPr/>
            </p:nvSpPr>
            <p:spPr>
              <a:xfrm>
                <a:off x="362156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1" name="ph8301"/>
              <p:cNvSpPr/>
              <p:nvPr/>
            </p:nvSpPr>
            <p:spPr>
              <a:xfrm>
                <a:off x="363100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2" name="ph8302"/>
              <p:cNvSpPr/>
              <p:nvPr/>
            </p:nvSpPr>
            <p:spPr>
              <a:xfrm>
                <a:off x="364044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3" name="ph8303"/>
              <p:cNvSpPr/>
              <p:nvPr/>
            </p:nvSpPr>
            <p:spPr>
              <a:xfrm>
                <a:off x="364988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4" name="ph8304"/>
              <p:cNvSpPr/>
              <p:nvPr/>
            </p:nvSpPr>
            <p:spPr>
              <a:xfrm>
                <a:off x="365932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5" name="ph8305"/>
              <p:cNvSpPr/>
              <p:nvPr/>
            </p:nvSpPr>
            <p:spPr>
              <a:xfrm>
                <a:off x="366876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6" name="ph8306"/>
              <p:cNvSpPr/>
              <p:nvPr/>
            </p:nvSpPr>
            <p:spPr>
              <a:xfrm>
                <a:off x="367820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7" name="ph8307"/>
              <p:cNvSpPr/>
              <p:nvPr/>
            </p:nvSpPr>
            <p:spPr>
              <a:xfrm>
                <a:off x="368764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8" name="ph8308"/>
              <p:cNvSpPr/>
              <p:nvPr/>
            </p:nvSpPr>
            <p:spPr>
              <a:xfrm>
                <a:off x="369708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9" name="ph8309"/>
              <p:cNvSpPr/>
              <p:nvPr/>
            </p:nvSpPr>
            <p:spPr>
              <a:xfrm>
                <a:off x="370653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0" name="ph8310"/>
              <p:cNvSpPr/>
              <p:nvPr/>
            </p:nvSpPr>
            <p:spPr>
              <a:xfrm>
                <a:off x="371597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1" name="ph8311"/>
              <p:cNvSpPr/>
              <p:nvPr/>
            </p:nvSpPr>
            <p:spPr>
              <a:xfrm>
                <a:off x="372541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2" name="ph8312"/>
              <p:cNvSpPr/>
              <p:nvPr/>
            </p:nvSpPr>
            <p:spPr>
              <a:xfrm>
                <a:off x="373485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3" name="ph8313"/>
              <p:cNvSpPr/>
              <p:nvPr/>
            </p:nvSpPr>
            <p:spPr>
              <a:xfrm>
                <a:off x="374429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4" name="ph8314"/>
              <p:cNvSpPr/>
              <p:nvPr/>
            </p:nvSpPr>
            <p:spPr>
              <a:xfrm>
                <a:off x="375373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5" name="ph8315"/>
              <p:cNvSpPr/>
              <p:nvPr/>
            </p:nvSpPr>
            <p:spPr>
              <a:xfrm>
                <a:off x="376317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6" name="ph8316"/>
              <p:cNvSpPr/>
              <p:nvPr/>
            </p:nvSpPr>
            <p:spPr>
              <a:xfrm>
                <a:off x="377261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7" name="ph8317"/>
              <p:cNvSpPr/>
              <p:nvPr/>
            </p:nvSpPr>
            <p:spPr>
              <a:xfrm>
                <a:off x="378205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8" name="ph8318"/>
              <p:cNvSpPr/>
              <p:nvPr/>
            </p:nvSpPr>
            <p:spPr>
              <a:xfrm>
                <a:off x="379149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9" name="ph8319"/>
              <p:cNvSpPr/>
              <p:nvPr/>
            </p:nvSpPr>
            <p:spPr>
              <a:xfrm>
                <a:off x="3800932" y="955476"/>
                <a:ext cx="9194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3" h="914399">
                    <a:moveTo>
                      <a:pt x="914400" y="914399"/>
                    </a:moveTo>
                    <a:lnTo>
                      <a:pt x="914423" y="896830"/>
                    </a:lnTo>
                    <a:lnTo>
                      <a:pt x="915130" y="898990"/>
                    </a:lnTo>
                    <a:lnTo>
                      <a:pt x="918066" y="909177"/>
                    </a:lnTo>
                    <a:lnTo>
                      <a:pt x="918151" y="909491"/>
                    </a:lnTo>
                    <a:lnTo>
                      <a:pt x="918236" y="909810"/>
                    </a:lnTo>
                    <a:lnTo>
                      <a:pt x="918322" y="910128"/>
                    </a:lnTo>
                    <a:lnTo>
                      <a:pt x="918408" y="910447"/>
                    </a:lnTo>
                    <a:lnTo>
                      <a:pt x="918494" y="910765"/>
                    </a:lnTo>
                    <a:lnTo>
                      <a:pt x="918580" y="911084"/>
                    </a:lnTo>
                    <a:lnTo>
                      <a:pt x="918666" y="911402"/>
                    </a:lnTo>
                    <a:lnTo>
                      <a:pt x="918751" y="911721"/>
                    </a:lnTo>
                    <a:lnTo>
                      <a:pt x="918837" y="912039"/>
                    </a:lnTo>
                    <a:lnTo>
                      <a:pt x="918923" y="912358"/>
                    </a:lnTo>
                    <a:lnTo>
                      <a:pt x="919009" y="912676"/>
                    </a:lnTo>
                    <a:lnTo>
                      <a:pt x="919094" y="912995"/>
                    </a:lnTo>
                    <a:lnTo>
                      <a:pt x="919180" y="913313"/>
                    </a:lnTo>
                    <a:lnTo>
                      <a:pt x="919266" y="913632"/>
                    </a:lnTo>
                    <a:lnTo>
                      <a:pt x="919352" y="913950"/>
                    </a:lnTo>
                    <a:lnTo>
                      <a:pt x="919438" y="914269"/>
                    </a:lnTo>
                    <a:lnTo>
                      <a:pt x="919473" y="91439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0" name="ph8320"/>
              <p:cNvSpPr/>
              <p:nvPr/>
            </p:nvSpPr>
            <p:spPr>
              <a:xfrm>
                <a:off x="2063928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07" y="914399"/>
                    </a:lnTo>
                    <a:lnTo>
                      <a:pt x="912701" y="913546"/>
                    </a:lnTo>
                    <a:lnTo>
                      <a:pt x="914400" y="91135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1" name="ph8321"/>
              <p:cNvSpPr/>
              <p:nvPr/>
            </p:nvSpPr>
            <p:spPr>
              <a:xfrm>
                <a:off x="2073368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11359"/>
                    </a:lnTo>
                    <a:lnTo>
                      <a:pt x="908128" y="907277"/>
                    </a:lnTo>
                    <a:lnTo>
                      <a:pt x="913165" y="901490"/>
                    </a:lnTo>
                    <a:lnTo>
                      <a:pt x="914400" y="900232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2" name="ph8322"/>
              <p:cNvSpPr/>
              <p:nvPr/>
            </p:nvSpPr>
            <p:spPr>
              <a:xfrm>
                <a:off x="2082808" y="92033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802"/>
                    </a:lnTo>
                    <a:lnTo>
                      <a:pt x="908299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3" name="ph8323"/>
              <p:cNvSpPr/>
              <p:nvPr/>
            </p:nvSpPr>
            <p:spPr>
              <a:xfrm>
                <a:off x="208280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4" name="ph8324"/>
              <p:cNvSpPr/>
              <p:nvPr/>
            </p:nvSpPr>
            <p:spPr>
              <a:xfrm>
                <a:off x="209224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5" name="ph8325"/>
              <p:cNvSpPr/>
              <p:nvPr/>
            </p:nvSpPr>
            <p:spPr>
              <a:xfrm>
                <a:off x="210168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6" name="ph8326"/>
              <p:cNvSpPr/>
              <p:nvPr/>
            </p:nvSpPr>
            <p:spPr>
              <a:xfrm>
                <a:off x="211112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7" name="ph8327"/>
              <p:cNvSpPr/>
              <p:nvPr/>
            </p:nvSpPr>
            <p:spPr>
              <a:xfrm>
                <a:off x="212056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8" name="ph8328"/>
              <p:cNvSpPr/>
              <p:nvPr/>
            </p:nvSpPr>
            <p:spPr>
              <a:xfrm>
                <a:off x="213001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9" name="ph8329"/>
              <p:cNvSpPr/>
              <p:nvPr/>
            </p:nvSpPr>
            <p:spPr>
              <a:xfrm>
                <a:off x="213945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0" name="ph8330"/>
              <p:cNvSpPr/>
              <p:nvPr/>
            </p:nvSpPr>
            <p:spPr>
              <a:xfrm>
                <a:off x="214889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1" name="ph8331"/>
              <p:cNvSpPr/>
              <p:nvPr/>
            </p:nvSpPr>
            <p:spPr>
              <a:xfrm>
                <a:off x="215833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2" name="ph8332"/>
              <p:cNvSpPr/>
              <p:nvPr/>
            </p:nvSpPr>
            <p:spPr>
              <a:xfrm>
                <a:off x="216777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3" name="ph8333"/>
              <p:cNvSpPr/>
              <p:nvPr/>
            </p:nvSpPr>
            <p:spPr>
              <a:xfrm>
                <a:off x="2186651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9217" y="896830"/>
                    </a:lnTo>
                    <a:lnTo>
                      <a:pt x="912958" y="900562"/>
                    </a:lnTo>
                    <a:lnTo>
                      <a:pt x="914400" y="902186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4" name="ph8334"/>
              <p:cNvSpPr/>
              <p:nvPr/>
            </p:nvSpPr>
            <p:spPr>
              <a:xfrm>
                <a:off x="2196091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2186"/>
                    </a:lnTo>
                    <a:lnTo>
                      <a:pt x="908582" y="906266"/>
                    </a:lnTo>
                    <a:lnTo>
                      <a:pt x="913478" y="912455"/>
                    </a:lnTo>
                    <a:lnTo>
                      <a:pt x="914400" y="913755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5" name="ph8335"/>
              <p:cNvSpPr/>
              <p:nvPr/>
            </p:nvSpPr>
            <p:spPr>
              <a:xfrm>
                <a:off x="2196091" y="937907"/>
                <a:ext cx="9148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56" h="914399">
                    <a:moveTo>
                      <a:pt x="914400" y="914399"/>
                    </a:moveTo>
                    <a:lnTo>
                      <a:pt x="914400" y="913755"/>
                    </a:lnTo>
                    <a:lnTo>
                      <a:pt x="914856" y="91439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6" name="ph8336"/>
              <p:cNvSpPr/>
              <p:nvPr/>
            </p:nvSpPr>
            <p:spPr>
              <a:xfrm>
                <a:off x="3310040" y="920337"/>
                <a:ext cx="914400" cy="9290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090">
                    <a:moveTo>
                      <a:pt x="914400" y="914400"/>
                    </a:moveTo>
                    <a:lnTo>
                      <a:pt x="914400" y="929090"/>
                    </a:lnTo>
                    <a:lnTo>
                      <a:pt x="912142" y="925305"/>
                    </a:lnTo>
                    <a:lnTo>
                      <a:pt x="908030" y="917666"/>
                    </a:lnTo>
                    <a:lnTo>
                      <a:pt x="906443" y="914400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7" name="ph8337"/>
              <p:cNvSpPr/>
              <p:nvPr/>
            </p:nvSpPr>
            <p:spPr>
              <a:xfrm>
                <a:off x="331004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118" y="931969"/>
                    </a:lnTo>
                    <a:lnTo>
                      <a:pt x="914400" y="929090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8" name="ph8338"/>
              <p:cNvSpPr/>
              <p:nvPr/>
            </p:nvSpPr>
            <p:spPr>
              <a:xfrm>
                <a:off x="331948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9" name="ph8339"/>
              <p:cNvSpPr/>
              <p:nvPr/>
            </p:nvSpPr>
            <p:spPr>
              <a:xfrm>
                <a:off x="332892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0" name="ph8340"/>
              <p:cNvSpPr/>
              <p:nvPr/>
            </p:nvSpPr>
            <p:spPr>
              <a:xfrm>
                <a:off x="333836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1" name="ph8341"/>
              <p:cNvSpPr/>
              <p:nvPr/>
            </p:nvSpPr>
            <p:spPr>
              <a:xfrm>
                <a:off x="334780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2" name="ph8342"/>
              <p:cNvSpPr/>
              <p:nvPr/>
            </p:nvSpPr>
            <p:spPr>
              <a:xfrm>
                <a:off x="335724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3" name="ph8343"/>
              <p:cNvSpPr/>
              <p:nvPr/>
            </p:nvSpPr>
            <p:spPr>
              <a:xfrm>
                <a:off x="336668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4" name="ph8344"/>
              <p:cNvSpPr/>
              <p:nvPr/>
            </p:nvSpPr>
            <p:spPr>
              <a:xfrm>
                <a:off x="337612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5" name="ph8345"/>
              <p:cNvSpPr/>
              <p:nvPr/>
            </p:nvSpPr>
            <p:spPr>
              <a:xfrm>
                <a:off x="338556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6" name="ph8346"/>
              <p:cNvSpPr/>
              <p:nvPr/>
            </p:nvSpPr>
            <p:spPr>
              <a:xfrm>
                <a:off x="339500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7" name="ph8347"/>
              <p:cNvSpPr/>
              <p:nvPr/>
            </p:nvSpPr>
            <p:spPr>
              <a:xfrm>
                <a:off x="340444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8" name="ph8348"/>
              <p:cNvSpPr/>
              <p:nvPr/>
            </p:nvSpPr>
            <p:spPr>
              <a:xfrm>
                <a:off x="341388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9" name="ph8349"/>
              <p:cNvSpPr/>
              <p:nvPr/>
            </p:nvSpPr>
            <p:spPr>
              <a:xfrm>
                <a:off x="342332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0" name="ph8350"/>
              <p:cNvSpPr/>
              <p:nvPr/>
            </p:nvSpPr>
            <p:spPr>
              <a:xfrm>
                <a:off x="343276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1" name="ph8351"/>
              <p:cNvSpPr/>
              <p:nvPr/>
            </p:nvSpPr>
            <p:spPr>
              <a:xfrm>
                <a:off x="344220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2" name="ph8352"/>
              <p:cNvSpPr/>
              <p:nvPr/>
            </p:nvSpPr>
            <p:spPr>
              <a:xfrm>
                <a:off x="345164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3" name="ph8353"/>
              <p:cNvSpPr/>
              <p:nvPr/>
            </p:nvSpPr>
            <p:spPr>
              <a:xfrm>
                <a:off x="346108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4" name="ph8354"/>
              <p:cNvSpPr/>
              <p:nvPr/>
            </p:nvSpPr>
            <p:spPr>
              <a:xfrm>
                <a:off x="347052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5" name="ph8355"/>
              <p:cNvSpPr/>
              <p:nvPr/>
            </p:nvSpPr>
            <p:spPr>
              <a:xfrm>
                <a:off x="347996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6" name="ph8356"/>
              <p:cNvSpPr/>
              <p:nvPr/>
            </p:nvSpPr>
            <p:spPr>
              <a:xfrm>
                <a:off x="348940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7" name="ph8357"/>
              <p:cNvSpPr/>
              <p:nvPr/>
            </p:nvSpPr>
            <p:spPr>
              <a:xfrm>
                <a:off x="349884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8" name="ph8358"/>
              <p:cNvSpPr/>
              <p:nvPr/>
            </p:nvSpPr>
            <p:spPr>
              <a:xfrm>
                <a:off x="350828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9" name="ph8359"/>
              <p:cNvSpPr/>
              <p:nvPr/>
            </p:nvSpPr>
            <p:spPr>
              <a:xfrm>
                <a:off x="351772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0" name="ph8360"/>
              <p:cNvSpPr/>
              <p:nvPr/>
            </p:nvSpPr>
            <p:spPr>
              <a:xfrm>
                <a:off x="352716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1" name="ph8361"/>
              <p:cNvSpPr/>
              <p:nvPr/>
            </p:nvSpPr>
            <p:spPr>
              <a:xfrm>
                <a:off x="353660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2" name="ph8362"/>
              <p:cNvSpPr/>
              <p:nvPr/>
            </p:nvSpPr>
            <p:spPr>
              <a:xfrm>
                <a:off x="354604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3" name="ph8363"/>
              <p:cNvSpPr/>
              <p:nvPr/>
            </p:nvSpPr>
            <p:spPr>
              <a:xfrm>
                <a:off x="355548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4" name="ph8364"/>
              <p:cNvSpPr/>
              <p:nvPr/>
            </p:nvSpPr>
            <p:spPr>
              <a:xfrm>
                <a:off x="356492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5" name="ph8365"/>
              <p:cNvSpPr/>
              <p:nvPr/>
            </p:nvSpPr>
            <p:spPr>
              <a:xfrm>
                <a:off x="357436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6" name="ph8366"/>
              <p:cNvSpPr/>
              <p:nvPr/>
            </p:nvSpPr>
            <p:spPr>
              <a:xfrm>
                <a:off x="358380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7" name="ph8367"/>
              <p:cNvSpPr/>
              <p:nvPr/>
            </p:nvSpPr>
            <p:spPr>
              <a:xfrm>
                <a:off x="359324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8" name="ph8368"/>
              <p:cNvSpPr/>
              <p:nvPr/>
            </p:nvSpPr>
            <p:spPr>
              <a:xfrm>
                <a:off x="360268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9" name="ph8369"/>
              <p:cNvSpPr/>
              <p:nvPr/>
            </p:nvSpPr>
            <p:spPr>
              <a:xfrm>
                <a:off x="361212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0" name="ph8370"/>
              <p:cNvSpPr/>
              <p:nvPr/>
            </p:nvSpPr>
            <p:spPr>
              <a:xfrm>
                <a:off x="362156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1" name="ph8371"/>
              <p:cNvSpPr/>
              <p:nvPr/>
            </p:nvSpPr>
            <p:spPr>
              <a:xfrm>
                <a:off x="363100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2" name="ph8372"/>
              <p:cNvSpPr/>
              <p:nvPr/>
            </p:nvSpPr>
            <p:spPr>
              <a:xfrm>
                <a:off x="364044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3" name="ph8373"/>
              <p:cNvSpPr/>
              <p:nvPr/>
            </p:nvSpPr>
            <p:spPr>
              <a:xfrm>
                <a:off x="364988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4" name="ph8374"/>
              <p:cNvSpPr/>
              <p:nvPr/>
            </p:nvSpPr>
            <p:spPr>
              <a:xfrm>
                <a:off x="365932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5" name="ph8375"/>
              <p:cNvSpPr/>
              <p:nvPr/>
            </p:nvSpPr>
            <p:spPr>
              <a:xfrm>
                <a:off x="366876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6" name="ph8376"/>
              <p:cNvSpPr/>
              <p:nvPr/>
            </p:nvSpPr>
            <p:spPr>
              <a:xfrm>
                <a:off x="367820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7" name="ph8377"/>
              <p:cNvSpPr/>
              <p:nvPr/>
            </p:nvSpPr>
            <p:spPr>
              <a:xfrm>
                <a:off x="368764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8" name="ph8378"/>
              <p:cNvSpPr/>
              <p:nvPr/>
            </p:nvSpPr>
            <p:spPr>
              <a:xfrm>
                <a:off x="369708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9" name="ph8379"/>
              <p:cNvSpPr/>
              <p:nvPr/>
            </p:nvSpPr>
            <p:spPr>
              <a:xfrm>
                <a:off x="370653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0" name="ph8380"/>
              <p:cNvSpPr/>
              <p:nvPr/>
            </p:nvSpPr>
            <p:spPr>
              <a:xfrm>
                <a:off x="371597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1" name="ph8381"/>
              <p:cNvSpPr/>
              <p:nvPr/>
            </p:nvSpPr>
            <p:spPr>
              <a:xfrm>
                <a:off x="372541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2" name="ph8382"/>
              <p:cNvSpPr/>
              <p:nvPr/>
            </p:nvSpPr>
            <p:spPr>
              <a:xfrm>
                <a:off x="373485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3" name="ph8383"/>
              <p:cNvSpPr/>
              <p:nvPr/>
            </p:nvSpPr>
            <p:spPr>
              <a:xfrm>
                <a:off x="374429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4" name="ph8384"/>
              <p:cNvSpPr/>
              <p:nvPr/>
            </p:nvSpPr>
            <p:spPr>
              <a:xfrm>
                <a:off x="375373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5" name="ph8385"/>
              <p:cNvSpPr/>
              <p:nvPr/>
            </p:nvSpPr>
            <p:spPr>
              <a:xfrm>
                <a:off x="376317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6" name="ph8386"/>
              <p:cNvSpPr/>
              <p:nvPr/>
            </p:nvSpPr>
            <p:spPr>
              <a:xfrm>
                <a:off x="377261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7" name="ph8387"/>
              <p:cNvSpPr/>
              <p:nvPr/>
            </p:nvSpPr>
            <p:spPr>
              <a:xfrm>
                <a:off x="378205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8" name="ph8388"/>
              <p:cNvSpPr/>
              <p:nvPr/>
            </p:nvSpPr>
            <p:spPr>
              <a:xfrm>
                <a:off x="3800932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245" y="896830"/>
                    </a:lnTo>
                    <a:lnTo>
                      <a:pt x="908382" y="897161"/>
                    </a:lnTo>
                    <a:lnTo>
                      <a:pt x="911899" y="90668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9" name="ph8389"/>
              <p:cNvSpPr/>
              <p:nvPr/>
            </p:nvSpPr>
            <p:spPr>
              <a:xfrm>
                <a:off x="2082808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299" y="914400"/>
                    </a:lnTo>
                    <a:lnTo>
                      <a:pt x="908916" y="913771"/>
                    </a:lnTo>
                    <a:lnTo>
                      <a:pt x="914250" y="908993"/>
                    </a:lnTo>
                    <a:lnTo>
                      <a:pt x="914400" y="908876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0" name="ph8390"/>
              <p:cNvSpPr/>
              <p:nvPr/>
            </p:nvSpPr>
            <p:spPr>
              <a:xfrm>
                <a:off x="2092249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876"/>
                    </a:lnTo>
                    <a:lnTo>
                      <a:pt x="910270" y="904740"/>
                    </a:lnTo>
                    <a:lnTo>
                      <a:pt x="914400" y="901986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1" name="ph8391"/>
              <p:cNvSpPr/>
              <p:nvPr/>
            </p:nvSpPr>
            <p:spPr>
              <a:xfrm>
                <a:off x="2101689" y="9027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556"/>
                    </a:lnTo>
                    <a:lnTo>
                      <a:pt x="906401" y="918594"/>
                    </a:lnTo>
                    <a:lnTo>
                      <a:pt x="912070" y="915425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2" name="ph8392"/>
              <p:cNvSpPr/>
              <p:nvPr/>
            </p:nvSpPr>
            <p:spPr>
              <a:xfrm>
                <a:off x="210168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3" name="ph8393"/>
              <p:cNvSpPr/>
              <p:nvPr/>
            </p:nvSpPr>
            <p:spPr>
              <a:xfrm>
                <a:off x="211112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4" name="ph8394"/>
              <p:cNvSpPr/>
              <p:nvPr/>
            </p:nvSpPr>
            <p:spPr>
              <a:xfrm>
                <a:off x="212056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5" name="ph8395"/>
              <p:cNvSpPr/>
              <p:nvPr/>
            </p:nvSpPr>
            <p:spPr>
              <a:xfrm>
                <a:off x="213001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6" name="ph8396"/>
              <p:cNvSpPr/>
              <p:nvPr/>
            </p:nvSpPr>
            <p:spPr>
              <a:xfrm>
                <a:off x="213945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7" name="ph8397"/>
              <p:cNvSpPr/>
              <p:nvPr/>
            </p:nvSpPr>
            <p:spPr>
              <a:xfrm>
                <a:off x="2158330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06" y="896830"/>
                    </a:lnTo>
                    <a:lnTo>
                      <a:pt x="913953" y="897375"/>
                    </a:lnTo>
                    <a:lnTo>
                      <a:pt x="914400" y="897616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8" name="ph8398"/>
              <p:cNvSpPr/>
              <p:nvPr/>
            </p:nvSpPr>
            <p:spPr>
              <a:xfrm>
                <a:off x="2167771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616"/>
                    </a:lnTo>
                    <a:lnTo>
                      <a:pt x="910196" y="900451"/>
                    </a:lnTo>
                    <a:lnTo>
                      <a:pt x="914400" y="903176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9" name="ph8399"/>
              <p:cNvSpPr/>
              <p:nvPr/>
            </p:nvSpPr>
            <p:spPr>
              <a:xfrm>
                <a:off x="2177211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176"/>
                    </a:lnTo>
                    <a:lnTo>
                      <a:pt x="906346" y="904075"/>
                    </a:lnTo>
                    <a:lnTo>
                      <a:pt x="911826" y="908238"/>
                    </a:lnTo>
                    <a:lnTo>
                      <a:pt x="914400" y="910492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0" name="ph8400"/>
              <p:cNvSpPr/>
              <p:nvPr/>
            </p:nvSpPr>
            <p:spPr>
              <a:xfrm>
                <a:off x="2177211" y="920337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492"/>
                    </a:lnTo>
                    <a:lnTo>
                      <a:pt x="917181" y="91292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1" name="ph8401"/>
              <p:cNvSpPr/>
              <p:nvPr/>
            </p:nvSpPr>
            <p:spPr>
              <a:xfrm>
                <a:off x="3300599" y="902767"/>
                <a:ext cx="914400" cy="92891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6">
                    <a:moveTo>
                      <a:pt x="914400" y="914400"/>
                    </a:moveTo>
                    <a:lnTo>
                      <a:pt x="914400" y="928916"/>
                    </a:lnTo>
                    <a:lnTo>
                      <a:pt x="913573" y="927215"/>
                    </a:lnTo>
                    <a:lnTo>
                      <a:pt x="909903" y="918833"/>
                    </a:lnTo>
                    <a:lnTo>
                      <a:pt x="908157" y="914400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2" name="ph8402"/>
              <p:cNvSpPr/>
              <p:nvPr/>
            </p:nvSpPr>
            <p:spPr>
              <a:xfrm>
                <a:off x="330059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3" y="931969"/>
                    </a:lnTo>
                    <a:lnTo>
                      <a:pt x="914400" y="928916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3" name="ph8403"/>
              <p:cNvSpPr/>
              <p:nvPr/>
            </p:nvSpPr>
            <p:spPr>
              <a:xfrm>
                <a:off x="331004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4" name="ph8404"/>
              <p:cNvSpPr/>
              <p:nvPr/>
            </p:nvSpPr>
            <p:spPr>
              <a:xfrm>
                <a:off x="331948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5" name="ph8405"/>
              <p:cNvSpPr/>
              <p:nvPr/>
            </p:nvSpPr>
            <p:spPr>
              <a:xfrm>
                <a:off x="332892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6" name="ph8406"/>
              <p:cNvSpPr/>
              <p:nvPr/>
            </p:nvSpPr>
            <p:spPr>
              <a:xfrm>
                <a:off x="333836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7" name="ph8407"/>
              <p:cNvSpPr/>
              <p:nvPr/>
            </p:nvSpPr>
            <p:spPr>
              <a:xfrm>
                <a:off x="334780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8" name="ph8408"/>
              <p:cNvSpPr/>
              <p:nvPr/>
            </p:nvSpPr>
            <p:spPr>
              <a:xfrm>
                <a:off x="335724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9" name="ph8409"/>
              <p:cNvSpPr/>
              <p:nvPr/>
            </p:nvSpPr>
            <p:spPr>
              <a:xfrm>
                <a:off x="336668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0" name="ph8410"/>
              <p:cNvSpPr/>
              <p:nvPr/>
            </p:nvSpPr>
            <p:spPr>
              <a:xfrm>
                <a:off x="337612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1" name="ph8411"/>
              <p:cNvSpPr/>
              <p:nvPr/>
            </p:nvSpPr>
            <p:spPr>
              <a:xfrm>
                <a:off x="338556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2" name="ph8412"/>
              <p:cNvSpPr/>
              <p:nvPr/>
            </p:nvSpPr>
            <p:spPr>
              <a:xfrm>
                <a:off x="339500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3" name="ph8413"/>
              <p:cNvSpPr/>
              <p:nvPr/>
            </p:nvSpPr>
            <p:spPr>
              <a:xfrm>
                <a:off x="340444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4" name="ph8414"/>
              <p:cNvSpPr/>
              <p:nvPr/>
            </p:nvSpPr>
            <p:spPr>
              <a:xfrm>
                <a:off x="341388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5" name="ph8415"/>
              <p:cNvSpPr/>
              <p:nvPr/>
            </p:nvSpPr>
            <p:spPr>
              <a:xfrm>
                <a:off x="342332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6" name="ph8416"/>
              <p:cNvSpPr/>
              <p:nvPr/>
            </p:nvSpPr>
            <p:spPr>
              <a:xfrm>
                <a:off x="343276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7" name="ph8417"/>
              <p:cNvSpPr/>
              <p:nvPr/>
            </p:nvSpPr>
            <p:spPr>
              <a:xfrm>
                <a:off x="344220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8" name="ph8418"/>
              <p:cNvSpPr/>
              <p:nvPr/>
            </p:nvSpPr>
            <p:spPr>
              <a:xfrm>
                <a:off x="345164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9" name="ph8419"/>
              <p:cNvSpPr/>
              <p:nvPr/>
            </p:nvSpPr>
            <p:spPr>
              <a:xfrm>
                <a:off x="346108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0" name="ph8420"/>
              <p:cNvSpPr/>
              <p:nvPr/>
            </p:nvSpPr>
            <p:spPr>
              <a:xfrm>
                <a:off x="347052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1" name="ph8421"/>
              <p:cNvSpPr/>
              <p:nvPr/>
            </p:nvSpPr>
            <p:spPr>
              <a:xfrm>
                <a:off x="347996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2" name="ph8422"/>
              <p:cNvSpPr/>
              <p:nvPr/>
            </p:nvSpPr>
            <p:spPr>
              <a:xfrm>
                <a:off x="348940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3" name="ph8423"/>
              <p:cNvSpPr/>
              <p:nvPr/>
            </p:nvSpPr>
            <p:spPr>
              <a:xfrm>
                <a:off x="349884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4" name="ph8424"/>
              <p:cNvSpPr/>
              <p:nvPr/>
            </p:nvSpPr>
            <p:spPr>
              <a:xfrm>
                <a:off x="350828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5" name="ph8425"/>
              <p:cNvSpPr/>
              <p:nvPr/>
            </p:nvSpPr>
            <p:spPr>
              <a:xfrm>
                <a:off x="351772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6" name="ph8426"/>
              <p:cNvSpPr/>
              <p:nvPr/>
            </p:nvSpPr>
            <p:spPr>
              <a:xfrm>
                <a:off x="352716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7" name="ph8427"/>
              <p:cNvSpPr/>
              <p:nvPr/>
            </p:nvSpPr>
            <p:spPr>
              <a:xfrm>
                <a:off x="353660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8" name="ph8428"/>
              <p:cNvSpPr/>
              <p:nvPr/>
            </p:nvSpPr>
            <p:spPr>
              <a:xfrm>
                <a:off x="354604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9" name="ph8429"/>
              <p:cNvSpPr/>
              <p:nvPr/>
            </p:nvSpPr>
            <p:spPr>
              <a:xfrm>
                <a:off x="355548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0" name="ph8430"/>
              <p:cNvSpPr/>
              <p:nvPr/>
            </p:nvSpPr>
            <p:spPr>
              <a:xfrm>
                <a:off x="356492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1" name="ph8431"/>
              <p:cNvSpPr/>
              <p:nvPr/>
            </p:nvSpPr>
            <p:spPr>
              <a:xfrm>
                <a:off x="357436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2" name="ph8432"/>
              <p:cNvSpPr/>
              <p:nvPr/>
            </p:nvSpPr>
            <p:spPr>
              <a:xfrm>
                <a:off x="358380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3" name="ph8433"/>
              <p:cNvSpPr/>
              <p:nvPr/>
            </p:nvSpPr>
            <p:spPr>
              <a:xfrm>
                <a:off x="359324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4" name="ph8434"/>
              <p:cNvSpPr/>
              <p:nvPr/>
            </p:nvSpPr>
            <p:spPr>
              <a:xfrm>
                <a:off x="360268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5" name="ph8435"/>
              <p:cNvSpPr/>
              <p:nvPr/>
            </p:nvSpPr>
            <p:spPr>
              <a:xfrm>
                <a:off x="361212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6" name="ph8436"/>
              <p:cNvSpPr/>
              <p:nvPr/>
            </p:nvSpPr>
            <p:spPr>
              <a:xfrm>
                <a:off x="362156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7" name="ph8437"/>
              <p:cNvSpPr/>
              <p:nvPr/>
            </p:nvSpPr>
            <p:spPr>
              <a:xfrm>
                <a:off x="363100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8" name="ph8438"/>
              <p:cNvSpPr/>
              <p:nvPr/>
            </p:nvSpPr>
            <p:spPr>
              <a:xfrm>
                <a:off x="364044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9" name="ph8439"/>
              <p:cNvSpPr/>
              <p:nvPr/>
            </p:nvSpPr>
            <p:spPr>
              <a:xfrm>
                <a:off x="364988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0" name="ph8440"/>
              <p:cNvSpPr/>
              <p:nvPr/>
            </p:nvSpPr>
            <p:spPr>
              <a:xfrm>
                <a:off x="365932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1" name="ph8441"/>
              <p:cNvSpPr/>
              <p:nvPr/>
            </p:nvSpPr>
            <p:spPr>
              <a:xfrm>
                <a:off x="366876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2" name="ph8442"/>
              <p:cNvSpPr/>
              <p:nvPr/>
            </p:nvSpPr>
            <p:spPr>
              <a:xfrm>
                <a:off x="367820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3" name="ph8443"/>
              <p:cNvSpPr/>
              <p:nvPr/>
            </p:nvSpPr>
            <p:spPr>
              <a:xfrm>
                <a:off x="368764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4" name="ph8444"/>
              <p:cNvSpPr/>
              <p:nvPr/>
            </p:nvSpPr>
            <p:spPr>
              <a:xfrm>
                <a:off x="369708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5" name="ph8445"/>
              <p:cNvSpPr/>
              <p:nvPr/>
            </p:nvSpPr>
            <p:spPr>
              <a:xfrm>
                <a:off x="370653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6" name="ph8446"/>
              <p:cNvSpPr/>
              <p:nvPr/>
            </p:nvSpPr>
            <p:spPr>
              <a:xfrm>
                <a:off x="371597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7" name="ph8447"/>
              <p:cNvSpPr/>
              <p:nvPr/>
            </p:nvSpPr>
            <p:spPr>
              <a:xfrm>
                <a:off x="372541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8" name="ph8448"/>
              <p:cNvSpPr/>
              <p:nvPr/>
            </p:nvSpPr>
            <p:spPr>
              <a:xfrm>
                <a:off x="373485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9" name="ph8449"/>
              <p:cNvSpPr/>
              <p:nvPr/>
            </p:nvSpPr>
            <p:spPr>
              <a:xfrm>
                <a:off x="374429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0" name="ph8450"/>
              <p:cNvSpPr/>
              <p:nvPr/>
            </p:nvSpPr>
            <p:spPr>
              <a:xfrm>
                <a:off x="375373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1" name="ph8451"/>
              <p:cNvSpPr/>
              <p:nvPr/>
            </p:nvSpPr>
            <p:spPr>
              <a:xfrm>
                <a:off x="376317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2" name="ph8452"/>
              <p:cNvSpPr/>
              <p:nvPr/>
            </p:nvSpPr>
            <p:spPr>
              <a:xfrm>
                <a:off x="377261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3" name="ph8453"/>
              <p:cNvSpPr/>
              <p:nvPr/>
            </p:nvSpPr>
            <p:spPr>
              <a:xfrm>
                <a:off x="3791492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978" y="896830"/>
                    </a:lnTo>
                    <a:lnTo>
                      <a:pt x="914030" y="905577"/>
                    </a:lnTo>
                    <a:lnTo>
                      <a:pt x="914400" y="906468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4" name="ph8454"/>
              <p:cNvSpPr/>
              <p:nvPr/>
            </p:nvSpPr>
            <p:spPr>
              <a:xfrm>
                <a:off x="3791492" y="920337"/>
                <a:ext cx="917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85" h="914400">
                    <a:moveTo>
                      <a:pt x="914400" y="914400"/>
                    </a:moveTo>
                    <a:lnTo>
                      <a:pt x="914400" y="906468"/>
                    </a:lnTo>
                    <a:lnTo>
                      <a:pt x="917685" y="914400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5" name="ph8455"/>
              <p:cNvSpPr/>
              <p:nvPr/>
            </p:nvSpPr>
            <p:spPr>
              <a:xfrm>
                <a:off x="2111129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366"/>
                    </a:lnTo>
                    <a:lnTo>
                      <a:pt x="908380" y="912811"/>
                    </a:lnTo>
                    <a:lnTo>
                      <a:pt x="914195" y="910760"/>
                    </a:lnTo>
                    <a:lnTo>
                      <a:pt x="914400" y="91070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6" name="ph8456"/>
              <p:cNvSpPr/>
              <p:nvPr/>
            </p:nvSpPr>
            <p:spPr>
              <a:xfrm>
                <a:off x="2120569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708"/>
                    </a:lnTo>
                    <a:lnTo>
                      <a:pt x="910620" y="909277"/>
                    </a:lnTo>
                    <a:lnTo>
                      <a:pt x="914400" y="908693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7" name="ph8457"/>
              <p:cNvSpPr/>
              <p:nvPr/>
            </p:nvSpPr>
            <p:spPr>
              <a:xfrm>
                <a:off x="2130010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93"/>
                    </a:lnTo>
                    <a:lnTo>
                      <a:pt x="907078" y="908366"/>
                    </a:lnTo>
                    <a:lnTo>
                      <a:pt x="912995" y="908029"/>
                    </a:lnTo>
                    <a:lnTo>
                      <a:pt x="914400" y="908086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8" name="ph8458"/>
              <p:cNvSpPr/>
              <p:nvPr/>
            </p:nvSpPr>
            <p:spPr>
              <a:xfrm>
                <a:off x="2139450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086"/>
                    </a:lnTo>
                    <a:lnTo>
                      <a:pt x="909472" y="908269"/>
                    </a:lnTo>
                    <a:lnTo>
                      <a:pt x="914400" y="908948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9" name="ph8459"/>
              <p:cNvSpPr/>
              <p:nvPr/>
            </p:nvSpPr>
            <p:spPr>
              <a:xfrm>
                <a:off x="2148890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948"/>
                    </a:lnTo>
                    <a:lnTo>
                      <a:pt x="905934" y="909083"/>
                    </a:lnTo>
                    <a:lnTo>
                      <a:pt x="911806" y="910470"/>
                    </a:lnTo>
                    <a:lnTo>
                      <a:pt x="914400" y="911340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0" name="ph8460"/>
              <p:cNvSpPr/>
              <p:nvPr/>
            </p:nvSpPr>
            <p:spPr>
              <a:xfrm>
                <a:off x="2148890" y="902767"/>
                <a:ext cx="9221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47" h="914400">
                    <a:moveTo>
                      <a:pt x="914400" y="914400"/>
                    </a:moveTo>
                    <a:lnTo>
                      <a:pt x="914400" y="911340"/>
                    </a:lnTo>
                    <a:lnTo>
                      <a:pt x="917631" y="912425"/>
                    </a:lnTo>
                    <a:lnTo>
                      <a:pt x="922147" y="914400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1" name="ph8461"/>
              <p:cNvSpPr/>
              <p:nvPr/>
            </p:nvSpPr>
            <p:spPr>
              <a:xfrm>
                <a:off x="3291159" y="885197"/>
                <a:ext cx="914400" cy="92340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4">
                    <a:moveTo>
                      <a:pt x="914400" y="914400"/>
                    </a:moveTo>
                    <a:lnTo>
                      <a:pt x="914400" y="923404"/>
                    </a:lnTo>
                    <a:lnTo>
                      <a:pt x="912719" y="918643"/>
                    </a:lnTo>
                    <a:lnTo>
                      <a:pt x="911384" y="914400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2" name="ph8462"/>
              <p:cNvSpPr/>
              <p:nvPr/>
            </p:nvSpPr>
            <p:spPr>
              <a:xfrm>
                <a:off x="329115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598" y="931969"/>
                    </a:lnTo>
                    <a:lnTo>
                      <a:pt x="915909" y="927681"/>
                    </a:lnTo>
                    <a:lnTo>
                      <a:pt x="914400" y="923404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3" name="ph8463"/>
              <p:cNvSpPr/>
              <p:nvPr/>
            </p:nvSpPr>
            <p:spPr>
              <a:xfrm>
                <a:off x="330059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4" name="ph8464"/>
              <p:cNvSpPr/>
              <p:nvPr/>
            </p:nvSpPr>
            <p:spPr>
              <a:xfrm>
                <a:off x="331004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5" name="ph8465"/>
              <p:cNvSpPr/>
              <p:nvPr/>
            </p:nvSpPr>
            <p:spPr>
              <a:xfrm>
                <a:off x="331948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6" name="ph8466"/>
              <p:cNvSpPr/>
              <p:nvPr/>
            </p:nvSpPr>
            <p:spPr>
              <a:xfrm>
                <a:off x="332892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7" name="ph8467"/>
              <p:cNvSpPr/>
              <p:nvPr/>
            </p:nvSpPr>
            <p:spPr>
              <a:xfrm>
                <a:off x="333836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8" name="ph8468"/>
              <p:cNvSpPr/>
              <p:nvPr/>
            </p:nvSpPr>
            <p:spPr>
              <a:xfrm>
                <a:off x="334780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9" name="ph8469"/>
              <p:cNvSpPr/>
              <p:nvPr/>
            </p:nvSpPr>
            <p:spPr>
              <a:xfrm>
                <a:off x="335724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0" name="ph8470"/>
              <p:cNvSpPr/>
              <p:nvPr/>
            </p:nvSpPr>
            <p:spPr>
              <a:xfrm>
                <a:off x="336668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1" name="ph8471"/>
              <p:cNvSpPr/>
              <p:nvPr/>
            </p:nvSpPr>
            <p:spPr>
              <a:xfrm>
                <a:off x="337612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2" name="ph8472"/>
              <p:cNvSpPr/>
              <p:nvPr/>
            </p:nvSpPr>
            <p:spPr>
              <a:xfrm>
                <a:off x="338556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3" name="ph8473"/>
              <p:cNvSpPr/>
              <p:nvPr/>
            </p:nvSpPr>
            <p:spPr>
              <a:xfrm>
                <a:off x="339500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4" name="ph8474"/>
              <p:cNvSpPr/>
              <p:nvPr/>
            </p:nvSpPr>
            <p:spPr>
              <a:xfrm>
                <a:off x="340444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5" name="ph8475"/>
              <p:cNvSpPr/>
              <p:nvPr/>
            </p:nvSpPr>
            <p:spPr>
              <a:xfrm>
                <a:off x="341388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6" name="ph8476"/>
              <p:cNvSpPr/>
              <p:nvPr/>
            </p:nvSpPr>
            <p:spPr>
              <a:xfrm>
                <a:off x="342332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7" name="ph8477"/>
              <p:cNvSpPr/>
              <p:nvPr/>
            </p:nvSpPr>
            <p:spPr>
              <a:xfrm>
                <a:off x="343276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8" name="ph8478"/>
              <p:cNvSpPr/>
              <p:nvPr/>
            </p:nvSpPr>
            <p:spPr>
              <a:xfrm>
                <a:off x="344220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9" name="ph8479"/>
              <p:cNvSpPr/>
              <p:nvPr/>
            </p:nvSpPr>
            <p:spPr>
              <a:xfrm>
                <a:off x="345164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0" name="ph8480"/>
              <p:cNvSpPr/>
              <p:nvPr/>
            </p:nvSpPr>
            <p:spPr>
              <a:xfrm>
                <a:off x="346108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1" name="ph8481"/>
              <p:cNvSpPr/>
              <p:nvPr/>
            </p:nvSpPr>
            <p:spPr>
              <a:xfrm>
                <a:off x="347052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2" name="ph8482"/>
              <p:cNvSpPr/>
              <p:nvPr/>
            </p:nvSpPr>
            <p:spPr>
              <a:xfrm>
                <a:off x="347996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3" name="ph8483"/>
              <p:cNvSpPr/>
              <p:nvPr/>
            </p:nvSpPr>
            <p:spPr>
              <a:xfrm>
                <a:off x="348940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4" name="ph8484"/>
              <p:cNvSpPr/>
              <p:nvPr/>
            </p:nvSpPr>
            <p:spPr>
              <a:xfrm>
                <a:off x="349884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5" name="ph8485"/>
              <p:cNvSpPr/>
              <p:nvPr/>
            </p:nvSpPr>
            <p:spPr>
              <a:xfrm>
                <a:off x="350828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6" name="ph8486"/>
              <p:cNvSpPr/>
              <p:nvPr/>
            </p:nvSpPr>
            <p:spPr>
              <a:xfrm>
                <a:off x="351772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7" name="ph8487"/>
              <p:cNvSpPr/>
              <p:nvPr/>
            </p:nvSpPr>
            <p:spPr>
              <a:xfrm>
                <a:off x="352716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8" name="ph8488"/>
              <p:cNvSpPr/>
              <p:nvPr/>
            </p:nvSpPr>
            <p:spPr>
              <a:xfrm>
                <a:off x="353660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9" name="ph8489"/>
              <p:cNvSpPr/>
              <p:nvPr/>
            </p:nvSpPr>
            <p:spPr>
              <a:xfrm>
                <a:off x="354604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0" name="ph8490"/>
              <p:cNvSpPr/>
              <p:nvPr/>
            </p:nvSpPr>
            <p:spPr>
              <a:xfrm>
                <a:off x="355548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1" name="ph8491"/>
              <p:cNvSpPr/>
              <p:nvPr/>
            </p:nvSpPr>
            <p:spPr>
              <a:xfrm>
                <a:off x="356492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2" name="ph8492"/>
              <p:cNvSpPr/>
              <p:nvPr/>
            </p:nvSpPr>
            <p:spPr>
              <a:xfrm>
                <a:off x="357436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3" name="ph8493"/>
              <p:cNvSpPr/>
              <p:nvPr/>
            </p:nvSpPr>
            <p:spPr>
              <a:xfrm>
                <a:off x="358380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4" name="ph8494"/>
              <p:cNvSpPr/>
              <p:nvPr/>
            </p:nvSpPr>
            <p:spPr>
              <a:xfrm>
                <a:off x="359324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5" name="ph8495"/>
              <p:cNvSpPr/>
              <p:nvPr/>
            </p:nvSpPr>
            <p:spPr>
              <a:xfrm>
                <a:off x="360268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6" name="ph8496"/>
              <p:cNvSpPr/>
              <p:nvPr/>
            </p:nvSpPr>
            <p:spPr>
              <a:xfrm>
                <a:off x="361212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7" name="ph8497"/>
              <p:cNvSpPr/>
              <p:nvPr/>
            </p:nvSpPr>
            <p:spPr>
              <a:xfrm>
                <a:off x="362156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8" name="ph8498"/>
              <p:cNvSpPr/>
              <p:nvPr/>
            </p:nvSpPr>
            <p:spPr>
              <a:xfrm>
                <a:off x="363100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9" name="ph8499"/>
              <p:cNvSpPr/>
              <p:nvPr/>
            </p:nvSpPr>
            <p:spPr>
              <a:xfrm>
                <a:off x="364044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0" name="ph8500"/>
              <p:cNvSpPr/>
              <p:nvPr/>
            </p:nvSpPr>
            <p:spPr>
              <a:xfrm>
                <a:off x="364988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1" name="ph8501"/>
              <p:cNvSpPr/>
              <p:nvPr/>
            </p:nvSpPr>
            <p:spPr>
              <a:xfrm>
                <a:off x="365932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2" name="ph8502"/>
              <p:cNvSpPr/>
              <p:nvPr/>
            </p:nvSpPr>
            <p:spPr>
              <a:xfrm>
                <a:off x="366876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3" name="ph8503"/>
              <p:cNvSpPr/>
              <p:nvPr/>
            </p:nvSpPr>
            <p:spPr>
              <a:xfrm>
                <a:off x="367820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4" name="ph8504"/>
              <p:cNvSpPr/>
              <p:nvPr/>
            </p:nvSpPr>
            <p:spPr>
              <a:xfrm>
                <a:off x="368764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5" name="ph8505"/>
              <p:cNvSpPr/>
              <p:nvPr/>
            </p:nvSpPr>
            <p:spPr>
              <a:xfrm>
                <a:off x="369708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6" name="ph8506"/>
              <p:cNvSpPr/>
              <p:nvPr/>
            </p:nvSpPr>
            <p:spPr>
              <a:xfrm>
                <a:off x="370653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7" name="ph8507"/>
              <p:cNvSpPr/>
              <p:nvPr/>
            </p:nvSpPr>
            <p:spPr>
              <a:xfrm>
                <a:off x="371597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8" name="ph8508"/>
              <p:cNvSpPr/>
              <p:nvPr/>
            </p:nvSpPr>
            <p:spPr>
              <a:xfrm>
                <a:off x="372541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9" name="ph8509"/>
              <p:cNvSpPr/>
              <p:nvPr/>
            </p:nvSpPr>
            <p:spPr>
              <a:xfrm>
                <a:off x="373485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0" name="ph8510"/>
              <p:cNvSpPr/>
              <p:nvPr/>
            </p:nvSpPr>
            <p:spPr>
              <a:xfrm>
                <a:off x="374429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1" name="ph8511"/>
              <p:cNvSpPr/>
              <p:nvPr/>
            </p:nvSpPr>
            <p:spPr>
              <a:xfrm>
                <a:off x="375373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2" name="ph8512"/>
              <p:cNvSpPr/>
              <p:nvPr/>
            </p:nvSpPr>
            <p:spPr>
              <a:xfrm>
                <a:off x="376317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3" name="ph8513"/>
              <p:cNvSpPr/>
              <p:nvPr/>
            </p:nvSpPr>
            <p:spPr>
              <a:xfrm>
                <a:off x="3782052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3" y="896830"/>
                    </a:lnTo>
                    <a:lnTo>
                      <a:pt x="910561" y="898191"/>
                    </a:lnTo>
                    <a:lnTo>
                      <a:pt x="914400" y="904841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4" name="ph8514"/>
              <p:cNvSpPr/>
              <p:nvPr/>
            </p:nvSpPr>
            <p:spPr>
              <a:xfrm>
                <a:off x="3782052" y="902767"/>
                <a:ext cx="9194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18" h="914400">
                    <a:moveTo>
                      <a:pt x="914400" y="914400"/>
                    </a:moveTo>
                    <a:lnTo>
                      <a:pt x="914400" y="904841"/>
                    </a:lnTo>
                    <a:lnTo>
                      <a:pt x="915107" y="906066"/>
                    </a:lnTo>
                    <a:lnTo>
                      <a:pt x="919418" y="914400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5" name="ph8515"/>
              <p:cNvSpPr/>
              <p:nvPr/>
            </p:nvSpPr>
            <p:spPr>
              <a:xfrm>
                <a:off x="3291159" y="86762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84" y="931969"/>
                    </a:lnTo>
                    <a:lnTo>
                      <a:pt x="909783" y="926883"/>
                    </a:lnTo>
                    <a:lnTo>
                      <a:pt x="907107" y="917284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6" name="ph8516"/>
              <p:cNvSpPr/>
              <p:nvPr/>
            </p:nvSpPr>
            <p:spPr>
              <a:xfrm>
                <a:off x="329115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7" name="ph8517"/>
              <p:cNvSpPr/>
              <p:nvPr/>
            </p:nvSpPr>
            <p:spPr>
              <a:xfrm>
                <a:off x="330059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8" name="ph8518"/>
              <p:cNvSpPr/>
              <p:nvPr/>
            </p:nvSpPr>
            <p:spPr>
              <a:xfrm>
                <a:off x="331004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9" name="ph8519"/>
              <p:cNvSpPr/>
              <p:nvPr/>
            </p:nvSpPr>
            <p:spPr>
              <a:xfrm>
                <a:off x="331948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0" name="ph8520"/>
              <p:cNvSpPr/>
              <p:nvPr/>
            </p:nvSpPr>
            <p:spPr>
              <a:xfrm>
                <a:off x="332892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1" name="ph8521"/>
              <p:cNvSpPr/>
              <p:nvPr/>
            </p:nvSpPr>
            <p:spPr>
              <a:xfrm>
                <a:off x="333836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2" name="ph8522"/>
              <p:cNvSpPr/>
              <p:nvPr/>
            </p:nvSpPr>
            <p:spPr>
              <a:xfrm>
                <a:off x="334780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3" name="ph8523"/>
              <p:cNvSpPr/>
              <p:nvPr/>
            </p:nvSpPr>
            <p:spPr>
              <a:xfrm>
                <a:off x="335724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4" name="ph8524"/>
              <p:cNvSpPr/>
              <p:nvPr/>
            </p:nvSpPr>
            <p:spPr>
              <a:xfrm>
                <a:off x="336668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5" name="ph8525"/>
              <p:cNvSpPr/>
              <p:nvPr/>
            </p:nvSpPr>
            <p:spPr>
              <a:xfrm>
                <a:off x="337612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6" name="ph8526"/>
              <p:cNvSpPr/>
              <p:nvPr/>
            </p:nvSpPr>
            <p:spPr>
              <a:xfrm>
                <a:off x="338556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7" name="ph8527"/>
              <p:cNvSpPr/>
              <p:nvPr/>
            </p:nvSpPr>
            <p:spPr>
              <a:xfrm>
                <a:off x="339500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8" name="ph8528"/>
              <p:cNvSpPr/>
              <p:nvPr/>
            </p:nvSpPr>
            <p:spPr>
              <a:xfrm>
                <a:off x="340444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9" name="ph8529"/>
              <p:cNvSpPr/>
              <p:nvPr/>
            </p:nvSpPr>
            <p:spPr>
              <a:xfrm>
                <a:off x="341388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0" name="ph8530"/>
              <p:cNvSpPr/>
              <p:nvPr/>
            </p:nvSpPr>
            <p:spPr>
              <a:xfrm>
                <a:off x="342332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1" name="ph8531"/>
              <p:cNvSpPr/>
              <p:nvPr/>
            </p:nvSpPr>
            <p:spPr>
              <a:xfrm>
                <a:off x="343276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2" name="ph8532"/>
              <p:cNvSpPr/>
              <p:nvPr/>
            </p:nvSpPr>
            <p:spPr>
              <a:xfrm>
                <a:off x="344220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3" name="ph8533"/>
              <p:cNvSpPr/>
              <p:nvPr/>
            </p:nvSpPr>
            <p:spPr>
              <a:xfrm>
                <a:off x="345164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4" name="ph8534"/>
              <p:cNvSpPr/>
              <p:nvPr/>
            </p:nvSpPr>
            <p:spPr>
              <a:xfrm>
                <a:off x="346108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5" name="ph8535"/>
              <p:cNvSpPr/>
              <p:nvPr/>
            </p:nvSpPr>
            <p:spPr>
              <a:xfrm>
                <a:off x="347052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6" name="ph8536"/>
              <p:cNvSpPr/>
              <p:nvPr/>
            </p:nvSpPr>
            <p:spPr>
              <a:xfrm>
                <a:off x="347996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7" name="ph8537"/>
              <p:cNvSpPr/>
              <p:nvPr/>
            </p:nvSpPr>
            <p:spPr>
              <a:xfrm>
                <a:off x="348940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8" name="ph8538"/>
              <p:cNvSpPr/>
              <p:nvPr/>
            </p:nvSpPr>
            <p:spPr>
              <a:xfrm>
                <a:off x="349884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9" name="ph8539"/>
              <p:cNvSpPr/>
              <p:nvPr/>
            </p:nvSpPr>
            <p:spPr>
              <a:xfrm>
                <a:off x="350828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0" name="ph8540"/>
              <p:cNvSpPr/>
              <p:nvPr/>
            </p:nvSpPr>
            <p:spPr>
              <a:xfrm>
                <a:off x="351772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1" name="ph8541"/>
              <p:cNvSpPr/>
              <p:nvPr/>
            </p:nvSpPr>
            <p:spPr>
              <a:xfrm>
                <a:off x="352716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2" name="ph8542"/>
              <p:cNvSpPr/>
              <p:nvPr/>
            </p:nvSpPr>
            <p:spPr>
              <a:xfrm>
                <a:off x="353660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3" name="ph8543"/>
              <p:cNvSpPr/>
              <p:nvPr/>
            </p:nvSpPr>
            <p:spPr>
              <a:xfrm>
                <a:off x="354604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4" name="ph8544"/>
              <p:cNvSpPr/>
              <p:nvPr/>
            </p:nvSpPr>
            <p:spPr>
              <a:xfrm>
                <a:off x="355548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5" name="ph8545"/>
              <p:cNvSpPr/>
              <p:nvPr/>
            </p:nvSpPr>
            <p:spPr>
              <a:xfrm>
                <a:off x="356492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6" name="ph8546"/>
              <p:cNvSpPr/>
              <p:nvPr/>
            </p:nvSpPr>
            <p:spPr>
              <a:xfrm>
                <a:off x="357436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7" name="ph8547"/>
              <p:cNvSpPr/>
              <p:nvPr/>
            </p:nvSpPr>
            <p:spPr>
              <a:xfrm>
                <a:off x="358380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8" name="ph8548"/>
              <p:cNvSpPr/>
              <p:nvPr/>
            </p:nvSpPr>
            <p:spPr>
              <a:xfrm>
                <a:off x="359324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9" name="ph8549"/>
              <p:cNvSpPr/>
              <p:nvPr/>
            </p:nvSpPr>
            <p:spPr>
              <a:xfrm>
                <a:off x="360268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0" name="ph8550"/>
              <p:cNvSpPr/>
              <p:nvPr/>
            </p:nvSpPr>
            <p:spPr>
              <a:xfrm>
                <a:off x="361212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1" name="ph8551"/>
              <p:cNvSpPr/>
              <p:nvPr/>
            </p:nvSpPr>
            <p:spPr>
              <a:xfrm>
                <a:off x="362156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2" name="ph8552"/>
              <p:cNvSpPr/>
              <p:nvPr/>
            </p:nvSpPr>
            <p:spPr>
              <a:xfrm>
                <a:off x="363100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3" name="ph8553"/>
              <p:cNvSpPr/>
              <p:nvPr/>
            </p:nvSpPr>
            <p:spPr>
              <a:xfrm>
                <a:off x="364044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4" name="ph8554"/>
              <p:cNvSpPr/>
              <p:nvPr/>
            </p:nvSpPr>
            <p:spPr>
              <a:xfrm>
                <a:off x="364988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5" name="ph8555"/>
              <p:cNvSpPr/>
              <p:nvPr/>
            </p:nvSpPr>
            <p:spPr>
              <a:xfrm>
                <a:off x="365932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6" name="ph8556"/>
              <p:cNvSpPr/>
              <p:nvPr/>
            </p:nvSpPr>
            <p:spPr>
              <a:xfrm>
                <a:off x="366876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7" name="ph8557"/>
              <p:cNvSpPr/>
              <p:nvPr/>
            </p:nvSpPr>
            <p:spPr>
              <a:xfrm>
                <a:off x="367820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8" name="ph8558"/>
              <p:cNvSpPr/>
              <p:nvPr/>
            </p:nvSpPr>
            <p:spPr>
              <a:xfrm>
                <a:off x="368764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9" name="ph8559"/>
              <p:cNvSpPr/>
              <p:nvPr/>
            </p:nvSpPr>
            <p:spPr>
              <a:xfrm>
                <a:off x="369708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0" name="ph8560"/>
              <p:cNvSpPr/>
              <p:nvPr/>
            </p:nvSpPr>
            <p:spPr>
              <a:xfrm>
                <a:off x="370653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1" name="ph8561"/>
              <p:cNvSpPr/>
              <p:nvPr/>
            </p:nvSpPr>
            <p:spPr>
              <a:xfrm>
                <a:off x="371597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2" name="ph8562"/>
              <p:cNvSpPr/>
              <p:nvPr/>
            </p:nvSpPr>
            <p:spPr>
              <a:xfrm>
                <a:off x="372541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3" name="ph8563"/>
              <p:cNvSpPr/>
              <p:nvPr/>
            </p:nvSpPr>
            <p:spPr>
              <a:xfrm>
                <a:off x="373485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4" name="ph8564"/>
              <p:cNvSpPr/>
              <p:nvPr/>
            </p:nvSpPr>
            <p:spPr>
              <a:xfrm>
                <a:off x="374429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5" name="ph8565"/>
              <p:cNvSpPr/>
              <p:nvPr/>
            </p:nvSpPr>
            <p:spPr>
              <a:xfrm>
                <a:off x="375373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6" name="ph8566"/>
              <p:cNvSpPr/>
              <p:nvPr/>
            </p:nvSpPr>
            <p:spPr>
              <a:xfrm>
                <a:off x="3772611" y="88519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719" y="896830"/>
                    </a:lnTo>
                    <a:lnTo>
                      <a:pt x="911003" y="897341"/>
                    </a:lnTo>
                    <a:lnTo>
                      <a:pt x="914400" y="904193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7" name="ph8567"/>
              <p:cNvSpPr/>
              <p:nvPr/>
            </p:nvSpPr>
            <p:spPr>
              <a:xfrm>
                <a:off x="3772611" y="885197"/>
                <a:ext cx="9191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3" h="914400">
                    <a:moveTo>
                      <a:pt x="914400" y="914400"/>
                    </a:moveTo>
                    <a:lnTo>
                      <a:pt x="914400" y="904193"/>
                    </a:lnTo>
                    <a:lnTo>
                      <a:pt x="915317" y="906043"/>
                    </a:lnTo>
                    <a:lnTo>
                      <a:pt x="918779" y="913866"/>
                    </a:lnTo>
                    <a:lnTo>
                      <a:pt x="919123" y="914400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8" name="ph8568"/>
              <p:cNvSpPr/>
              <p:nvPr/>
            </p:nvSpPr>
            <p:spPr>
              <a:xfrm>
                <a:off x="3281719" y="850058"/>
                <a:ext cx="914400" cy="9260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6">
                    <a:moveTo>
                      <a:pt x="914400" y="914400"/>
                    </a:moveTo>
                    <a:lnTo>
                      <a:pt x="914400" y="926076"/>
                    </a:lnTo>
                    <a:lnTo>
                      <a:pt x="914139" y="925013"/>
                    </a:lnTo>
                    <a:lnTo>
                      <a:pt x="912006" y="914955"/>
                    </a:lnTo>
                    <a:lnTo>
                      <a:pt x="911905" y="914400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9" name="ph8569"/>
              <p:cNvSpPr/>
              <p:nvPr/>
            </p:nvSpPr>
            <p:spPr>
              <a:xfrm>
                <a:off x="328171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41" y="931969"/>
                    </a:lnTo>
                    <a:lnTo>
                      <a:pt x="914400" y="926076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0" name="ph8570"/>
              <p:cNvSpPr/>
              <p:nvPr/>
            </p:nvSpPr>
            <p:spPr>
              <a:xfrm>
                <a:off x="329115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1" name="ph8571"/>
              <p:cNvSpPr/>
              <p:nvPr/>
            </p:nvSpPr>
            <p:spPr>
              <a:xfrm>
                <a:off x="330059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2" name="ph8572"/>
              <p:cNvSpPr/>
              <p:nvPr/>
            </p:nvSpPr>
            <p:spPr>
              <a:xfrm>
                <a:off x="331004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3" name="ph8573"/>
              <p:cNvSpPr/>
              <p:nvPr/>
            </p:nvSpPr>
            <p:spPr>
              <a:xfrm>
                <a:off x="331948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4" name="ph8574"/>
              <p:cNvSpPr/>
              <p:nvPr/>
            </p:nvSpPr>
            <p:spPr>
              <a:xfrm>
                <a:off x="332892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5" name="ph8575"/>
              <p:cNvSpPr/>
              <p:nvPr/>
            </p:nvSpPr>
            <p:spPr>
              <a:xfrm>
                <a:off x="333836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6" name="ph8576"/>
              <p:cNvSpPr/>
              <p:nvPr/>
            </p:nvSpPr>
            <p:spPr>
              <a:xfrm>
                <a:off x="334780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7" name="ph8577"/>
              <p:cNvSpPr/>
              <p:nvPr/>
            </p:nvSpPr>
            <p:spPr>
              <a:xfrm>
                <a:off x="335724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8" name="ph8578"/>
              <p:cNvSpPr/>
              <p:nvPr/>
            </p:nvSpPr>
            <p:spPr>
              <a:xfrm>
                <a:off x="336668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9" name="ph8579"/>
              <p:cNvSpPr/>
              <p:nvPr/>
            </p:nvSpPr>
            <p:spPr>
              <a:xfrm>
                <a:off x="337612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0" name="ph8580"/>
              <p:cNvSpPr/>
              <p:nvPr/>
            </p:nvSpPr>
            <p:spPr>
              <a:xfrm>
                <a:off x="338556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1" name="ph8581"/>
              <p:cNvSpPr/>
              <p:nvPr/>
            </p:nvSpPr>
            <p:spPr>
              <a:xfrm>
                <a:off x="339500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2" name="ph8582"/>
              <p:cNvSpPr/>
              <p:nvPr/>
            </p:nvSpPr>
            <p:spPr>
              <a:xfrm>
                <a:off x="340444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3" name="ph8583"/>
              <p:cNvSpPr/>
              <p:nvPr/>
            </p:nvSpPr>
            <p:spPr>
              <a:xfrm>
                <a:off x="341388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4" name="ph8584"/>
              <p:cNvSpPr/>
              <p:nvPr/>
            </p:nvSpPr>
            <p:spPr>
              <a:xfrm>
                <a:off x="342332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5" name="ph8585"/>
              <p:cNvSpPr/>
              <p:nvPr/>
            </p:nvSpPr>
            <p:spPr>
              <a:xfrm>
                <a:off x="343276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6" name="ph8586"/>
              <p:cNvSpPr/>
              <p:nvPr/>
            </p:nvSpPr>
            <p:spPr>
              <a:xfrm>
                <a:off x="344220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7" name="ph8587"/>
              <p:cNvSpPr/>
              <p:nvPr/>
            </p:nvSpPr>
            <p:spPr>
              <a:xfrm>
                <a:off x="345164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8" name="ph8588"/>
              <p:cNvSpPr/>
              <p:nvPr/>
            </p:nvSpPr>
            <p:spPr>
              <a:xfrm>
                <a:off x="346108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9" name="ph8589"/>
              <p:cNvSpPr/>
              <p:nvPr/>
            </p:nvSpPr>
            <p:spPr>
              <a:xfrm>
                <a:off x="347052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0" name="ph8590"/>
              <p:cNvSpPr/>
              <p:nvPr/>
            </p:nvSpPr>
            <p:spPr>
              <a:xfrm>
                <a:off x="347996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1" name="ph8591"/>
              <p:cNvSpPr/>
              <p:nvPr/>
            </p:nvSpPr>
            <p:spPr>
              <a:xfrm>
                <a:off x="348940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2" name="ph8592"/>
              <p:cNvSpPr/>
              <p:nvPr/>
            </p:nvSpPr>
            <p:spPr>
              <a:xfrm>
                <a:off x="349884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3" name="ph8593"/>
              <p:cNvSpPr/>
              <p:nvPr/>
            </p:nvSpPr>
            <p:spPr>
              <a:xfrm>
                <a:off x="350828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4" name="ph8594"/>
              <p:cNvSpPr/>
              <p:nvPr/>
            </p:nvSpPr>
            <p:spPr>
              <a:xfrm>
                <a:off x="351772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5" name="ph8595"/>
              <p:cNvSpPr/>
              <p:nvPr/>
            </p:nvSpPr>
            <p:spPr>
              <a:xfrm>
                <a:off x="352716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6" name="ph8596"/>
              <p:cNvSpPr/>
              <p:nvPr/>
            </p:nvSpPr>
            <p:spPr>
              <a:xfrm>
                <a:off x="353660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7" name="ph8597"/>
              <p:cNvSpPr/>
              <p:nvPr/>
            </p:nvSpPr>
            <p:spPr>
              <a:xfrm>
                <a:off x="354604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8" name="ph8598"/>
              <p:cNvSpPr/>
              <p:nvPr/>
            </p:nvSpPr>
            <p:spPr>
              <a:xfrm>
                <a:off x="355548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9" name="ph8599"/>
              <p:cNvSpPr/>
              <p:nvPr/>
            </p:nvSpPr>
            <p:spPr>
              <a:xfrm>
                <a:off x="356492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0" name="ph8600"/>
              <p:cNvSpPr/>
              <p:nvPr/>
            </p:nvSpPr>
            <p:spPr>
              <a:xfrm>
                <a:off x="357436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1" name="ph8601"/>
              <p:cNvSpPr/>
              <p:nvPr/>
            </p:nvSpPr>
            <p:spPr>
              <a:xfrm>
                <a:off x="358380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2" name="ph8602"/>
              <p:cNvSpPr/>
              <p:nvPr/>
            </p:nvSpPr>
            <p:spPr>
              <a:xfrm>
                <a:off x="359324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3" name="ph8603"/>
              <p:cNvSpPr/>
              <p:nvPr/>
            </p:nvSpPr>
            <p:spPr>
              <a:xfrm>
                <a:off x="360268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4" name="ph8604"/>
              <p:cNvSpPr/>
              <p:nvPr/>
            </p:nvSpPr>
            <p:spPr>
              <a:xfrm>
                <a:off x="361212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5" name="ph8605"/>
              <p:cNvSpPr/>
              <p:nvPr/>
            </p:nvSpPr>
            <p:spPr>
              <a:xfrm>
                <a:off x="362156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6" name="ph8606"/>
              <p:cNvSpPr/>
              <p:nvPr/>
            </p:nvSpPr>
            <p:spPr>
              <a:xfrm>
                <a:off x="363100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7" name="ph8607"/>
              <p:cNvSpPr/>
              <p:nvPr/>
            </p:nvSpPr>
            <p:spPr>
              <a:xfrm>
                <a:off x="364044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8" name="ph8608"/>
              <p:cNvSpPr/>
              <p:nvPr/>
            </p:nvSpPr>
            <p:spPr>
              <a:xfrm>
                <a:off x="364988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9" name="ph8609"/>
              <p:cNvSpPr/>
              <p:nvPr/>
            </p:nvSpPr>
            <p:spPr>
              <a:xfrm>
                <a:off x="365932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0" name="ph8610"/>
              <p:cNvSpPr/>
              <p:nvPr/>
            </p:nvSpPr>
            <p:spPr>
              <a:xfrm>
                <a:off x="366876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1" name="ph8611"/>
              <p:cNvSpPr/>
              <p:nvPr/>
            </p:nvSpPr>
            <p:spPr>
              <a:xfrm>
                <a:off x="367820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2" name="ph8612"/>
              <p:cNvSpPr/>
              <p:nvPr/>
            </p:nvSpPr>
            <p:spPr>
              <a:xfrm>
                <a:off x="368764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3" name="ph8613"/>
              <p:cNvSpPr/>
              <p:nvPr/>
            </p:nvSpPr>
            <p:spPr>
              <a:xfrm>
                <a:off x="369708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4" name="ph8614"/>
              <p:cNvSpPr/>
              <p:nvPr/>
            </p:nvSpPr>
            <p:spPr>
              <a:xfrm>
                <a:off x="370653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5" name="ph8615"/>
              <p:cNvSpPr/>
              <p:nvPr/>
            </p:nvSpPr>
            <p:spPr>
              <a:xfrm>
                <a:off x="371597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6" name="ph8616"/>
              <p:cNvSpPr/>
              <p:nvPr/>
            </p:nvSpPr>
            <p:spPr>
              <a:xfrm>
                <a:off x="372541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7" name="ph8617"/>
              <p:cNvSpPr/>
              <p:nvPr/>
            </p:nvSpPr>
            <p:spPr>
              <a:xfrm>
                <a:off x="373485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8" name="ph8618"/>
              <p:cNvSpPr/>
              <p:nvPr/>
            </p:nvSpPr>
            <p:spPr>
              <a:xfrm>
                <a:off x="374429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9" name="ph8619"/>
              <p:cNvSpPr/>
              <p:nvPr/>
            </p:nvSpPr>
            <p:spPr>
              <a:xfrm>
                <a:off x="3763171" y="86762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9" y="896836"/>
                    </a:lnTo>
                    <a:lnTo>
                      <a:pt x="909885" y="897135"/>
                    </a:lnTo>
                    <a:lnTo>
                      <a:pt x="910081" y="897433"/>
                    </a:lnTo>
                    <a:lnTo>
                      <a:pt x="910278" y="897731"/>
                    </a:lnTo>
                    <a:lnTo>
                      <a:pt x="910474" y="898030"/>
                    </a:lnTo>
                    <a:lnTo>
                      <a:pt x="910670" y="898328"/>
                    </a:lnTo>
                    <a:lnTo>
                      <a:pt x="910866" y="898627"/>
                    </a:lnTo>
                    <a:lnTo>
                      <a:pt x="911062" y="898925"/>
                    </a:lnTo>
                    <a:lnTo>
                      <a:pt x="914400" y="90429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0" name="ph8620"/>
              <p:cNvSpPr/>
              <p:nvPr/>
            </p:nvSpPr>
            <p:spPr>
              <a:xfrm>
                <a:off x="3763171" y="867627"/>
                <a:ext cx="9201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60" h="914400">
                    <a:moveTo>
                      <a:pt x="914400" y="914400"/>
                    </a:moveTo>
                    <a:lnTo>
                      <a:pt x="914400" y="904299"/>
                    </a:lnTo>
                    <a:lnTo>
                      <a:pt x="915873" y="906672"/>
                    </a:lnTo>
                    <a:lnTo>
                      <a:pt x="920160" y="914400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1" name="ph8621"/>
              <p:cNvSpPr/>
              <p:nvPr/>
            </p:nvSpPr>
            <p:spPr>
              <a:xfrm>
                <a:off x="3281719" y="83248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905" y="931969"/>
                    </a:lnTo>
                    <a:lnTo>
                      <a:pt x="910152" y="922277"/>
                    </a:lnTo>
                    <a:lnTo>
                      <a:pt x="908965" y="914400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2" name="ph8622"/>
              <p:cNvSpPr/>
              <p:nvPr/>
            </p:nvSpPr>
            <p:spPr>
              <a:xfrm>
                <a:off x="328171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3" name="ph8623"/>
              <p:cNvSpPr/>
              <p:nvPr/>
            </p:nvSpPr>
            <p:spPr>
              <a:xfrm>
                <a:off x="329115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4" name="ph8624"/>
              <p:cNvSpPr/>
              <p:nvPr/>
            </p:nvSpPr>
            <p:spPr>
              <a:xfrm>
                <a:off x="330059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5" name="ph8625"/>
              <p:cNvSpPr/>
              <p:nvPr/>
            </p:nvSpPr>
            <p:spPr>
              <a:xfrm>
                <a:off x="331004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6" name="ph8626"/>
              <p:cNvSpPr/>
              <p:nvPr/>
            </p:nvSpPr>
            <p:spPr>
              <a:xfrm>
                <a:off x="331948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7" name="ph8627"/>
              <p:cNvSpPr/>
              <p:nvPr/>
            </p:nvSpPr>
            <p:spPr>
              <a:xfrm>
                <a:off x="332892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8" name="ph8628"/>
              <p:cNvSpPr/>
              <p:nvPr/>
            </p:nvSpPr>
            <p:spPr>
              <a:xfrm>
                <a:off x="333836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9" name="ph8629"/>
              <p:cNvSpPr/>
              <p:nvPr/>
            </p:nvSpPr>
            <p:spPr>
              <a:xfrm>
                <a:off x="334780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0" name="ph8630"/>
              <p:cNvSpPr/>
              <p:nvPr/>
            </p:nvSpPr>
            <p:spPr>
              <a:xfrm>
                <a:off x="335724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1" name="ph8631"/>
              <p:cNvSpPr/>
              <p:nvPr/>
            </p:nvSpPr>
            <p:spPr>
              <a:xfrm>
                <a:off x="336668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2" name="ph8632"/>
              <p:cNvSpPr/>
              <p:nvPr/>
            </p:nvSpPr>
            <p:spPr>
              <a:xfrm>
                <a:off x="337612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3" name="ph8633"/>
              <p:cNvSpPr/>
              <p:nvPr/>
            </p:nvSpPr>
            <p:spPr>
              <a:xfrm>
                <a:off x="338556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4" name="ph8634"/>
              <p:cNvSpPr/>
              <p:nvPr/>
            </p:nvSpPr>
            <p:spPr>
              <a:xfrm>
                <a:off x="339500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5" name="ph8635"/>
              <p:cNvSpPr/>
              <p:nvPr/>
            </p:nvSpPr>
            <p:spPr>
              <a:xfrm>
                <a:off x="340444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6" name="ph8636"/>
              <p:cNvSpPr/>
              <p:nvPr/>
            </p:nvSpPr>
            <p:spPr>
              <a:xfrm>
                <a:off x="341388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7" name="ph8637"/>
              <p:cNvSpPr/>
              <p:nvPr/>
            </p:nvSpPr>
            <p:spPr>
              <a:xfrm>
                <a:off x="342332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8" name="ph8638"/>
              <p:cNvSpPr/>
              <p:nvPr/>
            </p:nvSpPr>
            <p:spPr>
              <a:xfrm>
                <a:off x="343276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9" name="ph8639"/>
              <p:cNvSpPr/>
              <p:nvPr/>
            </p:nvSpPr>
            <p:spPr>
              <a:xfrm>
                <a:off x="344220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0" name="ph8640"/>
              <p:cNvSpPr/>
              <p:nvPr/>
            </p:nvSpPr>
            <p:spPr>
              <a:xfrm>
                <a:off x="345164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1" name="ph8641"/>
              <p:cNvSpPr/>
              <p:nvPr/>
            </p:nvSpPr>
            <p:spPr>
              <a:xfrm>
                <a:off x="346108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2" name="ph8642"/>
              <p:cNvSpPr/>
              <p:nvPr/>
            </p:nvSpPr>
            <p:spPr>
              <a:xfrm>
                <a:off x="347052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3" name="ph8643"/>
              <p:cNvSpPr/>
              <p:nvPr/>
            </p:nvSpPr>
            <p:spPr>
              <a:xfrm>
                <a:off x="347996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4" name="ph8644"/>
              <p:cNvSpPr/>
              <p:nvPr/>
            </p:nvSpPr>
            <p:spPr>
              <a:xfrm>
                <a:off x="348940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5" name="ph8645"/>
              <p:cNvSpPr/>
              <p:nvPr/>
            </p:nvSpPr>
            <p:spPr>
              <a:xfrm>
                <a:off x="349884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6" name="ph8646"/>
              <p:cNvSpPr/>
              <p:nvPr/>
            </p:nvSpPr>
            <p:spPr>
              <a:xfrm>
                <a:off x="350828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7" name="ph8647"/>
              <p:cNvSpPr/>
              <p:nvPr/>
            </p:nvSpPr>
            <p:spPr>
              <a:xfrm>
                <a:off x="351772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8" name="ph8648"/>
              <p:cNvSpPr/>
              <p:nvPr/>
            </p:nvSpPr>
            <p:spPr>
              <a:xfrm>
                <a:off x="352716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9" name="ph8649"/>
              <p:cNvSpPr/>
              <p:nvPr/>
            </p:nvSpPr>
            <p:spPr>
              <a:xfrm>
                <a:off x="353660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0" name="ph8650"/>
              <p:cNvSpPr/>
              <p:nvPr/>
            </p:nvSpPr>
            <p:spPr>
              <a:xfrm>
                <a:off x="354604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1" name="ph8651"/>
              <p:cNvSpPr/>
              <p:nvPr/>
            </p:nvSpPr>
            <p:spPr>
              <a:xfrm>
                <a:off x="355548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2" name="ph8652"/>
              <p:cNvSpPr/>
              <p:nvPr/>
            </p:nvSpPr>
            <p:spPr>
              <a:xfrm>
                <a:off x="356492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3" name="ph8653"/>
              <p:cNvSpPr/>
              <p:nvPr/>
            </p:nvSpPr>
            <p:spPr>
              <a:xfrm>
                <a:off x="357436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4" name="ph8654"/>
              <p:cNvSpPr/>
              <p:nvPr/>
            </p:nvSpPr>
            <p:spPr>
              <a:xfrm>
                <a:off x="358380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5" name="ph8655"/>
              <p:cNvSpPr/>
              <p:nvPr/>
            </p:nvSpPr>
            <p:spPr>
              <a:xfrm>
                <a:off x="359324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6" name="ph8656"/>
              <p:cNvSpPr/>
              <p:nvPr/>
            </p:nvSpPr>
            <p:spPr>
              <a:xfrm>
                <a:off x="360268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7" name="ph8657"/>
              <p:cNvSpPr/>
              <p:nvPr/>
            </p:nvSpPr>
            <p:spPr>
              <a:xfrm>
                <a:off x="361212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8" name="ph8658"/>
              <p:cNvSpPr/>
              <p:nvPr/>
            </p:nvSpPr>
            <p:spPr>
              <a:xfrm>
                <a:off x="362156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9" name="ph8659"/>
              <p:cNvSpPr/>
              <p:nvPr/>
            </p:nvSpPr>
            <p:spPr>
              <a:xfrm>
                <a:off x="363100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0" name="ph8660"/>
              <p:cNvSpPr/>
              <p:nvPr/>
            </p:nvSpPr>
            <p:spPr>
              <a:xfrm>
                <a:off x="364044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1" name="ph8661"/>
              <p:cNvSpPr/>
              <p:nvPr/>
            </p:nvSpPr>
            <p:spPr>
              <a:xfrm>
                <a:off x="364988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2" name="ph8662"/>
              <p:cNvSpPr/>
              <p:nvPr/>
            </p:nvSpPr>
            <p:spPr>
              <a:xfrm>
                <a:off x="365932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3" name="ph8663"/>
              <p:cNvSpPr/>
              <p:nvPr/>
            </p:nvSpPr>
            <p:spPr>
              <a:xfrm>
                <a:off x="366876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4" name="ph8664"/>
              <p:cNvSpPr/>
              <p:nvPr/>
            </p:nvSpPr>
            <p:spPr>
              <a:xfrm>
                <a:off x="367820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5" name="ph8665"/>
              <p:cNvSpPr/>
              <p:nvPr/>
            </p:nvSpPr>
            <p:spPr>
              <a:xfrm>
                <a:off x="368764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6" name="ph8666"/>
              <p:cNvSpPr/>
              <p:nvPr/>
            </p:nvSpPr>
            <p:spPr>
              <a:xfrm>
                <a:off x="369708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7" name="ph8667"/>
              <p:cNvSpPr/>
              <p:nvPr/>
            </p:nvSpPr>
            <p:spPr>
              <a:xfrm>
                <a:off x="370653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8" name="ph8668"/>
              <p:cNvSpPr/>
              <p:nvPr/>
            </p:nvSpPr>
            <p:spPr>
              <a:xfrm>
                <a:off x="371597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9" name="ph8669"/>
              <p:cNvSpPr/>
              <p:nvPr/>
            </p:nvSpPr>
            <p:spPr>
              <a:xfrm>
                <a:off x="372541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0" name="ph8670"/>
              <p:cNvSpPr/>
              <p:nvPr/>
            </p:nvSpPr>
            <p:spPr>
              <a:xfrm>
                <a:off x="373485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1" name="ph8671"/>
              <p:cNvSpPr/>
              <p:nvPr/>
            </p:nvSpPr>
            <p:spPr>
              <a:xfrm>
                <a:off x="3753731" y="85005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528" y="896830"/>
                    </a:lnTo>
                    <a:lnTo>
                      <a:pt x="907931" y="897407"/>
                    </a:lnTo>
                    <a:lnTo>
                      <a:pt x="908125" y="897702"/>
                    </a:lnTo>
                    <a:lnTo>
                      <a:pt x="908322" y="898000"/>
                    </a:lnTo>
                    <a:lnTo>
                      <a:pt x="908518" y="898298"/>
                    </a:lnTo>
                    <a:lnTo>
                      <a:pt x="908715" y="898596"/>
                    </a:lnTo>
                    <a:lnTo>
                      <a:pt x="908912" y="898895"/>
                    </a:lnTo>
                    <a:lnTo>
                      <a:pt x="909109" y="899193"/>
                    </a:lnTo>
                    <a:lnTo>
                      <a:pt x="909305" y="899491"/>
                    </a:lnTo>
                    <a:lnTo>
                      <a:pt x="909502" y="899789"/>
                    </a:lnTo>
                    <a:lnTo>
                      <a:pt x="909699" y="900088"/>
                    </a:lnTo>
                    <a:lnTo>
                      <a:pt x="909895" y="900386"/>
                    </a:lnTo>
                    <a:lnTo>
                      <a:pt x="910092" y="900684"/>
                    </a:lnTo>
                    <a:lnTo>
                      <a:pt x="910289" y="900982"/>
                    </a:lnTo>
                    <a:lnTo>
                      <a:pt x="910486" y="901281"/>
                    </a:lnTo>
                    <a:lnTo>
                      <a:pt x="910682" y="901579"/>
                    </a:lnTo>
                    <a:lnTo>
                      <a:pt x="910879" y="901877"/>
                    </a:lnTo>
                    <a:lnTo>
                      <a:pt x="911075" y="902175"/>
                    </a:lnTo>
                    <a:lnTo>
                      <a:pt x="911272" y="902474"/>
                    </a:lnTo>
                    <a:lnTo>
                      <a:pt x="911469" y="902772"/>
                    </a:lnTo>
                    <a:lnTo>
                      <a:pt x="911665" y="903070"/>
                    </a:lnTo>
                    <a:lnTo>
                      <a:pt x="911862" y="903368"/>
                    </a:lnTo>
                    <a:lnTo>
                      <a:pt x="912059" y="903667"/>
                    </a:lnTo>
                    <a:lnTo>
                      <a:pt x="912255" y="903965"/>
                    </a:lnTo>
                    <a:lnTo>
                      <a:pt x="912452" y="904263"/>
                    </a:lnTo>
                    <a:lnTo>
                      <a:pt x="912648" y="904561"/>
                    </a:lnTo>
                    <a:lnTo>
                      <a:pt x="912845" y="904860"/>
                    </a:lnTo>
                    <a:lnTo>
                      <a:pt x="913041" y="905158"/>
                    </a:lnTo>
                    <a:lnTo>
                      <a:pt x="913238" y="905456"/>
                    </a:lnTo>
                    <a:lnTo>
                      <a:pt x="913434" y="905755"/>
                    </a:lnTo>
                    <a:lnTo>
                      <a:pt x="913631" y="906053"/>
                    </a:lnTo>
                    <a:lnTo>
                      <a:pt x="913827" y="906351"/>
                    </a:lnTo>
                    <a:lnTo>
                      <a:pt x="914024" y="906649"/>
                    </a:lnTo>
                    <a:lnTo>
                      <a:pt x="914220" y="906948"/>
                    </a:lnTo>
                    <a:lnTo>
                      <a:pt x="914400" y="90722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2" name="ph8672"/>
              <p:cNvSpPr/>
              <p:nvPr/>
            </p:nvSpPr>
            <p:spPr>
              <a:xfrm>
                <a:off x="3753731" y="850058"/>
                <a:ext cx="9191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5" h="914400">
                    <a:moveTo>
                      <a:pt x="914400" y="914400"/>
                    </a:moveTo>
                    <a:lnTo>
                      <a:pt x="914417" y="907246"/>
                    </a:lnTo>
                    <a:lnTo>
                      <a:pt x="914613" y="907544"/>
                    </a:lnTo>
                    <a:lnTo>
                      <a:pt x="914810" y="907843"/>
                    </a:lnTo>
                    <a:lnTo>
                      <a:pt x="915006" y="908141"/>
                    </a:lnTo>
                    <a:lnTo>
                      <a:pt x="915203" y="908439"/>
                    </a:lnTo>
                    <a:lnTo>
                      <a:pt x="915399" y="908738"/>
                    </a:lnTo>
                    <a:lnTo>
                      <a:pt x="915595" y="909036"/>
                    </a:lnTo>
                    <a:lnTo>
                      <a:pt x="915792" y="909334"/>
                    </a:lnTo>
                    <a:lnTo>
                      <a:pt x="915988" y="909633"/>
                    </a:lnTo>
                    <a:lnTo>
                      <a:pt x="916185" y="909931"/>
                    </a:lnTo>
                    <a:lnTo>
                      <a:pt x="916381" y="910229"/>
                    </a:lnTo>
                    <a:lnTo>
                      <a:pt x="916577" y="910528"/>
                    </a:lnTo>
                    <a:lnTo>
                      <a:pt x="916774" y="910826"/>
                    </a:lnTo>
                    <a:lnTo>
                      <a:pt x="916970" y="911124"/>
                    </a:lnTo>
                    <a:lnTo>
                      <a:pt x="917166" y="911423"/>
                    </a:lnTo>
                    <a:lnTo>
                      <a:pt x="917363" y="911721"/>
                    </a:lnTo>
                    <a:lnTo>
                      <a:pt x="917559" y="912019"/>
                    </a:lnTo>
                    <a:lnTo>
                      <a:pt x="917755" y="912318"/>
                    </a:lnTo>
                    <a:lnTo>
                      <a:pt x="917952" y="912616"/>
                    </a:lnTo>
                    <a:lnTo>
                      <a:pt x="918148" y="912914"/>
                    </a:lnTo>
                    <a:lnTo>
                      <a:pt x="918344" y="913213"/>
                    </a:lnTo>
                    <a:lnTo>
                      <a:pt x="918540" y="913511"/>
                    </a:lnTo>
                    <a:lnTo>
                      <a:pt x="918737" y="913809"/>
                    </a:lnTo>
                    <a:lnTo>
                      <a:pt x="918933" y="914108"/>
                    </a:lnTo>
                    <a:lnTo>
                      <a:pt x="919125" y="914400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3" name="ph8673"/>
              <p:cNvSpPr/>
              <p:nvPr/>
            </p:nvSpPr>
            <p:spPr>
              <a:xfrm>
                <a:off x="3281719" y="81491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65" y="931969"/>
                    </a:lnTo>
                    <a:lnTo>
                      <a:pt x="908583" y="929435"/>
                    </a:lnTo>
                    <a:lnTo>
                      <a:pt x="907303" y="918888"/>
                    </a:lnTo>
                    <a:lnTo>
                      <a:pt x="906887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4" name="ph8674"/>
              <p:cNvSpPr/>
              <p:nvPr/>
            </p:nvSpPr>
            <p:spPr>
              <a:xfrm>
                <a:off x="328171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5" name="ph8675"/>
              <p:cNvSpPr/>
              <p:nvPr/>
            </p:nvSpPr>
            <p:spPr>
              <a:xfrm>
                <a:off x="329115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6" name="ph8676"/>
              <p:cNvSpPr/>
              <p:nvPr/>
            </p:nvSpPr>
            <p:spPr>
              <a:xfrm>
                <a:off x="330059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7" name="ph8677"/>
              <p:cNvSpPr/>
              <p:nvPr/>
            </p:nvSpPr>
            <p:spPr>
              <a:xfrm>
                <a:off x="331004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8" name="ph8678"/>
              <p:cNvSpPr/>
              <p:nvPr/>
            </p:nvSpPr>
            <p:spPr>
              <a:xfrm>
                <a:off x="331948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9" name="ph8679"/>
              <p:cNvSpPr/>
              <p:nvPr/>
            </p:nvSpPr>
            <p:spPr>
              <a:xfrm>
                <a:off x="332892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0" name="ph8680"/>
              <p:cNvSpPr/>
              <p:nvPr/>
            </p:nvSpPr>
            <p:spPr>
              <a:xfrm>
                <a:off x="333836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1" name="ph8681"/>
              <p:cNvSpPr/>
              <p:nvPr/>
            </p:nvSpPr>
            <p:spPr>
              <a:xfrm>
                <a:off x="334780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2" name="ph8682"/>
              <p:cNvSpPr/>
              <p:nvPr/>
            </p:nvSpPr>
            <p:spPr>
              <a:xfrm>
                <a:off x="335724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3" name="ph8683"/>
              <p:cNvSpPr/>
              <p:nvPr/>
            </p:nvSpPr>
            <p:spPr>
              <a:xfrm>
                <a:off x="336668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4" name="ph8684"/>
              <p:cNvSpPr/>
              <p:nvPr/>
            </p:nvSpPr>
            <p:spPr>
              <a:xfrm>
                <a:off x="337612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5" name="ph8685"/>
              <p:cNvSpPr/>
              <p:nvPr/>
            </p:nvSpPr>
            <p:spPr>
              <a:xfrm>
                <a:off x="338556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6" name="ph8686"/>
              <p:cNvSpPr/>
              <p:nvPr/>
            </p:nvSpPr>
            <p:spPr>
              <a:xfrm>
                <a:off x="339500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7" name="ph8687"/>
              <p:cNvSpPr/>
              <p:nvPr/>
            </p:nvSpPr>
            <p:spPr>
              <a:xfrm>
                <a:off x="340444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8" name="ph8688"/>
              <p:cNvSpPr/>
              <p:nvPr/>
            </p:nvSpPr>
            <p:spPr>
              <a:xfrm>
                <a:off x="341388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9" name="ph8689"/>
              <p:cNvSpPr/>
              <p:nvPr/>
            </p:nvSpPr>
            <p:spPr>
              <a:xfrm>
                <a:off x="342332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0" name="ph8690"/>
              <p:cNvSpPr/>
              <p:nvPr/>
            </p:nvSpPr>
            <p:spPr>
              <a:xfrm>
                <a:off x="343276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1" name="ph8691"/>
              <p:cNvSpPr/>
              <p:nvPr/>
            </p:nvSpPr>
            <p:spPr>
              <a:xfrm>
                <a:off x="344220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2" name="ph8692"/>
              <p:cNvSpPr/>
              <p:nvPr/>
            </p:nvSpPr>
            <p:spPr>
              <a:xfrm>
                <a:off x="345164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3" name="ph8693"/>
              <p:cNvSpPr/>
              <p:nvPr/>
            </p:nvSpPr>
            <p:spPr>
              <a:xfrm>
                <a:off x="346108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4" name="ph8694"/>
              <p:cNvSpPr/>
              <p:nvPr/>
            </p:nvSpPr>
            <p:spPr>
              <a:xfrm>
                <a:off x="347052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5" name="ph8695"/>
              <p:cNvSpPr/>
              <p:nvPr/>
            </p:nvSpPr>
            <p:spPr>
              <a:xfrm>
                <a:off x="347996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6" name="ph8696"/>
              <p:cNvSpPr/>
              <p:nvPr/>
            </p:nvSpPr>
            <p:spPr>
              <a:xfrm>
                <a:off x="348940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7" name="ph8697"/>
              <p:cNvSpPr/>
              <p:nvPr/>
            </p:nvSpPr>
            <p:spPr>
              <a:xfrm>
                <a:off x="349884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8" name="ph8698"/>
              <p:cNvSpPr/>
              <p:nvPr/>
            </p:nvSpPr>
            <p:spPr>
              <a:xfrm>
                <a:off x="350828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9" name="ph8699"/>
              <p:cNvSpPr/>
              <p:nvPr/>
            </p:nvSpPr>
            <p:spPr>
              <a:xfrm>
                <a:off x="351772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0" name="ph8700"/>
              <p:cNvSpPr/>
              <p:nvPr/>
            </p:nvSpPr>
            <p:spPr>
              <a:xfrm>
                <a:off x="352716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1" name="ph8701"/>
              <p:cNvSpPr/>
              <p:nvPr/>
            </p:nvSpPr>
            <p:spPr>
              <a:xfrm>
                <a:off x="353660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2" name="ph8702"/>
              <p:cNvSpPr/>
              <p:nvPr/>
            </p:nvSpPr>
            <p:spPr>
              <a:xfrm>
                <a:off x="354604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3" name="ph8703"/>
              <p:cNvSpPr/>
              <p:nvPr/>
            </p:nvSpPr>
            <p:spPr>
              <a:xfrm>
                <a:off x="355548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4" name="ph8704"/>
              <p:cNvSpPr/>
              <p:nvPr/>
            </p:nvSpPr>
            <p:spPr>
              <a:xfrm>
                <a:off x="356492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5" name="ph8705"/>
              <p:cNvSpPr/>
              <p:nvPr/>
            </p:nvSpPr>
            <p:spPr>
              <a:xfrm>
                <a:off x="357436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6" name="ph8706"/>
              <p:cNvSpPr/>
              <p:nvPr/>
            </p:nvSpPr>
            <p:spPr>
              <a:xfrm>
                <a:off x="358380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7" name="ph8707"/>
              <p:cNvSpPr/>
              <p:nvPr/>
            </p:nvSpPr>
            <p:spPr>
              <a:xfrm>
                <a:off x="359324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8" name="ph8708"/>
              <p:cNvSpPr/>
              <p:nvPr/>
            </p:nvSpPr>
            <p:spPr>
              <a:xfrm>
                <a:off x="360268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9" name="ph8709"/>
              <p:cNvSpPr/>
              <p:nvPr/>
            </p:nvSpPr>
            <p:spPr>
              <a:xfrm>
                <a:off x="361212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0" name="ph8710"/>
              <p:cNvSpPr/>
              <p:nvPr/>
            </p:nvSpPr>
            <p:spPr>
              <a:xfrm>
                <a:off x="362156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1" name="ph8711"/>
              <p:cNvSpPr/>
              <p:nvPr/>
            </p:nvSpPr>
            <p:spPr>
              <a:xfrm>
                <a:off x="363100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2" name="ph8712"/>
              <p:cNvSpPr/>
              <p:nvPr/>
            </p:nvSpPr>
            <p:spPr>
              <a:xfrm>
                <a:off x="364044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3" name="ph8713"/>
              <p:cNvSpPr/>
              <p:nvPr/>
            </p:nvSpPr>
            <p:spPr>
              <a:xfrm>
                <a:off x="364988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4" name="ph8714"/>
              <p:cNvSpPr/>
              <p:nvPr/>
            </p:nvSpPr>
            <p:spPr>
              <a:xfrm>
                <a:off x="365932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5" name="ph8715"/>
              <p:cNvSpPr/>
              <p:nvPr/>
            </p:nvSpPr>
            <p:spPr>
              <a:xfrm>
                <a:off x="366876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6" name="ph8716"/>
              <p:cNvSpPr/>
              <p:nvPr/>
            </p:nvSpPr>
            <p:spPr>
              <a:xfrm>
                <a:off x="367820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7" name="ph8717"/>
              <p:cNvSpPr/>
              <p:nvPr/>
            </p:nvSpPr>
            <p:spPr>
              <a:xfrm>
                <a:off x="368764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8" name="ph8718"/>
              <p:cNvSpPr/>
              <p:nvPr/>
            </p:nvSpPr>
            <p:spPr>
              <a:xfrm>
                <a:off x="369708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9" name="ph8719"/>
              <p:cNvSpPr/>
              <p:nvPr/>
            </p:nvSpPr>
            <p:spPr>
              <a:xfrm>
                <a:off x="370653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0" name="ph8720"/>
              <p:cNvSpPr/>
              <p:nvPr/>
            </p:nvSpPr>
            <p:spPr>
              <a:xfrm>
                <a:off x="371597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1" name="ph8721"/>
              <p:cNvSpPr/>
              <p:nvPr/>
            </p:nvSpPr>
            <p:spPr>
              <a:xfrm>
                <a:off x="3734850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70" y="896830"/>
                    </a:lnTo>
                    <a:lnTo>
                      <a:pt x="914400" y="898702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2" name="ph8722"/>
              <p:cNvSpPr/>
              <p:nvPr/>
            </p:nvSpPr>
            <p:spPr>
              <a:xfrm>
                <a:off x="3744291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702"/>
                    </a:lnTo>
                    <a:lnTo>
                      <a:pt x="907833" y="902002"/>
                    </a:lnTo>
                    <a:lnTo>
                      <a:pt x="912693" y="908258"/>
                    </a:lnTo>
                    <a:lnTo>
                      <a:pt x="914400" y="91071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3" name="ph8723"/>
              <p:cNvSpPr/>
              <p:nvPr/>
            </p:nvSpPr>
            <p:spPr>
              <a:xfrm>
                <a:off x="3744291" y="832488"/>
                <a:ext cx="9169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9" h="914400">
                    <a:moveTo>
                      <a:pt x="914400" y="914400"/>
                    </a:moveTo>
                    <a:lnTo>
                      <a:pt x="914400" y="910710"/>
                    </a:lnTo>
                    <a:lnTo>
                      <a:pt x="916969" y="91440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4" name="ph8724"/>
              <p:cNvSpPr/>
              <p:nvPr/>
            </p:nvSpPr>
            <p:spPr>
              <a:xfrm>
                <a:off x="3281719" y="7973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6887" y="931969"/>
                    </a:lnTo>
                    <a:lnTo>
                      <a:pt x="906316" y="925802"/>
                    </a:lnTo>
                    <a:lnTo>
                      <a:pt x="905623" y="915066"/>
                    </a:lnTo>
                    <a:lnTo>
                      <a:pt x="905598" y="91439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5" name="ph8725"/>
              <p:cNvSpPr/>
              <p:nvPr/>
            </p:nvSpPr>
            <p:spPr>
              <a:xfrm>
                <a:off x="328171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6" name="ph8726"/>
              <p:cNvSpPr/>
              <p:nvPr/>
            </p:nvSpPr>
            <p:spPr>
              <a:xfrm>
                <a:off x="329115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7" name="ph8727"/>
              <p:cNvSpPr/>
              <p:nvPr/>
            </p:nvSpPr>
            <p:spPr>
              <a:xfrm>
                <a:off x="330059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8" name="ph8728"/>
              <p:cNvSpPr/>
              <p:nvPr/>
            </p:nvSpPr>
            <p:spPr>
              <a:xfrm>
                <a:off x="331004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9" name="ph8729"/>
              <p:cNvSpPr/>
              <p:nvPr/>
            </p:nvSpPr>
            <p:spPr>
              <a:xfrm>
                <a:off x="331948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0" name="ph8730"/>
              <p:cNvSpPr/>
              <p:nvPr/>
            </p:nvSpPr>
            <p:spPr>
              <a:xfrm>
                <a:off x="332892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1" name="ph8731"/>
              <p:cNvSpPr/>
              <p:nvPr/>
            </p:nvSpPr>
            <p:spPr>
              <a:xfrm>
                <a:off x="333836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2" name="ph8732"/>
              <p:cNvSpPr/>
              <p:nvPr/>
            </p:nvSpPr>
            <p:spPr>
              <a:xfrm>
                <a:off x="334780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3" name="ph8733"/>
              <p:cNvSpPr/>
              <p:nvPr/>
            </p:nvSpPr>
            <p:spPr>
              <a:xfrm>
                <a:off x="335724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4" name="ph8734"/>
              <p:cNvSpPr/>
              <p:nvPr/>
            </p:nvSpPr>
            <p:spPr>
              <a:xfrm>
                <a:off x="336668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5" name="ph8735"/>
              <p:cNvSpPr/>
              <p:nvPr/>
            </p:nvSpPr>
            <p:spPr>
              <a:xfrm>
                <a:off x="337612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6" name="ph8736"/>
              <p:cNvSpPr/>
              <p:nvPr/>
            </p:nvSpPr>
            <p:spPr>
              <a:xfrm>
                <a:off x="338556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7" name="ph8737"/>
              <p:cNvSpPr/>
              <p:nvPr/>
            </p:nvSpPr>
            <p:spPr>
              <a:xfrm>
                <a:off x="339500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8" name="ph8738"/>
              <p:cNvSpPr/>
              <p:nvPr/>
            </p:nvSpPr>
            <p:spPr>
              <a:xfrm>
                <a:off x="340444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9" name="ph8739"/>
              <p:cNvSpPr/>
              <p:nvPr/>
            </p:nvSpPr>
            <p:spPr>
              <a:xfrm>
                <a:off x="341388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0" name="ph8740"/>
              <p:cNvSpPr/>
              <p:nvPr/>
            </p:nvSpPr>
            <p:spPr>
              <a:xfrm>
                <a:off x="342332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1" name="ph8741"/>
              <p:cNvSpPr/>
              <p:nvPr/>
            </p:nvSpPr>
            <p:spPr>
              <a:xfrm>
                <a:off x="343276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2" name="ph8742"/>
              <p:cNvSpPr/>
              <p:nvPr/>
            </p:nvSpPr>
            <p:spPr>
              <a:xfrm>
                <a:off x="344220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3" name="ph8743"/>
              <p:cNvSpPr/>
              <p:nvPr/>
            </p:nvSpPr>
            <p:spPr>
              <a:xfrm>
                <a:off x="345164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4" name="ph8744"/>
              <p:cNvSpPr/>
              <p:nvPr/>
            </p:nvSpPr>
            <p:spPr>
              <a:xfrm>
                <a:off x="346108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5" name="ph8745"/>
              <p:cNvSpPr/>
              <p:nvPr/>
            </p:nvSpPr>
            <p:spPr>
              <a:xfrm>
                <a:off x="347052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6" name="ph8746"/>
              <p:cNvSpPr/>
              <p:nvPr/>
            </p:nvSpPr>
            <p:spPr>
              <a:xfrm>
                <a:off x="347996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7" name="ph8747"/>
              <p:cNvSpPr/>
              <p:nvPr/>
            </p:nvSpPr>
            <p:spPr>
              <a:xfrm>
                <a:off x="348940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8" name="ph8748"/>
              <p:cNvSpPr/>
              <p:nvPr/>
            </p:nvSpPr>
            <p:spPr>
              <a:xfrm>
                <a:off x="349884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9" name="ph8749"/>
              <p:cNvSpPr/>
              <p:nvPr/>
            </p:nvSpPr>
            <p:spPr>
              <a:xfrm>
                <a:off x="350828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0" name="ph8750"/>
              <p:cNvSpPr/>
              <p:nvPr/>
            </p:nvSpPr>
            <p:spPr>
              <a:xfrm>
                <a:off x="351772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1" name="ph8751"/>
              <p:cNvSpPr/>
              <p:nvPr/>
            </p:nvSpPr>
            <p:spPr>
              <a:xfrm>
                <a:off x="352716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2" name="ph8752"/>
              <p:cNvSpPr/>
              <p:nvPr/>
            </p:nvSpPr>
            <p:spPr>
              <a:xfrm>
                <a:off x="353660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3" name="ph8753"/>
              <p:cNvSpPr/>
              <p:nvPr/>
            </p:nvSpPr>
            <p:spPr>
              <a:xfrm>
                <a:off x="354604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4" name="ph8754"/>
              <p:cNvSpPr/>
              <p:nvPr/>
            </p:nvSpPr>
            <p:spPr>
              <a:xfrm>
                <a:off x="355548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5" name="ph8755"/>
              <p:cNvSpPr/>
              <p:nvPr/>
            </p:nvSpPr>
            <p:spPr>
              <a:xfrm>
                <a:off x="356492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6" name="ph8756"/>
              <p:cNvSpPr/>
              <p:nvPr/>
            </p:nvSpPr>
            <p:spPr>
              <a:xfrm>
                <a:off x="357436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7" name="ph8757"/>
              <p:cNvSpPr/>
              <p:nvPr/>
            </p:nvSpPr>
            <p:spPr>
              <a:xfrm>
                <a:off x="358380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8" name="ph8758"/>
              <p:cNvSpPr/>
              <p:nvPr/>
            </p:nvSpPr>
            <p:spPr>
              <a:xfrm>
                <a:off x="359324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9" name="ph8759"/>
              <p:cNvSpPr/>
              <p:nvPr/>
            </p:nvSpPr>
            <p:spPr>
              <a:xfrm>
                <a:off x="360268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0" name="ph8760"/>
              <p:cNvSpPr/>
              <p:nvPr/>
            </p:nvSpPr>
            <p:spPr>
              <a:xfrm>
                <a:off x="361212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1" name="ph8761"/>
              <p:cNvSpPr/>
              <p:nvPr/>
            </p:nvSpPr>
            <p:spPr>
              <a:xfrm>
                <a:off x="362156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2" name="ph8762"/>
              <p:cNvSpPr/>
              <p:nvPr/>
            </p:nvSpPr>
            <p:spPr>
              <a:xfrm>
                <a:off x="363100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3" name="ph8763"/>
              <p:cNvSpPr/>
              <p:nvPr/>
            </p:nvSpPr>
            <p:spPr>
              <a:xfrm>
                <a:off x="364044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4" name="ph8764"/>
              <p:cNvSpPr/>
              <p:nvPr/>
            </p:nvSpPr>
            <p:spPr>
              <a:xfrm>
                <a:off x="364988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5" name="ph8765"/>
              <p:cNvSpPr/>
              <p:nvPr/>
            </p:nvSpPr>
            <p:spPr>
              <a:xfrm>
                <a:off x="365932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6" name="ph8766"/>
              <p:cNvSpPr/>
              <p:nvPr/>
            </p:nvSpPr>
            <p:spPr>
              <a:xfrm>
                <a:off x="366876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7" name="ph8767"/>
              <p:cNvSpPr/>
              <p:nvPr/>
            </p:nvSpPr>
            <p:spPr>
              <a:xfrm>
                <a:off x="367820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8" name="ph8768"/>
              <p:cNvSpPr/>
              <p:nvPr/>
            </p:nvSpPr>
            <p:spPr>
              <a:xfrm>
                <a:off x="368764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9" name="ph8769"/>
              <p:cNvSpPr/>
              <p:nvPr/>
            </p:nvSpPr>
            <p:spPr>
              <a:xfrm>
                <a:off x="369708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3F">
                  <a:alpha val="100000"/>
                </a:srgbClr>
              </a:solidFill>
              <a:ln w="5420" cap="flat">
                <a:solidFill>
                  <a:srgbClr val="EB64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0" name="ph8770"/>
              <p:cNvSpPr/>
              <p:nvPr/>
            </p:nvSpPr>
            <p:spPr>
              <a:xfrm>
                <a:off x="370653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1" name="ph8771"/>
              <p:cNvSpPr/>
              <p:nvPr/>
            </p:nvSpPr>
            <p:spPr>
              <a:xfrm>
                <a:off x="3725410" y="8149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005" y="896830"/>
                    </a:lnTo>
                    <a:lnTo>
                      <a:pt x="909508" y="902447"/>
                    </a:lnTo>
                    <a:lnTo>
                      <a:pt x="911176" y="903746"/>
                    </a:lnTo>
                    <a:lnTo>
                      <a:pt x="914400" y="906634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2" name="ph8772"/>
              <p:cNvSpPr/>
              <p:nvPr/>
            </p:nvSpPr>
            <p:spPr>
              <a:xfrm>
                <a:off x="3725410" y="814918"/>
                <a:ext cx="9222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10" h="914400">
                    <a:moveTo>
                      <a:pt x="914400" y="914400"/>
                    </a:moveTo>
                    <a:lnTo>
                      <a:pt x="914400" y="906634"/>
                    </a:lnTo>
                    <a:lnTo>
                      <a:pt x="916501" y="908516"/>
                    </a:lnTo>
                    <a:lnTo>
                      <a:pt x="921684" y="913796"/>
                    </a:lnTo>
                    <a:lnTo>
                      <a:pt x="922210" y="91440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3" name="ph8773"/>
              <p:cNvSpPr/>
              <p:nvPr/>
            </p:nvSpPr>
            <p:spPr>
              <a:xfrm>
                <a:off x="3281719" y="7797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98" y="931969"/>
                    </a:lnTo>
                    <a:lnTo>
                      <a:pt x="905226" y="921848"/>
                    </a:lnTo>
                    <a:lnTo>
                      <a:pt x="905158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4" name="ph8774"/>
              <p:cNvSpPr/>
              <p:nvPr/>
            </p:nvSpPr>
            <p:spPr>
              <a:xfrm>
                <a:off x="328171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5" name="ph8775"/>
              <p:cNvSpPr/>
              <p:nvPr/>
            </p:nvSpPr>
            <p:spPr>
              <a:xfrm>
                <a:off x="329115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6" name="ph8776"/>
              <p:cNvSpPr/>
              <p:nvPr/>
            </p:nvSpPr>
            <p:spPr>
              <a:xfrm>
                <a:off x="330059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7" name="ph8777"/>
              <p:cNvSpPr/>
              <p:nvPr/>
            </p:nvSpPr>
            <p:spPr>
              <a:xfrm>
                <a:off x="331004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8" name="ph8778"/>
              <p:cNvSpPr/>
              <p:nvPr/>
            </p:nvSpPr>
            <p:spPr>
              <a:xfrm>
                <a:off x="331948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9" name="ph8779"/>
              <p:cNvSpPr/>
              <p:nvPr/>
            </p:nvSpPr>
            <p:spPr>
              <a:xfrm>
                <a:off x="332892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0" name="ph8780"/>
              <p:cNvSpPr/>
              <p:nvPr/>
            </p:nvSpPr>
            <p:spPr>
              <a:xfrm>
                <a:off x="333836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1" name="ph8781"/>
              <p:cNvSpPr/>
              <p:nvPr/>
            </p:nvSpPr>
            <p:spPr>
              <a:xfrm>
                <a:off x="334780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2" name="ph8782"/>
              <p:cNvSpPr/>
              <p:nvPr/>
            </p:nvSpPr>
            <p:spPr>
              <a:xfrm>
                <a:off x="335724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3" name="ph8783"/>
              <p:cNvSpPr/>
              <p:nvPr/>
            </p:nvSpPr>
            <p:spPr>
              <a:xfrm>
                <a:off x="336668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4" name="ph8784"/>
              <p:cNvSpPr/>
              <p:nvPr/>
            </p:nvSpPr>
            <p:spPr>
              <a:xfrm>
                <a:off x="337612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5" name="ph8785"/>
              <p:cNvSpPr/>
              <p:nvPr/>
            </p:nvSpPr>
            <p:spPr>
              <a:xfrm>
                <a:off x="338556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6" name="ph8786"/>
              <p:cNvSpPr/>
              <p:nvPr/>
            </p:nvSpPr>
            <p:spPr>
              <a:xfrm>
                <a:off x="339500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7" name="ph8787"/>
              <p:cNvSpPr/>
              <p:nvPr/>
            </p:nvSpPr>
            <p:spPr>
              <a:xfrm>
                <a:off x="340444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8" name="ph8788"/>
              <p:cNvSpPr/>
              <p:nvPr/>
            </p:nvSpPr>
            <p:spPr>
              <a:xfrm>
                <a:off x="341388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9" name="ph8789"/>
              <p:cNvSpPr/>
              <p:nvPr/>
            </p:nvSpPr>
            <p:spPr>
              <a:xfrm>
                <a:off x="342332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0" name="ph8790"/>
              <p:cNvSpPr/>
              <p:nvPr/>
            </p:nvSpPr>
            <p:spPr>
              <a:xfrm>
                <a:off x="343276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1" name="ph8791"/>
              <p:cNvSpPr/>
              <p:nvPr/>
            </p:nvSpPr>
            <p:spPr>
              <a:xfrm>
                <a:off x="344220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2" name="ph8792"/>
              <p:cNvSpPr/>
              <p:nvPr/>
            </p:nvSpPr>
            <p:spPr>
              <a:xfrm>
                <a:off x="345164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3" name="ph8793"/>
              <p:cNvSpPr/>
              <p:nvPr/>
            </p:nvSpPr>
            <p:spPr>
              <a:xfrm>
                <a:off x="346108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4" name="ph8794"/>
              <p:cNvSpPr/>
              <p:nvPr/>
            </p:nvSpPr>
            <p:spPr>
              <a:xfrm>
                <a:off x="347052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5" name="ph8795"/>
              <p:cNvSpPr/>
              <p:nvPr/>
            </p:nvSpPr>
            <p:spPr>
              <a:xfrm>
                <a:off x="347996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6" name="ph8796"/>
              <p:cNvSpPr/>
              <p:nvPr/>
            </p:nvSpPr>
            <p:spPr>
              <a:xfrm>
                <a:off x="348940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7" name="ph8797"/>
              <p:cNvSpPr/>
              <p:nvPr/>
            </p:nvSpPr>
            <p:spPr>
              <a:xfrm>
                <a:off x="349884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8" name="ph8798"/>
              <p:cNvSpPr/>
              <p:nvPr/>
            </p:nvSpPr>
            <p:spPr>
              <a:xfrm>
                <a:off x="350828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9" name="ph8799"/>
              <p:cNvSpPr/>
              <p:nvPr/>
            </p:nvSpPr>
            <p:spPr>
              <a:xfrm>
                <a:off x="351772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0" name="ph8800"/>
              <p:cNvSpPr/>
              <p:nvPr/>
            </p:nvSpPr>
            <p:spPr>
              <a:xfrm>
                <a:off x="352716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1" name="ph8801"/>
              <p:cNvSpPr/>
              <p:nvPr/>
            </p:nvSpPr>
            <p:spPr>
              <a:xfrm>
                <a:off x="353660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2" name="ph8802"/>
              <p:cNvSpPr/>
              <p:nvPr/>
            </p:nvSpPr>
            <p:spPr>
              <a:xfrm>
                <a:off x="354604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3" name="ph8803"/>
              <p:cNvSpPr/>
              <p:nvPr/>
            </p:nvSpPr>
            <p:spPr>
              <a:xfrm>
                <a:off x="355548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4" name="ph8804"/>
              <p:cNvSpPr/>
              <p:nvPr/>
            </p:nvSpPr>
            <p:spPr>
              <a:xfrm>
                <a:off x="356492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5" name="ph8805"/>
              <p:cNvSpPr/>
              <p:nvPr/>
            </p:nvSpPr>
            <p:spPr>
              <a:xfrm>
                <a:off x="357436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6" name="ph8806"/>
              <p:cNvSpPr/>
              <p:nvPr/>
            </p:nvSpPr>
            <p:spPr>
              <a:xfrm>
                <a:off x="358380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7" name="ph8807"/>
              <p:cNvSpPr/>
              <p:nvPr/>
            </p:nvSpPr>
            <p:spPr>
              <a:xfrm>
                <a:off x="359324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8" name="ph8808"/>
              <p:cNvSpPr/>
              <p:nvPr/>
            </p:nvSpPr>
            <p:spPr>
              <a:xfrm>
                <a:off x="360268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9" name="ph8809"/>
              <p:cNvSpPr/>
              <p:nvPr/>
            </p:nvSpPr>
            <p:spPr>
              <a:xfrm>
                <a:off x="361212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0" name="ph8810"/>
              <p:cNvSpPr/>
              <p:nvPr/>
            </p:nvSpPr>
            <p:spPr>
              <a:xfrm>
                <a:off x="362156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1" name="ph8811"/>
              <p:cNvSpPr/>
              <p:nvPr/>
            </p:nvSpPr>
            <p:spPr>
              <a:xfrm>
                <a:off x="363100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2" name="ph8812"/>
              <p:cNvSpPr/>
              <p:nvPr/>
            </p:nvSpPr>
            <p:spPr>
              <a:xfrm>
                <a:off x="364044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3" name="ph8813"/>
              <p:cNvSpPr/>
              <p:nvPr/>
            </p:nvSpPr>
            <p:spPr>
              <a:xfrm>
                <a:off x="364988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4" name="ph8814"/>
              <p:cNvSpPr/>
              <p:nvPr/>
            </p:nvSpPr>
            <p:spPr>
              <a:xfrm>
                <a:off x="365932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5" name="ph8815"/>
              <p:cNvSpPr/>
              <p:nvPr/>
            </p:nvSpPr>
            <p:spPr>
              <a:xfrm>
                <a:off x="366876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6" name="ph8816"/>
              <p:cNvSpPr/>
              <p:nvPr/>
            </p:nvSpPr>
            <p:spPr>
              <a:xfrm>
                <a:off x="367820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7" name="ph8817"/>
              <p:cNvSpPr/>
              <p:nvPr/>
            </p:nvSpPr>
            <p:spPr>
              <a:xfrm>
                <a:off x="368764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8" name="ph8818"/>
              <p:cNvSpPr/>
              <p:nvPr/>
            </p:nvSpPr>
            <p:spPr>
              <a:xfrm>
                <a:off x="369708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9" name="ph8819"/>
              <p:cNvSpPr/>
              <p:nvPr/>
            </p:nvSpPr>
            <p:spPr>
              <a:xfrm>
                <a:off x="3715970" y="797348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7239" y="896830"/>
                    </a:lnTo>
                    <a:lnTo>
                      <a:pt x="907952" y="898001"/>
                    </a:lnTo>
                    <a:lnTo>
                      <a:pt x="912155" y="905658"/>
                    </a:lnTo>
                    <a:lnTo>
                      <a:pt x="914400" y="910195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0" name="ph8820"/>
              <p:cNvSpPr/>
              <p:nvPr/>
            </p:nvSpPr>
            <p:spPr>
              <a:xfrm>
                <a:off x="3715970" y="797348"/>
                <a:ext cx="91644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446" h="914399">
                    <a:moveTo>
                      <a:pt x="914400" y="914399"/>
                    </a:moveTo>
                    <a:lnTo>
                      <a:pt x="914400" y="910195"/>
                    </a:lnTo>
                    <a:lnTo>
                      <a:pt x="916139" y="913710"/>
                    </a:lnTo>
                    <a:lnTo>
                      <a:pt x="916446" y="91439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1" name="ph8821"/>
              <p:cNvSpPr/>
              <p:nvPr/>
            </p:nvSpPr>
            <p:spPr>
              <a:xfrm>
                <a:off x="3272279" y="762209"/>
                <a:ext cx="914400" cy="9241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144">
                    <a:moveTo>
                      <a:pt x="914400" y="914400"/>
                    </a:moveTo>
                    <a:lnTo>
                      <a:pt x="914400" y="924144"/>
                    </a:lnTo>
                    <a:lnTo>
                      <a:pt x="914350" y="923939"/>
                    </a:lnTo>
                    <a:lnTo>
                      <a:pt x="912346" y="914400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2" name="ph8822"/>
              <p:cNvSpPr/>
              <p:nvPr/>
            </p:nvSpPr>
            <p:spPr>
              <a:xfrm>
                <a:off x="327227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599" y="931969"/>
                    </a:lnTo>
                    <a:lnTo>
                      <a:pt x="914568" y="928606"/>
                    </a:lnTo>
                    <a:lnTo>
                      <a:pt x="914633" y="925106"/>
                    </a:lnTo>
                    <a:lnTo>
                      <a:pt x="914400" y="924144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3" name="ph8823"/>
              <p:cNvSpPr/>
              <p:nvPr/>
            </p:nvSpPr>
            <p:spPr>
              <a:xfrm>
                <a:off x="328171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4" name="ph8824"/>
              <p:cNvSpPr/>
              <p:nvPr/>
            </p:nvSpPr>
            <p:spPr>
              <a:xfrm>
                <a:off x="329115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5" name="ph8825"/>
              <p:cNvSpPr/>
              <p:nvPr/>
            </p:nvSpPr>
            <p:spPr>
              <a:xfrm>
                <a:off x="330059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6" name="ph8826"/>
              <p:cNvSpPr/>
              <p:nvPr/>
            </p:nvSpPr>
            <p:spPr>
              <a:xfrm>
                <a:off x="331004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7" name="ph8827"/>
              <p:cNvSpPr/>
              <p:nvPr/>
            </p:nvSpPr>
            <p:spPr>
              <a:xfrm>
                <a:off x="331948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8" name="ph8828"/>
              <p:cNvSpPr/>
              <p:nvPr/>
            </p:nvSpPr>
            <p:spPr>
              <a:xfrm>
                <a:off x="332892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9" name="ph8829"/>
              <p:cNvSpPr/>
              <p:nvPr/>
            </p:nvSpPr>
            <p:spPr>
              <a:xfrm>
                <a:off x="333836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0" name="ph8830"/>
              <p:cNvSpPr/>
              <p:nvPr/>
            </p:nvSpPr>
            <p:spPr>
              <a:xfrm>
                <a:off x="334780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1" name="ph8831"/>
              <p:cNvSpPr/>
              <p:nvPr/>
            </p:nvSpPr>
            <p:spPr>
              <a:xfrm>
                <a:off x="335724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2" name="ph8832"/>
              <p:cNvSpPr/>
              <p:nvPr/>
            </p:nvSpPr>
            <p:spPr>
              <a:xfrm>
                <a:off x="336668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3" name="ph8833"/>
              <p:cNvSpPr/>
              <p:nvPr/>
            </p:nvSpPr>
            <p:spPr>
              <a:xfrm>
                <a:off x="337612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4" name="ph8834"/>
              <p:cNvSpPr/>
              <p:nvPr/>
            </p:nvSpPr>
            <p:spPr>
              <a:xfrm>
                <a:off x="338556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5" name="ph8835"/>
              <p:cNvSpPr/>
              <p:nvPr/>
            </p:nvSpPr>
            <p:spPr>
              <a:xfrm>
                <a:off x="339500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6" name="ph8836"/>
              <p:cNvSpPr/>
              <p:nvPr/>
            </p:nvSpPr>
            <p:spPr>
              <a:xfrm>
                <a:off x="340444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7" name="ph8837"/>
              <p:cNvSpPr/>
              <p:nvPr/>
            </p:nvSpPr>
            <p:spPr>
              <a:xfrm>
                <a:off x="341388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8" name="ph8838"/>
              <p:cNvSpPr/>
              <p:nvPr/>
            </p:nvSpPr>
            <p:spPr>
              <a:xfrm>
                <a:off x="342332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9" name="ph8839"/>
              <p:cNvSpPr/>
              <p:nvPr/>
            </p:nvSpPr>
            <p:spPr>
              <a:xfrm>
                <a:off x="343276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0" name="ph8840"/>
              <p:cNvSpPr/>
              <p:nvPr/>
            </p:nvSpPr>
            <p:spPr>
              <a:xfrm>
                <a:off x="344220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1" name="ph8841"/>
              <p:cNvSpPr/>
              <p:nvPr/>
            </p:nvSpPr>
            <p:spPr>
              <a:xfrm>
                <a:off x="345164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2" name="ph8842"/>
              <p:cNvSpPr/>
              <p:nvPr/>
            </p:nvSpPr>
            <p:spPr>
              <a:xfrm>
                <a:off x="346108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3" name="ph8843"/>
              <p:cNvSpPr/>
              <p:nvPr/>
            </p:nvSpPr>
            <p:spPr>
              <a:xfrm>
                <a:off x="347052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4" name="ph8844"/>
              <p:cNvSpPr/>
              <p:nvPr/>
            </p:nvSpPr>
            <p:spPr>
              <a:xfrm>
                <a:off x="347996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5" name="ph8845"/>
              <p:cNvSpPr/>
              <p:nvPr/>
            </p:nvSpPr>
            <p:spPr>
              <a:xfrm>
                <a:off x="348940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6" name="ph8846"/>
              <p:cNvSpPr/>
              <p:nvPr/>
            </p:nvSpPr>
            <p:spPr>
              <a:xfrm>
                <a:off x="349884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7" name="ph8847"/>
              <p:cNvSpPr/>
              <p:nvPr/>
            </p:nvSpPr>
            <p:spPr>
              <a:xfrm>
                <a:off x="350828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8" name="ph8848"/>
              <p:cNvSpPr/>
              <p:nvPr/>
            </p:nvSpPr>
            <p:spPr>
              <a:xfrm>
                <a:off x="351772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9" name="ph8849"/>
              <p:cNvSpPr/>
              <p:nvPr/>
            </p:nvSpPr>
            <p:spPr>
              <a:xfrm>
                <a:off x="352716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0" name="ph8850"/>
              <p:cNvSpPr/>
              <p:nvPr/>
            </p:nvSpPr>
            <p:spPr>
              <a:xfrm>
                <a:off x="353660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1" name="ph8851"/>
              <p:cNvSpPr/>
              <p:nvPr/>
            </p:nvSpPr>
            <p:spPr>
              <a:xfrm>
                <a:off x="354604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2" name="ph8852"/>
              <p:cNvSpPr/>
              <p:nvPr/>
            </p:nvSpPr>
            <p:spPr>
              <a:xfrm>
                <a:off x="355548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3" name="ph8853"/>
              <p:cNvSpPr/>
              <p:nvPr/>
            </p:nvSpPr>
            <p:spPr>
              <a:xfrm>
                <a:off x="356492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4" name="ph8854"/>
              <p:cNvSpPr/>
              <p:nvPr/>
            </p:nvSpPr>
            <p:spPr>
              <a:xfrm>
                <a:off x="357436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5" name="ph8855"/>
              <p:cNvSpPr/>
              <p:nvPr/>
            </p:nvSpPr>
            <p:spPr>
              <a:xfrm>
                <a:off x="358380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6" name="ph8856"/>
              <p:cNvSpPr/>
              <p:nvPr/>
            </p:nvSpPr>
            <p:spPr>
              <a:xfrm>
                <a:off x="359324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7" name="ph8857"/>
              <p:cNvSpPr/>
              <p:nvPr/>
            </p:nvSpPr>
            <p:spPr>
              <a:xfrm>
                <a:off x="360268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8" name="ph8858"/>
              <p:cNvSpPr/>
              <p:nvPr/>
            </p:nvSpPr>
            <p:spPr>
              <a:xfrm>
                <a:off x="361212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9" name="ph8859"/>
              <p:cNvSpPr/>
              <p:nvPr/>
            </p:nvSpPr>
            <p:spPr>
              <a:xfrm>
                <a:off x="362156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0" name="ph8860"/>
              <p:cNvSpPr/>
              <p:nvPr/>
            </p:nvSpPr>
            <p:spPr>
              <a:xfrm>
                <a:off x="363100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1" name="ph8861"/>
              <p:cNvSpPr/>
              <p:nvPr/>
            </p:nvSpPr>
            <p:spPr>
              <a:xfrm>
                <a:off x="364044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2" name="ph8862"/>
              <p:cNvSpPr/>
              <p:nvPr/>
            </p:nvSpPr>
            <p:spPr>
              <a:xfrm>
                <a:off x="364988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3" name="ph8863"/>
              <p:cNvSpPr/>
              <p:nvPr/>
            </p:nvSpPr>
            <p:spPr>
              <a:xfrm>
                <a:off x="365932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4" name="ph8864"/>
              <p:cNvSpPr/>
              <p:nvPr/>
            </p:nvSpPr>
            <p:spPr>
              <a:xfrm>
                <a:off x="366876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5" name="ph8865"/>
              <p:cNvSpPr/>
              <p:nvPr/>
            </p:nvSpPr>
            <p:spPr>
              <a:xfrm>
                <a:off x="367820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6" name="ph8866"/>
              <p:cNvSpPr/>
              <p:nvPr/>
            </p:nvSpPr>
            <p:spPr>
              <a:xfrm>
                <a:off x="3697089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274" y="896830"/>
                    </a:lnTo>
                    <a:lnTo>
                      <a:pt x="914400" y="896997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7" name="ph8867"/>
              <p:cNvSpPr/>
              <p:nvPr/>
            </p:nvSpPr>
            <p:spPr>
              <a:xfrm>
                <a:off x="3706530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997"/>
                    </a:lnTo>
                    <a:lnTo>
                      <a:pt x="908375" y="901525"/>
                    </a:lnTo>
                    <a:lnTo>
                      <a:pt x="912982" y="908330"/>
                    </a:lnTo>
                    <a:lnTo>
                      <a:pt x="914400" y="910657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8" name="ph8868"/>
              <p:cNvSpPr/>
              <p:nvPr/>
            </p:nvSpPr>
            <p:spPr>
              <a:xfrm>
                <a:off x="3706530" y="779779"/>
                <a:ext cx="9166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79" h="914400">
                    <a:moveTo>
                      <a:pt x="914400" y="914400"/>
                    </a:moveTo>
                    <a:lnTo>
                      <a:pt x="914400" y="910657"/>
                    </a:lnTo>
                    <a:lnTo>
                      <a:pt x="916679" y="914400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9" name="ph8869"/>
              <p:cNvSpPr/>
              <p:nvPr/>
            </p:nvSpPr>
            <p:spPr>
              <a:xfrm>
                <a:off x="3272279" y="74463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46" y="931969"/>
                    </a:lnTo>
                    <a:lnTo>
                      <a:pt x="912250" y="931510"/>
                    </a:lnTo>
                    <a:lnTo>
                      <a:pt x="910426" y="921325"/>
                    </a:lnTo>
                    <a:lnTo>
                      <a:pt x="909393" y="914400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0" name="ph8870"/>
              <p:cNvSpPr/>
              <p:nvPr/>
            </p:nvSpPr>
            <p:spPr>
              <a:xfrm>
                <a:off x="327227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1" name="ph8871"/>
              <p:cNvSpPr/>
              <p:nvPr/>
            </p:nvSpPr>
            <p:spPr>
              <a:xfrm>
                <a:off x="328171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2" name="ph8872"/>
              <p:cNvSpPr/>
              <p:nvPr/>
            </p:nvSpPr>
            <p:spPr>
              <a:xfrm>
                <a:off x="329115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3" name="ph8873"/>
              <p:cNvSpPr/>
              <p:nvPr/>
            </p:nvSpPr>
            <p:spPr>
              <a:xfrm>
                <a:off x="330059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4" name="ph8874"/>
              <p:cNvSpPr/>
              <p:nvPr/>
            </p:nvSpPr>
            <p:spPr>
              <a:xfrm>
                <a:off x="331004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5" name="ph8875"/>
              <p:cNvSpPr/>
              <p:nvPr/>
            </p:nvSpPr>
            <p:spPr>
              <a:xfrm>
                <a:off x="331948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6" name="ph8876"/>
              <p:cNvSpPr/>
              <p:nvPr/>
            </p:nvSpPr>
            <p:spPr>
              <a:xfrm>
                <a:off x="332892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7" name="ph8877"/>
              <p:cNvSpPr/>
              <p:nvPr/>
            </p:nvSpPr>
            <p:spPr>
              <a:xfrm>
                <a:off x="333836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8" name="ph8878"/>
              <p:cNvSpPr/>
              <p:nvPr/>
            </p:nvSpPr>
            <p:spPr>
              <a:xfrm>
                <a:off x="334780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9" name="ph8879"/>
              <p:cNvSpPr/>
              <p:nvPr/>
            </p:nvSpPr>
            <p:spPr>
              <a:xfrm>
                <a:off x="335724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0" name="ph8880"/>
              <p:cNvSpPr/>
              <p:nvPr/>
            </p:nvSpPr>
            <p:spPr>
              <a:xfrm>
                <a:off x="336668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1" name="ph8881"/>
              <p:cNvSpPr/>
              <p:nvPr/>
            </p:nvSpPr>
            <p:spPr>
              <a:xfrm>
                <a:off x="337612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2" name="ph8882"/>
              <p:cNvSpPr/>
              <p:nvPr/>
            </p:nvSpPr>
            <p:spPr>
              <a:xfrm>
                <a:off x="338556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3" name="ph8883"/>
              <p:cNvSpPr/>
              <p:nvPr/>
            </p:nvSpPr>
            <p:spPr>
              <a:xfrm>
                <a:off x="339500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4" name="ph8884"/>
              <p:cNvSpPr/>
              <p:nvPr/>
            </p:nvSpPr>
            <p:spPr>
              <a:xfrm>
                <a:off x="340444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5" name="ph8885"/>
              <p:cNvSpPr/>
              <p:nvPr/>
            </p:nvSpPr>
            <p:spPr>
              <a:xfrm>
                <a:off x="341388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6" name="ph8886"/>
              <p:cNvSpPr/>
              <p:nvPr/>
            </p:nvSpPr>
            <p:spPr>
              <a:xfrm>
                <a:off x="342332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7" name="ph8887"/>
              <p:cNvSpPr/>
              <p:nvPr/>
            </p:nvSpPr>
            <p:spPr>
              <a:xfrm>
                <a:off x="343276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8" name="ph8888"/>
              <p:cNvSpPr/>
              <p:nvPr/>
            </p:nvSpPr>
            <p:spPr>
              <a:xfrm>
                <a:off x="344220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9" name="ph8889"/>
              <p:cNvSpPr/>
              <p:nvPr/>
            </p:nvSpPr>
            <p:spPr>
              <a:xfrm>
                <a:off x="345164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0" name="ph8890"/>
              <p:cNvSpPr/>
              <p:nvPr/>
            </p:nvSpPr>
            <p:spPr>
              <a:xfrm>
                <a:off x="346108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1" name="ph8891"/>
              <p:cNvSpPr/>
              <p:nvPr/>
            </p:nvSpPr>
            <p:spPr>
              <a:xfrm>
                <a:off x="347052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2" name="ph8892"/>
              <p:cNvSpPr/>
              <p:nvPr/>
            </p:nvSpPr>
            <p:spPr>
              <a:xfrm>
                <a:off x="347996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3" name="ph8893"/>
              <p:cNvSpPr/>
              <p:nvPr/>
            </p:nvSpPr>
            <p:spPr>
              <a:xfrm>
                <a:off x="348940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4" name="ph8894"/>
              <p:cNvSpPr/>
              <p:nvPr/>
            </p:nvSpPr>
            <p:spPr>
              <a:xfrm>
                <a:off x="349884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5" name="ph8895"/>
              <p:cNvSpPr/>
              <p:nvPr/>
            </p:nvSpPr>
            <p:spPr>
              <a:xfrm>
                <a:off x="350828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6" name="ph8896"/>
              <p:cNvSpPr/>
              <p:nvPr/>
            </p:nvSpPr>
            <p:spPr>
              <a:xfrm>
                <a:off x="351772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7" name="ph8897"/>
              <p:cNvSpPr/>
              <p:nvPr/>
            </p:nvSpPr>
            <p:spPr>
              <a:xfrm>
                <a:off x="352716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8" name="ph8898"/>
              <p:cNvSpPr/>
              <p:nvPr/>
            </p:nvSpPr>
            <p:spPr>
              <a:xfrm>
                <a:off x="353660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9" name="ph8899"/>
              <p:cNvSpPr/>
              <p:nvPr/>
            </p:nvSpPr>
            <p:spPr>
              <a:xfrm>
                <a:off x="354604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0" name="ph8900"/>
              <p:cNvSpPr/>
              <p:nvPr/>
            </p:nvSpPr>
            <p:spPr>
              <a:xfrm>
                <a:off x="355548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1" name="ph8901"/>
              <p:cNvSpPr/>
              <p:nvPr/>
            </p:nvSpPr>
            <p:spPr>
              <a:xfrm>
                <a:off x="356492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2" name="ph8902"/>
              <p:cNvSpPr/>
              <p:nvPr/>
            </p:nvSpPr>
            <p:spPr>
              <a:xfrm>
                <a:off x="357436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3" name="ph8903"/>
              <p:cNvSpPr/>
              <p:nvPr/>
            </p:nvSpPr>
            <p:spPr>
              <a:xfrm>
                <a:off x="358380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4" name="ph8904"/>
              <p:cNvSpPr/>
              <p:nvPr/>
            </p:nvSpPr>
            <p:spPr>
              <a:xfrm>
                <a:off x="359324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5" name="ph8905"/>
              <p:cNvSpPr/>
              <p:nvPr/>
            </p:nvSpPr>
            <p:spPr>
              <a:xfrm>
                <a:off x="360268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6" name="ph8906"/>
              <p:cNvSpPr/>
              <p:nvPr/>
            </p:nvSpPr>
            <p:spPr>
              <a:xfrm>
                <a:off x="361212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7" name="ph8907"/>
              <p:cNvSpPr/>
              <p:nvPr/>
            </p:nvSpPr>
            <p:spPr>
              <a:xfrm>
                <a:off x="362156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8" name="ph8908"/>
              <p:cNvSpPr/>
              <p:nvPr/>
            </p:nvSpPr>
            <p:spPr>
              <a:xfrm>
                <a:off x="363100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9" name="ph8909"/>
              <p:cNvSpPr/>
              <p:nvPr/>
            </p:nvSpPr>
            <p:spPr>
              <a:xfrm>
                <a:off x="364044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0" name="ph8910"/>
              <p:cNvSpPr/>
              <p:nvPr/>
            </p:nvSpPr>
            <p:spPr>
              <a:xfrm>
                <a:off x="364988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1" name="ph8911"/>
              <p:cNvSpPr/>
              <p:nvPr/>
            </p:nvSpPr>
            <p:spPr>
              <a:xfrm>
                <a:off x="365932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2" name="ph8912"/>
              <p:cNvSpPr/>
              <p:nvPr/>
            </p:nvSpPr>
            <p:spPr>
              <a:xfrm>
                <a:off x="366876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3" name="ph8913"/>
              <p:cNvSpPr/>
              <p:nvPr/>
            </p:nvSpPr>
            <p:spPr>
              <a:xfrm>
                <a:off x="3687649" y="76220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702" y="896834"/>
                    </a:lnTo>
                    <a:lnTo>
                      <a:pt x="908171" y="897298"/>
                    </a:lnTo>
                    <a:lnTo>
                      <a:pt x="908639" y="897762"/>
                    </a:lnTo>
                    <a:lnTo>
                      <a:pt x="909108" y="898226"/>
                    </a:lnTo>
                    <a:lnTo>
                      <a:pt x="909576" y="898689"/>
                    </a:lnTo>
                    <a:lnTo>
                      <a:pt x="910045" y="899153"/>
                    </a:lnTo>
                    <a:lnTo>
                      <a:pt x="910513" y="899617"/>
                    </a:lnTo>
                    <a:lnTo>
                      <a:pt x="910982" y="900081"/>
                    </a:lnTo>
                    <a:lnTo>
                      <a:pt x="911450" y="900545"/>
                    </a:lnTo>
                    <a:lnTo>
                      <a:pt x="911918" y="901009"/>
                    </a:lnTo>
                    <a:lnTo>
                      <a:pt x="912387" y="901473"/>
                    </a:lnTo>
                    <a:lnTo>
                      <a:pt x="914400" y="903593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4" name="ph8914"/>
              <p:cNvSpPr/>
              <p:nvPr/>
            </p:nvSpPr>
            <p:spPr>
              <a:xfrm>
                <a:off x="3687649" y="762209"/>
                <a:ext cx="9237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14" h="914400">
                    <a:moveTo>
                      <a:pt x="914400" y="914400"/>
                    </a:moveTo>
                    <a:lnTo>
                      <a:pt x="914400" y="903593"/>
                    </a:lnTo>
                    <a:lnTo>
                      <a:pt x="917505" y="906865"/>
                    </a:lnTo>
                    <a:lnTo>
                      <a:pt x="922465" y="912744"/>
                    </a:lnTo>
                    <a:lnTo>
                      <a:pt x="923714" y="914400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5" name="ph8915"/>
              <p:cNvSpPr/>
              <p:nvPr/>
            </p:nvSpPr>
            <p:spPr>
              <a:xfrm>
                <a:off x="3272279" y="7270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9393" y="931969"/>
                    </a:lnTo>
                    <a:lnTo>
                      <a:pt x="908884" y="928551"/>
                    </a:lnTo>
                    <a:lnTo>
                      <a:pt x="907626" y="918074"/>
                    </a:lnTo>
                    <a:lnTo>
                      <a:pt x="907289" y="91439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6" name="ph8916"/>
              <p:cNvSpPr/>
              <p:nvPr/>
            </p:nvSpPr>
            <p:spPr>
              <a:xfrm>
                <a:off x="327227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7" name="ph8917"/>
              <p:cNvSpPr/>
              <p:nvPr/>
            </p:nvSpPr>
            <p:spPr>
              <a:xfrm>
                <a:off x="328171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8" name="ph8918"/>
              <p:cNvSpPr/>
              <p:nvPr/>
            </p:nvSpPr>
            <p:spPr>
              <a:xfrm>
                <a:off x="329115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9" name="ph8919"/>
              <p:cNvSpPr/>
              <p:nvPr/>
            </p:nvSpPr>
            <p:spPr>
              <a:xfrm>
                <a:off x="330059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0" name="ph8920"/>
              <p:cNvSpPr/>
              <p:nvPr/>
            </p:nvSpPr>
            <p:spPr>
              <a:xfrm>
                <a:off x="331004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1" name="ph8921"/>
              <p:cNvSpPr/>
              <p:nvPr/>
            </p:nvSpPr>
            <p:spPr>
              <a:xfrm>
                <a:off x="331948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2" name="ph8922"/>
              <p:cNvSpPr/>
              <p:nvPr/>
            </p:nvSpPr>
            <p:spPr>
              <a:xfrm>
                <a:off x="332892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3" name="ph8923"/>
              <p:cNvSpPr/>
              <p:nvPr/>
            </p:nvSpPr>
            <p:spPr>
              <a:xfrm>
                <a:off x="333836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4" name="ph8924"/>
              <p:cNvSpPr/>
              <p:nvPr/>
            </p:nvSpPr>
            <p:spPr>
              <a:xfrm>
                <a:off x="334780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5" name="ph8925"/>
              <p:cNvSpPr/>
              <p:nvPr/>
            </p:nvSpPr>
            <p:spPr>
              <a:xfrm>
                <a:off x="335724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6" name="ph8926"/>
              <p:cNvSpPr/>
              <p:nvPr/>
            </p:nvSpPr>
            <p:spPr>
              <a:xfrm>
                <a:off x="336668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7" name="ph8927"/>
              <p:cNvSpPr/>
              <p:nvPr/>
            </p:nvSpPr>
            <p:spPr>
              <a:xfrm>
                <a:off x="337612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8" name="ph8928"/>
              <p:cNvSpPr/>
              <p:nvPr/>
            </p:nvSpPr>
            <p:spPr>
              <a:xfrm>
                <a:off x="338556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9" name="ph8929"/>
              <p:cNvSpPr/>
              <p:nvPr/>
            </p:nvSpPr>
            <p:spPr>
              <a:xfrm>
                <a:off x="339500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0" name="ph8930"/>
              <p:cNvSpPr/>
              <p:nvPr/>
            </p:nvSpPr>
            <p:spPr>
              <a:xfrm>
                <a:off x="340444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1" name="ph8931"/>
              <p:cNvSpPr/>
              <p:nvPr/>
            </p:nvSpPr>
            <p:spPr>
              <a:xfrm>
                <a:off x="341388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2" name="ph8932"/>
              <p:cNvSpPr/>
              <p:nvPr/>
            </p:nvSpPr>
            <p:spPr>
              <a:xfrm>
                <a:off x="342332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3" name="ph8933"/>
              <p:cNvSpPr/>
              <p:nvPr/>
            </p:nvSpPr>
            <p:spPr>
              <a:xfrm>
                <a:off x="343276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4" name="ph8934"/>
              <p:cNvSpPr/>
              <p:nvPr/>
            </p:nvSpPr>
            <p:spPr>
              <a:xfrm>
                <a:off x="344220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5" name="ph8935"/>
              <p:cNvSpPr/>
              <p:nvPr/>
            </p:nvSpPr>
            <p:spPr>
              <a:xfrm>
                <a:off x="345164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6" name="ph8936"/>
              <p:cNvSpPr/>
              <p:nvPr/>
            </p:nvSpPr>
            <p:spPr>
              <a:xfrm>
                <a:off x="346108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7" name="ph8937"/>
              <p:cNvSpPr/>
              <p:nvPr/>
            </p:nvSpPr>
            <p:spPr>
              <a:xfrm>
                <a:off x="347052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8" name="ph8938"/>
              <p:cNvSpPr/>
              <p:nvPr/>
            </p:nvSpPr>
            <p:spPr>
              <a:xfrm>
                <a:off x="347996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9" name="ph8939"/>
              <p:cNvSpPr/>
              <p:nvPr/>
            </p:nvSpPr>
            <p:spPr>
              <a:xfrm>
                <a:off x="348940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0" name="ph8940"/>
              <p:cNvSpPr/>
              <p:nvPr/>
            </p:nvSpPr>
            <p:spPr>
              <a:xfrm>
                <a:off x="349884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1" name="ph8941"/>
              <p:cNvSpPr/>
              <p:nvPr/>
            </p:nvSpPr>
            <p:spPr>
              <a:xfrm>
                <a:off x="350828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2" name="ph8942"/>
              <p:cNvSpPr/>
              <p:nvPr/>
            </p:nvSpPr>
            <p:spPr>
              <a:xfrm>
                <a:off x="351772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3" name="ph8943"/>
              <p:cNvSpPr/>
              <p:nvPr/>
            </p:nvSpPr>
            <p:spPr>
              <a:xfrm>
                <a:off x="352716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4" name="ph8944"/>
              <p:cNvSpPr/>
              <p:nvPr/>
            </p:nvSpPr>
            <p:spPr>
              <a:xfrm>
                <a:off x="353660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5" name="ph8945"/>
              <p:cNvSpPr/>
              <p:nvPr/>
            </p:nvSpPr>
            <p:spPr>
              <a:xfrm>
                <a:off x="354604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6" name="ph8946"/>
              <p:cNvSpPr/>
              <p:nvPr/>
            </p:nvSpPr>
            <p:spPr>
              <a:xfrm>
                <a:off x="355548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7" name="ph8947"/>
              <p:cNvSpPr/>
              <p:nvPr/>
            </p:nvSpPr>
            <p:spPr>
              <a:xfrm>
                <a:off x="356492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8" name="ph8948"/>
              <p:cNvSpPr/>
              <p:nvPr/>
            </p:nvSpPr>
            <p:spPr>
              <a:xfrm>
                <a:off x="357436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9" name="ph8949"/>
              <p:cNvSpPr/>
              <p:nvPr/>
            </p:nvSpPr>
            <p:spPr>
              <a:xfrm>
                <a:off x="358380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0" name="ph8950"/>
              <p:cNvSpPr/>
              <p:nvPr/>
            </p:nvSpPr>
            <p:spPr>
              <a:xfrm>
                <a:off x="359324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1" name="ph8951"/>
              <p:cNvSpPr/>
              <p:nvPr/>
            </p:nvSpPr>
            <p:spPr>
              <a:xfrm>
                <a:off x="360268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2" name="ph8952"/>
              <p:cNvSpPr/>
              <p:nvPr/>
            </p:nvSpPr>
            <p:spPr>
              <a:xfrm>
                <a:off x="361212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3" name="ph8953"/>
              <p:cNvSpPr/>
              <p:nvPr/>
            </p:nvSpPr>
            <p:spPr>
              <a:xfrm>
                <a:off x="362156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4" name="ph8954"/>
              <p:cNvSpPr/>
              <p:nvPr/>
            </p:nvSpPr>
            <p:spPr>
              <a:xfrm>
                <a:off x="363100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5" name="ph8955"/>
              <p:cNvSpPr/>
              <p:nvPr/>
            </p:nvSpPr>
            <p:spPr>
              <a:xfrm>
                <a:off x="364044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6" name="ph8956"/>
              <p:cNvSpPr/>
              <p:nvPr/>
            </p:nvSpPr>
            <p:spPr>
              <a:xfrm>
                <a:off x="364988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7" name="ph8957"/>
              <p:cNvSpPr/>
              <p:nvPr/>
            </p:nvSpPr>
            <p:spPr>
              <a:xfrm>
                <a:off x="3668769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85" y="896830"/>
                    </a:lnTo>
                    <a:lnTo>
                      <a:pt x="909218" y="897256"/>
                    </a:lnTo>
                    <a:lnTo>
                      <a:pt x="909688" y="897719"/>
                    </a:lnTo>
                    <a:lnTo>
                      <a:pt x="910158" y="898182"/>
                    </a:lnTo>
                    <a:lnTo>
                      <a:pt x="910628" y="898646"/>
                    </a:lnTo>
                    <a:lnTo>
                      <a:pt x="911098" y="899109"/>
                    </a:lnTo>
                    <a:lnTo>
                      <a:pt x="911567" y="899572"/>
                    </a:lnTo>
                    <a:lnTo>
                      <a:pt x="912037" y="900035"/>
                    </a:lnTo>
                    <a:lnTo>
                      <a:pt x="912507" y="900499"/>
                    </a:lnTo>
                    <a:lnTo>
                      <a:pt x="912977" y="900962"/>
                    </a:lnTo>
                    <a:lnTo>
                      <a:pt x="913446" y="901425"/>
                    </a:lnTo>
                    <a:lnTo>
                      <a:pt x="913916" y="901888"/>
                    </a:lnTo>
                    <a:lnTo>
                      <a:pt x="914400" y="902365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8" name="ph8958"/>
              <p:cNvSpPr/>
              <p:nvPr/>
            </p:nvSpPr>
            <p:spPr>
              <a:xfrm>
                <a:off x="3678209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365"/>
                    </a:lnTo>
                    <a:lnTo>
                      <a:pt x="905415" y="902815"/>
                    </a:lnTo>
                    <a:lnTo>
                      <a:pt x="905885" y="903278"/>
                    </a:lnTo>
                    <a:lnTo>
                      <a:pt x="906354" y="903742"/>
                    </a:lnTo>
                    <a:lnTo>
                      <a:pt x="906824" y="904205"/>
                    </a:lnTo>
                    <a:lnTo>
                      <a:pt x="907293" y="904669"/>
                    </a:lnTo>
                    <a:lnTo>
                      <a:pt x="907762" y="905132"/>
                    </a:lnTo>
                    <a:lnTo>
                      <a:pt x="908232" y="905596"/>
                    </a:lnTo>
                    <a:lnTo>
                      <a:pt x="908701" y="906059"/>
                    </a:lnTo>
                    <a:lnTo>
                      <a:pt x="909170" y="906522"/>
                    </a:lnTo>
                    <a:lnTo>
                      <a:pt x="909640" y="906986"/>
                    </a:lnTo>
                    <a:lnTo>
                      <a:pt x="910109" y="907449"/>
                    </a:lnTo>
                    <a:lnTo>
                      <a:pt x="910578" y="907913"/>
                    </a:lnTo>
                    <a:lnTo>
                      <a:pt x="911047" y="908377"/>
                    </a:lnTo>
                    <a:lnTo>
                      <a:pt x="911516" y="908840"/>
                    </a:lnTo>
                    <a:lnTo>
                      <a:pt x="911985" y="909304"/>
                    </a:lnTo>
                    <a:lnTo>
                      <a:pt x="912454" y="909767"/>
                    </a:lnTo>
                    <a:lnTo>
                      <a:pt x="912923" y="910231"/>
                    </a:lnTo>
                    <a:lnTo>
                      <a:pt x="913392" y="910694"/>
                    </a:lnTo>
                    <a:lnTo>
                      <a:pt x="913861" y="911158"/>
                    </a:lnTo>
                    <a:lnTo>
                      <a:pt x="914400" y="911691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9" name="ph8959"/>
              <p:cNvSpPr/>
              <p:nvPr/>
            </p:nvSpPr>
            <p:spPr>
              <a:xfrm>
                <a:off x="3678209" y="744639"/>
                <a:ext cx="9171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8" h="914400">
                    <a:moveTo>
                      <a:pt x="914400" y="914400"/>
                    </a:moveTo>
                    <a:lnTo>
                      <a:pt x="914400" y="911691"/>
                    </a:lnTo>
                    <a:lnTo>
                      <a:pt x="914799" y="912085"/>
                    </a:lnTo>
                    <a:lnTo>
                      <a:pt x="915268" y="912549"/>
                    </a:lnTo>
                    <a:lnTo>
                      <a:pt x="915736" y="913013"/>
                    </a:lnTo>
                    <a:lnTo>
                      <a:pt x="916205" y="913477"/>
                    </a:lnTo>
                    <a:lnTo>
                      <a:pt x="916674" y="913940"/>
                    </a:lnTo>
                    <a:lnTo>
                      <a:pt x="917138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0" name="ph8960"/>
              <p:cNvSpPr/>
              <p:nvPr/>
            </p:nvSpPr>
            <p:spPr>
              <a:xfrm>
                <a:off x="3272279" y="7094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289" y="931969"/>
                    </a:lnTo>
                    <a:lnTo>
                      <a:pt x="906656" y="925061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1" name="ph8961"/>
              <p:cNvSpPr/>
              <p:nvPr/>
            </p:nvSpPr>
            <p:spPr>
              <a:xfrm>
                <a:off x="327227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2" name="ph8962"/>
              <p:cNvSpPr/>
              <p:nvPr/>
            </p:nvSpPr>
            <p:spPr>
              <a:xfrm>
                <a:off x="328171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3" name="ph8963"/>
              <p:cNvSpPr/>
              <p:nvPr/>
            </p:nvSpPr>
            <p:spPr>
              <a:xfrm>
                <a:off x="329115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4" name="ph8964"/>
              <p:cNvSpPr/>
              <p:nvPr/>
            </p:nvSpPr>
            <p:spPr>
              <a:xfrm>
                <a:off x="330059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5" name="ph8965"/>
              <p:cNvSpPr/>
              <p:nvPr/>
            </p:nvSpPr>
            <p:spPr>
              <a:xfrm>
                <a:off x="331004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6">
                  <a:alpha val="100000"/>
                </a:srgbClr>
              </a:solidFill>
              <a:ln w="5420" cap="flat">
                <a:solidFill>
                  <a:srgbClr val="F070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6" name="ph8966"/>
              <p:cNvSpPr/>
              <p:nvPr/>
            </p:nvSpPr>
            <p:spPr>
              <a:xfrm>
                <a:off x="331948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7" name="ph8967"/>
              <p:cNvSpPr/>
              <p:nvPr/>
            </p:nvSpPr>
            <p:spPr>
              <a:xfrm>
                <a:off x="332892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8" name="ph8968"/>
              <p:cNvSpPr/>
              <p:nvPr/>
            </p:nvSpPr>
            <p:spPr>
              <a:xfrm>
                <a:off x="333836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9" name="ph8969"/>
              <p:cNvSpPr/>
              <p:nvPr/>
            </p:nvSpPr>
            <p:spPr>
              <a:xfrm>
                <a:off x="334780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0" name="ph8970"/>
              <p:cNvSpPr/>
              <p:nvPr/>
            </p:nvSpPr>
            <p:spPr>
              <a:xfrm>
                <a:off x="335724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1" name="ph8971"/>
              <p:cNvSpPr/>
              <p:nvPr/>
            </p:nvSpPr>
            <p:spPr>
              <a:xfrm>
                <a:off x="336668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2" name="ph8972"/>
              <p:cNvSpPr/>
              <p:nvPr/>
            </p:nvSpPr>
            <p:spPr>
              <a:xfrm>
                <a:off x="337612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3" name="ph8973"/>
              <p:cNvSpPr/>
              <p:nvPr/>
            </p:nvSpPr>
            <p:spPr>
              <a:xfrm>
                <a:off x="338556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4" name="ph8974"/>
              <p:cNvSpPr/>
              <p:nvPr/>
            </p:nvSpPr>
            <p:spPr>
              <a:xfrm>
                <a:off x="339500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5" name="ph8975"/>
              <p:cNvSpPr/>
              <p:nvPr/>
            </p:nvSpPr>
            <p:spPr>
              <a:xfrm>
                <a:off x="340444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6" name="ph8976"/>
              <p:cNvSpPr/>
              <p:nvPr/>
            </p:nvSpPr>
            <p:spPr>
              <a:xfrm>
                <a:off x="341388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7" name="ph8977"/>
              <p:cNvSpPr/>
              <p:nvPr/>
            </p:nvSpPr>
            <p:spPr>
              <a:xfrm>
                <a:off x="342332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8" name="ph8978"/>
              <p:cNvSpPr/>
              <p:nvPr/>
            </p:nvSpPr>
            <p:spPr>
              <a:xfrm>
                <a:off x="343276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9" name="ph8979"/>
              <p:cNvSpPr/>
              <p:nvPr/>
            </p:nvSpPr>
            <p:spPr>
              <a:xfrm>
                <a:off x="344220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0" name="ph8980"/>
              <p:cNvSpPr/>
              <p:nvPr/>
            </p:nvSpPr>
            <p:spPr>
              <a:xfrm>
                <a:off x="345164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1" name="ph8981"/>
              <p:cNvSpPr/>
              <p:nvPr/>
            </p:nvSpPr>
            <p:spPr>
              <a:xfrm>
                <a:off x="346108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2" name="ph8982"/>
              <p:cNvSpPr/>
              <p:nvPr/>
            </p:nvSpPr>
            <p:spPr>
              <a:xfrm>
                <a:off x="347052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3" name="ph8983"/>
              <p:cNvSpPr/>
              <p:nvPr/>
            </p:nvSpPr>
            <p:spPr>
              <a:xfrm>
                <a:off x="347996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4" name="ph8984"/>
              <p:cNvSpPr/>
              <p:nvPr/>
            </p:nvSpPr>
            <p:spPr>
              <a:xfrm>
                <a:off x="348940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5" name="ph8985"/>
              <p:cNvSpPr/>
              <p:nvPr/>
            </p:nvSpPr>
            <p:spPr>
              <a:xfrm>
                <a:off x="349884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6" name="ph8986"/>
              <p:cNvSpPr/>
              <p:nvPr/>
            </p:nvSpPr>
            <p:spPr>
              <a:xfrm>
                <a:off x="350828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7" name="ph8987"/>
              <p:cNvSpPr/>
              <p:nvPr/>
            </p:nvSpPr>
            <p:spPr>
              <a:xfrm>
                <a:off x="351772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8" name="ph8988"/>
              <p:cNvSpPr/>
              <p:nvPr/>
            </p:nvSpPr>
            <p:spPr>
              <a:xfrm>
                <a:off x="352716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9" name="ph8989"/>
              <p:cNvSpPr/>
              <p:nvPr/>
            </p:nvSpPr>
            <p:spPr>
              <a:xfrm>
                <a:off x="353660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0" name="ph8990"/>
              <p:cNvSpPr/>
              <p:nvPr/>
            </p:nvSpPr>
            <p:spPr>
              <a:xfrm>
                <a:off x="354604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1" name="ph8991"/>
              <p:cNvSpPr/>
              <p:nvPr/>
            </p:nvSpPr>
            <p:spPr>
              <a:xfrm>
                <a:off x="355548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2" name="ph8992"/>
              <p:cNvSpPr/>
              <p:nvPr/>
            </p:nvSpPr>
            <p:spPr>
              <a:xfrm>
                <a:off x="356492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3" name="ph8993"/>
              <p:cNvSpPr/>
              <p:nvPr/>
            </p:nvSpPr>
            <p:spPr>
              <a:xfrm>
                <a:off x="357436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4" name="ph8994"/>
              <p:cNvSpPr/>
              <p:nvPr/>
            </p:nvSpPr>
            <p:spPr>
              <a:xfrm>
                <a:off x="358380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5" name="ph8995"/>
              <p:cNvSpPr/>
              <p:nvPr/>
            </p:nvSpPr>
            <p:spPr>
              <a:xfrm>
                <a:off x="359324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6" name="ph8996"/>
              <p:cNvSpPr/>
              <p:nvPr/>
            </p:nvSpPr>
            <p:spPr>
              <a:xfrm>
                <a:off x="360268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7" name="ph8997"/>
              <p:cNvSpPr/>
              <p:nvPr/>
            </p:nvSpPr>
            <p:spPr>
              <a:xfrm>
                <a:off x="361212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8" name="ph8998"/>
              <p:cNvSpPr/>
              <p:nvPr/>
            </p:nvSpPr>
            <p:spPr>
              <a:xfrm>
                <a:off x="362156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9" name="ph8999"/>
              <p:cNvSpPr/>
              <p:nvPr/>
            </p:nvSpPr>
            <p:spPr>
              <a:xfrm>
                <a:off x="363100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0" name="ph9000"/>
              <p:cNvSpPr/>
              <p:nvPr/>
            </p:nvSpPr>
            <p:spPr>
              <a:xfrm>
                <a:off x="3649888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122" y="896830"/>
                    </a:lnTo>
                    <a:lnTo>
                      <a:pt x="909106" y="897503"/>
                    </a:lnTo>
                    <a:lnTo>
                      <a:pt x="914400" y="901737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1" name="ph9001"/>
              <p:cNvSpPr/>
              <p:nvPr/>
            </p:nvSpPr>
            <p:spPr>
              <a:xfrm>
                <a:off x="3659328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1737"/>
                    </a:lnTo>
                    <a:lnTo>
                      <a:pt x="905235" y="901957"/>
                    </a:lnTo>
                    <a:lnTo>
                      <a:pt x="910667" y="906959"/>
                    </a:lnTo>
                    <a:lnTo>
                      <a:pt x="911133" y="907418"/>
                    </a:lnTo>
                    <a:lnTo>
                      <a:pt x="911604" y="907880"/>
                    </a:lnTo>
                    <a:lnTo>
                      <a:pt x="912074" y="908343"/>
                    </a:lnTo>
                    <a:lnTo>
                      <a:pt x="912545" y="908806"/>
                    </a:lnTo>
                    <a:lnTo>
                      <a:pt x="913015" y="909269"/>
                    </a:lnTo>
                    <a:lnTo>
                      <a:pt x="913486" y="909732"/>
                    </a:lnTo>
                    <a:lnTo>
                      <a:pt x="913956" y="910195"/>
                    </a:lnTo>
                    <a:lnTo>
                      <a:pt x="914400" y="910632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2" name="ph9002"/>
              <p:cNvSpPr/>
              <p:nvPr/>
            </p:nvSpPr>
            <p:spPr>
              <a:xfrm>
                <a:off x="3659328" y="727069"/>
                <a:ext cx="91822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225" h="914399">
                    <a:moveTo>
                      <a:pt x="914400" y="914399"/>
                    </a:moveTo>
                    <a:lnTo>
                      <a:pt x="914427" y="910658"/>
                    </a:lnTo>
                    <a:lnTo>
                      <a:pt x="914897" y="911121"/>
                    </a:lnTo>
                    <a:lnTo>
                      <a:pt x="915367" y="911584"/>
                    </a:lnTo>
                    <a:lnTo>
                      <a:pt x="915837" y="912047"/>
                    </a:lnTo>
                    <a:lnTo>
                      <a:pt x="916308" y="912510"/>
                    </a:lnTo>
                    <a:lnTo>
                      <a:pt x="916778" y="912973"/>
                    </a:lnTo>
                    <a:lnTo>
                      <a:pt x="917248" y="913437"/>
                    </a:lnTo>
                    <a:lnTo>
                      <a:pt x="917718" y="913900"/>
                    </a:lnTo>
                    <a:lnTo>
                      <a:pt x="918225" y="91439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3" name="ph9003"/>
              <p:cNvSpPr/>
              <p:nvPr/>
            </p:nvSpPr>
            <p:spPr>
              <a:xfrm>
                <a:off x="3272279" y="6919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977" y="931969"/>
                    </a:lnTo>
                    <a:lnTo>
                      <a:pt x="905590" y="921259"/>
                    </a:lnTo>
                    <a:lnTo>
                      <a:pt x="905531" y="914400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4" name="ph9004"/>
              <p:cNvSpPr/>
              <p:nvPr/>
            </p:nvSpPr>
            <p:spPr>
              <a:xfrm>
                <a:off x="327227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5" name="ph9005"/>
              <p:cNvSpPr/>
              <p:nvPr/>
            </p:nvSpPr>
            <p:spPr>
              <a:xfrm>
                <a:off x="328171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6" name="ph9006"/>
              <p:cNvSpPr/>
              <p:nvPr/>
            </p:nvSpPr>
            <p:spPr>
              <a:xfrm>
                <a:off x="329115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7" name="ph9007"/>
              <p:cNvSpPr/>
              <p:nvPr/>
            </p:nvSpPr>
            <p:spPr>
              <a:xfrm>
                <a:off x="330059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8" name="ph9008"/>
              <p:cNvSpPr/>
              <p:nvPr/>
            </p:nvSpPr>
            <p:spPr>
              <a:xfrm>
                <a:off x="331004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9" name="ph9009"/>
              <p:cNvSpPr/>
              <p:nvPr/>
            </p:nvSpPr>
            <p:spPr>
              <a:xfrm>
                <a:off x="331948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0" name="ph9010"/>
              <p:cNvSpPr/>
              <p:nvPr/>
            </p:nvSpPr>
            <p:spPr>
              <a:xfrm>
                <a:off x="332892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1" name="ph9011"/>
              <p:cNvSpPr/>
              <p:nvPr/>
            </p:nvSpPr>
            <p:spPr>
              <a:xfrm>
                <a:off x="333836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2" name="ph9012"/>
              <p:cNvSpPr/>
              <p:nvPr/>
            </p:nvSpPr>
            <p:spPr>
              <a:xfrm>
                <a:off x="334780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3" name="ph9013"/>
              <p:cNvSpPr/>
              <p:nvPr/>
            </p:nvSpPr>
            <p:spPr>
              <a:xfrm>
                <a:off x="335724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4" name="ph9014"/>
              <p:cNvSpPr/>
              <p:nvPr/>
            </p:nvSpPr>
            <p:spPr>
              <a:xfrm>
                <a:off x="336668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5" name="ph9015"/>
              <p:cNvSpPr/>
              <p:nvPr/>
            </p:nvSpPr>
            <p:spPr>
              <a:xfrm>
                <a:off x="337612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6" name="ph9016"/>
              <p:cNvSpPr/>
              <p:nvPr/>
            </p:nvSpPr>
            <p:spPr>
              <a:xfrm>
                <a:off x="338556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7" name="ph9017"/>
              <p:cNvSpPr/>
              <p:nvPr/>
            </p:nvSpPr>
            <p:spPr>
              <a:xfrm>
                <a:off x="339500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8" name="ph9018"/>
              <p:cNvSpPr/>
              <p:nvPr/>
            </p:nvSpPr>
            <p:spPr>
              <a:xfrm>
                <a:off x="340444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9" name="ph9019"/>
              <p:cNvSpPr/>
              <p:nvPr/>
            </p:nvSpPr>
            <p:spPr>
              <a:xfrm>
                <a:off x="341388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0" name="ph9020"/>
              <p:cNvSpPr/>
              <p:nvPr/>
            </p:nvSpPr>
            <p:spPr>
              <a:xfrm>
                <a:off x="342332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1" name="ph9021"/>
              <p:cNvSpPr/>
              <p:nvPr/>
            </p:nvSpPr>
            <p:spPr>
              <a:xfrm>
                <a:off x="343276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2" name="ph9022"/>
              <p:cNvSpPr/>
              <p:nvPr/>
            </p:nvSpPr>
            <p:spPr>
              <a:xfrm>
                <a:off x="344220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3" name="ph9023"/>
              <p:cNvSpPr/>
              <p:nvPr/>
            </p:nvSpPr>
            <p:spPr>
              <a:xfrm>
                <a:off x="345164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4" name="ph9024"/>
              <p:cNvSpPr/>
              <p:nvPr/>
            </p:nvSpPr>
            <p:spPr>
              <a:xfrm>
                <a:off x="346108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5" name="ph9025"/>
              <p:cNvSpPr/>
              <p:nvPr/>
            </p:nvSpPr>
            <p:spPr>
              <a:xfrm>
                <a:off x="347052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6" name="ph9026"/>
              <p:cNvSpPr/>
              <p:nvPr/>
            </p:nvSpPr>
            <p:spPr>
              <a:xfrm>
                <a:off x="347996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7" name="ph9027"/>
              <p:cNvSpPr/>
              <p:nvPr/>
            </p:nvSpPr>
            <p:spPr>
              <a:xfrm>
                <a:off x="348940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8" name="ph9028"/>
              <p:cNvSpPr/>
              <p:nvPr/>
            </p:nvSpPr>
            <p:spPr>
              <a:xfrm>
                <a:off x="349884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9" name="ph9029"/>
              <p:cNvSpPr/>
              <p:nvPr/>
            </p:nvSpPr>
            <p:spPr>
              <a:xfrm>
                <a:off x="350828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0" name="ph9030"/>
              <p:cNvSpPr/>
              <p:nvPr/>
            </p:nvSpPr>
            <p:spPr>
              <a:xfrm>
                <a:off x="351772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1" name="ph9031"/>
              <p:cNvSpPr/>
              <p:nvPr/>
            </p:nvSpPr>
            <p:spPr>
              <a:xfrm>
                <a:off x="352716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2" name="ph9032"/>
              <p:cNvSpPr/>
              <p:nvPr/>
            </p:nvSpPr>
            <p:spPr>
              <a:xfrm>
                <a:off x="353660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3" name="ph9033"/>
              <p:cNvSpPr/>
              <p:nvPr/>
            </p:nvSpPr>
            <p:spPr>
              <a:xfrm>
                <a:off x="354604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4" name="ph9034"/>
              <p:cNvSpPr/>
              <p:nvPr/>
            </p:nvSpPr>
            <p:spPr>
              <a:xfrm>
                <a:off x="355548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5" name="ph9035"/>
              <p:cNvSpPr/>
              <p:nvPr/>
            </p:nvSpPr>
            <p:spPr>
              <a:xfrm>
                <a:off x="356492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6" name="ph9036"/>
              <p:cNvSpPr/>
              <p:nvPr/>
            </p:nvSpPr>
            <p:spPr>
              <a:xfrm>
                <a:off x="357436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7" name="ph9037"/>
              <p:cNvSpPr/>
              <p:nvPr/>
            </p:nvSpPr>
            <p:spPr>
              <a:xfrm>
                <a:off x="358380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8" name="ph9038"/>
              <p:cNvSpPr/>
              <p:nvPr/>
            </p:nvSpPr>
            <p:spPr>
              <a:xfrm>
                <a:off x="359324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9" name="ph9039"/>
              <p:cNvSpPr/>
              <p:nvPr/>
            </p:nvSpPr>
            <p:spPr>
              <a:xfrm>
                <a:off x="3612127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95" y="896830"/>
                    </a:lnTo>
                    <a:lnTo>
                      <a:pt x="914400" y="899657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0" name="ph9040"/>
              <p:cNvSpPr/>
              <p:nvPr/>
            </p:nvSpPr>
            <p:spPr>
              <a:xfrm>
                <a:off x="3621568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657"/>
                    </a:lnTo>
                    <a:lnTo>
                      <a:pt x="905444" y="900278"/>
                    </a:lnTo>
                    <a:lnTo>
                      <a:pt x="914117" y="902967"/>
                    </a:lnTo>
                    <a:lnTo>
                      <a:pt x="914400" y="9030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1" name="ph9041"/>
              <p:cNvSpPr/>
              <p:nvPr/>
            </p:nvSpPr>
            <p:spPr>
              <a:xfrm>
                <a:off x="3631008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069"/>
                    </a:lnTo>
                    <a:lnTo>
                      <a:pt x="910626" y="905118"/>
                    </a:lnTo>
                    <a:lnTo>
                      <a:pt x="914400" y="906877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2" name="ph9042"/>
              <p:cNvSpPr/>
              <p:nvPr/>
            </p:nvSpPr>
            <p:spPr>
              <a:xfrm>
                <a:off x="3640448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877"/>
                    </a:lnTo>
                    <a:lnTo>
                      <a:pt x="907066" y="907858"/>
                    </a:lnTo>
                    <a:lnTo>
                      <a:pt x="912858" y="911180"/>
                    </a:lnTo>
                    <a:lnTo>
                      <a:pt x="914400" y="912235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3" name="ph9043"/>
              <p:cNvSpPr/>
              <p:nvPr/>
            </p:nvSpPr>
            <p:spPr>
              <a:xfrm>
                <a:off x="3640448" y="709499"/>
                <a:ext cx="9175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62" h="914400">
                    <a:moveTo>
                      <a:pt x="914400" y="914400"/>
                    </a:moveTo>
                    <a:lnTo>
                      <a:pt x="914400" y="912235"/>
                    </a:lnTo>
                    <a:lnTo>
                      <a:pt x="917562" y="914400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4" name="ph9044"/>
              <p:cNvSpPr/>
              <p:nvPr/>
            </p:nvSpPr>
            <p:spPr>
              <a:xfrm>
                <a:off x="3272279" y="67436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1" y="931969"/>
                    </a:lnTo>
                    <a:lnTo>
                      <a:pt x="905497" y="928095"/>
                    </a:lnTo>
                    <a:lnTo>
                      <a:pt x="905698" y="917366"/>
                    </a:lnTo>
                    <a:lnTo>
                      <a:pt x="905835" y="914400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5" name="ph9045"/>
              <p:cNvSpPr/>
              <p:nvPr/>
            </p:nvSpPr>
            <p:spPr>
              <a:xfrm>
                <a:off x="327227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6" name="ph9046"/>
              <p:cNvSpPr/>
              <p:nvPr/>
            </p:nvSpPr>
            <p:spPr>
              <a:xfrm>
                <a:off x="328171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7" name="ph9047"/>
              <p:cNvSpPr/>
              <p:nvPr/>
            </p:nvSpPr>
            <p:spPr>
              <a:xfrm>
                <a:off x="329115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8" name="ph9048"/>
              <p:cNvSpPr/>
              <p:nvPr/>
            </p:nvSpPr>
            <p:spPr>
              <a:xfrm>
                <a:off x="330059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9" name="ph9049"/>
              <p:cNvSpPr/>
              <p:nvPr/>
            </p:nvSpPr>
            <p:spPr>
              <a:xfrm>
                <a:off x="331004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0" name="ph9050"/>
              <p:cNvSpPr/>
              <p:nvPr/>
            </p:nvSpPr>
            <p:spPr>
              <a:xfrm>
                <a:off x="331948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1" name="ph9051"/>
              <p:cNvSpPr/>
              <p:nvPr/>
            </p:nvSpPr>
            <p:spPr>
              <a:xfrm>
                <a:off x="332892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2" name="ph9052"/>
              <p:cNvSpPr/>
              <p:nvPr/>
            </p:nvSpPr>
            <p:spPr>
              <a:xfrm>
                <a:off x="333836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3" name="ph9053"/>
              <p:cNvSpPr/>
              <p:nvPr/>
            </p:nvSpPr>
            <p:spPr>
              <a:xfrm>
                <a:off x="334780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4" name="ph9054"/>
              <p:cNvSpPr/>
              <p:nvPr/>
            </p:nvSpPr>
            <p:spPr>
              <a:xfrm>
                <a:off x="335724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5" name="ph9055"/>
              <p:cNvSpPr/>
              <p:nvPr/>
            </p:nvSpPr>
            <p:spPr>
              <a:xfrm>
                <a:off x="336668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6" name="ph9056"/>
              <p:cNvSpPr/>
              <p:nvPr/>
            </p:nvSpPr>
            <p:spPr>
              <a:xfrm>
                <a:off x="337612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7" name="ph9057"/>
              <p:cNvSpPr/>
              <p:nvPr/>
            </p:nvSpPr>
            <p:spPr>
              <a:xfrm>
                <a:off x="338556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8" name="ph9058"/>
              <p:cNvSpPr/>
              <p:nvPr/>
            </p:nvSpPr>
            <p:spPr>
              <a:xfrm>
                <a:off x="339500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9" name="ph9059"/>
              <p:cNvSpPr/>
              <p:nvPr/>
            </p:nvSpPr>
            <p:spPr>
              <a:xfrm>
                <a:off x="340444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0" name="ph9060"/>
              <p:cNvSpPr/>
              <p:nvPr/>
            </p:nvSpPr>
            <p:spPr>
              <a:xfrm>
                <a:off x="341388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1" name="ph9061"/>
              <p:cNvSpPr/>
              <p:nvPr/>
            </p:nvSpPr>
            <p:spPr>
              <a:xfrm>
                <a:off x="342332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2" name="ph9062"/>
              <p:cNvSpPr/>
              <p:nvPr/>
            </p:nvSpPr>
            <p:spPr>
              <a:xfrm>
                <a:off x="343276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3" name="ph9063"/>
              <p:cNvSpPr/>
              <p:nvPr/>
            </p:nvSpPr>
            <p:spPr>
              <a:xfrm>
                <a:off x="344220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4" name="ph9064"/>
              <p:cNvSpPr/>
              <p:nvPr/>
            </p:nvSpPr>
            <p:spPr>
              <a:xfrm>
                <a:off x="345164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5" name="ph9065"/>
              <p:cNvSpPr/>
              <p:nvPr/>
            </p:nvSpPr>
            <p:spPr>
              <a:xfrm>
                <a:off x="346108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6" name="ph9066"/>
              <p:cNvSpPr/>
              <p:nvPr/>
            </p:nvSpPr>
            <p:spPr>
              <a:xfrm>
                <a:off x="347052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7" name="ph9067"/>
              <p:cNvSpPr/>
              <p:nvPr/>
            </p:nvSpPr>
            <p:spPr>
              <a:xfrm>
                <a:off x="347996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8" name="ph9068"/>
              <p:cNvSpPr/>
              <p:nvPr/>
            </p:nvSpPr>
            <p:spPr>
              <a:xfrm>
                <a:off x="348940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9" name="ph9069"/>
              <p:cNvSpPr/>
              <p:nvPr/>
            </p:nvSpPr>
            <p:spPr>
              <a:xfrm>
                <a:off x="349884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0" name="ph9070"/>
              <p:cNvSpPr/>
              <p:nvPr/>
            </p:nvSpPr>
            <p:spPr>
              <a:xfrm>
                <a:off x="350828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1" name="ph9071"/>
              <p:cNvSpPr/>
              <p:nvPr/>
            </p:nvSpPr>
            <p:spPr>
              <a:xfrm>
                <a:off x="351772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2" name="ph9072"/>
              <p:cNvSpPr/>
              <p:nvPr/>
            </p:nvSpPr>
            <p:spPr>
              <a:xfrm>
                <a:off x="352716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3" name="ph9073"/>
              <p:cNvSpPr/>
              <p:nvPr/>
            </p:nvSpPr>
            <p:spPr>
              <a:xfrm>
                <a:off x="353660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4" name="ph9074"/>
              <p:cNvSpPr/>
              <p:nvPr/>
            </p:nvSpPr>
            <p:spPr>
              <a:xfrm>
                <a:off x="354604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5" name="ph9075"/>
              <p:cNvSpPr/>
              <p:nvPr/>
            </p:nvSpPr>
            <p:spPr>
              <a:xfrm>
                <a:off x="355548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6" name="ph9076"/>
              <p:cNvSpPr/>
              <p:nvPr/>
            </p:nvSpPr>
            <p:spPr>
              <a:xfrm>
                <a:off x="356492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7" name="ph9077"/>
              <p:cNvSpPr/>
              <p:nvPr/>
            </p:nvSpPr>
            <p:spPr>
              <a:xfrm>
                <a:off x="357436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8" name="ph9078"/>
              <p:cNvSpPr/>
              <p:nvPr/>
            </p:nvSpPr>
            <p:spPr>
              <a:xfrm>
                <a:off x="358380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9" name="ph9079"/>
              <p:cNvSpPr/>
              <p:nvPr/>
            </p:nvSpPr>
            <p:spPr>
              <a:xfrm>
                <a:off x="3602687" y="6919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4" y="896830"/>
                    </a:lnTo>
                    <a:lnTo>
                      <a:pt x="914400" y="898115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0" name="ph9080"/>
              <p:cNvSpPr/>
              <p:nvPr/>
            </p:nvSpPr>
            <p:spPr>
              <a:xfrm>
                <a:off x="3602687" y="691930"/>
                <a:ext cx="9216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35" h="914400">
                    <a:moveTo>
                      <a:pt x="914400" y="914400"/>
                    </a:moveTo>
                    <a:lnTo>
                      <a:pt x="914400" y="898115"/>
                    </a:lnTo>
                    <a:lnTo>
                      <a:pt x="915320" y="899948"/>
                    </a:lnTo>
                    <a:lnTo>
                      <a:pt x="919205" y="908568"/>
                    </a:lnTo>
                    <a:lnTo>
                      <a:pt x="921480" y="914201"/>
                    </a:lnTo>
                    <a:lnTo>
                      <a:pt x="921635" y="914400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1" name="ph9081"/>
              <p:cNvSpPr/>
              <p:nvPr/>
            </p:nvSpPr>
            <p:spPr>
              <a:xfrm>
                <a:off x="3714770" y="1793312"/>
                <a:ext cx="930016" cy="1227704"/>
              </a:xfrm>
              <a:custGeom>
                <a:avLst/>
                <a:gdLst/>
                <a:ahLst/>
                <a:cxnLst/>
                <a:rect l="0" t="0" r="0" b="0"/>
                <a:pathLst>
                  <a:path w="930016" h="1227704">
                    <a:moveTo>
                      <a:pt x="914400" y="914400"/>
                    </a:moveTo>
                    <a:lnTo>
                      <a:pt x="905217" y="939176"/>
                    </a:lnTo>
                    <a:lnTo>
                      <a:pt x="892569" y="943362"/>
                    </a:lnTo>
                    <a:lnTo>
                      <a:pt x="880437" y="951615"/>
                    </a:lnTo>
                    <a:lnTo>
                      <a:pt x="876104" y="1030010"/>
                    </a:lnTo>
                    <a:lnTo>
                      <a:pt x="898193" y="1059796"/>
                    </a:lnTo>
                    <a:lnTo>
                      <a:pt x="886060" y="1063966"/>
                    </a:lnTo>
                    <a:lnTo>
                      <a:pt x="874961" y="1072888"/>
                    </a:lnTo>
                    <a:lnTo>
                      <a:pt x="867032" y="1086082"/>
                    </a:lnTo>
                    <a:lnTo>
                      <a:pt x="858920" y="1114479"/>
                    </a:lnTo>
                    <a:lnTo>
                      <a:pt x="828442" y="1130573"/>
                    </a:lnTo>
                    <a:lnTo>
                      <a:pt x="816900" y="1142481"/>
                    </a:lnTo>
                    <a:lnTo>
                      <a:pt x="799881" y="1168973"/>
                    </a:lnTo>
                    <a:lnTo>
                      <a:pt x="791013" y="1207424"/>
                    </a:lnTo>
                    <a:lnTo>
                      <a:pt x="773773" y="1223827"/>
                    </a:lnTo>
                    <a:lnTo>
                      <a:pt x="754413" y="1227704"/>
                    </a:lnTo>
                    <a:lnTo>
                      <a:pt x="765771" y="1196202"/>
                    </a:lnTo>
                    <a:lnTo>
                      <a:pt x="780650" y="1170534"/>
                    </a:lnTo>
                    <a:lnTo>
                      <a:pt x="766343" y="1152930"/>
                    </a:lnTo>
                    <a:lnTo>
                      <a:pt x="757732" y="1125374"/>
                    </a:lnTo>
                    <a:lnTo>
                      <a:pt x="746614" y="1104236"/>
                    </a:lnTo>
                    <a:lnTo>
                      <a:pt x="755464" y="1080626"/>
                    </a:lnTo>
                    <a:lnTo>
                      <a:pt x="751113" y="1041935"/>
                    </a:lnTo>
                    <a:lnTo>
                      <a:pt x="752551" y="1004170"/>
                    </a:lnTo>
                    <a:lnTo>
                      <a:pt x="765458" y="985108"/>
                    </a:lnTo>
                    <a:lnTo>
                      <a:pt x="780245" y="969562"/>
                    </a:lnTo>
                    <a:lnTo>
                      <a:pt x="803274" y="933822"/>
                    </a:lnTo>
                    <a:lnTo>
                      <a:pt x="828239" y="907914"/>
                    </a:lnTo>
                    <a:lnTo>
                      <a:pt x="863068" y="896263"/>
                    </a:lnTo>
                    <a:lnTo>
                      <a:pt x="878796" y="907004"/>
                    </a:lnTo>
                    <a:lnTo>
                      <a:pt x="885581" y="883446"/>
                    </a:lnTo>
                    <a:lnTo>
                      <a:pt x="896810" y="878076"/>
                    </a:lnTo>
                    <a:lnTo>
                      <a:pt x="907356" y="883515"/>
                    </a:lnTo>
                    <a:lnTo>
                      <a:pt x="930016" y="9060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2" name="ph9082"/>
              <p:cNvSpPr/>
              <p:nvPr/>
            </p:nvSpPr>
            <p:spPr>
              <a:xfrm>
                <a:off x="3239623" y="2345679"/>
                <a:ext cx="10353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5334" h="914400">
                    <a:moveTo>
                      <a:pt x="914399" y="914400"/>
                    </a:moveTo>
                    <a:lnTo>
                      <a:pt x="905807" y="913147"/>
                    </a:lnTo>
                    <a:lnTo>
                      <a:pt x="900073" y="889555"/>
                    </a:lnTo>
                    <a:lnTo>
                      <a:pt x="898727" y="828850"/>
                    </a:lnTo>
                    <a:lnTo>
                      <a:pt x="902157" y="798858"/>
                    </a:lnTo>
                    <a:lnTo>
                      <a:pt x="943329" y="690676"/>
                    </a:lnTo>
                    <a:lnTo>
                      <a:pt x="961711" y="681840"/>
                    </a:lnTo>
                    <a:lnTo>
                      <a:pt x="987561" y="615542"/>
                    </a:lnTo>
                    <a:lnTo>
                      <a:pt x="994531" y="586047"/>
                    </a:lnTo>
                    <a:lnTo>
                      <a:pt x="1005741" y="559486"/>
                    </a:lnTo>
                    <a:lnTo>
                      <a:pt x="1012360" y="535740"/>
                    </a:lnTo>
                    <a:lnTo>
                      <a:pt x="1017910" y="526148"/>
                    </a:lnTo>
                    <a:lnTo>
                      <a:pt x="1029969" y="530644"/>
                    </a:lnTo>
                    <a:lnTo>
                      <a:pt x="1035334" y="535019"/>
                    </a:lnTo>
                    <a:lnTo>
                      <a:pt x="1022630" y="548848"/>
                    </a:lnTo>
                    <a:lnTo>
                      <a:pt x="1024105" y="566847"/>
                    </a:lnTo>
                    <a:lnTo>
                      <a:pt x="1023220" y="574311"/>
                    </a:lnTo>
                    <a:lnTo>
                      <a:pt x="991157" y="652603"/>
                    </a:lnTo>
                    <a:lnTo>
                      <a:pt x="982583" y="703442"/>
                    </a:lnTo>
                    <a:lnTo>
                      <a:pt x="971207" y="715847"/>
                    </a:lnTo>
                    <a:lnTo>
                      <a:pt x="924098" y="89671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3" name="ph9083"/>
              <p:cNvSpPr/>
              <p:nvPr/>
            </p:nvSpPr>
            <p:spPr>
              <a:xfrm>
                <a:off x="2294382" y="1407686"/>
                <a:ext cx="2334160" cy="2166470"/>
              </a:xfrm>
              <a:custGeom>
                <a:avLst/>
                <a:gdLst/>
                <a:ahLst/>
                <a:cxnLst/>
                <a:rect l="0" t="0" r="0" b="0"/>
                <a:pathLst>
                  <a:path w="2334160" h="2166470">
                    <a:moveTo>
                      <a:pt x="914400" y="914400"/>
                    </a:moveTo>
                    <a:lnTo>
                      <a:pt x="928154" y="920199"/>
                    </a:lnTo>
                    <a:lnTo>
                      <a:pt x="946887" y="908583"/>
                    </a:lnTo>
                    <a:lnTo>
                      <a:pt x="959997" y="876051"/>
                    </a:lnTo>
                    <a:lnTo>
                      <a:pt x="967482" y="827237"/>
                    </a:lnTo>
                    <a:lnTo>
                      <a:pt x="976222" y="780739"/>
                    </a:lnTo>
                    <a:lnTo>
                      <a:pt x="965878" y="730998"/>
                    </a:lnTo>
                    <a:lnTo>
                      <a:pt x="954834" y="687313"/>
                    </a:lnTo>
                    <a:lnTo>
                      <a:pt x="954060" y="674479"/>
                    </a:lnTo>
                    <a:lnTo>
                      <a:pt x="983044" y="637624"/>
                    </a:lnTo>
                    <a:lnTo>
                      <a:pt x="991913" y="607649"/>
                    </a:lnTo>
                    <a:lnTo>
                      <a:pt x="1001519" y="579115"/>
                    </a:lnTo>
                    <a:lnTo>
                      <a:pt x="1012121" y="569404"/>
                    </a:lnTo>
                    <a:lnTo>
                      <a:pt x="1027904" y="567190"/>
                    </a:lnTo>
                    <a:lnTo>
                      <a:pt x="1046286" y="561820"/>
                    </a:lnTo>
                    <a:lnTo>
                      <a:pt x="1069463" y="542723"/>
                    </a:lnTo>
                    <a:lnTo>
                      <a:pt x="1090242" y="517140"/>
                    </a:lnTo>
                    <a:lnTo>
                      <a:pt x="1106117" y="493685"/>
                    </a:lnTo>
                    <a:lnTo>
                      <a:pt x="1111501" y="447273"/>
                    </a:lnTo>
                    <a:lnTo>
                      <a:pt x="1111723" y="423955"/>
                    </a:lnTo>
                    <a:lnTo>
                      <a:pt x="1118711" y="406643"/>
                    </a:lnTo>
                    <a:lnTo>
                      <a:pt x="1125477" y="372825"/>
                    </a:lnTo>
                    <a:lnTo>
                      <a:pt x="1118895" y="339469"/>
                    </a:lnTo>
                    <a:lnTo>
                      <a:pt x="1098410" y="288870"/>
                    </a:lnTo>
                    <a:lnTo>
                      <a:pt x="1073740" y="217716"/>
                    </a:lnTo>
                    <a:lnTo>
                      <a:pt x="1069963" y="179814"/>
                    </a:lnTo>
                    <a:lnTo>
                      <a:pt x="1998100" y="179814"/>
                    </a:lnTo>
                    <a:lnTo>
                      <a:pt x="1998552" y="184790"/>
                    </a:lnTo>
                    <a:lnTo>
                      <a:pt x="1996671" y="196732"/>
                    </a:lnTo>
                    <a:lnTo>
                      <a:pt x="2011016" y="245821"/>
                    </a:lnTo>
                    <a:lnTo>
                      <a:pt x="2007679" y="263031"/>
                    </a:lnTo>
                    <a:lnTo>
                      <a:pt x="2005743" y="284958"/>
                    </a:lnTo>
                    <a:lnTo>
                      <a:pt x="2026301" y="306028"/>
                    </a:lnTo>
                    <a:lnTo>
                      <a:pt x="2044647" y="305685"/>
                    </a:lnTo>
                    <a:lnTo>
                      <a:pt x="2063232" y="305359"/>
                    </a:lnTo>
                    <a:lnTo>
                      <a:pt x="2070331" y="310644"/>
                    </a:lnTo>
                    <a:lnTo>
                      <a:pt x="2077448" y="325554"/>
                    </a:lnTo>
                    <a:lnTo>
                      <a:pt x="2083182" y="343158"/>
                    </a:lnTo>
                    <a:lnTo>
                      <a:pt x="2098486" y="341700"/>
                    </a:lnTo>
                    <a:lnTo>
                      <a:pt x="2122916" y="327373"/>
                    </a:lnTo>
                    <a:lnTo>
                      <a:pt x="2138810" y="323959"/>
                    </a:lnTo>
                    <a:lnTo>
                      <a:pt x="2149301" y="351497"/>
                    </a:lnTo>
                    <a:lnTo>
                      <a:pt x="2177843" y="387872"/>
                    </a:lnTo>
                    <a:lnTo>
                      <a:pt x="2194455" y="404172"/>
                    </a:lnTo>
                    <a:lnTo>
                      <a:pt x="2222684" y="412751"/>
                    </a:lnTo>
                    <a:lnTo>
                      <a:pt x="2252424" y="442109"/>
                    </a:lnTo>
                    <a:lnTo>
                      <a:pt x="2248257" y="477488"/>
                    </a:lnTo>
                    <a:lnTo>
                      <a:pt x="2260666" y="489310"/>
                    </a:lnTo>
                    <a:lnTo>
                      <a:pt x="2295754" y="503277"/>
                    </a:lnTo>
                    <a:lnTo>
                      <a:pt x="2308162" y="522116"/>
                    </a:lnTo>
                    <a:lnTo>
                      <a:pt x="2314118" y="538176"/>
                    </a:lnTo>
                    <a:lnTo>
                      <a:pt x="2323355" y="551491"/>
                    </a:lnTo>
                    <a:lnTo>
                      <a:pt x="2334160" y="591726"/>
                    </a:lnTo>
                    <a:lnTo>
                      <a:pt x="2330399" y="616520"/>
                    </a:lnTo>
                    <a:lnTo>
                      <a:pt x="2316257" y="625047"/>
                    </a:lnTo>
                    <a:lnTo>
                      <a:pt x="2282865" y="651608"/>
                    </a:lnTo>
                    <a:lnTo>
                      <a:pt x="2267986" y="671442"/>
                    </a:lnTo>
                    <a:lnTo>
                      <a:pt x="2256315" y="683796"/>
                    </a:lnTo>
                    <a:lnTo>
                      <a:pt x="2223145" y="710288"/>
                    </a:lnTo>
                    <a:lnTo>
                      <a:pt x="2210994" y="715041"/>
                    </a:lnTo>
                    <a:lnTo>
                      <a:pt x="2199360" y="728819"/>
                    </a:lnTo>
                    <a:lnTo>
                      <a:pt x="2188113" y="734841"/>
                    </a:lnTo>
                    <a:lnTo>
                      <a:pt x="2178046" y="731375"/>
                    </a:lnTo>
                    <a:lnTo>
                      <a:pt x="2140414" y="756323"/>
                    </a:lnTo>
                    <a:lnTo>
                      <a:pt x="2143345" y="766978"/>
                    </a:lnTo>
                    <a:lnTo>
                      <a:pt x="2172201" y="771491"/>
                    </a:lnTo>
                    <a:lnTo>
                      <a:pt x="2186914" y="766137"/>
                    </a:lnTo>
                    <a:lnTo>
                      <a:pt x="2198235" y="753595"/>
                    </a:lnTo>
                    <a:lnTo>
                      <a:pt x="2210607" y="750712"/>
                    </a:lnTo>
                    <a:lnTo>
                      <a:pt x="2221891" y="753080"/>
                    </a:lnTo>
                    <a:lnTo>
                      <a:pt x="2233857" y="743197"/>
                    </a:lnTo>
                    <a:lnTo>
                      <a:pt x="2243242" y="739251"/>
                    </a:lnTo>
                    <a:lnTo>
                      <a:pt x="2252941" y="743986"/>
                    </a:lnTo>
                    <a:lnTo>
                      <a:pt x="2263764" y="767681"/>
                    </a:lnTo>
                    <a:lnTo>
                      <a:pt x="2241306" y="780018"/>
                    </a:lnTo>
                    <a:lnTo>
                      <a:pt x="2225376" y="780584"/>
                    </a:lnTo>
                    <a:lnTo>
                      <a:pt x="2217595" y="819447"/>
                    </a:lnTo>
                    <a:lnTo>
                      <a:pt x="2207952" y="836142"/>
                    </a:lnTo>
                    <a:lnTo>
                      <a:pt x="2201038" y="844172"/>
                    </a:lnTo>
                    <a:lnTo>
                      <a:pt x="2165692" y="860712"/>
                    </a:lnTo>
                    <a:lnTo>
                      <a:pt x="2142368" y="881679"/>
                    </a:lnTo>
                    <a:lnTo>
                      <a:pt x="2114877" y="898563"/>
                    </a:lnTo>
                    <a:lnTo>
                      <a:pt x="2102874" y="894891"/>
                    </a:lnTo>
                    <a:lnTo>
                      <a:pt x="2084786" y="912049"/>
                    </a:lnTo>
                    <a:lnTo>
                      <a:pt x="2044592" y="932364"/>
                    </a:lnTo>
                    <a:lnTo>
                      <a:pt x="2023996" y="959731"/>
                    </a:lnTo>
                    <a:lnTo>
                      <a:pt x="1977772" y="984215"/>
                    </a:lnTo>
                    <a:lnTo>
                      <a:pt x="1954227" y="1004136"/>
                    </a:lnTo>
                    <a:lnTo>
                      <a:pt x="1890266" y="1005182"/>
                    </a:lnTo>
                    <a:lnTo>
                      <a:pt x="1829181" y="1000807"/>
                    </a:lnTo>
                    <a:lnTo>
                      <a:pt x="1810005" y="1010278"/>
                    </a:lnTo>
                    <a:lnTo>
                      <a:pt x="1829605" y="1013212"/>
                    </a:lnTo>
                    <a:lnTo>
                      <a:pt x="1843341" y="1022512"/>
                    </a:lnTo>
                    <a:lnTo>
                      <a:pt x="1859806" y="1018634"/>
                    </a:lnTo>
                    <a:lnTo>
                      <a:pt x="1898508" y="1023284"/>
                    </a:lnTo>
                    <a:lnTo>
                      <a:pt x="1918421" y="1028346"/>
                    </a:lnTo>
                    <a:lnTo>
                      <a:pt x="1943976" y="1060912"/>
                    </a:lnTo>
                    <a:lnTo>
                      <a:pt x="1925187" y="1072493"/>
                    </a:lnTo>
                    <a:lnTo>
                      <a:pt x="1892644" y="1081381"/>
                    </a:lnTo>
                    <a:lnTo>
                      <a:pt x="1904850" y="1127570"/>
                    </a:lnTo>
                    <a:lnTo>
                      <a:pt x="1914917" y="1158712"/>
                    </a:lnTo>
                    <a:lnTo>
                      <a:pt x="1901734" y="1177500"/>
                    </a:lnTo>
                    <a:lnTo>
                      <a:pt x="1900757" y="1262981"/>
                    </a:lnTo>
                    <a:lnTo>
                      <a:pt x="1882264" y="1264611"/>
                    </a:lnTo>
                    <a:lnTo>
                      <a:pt x="1874409" y="1299974"/>
                    </a:lnTo>
                    <a:lnTo>
                      <a:pt x="1880236" y="1318007"/>
                    </a:lnTo>
                    <a:lnTo>
                      <a:pt x="1879775" y="1359890"/>
                    </a:lnTo>
                    <a:lnTo>
                      <a:pt x="1883628" y="1385695"/>
                    </a:lnTo>
                    <a:lnTo>
                      <a:pt x="1892700" y="1409459"/>
                    </a:lnTo>
                    <a:lnTo>
                      <a:pt x="1888662" y="1434235"/>
                    </a:lnTo>
                    <a:lnTo>
                      <a:pt x="1859419" y="1492229"/>
                    </a:lnTo>
                    <a:lnTo>
                      <a:pt x="1860083" y="1519442"/>
                    </a:lnTo>
                    <a:lnTo>
                      <a:pt x="1865338" y="1535605"/>
                    </a:lnTo>
                    <a:lnTo>
                      <a:pt x="1869228" y="1561445"/>
                    </a:lnTo>
                    <a:lnTo>
                      <a:pt x="1855934" y="1611117"/>
                    </a:lnTo>
                    <a:lnTo>
                      <a:pt x="1846549" y="1652622"/>
                    </a:lnTo>
                    <a:lnTo>
                      <a:pt x="1835394" y="1687556"/>
                    </a:lnTo>
                    <a:lnTo>
                      <a:pt x="1810429" y="1729473"/>
                    </a:lnTo>
                    <a:lnTo>
                      <a:pt x="1798002" y="1760803"/>
                    </a:lnTo>
                    <a:lnTo>
                      <a:pt x="1768926" y="1858570"/>
                    </a:lnTo>
                    <a:lnTo>
                      <a:pt x="1754507" y="1877975"/>
                    </a:lnTo>
                    <a:lnTo>
                      <a:pt x="1736825" y="1892886"/>
                    </a:lnTo>
                    <a:lnTo>
                      <a:pt x="1717115" y="1879091"/>
                    </a:lnTo>
                    <a:lnTo>
                      <a:pt x="1699046" y="1871575"/>
                    </a:lnTo>
                    <a:lnTo>
                      <a:pt x="1676975" y="1872485"/>
                    </a:lnTo>
                    <a:lnTo>
                      <a:pt x="1642404" y="1883792"/>
                    </a:lnTo>
                    <a:lnTo>
                      <a:pt x="1590409" y="1876277"/>
                    </a:lnTo>
                    <a:lnTo>
                      <a:pt x="1539594" y="1879897"/>
                    </a:lnTo>
                    <a:lnTo>
                      <a:pt x="1526743" y="1889660"/>
                    </a:lnTo>
                    <a:lnTo>
                      <a:pt x="1534450" y="1925143"/>
                    </a:lnTo>
                    <a:lnTo>
                      <a:pt x="1515717" y="1929792"/>
                    </a:lnTo>
                    <a:lnTo>
                      <a:pt x="1497408" y="1919704"/>
                    </a:lnTo>
                    <a:lnTo>
                      <a:pt x="1481293" y="1931748"/>
                    </a:lnTo>
                    <a:lnTo>
                      <a:pt x="1467834" y="1944960"/>
                    </a:lnTo>
                    <a:lnTo>
                      <a:pt x="1441394" y="1976308"/>
                    </a:lnTo>
                    <a:lnTo>
                      <a:pt x="1432543" y="1995611"/>
                    </a:lnTo>
                    <a:lnTo>
                      <a:pt x="1430257" y="2031968"/>
                    </a:lnTo>
                    <a:lnTo>
                      <a:pt x="1444141" y="2064569"/>
                    </a:lnTo>
                    <a:lnTo>
                      <a:pt x="1456457" y="2102745"/>
                    </a:lnTo>
                    <a:lnTo>
                      <a:pt x="1424744" y="2148814"/>
                    </a:lnTo>
                    <a:lnTo>
                      <a:pt x="1407044" y="2150376"/>
                    </a:lnTo>
                    <a:lnTo>
                      <a:pt x="1355380" y="2137593"/>
                    </a:lnTo>
                    <a:lnTo>
                      <a:pt x="1263817" y="2166470"/>
                    </a:lnTo>
                    <a:lnTo>
                      <a:pt x="1181584" y="2143633"/>
                    </a:lnTo>
                    <a:lnTo>
                      <a:pt x="1191928" y="2118959"/>
                    </a:lnTo>
                    <a:lnTo>
                      <a:pt x="1191577" y="2100823"/>
                    </a:lnTo>
                    <a:lnTo>
                      <a:pt x="1196224" y="2072924"/>
                    </a:lnTo>
                    <a:lnTo>
                      <a:pt x="1198990" y="2044391"/>
                    </a:lnTo>
                    <a:lnTo>
                      <a:pt x="1198215" y="2025294"/>
                    </a:lnTo>
                    <a:lnTo>
                      <a:pt x="1192186" y="2004945"/>
                    </a:lnTo>
                    <a:lnTo>
                      <a:pt x="1171904" y="1978315"/>
                    </a:lnTo>
                    <a:lnTo>
                      <a:pt x="1126215" y="1888442"/>
                    </a:lnTo>
                    <a:lnTo>
                      <a:pt x="1112700" y="1850505"/>
                    </a:lnTo>
                    <a:lnTo>
                      <a:pt x="1103296" y="1834703"/>
                    </a:lnTo>
                    <a:lnTo>
                      <a:pt x="1110063" y="1833845"/>
                    </a:lnTo>
                    <a:lnTo>
                      <a:pt x="1147695" y="1854212"/>
                    </a:lnTo>
                    <a:lnTo>
                      <a:pt x="1156472" y="1851706"/>
                    </a:lnTo>
                    <a:lnTo>
                      <a:pt x="1165691" y="1844054"/>
                    </a:lnTo>
                    <a:lnTo>
                      <a:pt x="1154462" y="1814903"/>
                    </a:lnTo>
                    <a:lnTo>
                      <a:pt x="1144819" y="1801708"/>
                    </a:lnTo>
                    <a:lnTo>
                      <a:pt x="1138273" y="1781976"/>
                    </a:lnTo>
                    <a:lnTo>
                      <a:pt x="1160307" y="1776640"/>
                    </a:lnTo>
                    <a:lnTo>
                      <a:pt x="1176219" y="1777824"/>
                    </a:lnTo>
                    <a:lnTo>
                      <a:pt x="1187945" y="1755622"/>
                    </a:lnTo>
                    <a:lnTo>
                      <a:pt x="1181178" y="1719727"/>
                    </a:lnTo>
                    <a:lnTo>
                      <a:pt x="1164086" y="1708677"/>
                    </a:lnTo>
                    <a:lnTo>
                      <a:pt x="1149815" y="1703873"/>
                    </a:lnTo>
                    <a:lnTo>
                      <a:pt x="1122454" y="1647492"/>
                    </a:lnTo>
                    <a:lnTo>
                      <a:pt x="1093912" y="1618289"/>
                    </a:lnTo>
                    <a:lnTo>
                      <a:pt x="1043004" y="1505647"/>
                    </a:lnTo>
                    <a:lnTo>
                      <a:pt x="1024382" y="1428333"/>
                    </a:lnTo>
                    <a:lnTo>
                      <a:pt x="1007069" y="1435677"/>
                    </a:lnTo>
                    <a:lnTo>
                      <a:pt x="998661" y="1401995"/>
                    </a:lnTo>
                    <a:lnTo>
                      <a:pt x="992632" y="1370099"/>
                    </a:lnTo>
                    <a:lnTo>
                      <a:pt x="991433" y="1346644"/>
                    </a:lnTo>
                    <a:lnTo>
                      <a:pt x="964293" y="1333209"/>
                    </a:lnTo>
                    <a:lnTo>
                      <a:pt x="963186" y="1316772"/>
                    </a:lnTo>
                    <a:lnTo>
                      <a:pt x="958300" y="1243421"/>
                    </a:lnTo>
                    <a:lnTo>
                      <a:pt x="929187" y="1233573"/>
                    </a:lnTo>
                    <a:lnTo>
                      <a:pt x="910362" y="1192410"/>
                    </a:lnTo>
                    <a:lnTo>
                      <a:pt x="907006" y="1114530"/>
                    </a:lnTo>
                    <a:lnTo>
                      <a:pt x="887830" y="1100358"/>
                    </a:lnTo>
                    <a:lnTo>
                      <a:pt x="872398" y="1104287"/>
                    </a:lnTo>
                    <a:lnTo>
                      <a:pt x="873117" y="1084984"/>
                    </a:lnTo>
                    <a:lnTo>
                      <a:pt x="876804" y="1066865"/>
                    </a:lnTo>
                    <a:lnTo>
                      <a:pt x="867788" y="995076"/>
                    </a:lnTo>
                    <a:lnTo>
                      <a:pt x="864783" y="929550"/>
                    </a:lnTo>
                    <a:lnTo>
                      <a:pt x="857463" y="909767"/>
                    </a:lnTo>
                    <a:lnTo>
                      <a:pt x="853315" y="886604"/>
                    </a:lnTo>
                    <a:lnTo>
                      <a:pt x="857039" y="866597"/>
                    </a:lnTo>
                    <a:lnTo>
                      <a:pt x="862497" y="855101"/>
                    </a:lnTo>
                    <a:lnTo>
                      <a:pt x="881285" y="852082"/>
                    </a:lnTo>
                    <a:lnTo>
                      <a:pt x="898838" y="8697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4" name="ph9084"/>
              <p:cNvSpPr/>
              <p:nvPr/>
            </p:nvSpPr>
            <p:spPr>
              <a:xfrm>
                <a:off x="3742076" y="1776394"/>
                <a:ext cx="9508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851" h="914400">
                    <a:moveTo>
                      <a:pt x="914400" y="914400"/>
                    </a:moveTo>
                    <a:lnTo>
                      <a:pt x="904609" y="912735"/>
                    </a:lnTo>
                    <a:lnTo>
                      <a:pt x="895685" y="896555"/>
                    </a:lnTo>
                    <a:lnTo>
                      <a:pt x="913736" y="871848"/>
                    </a:lnTo>
                    <a:lnTo>
                      <a:pt x="941356" y="873186"/>
                    </a:lnTo>
                    <a:lnTo>
                      <a:pt x="950851" y="878333"/>
                    </a:lnTo>
                    <a:lnTo>
                      <a:pt x="917792" y="8924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5" name="ph9085"/>
              <p:cNvSpPr/>
              <p:nvPr/>
            </p:nvSpPr>
            <p:spPr>
              <a:xfrm>
                <a:off x="3597357" y="1369012"/>
                <a:ext cx="935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5861" h="914400">
                    <a:moveTo>
                      <a:pt x="914400" y="914400"/>
                    </a:moveTo>
                    <a:lnTo>
                      <a:pt x="910251" y="913336"/>
                    </a:lnTo>
                    <a:lnTo>
                      <a:pt x="915414" y="897018"/>
                    </a:lnTo>
                    <a:lnTo>
                      <a:pt x="919249" y="889967"/>
                    </a:lnTo>
                    <a:lnTo>
                      <a:pt x="931971" y="883378"/>
                    </a:lnTo>
                    <a:lnTo>
                      <a:pt x="935861" y="884527"/>
                    </a:lnTo>
                    <a:lnTo>
                      <a:pt x="922770" y="91105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6" name="ph9086"/>
              <p:cNvSpPr/>
              <p:nvPr/>
            </p:nvSpPr>
            <p:spPr>
              <a:xfrm>
                <a:off x="3634823" y="1222242"/>
                <a:ext cx="93859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8590" h="914399">
                    <a:moveTo>
                      <a:pt x="914400" y="914399"/>
                    </a:moveTo>
                    <a:lnTo>
                      <a:pt x="909643" y="900141"/>
                    </a:lnTo>
                    <a:lnTo>
                      <a:pt x="911542" y="897344"/>
                    </a:lnTo>
                    <a:lnTo>
                      <a:pt x="914787" y="883275"/>
                    </a:lnTo>
                    <a:lnTo>
                      <a:pt x="923950" y="875554"/>
                    </a:lnTo>
                    <a:lnTo>
                      <a:pt x="938590" y="880186"/>
                    </a:lnTo>
                    <a:lnTo>
                      <a:pt x="938498" y="883704"/>
                    </a:lnTo>
                    <a:lnTo>
                      <a:pt x="924504" y="895097"/>
                    </a:lnTo>
                    <a:lnTo>
                      <a:pt x="919138" y="9027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7" name="ph9087"/>
              <p:cNvSpPr/>
              <p:nvPr/>
            </p:nvSpPr>
            <p:spPr>
              <a:xfrm>
                <a:off x="3890465" y="2980371"/>
                <a:ext cx="928689" cy="915639"/>
              </a:xfrm>
              <a:custGeom>
                <a:avLst/>
                <a:gdLst/>
                <a:ahLst/>
                <a:cxnLst/>
                <a:rect l="0" t="0" r="0" b="0"/>
                <a:pathLst>
                  <a:path w="928689" h="915639">
                    <a:moveTo>
                      <a:pt x="914400" y="914400"/>
                    </a:moveTo>
                    <a:lnTo>
                      <a:pt x="861519" y="909801"/>
                    </a:lnTo>
                    <a:lnTo>
                      <a:pt x="853997" y="905546"/>
                    </a:lnTo>
                    <a:lnTo>
                      <a:pt x="883092" y="875451"/>
                    </a:lnTo>
                    <a:lnTo>
                      <a:pt x="902046" y="844172"/>
                    </a:lnTo>
                    <a:lnTo>
                      <a:pt x="918142" y="803353"/>
                    </a:lnTo>
                    <a:lnTo>
                      <a:pt x="919857" y="775077"/>
                    </a:lnTo>
                    <a:lnTo>
                      <a:pt x="923877" y="743197"/>
                    </a:lnTo>
                    <a:lnTo>
                      <a:pt x="928689" y="740822"/>
                    </a:lnTo>
                    <a:lnTo>
                      <a:pt x="928689" y="91563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8" name="ph9088"/>
              <p:cNvSpPr/>
              <p:nvPr/>
            </p:nvSpPr>
            <p:spPr>
              <a:xfrm>
                <a:off x="2907058" y="3126437"/>
                <a:ext cx="1912096" cy="920834"/>
              </a:xfrm>
              <a:custGeom>
                <a:avLst/>
                <a:gdLst/>
                <a:ahLst/>
                <a:cxnLst/>
                <a:rect l="0" t="0" r="0" b="0"/>
                <a:pathLst>
                  <a:path w="1912096" h="920834">
                    <a:moveTo>
                      <a:pt x="914400" y="914400"/>
                    </a:moveTo>
                    <a:lnTo>
                      <a:pt x="1022520" y="871676"/>
                    </a:lnTo>
                    <a:lnTo>
                      <a:pt x="1137997" y="831595"/>
                    </a:lnTo>
                    <a:lnTo>
                      <a:pt x="1164953" y="827237"/>
                    </a:lnTo>
                    <a:lnTo>
                      <a:pt x="1192057" y="818795"/>
                    </a:lnTo>
                    <a:lnTo>
                      <a:pt x="1202069" y="803799"/>
                    </a:lnTo>
                    <a:lnTo>
                      <a:pt x="1212062" y="793762"/>
                    </a:lnTo>
                    <a:lnTo>
                      <a:pt x="1227790" y="767321"/>
                    </a:lnTo>
                    <a:lnTo>
                      <a:pt x="1262564" y="726228"/>
                    </a:lnTo>
                    <a:lnTo>
                      <a:pt x="1324054" y="711266"/>
                    </a:lnTo>
                    <a:lnTo>
                      <a:pt x="1347010" y="691775"/>
                    </a:lnTo>
                    <a:lnTo>
                      <a:pt x="1395133" y="664476"/>
                    </a:lnTo>
                    <a:lnTo>
                      <a:pt x="1504839" y="633849"/>
                    </a:lnTo>
                    <a:lnTo>
                      <a:pt x="1550657" y="627123"/>
                    </a:lnTo>
                    <a:lnTo>
                      <a:pt x="1595553" y="626300"/>
                    </a:lnTo>
                    <a:lnTo>
                      <a:pt x="1635527" y="650458"/>
                    </a:lnTo>
                    <a:lnTo>
                      <a:pt x="1677842" y="680279"/>
                    </a:lnTo>
                    <a:lnTo>
                      <a:pt x="1685457" y="698277"/>
                    </a:lnTo>
                    <a:lnTo>
                      <a:pt x="1662557" y="687056"/>
                    </a:lnTo>
                    <a:lnTo>
                      <a:pt x="1629184" y="660272"/>
                    </a:lnTo>
                    <a:lnTo>
                      <a:pt x="1616849" y="659140"/>
                    </a:lnTo>
                    <a:lnTo>
                      <a:pt x="1645336" y="740606"/>
                    </a:lnTo>
                    <a:lnTo>
                      <a:pt x="1660916" y="769414"/>
                    </a:lnTo>
                    <a:lnTo>
                      <a:pt x="1692408" y="790965"/>
                    </a:lnTo>
                    <a:lnTo>
                      <a:pt x="1718811" y="798223"/>
                    </a:lnTo>
                    <a:lnTo>
                      <a:pt x="1800159" y="785165"/>
                    </a:lnTo>
                    <a:lnTo>
                      <a:pt x="1829052" y="768110"/>
                    </a:lnTo>
                    <a:lnTo>
                      <a:pt x="1837404" y="759480"/>
                    </a:lnTo>
                    <a:lnTo>
                      <a:pt x="1844927" y="763735"/>
                    </a:lnTo>
                    <a:lnTo>
                      <a:pt x="1897807" y="768333"/>
                    </a:lnTo>
                    <a:lnTo>
                      <a:pt x="1912096" y="769573"/>
                    </a:lnTo>
                    <a:lnTo>
                      <a:pt x="1912096" y="920834"/>
                    </a:lnTo>
                    <a:lnTo>
                      <a:pt x="902154" y="92083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9" name="ph9089"/>
              <p:cNvSpPr/>
              <p:nvPr/>
            </p:nvSpPr>
            <p:spPr>
              <a:xfrm>
                <a:off x="2453723" y="711003"/>
                <a:ext cx="966136" cy="1884401"/>
              </a:xfrm>
              <a:custGeom>
                <a:avLst/>
                <a:gdLst/>
                <a:ahLst/>
                <a:cxnLst/>
                <a:rect l="0" t="0" r="0" b="0"/>
                <a:pathLst>
                  <a:path w="966136" h="1884401">
                    <a:moveTo>
                      <a:pt x="914400" y="914400"/>
                    </a:moveTo>
                    <a:lnTo>
                      <a:pt x="939070" y="985554"/>
                    </a:lnTo>
                    <a:lnTo>
                      <a:pt x="959554" y="1036153"/>
                    </a:lnTo>
                    <a:lnTo>
                      <a:pt x="966136" y="1069508"/>
                    </a:lnTo>
                    <a:lnTo>
                      <a:pt x="959370" y="1103326"/>
                    </a:lnTo>
                    <a:lnTo>
                      <a:pt x="952382" y="1120639"/>
                    </a:lnTo>
                    <a:lnTo>
                      <a:pt x="952160" y="1143956"/>
                    </a:lnTo>
                    <a:lnTo>
                      <a:pt x="946777" y="1190369"/>
                    </a:lnTo>
                    <a:lnTo>
                      <a:pt x="930901" y="1213824"/>
                    </a:lnTo>
                    <a:lnTo>
                      <a:pt x="910122" y="1239406"/>
                    </a:lnTo>
                    <a:lnTo>
                      <a:pt x="886945" y="1258503"/>
                    </a:lnTo>
                    <a:lnTo>
                      <a:pt x="868563" y="1263874"/>
                    </a:lnTo>
                    <a:lnTo>
                      <a:pt x="852780" y="1266087"/>
                    </a:lnTo>
                    <a:lnTo>
                      <a:pt x="842178" y="1275798"/>
                    </a:lnTo>
                    <a:lnTo>
                      <a:pt x="832572" y="1304332"/>
                    </a:lnTo>
                    <a:lnTo>
                      <a:pt x="823703" y="1334307"/>
                    </a:lnTo>
                    <a:lnTo>
                      <a:pt x="794719" y="1371162"/>
                    </a:lnTo>
                    <a:lnTo>
                      <a:pt x="795493" y="1383997"/>
                    </a:lnTo>
                    <a:lnTo>
                      <a:pt x="806537" y="1427681"/>
                    </a:lnTo>
                    <a:lnTo>
                      <a:pt x="816881" y="1477422"/>
                    </a:lnTo>
                    <a:lnTo>
                      <a:pt x="808141" y="1523920"/>
                    </a:lnTo>
                    <a:lnTo>
                      <a:pt x="800656" y="1572735"/>
                    </a:lnTo>
                    <a:lnTo>
                      <a:pt x="787546" y="1605266"/>
                    </a:lnTo>
                    <a:lnTo>
                      <a:pt x="768813" y="1616882"/>
                    </a:lnTo>
                    <a:lnTo>
                      <a:pt x="755059" y="1611083"/>
                    </a:lnTo>
                    <a:lnTo>
                      <a:pt x="739497" y="1566455"/>
                    </a:lnTo>
                    <a:lnTo>
                      <a:pt x="739147" y="1556194"/>
                    </a:lnTo>
                    <a:lnTo>
                      <a:pt x="735275" y="1542554"/>
                    </a:lnTo>
                    <a:lnTo>
                      <a:pt x="691134" y="1528965"/>
                    </a:lnTo>
                    <a:lnTo>
                      <a:pt x="683335" y="1529462"/>
                    </a:lnTo>
                    <a:lnTo>
                      <a:pt x="665985" y="1521501"/>
                    </a:lnTo>
                    <a:lnTo>
                      <a:pt x="655807" y="1519253"/>
                    </a:lnTo>
                    <a:lnTo>
                      <a:pt x="634935" y="1514655"/>
                    </a:lnTo>
                    <a:lnTo>
                      <a:pt x="617585" y="1475277"/>
                    </a:lnTo>
                    <a:lnTo>
                      <a:pt x="599147" y="1442523"/>
                    </a:lnTo>
                    <a:lnTo>
                      <a:pt x="596529" y="1428831"/>
                    </a:lnTo>
                    <a:lnTo>
                      <a:pt x="597156" y="1367576"/>
                    </a:lnTo>
                    <a:lnTo>
                      <a:pt x="591514" y="1340330"/>
                    </a:lnTo>
                    <a:lnTo>
                      <a:pt x="589781" y="1310629"/>
                    </a:lnTo>
                    <a:lnTo>
                      <a:pt x="578183" y="1334788"/>
                    </a:lnTo>
                    <a:lnTo>
                      <a:pt x="584913" y="1372981"/>
                    </a:lnTo>
                    <a:lnTo>
                      <a:pt x="570605" y="1389007"/>
                    </a:lnTo>
                    <a:lnTo>
                      <a:pt x="552554" y="1396797"/>
                    </a:lnTo>
                    <a:lnTo>
                      <a:pt x="554251" y="1419171"/>
                    </a:lnTo>
                    <a:lnTo>
                      <a:pt x="561663" y="1423409"/>
                    </a:lnTo>
                    <a:lnTo>
                      <a:pt x="563212" y="1446641"/>
                    </a:lnTo>
                    <a:lnTo>
                      <a:pt x="558823" y="1481025"/>
                    </a:lnTo>
                    <a:lnTo>
                      <a:pt x="523293" y="1557481"/>
                    </a:lnTo>
                    <a:lnTo>
                      <a:pt x="516121" y="1565700"/>
                    </a:lnTo>
                    <a:lnTo>
                      <a:pt x="511253" y="1576029"/>
                    </a:lnTo>
                    <a:lnTo>
                      <a:pt x="493073" y="1569166"/>
                    </a:lnTo>
                    <a:lnTo>
                      <a:pt x="469749" y="1590459"/>
                    </a:lnTo>
                    <a:lnTo>
                      <a:pt x="447661" y="1593873"/>
                    </a:lnTo>
                    <a:lnTo>
                      <a:pt x="439659" y="1569783"/>
                    </a:lnTo>
                    <a:lnTo>
                      <a:pt x="408499" y="1537904"/>
                    </a:lnTo>
                    <a:lnTo>
                      <a:pt x="393785" y="1539688"/>
                    </a:lnTo>
                    <a:lnTo>
                      <a:pt x="406987" y="1555422"/>
                    </a:lnTo>
                    <a:lnTo>
                      <a:pt x="420004" y="1575875"/>
                    </a:lnTo>
                    <a:lnTo>
                      <a:pt x="412610" y="1589412"/>
                    </a:lnTo>
                    <a:lnTo>
                      <a:pt x="405346" y="1598249"/>
                    </a:lnTo>
                    <a:lnTo>
                      <a:pt x="392623" y="1602830"/>
                    </a:lnTo>
                    <a:lnTo>
                      <a:pt x="347100" y="1629596"/>
                    </a:lnTo>
                    <a:lnTo>
                      <a:pt x="363307" y="1647578"/>
                    </a:lnTo>
                    <a:lnTo>
                      <a:pt x="349552" y="1667996"/>
                    </a:lnTo>
                    <a:lnTo>
                      <a:pt x="333640" y="1670998"/>
                    </a:lnTo>
                    <a:lnTo>
                      <a:pt x="325159" y="1680538"/>
                    </a:lnTo>
                    <a:lnTo>
                      <a:pt x="322209" y="1693493"/>
                    </a:lnTo>
                    <a:lnTo>
                      <a:pt x="275063" y="1730399"/>
                    </a:lnTo>
                    <a:lnTo>
                      <a:pt x="198214" y="1825060"/>
                    </a:lnTo>
                    <a:lnTo>
                      <a:pt x="158719" y="1851809"/>
                    </a:lnTo>
                    <a:lnTo>
                      <a:pt x="131136" y="1879623"/>
                    </a:lnTo>
                    <a:lnTo>
                      <a:pt x="106835" y="1878936"/>
                    </a:lnTo>
                    <a:lnTo>
                      <a:pt x="99773" y="1884401"/>
                    </a:lnTo>
                    <a:lnTo>
                      <a:pt x="99773" y="876497"/>
                    </a:lnTo>
                    <a:lnTo>
                      <a:pt x="910622" y="87649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0" name="ph9090"/>
              <p:cNvSpPr/>
              <p:nvPr/>
            </p:nvSpPr>
            <p:spPr>
              <a:xfrm>
                <a:off x="1809685" y="3132768"/>
                <a:ext cx="1322376" cy="914502"/>
              </a:xfrm>
              <a:custGeom>
                <a:avLst/>
                <a:gdLst/>
                <a:ahLst/>
                <a:cxnLst/>
                <a:rect l="0" t="0" r="0" b="0"/>
                <a:pathLst>
                  <a:path w="1322376" h="914502">
                    <a:moveTo>
                      <a:pt x="914400" y="914400"/>
                    </a:moveTo>
                    <a:lnTo>
                      <a:pt x="914990" y="822862"/>
                    </a:lnTo>
                    <a:lnTo>
                      <a:pt x="904591" y="809238"/>
                    </a:lnTo>
                    <a:lnTo>
                      <a:pt x="891149" y="804503"/>
                    </a:lnTo>
                    <a:lnTo>
                      <a:pt x="882778" y="810765"/>
                    </a:lnTo>
                    <a:lnTo>
                      <a:pt x="865576" y="810851"/>
                    </a:lnTo>
                    <a:lnTo>
                      <a:pt x="861962" y="790124"/>
                    </a:lnTo>
                    <a:lnTo>
                      <a:pt x="866166" y="774768"/>
                    </a:lnTo>
                    <a:lnTo>
                      <a:pt x="900737" y="764267"/>
                    </a:lnTo>
                    <a:lnTo>
                      <a:pt x="923526" y="750197"/>
                    </a:lnTo>
                    <a:lnTo>
                      <a:pt x="924540" y="725336"/>
                    </a:lnTo>
                    <a:lnTo>
                      <a:pt x="910140" y="705793"/>
                    </a:lnTo>
                    <a:lnTo>
                      <a:pt x="892901" y="669950"/>
                    </a:lnTo>
                    <a:lnTo>
                      <a:pt x="872638" y="636251"/>
                    </a:lnTo>
                    <a:lnTo>
                      <a:pt x="870443" y="597080"/>
                    </a:lnTo>
                    <a:lnTo>
                      <a:pt x="905660" y="597852"/>
                    </a:lnTo>
                    <a:lnTo>
                      <a:pt x="914289" y="599327"/>
                    </a:lnTo>
                    <a:lnTo>
                      <a:pt x="967704" y="617686"/>
                    </a:lnTo>
                    <a:lnTo>
                      <a:pt x="980758" y="630572"/>
                    </a:lnTo>
                    <a:lnTo>
                      <a:pt x="997186" y="631172"/>
                    </a:lnTo>
                    <a:lnTo>
                      <a:pt x="1026779" y="619179"/>
                    </a:lnTo>
                    <a:lnTo>
                      <a:pt x="1048886" y="613912"/>
                    </a:lnTo>
                    <a:lnTo>
                      <a:pt x="1057460" y="621307"/>
                    </a:lnTo>
                    <a:lnTo>
                      <a:pt x="1069500" y="624412"/>
                    </a:lnTo>
                    <a:lnTo>
                      <a:pt x="1072284" y="624412"/>
                    </a:lnTo>
                    <a:lnTo>
                      <a:pt x="1073445" y="630864"/>
                    </a:lnTo>
                    <a:lnTo>
                      <a:pt x="1101084" y="640198"/>
                    </a:lnTo>
                    <a:lnTo>
                      <a:pt x="1112700" y="655074"/>
                    </a:lnTo>
                    <a:lnTo>
                      <a:pt x="1125606" y="677688"/>
                    </a:lnTo>
                    <a:lnTo>
                      <a:pt x="1126860" y="710237"/>
                    </a:lnTo>
                    <a:lnTo>
                      <a:pt x="1110340" y="733657"/>
                    </a:lnTo>
                    <a:lnTo>
                      <a:pt x="1096622" y="748482"/>
                    </a:lnTo>
                    <a:lnTo>
                      <a:pt x="1148506" y="742871"/>
                    </a:lnTo>
                    <a:lnTo>
                      <a:pt x="1153669" y="756306"/>
                    </a:lnTo>
                    <a:lnTo>
                      <a:pt x="1161524" y="770804"/>
                    </a:lnTo>
                    <a:lnTo>
                      <a:pt x="1189476" y="760475"/>
                    </a:lnTo>
                    <a:lnTo>
                      <a:pt x="1259540" y="803370"/>
                    </a:lnTo>
                    <a:lnTo>
                      <a:pt x="1301910" y="782489"/>
                    </a:lnTo>
                    <a:lnTo>
                      <a:pt x="1312752" y="781271"/>
                    </a:lnTo>
                    <a:lnTo>
                      <a:pt x="1322376" y="815930"/>
                    </a:lnTo>
                    <a:lnTo>
                      <a:pt x="1311848" y="850846"/>
                    </a:lnTo>
                    <a:lnTo>
                      <a:pt x="1274493" y="888096"/>
                    </a:lnTo>
                    <a:lnTo>
                      <a:pt x="1282772" y="911054"/>
                    </a:lnTo>
                    <a:lnTo>
                      <a:pt x="1290845" y="9145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1" name="ph9091"/>
              <p:cNvSpPr/>
              <p:nvPr/>
            </p:nvSpPr>
            <p:spPr>
              <a:xfrm>
                <a:off x="2225203" y="3129645"/>
                <a:ext cx="922329" cy="917625"/>
              </a:xfrm>
              <a:custGeom>
                <a:avLst/>
                <a:gdLst/>
                <a:ahLst/>
                <a:cxnLst/>
                <a:rect l="0" t="0" r="0" b="0"/>
                <a:pathLst>
                  <a:path w="922329" h="917625">
                    <a:moveTo>
                      <a:pt x="914400" y="914399"/>
                    </a:moveTo>
                    <a:lnTo>
                      <a:pt x="922329" y="917625"/>
                    </a:lnTo>
                    <a:lnTo>
                      <a:pt x="891087" y="91762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2" name="ph9092"/>
              <p:cNvSpPr/>
              <p:nvPr/>
            </p:nvSpPr>
            <p:spPr>
              <a:xfrm>
                <a:off x="2337785" y="3092978"/>
                <a:ext cx="1315922" cy="954292"/>
              </a:xfrm>
              <a:custGeom>
                <a:avLst/>
                <a:gdLst/>
                <a:ahLst/>
                <a:cxnLst/>
                <a:rect l="0" t="0" r="0" b="0"/>
                <a:pathLst>
                  <a:path w="1315922" h="954292">
                    <a:moveTo>
                      <a:pt x="914400" y="914399"/>
                    </a:moveTo>
                    <a:lnTo>
                      <a:pt x="932469" y="903178"/>
                    </a:lnTo>
                    <a:lnTo>
                      <a:pt x="991950" y="895148"/>
                    </a:lnTo>
                    <a:lnTo>
                      <a:pt x="1002773" y="874919"/>
                    </a:lnTo>
                    <a:lnTo>
                      <a:pt x="1026871" y="854570"/>
                    </a:lnTo>
                    <a:lnTo>
                      <a:pt x="1042396" y="832350"/>
                    </a:lnTo>
                    <a:lnTo>
                      <a:pt x="1079567" y="790056"/>
                    </a:lnTo>
                    <a:lnTo>
                      <a:pt x="1118028" y="797674"/>
                    </a:lnTo>
                    <a:lnTo>
                      <a:pt x="1140486" y="805772"/>
                    </a:lnTo>
                    <a:lnTo>
                      <a:pt x="1165137" y="809856"/>
                    </a:lnTo>
                    <a:lnTo>
                      <a:pt x="1187576" y="854947"/>
                    </a:lnTo>
                    <a:lnTo>
                      <a:pt x="1244328" y="904791"/>
                    </a:lnTo>
                    <a:lnTo>
                      <a:pt x="1296471" y="900450"/>
                    </a:lnTo>
                    <a:lnTo>
                      <a:pt x="1314983" y="947600"/>
                    </a:lnTo>
                    <a:lnTo>
                      <a:pt x="1315922" y="954292"/>
                    </a:lnTo>
                    <a:lnTo>
                      <a:pt x="879902" y="9542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3" name="ph9093"/>
              <p:cNvSpPr/>
              <p:nvPr/>
            </p:nvSpPr>
            <p:spPr>
              <a:xfrm>
                <a:off x="2721738" y="3022030"/>
                <a:ext cx="914400" cy="9388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850">
                    <a:moveTo>
                      <a:pt x="914400" y="914399"/>
                    </a:moveTo>
                    <a:lnTo>
                      <a:pt x="909329" y="926444"/>
                    </a:lnTo>
                    <a:lnTo>
                      <a:pt x="888107" y="906404"/>
                    </a:lnTo>
                    <a:lnTo>
                      <a:pt x="866793" y="906678"/>
                    </a:lnTo>
                    <a:lnTo>
                      <a:pt x="854052" y="937546"/>
                    </a:lnTo>
                    <a:lnTo>
                      <a:pt x="844575" y="938850"/>
                    </a:lnTo>
                    <a:lnTo>
                      <a:pt x="811663" y="910813"/>
                    </a:lnTo>
                    <a:lnTo>
                      <a:pt x="806390" y="897139"/>
                    </a:lnTo>
                    <a:lnTo>
                      <a:pt x="805302" y="885763"/>
                    </a:lnTo>
                    <a:lnTo>
                      <a:pt x="810004" y="846385"/>
                    </a:lnTo>
                    <a:lnTo>
                      <a:pt x="809137" y="833997"/>
                    </a:lnTo>
                    <a:lnTo>
                      <a:pt x="819481" y="820459"/>
                    </a:lnTo>
                    <a:lnTo>
                      <a:pt x="821085" y="800899"/>
                    </a:lnTo>
                    <a:lnTo>
                      <a:pt x="839375" y="780275"/>
                    </a:lnTo>
                    <a:lnTo>
                      <a:pt x="855601" y="779503"/>
                    </a:lnTo>
                    <a:lnTo>
                      <a:pt x="860763" y="796970"/>
                    </a:lnTo>
                    <a:lnTo>
                      <a:pt x="868526" y="808998"/>
                    </a:lnTo>
                    <a:lnTo>
                      <a:pt x="895869" y="822484"/>
                    </a:lnTo>
                    <a:lnTo>
                      <a:pt x="899944" y="828610"/>
                    </a:lnTo>
                    <a:lnTo>
                      <a:pt x="902415" y="837086"/>
                    </a:lnTo>
                    <a:lnTo>
                      <a:pt x="889693" y="853695"/>
                    </a:lnTo>
                    <a:lnTo>
                      <a:pt x="885378" y="862205"/>
                    </a:lnTo>
                    <a:lnTo>
                      <a:pt x="889416" y="875845"/>
                    </a:lnTo>
                    <a:lnTo>
                      <a:pt x="909679" y="89075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4" name="ph9094"/>
              <p:cNvSpPr/>
              <p:nvPr/>
            </p:nvSpPr>
            <p:spPr>
              <a:xfrm>
                <a:off x="2747846" y="3120122"/>
                <a:ext cx="959190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59190" h="927148">
                    <a:moveTo>
                      <a:pt x="914399" y="914400"/>
                    </a:moveTo>
                    <a:lnTo>
                      <a:pt x="905844" y="906215"/>
                    </a:lnTo>
                    <a:lnTo>
                      <a:pt x="904572" y="894531"/>
                    </a:lnTo>
                    <a:lnTo>
                      <a:pt x="905955" y="882434"/>
                    </a:lnTo>
                    <a:lnTo>
                      <a:pt x="945818" y="915000"/>
                    </a:lnTo>
                    <a:lnTo>
                      <a:pt x="959190" y="927148"/>
                    </a:lnTo>
                    <a:lnTo>
                      <a:pt x="922903" y="9271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5" name="ph9095"/>
              <p:cNvSpPr/>
              <p:nvPr/>
            </p:nvSpPr>
            <p:spPr>
              <a:xfrm>
                <a:off x="2229923" y="2986685"/>
                <a:ext cx="9433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3384" h="914400">
                    <a:moveTo>
                      <a:pt x="914400" y="914400"/>
                    </a:moveTo>
                    <a:lnTo>
                      <a:pt x="903337" y="900347"/>
                    </a:lnTo>
                    <a:lnTo>
                      <a:pt x="892200" y="896778"/>
                    </a:lnTo>
                    <a:lnTo>
                      <a:pt x="898193" y="879449"/>
                    </a:lnTo>
                    <a:lnTo>
                      <a:pt x="906029" y="873152"/>
                    </a:lnTo>
                    <a:lnTo>
                      <a:pt x="934091" y="884442"/>
                    </a:lnTo>
                    <a:lnTo>
                      <a:pt x="942905" y="906541"/>
                    </a:lnTo>
                    <a:lnTo>
                      <a:pt x="943384" y="9137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6" name="ph9096"/>
              <p:cNvSpPr/>
              <p:nvPr/>
            </p:nvSpPr>
            <p:spPr>
              <a:xfrm>
                <a:off x="1692844" y="2863319"/>
                <a:ext cx="9795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9522" h="914400">
                    <a:moveTo>
                      <a:pt x="914400" y="914400"/>
                    </a:moveTo>
                    <a:lnTo>
                      <a:pt x="916483" y="864779"/>
                    </a:lnTo>
                    <a:lnTo>
                      <a:pt x="937152" y="811915"/>
                    </a:lnTo>
                    <a:lnTo>
                      <a:pt x="945892" y="813099"/>
                    </a:lnTo>
                    <a:lnTo>
                      <a:pt x="936949" y="827374"/>
                    </a:lnTo>
                    <a:lnTo>
                      <a:pt x="934368" y="837377"/>
                    </a:lnTo>
                    <a:lnTo>
                      <a:pt x="930736" y="857366"/>
                    </a:lnTo>
                    <a:lnTo>
                      <a:pt x="932377" y="867747"/>
                    </a:lnTo>
                    <a:lnTo>
                      <a:pt x="979522" y="870595"/>
                    </a:lnTo>
                    <a:lnTo>
                      <a:pt x="974046" y="879860"/>
                    </a:lnTo>
                    <a:lnTo>
                      <a:pt x="926237" y="886106"/>
                    </a:lnTo>
                    <a:lnTo>
                      <a:pt x="918751" y="9074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7" name="ph9097"/>
              <p:cNvSpPr/>
              <p:nvPr/>
            </p:nvSpPr>
            <p:spPr>
              <a:xfrm>
                <a:off x="1742737" y="2891046"/>
                <a:ext cx="9217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56" h="914399">
                    <a:moveTo>
                      <a:pt x="914400" y="914399"/>
                    </a:moveTo>
                    <a:lnTo>
                      <a:pt x="896441" y="913387"/>
                    </a:lnTo>
                    <a:lnTo>
                      <a:pt x="886355" y="905289"/>
                    </a:lnTo>
                    <a:lnTo>
                      <a:pt x="889619" y="896658"/>
                    </a:lnTo>
                    <a:lnTo>
                      <a:pt x="899151" y="890069"/>
                    </a:lnTo>
                    <a:lnTo>
                      <a:pt x="907043" y="889057"/>
                    </a:lnTo>
                    <a:lnTo>
                      <a:pt x="919027" y="893124"/>
                    </a:lnTo>
                    <a:lnTo>
                      <a:pt x="921756" y="9057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8" name="ph9098"/>
              <p:cNvSpPr/>
              <p:nvPr/>
            </p:nvSpPr>
            <p:spPr>
              <a:xfrm>
                <a:off x="3904755" y="901131"/>
                <a:ext cx="914400" cy="10090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9042">
                    <a:moveTo>
                      <a:pt x="914400" y="914400"/>
                    </a:moveTo>
                    <a:lnTo>
                      <a:pt x="914400" y="1005493"/>
                    </a:lnTo>
                    <a:lnTo>
                      <a:pt x="876602" y="1009042"/>
                    </a:lnTo>
                    <a:lnTo>
                      <a:pt x="866442" y="1002985"/>
                    </a:lnTo>
                    <a:lnTo>
                      <a:pt x="852522" y="955887"/>
                    </a:lnTo>
                    <a:lnTo>
                      <a:pt x="855287" y="943722"/>
                    </a:lnTo>
                    <a:lnTo>
                      <a:pt x="864654" y="938540"/>
                    </a:lnTo>
                    <a:lnTo>
                      <a:pt x="872674" y="937425"/>
                    </a:lnTo>
                    <a:lnTo>
                      <a:pt x="873854" y="962784"/>
                    </a:lnTo>
                    <a:lnTo>
                      <a:pt x="885636" y="960262"/>
                    </a:lnTo>
                    <a:lnTo>
                      <a:pt x="889324" y="943550"/>
                    </a:lnTo>
                    <a:lnTo>
                      <a:pt x="890154" y="931780"/>
                    </a:lnTo>
                    <a:lnTo>
                      <a:pt x="886964" y="925843"/>
                    </a:lnTo>
                    <a:lnTo>
                      <a:pt x="878962" y="921245"/>
                    </a:lnTo>
                    <a:lnTo>
                      <a:pt x="874334" y="913352"/>
                    </a:lnTo>
                    <a:lnTo>
                      <a:pt x="880990" y="900655"/>
                    </a:lnTo>
                    <a:lnTo>
                      <a:pt x="893306" y="895165"/>
                    </a:lnTo>
                    <a:lnTo>
                      <a:pt x="903927" y="912134"/>
                    </a:lnTo>
                    <a:lnTo>
                      <a:pt x="912427" y="9143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9" name="ph9099"/>
              <p:cNvSpPr/>
              <p:nvPr/>
            </p:nvSpPr>
            <p:spPr>
              <a:xfrm>
                <a:off x="3841973" y="966605"/>
                <a:ext cx="914400" cy="9248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832">
                    <a:moveTo>
                      <a:pt x="914400" y="914400"/>
                    </a:moveTo>
                    <a:lnTo>
                      <a:pt x="907172" y="912426"/>
                    </a:lnTo>
                    <a:lnTo>
                      <a:pt x="901622" y="915120"/>
                    </a:lnTo>
                    <a:lnTo>
                      <a:pt x="897861" y="924832"/>
                    </a:lnTo>
                    <a:lnTo>
                      <a:pt x="889674" y="921348"/>
                    </a:lnTo>
                    <a:lnTo>
                      <a:pt x="886374" y="907433"/>
                    </a:lnTo>
                    <a:lnTo>
                      <a:pt x="892477" y="886604"/>
                    </a:lnTo>
                    <a:lnTo>
                      <a:pt x="907098" y="885814"/>
                    </a:lnTo>
                    <a:lnTo>
                      <a:pt x="913422" y="90652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0" name="ph9100"/>
              <p:cNvSpPr/>
              <p:nvPr/>
            </p:nvSpPr>
            <p:spPr>
              <a:xfrm>
                <a:off x="2502160" y="2540783"/>
                <a:ext cx="921424" cy="1234997"/>
              </a:xfrm>
              <a:custGeom>
                <a:avLst/>
                <a:gdLst/>
                <a:ahLst/>
                <a:cxnLst/>
                <a:rect l="0" t="0" r="0" b="0"/>
                <a:pathLst>
                  <a:path w="921424" h="1234997">
                    <a:moveTo>
                      <a:pt x="914400" y="914399"/>
                    </a:moveTo>
                    <a:lnTo>
                      <a:pt x="909495" y="924643"/>
                    </a:lnTo>
                    <a:lnTo>
                      <a:pt x="902286" y="931386"/>
                    </a:lnTo>
                    <a:lnTo>
                      <a:pt x="883424" y="938541"/>
                    </a:lnTo>
                    <a:lnTo>
                      <a:pt x="867088" y="948527"/>
                    </a:lnTo>
                    <a:lnTo>
                      <a:pt x="852522" y="966079"/>
                    </a:lnTo>
                    <a:lnTo>
                      <a:pt x="847156" y="991164"/>
                    </a:lnTo>
                    <a:lnTo>
                      <a:pt x="858551" y="1009523"/>
                    </a:lnTo>
                    <a:lnTo>
                      <a:pt x="879275" y="1019578"/>
                    </a:lnTo>
                    <a:lnTo>
                      <a:pt x="884548" y="1054529"/>
                    </a:lnTo>
                    <a:lnTo>
                      <a:pt x="867438" y="1071773"/>
                    </a:lnTo>
                    <a:lnTo>
                      <a:pt x="823537" y="1088982"/>
                    </a:lnTo>
                    <a:lnTo>
                      <a:pt x="818928" y="1130522"/>
                    </a:lnTo>
                    <a:lnTo>
                      <a:pt x="820347" y="1163259"/>
                    </a:lnTo>
                    <a:lnTo>
                      <a:pt x="819555" y="1187057"/>
                    </a:lnTo>
                    <a:lnTo>
                      <a:pt x="816070" y="1219983"/>
                    </a:lnTo>
                    <a:lnTo>
                      <a:pt x="780558" y="1234997"/>
                    </a:lnTo>
                    <a:lnTo>
                      <a:pt x="757640" y="1184844"/>
                    </a:lnTo>
                    <a:lnTo>
                      <a:pt x="757437" y="1164769"/>
                    </a:lnTo>
                    <a:lnTo>
                      <a:pt x="750597" y="1141331"/>
                    </a:lnTo>
                    <a:lnTo>
                      <a:pt x="749306" y="1121359"/>
                    </a:lnTo>
                    <a:lnTo>
                      <a:pt x="741193" y="1089411"/>
                    </a:lnTo>
                    <a:lnTo>
                      <a:pt x="707599" y="1080763"/>
                    </a:lnTo>
                    <a:lnTo>
                      <a:pt x="694564" y="1079631"/>
                    </a:lnTo>
                    <a:lnTo>
                      <a:pt x="676328" y="1085568"/>
                    </a:lnTo>
                    <a:lnTo>
                      <a:pt x="671811" y="1083251"/>
                    </a:lnTo>
                    <a:lnTo>
                      <a:pt x="649981" y="1039619"/>
                    </a:lnTo>
                    <a:lnTo>
                      <a:pt x="653576" y="991473"/>
                    </a:lnTo>
                    <a:lnTo>
                      <a:pt x="641923" y="967177"/>
                    </a:lnTo>
                    <a:lnTo>
                      <a:pt x="640319" y="956179"/>
                    </a:lnTo>
                    <a:lnTo>
                      <a:pt x="640596" y="943997"/>
                    </a:lnTo>
                    <a:lnTo>
                      <a:pt x="631026" y="933960"/>
                    </a:lnTo>
                    <a:lnTo>
                      <a:pt x="619410" y="928641"/>
                    </a:lnTo>
                    <a:lnTo>
                      <a:pt x="613768" y="901548"/>
                    </a:lnTo>
                    <a:lnTo>
                      <a:pt x="627118" y="894977"/>
                    </a:lnTo>
                    <a:lnTo>
                      <a:pt x="660121" y="898151"/>
                    </a:lnTo>
                    <a:lnTo>
                      <a:pt x="669765" y="896298"/>
                    </a:lnTo>
                    <a:lnTo>
                      <a:pt x="678596" y="890653"/>
                    </a:lnTo>
                    <a:lnTo>
                      <a:pt x="705295" y="846111"/>
                    </a:lnTo>
                    <a:lnTo>
                      <a:pt x="704520" y="836296"/>
                    </a:lnTo>
                    <a:lnTo>
                      <a:pt x="707378" y="823565"/>
                    </a:lnTo>
                    <a:lnTo>
                      <a:pt x="736270" y="818847"/>
                    </a:lnTo>
                    <a:lnTo>
                      <a:pt x="749140" y="836056"/>
                    </a:lnTo>
                    <a:lnTo>
                      <a:pt x="746559" y="863612"/>
                    </a:lnTo>
                    <a:lnTo>
                      <a:pt x="748200" y="898923"/>
                    </a:lnTo>
                    <a:lnTo>
                      <a:pt x="765697" y="908531"/>
                    </a:lnTo>
                    <a:lnTo>
                      <a:pt x="772519" y="909938"/>
                    </a:lnTo>
                    <a:lnTo>
                      <a:pt x="779802" y="883858"/>
                    </a:lnTo>
                    <a:lnTo>
                      <a:pt x="784910" y="871179"/>
                    </a:lnTo>
                    <a:lnTo>
                      <a:pt x="791842" y="864109"/>
                    </a:lnTo>
                    <a:lnTo>
                      <a:pt x="794202" y="840277"/>
                    </a:lnTo>
                    <a:lnTo>
                      <a:pt x="790091" y="825727"/>
                    </a:lnTo>
                    <a:lnTo>
                      <a:pt x="781333" y="814883"/>
                    </a:lnTo>
                    <a:lnTo>
                      <a:pt x="814042" y="785371"/>
                    </a:lnTo>
                    <a:lnTo>
                      <a:pt x="847894" y="762002"/>
                    </a:lnTo>
                    <a:lnTo>
                      <a:pt x="867585" y="760784"/>
                    </a:lnTo>
                    <a:lnTo>
                      <a:pt x="887406" y="766498"/>
                    </a:lnTo>
                    <a:lnTo>
                      <a:pt x="905826" y="774390"/>
                    </a:lnTo>
                    <a:lnTo>
                      <a:pt x="915819" y="781185"/>
                    </a:lnTo>
                    <a:lnTo>
                      <a:pt x="921424" y="792097"/>
                    </a:lnTo>
                    <a:lnTo>
                      <a:pt x="909071" y="818109"/>
                    </a:lnTo>
                    <a:lnTo>
                      <a:pt x="905641" y="832350"/>
                    </a:lnTo>
                    <a:lnTo>
                      <a:pt x="913939" y="8792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1" name="ph9101"/>
              <p:cNvSpPr/>
              <p:nvPr/>
            </p:nvSpPr>
            <p:spPr>
              <a:xfrm>
                <a:off x="1964785" y="2734135"/>
                <a:ext cx="1141187" cy="1029805"/>
              </a:xfrm>
              <a:custGeom>
                <a:avLst/>
                <a:gdLst/>
                <a:ahLst/>
                <a:cxnLst/>
                <a:rect l="0" t="0" r="0" b="0"/>
                <a:pathLst>
                  <a:path w="1141187" h="1029805">
                    <a:moveTo>
                      <a:pt x="914400" y="1023045"/>
                    </a:moveTo>
                    <a:lnTo>
                      <a:pt x="902360" y="1019939"/>
                    </a:lnTo>
                    <a:lnTo>
                      <a:pt x="893786" y="1012544"/>
                    </a:lnTo>
                    <a:lnTo>
                      <a:pt x="871679" y="1017812"/>
                    </a:lnTo>
                    <a:lnTo>
                      <a:pt x="842086" y="1029805"/>
                    </a:lnTo>
                    <a:lnTo>
                      <a:pt x="825658" y="1029205"/>
                    </a:lnTo>
                    <a:lnTo>
                      <a:pt x="812603" y="1016319"/>
                    </a:lnTo>
                    <a:lnTo>
                      <a:pt x="759189" y="997960"/>
                    </a:lnTo>
                    <a:lnTo>
                      <a:pt x="750560" y="996484"/>
                    </a:lnTo>
                    <a:lnTo>
                      <a:pt x="715269" y="995678"/>
                    </a:lnTo>
                    <a:lnTo>
                      <a:pt x="713592" y="966681"/>
                    </a:lnTo>
                    <a:lnTo>
                      <a:pt x="709222" y="945731"/>
                    </a:lnTo>
                    <a:lnTo>
                      <a:pt x="696887" y="914555"/>
                    </a:lnTo>
                    <a:lnTo>
                      <a:pt x="715177" y="907040"/>
                    </a:lnTo>
                    <a:lnTo>
                      <a:pt x="711637" y="846283"/>
                    </a:lnTo>
                    <a:lnTo>
                      <a:pt x="704999" y="814781"/>
                    </a:lnTo>
                    <a:lnTo>
                      <a:pt x="653908" y="782421"/>
                    </a:lnTo>
                    <a:lnTo>
                      <a:pt x="613658" y="750971"/>
                    </a:lnTo>
                    <a:lnTo>
                      <a:pt x="622951" y="645071"/>
                    </a:lnTo>
                    <a:lnTo>
                      <a:pt x="626915" y="616538"/>
                    </a:lnTo>
                    <a:lnTo>
                      <a:pt x="611648" y="561186"/>
                    </a:lnTo>
                    <a:lnTo>
                      <a:pt x="613234" y="497478"/>
                    </a:lnTo>
                    <a:lnTo>
                      <a:pt x="619669" y="397087"/>
                    </a:lnTo>
                    <a:lnTo>
                      <a:pt x="632465" y="393158"/>
                    </a:lnTo>
                    <a:lnTo>
                      <a:pt x="641849" y="393638"/>
                    </a:lnTo>
                    <a:lnTo>
                      <a:pt x="678043" y="411654"/>
                    </a:lnTo>
                    <a:lnTo>
                      <a:pt x="693107" y="413456"/>
                    </a:lnTo>
                    <a:lnTo>
                      <a:pt x="703432" y="429550"/>
                    </a:lnTo>
                    <a:lnTo>
                      <a:pt x="715528" y="436173"/>
                    </a:lnTo>
                    <a:lnTo>
                      <a:pt x="724286" y="419084"/>
                    </a:lnTo>
                    <a:lnTo>
                      <a:pt x="727697" y="389863"/>
                    </a:lnTo>
                    <a:lnTo>
                      <a:pt x="756386" y="352047"/>
                    </a:lnTo>
                    <a:lnTo>
                      <a:pt x="776483" y="338081"/>
                    </a:lnTo>
                    <a:lnTo>
                      <a:pt x="790183" y="331389"/>
                    </a:lnTo>
                    <a:lnTo>
                      <a:pt x="804011" y="346642"/>
                    </a:lnTo>
                    <a:lnTo>
                      <a:pt x="814595" y="363783"/>
                    </a:lnTo>
                    <a:lnTo>
                      <a:pt x="817102" y="326276"/>
                    </a:lnTo>
                    <a:lnTo>
                      <a:pt x="825639" y="254830"/>
                    </a:lnTo>
                    <a:lnTo>
                      <a:pt x="798369" y="243609"/>
                    </a:lnTo>
                    <a:lnTo>
                      <a:pt x="776152" y="253286"/>
                    </a:lnTo>
                    <a:lnTo>
                      <a:pt x="754118" y="298566"/>
                    </a:lnTo>
                    <a:lnTo>
                      <a:pt x="734463" y="355479"/>
                    </a:lnTo>
                    <a:lnTo>
                      <a:pt x="702584" y="360712"/>
                    </a:lnTo>
                    <a:lnTo>
                      <a:pt x="677140" y="376823"/>
                    </a:lnTo>
                    <a:lnTo>
                      <a:pt x="654166" y="360111"/>
                    </a:lnTo>
                    <a:lnTo>
                      <a:pt x="639360" y="345390"/>
                    </a:lnTo>
                    <a:lnTo>
                      <a:pt x="638992" y="323839"/>
                    </a:lnTo>
                    <a:lnTo>
                      <a:pt x="642347" y="310834"/>
                    </a:lnTo>
                    <a:lnTo>
                      <a:pt x="669340" y="264421"/>
                    </a:lnTo>
                    <a:lnTo>
                      <a:pt x="705497" y="219845"/>
                    </a:lnTo>
                    <a:lnTo>
                      <a:pt x="741931" y="220274"/>
                    </a:lnTo>
                    <a:lnTo>
                      <a:pt x="768500" y="206033"/>
                    </a:lnTo>
                    <a:lnTo>
                      <a:pt x="784375" y="204334"/>
                    </a:lnTo>
                    <a:lnTo>
                      <a:pt x="833936" y="207457"/>
                    </a:lnTo>
                    <a:lnTo>
                      <a:pt x="859381" y="197694"/>
                    </a:lnTo>
                    <a:lnTo>
                      <a:pt x="882170" y="177259"/>
                    </a:lnTo>
                    <a:lnTo>
                      <a:pt x="931418" y="90834"/>
                    </a:lnTo>
                    <a:lnTo>
                      <a:pt x="959204" y="54802"/>
                    </a:lnTo>
                    <a:lnTo>
                      <a:pt x="1015237" y="42122"/>
                    </a:lnTo>
                    <a:lnTo>
                      <a:pt x="1067011" y="531"/>
                    </a:lnTo>
                    <a:lnTo>
                      <a:pt x="1081484" y="0"/>
                    </a:lnTo>
                    <a:lnTo>
                      <a:pt x="1057128" y="31004"/>
                    </a:lnTo>
                    <a:lnTo>
                      <a:pt x="1053219" y="42997"/>
                    </a:lnTo>
                    <a:lnTo>
                      <a:pt x="1050269" y="61391"/>
                    </a:lnTo>
                    <a:lnTo>
                      <a:pt x="1067730" y="101335"/>
                    </a:lnTo>
                    <a:lnTo>
                      <a:pt x="1064042" y="125647"/>
                    </a:lnTo>
                    <a:lnTo>
                      <a:pt x="1065277" y="173484"/>
                    </a:lnTo>
                    <a:lnTo>
                      <a:pt x="1048812" y="198415"/>
                    </a:lnTo>
                    <a:lnTo>
                      <a:pt x="1030227" y="251450"/>
                    </a:lnTo>
                    <a:lnTo>
                      <a:pt x="1022225" y="259257"/>
                    </a:lnTo>
                    <a:lnTo>
                      <a:pt x="1020510" y="321163"/>
                    </a:lnTo>
                    <a:lnTo>
                      <a:pt x="1022335" y="335936"/>
                    </a:lnTo>
                    <a:lnTo>
                      <a:pt x="1019699" y="392300"/>
                    </a:lnTo>
                    <a:lnTo>
                      <a:pt x="1038745" y="415377"/>
                    </a:lnTo>
                    <a:lnTo>
                      <a:pt x="1058879" y="427439"/>
                    </a:lnTo>
                    <a:lnTo>
                      <a:pt x="1126030" y="427011"/>
                    </a:lnTo>
                    <a:lnTo>
                      <a:pt x="1133000" y="437151"/>
                    </a:lnTo>
                    <a:lnTo>
                      <a:pt x="1141187" y="454583"/>
                    </a:lnTo>
                    <a:lnTo>
                      <a:pt x="1135194" y="484181"/>
                    </a:lnTo>
                    <a:lnTo>
                      <a:pt x="1128022" y="506504"/>
                    </a:lnTo>
                    <a:lnTo>
                      <a:pt x="1108570" y="525309"/>
                    </a:lnTo>
                    <a:lnTo>
                      <a:pt x="1083605" y="539327"/>
                    </a:lnTo>
                    <a:lnTo>
                      <a:pt x="1068080" y="539944"/>
                    </a:lnTo>
                    <a:lnTo>
                      <a:pt x="1046932" y="513298"/>
                    </a:lnTo>
                    <a:lnTo>
                      <a:pt x="1036883" y="521946"/>
                    </a:lnTo>
                    <a:lnTo>
                      <a:pt x="1026502" y="535535"/>
                    </a:lnTo>
                    <a:lnTo>
                      <a:pt x="1009115" y="608456"/>
                    </a:lnTo>
                    <a:lnTo>
                      <a:pt x="1000874" y="657717"/>
                    </a:lnTo>
                    <a:lnTo>
                      <a:pt x="996412" y="661715"/>
                    </a:lnTo>
                    <a:lnTo>
                      <a:pt x="986584" y="654457"/>
                    </a:lnTo>
                    <a:lnTo>
                      <a:pt x="969603" y="653891"/>
                    </a:lnTo>
                    <a:lnTo>
                      <a:pt x="948141" y="665575"/>
                    </a:lnTo>
                    <a:lnTo>
                      <a:pt x="959148" y="676025"/>
                    </a:lnTo>
                    <a:lnTo>
                      <a:pt x="970783" y="694178"/>
                    </a:lnTo>
                    <a:lnTo>
                      <a:pt x="966136" y="703271"/>
                    </a:lnTo>
                    <a:lnTo>
                      <a:pt x="947256" y="713103"/>
                    </a:lnTo>
                    <a:lnTo>
                      <a:pt x="930514" y="732989"/>
                    </a:lnTo>
                    <a:lnTo>
                      <a:pt x="923508" y="748037"/>
                    </a:lnTo>
                    <a:lnTo>
                      <a:pt x="902396" y="765847"/>
                    </a:lnTo>
                    <a:lnTo>
                      <a:pt x="889121" y="788427"/>
                    </a:lnTo>
                    <a:lnTo>
                      <a:pt x="895630" y="816411"/>
                    </a:lnTo>
                    <a:lnTo>
                      <a:pt x="898395" y="840981"/>
                    </a:lnTo>
                    <a:lnTo>
                      <a:pt x="904203" y="868125"/>
                    </a:lnTo>
                    <a:lnTo>
                      <a:pt x="898967" y="889796"/>
                    </a:lnTo>
                    <a:lnTo>
                      <a:pt x="872822" y="920886"/>
                    </a:lnTo>
                    <a:lnTo>
                      <a:pt x="863179" y="947841"/>
                    </a:lnTo>
                    <a:lnTo>
                      <a:pt x="885581" y="947498"/>
                    </a:lnTo>
                    <a:lnTo>
                      <a:pt x="899373" y="953727"/>
                    </a:lnTo>
                    <a:lnTo>
                      <a:pt x="907448" y="961688"/>
                    </a:lnTo>
                    <a:lnTo>
                      <a:pt x="915782" y="972978"/>
                    </a:lnTo>
                    <a:lnTo>
                      <a:pt x="910675" y="986927"/>
                    </a:lnTo>
                    <a:lnTo>
                      <a:pt x="917184" y="10230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2" name="ph9102"/>
              <p:cNvSpPr/>
              <p:nvPr/>
            </p:nvSpPr>
            <p:spPr>
              <a:xfrm>
                <a:off x="2146381" y="2585531"/>
                <a:ext cx="939401" cy="1093203"/>
              </a:xfrm>
              <a:custGeom>
                <a:avLst/>
                <a:gdLst/>
                <a:ahLst/>
                <a:cxnLst/>
                <a:rect l="0" t="0" r="0" b="0"/>
                <a:pathLst>
                  <a:path w="939401" h="1093203">
                    <a:moveTo>
                      <a:pt x="914400" y="914400"/>
                    </a:moveTo>
                    <a:lnTo>
                      <a:pt x="924079" y="953503"/>
                    </a:lnTo>
                    <a:lnTo>
                      <a:pt x="939401" y="997238"/>
                    </a:lnTo>
                    <a:lnTo>
                      <a:pt x="933003" y="1015546"/>
                    </a:lnTo>
                    <a:lnTo>
                      <a:pt x="937355" y="1039001"/>
                    </a:lnTo>
                    <a:lnTo>
                      <a:pt x="932985" y="1063468"/>
                    </a:lnTo>
                    <a:lnTo>
                      <a:pt x="902507" y="1091916"/>
                    </a:lnTo>
                    <a:lnTo>
                      <a:pt x="868323" y="1093203"/>
                    </a:lnTo>
                    <a:lnTo>
                      <a:pt x="832793" y="1079459"/>
                    </a:lnTo>
                    <a:lnTo>
                      <a:pt x="782605" y="1053002"/>
                    </a:lnTo>
                    <a:lnTo>
                      <a:pt x="778567" y="1038143"/>
                    </a:lnTo>
                    <a:lnTo>
                      <a:pt x="771524" y="1029907"/>
                    </a:lnTo>
                    <a:lnTo>
                      <a:pt x="758101" y="984816"/>
                    </a:lnTo>
                    <a:lnTo>
                      <a:pt x="758414" y="929207"/>
                    </a:lnTo>
                    <a:lnTo>
                      <a:pt x="783637" y="922241"/>
                    </a:lnTo>
                    <a:lnTo>
                      <a:pt x="838749" y="895697"/>
                    </a:lnTo>
                    <a:lnTo>
                      <a:pt x="851489" y="899867"/>
                    </a:lnTo>
                    <a:lnTo>
                      <a:pt x="864783" y="913439"/>
                    </a:lnTo>
                    <a:lnTo>
                      <a:pt x="880086" y="914245"/>
                    </a:lnTo>
                    <a:lnTo>
                      <a:pt x="902304" y="894994"/>
                    </a:lnTo>
                    <a:lnTo>
                      <a:pt x="906526" y="8960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3" name="ph9103"/>
              <p:cNvSpPr/>
              <p:nvPr/>
            </p:nvSpPr>
            <p:spPr>
              <a:xfrm>
                <a:off x="2307160" y="2841356"/>
                <a:ext cx="957360" cy="984936"/>
              </a:xfrm>
              <a:custGeom>
                <a:avLst/>
                <a:gdLst/>
                <a:ahLst/>
                <a:cxnLst/>
                <a:rect l="0" t="0" r="0" b="0"/>
                <a:pathLst>
                  <a:path w="957360" h="984936">
                    <a:moveTo>
                      <a:pt x="914400" y="914400"/>
                    </a:moveTo>
                    <a:lnTo>
                      <a:pt x="937004" y="913147"/>
                    </a:lnTo>
                    <a:lnTo>
                      <a:pt x="952382" y="922189"/>
                    </a:lnTo>
                    <a:lnTo>
                      <a:pt x="956051" y="936156"/>
                    </a:lnTo>
                    <a:lnTo>
                      <a:pt x="957360" y="967160"/>
                    </a:lnTo>
                    <a:lnTo>
                      <a:pt x="941208" y="976203"/>
                    </a:lnTo>
                    <a:lnTo>
                      <a:pt x="923379" y="973131"/>
                    </a:lnTo>
                    <a:lnTo>
                      <a:pt x="899114" y="984936"/>
                    </a:lnTo>
                    <a:lnTo>
                      <a:pt x="819462" y="934251"/>
                    </a:lnTo>
                    <a:lnTo>
                      <a:pt x="820624" y="891991"/>
                    </a:lnTo>
                    <a:lnTo>
                      <a:pt x="823814" y="875399"/>
                    </a:lnTo>
                    <a:lnTo>
                      <a:pt x="861556" y="871453"/>
                    </a:lnTo>
                    <a:lnTo>
                      <a:pt x="880990" y="8925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4" name="ph9104"/>
              <p:cNvSpPr/>
              <p:nvPr/>
            </p:nvSpPr>
            <p:spPr>
              <a:xfrm>
                <a:off x="2146934" y="2871057"/>
                <a:ext cx="9637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63740" h="914400">
                    <a:moveTo>
                      <a:pt x="914400" y="914400"/>
                    </a:moveTo>
                    <a:lnTo>
                      <a:pt x="903023" y="885934"/>
                    </a:lnTo>
                    <a:lnTo>
                      <a:pt x="901548" y="877029"/>
                    </a:lnTo>
                    <a:lnTo>
                      <a:pt x="914916" y="858808"/>
                    </a:lnTo>
                    <a:lnTo>
                      <a:pt x="923563" y="838167"/>
                    </a:lnTo>
                    <a:lnTo>
                      <a:pt x="945928" y="806476"/>
                    </a:lnTo>
                    <a:lnTo>
                      <a:pt x="958817" y="769346"/>
                    </a:lnTo>
                    <a:lnTo>
                      <a:pt x="963740" y="769929"/>
                    </a:lnTo>
                    <a:lnTo>
                      <a:pt x="958024" y="802993"/>
                    </a:lnTo>
                    <a:lnTo>
                      <a:pt x="928652" y="895217"/>
                    </a:lnTo>
                    <a:lnTo>
                      <a:pt x="922770" y="9124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5" name="ph9105"/>
              <p:cNvSpPr/>
              <p:nvPr/>
            </p:nvSpPr>
            <p:spPr>
              <a:xfrm>
                <a:off x="2490802" y="2798736"/>
                <a:ext cx="921609" cy="934920"/>
              </a:xfrm>
              <a:custGeom>
                <a:avLst/>
                <a:gdLst/>
                <a:ahLst/>
                <a:cxnLst/>
                <a:rect l="0" t="0" r="0" b="0"/>
                <a:pathLst>
                  <a:path w="921609" h="934920">
                    <a:moveTo>
                      <a:pt x="914400" y="914400"/>
                    </a:moveTo>
                    <a:lnTo>
                      <a:pt x="885415" y="910556"/>
                    </a:lnTo>
                    <a:lnTo>
                      <a:pt x="852743" y="934920"/>
                    </a:lnTo>
                    <a:lnTo>
                      <a:pt x="840353" y="927217"/>
                    </a:lnTo>
                    <a:lnTo>
                      <a:pt x="845036" y="911654"/>
                    </a:lnTo>
                    <a:lnTo>
                      <a:pt x="848447" y="905992"/>
                    </a:lnTo>
                    <a:lnTo>
                      <a:pt x="859436" y="899386"/>
                    </a:lnTo>
                    <a:lnTo>
                      <a:pt x="866774" y="889726"/>
                    </a:lnTo>
                    <a:lnTo>
                      <a:pt x="869651" y="874610"/>
                    </a:lnTo>
                    <a:lnTo>
                      <a:pt x="876454" y="882760"/>
                    </a:lnTo>
                    <a:lnTo>
                      <a:pt x="896681" y="886175"/>
                    </a:lnTo>
                    <a:lnTo>
                      <a:pt x="906563" y="890996"/>
                    </a:lnTo>
                    <a:lnTo>
                      <a:pt x="914824" y="898082"/>
                    </a:lnTo>
                    <a:lnTo>
                      <a:pt x="921609" y="9091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6" name="ph9106"/>
              <p:cNvSpPr/>
              <p:nvPr/>
            </p:nvSpPr>
            <p:spPr>
              <a:xfrm>
                <a:off x="2502234" y="2586800"/>
                <a:ext cx="9321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2174" h="914399">
                    <a:moveTo>
                      <a:pt x="914400" y="914399"/>
                    </a:moveTo>
                    <a:lnTo>
                      <a:pt x="910491" y="913610"/>
                    </a:lnTo>
                    <a:lnTo>
                      <a:pt x="904720" y="893106"/>
                    </a:lnTo>
                    <a:lnTo>
                      <a:pt x="914086" y="880633"/>
                    </a:lnTo>
                    <a:lnTo>
                      <a:pt x="919617" y="870046"/>
                    </a:lnTo>
                    <a:lnTo>
                      <a:pt x="923545" y="870355"/>
                    </a:lnTo>
                    <a:lnTo>
                      <a:pt x="928910" y="881799"/>
                    </a:lnTo>
                    <a:lnTo>
                      <a:pt x="932174" y="89945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7" name="ph9107"/>
              <p:cNvSpPr/>
              <p:nvPr/>
            </p:nvSpPr>
            <p:spPr>
              <a:xfrm>
                <a:off x="2095492" y="2838697"/>
                <a:ext cx="93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938" h="914400">
                    <a:moveTo>
                      <a:pt x="914400" y="914400"/>
                    </a:moveTo>
                    <a:lnTo>
                      <a:pt x="899907" y="906747"/>
                    </a:lnTo>
                    <a:lnTo>
                      <a:pt x="876325" y="877922"/>
                    </a:lnTo>
                    <a:lnTo>
                      <a:pt x="873357" y="870269"/>
                    </a:lnTo>
                    <a:lnTo>
                      <a:pt x="885747" y="875159"/>
                    </a:lnTo>
                    <a:lnTo>
                      <a:pt x="901124" y="890224"/>
                    </a:lnTo>
                    <a:lnTo>
                      <a:pt x="913717" y="893432"/>
                    </a:lnTo>
                    <a:lnTo>
                      <a:pt x="930938" y="906181"/>
                    </a:lnTo>
                    <a:lnTo>
                      <a:pt x="927066" y="9107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8" name="ph9108"/>
              <p:cNvSpPr/>
              <p:nvPr/>
            </p:nvSpPr>
            <p:spPr>
              <a:xfrm>
                <a:off x="2008612" y="2826292"/>
                <a:ext cx="934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4054" h="914400">
                    <a:moveTo>
                      <a:pt x="914400" y="914400"/>
                    </a:moveTo>
                    <a:lnTo>
                      <a:pt x="904351" y="905906"/>
                    </a:lnTo>
                    <a:lnTo>
                      <a:pt x="885913" y="902612"/>
                    </a:lnTo>
                    <a:lnTo>
                      <a:pt x="879294" y="848530"/>
                    </a:lnTo>
                    <a:lnTo>
                      <a:pt x="881193" y="845321"/>
                    </a:lnTo>
                    <a:lnTo>
                      <a:pt x="890467" y="849113"/>
                    </a:lnTo>
                    <a:lnTo>
                      <a:pt x="922273" y="874336"/>
                    </a:lnTo>
                    <a:lnTo>
                      <a:pt x="933391" y="901943"/>
                    </a:lnTo>
                    <a:lnTo>
                      <a:pt x="934054" y="9095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9" name="ph9109"/>
              <p:cNvSpPr/>
              <p:nvPr/>
            </p:nvSpPr>
            <p:spPr>
              <a:xfrm>
                <a:off x="2128164" y="2512626"/>
                <a:ext cx="9278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878" h="914400">
                    <a:moveTo>
                      <a:pt x="914400" y="914400"/>
                    </a:moveTo>
                    <a:lnTo>
                      <a:pt x="902433" y="907828"/>
                    </a:lnTo>
                    <a:lnTo>
                      <a:pt x="901179" y="885094"/>
                    </a:lnTo>
                    <a:lnTo>
                      <a:pt x="905715" y="864676"/>
                    </a:lnTo>
                    <a:lnTo>
                      <a:pt x="900387" y="846420"/>
                    </a:lnTo>
                    <a:lnTo>
                      <a:pt x="906250" y="834683"/>
                    </a:lnTo>
                    <a:lnTo>
                      <a:pt x="923084" y="862016"/>
                    </a:lnTo>
                    <a:lnTo>
                      <a:pt x="927878" y="874867"/>
                    </a:lnTo>
                    <a:lnTo>
                      <a:pt x="921387" y="890224"/>
                    </a:lnTo>
                    <a:lnTo>
                      <a:pt x="917608" y="90808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0" name="ph9110"/>
              <p:cNvSpPr/>
              <p:nvPr/>
            </p:nvSpPr>
            <p:spPr>
              <a:xfrm>
                <a:off x="2207669" y="1998178"/>
                <a:ext cx="9451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5191" h="914400">
                    <a:moveTo>
                      <a:pt x="914400" y="914400"/>
                    </a:moveTo>
                    <a:lnTo>
                      <a:pt x="888420" y="902749"/>
                    </a:lnTo>
                    <a:lnTo>
                      <a:pt x="899889" y="886466"/>
                    </a:lnTo>
                    <a:lnTo>
                      <a:pt x="928431" y="878968"/>
                    </a:lnTo>
                    <a:lnTo>
                      <a:pt x="945191" y="881439"/>
                    </a:lnTo>
                    <a:lnTo>
                      <a:pt x="926753" y="897602"/>
                    </a:lnTo>
                    <a:lnTo>
                      <a:pt x="922088" y="9061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1" name="ph9111"/>
              <p:cNvSpPr/>
              <p:nvPr/>
            </p:nvSpPr>
            <p:spPr>
              <a:xfrm>
                <a:off x="2970318" y="2779742"/>
                <a:ext cx="9306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99" h="914400">
                    <a:moveTo>
                      <a:pt x="914400" y="914400"/>
                    </a:moveTo>
                    <a:lnTo>
                      <a:pt x="883202" y="904551"/>
                    </a:lnTo>
                    <a:lnTo>
                      <a:pt x="845183" y="880204"/>
                    </a:lnTo>
                    <a:lnTo>
                      <a:pt x="850752" y="832487"/>
                    </a:lnTo>
                    <a:lnTo>
                      <a:pt x="860505" y="811863"/>
                    </a:lnTo>
                    <a:lnTo>
                      <a:pt x="929851" y="865345"/>
                    </a:lnTo>
                    <a:lnTo>
                      <a:pt x="930699" y="885505"/>
                    </a:lnTo>
                    <a:lnTo>
                      <a:pt x="921369" y="90844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2" name="pt9112"/>
              <p:cNvSpPr/>
              <p:nvPr/>
            </p:nvSpPr>
            <p:spPr>
              <a:xfrm>
                <a:off x="3420295" y="3371770"/>
                <a:ext cx="117405" cy="117405"/>
              </a:xfrm>
              <a:prstGeom prst="ellipse">
                <a:avLst/>
              </a:prstGeom>
              <a:solidFill>
                <a:srgbClr val="E95F3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3" name="pt9113"/>
              <p:cNvSpPr/>
              <p:nvPr/>
            </p:nvSpPr>
            <p:spPr>
              <a:xfrm>
                <a:off x="3354123" y="3216587"/>
                <a:ext cx="117405" cy="117405"/>
              </a:xfrm>
              <a:prstGeom prst="ellipse">
                <a:avLst/>
              </a:prstGeom>
              <a:solidFill>
                <a:srgbClr val="EB654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4" name="pt9114"/>
              <p:cNvSpPr/>
              <p:nvPr/>
            </p:nvSpPr>
            <p:spPr>
              <a:xfrm>
                <a:off x="3168508" y="2564527"/>
                <a:ext cx="117405" cy="117405"/>
              </a:xfrm>
              <a:prstGeom prst="ellipse">
                <a:avLst/>
              </a:prstGeom>
              <a:solidFill>
                <a:srgbClr val="FD965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5" name="pt9115"/>
              <p:cNvSpPr/>
              <p:nvPr/>
            </p:nvSpPr>
            <p:spPr>
              <a:xfrm>
                <a:off x="3083044" y="2274708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6" name="pt9116"/>
              <p:cNvSpPr/>
              <p:nvPr/>
            </p:nvSpPr>
            <p:spPr>
              <a:xfrm>
                <a:off x="4586502" y="1938229"/>
                <a:ext cx="117405" cy="117405"/>
              </a:xfrm>
              <a:prstGeom prst="ellipse">
                <a:avLst/>
              </a:prstGeom>
              <a:solidFill>
                <a:srgbClr val="E85D3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7" name="pt9117"/>
              <p:cNvSpPr/>
              <p:nvPr/>
            </p:nvSpPr>
            <p:spPr>
              <a:xfrm>
                <a:off x="4071675" y="3055813"/>
                <a:ext cx="117405" cy="117405"/>
              </a:xfrm>
              <a:prstGeom prst="ellipse">
                <a:avLst/>
              </a:prstGeom>
              <a:solidFill>
                <a:srgbClr val="FFC97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8" name="pt9118"/>
              <p:cNvSpPr/>
              <p:nvPr/>
            </p:nvSpPr>
            <p:spPr>
              <a:xfrm>
                <a:off x="3435583" y="3498030"/>
                <a:ext cx="117405" cy="117405"/>
              </a:xfrm>
              <a:prstGeom prst="ellipse">
                <a:avLst/>
              </a:prstGeom>
              <a:solidFill>
                <a:srgbClr val="FD9A6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9" name="pt9119"/>
              <p:cNvSpPr/>
              <p:nvPr/>
            </p:nvSpPr>
            <p:spPr>
              <a:xfrm>
                <a:off x="4143178" y="2690108"/>
                <a:ext cx="117405" cy="117405"/>
              </a:xfrm>
              <a:prstGeom prst="ellipse">
                <a:avLst/>
              </a:prstGeom>
              <a:solidFill>
                <a:srgbClr val="F67F5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6" name="tx913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7" name="tx913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38" name="tx913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9" name="tx913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0" name="tx914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1" name="tx914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2" name="tx914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3" name="tx914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4" name="tx914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5" name="tx914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6" name="tx914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7" name="tx914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8" name="tx914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9" name="tx914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0" name="tx915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1" name="tx915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2" name="tx915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3" name="tx915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4" name="tx915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5" name="tx915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6" name="tx915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7" name="tx915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8" name="tx915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9" name="tx915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0" name="tx916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1" name="tx916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2" name="tx916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3" name="tx916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4" name="tx916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5" name="tx916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6" name="tx916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7" name="tx916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8" name="tx916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9" name="tx916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0" name="tx917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1" name="tx917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2" name="tx917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3" name="tx917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4" name="tx917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5" name="tx917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6" name="tx917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7" name="tx917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8" name="tx917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9" name="tx917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0" name="tx918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1" name="tx918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2" name="tx918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3" name="tx918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4" name="tx918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5" name="tx918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6" name="tx918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7" name="tx918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8" name="tx918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9" name="tx918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0" name="tx919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1" name="tx919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2" name="tx919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3" name="tx919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4" name="tx919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5" name="tx919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6" name="tx919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7" name="tx919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8" name="tx919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9" name="tx919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0" name="tx920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1" name="tx920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2" name="tx920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3" name="tx920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4" name="tx920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5" name="tx920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6" name="tx920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7" name="tx920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8" name="tx920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9" name="tx920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0" name="tx921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1" name="tx921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2" name="tx921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3" name="tx921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4" name="tx921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5" name="tx921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6" name="tx921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7" name="tx921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8" name="tx921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9" name="tx921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0" name="tx922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1" name="tx922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2" name="tx922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3" name="tx922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4" name="tx922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5" name="tx922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6" name="tx922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7" name="tx922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8" name="tx922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9" name="tx922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0" name="tx923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1" name="tx923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2" name="tx923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3" name="tx923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4" name="tx923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5" name="tx923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6" name="tx923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7" name="tx923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8" name="tx923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9" name="tx923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0" name="tx924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1" name="tx924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2" name="tx924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3" name="tx924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4" name="tx924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5" name="tx924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6" name="tx924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7" name="tx924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8" name="tx924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9" name="tx924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0" name="tx925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1" name="tx925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2" name="tx925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3" name="tx925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4" name="tx925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5" name="tx925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6" name="tx925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7" name="tx925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8" name="tx925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9" name="tx925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0" name="tx926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1" name="tx926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2" name="tx926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3" name="tx926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4" name="tx926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5" name="tx926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6" name="tx926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7" name="tx926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8" name="tx926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9" name="tx926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0" name="tx927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1" name="tx927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2" name="tx927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3" name="tx927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4" name="tx927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5" name="tx927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6" name="tx927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7" name="tx927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8" name="tx927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9" name="tx927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0" name="tx928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1" name="tx928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2" name="tx928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3" name="tx928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4" name="tx928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5" name="tx928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6" name="tx928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7" name="tx928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8" name="tx928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9" name="tx928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0" name="tx929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1" name="tx929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2" name="tx929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3" name="tx929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4" name="tx929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5" name="tx929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6" name="tx929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7" name="tx929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8" name="tx929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9" name="tx929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0" name="tx930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1" name="tx930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2" name="tx930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3" name="tx930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4" name="tx930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5" name="tx930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6" name="tx930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7" name="tx930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8" name="tx930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9" name="tx930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0" name="tx931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1" name="tx931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2" name="tx931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3" name="tx931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4" name="tx931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5" name="tx931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6" name="tx931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7" name="tx931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8" name="tx931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9" name="tx931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0" name="tx932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1" name="tx932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2" name="tx932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3" name="tx932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4" name="tx932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5" name="tx932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6" name="tx932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7" name="tx932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8" name="tx932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9" name="tx932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0" name="tx933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1" name="tx933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2" name="tx933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3" name="tx933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4" name="tx933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5" name="tx933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6" name="tx933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7" name="tx933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8" name="tx933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9" name="tx933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0" name="tx934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1" name="tx934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2" name="tx934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3" name="tx934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4" name="tx934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5" name="tx934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6" name="tx934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7" name="tx934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8" name="tx934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9" name="tx934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0" name="tx935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1" name="tx935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2" name="tx935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3" name="tx935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4" name="tx935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5" name="tx935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6" name="tx935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7" name="tx935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8" name="tx935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9" name="tx935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0" name="tx936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1" name="tx936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2" name="tx936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3" name="tx936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4" name="tx936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5" name="tx936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6" name="tx936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7" name="tx936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8" name="tx936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9" name="tx936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0" name="tx937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1" name="tx937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2" name="tx937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3" name="tx937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4" name="tx937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5" name="tx937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6" name="tx937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7" name="tx937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8" name="tx937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9" name="tx937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0" name="tx938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1" name="tx938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2" name="tx938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3" name="tx938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4" name="tx938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5" name="tx938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6" name="tx938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7" name="tx938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8" name="tx938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9" name="tx938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0" name="tx939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1" name="tx939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2" name="tx939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3" name="tx939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4" name="tx939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5" name="tx939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6" name="tx939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7" name="tx939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8" name="tx939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9" name="tx939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0" name="tx940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1" name="tx940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2" name="tx940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3" name="tx940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4" name="tx940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5" name="tx940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6" name="tx940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7" name="tx940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8" name="tx940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9" name="tx940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0" name="tx941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1" name="tx941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2" name="tx941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3" name="tx941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4" name="tx941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5" name="tx941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6" name="tx941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7" name="tx941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8" name="tx941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9" name="tx941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0" name="tx942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1" name="tx942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2" name="tx942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3" name="tx942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4" name="tx942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5" name="tx942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6" name="tx942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7" name="tx942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8" name="tx942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9" name="tx942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0" name="tx943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1" name="tx943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2" name="tx943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3" name="tx943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4" name="tx943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5" name="tx943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6" name="tx943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7" name="tx943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8" name="tx943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9" name="tx943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0" name="tx944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1" name="tx944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2" name="tx944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3" name="tx944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4" name="tx944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5" name="tx944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6" name="tx944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7" name="tx944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8" name="tx944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9" name="tx944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0" name="tx945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1" name="tx945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2" name="tx945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3" name="tx945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4" name="tx945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5" name="tx945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6" name="tx945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7" name="tx945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8" name="tx945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9" name="tx945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0" name="tx946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1" name="tx946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2" name="tx946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3" name="tx946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4" name="tx946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5" name="tx946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6" name="tx946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7" name="tx946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8" name="tx946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9" name="tx946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0" name="tx947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1" name="tx947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2" name="tx947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3" name="tx947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4" name="tx947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5" name="tx947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6" name="tx947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7" name="tx947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8" name="tx947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9" name="tx947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0" name="tx948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1" name="tx948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2" name="tx948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3" name="tx948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4" name="tx948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5" name="tx948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6" name="tx948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7" name="tx948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8" name="tx948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9" name="tx948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0" name="tx949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1" name="tx949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2" name="tx949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3" name="tx949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4" name="tx949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5" name="tx949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6" name="tx949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7" name="tx949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8" name="tx949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9" name="tx949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0" name="tx950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1" name="tx950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2" name="tx950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3" name="tx950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4" name="tx950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5" name="tx950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6" name="tx950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7" name="tx950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8" name="tx950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9" name="tx950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0" name="tx951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1" name="tx951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2" name="tx951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3" name="tx951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4" name="tx951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5" name="tx951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6" name="tx951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7" name="tx951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8" name="tx951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9" name="tx951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0" name="tx952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1" name="tx952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2" name="tx952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3" name="tx952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4" name="tx952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5" name="tx952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6" name="tx952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7" name="tx952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8" name="tx952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9" name="tx952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0" name="tx953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1" name="tx953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2" name="tx953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3" name="tx953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4" name="tx953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5" name="tx953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6" name="tx953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7" name="tx953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8" name="tx953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9" name="tx953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0" name="tx954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1" name="tx954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2" name="tx954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3" name="tx954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4" name="tx954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5" name="tx954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6" name="tx954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7" name="tx954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8" name="tx954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9" name="tx954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0" name="tx955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1" name="tx955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2" name="tx955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3" name="tx955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4" name="tx955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5" name="tx955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6" name="tx955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7" name="tx955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8" name="tx955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9" name="tx955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0" name="tx956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1" name="tx956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2" name="tx956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3" name="tx956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4" name="tx956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5" name="tx956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6" name="tx956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7" name="tx956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8" name="tx956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9" name="tx956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0" name="tx957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1" name="tx957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2" name="tx957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3" name="tx957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4" name="tx957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5" name="tx957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6" name="tx957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7" name="tx957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8" name="tx957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9" name="tx957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0" name="tx958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1" name="tx958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2" name="tx958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3" name="tx958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4" name="tx958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5" name="tx958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6" name="tx958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7" name="tx958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8" name="tx958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9" name="tx958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0" name="tx959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1" name="tx959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2" name="tx959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3" name="tx959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4" name="tx959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5" name="tx959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6" name="tx959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7" name="tx959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8" name="tx959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9" name="tx959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0" name="tx960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1" name="tx960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2" name="tx960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3" name="tx960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4" name="tx960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5" name="tx960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6" name="tx960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7" name="tx960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8" name="tx960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9" name="tx960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0" name="tx9610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1" name="tx9611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2" name="tx9612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3" name="tx9613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4" name="tx9614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5" name="tx9615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6" name="tx9616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7" name="tx9617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8" name="tx9618"/>
              <p:cNvSpPr/>
              <p:nvPr/>
            </p:nvSpPr>
            <p:spPr>
              <a:xfrm>
                <a:off x="2651405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9" name="tx9619"/>
              <p:cNvSpPr/>
              <p:nvPr/>
            </p:nvSpPr>
            <p:spPr>
              <a:xfrm>
                <a:off x="2702566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0" name="tx962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1" name="tx962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2" name="tx962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3" name="tx962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4" name="tx962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5" name="tx962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6" name="tx962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7" name="tx962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8" name="tx962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9" name="tx962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0" name="tx963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1" name="tx963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2" name="tx963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3" name="tx963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4" name="tx963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5" name="tx963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6" name="tx963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7" name="tx963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8" name="tx963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9" name="tx963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0" name="tx964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1" name="tx964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2" name="tx964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3" name="tx964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4" name="tx964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5" name="tx964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6" name="tx964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7" name="tx964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8" name="tx964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9" name="tx964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0" name="tx965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1" name="tx965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2" name="tx965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3" name="tx965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4" name="tx965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5" name="tx965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6" name="tx965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7" name="tx965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8" name="tx965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9" name="tx965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0" name="tx966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1" name="tx966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2" name="tx966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3" name="tx966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4" name="tx966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5" name="tx966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6" name="tx966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7" name="tx966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8" name="tx966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9" name="tx966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0" name="tx967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1" name="tx967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2" name="tx967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3" name="tx967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4" name="tx967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5" name="tx967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6" name="tx967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7" name="tx967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8" name="tx967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9" name="tx967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0" name="tx968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1" name="tx968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2" name="tx968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3" name="tx968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4" name="tx968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5" name="tx968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6" name="tx968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7" name="tx968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8" name="tx968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9" name="tx968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0" name="tx969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1" name="tx969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2" name="tx969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3" name="tx969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4" name="tx969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5" name="tx969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6" name="tx969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7" name="tx969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8" name="tx969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9" name="tx969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0" name="tx970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1" name="tx970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2" name="tx970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3" name="tx970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4" name="tx970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5" name="tx970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6" name="tx970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7" name="tx970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8" name="tx970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9" name="tx970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0" name="tx971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1" name="tx971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2" name="tx971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3" name="tx971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4" name="tx971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5" name="tx971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6" name="tx971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7" name="tx971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8" name="tx971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9" name="tx971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0" name="tx972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1" name="tx972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2" name="tx972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3" name="tx972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4" name="tx972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5" name="tx972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6" name="tx972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7" name="tx972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8" name="tx972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9" name="tx972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0" name="tx973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1" name="tx973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2" name="tx973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3" name="tx973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4" name="tx973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5" name="tx973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6" name="tx973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7" name="tx973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8" name="tx973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9" name="tx973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0" name="tx974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1" name="tx974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2" name="tx974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3" name="tx974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4" name="tx974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5" name="tx974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6" name="tx974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7" name="tx974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8" name="tx974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9" name="tx974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0" name="tx975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1" name="tx975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2" name="tx975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3" name="tx975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4" name="tx975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5" name="tx975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6" name="tx975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7" name="tx975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8" name="tx975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9" name="tx975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0" name="tx976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1" name="tx976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2" name="tx976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3" name="tx976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4" name="tx976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5" name="tx976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6" name="tx976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7" name="tx976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8" name="tx976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9" name="tx976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0" name="tx977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1" name="tx977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2" name="tx977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3" name="tx977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4" name="tx977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5" name="tx977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6" name="tx977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7" name="tx977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8" name="tx977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9" name="tx977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0" name="tx978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1" name="tx978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2" name="tx978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3" name="tx978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4" name="tx978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5" name="tx978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6" name="tx978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7" name="tx978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8" name="tx978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9" name="tx978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0" name="tx979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1" name="tx979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2" name="tx979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3" name="tx979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4" name="tx979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5" name="tx979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6" name="tx979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7" name="tx979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8" name="tx979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9" name="tx979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0" name="tx980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1" name="tx980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2" name="tx980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3" name="tx980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4" name="tx980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5" name="tx980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6" name="tx980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7" name="tx980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8" name="tx980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9" name="tx980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0" name="tx981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1" name="tx981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2" name="tx981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3" name="tx981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4" name="tx981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5" name="tx981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6" name="tx981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7" name="tx981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8" name="tx981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9" name="tx981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0" name="tx982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1" name="tx982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2" name="tx982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3" name="tx982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4" name="tx982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5" name="tx982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6" name="tx982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7" name="tx982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8" name="tx982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9" name="tx982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0" name="tx983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1" name="tx983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2" name="tx983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3" name="tx983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4" name="tx983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5" name="tx983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6" name="tx983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7" name="tx983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8" name="tx983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9" name="tx983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0" name="tx984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1" name="tx984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2" name="tx984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3" name="tx984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4" name="tx984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5" name="tx984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6" name="tx984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7" name="tx984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8" name="tx984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9" name="tx984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0" name="tx985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1" name="tx985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2" name="tx985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3" name="tx985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4" name="tx985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5" name="tx985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6" name="tx985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7" name="tx985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8" name="tx985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9" name="tx985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0" name="tx986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1" name="tx986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2" name="tx986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3" name="tx986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4" name="tx986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5" name="tx986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6" name="tx986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7" name="tx986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8" name="tx986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9" name="tx986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0" name="tx987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1" name="tx987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2" name="tx987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3" name="tx987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4" name="tx987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5" name="tx987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6" name="tx987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7" name="tx987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8" name="tx987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9" name="tx987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0" name="tx988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1" name="tx988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2" name="tx988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3" name="tx988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4" name="tx988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5" name="tx988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6" name="tx988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7" name="tx988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8" name="tx988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9" name="tx988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0" name="tx989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1" name="tx989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2" name="tx989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3" name="tx989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4" name="tx989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5" name="tx989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6" name="tx989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7" name="tx989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8" name="tx989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9" name="tx989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0" name="tx990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1" name="tx990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2" name="tx990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3" name="tx990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4" name="tx990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5" name="tx990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6" name="tx990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7" name="tx990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8" name="tx990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9" name="tx990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0" name="tx991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1" name="tx991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2" name="tx991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3" name="tx991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4" name="tx991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5" name="tx991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6" name="tx991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7" name="tx991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8" name="tx991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9" name="tx991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0" name="tx992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1" name="tx992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2" name="tx992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3" name="tx992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4" name="tx992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5" name="tx992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6" name="tx992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7" name="tx992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8" name="tx992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9" name="tx992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0" name="tx993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1" name="tx993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2" name="tx993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3" name="tx993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4" name="tx993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5" name="tx993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6" name="tx993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7" name="tx993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8" name="tx993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9" name="tx993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0" name="tx994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1" name="tx994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2" name="tx994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3" name="tx994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4" name="tx994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5" name="tx994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6" name="tx994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7" name="tx994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8" name="tx994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9" name="tx994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0" name="tx995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1" name="tx995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2" name="tx995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3" name="tx995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4" name="tx995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5" name="tx995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6" name="tx995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7" name="tx995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8" name="tx995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9" name="tx995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0" name="tx996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1" name="tx996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2" name="tx996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3" name="tx996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4" name="tx996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5" name="tx996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6" name="tx996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7" name="tx996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8" name="tx996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9" name="tx996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0" name="tx997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1" name="tx997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2" name="tx997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3" name="tx997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4" name="tx997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5" name="tx997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6" name="tx997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7" name="tx997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8" name="tx997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9" name="tx997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0" name="tx998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1" name="tx998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2" name="tx998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3" name="tx998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4" name="tx998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5" name="tx998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6" name="tx998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7" name="tx998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8" name="tx998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9" name="tx998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0" name="tx999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1" name="tx999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2" name="tx999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3" name="tx999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4" name="tx999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5" name="tx999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6" name="tx999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7" name="tx999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8" name="tx999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9" name="tx999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0" name="tx1000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1" name="tx1000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2" name="tx1000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3" name="tx1000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4" name="tx1000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5" name="tx1000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6" name="tx1000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7" name="tx1000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8" name="tx1000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9" name="tx1000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0" name="tx1001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1" name="tx1001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2" name="tx1001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3" name="tx1001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4" name="tx1001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5" name="tx1001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6" name="tx1001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7" name="tx1001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8" name="tx1001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9" name="tx1001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0" name="tx1002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1" name="tx1002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2" name="tx1002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3" name="tx1002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4" name="tx1002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5" name="tx1002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6" name="tx1002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7" name="tx1002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8" name="tx1002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9" name="tx1002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0" name="tx1003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1" name="tx1003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2" name="tx1003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3" name="tx1003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4" name="tx1003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5" name="tx1003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6" name="tx1003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7" name="tx1003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8" name="tx1003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9" name="tx1003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0" name="tx1004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1" name="tx1004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2" name="tx1004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3" name="tx1004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4" name="tx1004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5" name="tx1004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6" name="tx1004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7" name="tx1004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8" name="tx1004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9" name="tx1004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0" name="tx1005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1" name="tx1005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2" name="tx1005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3" name="tx1005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4" name="tx1005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5" name="tx1005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6" name="tx1005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7" name="tx1005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8" name="tx1005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9" name="tx1005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0" name="tx1006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1" name="tx1006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2" name="tx1006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3" name="tx1006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4" name="tx1006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5" name="tx1006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6" name="tx1006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7" name="tx1006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8" name="tx1006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9" name="tx1006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0" name="tx1007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1" name="tx1007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2" name="tx1007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3" name="tx1007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4" name="tx1007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5" name="tx1007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6" name="tx1007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7" name="tx1007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8" name="tx1007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9" name="tx1007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0" name="tx1008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1" name="tx1008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2" name="tx1008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3" name="tx1008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4" name="tx1008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5" name="tx1008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6" name="tx1008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7" name="tx1008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8" name="tx1008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9" name="tx1008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0" name="tx1009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1" name="tx1009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2" name="tx1009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3" name="tx1009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4" name="tx10094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5" name="tx10095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6" name="tx10096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7" name="tx10097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8" name="tx10098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9" name="tx10099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0" name="tx10100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1" name="tx10101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2" name="tx10102"/>
              <p:cNvSpPr/>
              <p:nvPr/>
            </p:nvSpPr>
            <p:spPr>
              <a:xfrm>
                <a:off x="4426216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3" name="tx10103"/>
              <p:cNvSpPr/>
              <p:nvPr/>
            </p:nvSpPr>
            <p:spPr>
              <a:xfrm>
                <a:off x="4477331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53" b="0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4" name="rc10104"/>
              <p:cNvSpPr/>
              <p:nvPr/>
            </p:nvSpPr>
            <p:spPr>
              <a:xfrm>
                <a:off x="2440214" y="1464512"/>
                <a:ext cx="2492223" cy="2705747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5" name="tx10105"/>
              <p:cNvSpPr/>
              <p:nvPr/>
            </p:nvSpPr>
            <p:spPr>
              <a:xfrm>
                <a:off x="2127861" y="40065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10106" name="tx10106"/>
              <p:cNvSpPr/>
              <p:nvPr/>
            </p:nvSpPr>
            <p:spPr>
              <a:xfrm>
                <a:off x="2252220" y="39881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07" name="tx10107"/>
              <p:cNvSpPr/>
              <p:nvPr/>
            </p:nvSpPr>
            <p:spPr>
              <a:xfrm>
                <a:off x="2296934" y="40065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08" name="tx10108"/>
              <p:cNvSpPr/>
              <p:nvPr/>
            </p:nvSpPr>
            <p:spPr>
              <a:xfrm>
                <a:off x="2127861" y="36551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10109" name="tx10109"/>
              <p:cNvSpPr/>
              <p:nvPr/>
            </p:nvSpPr>
            <p:spPr>
              <a:xfrm>
                <a:off x="2252220" y="36367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0" name="tx10110"/>
              <p:cNvSpPr/>
              <p:nvPr/>
            </p:nvSpPr>
            <p:spPr>
              <a:xfrm>
                <a:off x="2296934" y="36551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1" name="tx10111"/>
              <p:cNvSpPr/>
              <p:nvPr/>
            </p:nvSpPr>
            <p:spPr>
              <a:xfrm>
                <a:off x="2127861" y="330397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10112" name="tx10112"/>
              <p:cNvSpPr/>
              <p:nvPr/>
            </p:nvSpPr>
            <p:spPr>
              <a:xfrm>
                <a:off x="2252220" y="3285501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3" name="tx10113"/>
              <p:cNvSpPr/>
              <p:nvPr/>
            </p:nvSpPr>
            <p:spPr>
              <a:xfrm>
                <a:off x="2296934" y="330397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4" name="tx10114"/>
              <p:cNvSpPr/>
              <p:nvPr/>
            </p:nvSpPr>
            <p:spPr>
              <a:xfrm>
                <a:off x="2127861" y="29523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10115" name="tx10115"/>
              <p:cNvSpPr/>
              <p:nvPr/>
            </p:nvSpPr>
            <p:spPr>
              <a:xfrm>
                <a:off x="2252220" y="29339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6" name="tx10116"/>
              <p:cNvSpPr/>
              <p:nvPr/>
            </p:nvSpPr>
            <p:spPr>
              <a:xfrm>
                <a:off x="2296934" y="29523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7" name="tx10117"/>
              <p:cNvSpPr/>
              <p:nvPr/>
            </p:nvSpPr>
            <p:spPr>
              <a:xfrm>
                <a:off x="2127861" y="26011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10118" name="tx10118"/>
              <p:cNvSpPr/>
              <p:nvPr/>
            </p:nvSpPr>
            <p:spPr>
              <a:xfrm>
                <a:off x="2252220" y="25827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9" name="tx10119"/>
              <p:cNvSpPr/>
              <p:nvPr/>
            </p:nvSpPr>
            <p:spPr>
              <a:xfrm>
                <a:off x="2296934" y="26011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0" name="tx10120"/>
              <p:cNvSpPr/>
              <p:nvPr/>
            </p:nvSpPr>
            <p:spPr>
              <a:xfrm>
                <a:off x="2127861" y="22497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10121" name="tx10121"/>
              <p:cNvSpPr/>
              <p:nvPr/>
            </p:nvSpPr>
            <p:spPr>
              <a:xfrm>
                <a:off x="2252220" y="22313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2" name="tx10122"/>
              <p:cNvSpPr/>
              <p:nvPr/>
            </p:nvSpPr>
            <p:spPr>
              <a:xfrm>
                <a:off x="2296934" y="22497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3" name="tx10123"/>
              <p:cNvSpPr/>
              <p:nvPr/>
            </p:nvSpPr>
            <p:spPr>
              <a:xfrm>
                <a:off x="2127861" y="1898388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10124" name="tx10124"/>
              <p:cNvSpPr/>
              <p:nvPr/>
            </p:nvSpPr>
            <p:spPr>
              <a:xfrm>
                <a:off x="2252220" y="187991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5" name="tx10125"/>
              <p:cNvSpPr/>
              <p:nvPr/>
            </p:nvSpPr>
            <p:spPr>
              <a:xfrm>
                <a:off x="2296934" y="1898388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6" name="tx10126"/>
              <p:cNvSpPr/>
              <p:nvPr/>
            </p:nvSpPr>
            <p:spPr>
              <a:xfrm>
                <a:off x="2127861" y="15469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10127" name="tx10127"/>
              <p:cNvSpPr/>
              <p:nvPr/>
            </p:nvSpPr>
            <p:spPr>
              <a:xfrm>
                <a:off x="2252220" y="15285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8" name="tx10128"/>
              <p:cNvSpPr/>
              <p:nvPr/>
            </p:nvSpPr>
            <p:spPr>
              <a:xfrm>
                <a:off x="2296934" y="15469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9" name="pl10129"/>
              <p:cNvSpPr/>
              <p:nvPr/>
            </p:nvSpPr>
            <p:spPr>
              <a:xfrm>
                <a:off x="2405420" y="404727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0" name="pl10130"/>
              <p:cNvSpPr/>
              <p:nvPr/>
            </p:nvSpPr>
            <p:spPr>
              <a:xfrm>
                <a:off x="2405420" y="369587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1" name="pl10131"/>
              <p:cNvSpPr/>
              <p:nvPr/>
            </p:nvSpPr>
            <p:spPr>
              <a:xfrm>
                <a:off x="2405420" y="3344479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2" name="pl10132"/>
              <p:cNvSpPr/>
              <p:nvPr/>
            </p:nvSpPr>
            <p:spPr>
              <a:xfrm>
                <a:off x="2405420" y="299308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3" name="pl10133"/>
              <p:cNvSpPr/>
              <p:nvPr/>
            </p:nvSpPr>
            <p:spPr>
              <a:xfrm>
                <a:off x="2405420" y="2641688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4" name="pl10134"/>
              <p:cNvSpPr/>
              <p:nvPr/>
            </p:nvSpPr>
            <p:spPr>
              <a:xfrm>
                <a:off x="2405420" y="229029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5" name="pl10135"/>
              <p:cNvSpPr/>
              <p:nvPr/>
            </p:nvSpPr>
            <p:spPr>
              <a:xfrm>
                <a:off x="2405420" y="1938896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6" name="pl10136"/>
              <p:cNvSpPr/>
              <p:nvPr/>
            </p:nvSpPr>
            <p:spPr>
              <a:xfrm>
                <a:off x="2405420" y="158750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7" name="pl10137"/>
              <p:cNvSpPr/>
              <p:nvPr/>
            </p:nvSpPr>
            <p:spPr>
              <a:xfrm>
                <a:off x="255349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8" name="pl10138"/>
              <p:cNvSpPr/>
              <p:nvPr/>
            </p:nvSpPr>
            <p:spPr>
              <a:xfrm>
                <a:off x="293110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9" name="pl10139"/>
              <p:cNvSpPr/>
              <p:nvPr/>
            </p:nvSpPr>
            <p:spPr>
              <a:xfrm>
                <a:off x="3308716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0" name="pl10140"/>
              <p:cNvSpPr/>
              <p:nvPr/>
            </p:nvSpPr>
            <p:spPr>
              <a:xfrm>
                <a:off x="3686326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1" name="pl10141"/>
              <p:cNvSpPr/>
              <p:nvPr/>
            </p:nvSpPr>
            <p:spPr>
              <a:xfrm>
                <a:off x="4063935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2" name="pl10142"/>
              <p:cNvSpPr/>
              <p:nvPr/>
            </p:nvSpPr>
            <p:spPr>
              <a:xfrm>
                <a:off x="4441545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3" name="pl10143"/>
              <p:cNvSpPr/>
              <p:nvPr/>
            </p:nvSpPr>
            <p:spPr>
              <a:xfrm>
                <a:off x="4819155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4" name="tx10144"/>
              <p:cNvSpPr/>
              <p:nvPr/>
            </p:nvSpPr>
            <p:spPr>
              <a:xfrm>
                <a:off x="2447244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10145" name="tx10145"/>
              <p:cNvSpPr/>
              <p:nvPr/>
            </p:nvSpPr>
            <p:spPr>
              <a:xfrm>
                <a:off x="2540513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6" name="tx10146"/>
              <p:cNvSpPr/>
              <p:nvPr/>
            </p:nvSpPr>
            <p:spPr>
              <a:xfrm>
                <a:off x="2585227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47" name="tx10147"/>
              <p:cNvSpPr/>
              <p:nvPr/>
            </p:nvSpPr>
            <p:spPr>
              <a:xfrm>
                <a:off x="2809309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10148" name="tx10148"/>
              <p:cNvSpPr/>
              <p:nvPr/>
            </p:nvSpPr>
            <p:spPr>
              <a:xfrm>
                <a:off x="293366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9" name="tx10149"/>
              <p:cNvSpPr/>
              <p:nvPr/>
            </p:nvSpPr>
            <p:spPr>
              <a:xfrm>
                <a:off x="297838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0" name="tx10150"/>
              <p:cNvSpPr/>
              <p:nvPr/>
            </p:nvSpPr>
            <p:spPr>
              <a:xfrm>
                <a:off x="3186918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10151" name="tx10151"/>
              <p:cNvSpPr/>
              <p:nvPr/>
            </p:nvSpPr>
            <p:spPr>
              <a:xfrm>
                <a:off x="331127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2" name="tx10152"/>
              <p:cNvSpPr/>
              <p:nvPr/>
            </p:nvSpPr>
            <p:spPr>
              <a:xfrm>
                <a:off x="335599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3" name="tx10153"/>
              <p:cNvSpPr/>
              <p:nvPr/>
            </p:nvSpPr>
            <p:spPr>
              <a:xfrm>
                <a:off x="3564528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10154" name="tx10154"/>
              <p:cNvSpPr/>
              <p:nvPr/>
            </p:nvSpPr>
            <p:spPr>
              <a:xfrm>
                <a:off x="3688886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5" name="tx10155"/>
              <p:cNvSpPr/>
              <p:nvPr/>
            </p:nvSpPr>
            <p:spPr>
              <a:xfrm>
                <a:off x="3733600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6" name="tx10156"/>
              <p:cNvSpPr/>
              <p:nvPr/>
            </p:nvSpPr>
            <p:spPr>
              <a:xfrm>
                <a:off x="3942137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10157" name="tx10157"/>
              <p:cNvSpPr/>
              <p:nvPr/>
            </p:nvSpPr>
            <p:spPr>
              <a:xfrm>
                <a:off x="4066496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8" name="tx10158"/>
              <p:cNvSpPr/>
              <p:nvPr/>
            </p:nvSpPr>
            <p:spPr>
              <a:xfrm>
                <a:off x="4111210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9" name="tx10159"/>
              <p:cNvSpPr/>
              <p:nvPr/>
            </p:nvSpPr>
            <p:spPr>
              <a:xfrm>
                <a:off x="4319747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10160" name="tx10160"/>
              <p:cNvSpPr/>
              <p:nvPr/>
            </p:nvSpPr>
            <p:spPr>
              <a:xfrm>
                <a:off x="444410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1" name="tx10161"/>
              <p:cNvSpPr/>
              <p:nvPr/>
            </p:nvSpPr>
            <p:spPr>
              <a:xfrm>
                <a:off x="448881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2" name="tx10162"/>
              <p:cNvSpPr/>
              <p:nvPr/>
            </p:nvSpPr>
            <p:spPr>
              <a:xfrm>
                <a:off x="4697356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10163" name="tx10163"/>
              <p:cNvSpPr/>
              <p:nvPr/>
            </p:nvSpPr>
            <p:spPr>
              <a:xfrm>
                <a:off x="482171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4" name="tx10164"/>
              <p:cNvSpPr/>
              <p:nvPr/>
            </p:nvSpPr>
            <p:spPr>
              <a:xfrm>
                <a:off x="486642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5" name="tx10165"/>
              <p:cNvSpPr/>
              <p:nvPr/>
            </p:nvSpPr>
            <p:spPr>
              <a:xfrm>
                <a:off x="3379362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10166" name="tx10166"/>
              <p:cNvSpPr/>
              <p:nvPr/>
            </p:nvSpPr>
            <p:spPr>
              <a:xfrm rot="-5400000">
                <a:off x="1764934" y="2767368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10167" name="rc10167"/>
              <p:cNvSpPr/>
              <p:nvPr/>
            </p:nvSpPr>
            <p:spPr>
              <a:xfrm>
                <a:off x="5071615" y="2024185"/>
                <a:ext cx="737195" cy="158640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8" name="tx10168"/>
              <p:cNvSpPr/>
              <p:nvPr/>
            </p:nvSpPr>
            <p:spPr>
              <a:xfrm>
                <a:off x="5270127" y="2108496"/>
                <a:ext cx="59801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lang="en-US" sz="1100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Environmental</a:t>
                </a:r>
                <a:endParaRPr sz="1100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0169" name="tx10169"/>
              <p:cNvSpPr/>
              <p:nvPr/>
            </p:nvSpPr>
            <p:spPr>
              <a:xfrm>
                <a:off x="5209780" y="2259372"/>
                <a:ext cx="37033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lang="en-US" sz="1100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Distance</a:t>
                </a:r>
                <a:endParaRPr sz="1100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endParaRPr>
              </a:p>
            </p:txBody>
          </p:sp>
          <p:pic>
            <p:nvPicPr>
              <p:cNvPr id="10170" name="pic10170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41205" y="2443718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10171" name="pl10171"/>
              <p:cNvSpPr/>
              <p:nvPr/>
            </p:nvSpPr>
            <p:spPr>
              <a:xfrm>
                <a:off x="5316769" y="353916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2" name="pl10172"/>
              <p:cNvSpPr/>
              <p:nvPr/>
            </p:nvSpPr>
            <p:spPr>
              <a:xfrm>
                <a:off x="5316769" y="321309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3" name="pl10173"/>
              <p:cNvSpPr/>
              <p:nvPr/>
            </p:nvSpPr>
            <p:spPr>
              <a:xfrm>
                <a:off x="5316769" y="28870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4" name="pl10174"/>
              <p:cNvSpPr/>
              <p:nvPr/>
            </p:nvSpPr>
            <p:spPr>
              <a:xfrm>
                <a:off x="5316769" y="256094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5" name="pl10175"/>
              <p:cNvSpPr/>
              <p:nvPr/>
            </p:nvSpPr>
            <p:spPr>
              <a:xfrm>
                <a:off x="5141205" y="353916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6" name="pl10176"/>
              <p:cNvSpPr/>
              <p:nvPr/>
            </p:nvSpPr>
            <p:spPr>
              <a:xfrm>
                <a:off x="5141205" y="321309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7" name="pl10177"/>
              <p:cNvSpPr/>
              <p:nvPr/>
            </p:nvSpPr>
            <p:spPr>
              <a:xfrm>
                <a:off x="5141205" y="28870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8" name="pl10178"/>
              <p:cNvSpPr/>
              <p:nvPr/>
            </p:nvSpPr>
            <p:spPr>
              <a:xfrm>
                <a:off x="5141205" y="256094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9" name="tx10179"/>
              <p:cNvSpPr/>
              <p:nvPr/>
            </p:nvSpPr>
            <p:spPr>
              <a:xfrm>
                <a:off x="5430250" y="3499164"/>
                <a:ext cx="62179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</a:t>
                </a:r>
              </a:p>
            </p:txBody>
          </p:sp>
          <p:sp>
            <p:nvSpPr>
              <p:cNvPr id="10180" name="tx10180"/>
              <p:cNvSpPr/>
              <p:nvPr/>
            </p:nvSpPr>
            <p:spPr>
              <a:xfrm>
                <a:off x="5430250" y="3173089"/>
                <a:ext cx="62179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2</a:t>
                </a:r>
              </a:p>
            </p:txBody>
          </p:sp>
          <p:sp>
            <p:nvSpPr>
              <p:cNvPr id="10181" name="tx10181"/>
              <p:cNvSpPr/>
              <p:nvPr/>
            </p:nvSpPr>
            <p:spPr>
              <a:xfrm>
                <a:off x="5430250" y="2847014"/>
                <a:ext cx="62179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4</a:t>
                </a:r>
              </a:p>
            </p:txBody>
          </p:sp>
          <p:sp>
            <p:nvSpPr>
              <p:cNvPr id="10182" name="tx10182"/>
              <p:cNvSpPr/>
              <p:nvPr/>
            </p:nvSpPr>
            <p:spPr>
              <a:xfrm>
                <a:off x="5430250" y="2520939"/>
                <a:ext cx="62179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6</a:t>
                </a:r>
              </a:p>
            </p:txBody>
          </p:sp>
          <p:sp>
            <p:nvSpPr>
              <p:cNvPr id="10183" name="tx10183"/>
              <p:cNvSpPr/>
              <p:nvPr/>
            </p:nvSpPr>
            <p:spPr>
              <a:xfrm>
                <a:off x="2440214" y="1265444"/>
                <a:ext cx="1071859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Future Treatment</a:t>
                </a:r>
              </a:p>
            </p:txBody>
          </p:sp>
          <p:sp>
            <p:nvSpPr>
              <p:cNvPr id="10184" name="tx10184"/>
              <p:cNvSpPr/>
              <p:nvPr/>
            </p:nvSpPr>
            <p:spPr>
              <a:xfrm>
                <a:off x="2440214" y="983989"/>
                <a:ext cx="2794772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800" b="0" i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(H) Environmental Distance</a:t>
                </a:r>
              </a:p>
            </p:txBody>
          </p:sp>
        </p:grpSp>
        <p:grpSp>
          <p:nvGrpSpPr>
            <p:cNvPr id="10185" name="Group 10184">
              <a:extLst>
                <a:ext uri="{FF2B5EF4-FFF2-40B4-BE49-F238E27FC236}">
                  <a16:creationId xmlns:a16="http://schemas.microsoft.com/office/drawing/2014/main" id="{6C0B5A67-5ECE-8FE0-C1A8-DD3AB25FB186}"/>
                </a:ext>
              </a:extLst>
            </p:cNvPr>
            <p:cNvGrpSpPr/>
            <p:nvPr/>
          </p:nvGrpSpPr>
          <p:grpSpPr>
            <a:xfrm>
              <a:off x="2843808" y="2060848"/>
              <a:ext cx="1728192" cy="1944216"/>
              <a:chOff x="2346752" y="2108581"/>
              <a:chExt cx="1728192" cy="1944216"/>
            </a:xfrm>
          </p:grpSpPr>
          <p:sp>
            <p:nvSpPr>
              <p:cNvPr id="10186" name="pg9120">
                <a:extLst>
                  <a:ext uri="{FF2B5EF4-FFF2-40B4-BE49-F238E27FC236}">
                    <a16:creationId xmlns:a16="http://schemas.microsoft.com/office/drawing/2014/main" id="{44EC8244-5ACC-876F-6256-F860D7A5D48B}"/>
                  </a:ext>
                </a:extLst>
              </p:cNvPr>
              <p:cNvSpPr/>
              <p:nvPr/>
            </p:nvSpPr>
            <p:spPr>
              <a:xfrm>
                <a:off x="2536340" y="3429000"/>
                <a:ext cx="37947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79476" h="191749">
                    <a:moveTo>
                      <a:pt x="27432" y="191749"/>
                    </a:moveTo>
                    <a:lnTo>
                      <a:pt x="352044" y="191749"/>
                    </a:lnTo>
                    <a:lnTo>
                      <a:pt x="350939" y="191727"/>
                    </a:lnTo>
                    <a:lnTo>
                      <a:pt x="355350" y="191549"/>
                    </a:lnTo>
                    <a:lnTo>
                      <a:pt x="359676" y="190666"/>
                    </a:lnTo>
                    <a:lnTo>
                      <a:pt x="363803" y="189101"/>
                    </a:lnTo>
                    <a:lnTo>
                      <a:pt x="367627" y="186893"/>
                    </a:lnTo>
                    <a:lnTo>
                      <a:pt x="371046" y="184101"/>
                    </a:lnTo>
                    <a:lnTo>
                      <a:pt x="373974" y="180797"/>
                    </a:lnTo>
                    <a:lnTo>
                      <a:pt x="376333" y="177065"/>
                    </a:lnTo>
                    <a:lnTo>
                      <a:pt x="378064" y="173004"/>
                    </a:lnTo>
                    <a:lnTo>
                      <a:pt x="379120" y="168718"/>
                    </a:lnTo>
                    <a:lnTo>
                      <a:pt x="379476" y="164317"/>
                    </a:lnTo>
                    <a:lnTo>
                      <a:pt x="379476" y="27432"/>
                    </a:lnTo>
                    <a:lnTo>
                      <a:pt x="379120" y="23031"/>
                    </a:lnTo>
                    <a:lnTo>
                      <a:pt x="378064" y="18745"/>
                    </a:lnTo>
                    <a:lnTo>
                      <a:pt x="376333" y="14683"/>
                    </a:lnTo>
                    <a:lnTo>
                      <a:pt x="373974" y="10952"/>
                    </a:lnTo>
                    <a:lnTo>
                      <a:pt x="371046" y="7647"/>
                    </a:lnTo>
                    <a:lnTo>
                      <a:pt x="367627" y="4855"/>
                    </a:lnTo>
                    <a:lnTo>
                      <a:pt x="363803" y="2648"/>
                    </a:lnTo>
                    <a:lnTo>
                      <a:pt x="359676" y="1083"/>
                    </a:lnTo>
                    <a:lnTo>
                      <a:pt x="355350" y="200"/>
                    </a:lnTo>
                    <a:lnTo>
                      <a:pt x="35204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7" name="tx9121">
                <a:extLst>
                  <a:ext uri="{FF2B5EF4-FFF2-40B4-BE49-F238E27FC236}">
                    <a16:creationId xmlns:a16="http://schemas.microsoft.com/office/drawing/2014/main" id="{767E439C-DDDE-391A-ACEF-178D83DAE818}"/>
                  </a:ext>
                </a:extLst>
              </p:cNvPr>
              <p:cNvSpPr/>
              <p:nvPr/>
            </p:nvSpPr>
            <p:spPr>
              <a:xfrm>
                <a:off x="2587752" y="3474720"/>
                <a:ext cx="28803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0188" name="pg9122">
                <a:extLst>
                  <a:ext uri="{FF2B5EF4-FFF2-40B4-BE49-F238E27FC236}">
                    <a16:creationId xmlns:a16="http://schemas.microsoft.com/office/drawing/2014/main" id="{C35B6110-CC34-959B-B959-D302C74BC52C}"/>
                  </a:ext>
                </a:extLst>
              </p:cNvPr>
              <p:cNvSpPr/>
              <p:nvPr/>
            </p:nvSpPr>
            <p:spPr>
              <a:xfrm>
                <a:off x="2773748" y="2753771"/>
                <a:ext cx="31729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17296" h="191749">
                    <a:moveTo>
                      <a:pt x="27431" y="191749"/>
                    </a:moveTo>
                    <a:lnTo>
                      <a:pt x="289864" y="191749"/>
                    </a:lnTo>
                    <a:lnTo>
                      <a:pt x="288760" y="191727"/>
                    </a:lnTo>
                    <a:lnTo>
                      <a:pt x="293171" y="191549"/>
                    </a:lnTo>
                    <a:lnTo>
                      <a:pt x="297496" y="190666"/>
                    </a:lnTo>
                    <a:lnTo>
                      <a:pt x="301624" y="189101"/>
                    </a:lnTo>
                    <a:lnTo>
                      <a:pt x="305447" y="186893"/>
                    </a:lnTo>
                    <a:lnTo>
                      <a:pt x="308867" y="184101"/>
                    </a:lnTo>
                    <a:lnTo>
                      <a:pt x="311795" y="180797"/>
                    </a:lnTo>
                    <a:lnTo>
                      <a:pt x="314154" y="177065"/>
                    </a:lnTo>
                    <a:lnTo>
                      <a:pt x="315885" y="173004"/>
                    </a:lnTo>
                    <a:lnTo>
                      <a:pt x="316941" y="168718"/>
                    </a:lnTo>
                    <a:lnTo>
                      <a:pt x="317296" y="164317"/>
                    </a:lnTo>
                    <a:lnTo>
                      <a:pt x="317296" y="27431"/>
                    </a:lnTo>
                    <a:lnTo>
                      <a:pt x="316941" y="23031"/>
                    </a:lnTo>
                    <a:lnTo>
                      <a:pt x="315885" y="18745"/>
                    </a:lnTo>
                    <a:lnTo>
                      <a:pt x="314154" y="14683"/>
                    </a:lnTo>
                    <a:lnTo>
                      <a:pt x="311795" y="10952"/>
                    </a:lnTo>
                    <a:lnTo>
                      <a:pt x="308867" y="7647"/>
                    </a:lnTo>
                    <a:lnTo>
                      <a:pt x="305447" y="4855"/>
                    </a:lnTo>
                    <a:lnTo>
                      <a:pt x="301624" y="2648"/>
                    </a:lnTo>
                    <a:lnTo>
                      <a:pt x="297496" y="1083"/>
                    </a:lnTo>
                    <a:lnTo>
                      <a:pt x="293171" y="200"/>
                    </a:lnTo>
                    <a:lnTo>
                      <a:pt x="289864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9" name="tx9123">
                <a:extLst>
                  <a:ext uri="{FF2B5EF4-FFF2-40B4-BE49-F238E27FC236}">
                    <a16:creationId xmlns:a16="http://schemas.microsoft.com/office/drawing/2014/main" id="{48FFCDAE-42C2-52DB-831E-D5E4D76C122A}"/>
                  </a:ext>
                </a:extLst>
              </p:cNvPr>
              <p:cNvSpPr/>
              <p:nvPr/>
            </p:nvSpPr>
            <p:spPr>
              <a:xfrm>
                <a:off x="2819468" y="2799491"/>
                <a:ext cx="22585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0190" name="pg9124">
                <a:extLst>
                  <a:ext uri="{FF2B5EF4-FFF2-40B4-BE49-F238E27FC236}">
                    <a16:creationId xmlns:a16="http://schemas.microsoft.com/office/drawing/2014/main" id="{6C7B29BA-AC72-6BCD-A9E6-E18B742FB9C3}"/>
                  </a:ext>
                </a:extLst>
              </p:cNvPr>
              <p:cNvSpPr/>
              <p:nvPr/>
            </p:nvSpPr>
            <p:spPr>
              <a:xfrm>
                <a:off x="2706792" y="2174520"/>
                <a:ext cx="343082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43082" h="191749">
                    <a:moveTo>
                      <a:pt x="27431" y="191749"/>
                    </a:moveTo>
                    <a:lnTo>
                      <a:pt x="315650" y="191749"/>
                    </a:lnTo>
                    <a:lnTo>
                      <a:pt x="314546" y="191727"/>
                    </a:lnTo>
                    <a:lnTo>
                      <a:pt x="318957" y="191549"/>
                    </a:lnTo>
                    <a:lnTo>
                      <a:pt x="323282" y="190666"/>
                    </a:lnTo>
                    <a:lnTo>
                      <a:pt x="327410" y="189101"/>
                    </a:lnTo>
                    <a:lnTo>
                      <a:pt x="331234" y="186893"/>
                    </a:lnTo>
                    <a:lnTo>
                      <a:pt x="334653" y="184101"/>
                    </a:lnTo>
                    <a:lnTo>
                      <a:pt x="337581" y="180797"/>
                    </a:lnTo>
                    <a:lnTo>
                      <a:pt x="339940" y="177065"/>
                    </a:lnTo>
                    <a:lnTo>
                      <a:pt x="341671" y="173004"/>
                    </a:lnTo>
                    <a:lnTo>
                      <a:pt x="342727" y="168718"/>
                    </a:lnTo>
                    <a:lnTo>
                      <a:pt x="343082" y="164317"/>
                    </a:lnTo>
                    <a:lnTo>
                      <a:pt x="343082" y="27431"/>
                    </a:lnTo>
                    <a:lnTo>
                      <a:pt x="342727" y="23031"/>
                    </a:lnTo>
                    <a:lnTo>
                      <a:pt x="341671" y="18745"/>
                    </a:lnTo>
                    <a:lnTo>
                      <a:pt x="339940" y="14683"/>
                    </a:lnTo>
                    <a:lnTo>
                      <a:pt x="337581" y="10952"/>
                    </a:lnTo>
                    <a:lnTo>
                      <a:pt x="334653" y="7647"/>
                    </a:lnTo>
                    <a:lnTo>
                      <a:pt x="331234" y="4855"/>
                    </a:lnTo>
                    <a:lnTo>
                      <a:pt x="327410" y="2648"/>
                    </a:lnTo>
                    <a:lnTo>
                      <a:pt x="323282" y="1083"/>
                    </a:lnTo>
                    <a:lnTo>
                      <a:pt x="318957" y="200"/>
                    </a:lnTo>
                    <a:lnTo>
                      <a:pt x="315650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1" name="tx9125">
                <a:extLst>
                  <a:ext uri="{FF2B5EF4-FFF2-40B4-BE49-F238E27FC236}">
                    <a16:creationId xmlns:a16="http://schemas.microsoft.com/office/drawing/2014/main" id="{5A4AF0AA-90B8-79BD-42E9-BF5FE6FD9FAB}"/>
                  </a:ext>
                </a:extLst>
              </p:cNvPr>
              <p:cNvSpPr/>
              <p:nvPr/>
            </p:nvSpPr>
            <p:spPr>
              <a:xfrm>
                <a:off x="2743182" y="2218227"/>
                <a:ext cx="251642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VAT</a:t>
                </a:r>
              </a:p>
            </p:txBody>
          </p:sp>
          <p:sp>
            <p:nvSpPr>
              <p:cNvPr id="10192" name="pg9126">
                <a:extLst>
                  <a:ext uri="{FF2B5EF4-FFF2-40B4-BE49-F238E27FC236}">
                    <a16:creationId xmlns:a16="http://schemas.microsoft.com/office/drawing/2014/main" id="{E0347E59-0672-979B-B3AB-802B232EB530}"/>
                  </a:ext>
                </a:extLst>
              </p:cNvPr>
              <p:cNvSpPr/>
              <p:nvPr/>
            </p:nvSpPr>
            <p:spPr>
              <a:xfrm>
                <a:off x="2346752" y="3044685"/>
                <a:ext cx="410565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10565" h="191749">
                    <a:moveTo>
                      <a:pt x="27431" y="191749"/>
                    </a:moveTo>
                    <a:lnTo>
                      <a:pt x="383133" y="191749"/>
                    </a:lnTo>
                    <a:lnTo>
                      <a:pt x="382029" y="191727"/>
                    </a:lnTo>
                    <a:lnTo>
                      <a:pt x="386440" y="191549"/>
                    </a:lnTo>
                    <a:lnTo>
                      <a:pt x="390765" y="190666"/>
                    </a:lnTo>
                    <a:lnTo>
                      <a:pt x="394893" y="189101"/>
                    </a:lnTo>
                    <a:lnTo>
                      <a:pt x="398716" y="186893"/>
                    </a:lnTo>
                    <a:lnTo>
                      <a:pt x="402136" y="184101"/>
                    </a:lnTo>
                    <a:lnTo>
                      <a:pt x="405063" y="180797"/>
                    </a:lnTo>
                    <a:lnTo>
                      <a:pt x="407423" y="177065"/>
                    </a:lnTo>
                    <a:lnTo>
                      <a:pt x="409153" y="173004"/>
                    </a:lnTo>
                    <a:lnTo>
                      <a:pt x="410210" y="168718"/>
                    </a:lnTo>
                    <a:lnTo>
                      <a:pt x="410565" y="164317"/>
                    </a:lnTo>
                    <a:lnTo>
                      <a:pt x="410565" y="27431"/>
                    </a:lnTo>
                    <a:lnTo>
                      <a:pt x="410210" y="23031"/>
                    </a:lnTo>
                    <a:lnTo>
                      <a:pt x="409153" y="18745"/>
                    </a:lnTo>
                    <a:lnTo>
                      <a:pt x="407423" y="14683"/>
                    </a:lnTo>
                    <a:lnTo>
                      <a:pt x="405063" y="10952"/>
                    </a:lnTo>
                    <a:lnTo>
                      <a:pt x="402136" y="7647"/>
                    </a:lnTo>
                    <a:lnTo>
                      <a:pt x="398716" y="4855"/>
                    </a:lnTo>
                    <a:lnTo>
                      <a:pt x="394893" y="2648"/>
                    </a:lnTo>
                    <a:lnTo>
                      <a:pt x="390765" y="1083"/>
                    </a:lnTo>
                    <a:lnTo>
                      <a:pt x="386440" y="200"/>
                    </a:lnTo>
                    <a:lnTo>
                      <a:pt x="38313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6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3" name="tx9127">
                <a:extLst>
                  <a:ext uri="{FF2B5EF4-FFF2-40B4-BE49-F238E27FC236}">
                    <a16:creationId xmlns:a16="http://schemas.microsoft.com/office/drawing/2014/main" id="{E2CA620A-57C4-5EA3-F683-1929E6D97E5F}"/>
                  </a:ext>
                </a:extLst>
              </p:cNvPr>
              <p:cNvSpPr/>
              <p:nvPr/>
            </p:nvSpPr>
            <p:spPr>
              <a:xfrm>
                <a:off x="2387667" y="3088392"/>
                <a:ext cx="319125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0194" name="pg9128">
                <a:extLst>
                  <a:ext uri="{FF2B5EF4-FFF2-40B4-BE49-F238E27FC236}">
                    <a16:creationId xmlns:a16="http://schemas.microsoft.com/office/drawing/2014/main" id="{DCA9BF96-59AC-E628-D45A-58DB958179A8}"/>
                  </a:ext>
                </a:extLst>
              </p:cNvPr>
              <p:cNvSpPr/>
              <p:nvPr/>
            </p:nvSpPr>
            <p:spPr>
              <a:xfrm>
                <a:off x="3203848" y="2996952"/>
                <a:ext cx="356250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56250" h="191749">
                    <a:moveTo>
                      <a:pt x="27431" y="191749"/>
                    </a:moveTo>
                    <a:lnTo>
                      <a:pt x="328818" y="191749"/>
                    </a:lnTo>
                    <a:lnTo>
                      <a:pt x="327713" y="191727"/>
                    </a:lnTo>
                    <a:lnTo>
                      <a:pt x="332124" y="191549"/>
                    </a:lnTo>
                    <a:lnTo>
                      <a:pt x="336450" y="190666"/>
                    </a:lnTo>
                    <a:lnTo>
                      <a:pt x="340578" y="189101"/>
                    </a:lnTo>
                    <a:lnTo>
                      <a:pt x="344401" y="186893"/>
                    </a:lnTo>
                    <a:lnTo>
                      <a:pt x="347821" y="184101"/>
                    </a:lnTo>
                    <a:lnTo>
                      <a:pt x="350748" y="180797"/>
                    </a:lnTo>
                    <a:lnTo>
                      <a:pt x="353108" y="177065"/>
                    </a:lnTo>
                    <a:lnTo>
                      <a:pt x="354838" y="173004"/>
                    </a:lnTo>
                    <a:lnTo>
                      <a:pt x="355895" y="168718"/>
                    </a:lnTo>
                    <a:lnTo>
                      <a:pt x="356250" y="164317"/>
                    </a:lnTo>
                    <a:lnTo>
                      <a:pt x="356250" y="27431"/>
                    </a:lnTo>
                    <a:lnTo>
                      <a:pt x="355895" y="23031"/>
                    </a:lnTo>
                    <a:lnTo>
                      <a:pt x="354838" y="18745"/>
                    </a:lnTo>
                    <a:lnTo>
                      <a:pt x="353108" y="14683"/>
                    </a:lnTo>
                    <a:lnTo>
                      <a:pt x="350748" y="10952"/>
                    </a:lnTo>
                    <a:lnTo>
                      <a:pt x="347821" y="7647"/>
                    </a:lnTo>
                    <a:lnTo>
                      <a:pt x="344401" y="4855"/>
                    </a:lnTo>
                    <a:lnTo>
                      <a:pt x="340578" y="2648"/>
                    </a:lnTo>
                    <a:lnTo>
                      <a:pt x="336450" y="1083"/>
                    </a:lnTo>
                    <a:lnTo>
                      <a:pt x="332124" y="200"/>
                    </a:lnTo>
                    <a:lnTo>
                      <a:pt x="32881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5" name="tx9129">
                <a:extLst>
                  <a:ext uri="{FF2B5EF4-FFF2-40B4-BE49-F238E27FC236}">
                    <a16:creationId xmlns:a16="http://schemas.microsoft.com/office/drawing/2014/main" id="{1226653D-4890-7E67-64A4-4A42F7E60924}"/>
                  </a:ext>
                </a:extLst>
              </p:cNvPr>
              <p:cNvSpPr/>
              <p:nvPr/>
            </p:nvSpPr>
            <p:spPr>
              <a:xfrm>
                <a:off x="3255264" y="3044952"/>
                <a:ext cx="264810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0196" name="pg9130">
                <a:extLst>
                  <a:ext uri="{FF2B5EF4-FFF2-40B4-BE49-F238E27FC236}">
                    <a16:creationId xmlns:a16="http://schemas.microsoft.com/office/drawing/2014/main" id="{AFA2DF3A-16C8-1940-7FA1-AAC58F9397BD}"/>
                  </a:ext>
                </a:extLst>
              </p:cNvPr>
              <p:cNvSpPr/>
              <p:nvPr/>
            </p:nvSpPr>
            <p:spPr>
              <a:xfrm>
                <a:off x="3059832" y="3861048"/>
                <a:ext cx="387156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87156" h="191749">
                    <a:moveTo>
                      <a:pt x="27432" y="191749"/>
                    </a:moveTo>
                    <a:lnTo>
                      <a:pt x="359724" y="191749"/>
                    </a:lnTo>
                    <a:lnTo>
                      <a:pt x="358620" y="191727"/>
                    </a:lnTo>
                    <a:lnTo>
                      <a:pt x="363031" y="191549"/>
                    </a:lnTo>
                    <a:lnTo>
                      <a:pt x="367357" y="190666"/>
                    </a:lnTo>
                    <a:lnTo>
                      <a:pt x="371484" y="189101"/>
                    </a:lnTo>
                    <a:lnTo>
                      <a:pt x="375308" y="186893"/>
                    </a:lnTo>
                    <a:lnTo>
                      <a:pt x="378727" y="184101"/>
                    </a:lnTo>
                    <a:lnTo>
                      <a:pt x="381655" y="180797"/>
                    </a:lnTo>
                    <a:lnTo>
                      <a:pt x="384014" y="177065"/>
                    </a:lnTo>
                    <a:lnTo>
                      <a:pt x="385745" y="173004"/>
                    </a:lnTo>
                    <a:lnTo>
                      <a:pt x="386801" y="168718"/>
                    </a:lnTo>
                    <a:lnTo>
                      <a:pt x="387156" y="164317"/>
                    </a:lnTo>
                    <a:lnTo>
                      <a:pt x="387156" y="27431"/>
                    </a:lnTo>
                    <a:lnTo>
                      <a:pt x="386801" y="23031"/>
                    </a:lnTo>
                    <a:lnTo>
                      <a:pt x="385745" y="18745"/>
                    </a:lnTo>
                    <a:lnTo>
                      <a:pt x="384014" y="14683"/>
                    </a:lnTo>
                    <a:lnTo>
                      <a:pt x="381655" y="10952"/>
                    </a:lnTo>
                    <a:lnTo>
                      <a:pt x="378727" y="7647"/>
                    </a:lnTo>
                    <a:lnTo>
                      <a:pt x="375308" y="4855"/>
                    </a:lnTo>
                    <a:lnTo>
                      <a:pt x="371484" y="2648"/>
                    </a:lnTo>
                    <a:lnTo>
                      <a:pt x="367357" y="1083"/>
                    </a:lnTo>
                    <a:lnTo>
                      <a:pt x="363031" y="200"/>
                    </a:lnTo>
                    <a:lnTo>
                      <a:pt x="359724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7" name="tx9131">
                <a:extLst>
                  <a:ext uri="{FF2B5EF4-FFF2-40B4-BE49-F238E27FC236}">
                    <a16:creationId xmlns:a16="http://schemas.microsoft.com/office/drawing/2014/main" id="{21B8A6A2-9146-C41E-A047-3A3F6B78D11A}"/>
                  </a:ext>
                </a:extLst>
              </p:cNvPr>
              <p:cNvSpPr/>
              <p:nvPr/>
            </p:nvSpPr>
            <p:spPr>
              <a:xfrm>
                <a:off x="3118104" y="3904755"/>
                <a:ext cx="295716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0198" name="pg9132">
                <a:extLst>
                  <a:ext uri="{FF2B5EF4-FFF2-40B4-BE49-F238E27FC236}">
                    <a16:creationId xmlns:a16="http://schemas.microsoft.com/office/drawing/2014/main" id="{DEFDFA56-6A10-ED84-7FA4-929940FE4059}"/>
                  </a:ext>
                </a:extLst>
              </p:cNvPr>
              <p:cNvSpPr/>
              <p:nvPr/>
            </p:nvSpPr>
            <p:spPr>
              <a:xfrm>
                <a:off x="3711013" y="2108581"/>
                <a:ext cx="36393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363931" h="191749">
                    <a:moveTo>
                      <a:pt x="27431" y="191749"/>
                    </a:moveTo>
                    <a:lnTo>
                      <a:pt x="336499" y="191749"/>
                    </a:lnTo>
                    <a:lnTo>
                      <a:pt x="335394" y="191727"/>
                    </a:lnTo>
                    <a:lnTo>
                      <a:pt x="339805" y="191549"/>
                    </a:lnTo>
                    <a:lnTo>
                      <a:pt x="344131" y="190666"/>
                    </a:lnTo>
                    <a:lnTo>
                      <a:pt x="348259" y="189101"/>
                    </a:lnTo>
                    <a:lnTo>
                      <a:pt x="352082" y="186893"/>
                    </a:lnTo>
                    <a:lnTo>
                      <a:pt x="355502" y="184101"/>
                    </a:lnTo>
                    <a:lnTo>
                      <a:pt x="358429" y="180797"/>
                    </a:lnTo>
                    <a:lnTo>
                      <a:pt x="360789" y="177065"/>
                    </a:lnTo>
                    <a:lnTo>
                      <a:pt x="362519" y="173004"/>
                    </a:lnTo>
                    <a:lnTo>
                      <a:pt x="363575" y="168718"/>
                    </a:lnTo>
                    <a:lnTo>
                      <a:pt x="363931" y="164317"/>
                    </a:lnTo>
                    <a:lnTo>
                      <a:pt x="363931" y="27432"/>
                    </a:lnTo>
                    <a:lnTo>
                      <a:pt x="363575" y="23031"/>
                    </a:lnTo>
                    <a:lnTo>
                      <a:pt x="362519" y="18745"/>
                    </a:lnTo>
                    <a:lnTo>
                      <a:pt x="360789" y="14683"/>
                    </a:lnTo>
                    <a:lnTo>
                      <a:pt x="358429" y="10952"/>
                    </a:lnTo>
                    <a:lnTo>
                      <a:pt x="355502" y="7647"/>
                    </a:lnTo>
                    <a:lnTo>
                      <a:pt x="352082" y="4855"/>
                    </a:lnTo>
                    <a:lnTo>
                      <a:pt x="348259" y="2648"/>
                    </a:lnTo>
                    <a:lnTo>
                      <a:pt x="344131" y="1083"/>
                    </a:lnTo>
                    <a:lnTo>
                      <a:pt x="339805" y="200"/>
                    </a:lnTo>
                    <a:lnTo>
                      <a:pt x="33649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9" name="tx9133">
                <a:extLst>
                  <a:ext uri="{FF2B5EF4-FFF2-40B4-BE49-F238E27FC236}">
                    <a16:creationId xmlns:a16="http://schemas.microsoft.com/office/drawing/2014/main" id="{7FC62462-ADA3-9062-111A-18F4EDB0C6C4}"/>
                  </a:ext>
                </a:extLst>
              </p:cNvPr>
              <p:cNvSpPr/>
              <p:nvPr/>
            </p:nvSpPr>
            <p:spPr>
              <a:xfrm>
                <a:off x="3764048" y="2152288"/>
                <a:ext cx="27249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0200" name="pg9134">
                <a:extLst>
                  <a:ext uri="{FF2B5EF4-FFF2-40B4-BE49-F238E27FC236}">
                    <a16:creationId xmlns:a16="http://schemas.microsoft.com/office/drawing/2014/main" id="{982D17F5-CAC8-008C-AFDC-047842F39BBF}"/>
                  </a:ext>
                </a:extLst>
              </p:cNvPr>
              <p:cNvSpPr/>
              <p:nvPr/>
            </p:nvSpPr>
            <p:spPr>
              <a:xfrm>
                <a:off x="3347864" y="2564904"/>
                <a:ext cx="402701" cy="191749"/>
              </a:xfrm>
              <a:custGeom>
                <a:avLst/>
                <a:gdLst/>
                <a:ahLst/>
                <a:cxnLst/>
                <a:rect l="0" t="0" r="0" b="0"/>
                <a:pathLst>
                  <a:path w="402701" h="191749">
                    <a:moveTo>
                      <a:pt x="27431" y="191749"/>
                    </a:moveTo>
                    <a:lnTo>
                      <a:pt x="375269" y="191749"/>
                    </a:lnTo>
                    <a:lnTo>
                      <a:pt x="374165" y="191727"/>
                    </a:lnTo>
                    <a:lnTo>
                      <a:pt x="378576" y="191549"/>
                    </a:lnTo>
                    <a:lnTo>
                      <a:pt x="382901" y="190666"/>
                    </a:lnTo>
                    <a:lnTo>
                      <a:pt x="387029" y="189101"/>
                    </a:lnTo>
                    <a:lnTo>
                      <a:pt x="390852" y="186893"/>
                    </a:lnTo>
                    <a:lnTo>
                      <a:pt x="394272" y="184101"/>
                    </a:lnTo>
                    <a:lnTo>
                      <a:pt x="397200" y="180797"/>
                    </a:lnTo>
                    <a:lnTo>
                      <a:pt x="399559" y="177065"/>
                    </a:lnTo>
                    <a:lnTo>
                      <a:pt x="401290" y="173004"/>
                    </a:lnTo>
                    <a:lnTo>
                      <a:pt x="402346" y="168718"/>
                    </a:lnTo>
                    <a:lnTo>
                      <a:pt x="402701" y="164317"/>
                    </a:lnTo>
                    <a:lnTo>
                      <a:pt x="402701" y="27431"/>
                    </a:lnTo>
                    <a:lnTo>
                      <a:pt x="402346" y="23031"/>
                    </a:lnTo>
                    <a:lnTo>
                      <a:pt x="401290" y="18745"/>
                    </a:lnTo>
                    <a:lnTo>
                      <a:pt x="399559" y="14683"/>
                    </a:lnTo>
                    <a:lnTo>
                      <a:pt x="397200" y="10952"/>
                    </a:lnTo>
                    <a:lnTo>
                      <a:pt x="394272" y="7647"/>
                    </a:lnTo>
                    <a:lnTo>
                      <a:pt x="390852" y="4855"/>
                    </a:lnTo>
                    <a:lnTo>
                      <a:pt x="387029" y="2648"/>
                    </a:lnTo>
                    <a:lnTo>
                      <a:pt x="382901" y="1083"/>
                    </a:lnTo>
                    <a:lnTo>
                      <a:pt x="378576" y="200"/>
                    </a:lnTo>
                    <a:lnTo>
                      <a:pt x="37526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317"/>
                    </a:lnTo>
                    <a:lnTo>
                      <a:pt x="88" y="162110"/>
                    </a:lnTo>
                    <a:lnTo>
                      <a:pt x="88" y="166525"/>
                    </a:lnTo>
                    <a:lnTo>
                      <a:pt x="797" y="170882"/>
                    </a:lnTo>
                    <a:lnTo>
                      <a:pt x="2195" y="175070"/>
                    </a:lnTo>
                    <a:lnTo>
                      <a:pt x="4246" y="178979"/>
                    </a:lnTo>
                    <a:lnTo>
                      <a:pt x="6898" y="182508"/>
                    </a:lnTo>
                    <a:lnTo>
                      <a:pt x="10082" y="185566"/>
                    </a:lnTo>
                    <a:lnTo>
                      <a:pt x="13715" y="188074"/>
                    </a:lnTo>
                    <a:lnTo>
                      <a:pt x="17704" y="189967"/>
                    </a:lnTo>
                    <a:lnTo>
                      <a:pt x="21944" y="191195"/>
                    </a:lnTo>
                    <a:lnTo>
                      <a:pt x="26327" y="191727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1" name="tx9135">
                <a:extLst>
                  <a:ext uri="{FF2B5EF4-FFF2-40B4-BE49-F238E27FC236}">
                    <a16:creationId xmlns:a16="http://schemas.microsoft.com/office/drawing/2014/main" id="{8F9FBC04-051F-5CD6-EC7C-AE8BAF22D3FA}"/>
                  </a:ext>
                </a:extLst>
              </p:cNvPr>
              <p:cNvSpPr/>
              <p:nvPr/>
            </p:nvSpPr>
            <p:spPr>
              <a:xfrm>
                <a:off x="3396643" y="2611336"/>
                <a:ext cx="311261" cy="100309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b="0" i="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</p:grpSp>
        <p:cxnSp>
          <p:nvCxnSpPr>
            <p:cNvPr id="10208" name="Straight Connector 10207">
              <a:extLst>
                <a:ext uri="{FF2B5EF4-FFF2-40B4-BE49-F238E27FC236}">
                  <a16:creationId xmlns:a16="http://schemas.microsoft.com/office/drawing/2014/main" id="{B2F28C35-1776-E62D-9DB7-46EC50DDC5A0}"/>
                </a:ext>
              </a:extLst>
            </p:cNvPr>
            <p:cNvCxnSpPr>
              <a:cxnSpLocks/>
              <a:stCxn id="9113" idx="0"/>
            </p:cNvCxnSpPr>
            <p:nvPr/>
          </p:nvCxnSpPr>
          <p:spPr>
            <a:xfrm flipH="1" flipV="1">
              <a:off x="3254373" y="3090813"/>
              <a:ext cx="158453" cy="12577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11" name="Straight Connector 10210">
              <a:extLst>
                <a:ext uri="{FF2B5EF4-FFF2-40B4-BE49-F238E27FC236}">
                  <a16:creationId xmlns:a16="http://schemas.microsoft.com/office/drawing/2014/main" id="{705E4D9C-F69F-E87C-8D16-68C966D15FA3}"/>
                </a:ext>
              </a:extLst>
            </p:cNvPr>
            <p:cNvCxnSpPr>
              <a:cxnSpLocks/>
              <a:stCxn id="9118" idx="4"/>
            </p:cNvCxnSpPr>
            <p:nvPr/>
          </p:nvCxnSpPr>
          <p:spPr>
            <a:xfrm>
              <a:off x="3494286" y="3615435"/>
              <a:ext cx="62602" cy="291741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164</TotalTime>
  <Words>8332</Words>
  <Application>Microsoft Macintosh PowerPoint</Application>
  <PresentationFormat>On-screen Show (4:3)</PresentationFormat>
  <Paragraphs>8290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3" baseType="lpstr">
      <vt:lpstr>Arial</vt:lpstr>
      <vt:lpstr>Calibri</vt:lpstr>
      <vt:lpstr>Symbol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/>
  <cp:lastModifiedBy>Camille Rumberger</cp:lastModifiedBy>
  <cp:revision>5</cp:revision>
  <dcterms:created xsi:type="dcterms:W3CDTF">2017-02-13T16:18:36Z</dcterms:created>
  <dcterms:modified xsi:type="dcterms:W3CDTF">2026-09-14T22:26:59Z</dcterms:modified>
  <cp:category/>
</cp:coreProperties>
</file>